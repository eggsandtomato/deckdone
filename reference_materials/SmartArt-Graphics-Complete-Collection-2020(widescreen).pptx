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6.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7.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8.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9.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10.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11.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12.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13.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14.xml" ContentType="application/vnd.openxmlformats-officedocument.presentationml.notesSlide+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notesSlides/notesSlide15.xml" ContentType="application/vnd.openxmlformats-officedocument.presentationml.notesSlide+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notesSlides/notesSlide16.xml" ContentType="application/vnd.openxmlformats-officedocument.presentationml.notesSlide+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notesSlides/notesSlide17.xml" ContentType="application/vnd.openxmlformats-officedocument.presentationml.notesSlide+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notesSlides/notesSlide18.xml" ContentType="application/vnd.openxmlformats-officedocument.presentationml.notesSlide+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notesSlides/notesSlide19.xml" ContentType="application/vnd.openxmlformats-officedocument.presentationml.notesSlide+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notesSlides/notesSlide20.xml" ContentType="application/vnd.openxmlformats-officedocument.presentationml.notesSlide+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notesSlides/notesSlide21.xml" ContentType="application/vnd.openxmlformats-officedocument.presentationml.notesSlide+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notesSlides/notesSlide22.xml" ContentType="application/vnd.openxmlformats-officedocument.presentationml.notesSlide+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notesSlides/notesSlide23.xml" ContentType="application/vnd.openxmlformats-officedocument.presentationml.notesSlide+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notesSlides/notesSlide24.xml" ContentType="application/vnd.openxmlformats-officedocument.presentationml.notesSlide+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notesSlides/notesSlide25.xml" ContentType="application/vnd.openxmlformats-officedocument.presentationml.notesSlide+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notesSlides/notesSlide26.xml" ContentType="application/vnd.openxmlformats-officedocument.presentationml.notesSlide+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notesSlides/notesSlide27.xml" ContentType="application/vnd.openxmlformats-officedocument.presentationml.notesSlide+xml"/>
  <Override PartName="/ppt/diagrams/data31.xml" ContentType="application/vnd.openxmlformats-officedocument.drawingml.diagramData+xml"/>
  <Override PartName="/ppt/diagrams/layout31.xml" ContentType="application/vnd.openxmlformats-officedocument.drawingml.diagramLayout+xml"/>
  <Override PartName="/ppt/diagrams/quickStyle31.xml" ContentType="application/vnd.openxmlformats-officedocument.drawingml.diagramStyle+xml"/>
  <Override PartName="/ppt/diagrams/colors31.xml" ContentType="application/vnd.openxmlformats-officedocument.drawingml.diagramColors+xml"/>
  <Override PartName="/ppt/diagrams/drawing31.xml" ContentType="application/vnd.ms-office.drawingml.diagramDrawing+xml"/>
  <Override PartName="/ppt/notesSlides/notesSlide28.xml" ContentType="application/vnd.openxmlformats-officedocument.presentationml.notesSlide+xml"/>
  <Override PartName="/ppt/diagrams/data32.xml" ContentType="application/vnd.openxmlformats-officedocument.drawingml.diagramData+xml"/>
  <Override PartName="/ppt/diagrams/layout32.xml" ContentType="application/vnd.openxmlformats-officedocument.drawingml.diagramLayout+xml"/>
  <Override PartName="/ppt/diagrams/quickStyle32.xml" ContentType="application/vnd.openxmlformats-officedocument.drawingml.diagramStyle+xml"/>
  <Override PartName="/ppt/diagrams/colors32.xml" ContentType="application/vnd.openxmlformats-officedocument.drawingml.diagramColors+xml"/>
  <Override PartName="/ppt/diagrams/drawing32.xml" ContentType="application/vnd.ms-office.drawingml.diagramDrawing+xml"/>
  <Override PartName="/ppt/notesSlides/notesSlide29.xml" ContentType="application/vnd.openxmlformats-officedocument.presentationml.notesSlide+xml"/>
  <Override PartName="/ppt/diagrams/data33.xml" ContentType="application/vnd.openxmlformats-officedocument.drawingml.diagramData+xml"/>
  <Override PartName="/ppt/diagrams/layout33.xml" ContentType="application/vnd.openxmlformats-officedocument.drawingml.diagramLayout+xml"/>
  <Override PartName="/ppt/diagrams/quickStyle33.xml" ContentType="application/vnd.openxmlformats-officedocument.drawingml.diagramStyle+xml"/>
  <Override PartName="/ppt/diagrams/colors33.xml" ContentType="application/vnd.openxmlformats-officedocument.drawingml.diagramColors+xml"/>
  <Override PartName="/ppt/diagrams/drawing33.xml" ContentType="application/vnd.ms-office.drawingml.diagramDrawing+xml"/>
  <Override PartName="/ppt/notesSlides/notesSlide30.xml" ContentType="application/vnd.openxmlformats-officedocument.presentationml.notesSlide+xml"/>
  <Override PartName="/ppt/diagrams/data34.xml" ContentType="application/vnd.openxmlformats-officedocument.drawingml.diagramData+xml"/>
  <Override PartName="/ppt/diagrams/layout34.xml" ContentType="application/vnd.openxmlformats-officedocument.drawingml.diagramLayout+xml"/>
  <Override PartName="/ppt/diagrams/quickStyle34.xml" ContentType="application/vnd.openxmlformats-officedocument.drawingml.diagramStyle+xml"/>
  <Override PartName="/ppt/diagrams/colors34.xml" ContentType="application/vnd.openxmlformats-officedocument.drawingml.diagramColors+xml"/>
  <Override PartName="/ppt/diagrams/drawing34.xml" ContentType="application/vnd.ms-office.drawingml.diagramDrawing+xml"/>
  <Override PartName="/ppt/notesSlides/notesSlide31.xml" ContentType="application/vnd.openxmlformats-officedocument.presentationml.notesSlide+xml"/>
  <Override PartName="/ppt/diagrams/data35.xml" ContentType="application/vnd.openxmlformats-officedocument.drawingml.diagramData+xml"/>
  <Override PartName="/ppt/diagrams/layout35.xml" ContentType="application/vnd.openxmlformats-officedocument.drawingml.diagramLayout+xml"/>
  <Override PartName="/ppt/diagrams/quickStyle35.xml" ContentType="application/vnd.openxmlformats-officedocument.drawingml.diagramStyle+xml"/>
  <Override PartName="/ppt/diagrams/colors35.xml" ContentType="application/vnd.openxmlformats-officedocument.drawingml.diagramColors+xml"/>
  <Override PartName="/ppt/diagrams/drawing35.xml" ContentType="application/vnd.ms-office.drawingml.diagramDrawing+xml"/>
  <Override PartName="/ppt/notesSlides/notesSlide32.xml" ContentType="application/vnd.openxmlformats-officedocument.presentationml.notesSlide+xml"/>
  <Override PartName="/ppt/diagrams/data36.xml" ContentType="application/vnd.openxmlformats-officedocument.drawingml.diagramData+xml"/>
  <Override PartName="/ppt/diagrams/layout36.xml" ContentType="application/vnd.openxmlformats-officedocument.drawingml.diagramLayout+xml"/>
  <Override PartName="/ppt/diagrams/quickStyle36.xml" ContentType="application/vnd.openxmlformats-officedocument.drawingml.diagramStyle+xml"/>
  <Override PartName="/ppt/diagrams/colors36.xml" ContentType="application/vnd.openxmlformats-officedocument.drawingml.diagramColors+xml"/>
  <Override PartName="/ppt/diagrams/drawing36.xml" ContentType="application/vnd.ms-office.drawingml.diagramDrawing+xml"/>
  <Override PartName="/ppt/notesSlides/notesSlide33.xml" ContentType="application/vnd.openxmlformats-officedocument.presentationml.notesSlide+xml"/>
  <Override PartName="/ppt/diagrams/data37.xml" ContentType="application/vnd.openxmlformats-officedocument.drawingml.diagramData+xml"/>
  <Override PartName="/ppt/diagrams/layout37.xml" ContentType="application/vnd.openxmlformats-officedocument.drawingml.diagramLayout+xml"/>
  <Override PartName="/ppt/diagrams/quickStyle37.xml" ContentType="application/vnd.openxmlformats-officedocument.drawingml.diagramStyle+xml"/>
  <Override PartName="/ppt/diagrams/colors37.xml" ContentType="application/vnd.openxmlformats-officedocument.drawingml.diagramColors+xml"/>
  <Override PartName="/ppt/diagrams/drawing37.xml" ContentType="application/vnd.ms-office.drawingml.diagramDrawing+xml"/>
  <Override PartName="/ppt/notesSlides/notesSlide34.xml" ContentType="application/vnd.openxmlformats-officedocument.presentationml.notesSlide+xml"/>
  <Override PartName="/ppt/diagrams/data38.xml" ContentType="application/vnd.openxmlformats-officedocument.drawingml.diagramData+xml"/>
  <Override PartName="/ppt/diagrams/layout38.xml" ContentType="application/vnd.openxmlformats-officedocument.drawingml.diagramLayout+xml"/>
  <Override PartName="/ppt/diagrams/quickStyle38.xml" ContentType="application/vnd.openxmlformats-officedocument.drawingml.diagramStyle+xml"/>
  <Override PartName="/ppt/diagrams/colors38.xml" ContentType="application/vnd.openxmlformats-officedocument.drawingml.diagramColors+xml"/>
  <Override PartName="/ppt/diagrams/drawing38.xml" ContentType="application/vnd.ms-office.drawingml.diagramDrawing+xml"/>
  <Override PartName="/ppt/notesSlides/notesSlide35.xml" ContentType="application/vnd.openxmlformats-officedocument.presentationml.notesSlide+xml"/>
  <Override PartName="/ppt/diagrams/data39.xml" ContentType="application/vnd.openxmlformats-officedocument.drawingml.diagramData+xml"/>
  <Override PartName="/ppt/diagrams/layout39.xml" ContentType="application/vnd.openxmlformats-officedocument.drawingml.diagramLayout+xml"/>
  <Override PartName="/ppt/diagrams/quickStyle39.xml" ContentType="application/vnd.openxmlformats-officedocument.drawingml.diagramStyle+xml"/>
  <Override PartName="/ppt/diagrams/colors39.xml" ContentType="application/vnd.openxmlformats-officedocument.drawingml.diagramColors+xml"/>
  <Override PartName="/ppt/diagrams/drawing39.xml" ContentType="application/vnd.ms-office.drawingml.diagramDrawing+xml"/>
  <Override PartName="/ppt/notesSlides/notesSlide36.xml" ContentType="application/vnd.openxmlformats-officedocument.presentationml.notesSlide+xml"/>
  <Override PartName="/ppt/diagrams/data40.xml" ContentType="application/vnd.openxmlformats-officedocument.drawingml.diagramData+xml"/>
  <Override PartName="/ppt/diagrams/layout40.xml" ContentType="application/vnd.openxmlformats-officedocument.drawingml.diagramLayout+xml"/>
  <Override PartName="/ppt/diagrams/quickStyle40.xml" ContentType="application/vnd.openxmlformats-officedocument.drawingml.diagramStyle+xml"/>
  <Override PartName="/ppt/diagrams/colors40.xml" ContentType="application/vnd.openxmlformats-officedocument.drawingml.diagramColors+xml"/>
  <Override PartName="/ppt/diagrams/drawing40.xml" ContentType="application/vnd.ms-office.drawingml.diagramDrawing+xml"/>
  <Override PartName="/ppt/notesSlides/notesSlide37.xml" ContentType="application/vnd.openxmlformats-officedocument.presentationml.notesSlide+xml"/>
  <Override PartName="/ppt/diagrams/data41.xml" ContentType="application/vnd.openxmlformats-officedocument.drawingml.diagramData+xml"/>
  <Override PartName="/ppt/diagrams/layout41.xml" ContentType="application/vnd.openxmlformats-officedocument.drawingml.diagramLayout+xml"/>
  <Override PartName="/ppt/diagrams/quickStyle41.xml" ContentType="application/vnd.openxmlformats-officedocument.drawingml.diagramStyle+xml"/>
  <Override PartName="/ppt/diagrams/colors41.xml" ContentType="application/vnd.openxmlformats-officedocument.drawingml.diagramColors+xml"/>
  <Override PartName="/ppt/diagrams/drawing41.xml" ContentType="application/vnd.ms-office.drawingml.diagramDrawing+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diagrams/data42.xml" ContentType="application/vnd.openxmlformats-officedocument.drawingml.diagramData+xml"/>
  <Override PartName="/ppt/diagrams/layout42.xml" ContentType="application/vnd.openxmlformats-officedocument.drawingml.diagramLayout+xml"/>
  <Override PartName="/ppt/diagrams/quickStyle42.xml" ContentType="application/vnd.openxmlformats-officedocument.drawingml.diagramStyle+xml"/>
  <Override PartName="/ppt/diagrams/colors42.xml" ContentType="application/vnd.openxmlformats-officedocument.drawingml.diagramColors+xml"/>
  <Override PartName="/ppt/diagrams/drawing42.xml" ContentType="application/vnd.ms-office.drawingml.diagramDrawing+xml"/>
  <Override PartName="/ppt/notesSlides/notesSlide40.xml" ContentType="application/vnd.openxmlformats-officedocument.presentationml.notesSlide+xml"/>
  <Override PartName="/ppt/diagrams/data43.xml" ContentType="application/vnd.openxmlformats-officedocument.drawingml.diagramData+xml"/>
  <Override PartName="/ppt/diagrams/layout43.xml" ContentType="application/vnd.openxmlformats-officedocument.drawingml.diagramLayout+xml"/>
  <Override PartName="/ppt/diagrams/quickStyle43.xml" ContentType="application/vnd.openxmlformats-officedocument.drawingml.diagramStyle+xml"/>
  <Override PartName="/ppt/diagrams/colors43.xml" ContentType="application/vnd.openxmlformats-officedocument.drawingml.diagramColors+xml"/>
  <Override PartName="/ppt/diagrams/drawing43.xml" ContentType="application/vnd.ms-office.drawingml.diagramDrawing+xml"/>
  <Override PartName="/ppt/notesSlides/notesSlide41.xml" ContentType="application/vnd.openxmlformats-officedocument.presentationml.notesSlide+xml"/>
  <Override PartName="/ppt/diagrams/data44.xml" ContentType="application/vnd.openxmlformats-officedocument.drawingml.diagramData+xml"/>
  <Override PartName="/ppt/diagrams/layout44.xml" ContentType="application/vnd.openxmlformats-officedocument.drawingml.diagramLayout+xml"/>
  <Override PartName="/ppt/diagrams/quickStyle44.xml" ContentType="application/vnd.openxmlformats-officedocument.drawingml.diagramStyle+xml"/>
  <Override PartName="/ppt/diagrams/colors44.xml" ContentType="application/vnd.openxmlformats-officedocument.drawingml.diagramColors+xml"/>
  <Override PartName="/ppt/diagrams/drawing44.xml" ContentType="application/vnd.ms-office.drawingml.diagramDrawing+xml"/>
  <Override PartName="/ppt/notesSlides/notesSlide42.xml" ContentType="application/vnd.openxmlformats-officedocument.presentationml.notesSlide+xml"/>
  <Override PartName="/ppt/diagrams/data45.xml" ContentType="application/vnd.openxmlformats-officedocument.drawingml.diagramData+xml"/>
  <Override PartName="/ppt/diagrams/layout45.xml" ContentType="application/vnd.openxmlformats-officedocument.drawingml.diagramLayout+xml"/>
  <Override PartName="/ppt/diagrams/quickStyle45.xml" ContentType="application/vnd.openxmlformats-officedocument.drawingml.diagramStyle+xml"/>
  <Override PartName="/ppt/diagrams/colors45.xml" ContentType="application/vnd.openxmlformats-officedocument.drawingml.diagramColors+xml"/>
  <Override PartName="/ppt/diagrams/drawing45.xml" ContentType="application/vnd.ms-office.drawingml.diagramDrawing+xml"/>
  <Override PartName="/ppt/notesSlides/notesSlide43.xml" ContentType="application/vnd.openxmlformats-officedocument.presentationml.notesSlide+xml"/>
  <Override PartName="/ppt/diagrams/data46.xml" ContentType="application/vnd.openxmlformats-officedocument.drawingml.diagramData+xml"/>
  <Override PartName="/ppt/diagrams/layout46.xml" ContentType="application/vnd.openxmlformats-officedocument.drawingml.diagramLayout+xml"/>
  <Override PartName="/ppt/diagrams/quickStyle46.xml" ContentType="application/vnd.openxmlformats-officedocument.drawingml.diagramStyle+xml"/>
  <Override PartName="/ppt/diagrams/colors46.xml" ContentType="application/vnd.openxmlformats-officedocument.drawingml.diagramColors+xml"/>
  <Override PartName="/ppt/diagrams/drawing46.xml" ContentType="application/vnd.ms-office.drawingml.diagramDrawing+xml"/>
  <Override PartName="/ppt/notesSlides/notesSlide44.xml" ContentType="application/vnd.openxmlformats-officedocument.presentationml.notesSlide+xml"/>
  <Override PartName="/ppt/diagrams/data47.xml" ContentType="application/vnd.openxmlformats-officedocument.drawingml.diagramData+xml"/>
  <Override PartName="/ppt/diagrams/layout47.xml" ContentType="application/vnd.openxmlformats-officedocument.drawingml.diagramLayout+xml"/>
  <Override PartName="/ppt/diagrams/quickStyle47.xml" ContentType="application/vnd.openxmlformats-officedocument.drawingml.diagramStyle+xml"/>
  <Override PartName="/ppt/diagrams/colors47.xml" ContentType="application/vnd.openxmlformats-officedocument.drawingml.diagramColors+xml"/>
  <Override PartName="/ppt/diagrams/drawing47.xml" ContentType="application/vnd.ms-office.drawingml.diagramDrawing+xml"/>
  <Override PartName="/ppt/notesSlides/notesSlide45.xml" ContentType="application/vnd.openxmlformats-officedocument.presentationml.notesSlide+xml"/>
  <Override PartName="/ppt/diagrams/data48.xml" ContentType="application/vnd.openxmlformats-officedocument.drawingml.diagramData+xml"/>
  <Override PartName="/ppt/diagrams/layout48.xml" ContentType="application/vnd.openxmlformats-officedocument.drawingml.diagramLayout+xml"/>
  <Override PartName="/ppt/diagrams/quickStyle48.xml" ContentType="application/vnd.openxmlformats-officedocument.drawingml.diagramStyle+xml"/>
  <Override PartName="/ppt/diagrams/colors48.xml" ContentType="application/vnd.openxmlformats-officedocument.drawingml.diagramColors+xml"/>
  <Override PartName="/ppt/diagrams/drawing48.xml" ContentType="application/vnd.ms-office.drawingml.diagramDrawing+xml"/>
  <Override PartName="/ppt/notesSlides/notesSlide46.xml" ContentType="application/vnd.openxmlformats-officedocument.presentationml.notesSlide+xml"/>
  <Override PartName="/ppt/diagrams/data49.xml" ContentType="application/vnd.openxmlformats-officedocument.drawingml.diagramData+xml"/>
  <Override PartName="/ppt/diagrams/layout49.xml" ContentType="application/vnd.openxmlformats-officedocument.drawingml.diagramLayout+xml"/>
  <Override PartName="/ppt/diagrams/quickStyle49.xml" ContentType="application/vnd.openxmlformats-officedocument.drawingml.diagramStyle+xml"/>
  <Override PartName="/ppt/diagrams/colors49.xml" ContentType="application/vnd.openxmlformats-officedocument.drawingml.diagramColors+xml"/>
  <Override PartName="/ppt/diagrams/drawing49.xml" ContentType="application/vnd.ms-office.drawingml.diagramDrawing+xml"/>
  <Override PartName="/ppt/notesSlides/notesSlide47.xml" ContentType="application/vnd.openxmlformats-officedocument.presentationml.notesSlide+xml"/>
  <Override PartName="/ppt/diagrams/data50.xml" ContentType="application/vnd.openxmlformats-officedocument.drawingml.diagramData+xml"/>
  <Override PartName="/ppt/diagrams/layout50.xml" ContentType="application/vnd.openxmlformats-officedocument.drawingml.diagramLayout+xml"/>
  <Override PartName="/ppt/diagrams/quickStyle50.xml" ContentType="application/vnd.openxmlformats-officedocument.drawingml.diagramStyle+xml"/>
  <Override PartName="/ppt/diagrams/colors50.xml" ContentType="application/vnd.openxmlformats-officedocument.drawingml.diagramColors+xml"/>
  <Override PartName="/ppt/diagrams/drawing50.xml" ContentType="application/vnd.ms-office.drawingml.diagramDrawing+xml"/>
  <Override PartName="/ppt/notesSlides/notesSlide48.xml" ContentType="application/vnd.openxmlformats-officedocument.presentationml.notesSlide+xml"/>
  <Override PartName="/ppt/diagrams/data51.xml" ContentType="application/vnd.openxmlformats-officedocument.drawingml.diagramData+xml"/>
  <Override PartName="/ppt/diagrams/layout51.xml" ContentType="application/vnd.openxmlformats-officedocument.drawingml.diagramLayout+xml"/>
  <Override PartName="/ppt/diagrams/quickStyle51.xml" ContentType="application/vnd.openxmlformats-officedocument.drawingml.diagramStyle+xml"/>
  <Override PartName="/ppt/diagrams/colors51.xml" ContentType="application/vnd.openxmlformats-officedocument.drawingml.diagramColors+xml"/>
  <Override PartName="/ppt/diagrams/drawing51.xml" ContentType="application/vnd.ms-office.drawingml.diagramDrawing+xml"/>
  <Override PartName="/ppt/notesSlides/notesSlide49.xml" ContentType="application/vnd.openxmlformats-officedocument.presentationml.notesSlide+xml"/>
  <Override PartName="/ppt/diagrams/data52.xml" ContentType="application/vnd.openxmlformats-officedocument.drawingml.diagramData+xml"/>
  <Override PartName="/ppt/diagrams/layout52.xml" ContentType="application/vnd.openxmlformats-officedocument.drawingml.diagramLayout+xml"/>
  <Override PartName="/ppt/diagrams/quickStyle52.xml" ContentType="application/vnd.openxmlformats-officedocument.drawingml.diagramStyle+xml"/>
  <Override PartName="/ppt/diagrams/colors52.xml" ContentType="application/vnd.openxmlformats-officedocument.drawingml.diagramColors+xml"/>
  <Override PartName="/ppt/diagrams/drawing52.xml" ContentType="application/vnd.ms-office.drawingml.diagramDrawing+xml"/>
  <Override PartName="/ppt/notesSlides/notesSlide50.xml" ContentType="application/vnd.openxmlformats-officedocument.presentationml.notesSlide+xml"/>
  <Override PartName="/ppt/diagrams/data53.xml" ContentType="application/vnd.openxmlformats-officedocument.drawingml.diagramData+xml"/>
  <Override PartName="/ppt/diagrams/layout53.xml" ContentType="application/vnd.openxmlformats-officedocument.drawingml.diagramLayout+xml"/>
  <Override PartName="/ppt/diagrams/quickStyle53.xml" ContentType="application/vnd.openxmlformats-officedocument.drawingml.diagramStyle+xml"/>
  <Override PartName="/ppt/diagrams/colors53.xml" ContentType="application/vnd.openxmlformats-officedocument.drawingml.diagramColors+xml"/>
  <Override PartName="/ppt/diagrams/drawing53.xml" ContentType="application/vnd.ms-office.drawingml.diagramDrawing+xml"/>
  <Override PartName="/ppt/notesSlides/notesSlide51.xml" ContentType="application/vnd.openxmlformats-officedocument.presentationml.notesSlide+xml"/>
  <Override PartName="/ppt/diagrams/data54.xml" ContentType="application/vnd.openxmlformats-officedocument.drawingml.diagramData+xml"/>
  <Override PartName="/ppt/diagrams/layout54.xml" ContentType="application/vnd.openxmlformats-officedocument.drawingml.diagramLayout+xml"/>
  <Override PartName="/ppt/diagrams/quickStyle54.xml" ContentType="application/vnd.openxmlformats-officedocument.drawingml.diagramStyle+xml"/>
  <Override PartName="/ppt/diagrams/colors54.xml" ContentType="application/vnd.openxmlformats-officedocument.drawingml.diagramColors+xml"/>
  <Override PartName="/ppt/diagrams/drawing54.xml" ContentType="application/vnd.ms-office.drawingml.diagramDrawing+xml"/>
  <Override PartName="/ppt/notesSlides/notesSlide52.xml" ContentType="application/vnd.openxmlformats-officedocument.presentationml.notesSlide+xml"/>
  <Override PartName="/ppt/diagrams/data55.xml" ContentType="application/vnd.openxmlformats-officedocument.drawingml.diagramData+xml"/>
  <Override PartName="/ppt/diagrams/layout55.xml" ContentType="application/vnd.openxmlformats-officedocument.drawingml.diagramLayout+xml"/>
  <Override PartName="/ppt/diagrams/quickStyle55.xml" ContentType="application/vnd.openxmlformats-officedocument.drawingml.diagramStyle+xml"/>
  <Override PartName="/ppt/diagrams/colors55.xml" ContentType="application/vnd.openxmlformats-officedocument.drawingml.diagramColors+xml"/>
  <Override PartName="/ppt/diagrams/drawing55.xml" ContentType="application/vnd.ms-office.drawingml.diagramDrawing+xml"/>
  <Override PartName="/ppt/notesSlides/notesSlide53.xml" ContentType="application/vnd.openxmlformats-officedocument.presentationml.notesSlide+xml"/>
  <Override PartName="/ppt/diagrams/data56.xml" ContentType="application/vnd.openxmlformats-officedocument.drawingml.diagramData+xml"/>
  <Override PartName="/ppt/diagrams/layout56.xml" ContentType="application/vnd.openxmlformats-officedocument.drawingml.diagramLayout+xml"/>
  <Override PartName="/ppt/diagrams/quickStyle56.xml" ContentType="application/vnd.openxmlformats-officedocument.drawingml.diagramStyle+xml"/>
  <Override PartName="/ppt/diagrams/colors56.xml" ContentType="application/vnd.openxmlformats-officedocument.drawingml.diagramColors+xml"/>
  <Override PartName="/ppt/diagrams/drawing56.xml" ContentType="application/vnd.ms-office.drawingml.diagramDrawing+xml"/>
  <Override PartName="/ppt/notesSlides/notesSlide54.xml" ContentType="application/vnd.openxmlformats-officedocument.presentationml.notesSlide+xml"/>
  <Override PartName="/ppt/diagrams/data57.xml" ContentType="application/vnd.openxmlformats-officedocument.drawingml.diagramData+xml"/>
  <Override PartName="/ppt/diagrams/layout57.xml" ContentType="application/vnd.openxmlformats-officedocument.drawingml.diagramLayout+xml"/>
  <Override PartName="/ppt/diagrams/quickStyle57.xml" ContentType="application/vnd.openxmlformats-officedocument.drawingml.diagramStyle+xml"/>
  <Override PartName="/ppt/diagrams/colors57.xml" ContentType="application/vnd.openxmlformats-officedocument.drawingml.diagramColors+xml"/>
  <Override PartName="/ppt/diagrams/drawing57.xml" ContentType="application/vnd.ms-office.drawingml.diagramDrawing+xml"/>
  <Override PartName="/ppt/notesSlides/notesSlide55.xml" ContentType="application/vnd.openxmlformats-officedocument.presentationml.notesSlide+xml"/>
  <Override PartName="/ppt/diagrams/data58.xml" ContentType="application/vnd.openxmlformats-officedocument.drawingml.diagramData+xml"/>
  <Override PartName="/ppt/diagrams/layout58.xml" ContentType="application/vnd.openxmlformats-officedocument.drawingml.diagramLayout+xml"/>
  <Override PartName="/ppt/diagrams/quickStyle58.xml" ContentType="application/vnd.openxmlformats-officedocument.drawingml.diagramStyle+xml"/>
  <Override PartName="/ppt/diagrams/colors58.xml" ContentType="application/vnd.openxmlformats-officedocument.drawingml.diagramColors+xml"/>
  <Override PartName="/ppt/diagrams/drawing58.xml" ContentType="application/vnd.ms-office.drawingml.diagramDrawing+xml"/>
  <Override PartName="/ppt/notesSlides/notesSlide56.xml" ContentType="application/vnd.openxmlformats-officedocument.presentationml.notesSlide+xml"/>
  <Override PartName="/ppt/diagrams/data59.xml" ContentType="application/vnd.openxmlformats-officedocument.drawingml.diagramData+xml"/>
  <Override PartName="/ppt/diagrams/layout59.xml" ContentType="application/vnd.openxmlformats-officedocument.drawingml.diagramLayout+xml"/>
  <Override PartName="/ppt/diagrams/quickStyle59.xml" ContentType="application/vnd.openxmlformats-officedocument.drawingml.diagramStyle+xml"/>
  <Override PartName="/ppt/diagrams/colors59.xml" ContentType="application/vnd.openxmlformats-officedocument.drawingml.diagramColors+xml"/>
  <Override PartName="/ppt/diagrams/drawing59.xml" ContentType="application/vnd.ms-office.drawingml.diagramDrawing+xml"/>
  <Override PartName="/ppt/notesSlides/notesSlide57.xml" ContentType="application/vnd.openxmlformats-officedocument.presentationml.notesSlide+xml"/>
  <Override PartName="/ppt/diagrams/data60.xml" ContentType="application/vnd.openxmlformats-officedocument.drawingml.diagramData+xml"/>
  <Override PartName="/ppt/diagrams/layout60.xml" ContentType="application/vnd.openxmlformats-officedocument.drawingml.diagramLayout+xml"/>
  <Override PartName="/ppt/diagrams/quickStyle60.xml" ContentType="application/vnd.openxmlformats-officedocument.drawingml.diagramStyle+xml"/>
  <Override PartName="/ppt/diagrams/colors60.xml" ContentType="application/vnd.openxmlformats-officedocument.drawingml.diagramColors+xml"/>
  <Override PartName="/ppt/diagrams/drawing60.xml" ContentType="application/vnd.ms-office.drawingml.diagramDrawing+xml"/>
  <Override PartName="/ppt/notesSlides/notesSlide58.xml" ContentType="application/vnd.openxmlformats-officedocument.presentationml.notesSlide+xml"/>
  <Override PartName="/ppt/diagrams/data61.xml" ContentType="application/vnd.openxmlformats-officedocument.drawingml.diagramData+xml"/>
  <Override PartName="/ppt/diagrams/layout61.xml" ContentType="application/vnd.openxmlformats-officedocument.drawingml.diagramLayout+xml"/>
  <Override PartName="/ppt/diagrams/quickStyle61.xml" ContentType="application/vnd.openxmlformats-officedocument.drawingml.diagramStyle+xml"/>
  <Override PartName="/ppt/diagrams/colors61.xml" ContentType="application/vnd.openxmlformats-officedocument.drawingml.diagramColors+xml"/>
  <Override PartName="/ppt/diagrams/drawing61.xml" ContentType="application/vnd.ms-office.drawingml.diagramDrawing+xml"/>
  <Override PartName="/ppt/notesSlides/notesSlide59.xml" ContentType="application/vnd.openxmlformats-officedocument.presentationml.notesSlide+xml"/>
  <Override PartName="/ppt/diagrams/data62.xml" ContentType="application/vnd.openxmlformats-officedocument.drawingml.diagramData+xml"/>
  <Override PartName="/ppt/diagrams/layout62.xml" ContentType="application/vnd.openxmlformats-officedocument.drawingml.diagramLayout+xml"/>
  <Override PartName="/ppt/diagrams/quickStyle62.xml" ContentType="application/vnd.openxmlformats-officedocument.drawingml.diagramStyle+xml"/>
  <Override PartName="/ppt/diagrams/colors62.xml" ContentType="application/vnd.openxmlformats-officedocument.drawingml.diagramColors+xml"/>
  <Override PartName="/ppt/diagrams/drawing62.xml" ContentType="application/vnd.ms-office.drawingml.diagramDrawing+xml"/>
  <Override PartName="/ppt/notesSlides/notesSlide60.xml" ContentType="application/vnd.openxmlformats-officedocument.presentationml.notesSlide+xml"/>
  <Override PartName="/ppt/diagrams/data63.xml" ContentType="application/vnd.openxmlformats-officedocument.drawingml.diagramData+xml"/>
  <Override PartName="/ppt/diagrams/layout63.xml" ContentType="application/vnd.openxmlformats-officedocument.drawingml.diagramLayout+xml"/>
  <Override PartName="/ppt/diagrams/quickStyle63.xml" ContentType="application/vnd.openxmlformats-officedocument.drawingml.diagramStyle+xml"/>
  <Override PartName="/ppt/diagrams/colors63.xml" ContentType="application/vnd.openxmlformats-officedocument.drawingml.diagramColors+xml"/>
  <Override PartName="/ppt/diagrams/drawing63.xml" ContentType="application/vnd.ms-office.drawingml.diagramDrawing+xml"/>
  <Override PartName="/ppt/notesSlides/notesSlide61.xml" ContentType="application/vnd.openxmlformats-officedocument.presentationml.notesSlide+xml"/>
  <Override PartName="/ppt/diagrams/data64.xml" ContentType="application/vnd.openxmlformats-officedocument.drawingml.diagramData+xml"/>
  <Override PartName="/ppt/diagrams/layout64.xml" ContentType="application/vnd.openxmlformats-officedocument.drawingml.diagramLayout+xml"/>
  <Override PartName="/ppt/diagrams/quickStyle64.xml" ContentType="application/vnd.openxmlformats-officedocument.drawingml.diagramStyle+xml"/>
  <Override PartName="/ppt/diagrams/colors64.xml" ContentType="application/vnd.openxmlformats-officedocument.drawingml.diagramColors+xml"/>
  <Override PartName="/ppt/diagrams/drawing64.xml" ContentType="application/vnd.ms-office.drawingml.diagramDrawing+xml"/>
  <Override PartName="/ppt/notesSlides/notesSlide62.xml" ContentType="application/vnd.openxmlformats-officedocument.presentationml.notesSlide+xml"/>
  <Override PartName="/ppt/diagrams/data65.xml" ContentType="application/vnd.openxmlformats-officedocument.drawingml.diagramData+xml"/>
  <Override PartName="/ppt/diagrams/layout65.xml" ContentType="application/vnd.openxmlformats-officedocument.drawingml.diagramLayout+xml"/>
  <Override PartName="/ppt/diagrams/quickStyle65.xml" ContentType="application/vnd.openxmlformats-officedocument.drawingml.diagramStyle+xml"/>
  <Override PartName="/ppt/diagrams/colors65.xml" ContentType="application/vnd.openxmlformats-officedocument.drawingml.diagramColors+xml"/>
  <Override PartName="/ppt/diagrams/drawing65.xml" ContentType="application/vnd.ms-office.drawingml.diagramDrawing+xml"/>
  <Override PartName="/ppt/notesSlides/notesSlide63.xml" ContentType="application/vnd.openxmlformats-officedocument.presentationml.notesSlide+xml"/>
  <Override PartName="/ppt/diagrams/data66.xml" ContentType="application/vnd.openxmlformats-officedocument.drawingml.diagramData+xml"/>
  <Override PartName="/ppt/diagrams/layout66.xml" ContentType="application/vnd.openxmlformats-officedocument.drawingml.diagramLayout+xml"/>
  <Override PartName="/ppt/diagrams/quickStyle66.xml" ContentType="application/vnd.openxmlformats-officedocument.drawingml.diagramStyle+xml"/>
  <Override PartName="/ppt/diagrams/colors66.xml" ContentType="application/vnd.openxmlformats-officedocument.drawingml.diagramColors+xml"/>
  <Override PartName="/ppt/diagrams/drawing66.xml" ContentType="application/vnd.ms-office.drawingml.diagramDrawing+xml"/>
  <Override PartName="/ppt/notesSlides/notesSlide64.xml" ContentType="application/vnd.openxmlformats-officedocument.presentationml.notesSlide+xml"/>
  <Override PartName="/ppt/diagrams/data67.xml" ContentType="application/vnd.openxmlformats-officedocument.drawingml.diagramData+xml"/>
  <Override PartName="/ppt/diagrams/layout67.xml" ContentType="application/vnd.openxmlformats-officedocument.drawingml.diagramLayout+xml"/>
  <Override PartName="/ppt/diagrams/quickStyle67.xml" ContentType="application/vnd.openxmlformats-officedocument.drawingml.diagramStyle+xml"/>
  <Override PartName="/ppt/diagrams/colors67.xml" ContentType="application/vnd.openxmlformats-officedocument.drawingml.diagramColors+xml"/>
  <Override PartName="/ppt/diagrams/drawing67.xml" ContentType="application/vnd.ms-office.drawingml.diagramDrawing+xml"/>
  <Override PartName="/ppt/notesSlides/notesSlide65.xml" ContentType="application/vnd.openxmlformats-officedocument.presentationml.notesSlide+xml"/>
  <Override PartName="/ppt/diagrams/data68.xml" ContentType="application/vnd.openxmlformats-officedocument.drawingml.diagramData+xml"/>
  <Override PartName="/ppt/diagrams/layout68.xml" ContentType="application/vnd.openxmlformats-officedocument.drawingml.diagramLayout+xml"/>
  <Override PartName="/ppt/diagrams/quickStyle68.xml" ContentType="application/vnd.openxmlformats-officedocument.drawingml.diagramStyle+xml"/>
  <Override PartName="/ppt/diagrams/colors68.xml" ContentType="application/vnd.openxmlformats-officedocument.drawingml.diagramColors+xml"/>
  <Override PartName="/ppt/diagrams/drawing68.xml" ContentType="application/vnd.ms-office.drawingml.diagramDrawing+xml"/>
  <Override PartName="/ppt/notesSlides/notesSlide66.xml" ContentType="application/vnd.openxmlformats-officedocument.presentationml.notesSlide+xml"/>
  <Override PartName="/ppt/diagrams/data69.xml" ContentType="application/vnd.openxmlformats-officedocument.drawingml.diagramData+xml"/>
  <Override PartName="/ppt/diagrams/layout69.xml" ContentType="application/vnd.openxmlformats-officedocument.drawingml.diagramLayout+xml"/>
  <Override PartName="/ppt/diagrams/quickStyle69.xml" ContentType="application/vnd.openxmlformats-officedocument.drawingml.diagramStyle+xml"/>
  <Override PartName="/ppt/diagrams/colors69.xml" ContentType="application/vnd.openxmlformats-officedocument.drawingml.diagramColors+xml"/>
  <Override PartName="/ppt/diagrams/drawing69.xml" ContentType="application/vnd.ms-office.drawingml.diagramDrawing+xml"/>
  <Override PartName="/ppt/notesSlides/notesSlide67.xml" ContentType="application/vnd.openxmlformats-officedocument.presentationml.notesSlide+xml"/>
  <Override PartName="/ppt/diagrams/data70.xml" ContentType="application/vnd.openxmlformats-officedocument.drawingml.diagramData+xml"/>
  <Override PartName="/ppt/diagrams/layout70.xml" ContentType="application/vnd.openxmlformats-officedocument.drawingml.diagramLayout+xml"/>
  <Override PartName="/ppt/diagrams/quickStyle70.xml" ContentType="application/vnd.openxmlformats-officedocument.drawingml.diagramStyle+xml"/>
  <Override PartName="/ppt/diagrams/colors70.xml" ContentType="application/vnd.openxmlformats-officedocument.drawingml.diagramColors+xml"/>
  <Override PartName="/ppt/diagrams/drawing70.xml" ContentType="application/vnd.ms-office.drawingml.diagramDrawing+xml"/>
  <Override PartName="/ppt/notesSlides/notesSlide68.xml" ContentType="application/vnd.openxmlformats-officedocument.presentationml.notesSlide+xml"/>
  <Override PartName="/ppt/diagrams/data71.xml" ContentType="application/vnd.openxmlformats-officedocument.drawingml.diagramData+xml"/>
  <Override PartName="/ppt/diagrams/layout71.xml" ContentType="application/vnd.openxmlformats-officedocument.drawingml.diagramLayout+xml"/>
  <Override PartName="/ppt/diagrams/quickStyle71.xml" ContentType="application/vnd.openxmlformats-officedocument.drawingml.diagramStyle+xml"/>
  <Override PartName="/ppt/diagrams/colors71.xml" ContentType="application/vnd.openxmlformats-officedocument.drawingml.diagramColors+xml"/>
  <Override PartName="/ppt/diagrams/drawing71.xml" ContentType="application/vnd.ms-office.drawingml.diagramDrawing+xml"/>
  <Override PartName="/ppt/notesSlides/notesSlide69.xml" ContentType="application/vnd.openxmlformats-officedocument.presentationml.notesSlide+xml"/>
  <Override PartName="/ppt/diagrams/data72.xml" ContentType="application/vnd.openxmlformats-officedocument.drawingml.diagramData+xml"/>
  <Override PartName="/ppt/diagrams/layout72.xml" ContentType="application/vnd.openxmlformats-officedocument.drawingml.diagramLayout+xml"/>
  <Override PartName="/ppt/diagrams/quickStyle72.xml" ContentType="application/vnd.openxmlformats-officedocument.drawingml.diagramStyle+xml"/>
  <Override PartName="/ppt/diagrams/colors72.xml" ContentType="application/vnd.openxmlformats-officedocument.drawingml.diagramColors+xml"/>
  <Override PartName="/ppt/diagrams/drawing72.xml" ContentType="application/vnd.ms-office.drawingml.diagramDrawing+xml"/>
  <Override PartName="/ppt/notesSlides/notesSlide70.xml" ContentType="application/vnd.openxmlformats-officedocument.presentationml.notesSlide+xml"/>
  <Override PartName="/ppt/diagrams/data73.xml" ContentType="application/vnd.openxmlformats-officedocument.drawingml.diagramData+xml"/>
  <Override PartName="/ppt/diagrams/layout73.xml" ContentType="application/vnd.openxmlformats-officedocument.drawingml.diagramLayout+xml"/>
  <Override PartName="/ppt/diagrams/quickStyle73.xml" ContentType="application/vnd.openxmlformats-officedocument.drawingml.diagramStyle+xml"/>
  <Override PartName="/ppt/diagrams/colors73.xml" ContentType="application/vnd.openxmlformats-officedocument.drawingml.diagramColors+xml"/>
  <Override PartName="/ppt/diagrams/drawing73.xml" ContentType="application/vnd.ms-office.drawingml.diagramDrawing+xml"/>
  <Override PartName="/ppt/notesSlides/notesSlide71.xml" ContentType="application/vnd.openxmlformats-officedocument.presentationml.notesSlide+xml"/>
  <Override PartName="/ppt/diagrams/data74.xml" ContentType="application/vnd.openxmlformats-officedocument.drawingml.diagramData+xml"/>
  <Override PartName="/ppt/diagrams/layout74.xml" ContentType="application/vnd.openxmlformats-officedocument.drawingml.diagramLayout+xml"/>
  <Override PartName="/ppt/diagrams/quickStyle74.xml" ContentType="application/vnd.openxmlformats-officedocument.drawingml.diagramStyle+xml"/>
  <Override PartName="/ppt/diagrams/colors74.xml" ContentType="application/vnd.openxmlformats-officedocument.drawingml.diagramColors+xml"/>
  <Override PartName="/ppt/diagrams/drawing74.xml" ContentType="application/vnd.ms-office.drawingml.diagramDrawing+xml"/>
  <Override PartName="/ppt/notesSlides/notesSlide72.xml" ContentType="application/vnd.openxmlformats-officedocument.presentationml.notesSlide+xml"/>
  <Override PartName="/ppt/diagrams/data75.xml" ContentType="application/vnd.openxmlformats-officedocument.drawingml.diagramData+xml"/>
  <Override PartName="/ppt/diagrams/layout75.xml" ContentType="application/vnd.openxmlformats-officedocument.drawingml.diagramLayout+xml"/>
  <Override PartName="/ppt/diagrams/quickStyle75.xml" ContentType="application/vnd.openxmlformats-officedocument.drawingml.diagramStyle+xml"/>
  <Override PartName="/ppt/diagrams/colors75.xml" ContentType="application/vnd.openxmlformats-officedocument.drawingml.diagramColors+xml"/>
  <Override PartName="/ppt/diagrams/drawing75.xml" ContentType="application/vnd.ms-office.drawingml.diagramDrawing+xml"/>
  <Override PartName="/ppt/notesSlides/notesSlide73.xml" ContentType="application/vnd.openxmlformats-officedocument.presentationml.notesSlide+xml"/>
  <Override PartName="/ppt/diagrams/data76.xml" ContentType="application/vnd.openxmlformats-officedocument.drawingml.diagramData+xml"/>
  <Override PartName="/ppt/diagrams/layout76.xml" ContentType="application/vnd.openxmlformats-officedocument.drawingml.diagramLayout+xml"/>
  <Override PartName="/ppt/diagrams/quickStyle76.xml" ContentType="application/vnd.openxmlformats-officedocument.drawingml.diagramStyle+xml"/>
  <Override PartName="/ppt/diagrams/colors76.xml" ContentType="application/vnd.openxmlformats-officedocument.drawingml.diagramColors+xml"/>
  <Override PartName="/ppt/diagrams/drawing76.xml" ContentType="application/vnd.ms-office.drawingml.diagramDrawing+xml"/>
  <Override PartName="/ppt/notesSlides/notesSlide74.xml" ContentType="application/vnd.openxmlformats-officedocument.presentationml.notesSlide+xml"/>
  <Override PartName="/ppt/diagrams/data77.xml" ContentType="application/vnd.openxmlformats-officedocument.drawingml.diagramData+xml"/>
  <Override PartName="/ppt/diagrams/layout77.xml" ContentType="application/vnd.openxmlformats-officedocument.drawingml.diagramLayout+xml"/>
  <Override PartName="/ppt/diagrams/quickStyle77.xml" ContentType="application/vnd.openxmlformats-officedocument.drawingml.diagramStyle+xml"/>
  <Override PartName="/ppt/diagrams/colors77.xml" ContentType="application/vnd.openxmlformats-officedocument.drawingml.diagramColors+xml"/>
  <Override PartName="/ppt/diagrams/drawing77.xml" ContentType="application/vnd.ms-office.drawingml.diagramDrawing+xml"/>
  <Override PartName="/ppt/notesSlides/notesSlide75.xml" ContentType="application/vnd.openxmlformats-officedocument.presentationml.notesSlide+xml"/>
  <Override PartName="/ppt/diagrams/data78.xml" ContentType="application/vnd.openxmlformats-officedocument.drawingml.diagramData+xml"/>
  <Override PartName="/ppt/diagrams/layout78.xml" ContentType="application/vnd.openxmlformats-officedocument.drawingml.diagramLayout+xml"/>
  <Override PartName="/ppt/diagrams/quickStyle78.xml" ContentType="application/vnd.openxmlformats-officedocument.drawingml.diagramStyle+xml"/>
  <Override PartName="/ppt/diagrams/colors78.xml" ContentType="application/vnd.openxmlformats-officedocument.drawingml.diagramColors+xml"/>
  <Override PartName="/ppt/diagrams/drawing78.xml" ContentType="application/vnd.ms-office.drawingml.diagramDrawing+xml"/>
  <Override PartName="/ppt/notesSlides/notesSlide76.xml" ContentType="application/vnd.openxmlformats-officedocument.presentationml.notesSlide+xml"/>
  <Override PartName="/ppt/diagrams/data79.xml" ContentType="application/vnd.openxmlformats-officedocument.drawingml.diagramData+xml"/>
  <Override PartName="/ppt/diagrams/layout79.xml" ContentType="application/vnd.openxmlformats-officedocument.drawingml.diagramLayout+xml"/>
  <Override PartName="/ppt/diagrams/quickStyle79.xml" ContentType="application/vnd.openxmlformats-officedocument.drawingml.diagramStyle+xml"/>
  <Override PartName="/ppt/diagrams/colors79.xml" ContentType="application/vnd.openxmlformats-officedocument.drawingml.diagramColors+xml"/>
  <Override PartName="/ppt/diagrams/drawing79.xml" ContentType="application/vnd.ms-office.drawingml.diagramDrawing+xml"/>
  <Override PartName="/ppt/notesSlides/notesSlide77.xml" ContentType="application/vnd.openxmlformats-officedocument.presentationml.notesSlide+xml"/>
  <Override PartName="/ppt/diagrams/data80.xml" ContentType="application/vnd.openxmlformats-officedocument.drawingml.diagramData+xml"/>
  <Override PartName="/ppt/diagrams/layout80.xml" ContentType="application/vnd.openxmlformats-officedocument.drawingml.diagramLayout+xml"/>
  <Override PartName="/ppt/diagrams/quickStyle80.xml" ContentType="application/vnd.openxmlformats-officedocument.drawingml.diagramStyle+xml"/>
  <Override PartName="/ppt/diagrams/colors80.xml" ContentType="application/vnd.openxmlformats-officedocument.drawingml.diagramColors+xml"/>
  <Override PartName="/ppt/diagrams/drawing80.xml" ContentType="application/vnd.ms-office.drawingml.diagramDrawing+xml"/>
  <Override PartName="/ppt/notesSlides/notesSlide78.xml" ContentType="application/vnd.openxmlformats-officedocument.presentationml.notesSlide+xml"/>
  <Override PartName="/ppt/diagrams/data81.xml" ContentType="application/vnd.openxmlformats-officedocument.drawingml.diagramData+xml"/>
  <Override PartName="/ppt/diagrams/layout81.xml" ContentType="application/vnd.openxmlformats-officedocument.drawingml.diagramLayout+xml"/>
  <Override PartName="/ppt/diagrams/quickStyle81.xml" ContentType="application/vnd.openxmlformats-officedocument.drawingml.diagramStyle+xml"/>
  <Override PartName="/ppt/diagrams/colors81.xml" ContentType="application/vnd.openxmlformats-officedocument.drawingml.diagramColors+xml"/>
  <Override PartName="/ppt/diagrams/drawing81.xml" ContentType="application/vnd.ms-office.drawingml.diagramDrawing+xml"/>
  <Override PartName="/ppt/notesSlides/notesSlide79.xml" ContentType="application/vnd.openxmlformats-officedocument.presentationml.notesSlide+xml"/>
  <Override PartName="/ppt/diagrams/data82.xml" ContentType="application/vnd.openxmlformats-officedocument.drawingml.diagramData+xml"/>
  <Override PartName="/ppt/diagrams/layout82.xml" ContentType="application/vnd.openxmlformats-officedocument.drawingml.diagramLayout+xml"/>
  <Override PartName="/ppt/diagrams/quickStyle82.xml" ContentType="application/vnd.openxmlformats-officedocument.drawingml.diagramStyle+xml"/>
  <Override PartName="/ppt/diagrams/colors82.xml" ContentType="application/vnd.openxmlformats-officedocument.drawingml.diagramColors+xml"/>
  <Override PartName="/ppt/diagrams/drawing82.xml" ContentType="application/vnd.ms-office.drawingml.diagramDrawing+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diagrams/data83.xml" ContentType="application/vnd.openxmlformats-officedocument.drawingml.diagramData+xml"/>
  <Override PartName="/ppt/diagrams/layout83.xml" ContentType="application/vnd.openxmlformats-officedocument.drawingml.diagramLayout+xml"/>
  <Override PartName="/ppt/diagrams/quickStyle83.xml" ContentType="application/vnd.openxmlformats-officedocument.drawingml.diagramStyle+xml"/>
  <Override PartName="/ppt/diagrams/colors83.xml" ContentType="application/vnd.openxmlformats-officedocument.drawingml.diagramColors+xml"/>
  <Override PartName="/ppt/diagrams/drawing83.xml" ContentType="application/vnd.ms-office.drawingml.diagramDrawing+xml"/>
  <Override PartName="/ppt/notesSlides/notesSlide82.xml" ContentType="application/vnd.openxmlformats-officedocument.presentationml.notesSlide+xml"/>
  <Override PartName="/ppt/diagrams/data84.xml" ContentType="application/vnd.openxmlformats-officedocument.drawingml.diagramData+xml"/>
  <Override PartName="/ppt/diagrams/layout84.xml" ContentType="application/vnd.openxmlformats-officedocument.drawingml.diagramLayout+xml"/>
  <Override PartName="/ppt/diagrams/quickStyle84.xml" ContentType="application/vnd.openxmlformats-officedocument.drawingml.diagramStyle+xml"/>
  <Override PartName="/ppt/diagrams/colors84.xml" ContentType="application/vnd.openxmlformats-officedocument.drawingml.diagramColors+xml"/>
  <Override PartName="/ppt/diagrams/drawing84.xml" ContentType="application/vnd.ms-office.drawingml.diagramDrawing+xml"/>
  <Override PartName="/ppt/notesSlides/notesSlide83.xml" ContentType="application/vnd.openxmlformats-officedocument.presentationml.notesSlide+xml"/>
  <Override PartName="/ppt/diagrams/data85.xml" ContentType="application/vnd.openxmlformats-officedocument.drawingml.diagramData+xml"/>
  <Override PartName="/ppt/diagrams/layout85.xml" ContentType="application/vnd.openxmlformats-officedocument.drawingml.diagramLayout+xml"/>
  <Override PartName="/ppt/diagrams/quickStyle85.xml" ContentType="application/vnd.openxmlformats-officedocument.drawingml.diagramStyle+xml"/>
  <Override PartName="/ppt/diagrams/colors85.xml" ContentType="application/vnd.openxmlformats-officedocument.drawingml.diagramColors+xml"/>
  <Override PartName="/ppt/diagrams/drawing85.xml" ContentType="application/vnd.ms-office.drawingml.diagramDrawing+xml"/>
  <Override PartName="/ppt/notesSlides/notesSlide84.xml" ContentType="application/vnd.openxmlformats-officedocument.presentationml.notesSlide+xml"/>
  <Override PartName="/ppt/diagrams/data86.xml" ContentType="application/vnd.openxmlformats-officedocument.drawingml.diagramData+xml"/>
  <Override PartName="/ppt/diagrams/layout86.xml" ContentType="application/vnd.openxmlformats-officedocument.drawingml.diagramLayout+xml"/>
  <Override PartName="/ppt/diagrams/quickStyle86.xml" ContentType="application/vnd.openxmlformats-officedocument.drawingml.diagramStyle+xml"/>
  <Override PartName="/ppt/diagrams/colors86.xml" ContentType="application/vnd.openxmlformats-officedocument.drawingml.diagramColors+xml"/>
  <Override PartName="/ppt/diagrams/drawing86.xml" ContentType="application/vnd.ms-office.drawingml.diagramDrawing+xml"/>
  <Override PartName="/ppt/notesSlides/notesSlide85.xml" ContentType="application/vnd.openxmlformats-officedocument.presentationml.notesSlide+xml"/>
  <Override PartName="/ppt/diagrams/data87.xml" ContentType="application/vnd.openxmlformats-officedocument.drawingml.diagramData+xml"/>
  <Override PartName="/ppt/diagrams/layout87.xml" ContentType="application/vnd.openxmlformats-officedocument.drawingml.diagramLayout+xml"/>
  <Override PartName="/ppt/diagrams/quickStyle87.xml" ContentType="application/vnd.openxmlformats-officedocument.drawingml.diagramStyle+xml"/>
  <Override PartName="/ppt/diagrams/colors87.xml" ContentType="application/vnd.openxmlformats-officedocument.drawingml.diagramColors+xml"/>
  <Override PartName="/ppt/diagrams/drawing87.xml" ContentType="application/vnd.ms-office.drawingml.diagramDrawing+xml"/>
  <Override PartName="/ppt/notesSlides/notesSlide86.xml" ContentType="application/vnd.openxmlformats-officedocument.presentationml.notesSlide+xml"/>
  <Override PartName="/ppt/diagrams/data88.xml" ContentType="application/vnd.openxmlformats-officedocument.drawingml.diagramData+xml"/>
  <Override PartName="/ppt/diagrams/layout88.xml" ContentType="application/vnd.openxmlformats-officedocument.drawingml.diagramLayout+xml"/>
  <Override PartName="/ppt/diagrams/quickStyle88.xml" ContentType="application/vnd.openxmlformats-officedocument.drawingml.diagramStyle+xml"/>
  <Override PartName="/ppt/diagrams/colors88.xml" ContentType="application/vnd.openxmlformats-officedocument.drawingml.diagramColors+xml"/>
  <Override PartName="/ppt/diagrams/drawing88.xml" ContentType="application/vnd.ms-office.drawingml.diagramDrawing+xml"/>
  <Override PartName="/ppt/notesSlides/notesSlide87.xml" ContentType="application/vnd.openxmlformats-officedocument.presentationml.notesSlide+xml"/>
  <Override PartName="/ppt/diagrams/data89.xml" ContentType="application/vnd.openxmlformats-officedocument.drawingml.diagramData+xml"/>
  <Override PartName="/ppt/diagrams/layout89.xml" ContentType="application/vnd.openxmlformats-officedocument.drawingml.diagramLayout+xml"/>
  <Override PartName="/ppt/diagrams/quickStyle89.xml" ContentType="application/vnd.openxmlformats-officedocument.drawingml.diagramStyle+xml"/>
  <Override PartName="/ppt/diagrams/colors89.xml" ContentType="application/vnd.openxmlformats-officedocument.drawingml.diagramColors+xml"/>
  <Override PartName="/ppt/diagrams/drawing89.xml" ContentType="application/vnd.ms-office.drawingml.diagramDrawing+xml"/>
  <Override PartName="/ppt/notesSlides/notesSlide88.xml" ContentType="application/vnd.openxmlformats-officedocument.presentationml.notesSlide+xml"/>
  <Override PartName="/ppt/diagrams/data90.xml" ContentType="application/vnd.openxmlformats-officedocument.drawingml.diagramData+xml"/>
  <Override PartName="/ppt/diagrams/layout90.xml" ContentType="application/vnd.openxmlformats-officedocument.drawingml.diagramLayout+xml"/>
  <Override PartName="/ppt/diagrams/quickStyle90.xml" ContentType="application/vnd.openxmlformats-officedocument.drawingml.diagramStyle+xml"/>
  <Override PartName="/ppt/diagrams/colors90.xml" ContentType="application/vnd.openxmlformats-officedocument.drawingml.diagramColors+xml"/>
  <Override PartName="/ppt/diagrams/drawing90.xml" ContentType="application/vnd.ms-office.drawingml.diagramDrawing+xml"/>
  <Override PartName="/ppt/notesSlides/notesSlide89.xml" ContentType="application/vnd.openxmlformats-officedocument.presentationml.notesSlide+xml"/>
  <Override PartName="/ppt/diagrams/data91.xml" ContentType="application/vnd.openxmlformats-officedocument.drawingml.diagramData+xml"/>
  <Override PartName="/ppt/diagrams/layout91.xml" ContentType="application/vnd.openxmlformats-officedocument.drawingml.diagramLayout+xml"/>
  <Override PartName="/ppt/diagrams/quickStyle91.xml" ContentType="application/vnd.openxmlformats-officedocument.drawingml.diagramStyle+xml"/>
  <Override PartName="/ppt/diagrams/colors91.xml" ContentType="application/vnd.openxmlformats-officedocument.drawingml.diagramColors+xml"/>
  <Override PartName="/ppt/diagrams/drawing91.xml" ContentType="application/vnd.ms-office.drawingml.diagramDrawing+xml"/>
  <Override PartName="/ppt/notesSlides/notesSlide90.xml" ContentType="application/vnd.openxmlformats-officedocument.presentationml.notesSlide+xml"/>
  <Override PartName="/ppt/diagrams/data92.xml" ContentType="application/vnd.openxmlformats-officedocument.drawingml.diagramData+xml"/>
  <Override PartName="/ppt/diagrams/layout92.xml" ContentType="application/vnd.openxmlformats-officedocument.drawingml.diagramLayout+xml"/>
  <Override PartName="/ppt/diagrams/quickStyle92.xml" ContentType="application/vnd.openxmlformats-officedocument.drawingml.diagramStyle+xml"/>
  <Override PartName="/ppt/diagrams/colors92.xml" ContentType="application/vnd.openxmlformats-officedocument.drawingml.diagramColors+xml"/>
  <Override PartName="/ppt/diagrams/drawing92.xml" ContentType="application/vnd.ms-office.drawingml.diagramDrawing+xml"/>
  <Override PartName="/ppt/notesSlides/notesSlide91.xml" ContentType="application/vnd.openxmlformats-officedocument.presentationml.notesSlide+xml"/>
  <Override PartName="/ppt/diagrams/data93.xml" ContentType="application/vnd.openxmlformats-officedocument.drawingml.diagramData+xml"/>
  <Override PartName="/ppt/diagrams/layout93.xml" ContentType="application/vnd.openxmlformats-officedocument.drawingml.diagramLayout+xml"/>
  <Override PartName="/ppt/diagrams/quickStyle93.xml" ContentType="application/vnd.openxmlformats-officedocument.drawingml.diagramStyle+xml"/>
  <Override PartName="/ppt/diagrams/colors93.xml" ContentType="application/vnd.openxmlformats-officedocument.drawingml.diagramColors+xml"/>
  <Override PartName="/ppt/diagrams/drawing93.xml" ContentType="application/vnd.ms-office.drawingml.diagramDrawing+xml"/>
  <Override PartName="/ppt/notesSlides/notesSlide92.xml" ContentType="application/vnd.openxmlformats-officedocument.presentationml.notesSlide+xml"/>
  <Override PartName="/ppt/diagrams/data94.xml" ContentType="application/vnd.openxmlformats-officedocument.drawingml.diagramData+xml"/>
  <Override PartName="/ppt/diagrams/layout94.xml" ContentType="application/vnd.openxmlformats-officedocument.drawingml.diagramLayout+xml"/>
  <Override PartName="/ppt/diagrams/quickStyle94.xml" ContentType="application/vnd.openxmlformats-officedocument.drawingml.diagramStyle+xml"/>
  <Override PartName="/ppt/diagrams/colors94.xml" ContentType="application/vnd.openxmlformats-officedocument.drawingml.diagramColors+xml"/>
  <Override PartName="/ppt/diagrams/drawing94.xml" ContentType="application/vnd.ms-office.drawingml.diagramDrawing+xml"/>
  <Override PartName="/ppt/notesSlides/notesSlide93.xml" ContentType="application/vnd.openxmlformats-officedocument.presentationml.notesSlide+xml"/>
  <Override PartName="/ppt/diagrams/data95.xml" ContentType="application/vnd.openxmlformats-officedocument.drawingml.diagramData+xml"/>
  <Override PartName="/ppt/diagrams/layout95.xml" ContentType="application/vnd.openxmlformats-officedocument.drawingml.diagramLayout+xml"/>
  <Override PartName="/ppt/diagrams/quickStyle95.xml" ContentType="application/vnd.openxmlformats-officedocument.drawingml.diagramStyle+xml"/>
  <Override PartName="/ppt/diagrams/colors95.xml" ContentType="application/vnd.openxmlformats-officedocument.drawingml.diagramColors+xml"/>
  <Override PartName="/ppt/diagrams/drawing95.xml" ContentType="application/vnd.ms-office.drawingml.diagramDrawing+xml"/>
  <Override PartName="/ppt/notesSlides/notesSlide94.xml" ContentType="application/vnd.openxmlformats-officedocument.presentationml.notesSlide+xml"/>
  <Override PartName="/ppt/diagrams/data96.xml" ContentType="application/vnd.openxmlformats-officedocument.drawingml.diagramData+xml"/>
  <Override PartName="/ppt/diagrams/layout96.xml" ContentType="application/vnd.openxmlformats-officedocument.drawingml.diagramLayout+xml"/>
  <Override PartName="/ppt/diagrams/quickStyle96.xml" ContentType="application/vnd.openxmlformats-officedocument.drawingml.diagramStyle+xml"/>
  <Override PartName="/ppt/diagrams/colors96.xml" ContentType="application/vnd.openxmlformats-officedocument.drawingml.diagramColors+xml"/>
  <Override PartName="/ppt/diagrams/drawing96.xml" ContentType="application/vnd.ms-office.drawingml.diagramDrawing+xml"/>
  <Override PartName="/ppt/notesSlides/notesSlide95.xml" ContentType="application/vnd.openxmlformats-officedocument.presentationml.notesSlide+xml"/>
  <Override PartName="/ppt/diagrams/data97.xml" ContentType="application/vnd.openxmlformats-officedocument.drawingml.diagramData+xml"/>
  <Override PartName="/ppt/diagrams/layout97.xml" ContentType="application/vnd.openxmlformats-officedocument.drawingml.diagramLayout+xml"/>
  <Override PartName="/ppt/diagrams/quickStyle97.xml" ContentType="application/vnd.openxmlformats-officedocument.drawingml.diagramStyle+xml"/>
  <Override PartName="/ppt/diagrams/colors97.xml" ContentType="application/vnd.openxmlformats-officedocument.drawingml.diagramColors+xml"/>
  <Override PartName="/ppt/diagrams/drawing97.xml" ContentType="application/vnd.ms-office.drawingml.diagramDrawing+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diagrams/data98.xml" ContentType="application/vnd.openxmlformats-officedocument.drawingml.diagramData+xml"/>
  <Override PartName="/ppt/diagrams/layout98.xml" ContentType="application/vnd.openxmlformats-officedocument.drawingml.diagramLayout+xml"/>
  <Override PartName="/ppt/diagrams/quickStyle98.xml" ContentType="application/vnd.openxmlformats-officedocument.drawingml.diagramStyle+xml"/>
  <Override PartName="/ppt/diagrams/colors98.xml" ContentType="application/vnd.openxmlformats-officedocument.drawingml.diagramColors+xml"/>
  <Override PartName="/ppt/diagrams/drawing98.xml" ContentType="application/vnd.ms-office.drawingml.diagramDrawing+xml"/>
  <Override PartName="/ppt/notesSlides/notesSlide98.xml" ContentType="application/vnd.openxmlformats-officedocument.presentationml.notesSlide+xml"/>
  <Override PartName="/ppt/diagrams/data99.xml" ContentType="application/vnd.openxmlformats-officedocument.drawingml.diagramData+xml"/>
  <Override PartName="/ppt/diagrams/layout99.xml" ContentType="application/vnd.openxmlformats-officedocument.drawingml.diagramLayout+xml"/>
  <Override PartName="/ppt/diagrams/quickStyle99.xml" ContentType="application/vnd.openxmlformats-officedocument.drawingml.diagramStyle+xml"/>
  <Override PartName="/ppt/diagrams/colors99.xml" ContentType="application/vnd.openxmlformats-officedocument.drawingml.diagramColors+xml"/>
  <Override PartName="/ppt/diagrams/drawing99.xml" ContentType="application/vnd.ms-office.drawingml.diagramDrawing+xml"/>
  <Override PartName="/ppt/notesSlides/notesSlide99.xml" ContentType="application/vnd.openxmlformats-officedocument.presentationml.notesSlide+xml"/>
  <Override PartName="/ppt/diagrams/data100.xml" ContentType="application/vnd.openxmlformats-officedocument.drawingml.diagramData+xml"/>
  <Override PartName="/ppt/diagrams/layout100.xml" ContentType="application/vnd.openxmlformats-officedocument.drawingml.diagramLayout+xml"/>
  <Override PartName="/ppt/diagrams/quickStyle100.xml" ContentType="application/vnd.openxmlformats-officedocument.drawingml.diagramStyle+xml"/>
  <Override PartName="/ppt/diagrams/colors100.xml" ContentType="application/vnd.openxmlformats-officedocument.drawingml.diagramColors+xml"/>
  <Override PartName="/ppt/diagrams/drawing100.xml" ContentType="application/vnd.ms-office.drawingml.diagramDrawing+xml"/>
  <Override PartName="/ppt/notesSlides/notesSlide100.xml" ContentType="application/vnd.openxmlformats-officedocument.presentationml.notesSlide+xml"/>
  <Override PartName="/ppt/diagrams/data101.xml" ContentType="application/vnd.openxmlformats-officedocument.drawingml.diagramData+xml"/>
  <Override PartName="/ppt/diagrams/layout101.xml" ContentType="application/vnd.openxmlformats-officedocument.drawingml.diagramLayout+xml"/>
  <Override PartName="/ppt/diagrams/quickStyle101.xml" ContentType="application/vnd.openxmlformats-officedocument.drawingml.diagramStyle+xml"/>
  <Override PartName="/ppt/diagrams/colors101.xml" ContentType="application/vnd.openxmlformats-officedocument.drawingml.diagramColors+xml"/>
  <Override PartName="/ppt/diagrams/drawing101.xml" ContentType="application/vnd.ms-office.drawingml.diagramDrawing+xml"/>
  <Override PartName="/ppt/notesSlides/notesSlide101.xml" ContentType="application/vnd.openxmlformats-officedocument.presentationml.notesSlide+xml"/>
  <Override PartName="/ppt/diagrams/data102.xml" ContentType="application/vnd.openxmlformats-officedocument.drawingml.diagramData+xml"/>
  <Override PartName="/ppt/diagrams/layout102.xml" ContentType="application/vnd.openxmlformats-officedocument.drawingml.diagramLayout+xml"/>
  <Override PartName="/ppt/diagrams/quickStyle102.xml" ContentType="application/vnd.openxmlformats-officedocument.drawingml.diagramStyle+xml"/>
  <Override PartName="/ppt/diagrams/colors102.xml" ContentType="application/vnd.openxmlformats-officedocument.drawingml.diagramColors+xml"/>
  <Override PartName="/ppt/diagrams/drawing102.xml" ContentType="application/vnd.ms-office.drawingml.diagramDrawing+xml"/>
  <Override PartName="/ppt/notesSlides/notesSlide102.xml" ContentType="application/vnd.openxmlformats-officedocument.presentationml.notesSlide+xml"/>
  <Override PartName="/ppt/diagrams/data103.xml" ContentType="application/vnd.openxmlformats-officedocument.drawingml.diagramData+xml"/>
  <Override PartName="/ppt/diagrams/layout103.xml" ContentType="application/vnd.openxmlformats-officedocument.drawingml.diagramLayout+xml"/>
  <Override PartName="/ppt/diagrams/quickStyle103.xml" ContentType="application/vnd.openxmlformats-officedocument.drawingml.diagramStyle+xml"/>
  <Override PartName="/ppt/diagrams/colors103.xml" ContentType="application/vnd.openxmlformats-officedocument.drawingml.diagramColors+xml"/>
  <Override PartName="/ppt/diagrams/drawing103.xml" ContentType="application/vnd.ms-office.drawingml.diagramDrawing+xml"/>
  <Override PartName="/ppt/notesSlides/notesSlide103.xml" ContentType="application/vnd.openxmlformats-officedocument.presentationml.notesSlide+xml"/>
  <Override PartName="/ppt/diagrams/data104.xml" ContentType="application/vnd.openxmlformats-officedocument.drawingml.diagramData+xml"/>
  <Override PartName="/ppt/diagrams/layout104.xml" ContentType="application/vnd.openxmlformats-officedocument.drawingml.diagramLayout+xml"/>
  <Override PartName="/ppt/diagrams/quickStyle104.xml" ContentType="application/vnd.openxmlformats-officedocument.drawingml.diagramStyle+xml"/>
  <Override PartName="/ppt/diagrams/colors104.xml" ContentType="application/vnd.openxmlformats-officedocument.drawingml.diagramColors+xml"/>
  <Override PartName="/ppt/diagrams/drawing104.xml" ContentType="application/vnd.ms-office.drawingml.diagramDrawing+xml"/>
  <Override PartName="/ppt/notesSlides/notesSlide104.xml" ContentType="application/vnd.openxmlformats-officedocument.presentationml.notesSlide+xml"/>
  <Override PartName="/ppt/diagrams/data105.xml" ContentType="application/vnd.openxmlformats-officedocument.drawingml.diagramData+xml"/>
  <Override PartName="/ppt/diagrams/layout105.xml" ContentType="application/vnd.openxmlformats-officedocument.drawingml.diagramLayout+xml"/>
  <Override PartName="/ppt/diagrams/quickStyle105.xml" ContentType="application/vnd.openxmlformats-officedocument.drawingml.diagramStyle+xml"/>
  <Override PartName="/ppt/diagrams/colors105.xml" ContentType="application/vnd.openxmlformats-officedocument.drawingml.diagramColors+xml"/>
  <Override PartName="/ppt/diagrams/drawing105.xml" ContentType="application/vnd.ms-office.drawingml.diagramDrawing+xml"/>
  <Override PartName="/ppt/notesSlides/notesSlide105.xml" ContentType="application/vnd.openxmlformats-officedocument.presentationml.notesSlide+xml"/>
  <Override PartName="/ppt/diagrams/data106.xml" ContentType="application/vnd.openxmlformats-officedocument.drawingml.diagramData+xml"/>
  <Override PartName="/ppt/diagrams/layout106.xml" ContentType="application/vnd.openxmlformats-officedocument.drawingml.diagramLayout+xml"/>
  <Override PartName="/ppt/diagrams/quickStyle106.xml" ContentType="application/vnd.openxmlformats-officedocument.drawingml.diagramStyle+xml"/>
  <Override PartName="/ppt/diagrams/colors106.xml" ContentType="application/vnd.openxmlformats-officedocument.drawingml.diagramColors+xml"/>
  <Override PartName="/ppt/diagrams/drawing106.xml" ContentType="application/vnd.ms-office.drawingml.diagramDrawing+xml"/>
  <Override PartName="/ppt/notesSlides/notesSlide106.xml" ContentType="application/vnd.openxmlformats-officedocument.presentationml.notesSlide+xml"/>
  <Override PartName="/ppt/diagrams/data107.xml" ContentType="application/vnd.openxmlformats-officedocument.drawingml.diagramData+xml"/>
  <Override PartName="/ppt/diagrams/layout107.xml" ContentType="application/vnd.openxmlformats-officedocument.drawingml.diagramLayout+xml"/>
  <Override PartName="/ppt/diagrams/quickStyle107.xml" ContentType="application/vnd.openxmlformats-officedocument.drawingml.diagramStyle+xml"/>
  <Override PartName="/ppt/diagrams/colors107.xml" ContentType="application/vnd.openxmlformats-officedocument.drawingml.diagramColors+xml"/>
  <Override PartName="/ppt/diagrams/drawing107.xml" ContentType="application/vnd.ms-office.drawingml.diagramDrawing+xml"/>
  <Override PartName="/ppt/notesSlides/notesSlide107.xml" ContentType="application/vnd.openxmlformats-officedocument.presentationml.notesSlide+xml"/>
  <Override PartName="/ppt/diagrams/data108.xml" ContentType="application/vnd.openxmlformats-officedocument.drawingml.diagramData+xml"/>
  <Override PartName="/ppt/diagrams/layout108.xml" ContentType="application/vnd.openxmlformats-officedocument.drawingml.diagramLayout+xml"/>
  <Override PartName="/ppt/diagrams/quickStyle108.xml" ContentType="application/vnd.openxmlformats-officedocument.drawingml.diagramStyle+xml"/>
  <Override PartName="/ppt/diagrams/colors108.xml" ContentType="application/vnd.openxmlformats-officedocument.drawingml.diagramColors+xml"/>
  <Override PartName="/ppt/diagrams/drawing108.xml" ContentType="application/vnd.ms-office.drawingml.diagramDrawing+xml"/>
  <Override PartName="/ppt/notesSlides/notesSlide108.xml" ContentType="application/vnd.openxmlformats-officedocument.presentationml.notesSlide+xml"/>
  <Override PartName="/ppt/diagrams/data109.xml" ContentType="application/vnd.openxmlformats-officedocument.drawingml.diagramData+xml"/>
  <Override PartName="/ppt/diagrams/layout109.xml" ContentType="application/vnd.openxmlformats-officedocument.drawingml.diagramLayout+xml"/>
  <Override PartName="/ppt/diagrams/quickStyle109.xml" ContentType="application/vnd.openxmlformats-officedocument.drawingml.diagramStyle+xml"/>
  <Override PartName="/ppt/diagrams/colors109.xml" ContentType="application/vnd.openxmlformats-officedocument.drawingml.diagramColors+xml"/>
  <Override PartName="/ppt/diagrams/drawing109.xml" ContentType="application/vnd.ms-office.drawingml.diagramDrawing+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diagrams/data110.xml" ContentType="application/vnd.openxmlformats-officedocument.drawingml.diagramData+xml"/>
  <Override PartName="/ppt/diagrams/layout110.xml" ContentType="application/vnd.openxmlformats-officedocument.drawingml.diagramLayout+xml"/>
  <Override PartName="/ppt/diagrams/quickStyle110.xml" ContentType="application/vnd.openxmlformats-officedocument.drawingml.diagramStyle+xml"/>
  <Override PartName="/ppt/diagrams/colors110.xml" ContentType="application/vnd.openxmlformats-officedocument.drawingml.diagramColors+xml"/>
  <Override PartName="/ppt/diagrams/drawing110.xml" ContentType="application/vnd.ms-office.drawingml.diagramDrawing+xml"/>
  <Override PartName="/ppt/notesSlides/notesSlide111.xml" ContentType="application/vnd.openxmlformats-officedocument.presentationml.notesSlide+xml"/>
  <Override PartName="/ppt/diagrams/data111.xml" ContentType="application/vnd.openxmlformats-officedocument.drawingml.diagramData+xml"/>
  <Override PartName="/ppt/diagrams/layout111.xml" ContentType="application/vnd.openxmlformats-officedocument.drawingml.diagramLayout+xml"/>
  <Override PartName="/ppt/diagrams/quickStyle111.xml" ContentType="application/vnd.openxmlformats-officedocument.drawingml.diagramStyle+xml"/>
  <Override PartName="/ppt/diagrams/colors111.xml" ContentType="application/vnd.openxmlformats-officedocument.drawingml.diagramColors+xml"/>
  <Override PartName="/ppt/diagrams/drawing111.xml" ContentType="application/vnd.ms-office.drawingml.diagramDrawing+xml"/>
  <Override PartName="/ppt/notesSlides/notesSlide112.xml" ContentType="application/vnd.openxmlformats-officedocument.presentationml.notesSlide+xml"/>
  <Override PartName="/ppt/diagrams/data112.xml" ContentType="application/vnd.openxmlformats-officedocument.drawingml.diagramData+xml"/>
  <Override PartName="/ppt/diagrams/layout112.xml" ContentType="application/vnd.openxmlformats-officedocument.drawingml.diagramLayout+xml"/>
  <Override PartName="/ppt/diagrams/quickStyle112.xml" ContentType="application/vnd.openxmlformats-officedocument.drawingml.diagramStyle+xml"/>
  <Override PartName="/ppt/diagrams/colors112.xml" ContentType="application/vnd.openxmlformats-officedocument.drawingml.diagramColors+xml"/>
  <Override PartName="/ppt/diagrams/drawing112.xml" ContentType="application/vnd.ms-office.drawingml.diagramDrawing+xml"/>
  <Override PartName="/ppt/notesSlides/notesSlide113.xml" ContentType="application/vnd.openxmlformats-officedocument.presentationml.notesSlide+xml"/>
  <Override PartName="/ppt/diagrams/data113.xml" ContentType="application/vnd.openxmlformats-officedocument.drawingml.diagramData+xml"/>
  <Override PartName="/ppt/diagrams/layout113.xml" ContentType="application/vnd.openxmlformats-officedocument.drawingml.diagramLayout+xml"/>
  <Override PartName="/ppt/diagrams/quickStyle113.xml" ContentType="application/vnd.openxmlformats-officedocument.drawingml.diagramStyle+xml"/>
  <Override PartName="/ppt/diagrams/colors113.xml" ContentType="application/vnd.openxmlformats-officedocument.drawingml.diagramColors+xml"/>
  <Override PartName="/ppt/diagrams/drawing113.xml" ContentType="application/vnd.ms-office.drawingml.diagramDrawing+xml"/>
  <Override PartName="/ppt/notesSlides/notesSlide114.xml" ContentType="application/vnd.openxmlformats-officedocument.presentationml.notesSlide+xml"/>
  <Override PartName="/ppt/diagrams/data114.xml" ContentType="application/vnd.openxmlformats-officedocument.drawingml.diagramData+xml"/>
  <Override PartName="/ppt/diagrams/layout114.xml" ContentType="application/vnd.openxmlformats-officedocument.drawingml.diagramLayout+xml"/>
  <Override PartName="/ppt/diagrams/quickStyle114.xml" ContentType="application/vnd.openxmlformats-officedocument.drawingml.diagramStyle+xml"/>
  <Override PartName="/ppt/diagrams/colors114.xml" ContentType="application/vnd.openxmlformats-officedocument.drawingml.diagramColors+xml"/>
  <Override PartName="/ppt/diagrams/drawing114.xml" ContentType="application/vnd.ms-office.drawingml.diagramDrawing+xml"/>
  <Override PartName="/ppt/notesSlides/notesSlide115.xml" ContentType="application/vnd.openxmlformats-officedocument.presentationml.notesSlide+xml"/>
  <Override PartName="/ppt/diagrams/data115.xml" ContentType="application/vnd.openxmlformats-officedocument.drawingml.diagramData+xml"/>
  <Override PartName="/ppt/diagrams/layout115.xml" ContentType="application/vnd.openxmlformats-officedocument.drawingml.diagramLayout+xml"/>
  <Override PartName="/ppt/diagrams/quickStyle115.xml" ContentType="application/vnd.openxmlformats-officedocument.drawingml.diagramStyle+xml"/>
  <Override PartName="/ppt/diagrams/colors115.xml" ContentType="application/vnd.openxmlformats-officedocument.drawingml.diagramColors+xml"/>
  <Override PartName="/ppt/diagrams/drawing115.xml" ContentType="application/vnd.ms-office.drawingml.diagramDrawing+xml"/>
  <Override PartName="/ppt/notesSlides/notesSlide116.xml" ContentType="application/vnd.openxmlformats-officedocument.presentationml.notesSlide+xml"/>
  <Override PartName="/ppt/diagrams/data116.xml" ContentType="application/vnd.openxmlformats-officedocument.drawingml.diagramData+xml"/>
  <Override PartName="/ppt/diagrams/layout116.xml" ContentType="application/vnd.openxmlformats-officedocument.drawingml.diagramLayout+xml"/>
  <Override PartName="/ppt/diagrams/quickStyle116.xml" ContentType="application/vnd.openxmlformats-officedocument.drawingml.diagramStyle+xml"/>
  <Override PartName="/ppt/diagrams/colors116.xml" ContentType="application/vnd.openxmlformats-officedocument.drawingml.diagramColors+xml"/>
  <Override PartName="/ppt/diagrams/drawing116.xml" ContentType="application/vnd.ms-office.drawingml.diagramDrawing+xml"/>
  <Override PartName="/ppt/notesSlides/notesSlide117.xml" ContentType="application/vnd.openxmlformats-officedocument.presentationml.notesSlide+xml"/>
  <Override PartName="/ppt/diagrams/data117.xml" ContentType="application/vnd.openxmlformats-officedocument.drawingml.diagramData+xml"/>
  <Override PartName="/ppt/diagrams/layout117.xml" ContentType="application/vnd.openxmlformats-officedocument.drawingml.diagramLayout+xml"/>
  <Override PartName="/ppt/diagrams/quickStyle117.xml" ContentType="application/vnd.openxmlformats-officedocument.drawingml.diagramStyle+xml"/>
  <Override PartName="/ppt/diagrams/colors117.xml" ContentType="application/vnd.openxmlformats-officedocument.drawingml.diagramColors+xml"/>
  <Override PartName="/ppt/diagrams/drawing117.xml" ContentType="application/vnd.ms-office.drawingml.diagramDrawing+xml"/>
  <Override PartName="/ppt/notesSlides/notesSlide118.xml" ContentType="application/vnd.openxmlformats-officedocument.presentationml.notesSlide+xml"/>
  <Override PartName="/ppt/diagrams/data118.xml" ContentType="application/vnd.openxmlformats-officedocument.drawingml.diagramData+xml"/>
  <Override PartName="/ppt/diagrams/layout118.xml" ContentType="application/vnd.openxmlformats-officedocument.drawingml.diagramLayout+xml"/>
  <Override PartName="/ppt/diagrams/quickStyle118.xml" ContentType="application/vnd.openxmlformats-officedocument.drawingml.diagramStyle+xml"/>
  <Override PartName="/ppt/diagrams/colors118.xml" ContentType="application/vnd.openxmlformats-officedocument.drawingml.diagramColors+xml"/>
  <Override PartName="/ppt/diagrams/drawing118.xml" ContentType="application/vnd.ms-office.drawingml.diagramDrawing+xml"/>
  <Override PartName="/ppt/notesSlides/notesSlide119.xml" ContentType="application/vnd.openxmlformats-officedocument.presentationml.notesSlide+xml"/>
  <Override PartName="/ppt/diagrams/data119.xml" ContentType="application/vnd.openxmlformats-officedocument.drawingml.diagramData+xml"/>
  <Override PartName="/ppt/diagrams/layout119.xml" ContentType="application/vnd.openxmlformats-officedocument.drawingml.diagramLayout+xml"/>
  <Override PartName="/ppt/diagrams/quickStyle119.xml" ContentType="application/vnd.openxmlformats-officedocument.drawingml.diagramStyle+xml"/>
  <Override PartName="/ppt/diagrams/colors119.xml" ContentType="application/vnd.openxmlformats-officedocument.drawingml.diagramColors+xml"/>
  <Override PartName="/ppt/diagrams/drawing119.xml" ContentType="application/vnd.ms-office.drawingml.diagramDrawing+xml"/>
  <Override PartName="/ppt/notesSlides/notesSlide120.xml" ContentType="application/vnd.openxmlformats-officedocument.presentationml.notesSlide+xml"/>
  <Override PartName="/ppt/diagrams/data120.xml" ContentType="application/vnd.openxmlformats-officedocument.drawingml.diagramData+xml"/>
  <Override PartName="/ppt/diagrams/layout120.xml" ContentType="application/vnd.openxmlformats-officedocument.drawingml.diagramLayout+xml"/>
  <Override PartName="/ppt/diagrams/quickStyle120.xml" ContentType="application/vnd.openxmlformats-officedocument.drawingml.diagramStyle+xml"/>
  <Override PartName="/ppt/diagrams/colors120.xml" ContentType="application/vnd.openxmlformats-officedocument.drawingml.diagramColors+xml"/>
  <Override PartName="/ppt/diagrams/drawing120.xml" ContentType="application/vnd.ms-office.drawingml.diagramDrawing+xml"/>
  <Override PartName="/ppt/notesSlides/notesSlide121.xml" ContentType="application/vnd.openxmlformats-officedocument.presentationml.notesSlide+xml"/>
  <Override PartName="/ppt/diagrams/data121.xml" ContentType="application/vnd.openxmlformats-officedocument.drawingml.diagramData+xml"/>
  <Override PartName="/ppt/diagrams/layout121.xml" ContentType="application/vnd.openxmlformats-officedocument.drawingml.diagramLayout+xml"/>
  <Override PartName="/ppt/diagrams/quickStyle121.xml" ContentType="application/vnd.openxmlformats-officedocument.drawingml.diagramStyle+xml"/>
  <Override PartName="/ppt/diagrams/colors121.xml" ContentType="application/vnd.openxmlformats-officedocument.drawingml.diagramColors+xml"/>
  <Override PartName="/ppt/diagrams/drawing121.xml" ContentType="application/vnd.ms-office.drawingml.diagramDrawing+xml"/>
  <Override PartName="/ppt/notesSlides/notesSlide122.xml" ContentType="application/vnd.openxmlformats-officedocument.presentationml.notesSlide+xml"/>
  <Override PartName="/ppt/diagrams/data122.xml" ContentType="application/vnd.openxmlformats-officedocument.drawingml.diagramData+xml"/>
  <Override PartName="/ppt/diagrams/layout122.xml" ContentType="application/vnd.openxmlformats-officedocument.drawingml.diagramLayout+xml"/>
  <Override PartName="/ppt/diagrams/quickStyle122.xml" ContentType="application/vnd.openxmlformats-officedocument.drawingml.diagramStyle+xml"/>
  <Override PartName="/ppt/diagrams/colors122.xml" ContentType="application/vnd.openxmlformats-officedocument.drawingml.diagramColors+xml"/>
  <Override PartName="/ppt/diagrams/drawing122.xml" ContentType="application/vnd.ms-office.drawingml.diagramDrawing+xml"/>
  <Override PartName="/ppt/notesSlides/notesSlide123.xml" ContentType="application/vnd.openxmlformats-officedocument.presentationml.notesSlide+xml"/>
  <Override PartName="/ppt/diagrams/data123.xml" ContentType="application/vnd.openxmlformats-officedocument.drawingml.diagramData+xml"/>
  <Override PartName="/ppt/diagrams/layout123.xml" ContentType="application/vnd.openxmlformats-officedocument.drawingml.diagramLayout+xml"/>
  <Override PartName="/ppt/diagrams/quickStyle123.xml" ContentType="application/vnd.openxmlformats-officedocument.drawingml.diagramStyle+xml"/>
  <Override PartName="/ppt/diagrams/colors123.xml" ContentType="application/vnd.openxmlformats-officedocument.drawingml.diagramColors+xml"/>
  <Override PartName="/ppt/diagrams/drawing123.xml" ContentType="application/vnd.ms-office.drawingml.diagramDrawing+xml"/>
  <Override PartName="/ppt/notesSlides/notesSlide124.xml" ContentType="application/vnd.openxmlformats-officedocument.presentationml.notesSlide+xml"/>
  <Override PartName="/ppt/diagrams/data124.xml" ContentType="application/vnd.openxmlformats-officedocument.drawingml.diagramData+xml"/>
  <Override PartName="/ppt/diagrams/layout124.xml" ContentType="application/vnd.openxmlformats-officedocument.drawingml.diagramLayout+xml"/>
  <Override PartName="/ppt/diagrams/quickStyle124.xml" ContentType="application/vnd.openxmlformats-officedocument.drawingml.diagramStyle+xml"/>
  <Override PartName="/ppt/diagrams/colors124.xml" ContentType="application/vnd.openxmlformats-officedocument.drawingml.diagramColors+xml"/>
  <Override PartName="/ppt/diagrams/drawing124.xml" ContentType="application/vnd.ms-office.drawingml.diagramDrawing+xml"/>
  <Override PartName="/ppt/notesSlides/notesSlide125.xml" ContentType="application/vnd.openxmlformats-officedocument.presentationml.notesSlide+xml"/>
  <Override PartName="/ppt/diagrams/data125.xml" ContentType="application/vnd.openxmlformats-officedocument.drawingml.diagramData+xml"/>
  <Override PartName="/ppt/diagrams/layout125.xml" ContentType="application/vnd.openxmlformats-officedocument.drawingml.diagramLayout+xml"/>
  <Override PartName="/ppt/diagrams/quickStyle125.xml" ContentType="application/vnd.openxmlformats-officedocument.drawingml.diagramStyle+xml"/>
  <Override PartName="/ppt/diagrams/colors125.xml" ContentType="application/vnd.openxmlformats-officedocument.drawingml.diagramColors+xml"/>
  <Override PartName="/ppt/diagrams/drawing125.xml" ContentType="application/vnd.ms-office.drawingml.diagramDrawing+xml"/>
  <Override PartName="/ppt/notesSlides/notesSlide126.xml" ContentType="application/vnd.openxmlformats-officedocument.presentationml.notesSlide+xml"/>
  <Override PartName="/ppt/diagrams/data126.xml" ContentType="application/vnd.openxmlformats-officedocument.drawingml.diagramData+xml"/>
  <Override PartName="/ppt/diagrams/layout126.xml" ContentType="application/vnd.openxmlformats-officedocument.drawingml.diagramLayout+xml"/>
  <Override PartName="/ppt/diagrams/quickStyle126.xml" ContentType="application/vnd.openxmlformats-officedocument.drawingml.diagramStyle+xml"/>
  <Override PartName="/ppt/diagrams/colors126.xml" ContentType="application/vnd.openxmlformats-officedocument.drawingml.diagramColors+xml"/>
  <Override PartName="/ppt/diagrams/drawing126.xml" ContentType="application/vnd.ms-office.drawingml.diagramDrawing+xml"/>
  <Override PartName="/ppt/notesSlides/notesSlide127.xml" ContentType="application/vnd.openxmlformats-officedocument.presentationml.notesSlide+xml"/>
  <Override PartName="/ppt/diagrams/data127.xml" ContentType="application/vnd.openxmlformats-officedocument.drawingml.diagramData+xml"/>
  <Override PartName="/ppt/diagrams/layout127.xml" ContentType="application/vnd.openxmlformats-officedocument.drawingml.diagramLayout+xml"/>
  <Override PartName="/ppt/diagrams/quickStyle127.xml" ContentType="application/vnd.openxmlformats-officedocument.drawingml.diagramStyle+xml"/>
  <Override PartName="/ppt/diagrams/colors127.xml" ContentType="application/vnd.openxmlformats-officedocument.drawingml.diagramColors+xml"/>
  <Override PartName="/ppt/diagrams/drawing127.xml" ContentType="application/vnd.ms-office.drawingml.diagramDrawing+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diagrams/data128.xml" ContentType="application/vnd.openxmlformats-officedocument.drawingml.diagramData+xml"/>
  <Override PartName="/ppt/diagrams/layout128.xml" ContentType="application/vnd.openxmlformats-officedocument.drawingml.diagramLayout+xml"/>
  <Override PartName="/ppt/diagrams/quickStyle128.xml" ContentType="application/vnd.openxmlformats-officedocument.drawingml.diagramStyle+xml"/>
  <Override PartName="/ppt/diagrams/colors128.xml" ContentType="application/vnd.openxmlformats-officedocument.drawingml.diagramColors+xml"/>
  <Override PartName="/ppt/diagrams/drawing128.xml" ContentType="application/vnd.ms-office.drawingml.diagramDrawing+xml"/>
  <Override PartName="/ppt/notesSlides/notesSlide130.xml" ContentType="application/vnd.openxmlformats-officedocument.presentationml.notesSlide+xml"/>
  <Override PartName="/ppt/diagrams/data129.xml" ContentType="application/vnd.openxmlformats-officedocument.drawingml.diagramData+xml"/>
  <Override PartName="/ppt/diagrams/layout129.xml" ContentType="application/vnd.openxmlformats-officedocument.drawingml.diagramLayout+xml"/>
  <Override PartName="/ppt/diagrams/quickStyle129.xml" ContentType="application/vnd.openxmlformats-officedocument.drawingml.diagramStyle+xml"/>
  <Override PartName="/ppt/diagrams/colors129.xml" ContentType="application/vnd.openxmlformats-officedocument.drawingml.diagramColors+xml"/>
  <Override PartName="/ppt/diagrams/drawing129.xml" ContentType="application/vnd.ms-office.drawingml.diagramDrawing+xml"/>
  <Override PartName="/ppt/notesSlides/notesSlide131.xml" ContentType="application/vnd.openxmlformats-officedocument.presentationml.notesSlide+xml"/>
  <Override PartName="/ppt/diagrams/data130.xml" ContentType="application/vnd.openxmlformats-officedocument.drawingml.diagramData+xml"/>
  <Override PartName="/ppt/diagrams/layout130.xml" ContentType="application/vnd.openxmlformats-officedocument.drawingml.diagramLayout+xml"/>
  <Override PartName="/ppt/diagrams/quickStyle130.xml" ContentType="application/vnd.openxmlformats-officedocument.drawingml.diagramStyle+xml"/>
  <Override PartName="/ppt/diagrams/colors130.xml" ContentType="application/vnd.openxmlformats-officedocument.drawingml.diagramColors+xml"/>
  <Override PartName="/ppt/diagrams/drawing130.xml" ContentType="application/vnd.ms-office.drawingml.diagramDrawing+xml"/>
  <Override PartName="/ppt/notesSlides/notesSlide132.xml" ContentType="application/vnd.openxmlformats-officedocument.presentationml.notesSlide+xml"/>
  <Override PartName="/ppt/diagrams/data131.xml" ContentType="application/vnd.openxmlformats-officedocument.drawingml.diagramData+xml"/>
  <Override PartName="/ppt/diagrams/layout131.xml" ContentType="application/vnd.openxmlformats-officedocument.drawingml.diagramLayout+xml"/>
  <Override PartName="/ppt/diagrams/quickStyle131.xml" ContentType="application/vnd.openxmlformats-officedocument.drawingml.diagramStyle+xml"/>
  <Override PartName="/ppt/diagrams/colors131.xml" ContentType="application/vnd.openxmlformats-officedocument.drawingml.diagramColors+xml"/>
  <Override PartName="/ppt/diagrams/drawing131.xml" ContentType="application/vnd.ms-office.drawingml.diagramDrawing+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diagrams/data132.xml" ContentType="application/vnd.openxmlformats-officedocument.drawingml.diagramData+xml"/>
  <Override PartName="/ppt/diagrams/layout132.xml" ContentType="application/vnd.openxmlformats-officedocument.drawingml.diagramLayout+xml"/>
  <Override PartName="/ppt/diagrams/quickStyle132.xml" ContentType="application/vnd.openxmlformats-officedocument.drawingml.diagramStyle+xml"/>
  <Override PartName="/ppt/diagrams/colors132.xml" ContentType="application/vnd.openxmlformats-officedocument.drawingml.diagramColors+xml"/>
  <Override PartName="/ppt/diagrams/drawing132.xml" ContentType="application/vnd.ms-office.drawingml.diagramDrawing+xml"/>
  <Override PartName="/ppt/notesSlides/notesSlide135.xml" ContentType="application/vnd.openxmlformats-officedocument.presentationml.notesSlide+xml"/>
  <Override PartName="/ppt/diagrams/data133.xml" ContentType="application/vnd.openxmlformats-officedocument.drawingml.diagramData+xml"/>
  <Override PartName="/ppt/diagrams/layout133.xml" ContentType="application/vnd.openxmlformats-officedocument.drawingml.diagramLayout+xml"/>
  <Override PartName="/ppt/diagrams/quickStyle133.xml" ContentType="application/vnd.openxmlformats-officedocument.drawingml.diagramStyle+xml"/>
  <Override PartName="/ppt/diagrams/colors133.xml" ContentType="application/vnd.openxmlformats-officedocument.drawingml.diagramColors+xml"/>
  <Override PartName="/ppt/diagrams/drawing133.xml" ContentType="application/vnd.ms-office.drawingml.diagramDrawing+xml"/>
  <Override PartName="/ppt/notesSlides/notesSlide136.xml" ContentType="application/vnd.openxmlformats-officedocument.presentationml.notesSlide+xml"/>
  <Override PartName="/ppt/diagrams/data134.xml" ContentType="application/vnd.openxmlformats-officedocument.drawingml.diagramData+xml"/>
  <Override PartName="/ppt/diagrams/layout134.xml" ContentType="application/vnd.openxmlformats-officedocument.drawingml.diagramLayout+xml"/>
  <Override PartName="/ppt/diagrams/quickStyle134.xml" ContentType="application/vnd.openxmlformats-officedocument.drawingml.diagramStyle+xml"/>
  <Override PartName="/ppt/diagrams/colors134.xml" ContentType="application/vnd.openxmlformats-officedocument.drawingml.diagramColors+xml"/>
  <Override PartName="/ppt/diagrams/drawing134.xml" ContentType="application/vnd.ms-office.drawingml.diagramDrawing+xml"/>
  <Override PartName="/ppt/notesSlides/notesSlide137.xml" ContentType="application/vnd.openxmlformats-officedocument.presentationml.notesSlide+xml"/>
  <Override PartName="/ppt/diagrams/data135.xml" ContentType="application/vnd.openxmlformats-officedocument.drawingml.diagramData+xml"/>
  <Override PartName="/ppt/diagrams/layout135.xml" ContentType="application/vnd.openxmlformats-officedocument.drawingml.diagramLayout+xml"/>
  <Override PartName="/ppt/diagrams/quickStyle135.xml" ContentType="application/vnd.openxmlformats-officedocument.drawingml.diagramStyle+xml"/>
  <Override PartName="/ppt/diagrams/colors135.xml" ContentType="application/vnd.openxmlformats-officedocument.drawingml.diagramColors+xml"/>
  <Override PartName="/ppt/diagrams/drawing135.xml" ContentType="application/vnd.ms-office.drawingml.diagramDrawing+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diagrams/data136.xml" ContentType="application/vnd.openxmlformats-officedocument.drawingml.diagramData+xml"/>
  <Override PartName="/ppt/diagrams/layout136.xml" ContentType="application/vnd.openxmlformats-officedocument.drawingml.diagramLayout+xml"/>
  <Override PartName="/ppt/diagrams/quickStyle136.xml" ContentType="application/vnd.openxmlformats-officedocument.drawingml.diagramStyle+xml"/>
  <Override PartName="/ppt/diagrams/colors136.xml" ContentType="application/vnd.openxmlformats-officedocument.drawingml.diagramColors+xml"/>
  <Override PartName="/ppt/diagrams/drawing136.xml" ContentType="application/vnd.ms-office.drawingml.diagramDrawing+xml"/>
  <Override PartName="/ppt/notesSlides/notesSlide140.xml" ContentType="application/vnd.openxmlformats-officedocument.presentationml.notesSlide+xml"/>
  <Override PartName="/ppt/diagrams/data137.xml" ContentType="application/vnd.openxmlformats-officedocument.drawingml.diagramData+xml"/>
  <Override PartName="/ppt/diagrams/layout137.xml" ContentType="application/vnd.openxmlformats-officedocument.drawingml.diagramLayout+xml"/>
  <Override PartName="/ppt/diagrams/quickStyle137.xml" ContentType="application/vnd.openxmlformats-officedocument.drawingml.diagramStyle+xml"/>
  <Override PartName="/ppt/diagrams/colors137.xml" ContentType="application/vnd.openxmlformats-officedocument.drawingml.diagramColors+xml"/>
  <Override PartName="/ppt/diagrams/drawing137.xml" ContentType="application/vnd.ms-office.drawingml.diagramDrawing+xml"/>
  <Override PartName="/ppt/notesSlides/notesSlide141.xml" ContentType="application/vnd.openxmlformats-officedocument.presentationml.notesSlide+xml"/>
  <Override PartName="/ppt/diagrams/data138.xml" ContentType="application/vnd.openxmlformats-officedocument.drawingml.diagramData+xml"/>
  <Override PartName="/ppt/diagrams/layout138.xml" ContentType="application/vnd.openxmlformats-officedocument.drawingml.diagramLayout+xml"/>
  <Override PartName="/ppt/diagrams/quickStyle138.xml" ContentType="application/vnd.openxmlformats-officedocument.drawingml.diagramStyle+xml"/>
  <Override PartName="/ppt/diagrams/colors138.xml" ContentType="application/vnd.openxmlformats-officedocument.drawingml.diagramColors+xml"/>
  <Override PartName="/ppt/diagrams/drawing138.xml" ContentType="application/vnd.ms-office.drawingml.diagramDrawing+xml"/>
  <Override PartName="/ppt/notesSlides/notesSlide142.xml" ContentType="application/vnd.openxmlformats-officedocument.presentationml.notesSlide+xml"/>
  <Override PartName="/ppt/diagrams/data139.xml" ContentType="application/vnd.openxmlformats-officedocument.drawingml.diagramData+xml"/>
  <Override PartName="/ppt/diagrams/layout139.xml" ContentType="application/vnd.openxmlformats-officedocument.drawingml.diagramLayout+xml"/>
  <Override PartName="/ppt/diagrams/quickStyle139.xml" ContentType="application/vnd.openxmlformats-officedocument.drawingml.diagramStyle+xml"/>
  <Override PartName="/ppt/diagrams/colors139.xml" ContentType="application/vnd.openxmlformats-officedocument.drawingml.diagramColors+xml"/>
  <Override PartName="/ppt/diagrams/drawing139.xml" ContentType="application/vnd.ms-office.drawingml.diagramDrawing+xml"/>
  <Override PartName="/ppt/notesSlides/notesSlide143.xml" ContentType="application/vnd.openxmlformats-officedocument.presentationml.notesSlide+xml"/>
  <Override PartName="/ppt/diagrams/data140.xml" ContentType="application/vnd.openxmlformats-officedocument.drawingml.diagramData+xml"/>
  <Override PartName="/ppt/diagrams/layout140.xml" ContentType="application/vnd.openxmlformats-officedocument.drawingml.diagramLayout+xml"/>
  <Override PartName="/ppt/diagrams/quickStyle140.xml" ContentType="application/vnd.openxmlformats-officedocument.drawingml.diagramStyle+xml"/>
  <Override PartName="/ppt/diagrams/colors140.xml" ContentType="application/vnd.openxmlformats-officedocument.drawingml.diagramColors+xml"/>
  <Override PartName="/ppt/diagrams/drawing140.xml" ContentType="application/vnd.ms-office.drawingml.diagramDrawing+xml"/>
  <Override PartName="/ppt/notesSlides/notesSlide144.xml" ContentType="application/vnd.openxmlformats-officedocument.presentationml.notesSlide+xml"/>
  <Override PartName="/ppt/diagrams/data141.xml" ContentType="application/vnd.openxmlformats-officedocument.drawingml.diagramData+xml"/>
  <Override PartName="/ppt/diagrams/layout141.xml" ContentType="application/vnd.openxmlformats-officedocument.drawingml.diagramLayout+xml"/>
  <Override PartName="/ppt/diagrams/quickStyle141.xml" ContentType="application/vnd.openxmlformats-officedocument.drawingml.diagramStyle+xml"/>
  <Override PartName="/ppt/diagrams/colors141.xml" ContentType="application/vnd.openxmlformats-officedocument.drawingml.diagramColors+xml"/>
  <Override PartName="/ppt/diagrams/drawing141.xml" ContentType="application/vnd.ms-office.drawingml.diagramDrawing+xml"/>
  <Override PartName="/ppt/notesSlides/notesSlide145.xml" ContentType="application/vnd.openxmlformats-officedocument.presentationml.notesSlide+xml"/>
  <Override PartName="/ppt/diagrams/data142.xml" ContentType="application/vnd.openxmlformats-officedocument.drawingml.diagramData+xml"/>
  <Override PartName="/ppt/diagrams/layout142.xml" ContentType="application/vnd.openxmlformats-officedocument.drawingml.diagramLayout+xml"/>
  <Override PartName="/ppt/diagrams/quickStyle142.xml" ContentType="application/vnd.openxmlformats-officedocument.drawingml.diagramStyle+xml"/>
  <Override PartName="/ppt/diagrams/colors142.xml" ContentType="application/vnd.openxmlformats-officedocument.drawingml.diagramColors+xml"/>
  <Override PartName="/ppt/diagrams/drawing142.xml" ContentType="application/vnd.ms-office.drawingml.diagramDrawing+xml"/>
  <Override PartName="/ppt/notesSlides/notesSlide146.xml" ContentType="application/vnd.openxmlformats-officedocument.presentationml.notesSlide+xml"/>
  <Override PartName="/ppt/diagrams/data143.xml" ContentType="application/vnd.openxmlformats-officedocument.drawingml.diagramData+xml"/>
  <Override PartName="/ppt/diagrams/layout143.xml" ContentType="application/vnd.openxmlformats-officedocument.drawingml.diagramLayout+xml"/>
  <Override PartName="/ppt/diagrams/quickStyle143.xml" ContentType="application/vnd.openxmlformats-officedocument.drawingml.diagramStyle+xml"/>
  <Override PartName="/ppt/diagrams/colors143.xml" ContentType="application/vnd.openxmlformats-officedocument.drawingml.diagramColors+xml"/>
  <Override PartName="/ppt/diagrams/drawing143.xml" ContentType="application/vnd.ms-office.drawingml.diagramDrawing+xml"/>
  <Override PartName="/ppt/notesSlides/notesSlide147.xml" ContentType="application/vnd.openxmlformats-officedocument.presentationml.notesSlide+xml"/>
  <Override PartName="/ppt/diagrams/data144.xml" ContentType="application/vnd.openxmlformats-officedocument.drawingml.diagramData+xml"/>
  <Override PartName="/ppt/diagrams/layout144.xml" ContentType="application/vnd.openxmlformats-officedocument.drawingml.diagramLayout+xml"/>
  <Override PartName="/ppt/diagrams/quickStyle144.xml" ContentType="application/vnd.openxmlformats-officedocument.drawingml.diagramStyle+xml"/>
  <Override PartName="/ppt/diagrams/colors144.xml" ContentType="application/vnd.openxmlformats-officedocument.drawingml.diagramColors+xml"/>
  <Override PartName="/ppt/diagrams/drawing144.xml" ContentType="application/vnd.ms-office.drawingml.diagramDrawing+xml"/>
  <Override PartName="/ppt/notesSlides/notesSlide148.xml" ContentType="application/vnd.openxmlformats-officedocument.presentationml.notesSlide+xml"/>
  <Override PartName="/ppt/diagrams/data145.xml" ContentType="application/vnd.openxmlformats-officedocument.drawingml.diagramData+xml"/>
  <Override PartName="/ppt/diagrams/layout145.xml" ContentType="application/vnd.openxmlformats-officedocument.drawingml.diagramLayout+xml"/>
  <Override PartName="/ppt/diagrams/quickStyle145.xml" ContentType="application/vnd.openxmlformats-officedocument.drawingml.diagramStyle+xml"/>
  <Override PartName="/ppt/diagrams/colors145.xml" ContentType="application/vnd.openxmlformats-officedocument.drawingml.diagramColors+xml"/>
  <Override PartName="/ppt/diagrams/drawing145.xml" ContentType="application/vnd.ms-office.drawingml.diagramDrawing+xml"/>
  <Override PartName="/ppt/notesSlides/notesSlide149.xml" ContentType="application/vnd.openxmlformats-officedocument.presentationml.notesSlide+xml"/>
  <Override PartName="/ppt/diagrams/data146.xml" ContentType="application/vnd.openxmlformats-officedocument.drawingml.diagramData+xml"/>
  <Override PartName="/ppt/diagrams/layout146.xml" ContentType="application/vnd.openxmlformats-officedocument.drawingml.diagramLayout+xml"/>
  <Override PartName="/ppt/diagrams/quickStyle146.xml" ContentType="application/vnd.openxmlformats-officedocument.drawingml.diagramStyle+xml"/>
  <Override PartName="/ppt/diagrams/colors146.xml" ContentType="application/vnd.openxmlformats-officedocument.drawingml.diagramColors+xml"/>
  <Override PartName="/ppt/diagrams/drawing146.xml" ContentType="application/vnd.ms-office.drawingml.diagramDrawing+xml"/>
  <Override PartName="/ppt/notesSlides/notesSlide150.xml" ContentType="application/vnd.openxmlformats-officedocument.presentationml.notesSlide+xml"/>
  <Override PartName="/ppt/diagrams/data147.xml" ContentType="application/vnd.openxmlformats-officedocument.drawingml.diagramData+xml"/>
  <Override PartName="/ppt/diagrams/layout147.xml" ContentType="application/vnd.openxmlformats-officedocument.drawingml.diagramLayout+xml"/>
  <Override PartName="/ppt/diagrams/quickStyle147.xml" ContentType="application/vnd.openxmlformats-officedocument.drawingml.diagramStyle+xml"/>
  <Override PartName="/ppt/diagrams/colors147.xml" ContentType="application/vnd.openxmlformats-officedocument.drawingml.diagramColors+xml"/>
  <Override PartName="/ppt/diagrams/drawing147.xml" ContentType="application/vnd.ms-office.drawingml.diagramDrawing+xml"/>
  <Override PartName="/ppt/notesSlides/notesSlide151.xml" ContentType="application/vnd.openxmlformats-officedocument.presentationml.notesSlide+xml"/>
  <Override PartName="/ppt/diagrams/data148.xml" ContentType="application/vnd.openxmlformats-officedocument.drawingml.diagramData+xml"/>
  <Override PartName="/ppt/diagrams/layout148.xml" ContentType="application/vnd.openxmlformats-officedocument.drawingml.diagramLayout+xml"/>
  <Override PartName="/ppt/diagrams/quickStyle148.xml" ContentType="application/vnd.openxmlformats-officedocument.drawingml.diagramStyle+xml"/>
  <Override PartName="/ppt/diagrams/colors148.xml" ContentType="application/vnd.openxmlformats-officedocument.drawingml.diagramColors+xml"/>
  <Override PartName="/ppt/diagrams/drawing148.xml" ContentType="application/vnd.ms-office.drawingml.diagramDrawing+xml"/>
  <Override PartName="/ppt/notesSlides/notesSlide152.xml" ContentType="application/vnd.openxmlformats-officedocument.presentationml.notesSlide+xml"/>
  <Override PartName="/ppt/diagrams/data149.xml" ContentType="application/vnd.openxmlformats-officedocument.drawingml.diagramData+xml"/>
  <Override PartName="/ppt/diagrams/layout149.xml" ContentType="application/vnd.openxmlformats-officedocument.drawingml.diagramLayout+xml"/>
  <Override PartName="/ppt/diagrams/quickStyle149.xml" ContentType="application/vnd.openxmlformats-officedocument.drawingml.diagramStyle+xml"/>
  <Override PartName="/ppt/diagrams/colors149.xml" ContentType="application/vnd.openxmlformats-officedocument.drawingml.diagramColors+xml"/>
  <Override PartName="/ppt/diagrams/drawing149.xml" ContentType="application/vnd.ms-office.drawingml.diagramDrawing+xml"/>
  <Override PartName="/ppt/notesSlides/notesSlide153.xml" ContentType="application/vnd.openxmlformats-officedocument.presentationml.notesSlide+xml"/>
  <Override PartName="/ppt/diagrams/data150.xml" ContentType="application/vnd.openxmlformats-officedocument.drawingml.diagramData+xml"/>
  <Override PartName="/ppt/diagrams/layout150.xml" ContentType="application/vnd.openxmlformats-officedocument.drawingml.diagramLayout+xml"/>
  <Override PartName="/ppt/diagrams/quickStyle150.xml" ContentType="application/vnd.openxmlformats-officedocument.drawingml.diagramStyle+xml"/>
  <Override PartName="/ppt/diagrams/colors150.xml" ContentType="application/vnd.openxmlformats-officedocument.drawingml.diagramColors+xml"/>
  <Override PartName="/ppt/diagrams/drawing150.xml" ContentType="application/vnd.ms-office.drawingml.diagramDrawing+xml"/>
  <Override PartName="/ppt/notesSlides/notesSlide154.xml" ContentType="application/vnd.openxmlformats-officedocument.presentationml.notesSlide+xml"/>
  <Override PartName="/ppt/diagrams/data151.xml" ContentType="application/vnd.openxmlformats-officedocument.drawingml.diagramData+xml"/>
  <Override PartName="/ppt/diagrams/layout151.xml" ContentType="application/vnd.openxmlformats-officedocument.drawingml.diagramLayout+xml"/>
  <Override PartName="/ppt/diagrams/quickStyle151.xml" ContentType="application/vnd.openxmlformats-officedocument.drawingml.diagramStyle+xml"/>
  <Override PartName="/ppt/diagrams/colors151.xml" ContentType="application/vnd.openxmlformats-officedocument.drawingml.diagramColors+xml"/>
  <Override PartName="/ppt/diagrams/drawing151.xml" ContentType="application/vnd.ms-office.drawingml.diagramDrawing+xml"/>
  <Override PartName="/ppt/notesSlides/notesSlide155.xml" ContentType="application/vnd.openxmlformats-officedocument.presentationml.notesSlide+xml"/>
  <Override PartName="/ppt/diagrams/data152.xml" ContentType="application/vnd.openxmlformats-officedocument.drawingml.diagramData+xml"/>
  <Override PartName="/ppt/diagrams/layout152.xml" ContentType="application/vnd.openxmlformats-officedocument.drawingml.diagramLayout+xml"/>
  <Override PartName="/ppt/diagrams/quickStyle152.xml" ContentType="application/vnd.openxmlformats-officedocument.drawingml.diagramStyle+xml"/>
  <Override PartName="/ppt/diagrams/colors152.xml" ContentType="application/vnd.openxmlformats-officedocument.drawingml.diagramColors+xml"/>
  <Override PartName="/ppt/diagrams/drawing152.xml" ContentType="application/vnd.ms-office.drawingml.diagramDrawing+xml"/>
  <Override PartName="/ppt/notesSlides/notesSlide156.xml" ContentType="application/vnd.openxmlformats-officedocument.presentationml.notesSlide+xml"/>
  <Override PartName="/ppt/diagrams/data153.xml" ContentType="application/vnd.openxmlformats-officedocument.drawingml.diagramData+xml"/>
  <Override PartName="/ppt/diagrams/layout153.xml" ContentType="application/vnd.openxmlformats-officedocument.drawingml.diagramLayout+xml"/>
  <Override PartName="/ppt/diagrams/quickStyle153.xml" ContentType="application/vnd.openxmlformats-officedocument.drawingml.diagramStyle+xml"/>
  <Override PartName="/ppt/diagrams/colors153.xml" ContentType="application/vnd.openxmlformats-officedocument.drawingml.diagramColors+xml"/>
  <Override PartName="/ppt/diagrams/drawing153.xml" ContentType="application/vnd.ms-office.drawingml.diagramDrawing+xml"/>
  <Override PartName="/ppt/notesSlides/notesSlide157.xml" ContentType="application/vnd.openxmlformats-officedocument.presentationml.notesSlide+xml"/>
  <Override PartName="/ppt/diagrams/data154.xml" ContentType="application/vnd.openxmlformats-officedocument.drawingml.diagramData+xml"/>
  <Override PartName="/ppt/diagrams/layout154.xml" ContentType="application/vnd.openxmlformats-officedocument.drawingml.diagramLayout+xml"/>
  <Override PartName="/ppt/diagrams/quickStyle154.xml" ContentType="application/vnd.openxmlformats-officedocument.drawingml.diagramStyle+xml"/>
  <Override PartName="/ppt/diagrams/colors154.xml" ContentType="application/vnd.openxmlformats-officedocument.drawingml.diagramColors+xml"/>
  <Override PartName="/ppt/diagrams/drawing154.xml" ContentType="application/vnd.ms-office.drawingml.diagramDrawing+xml"/>
  <Override PartName="/ppt/notesSlides/notesSlide158.xml" ContentType="application/vnd.openxmlformats-officedocument.presentationml.notesSlide+xml"/>
  <Override PartName="/ppt/diagrams/data155.xml" ContentType="application/vnd.openxmlformats-officedocument.drawingml.diagramData+xml"/>
  <Override PartName="/ppt/diagrams/layout155.xml" ContentType="application/vnd.openxmlformats-officedocument.drawingml.diagramLayout+xml"/>
  <Override PartName="/ppt/diagrams/quickStyle155.xml" ContentType="application/vnd.openxmlformats-officedocument.drawingml.diagramStyle+xml"/>
  <Override PartName="/ppt/diagrams/colors155.xml" ContentType="application/vnd.openxmlformats-officedocument.drawingml.diagramColors+xml"/>
  <Override PartName="/ppt/diagrams/drawing155.xml" ContentType="application/vnd.ms-office.drawingml.diagramDrawing+xml"/>
  <Override PartName="/ppt/notesSlides/notesSlide159.xml" ContentType="application/vnd.openxmlformats-officedocument.presentationml.notesSlide+xml"/>
  <Override PartName="/ppt/diagrams/data156.xml" ContentType="application/vnd.openxmlformats-officedocument.drawingml.diagramData+xml"/>
  <Override PartName="/ppt/diagrams/layout156.xml" ContentType="application/vnd.openxmlformats-officedocument.drawingml.diagramLayout+xml"/>
  <Override PartName="/ppt/diagrams/quickStyle156.xml" ContentType="application/vnd.openxmlformats-officedocument.drawingml.diagramStyle+xml"/>
  <Override PartName="/ppt/diagrams/colors156.xml" ContentType="application/vnd.openxmlformats-officedocument.drawingml.diagramColors+xml"/>
  <Override PartName="/ppt/diagrams/drawing156.xml" ContentType="application/vnd.ms-office.drawingml.diagramDrawing+xml"/>
  <Override PartName="/ppt/notesSlides/notesSlide160.xml" ContentType="application/vnd.openxmlformats-officedocument.presentationml.notesSlide+xml"/>
  <Override PartName="/ppt/diagrams/data157.xml" ContentType="application/vnd.openxmlformats-officedocument.drawingml.diagramData+xml"/>
  <Override PartName="/ppt/diagrams/layout157.xml" ContentType="application/vnd.openxmlformats-officedocument.drawingml.diagramLayout+xml"/>
  <Override PartName="/ppt/diagrams/quickStyle157.xml" ContentType="application/vnd.openxmlformats-officedocument.drawingml.diagramStyle+xml"/>
  <Override PartName="/ppt/diagrams/colors157.xml" ContentType="application/vnd.openxmlformats-officedocument.drawingml.diagramColors+xml"/>
  <Override PartName="/ppt/diagrams/drawing157.xml" ContentType="application/vnd.ms-office.drawingml.diagramDrawing+xml"/>
  <Override PartName="/ppt/notesSlides/notesSlide161.xml" ContentType="application/vnd.openxmlformats-officedocument.presentationml.notesSlide+xml"/>
  <Override PartName="/ppt/diagrams/data158.xml" ContentType="application/vnd.openxmlformats-officedocument.drawingml.diagramData+xml"/>
  <Override PartName="/ppt/diagrams/layout158.xml" ContentType="application/vnd.openxmlformats-officedocument.drawingml.diagramLayout+xml"/>
  <Override PartName="/ppt/diagrams/quickStyle158.xml" ContentType="application/vnd.openxmlformats-officedocument.drawingml.diagramStyle+xml"/>
  <Override PartName="/ppt/diagrams/colors158.xml" ContentType="application/vnd.openxmlformats-officedocument.drawingml.diagramColors+xml"/>
  <Override PartName="/ppt/diagrams/drawing158.xml" ContentType="application/vnd.ms-office.drawingml.diagramDrawing+xml"/>
  <Override PartName="/ppt/notesSlides/notesSlide162.xml" ContentType="application/vnd.openxmlformats-officedocument.presentationml.notesSlide+xml"/>
  <Override PartName="/ppt/diagrams/data159.xml" ContentType="application/vnd.openxmlformats-officedocument.drawingml.diagramData+xml"/>
  <Override PartName="/ppt/diagrams/layout159.xml" ContentType="application/vnd.openxmlformats-officedocument.drawingml.diagramLayout+xml"/>
  <Override PartName="/ppt/diagrams/quickStyle159.xml" ContentType="application/vnd.openxmlformats-officedocument.drawingml.diagramStyle+xml"/>
  <Override PartName="/ppt/diagrams/colors159.xml" ContentType="application/vnd.openxmlformats-officedocument.drawingml.diagramColors+xml"/>
  <Override PartName="/ppt/diagrams/drawing159.xml" ContentType="application/vnd.ms-office.drawingml.diagramDrawing+xml"/>
  <Override PartName="/ppt/notesSlides/notesSlide163.xml" ContentType="application/vnd.openxmlformats-officedocument.presentationml.notesSlide+xml"/>
  <Override PartName="/ppt/notesSlides/notesSlide1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8" r:id="rId1"/>
    <p:sldMasterId id="2147483753" r:id="rId2"/>
  </p:sldMasterIdLst>
  <p:notesMasterIdLst>
    <p:notesMasterId r:id="rId167"/>
  </p:notesMasterIdLst>
  <p:handoutMasterIdLst>
    <p:handoutMasterId r:id="rId168"/>
  </p:handoutMasterIdLst>
  <p:sldIdLst>
    <p:sldId id="710" r:id="rId3"/>
    <p:sldId id="853" r:id="rId4"/>
    <p:sldId id="857" r:id="rId5"/>
    <p:sldId id="711" r:id="rId6"/>
    <p:sldId id="712" r:id="rId7"/>
    <p:sldId id="713" r:id="rId8"/>
    <p:sldId id="714" r:id="rId9"/>
    <p:sldId id="715" r:id="rId10"/>
    <p:sldId id="716" r:id="rId11"/>
    <p:sldId id="717" r:id="rId12"/>
    <p:sldId id="718" r:id="rId13"/>
    <p:sldId id="719" r:id="rId14"/>
    <p:sldId id="720" r:id="rId15"/>
    <p:sldId id="721" r:id="rId16"/>
    <p:sldId id="722" r:id="rId17"/>
    <p:sldId id="723" r:id="rId18"/>
    <p:sldId id="724" r:id="rId19"/>
    <p:sldId id="725" r:id="rId20"/>
    <p:sldId id="726" r:id="rId21"/>
    <p:sldId id="727" r:id="rId22"/>
    <p:sldId id="728" r:id="rId23"/>
    <p:sldId id="1133" r:id="rId24"/>
    <p:sldId id="730" r:id="rId25"/>
    <p:sldId id="731" r:id="rId26"/>
    <p:sldId id="732" r:id="rId27"/>
    <p:sldId id="733" r:id="rId28"/>
    <p:sldId id="734" r:id="rId29"/>
    <p:sldId id="736" r:id="rId30"/>
    <p:sldId id="737" r:id="rId31"/>
    <p:sldId id="738" r:id="rId32"/>
    <p:sldId id="739" r:id="rId33"/>
    <p:sldId id="740" r:id="rId34"/>
    <p:sldId id="741" r:id="rId35"/>
    <p:sldId id="742" r:id="rId36"/>
    <p:sldId id="743" r:id="rId37"/>
    <p:sldId id="744" r:id="rId38"/>
    <p:sldId id="746" r:id="rId39"/>
    <p:sldId id="747" r:id="rId40"/>
    <p:sldId id="748" r:id="rId41"/>
    <p:sldId id="749" r:id="rId42"/>
    <p:sldId id="750" r:id="rId43"/>
    <p:sldId id="751" r:id="rId44"/>
    <p:sldId id="752" r:id="rId45"/>
    <p:sldId id="753" r:id="rId46"/>
    <p:sldId id="754" r:id="rId47"/>
    <p:sldId id="755" r:id="rId48"/>
    <p:sldId id="756" r:id="rId49"/>
    <p:sldId id="757" r:id="rId50"/>
    <p:sldId id="1110" r:id="rId51"/>
    <p:sldId id="759" r:id="rId52"/>
    <p:sldId id="760" r:id="rId53"/>
    <p:sldId id="761" r:id="rId54"/>
    <p:sldId id="762" r:id="rId55"/>
    <p:sldId id="763" r:id="rId56"/>
    <p:sldId id="764" r:id="rId57"/>
    <p:sldId id="765" r:id="rId58"/>
    <p:sldId id="766" r:id="rId59"/>
    <p:sldId id="767" r:id="rId60"/>
    <p:sldId id="768" r:id="rId61"/>
    <p:sldId id="769" r:id="rId62"/>
    <p:sldId id="770" r:id="rId63"/>
    <p:sldId id="771" r:id="rId64"/>
    <p:sldId id="772" r:id="rId65"/>
    <p:sldId id="773" r:id="rId66"/>
    <p:sldId id="774" r:id="rId67"/>
    <p:sldId id="775" r:id="rId68"/>
    <p:sldId id="776" r:id="rId69"/>
    <p:sldId id="777" r:id="rId70"/>
    <p:sldId id="778" r:id="rId71"/>
    <p:sldId id="779" r:id="rId72"/>
    <p:sldId id="780" r:id="rId73"/>
    <p:sldId id="781" r:id="rId74"/>
    <p:sldId id="782" r:id="rId75"/>
    <p:sldId id="783" r:id="rId76"/>
    <p:sldId id="784" r:id="rId77"/>
    <p:sldId id="785" r:id="rId78"/>
    <p:sldId id="786" r:id="rId79"/>
    <p:sldId id="1111" r:id="rId80"/>
    <p:sldId id="788" r:id="rId81"/>
    <p:sldId id="789" r:id="rId82"/>
    <p:sldId id="790" r:id="rId83"/>
    <p:sldId id="791" r:id="rId84"/>
    <p:sldId id="792" r:id="rId85"/>
    <p:sldId id="793" r:id="rId86"/>
    <p:sldId id="794" r:id="rId87"/>
    <p:sldId id="795" r:id="rId88"/>
    <p:sldId id="796" r:id="rId89"/>
    <p:sldId id="797" r:id="rId90"/>
    <p:sldId id="798" r:id="rId91"/>
    <p:sldId id="799" r:id="rId92"/>
    <p:sldId id="800" r:id="rId93"/>
    <p:sldId id="801" r:id="rId94"/>
    <p:sldId id="802" r:id="rId95"/>
    <p:sldId id="804" r:id="rId96"/>
    <p:sldId id="805" r:id="rId97"/>
    <p:sldId id="806" r:id="rId98"/>
    <p:sldId id="807" r:id="rId99"/>
    <p:sldId id="808" r:id="rId100"/>
    <p:sldId id="809" r:id="rId101"/>
    <p:sldId id="810" r:id="rId102"/>
    <p:sldId id="811" r:id="rId103"/>
    <p:sldId id="812" r:id="rId104"/>
    <p:sldId id="813" r:id="rId105"/>
    <p:sldId id="814" r:id="rId106"/>
    <p:sldId id="815" r:id="rId107"/>
    <p:sldId id="816" r:id="rId108"/>
    <p:sldId id="817" r:id="rId109"/>
    <p:sldId id="818" r:id="rId110"/>
    <p:sldId id="819" r:id="rId111"/>
    <p:sldId id="820" r:id="rId112"/>
    <p:sldId id="821" r:id="rId113"/>
    <p:sldId id="822" r:id="rId114"/>
    <p:sldId id="823" r:id="rId115"/>
    <p:sldId id="824" r:id="rId116"/>
    <p:sldId id="825" r:id="rId117"/>
    <p:sldId id="826" r:id="rId118"/>
    <p:sldId id="827" r:id="rId119"/>
    <p:sldId id="828" r:id="rId120"/>
    <p:sldId id="829" r:id="rId121"/>
    <p:sldId id="1119" r:id="rId122"/>
    <p:sldId id="830" r:id="rId123"/>
    <p:sldId id="831" r:id="rId124"/>
    <p:sldId id="832" r:id="rId125"/>
    <p:sldId id="833" r:id="rId126"/>
    <p:sldId id="835" r:id="rId127"/>
    <p:sldId id="1148" r:id="rId128"/>
    <p:sldId id="1147" r:id="rId129"/>
    <p:sldId id="836" r:id="rId130"/>
    <p:sldId id="837" r:id="rId131"/>
    <p:sldId id="838" r:id="rId132"/>
    <p:sldId id="839" r:id="rId133"/>
    <p:sldId id="840" r:id="rId134"/>
    <p:sldId id="841" r:id="rId135"/>
    <p:sldId id="842" r:id="rId136"/>
    <p:sldId id="843" r:id="rId137"/>
    <p:sldId id="844" r:id="rId138"/>
    <p:sldId id="845" r:id="rId139"/>
    <p:sldId id="847" r:id="rId140"/>
    <p:sldId id="1114" r:id="rId141"/>
    <p:sldId id="1122" r:id="rId142"/>
    <p:sldId id="1121" r:id="rId143"/>
    <p:sldId id="1123" r:id="rId144"/>
    <p:sldId id="1124" r:id="rId145"/>
    <p:sldId id="1125" r:id="rId146"/>
    <p:sldId id="1127" r:id="rId147"/>
    <p:sldId id="852" r:id="rId148"/>
    <p:sldId id="1126" r:id="rId149"/>
    <p:sldId id="1128" r:id="rId150"/>
    <p:sldId id="1129" r:id="rId151"/>
    <p:sldId id="1130" r:id="rId152"/>
    <p:sldId id="1131" r:id="rId153"/>
    <p:sldId id="1132" r:id="rId154"/>
    <p:sldId id="1134" r:id="rId155"/>
    <p:sldId id="1135" r:id="rId156"/>
    <p:sldId id="1136" r:id="rId157"/>
    <p:sldId id="1137" r:id="rId158"/>
    <p:sldId id="1140" r:id="rId159"/>
    <p:sldId id="1141" r:id="rId160"/>
    <p:sldId id="1142" r:id="rId161"/>
    <p:sldId id="1143" r:id="rId162"/>
    <p:sldId id="1144" r:id="rId163"/>
    <p:sldId id="1145" r:id="rId164"/>
    <p:sldId id="787" r:id="rId165"/>
    <p:sldId id="758" r:id="rId166"/>
  </p:sldIdLst>
  <p:sldSz cx="12192000" cy="6858000"/>
  <p:notesSz cx="6858000" cy="9144000"/>
  <p:defaultTextStyle>
    <a:defPPr>
      <a:defRPr lang="fr-FR"/>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HOWEET" id="{D34E524A-D6EF-4CBC-A13A-51C3740B0549}">
          <p14:sldIdLst>
            <p14:sldId id="710"/>
            <p14:sldId id="853"/>
            <p14:sldId id="857"/>
          </p14:sldIdLst>
        </p14:section>
        <p14:section name="01-LIST" id="{0C009CD5-82DD-4149-9B85-0897FB5CE4F7}">
          <p14:sldIdLst>
            <p14:sldId id="711"/>
            <p14:sldId id="712"/>
            <p14:sldId id="713"/>
            <p14:sldId id="714"/>
            <p14:sldId id="715"/>
            <p14:sldId id="716"/>
            <p14:sldId id="717"/>
            <p14:sldId id="718"/>
            <p14:sldId id="719"/>
            <p14:sldId id="720"/>
            <p14:sldId id="721"/>
            <p14:sldId id="722"/>
            <p14:sldId id="723"/>
            <p14:sldId id="724"/>
            <p14:sldId id="725"/>
            <p14:sldId id="726"/>
            <p14:sldId id="727"/>
            <p14:sldId id="728"/>
            <p14:sldId id="1133"/>
            <p14:sldId id="730"/>
            <p14:sldId id="731"/>
            <p14:sldId id="732"/>
            <p14:sldId id="733"/>
            <p14:sldId id="734"/>
            <p14:sldId id="736"/>
            <p14:sldId id="737"/>
            <p14:sldId id="738"/>
            <p14:sldId id="739"/>
            <p14:sldId id="740"/>
            <p14:sldId id="741"/>
            <p14:sldId id="742"/>
            <p14:sldId id="743"/>
            <p14:sldId id="744"/>
            <p14:sldId id="746"/>
          </p14:sldIdLst>
        </p14:section>
        <p14:section name="02-PROCESS" id="{FAC78E51-A11F-4410-B1B2-11775C67B1BF}">
          <p14:sldIdLst>
            <p14:sldId id="747"/>
            <p14:sldId id="748"/>
            <p14:sldId id="749"/>
            <p14:sldId id="750"/>
            <p14:sldId id="751"/>
            <p14:sldId id="752"/>
            <p14:sldId id="753"/>
            <p14:sldId id="754"/>
            <p14:sldId id="755"/>
            <p14:sldId id="756"/>
            <p14:sldId id="757"/>
            <p14:sldId id="1110"/>
            <p14:sldId id="759"/>
            <p14:sldId id="760"/>
            <p14:sldId id="761"/>
            <p14:sldId id="762"/>
            <p14:sldId id="763"/>
            <p14:sldId id="764"/>
            <p14:sldId id="765"/>
            <p14:sldId id="766"/>
            <p14:sldId id="767"/>
            <p14:sldId id="768"/>
            <p14:sldId id="769"/>
            <p14:sldId id="770"/>
            <p14:sldId id="771"/>
            <p14:sldId id="772"/>
            <p14:sldId id="773"/>
            <p14:sldId id="774"/>
            <p14:sldId id="775"/>
            <p14:sldId id="776"/>
            <p14:sldId id="777"/>
            <p14:sldId id="778"/>
            <p14:sldId id="779"/>
            <p14:sldId id="780"/>
            <p14:sldId id="781"/>
            <p14:sldId id="782"/>
            <p14:sldId id="783"/>
            <p14:sldId id="784"/>
            <p14:sldId id="785"/>
            <p14:sldId id="786"/>
            <p14:sldId id="1111"/>
            <p14:sldId id="788"/>
          </p14:sldIdLst>
        </p14:section>
        <p14:section name="03-CYCLE" id="{6C985C8B-0749-44FA-BF63-E1F6D4462FC3}">
          <p14:sldIdLst>
            <p14:sldId id="789"/>
            <p14:sldId id="790"/>
            <p14:sldId id="791"/>
            <p14:sldId id="792"/>
            <p14:sldId id="793"/>
            <p14:sldId id="794"/>
            <p14:sldId id="795"/>
            <p14:sldId id="796"/>
            <p14:sldId id="797"/>
            <p14:sldId id="798"/>
            <p14:sldId id="799"/>
            <p14:sldId id="800"/>
            <p14:sldId id="801"/>
            <p14:sldId id="802"/>
            <p14:sldId id="804"/>
            <p14:sldId id="805"/>
          </p14:sldIdLst>
        </p14:section>
        <p14:section name="04-HIERARCHY" id="{8CD1293C-891F-42C7-B920-17B8319CC5A3}">
          <p14:sldIdLst>
            <p14:sldId id="806"/>
            <p14:sldId id="807"/>
            <p14:sldId id="808"/>
            <p14:sldId id="809"/>
            <p14:sldId id="810"/>
            <p14:sldId id="811"/>
            <p14:sldId id="812"/>
            <p14:sldId id="813"/>
            <p14:sldId id="814"/>
            <p14:sldId id="815"/>
            <p14:sldId id="816"/>
            <p14:sldId id="817"/>
            <p14:sldId id="818"/>
          </p14:sldIdLst>
        </p14:section>
        <p14:section name="05-RELATIONSHIP" id="{EABE87D3-F399-4BEE-8F24-2F16D220D278}">
          <p14:sldIdLst>
            <p14:sldId id="819"/>
            <p14:sldId id="820"/>
            <p14:sldId id="821"/>
            <p14:sldId id="822"/>
            <p14:sldId id="823"/>
            <p14:sldId id="824"/>
            <p14:sldId id="825"/>
            <p14:sldId id="826"/>
            <p14:sldId id="827"/>
            <p14:sldId id="828"/>
            <p14:sldId id="829"/>
            <p14:sldId id="1119"/>
            <p14:sldId id="830"/>
            <p14:sldId id="831"/>
            <p14:sldId id="832"/>
            <p14:sldId id="833"/>
            <p14:sldId id="835"/>
            <p14:sldId id="1148"/>
            <p14:sldId id="1147"/>
          </p14:sldIdLst>
        </p14:section>
        <p14:section name="06-MATRIX" id="{E93AD6C5-1035-43C6-B386-11A9CD3949C4}">
          <p14:sldIdLst>
            <p14:sldId id="836"/>
            <p14:sldId id="837"/>
            <p14:sldId id="838"/>
            <p14:sldId id="839"/>
            <p14:sldId id="840"/>
          </p14:sldIdLst>
        </p14:section>
        <p14:section name="07-PYRAMID" id="{6791B577-AC47-41ED-AAD9-66E89C79DBF3}">
          <p14:sldIdLst>
            <p14:sldId id="841"/>
            <p14:sldId id="842"/>
            <p14:sldId id="843"/>
            <p14:sldId id="844"/>
            <p14:sldId id="845"/>
          </p14:sldIdLst>
        </p14:section>
        <p14:section name="08-PICTURE" id="{793CEEFB-C2C1-472C-B374-59EC4755DF07}">
          <p14:sldIdLst>
            <p14:sldId id="847"/>
            <p14:sldId id="1114"/>
            <p14:sldId id="1122"/>
            <p14:sldId id="1121"/>
            <p14:sldId id="1123"/>
            <p14:sldId id="1124"/>
            <p14:sldId id="1125"/>
            <p14:sldId id="1127"/>
            <p14:sldId id="852"/>
            <p14:sldId id="1126"/>
            <p14:sldId id="1128"/>
            <p14:sldId id="1129"/>
            <p14:sldId id="1130"/>
            <p14:sldId id="1131"/>
            <p14:sldId id="1132"/>
            <p14:sldId id="1134"/>
            <p14:sldId id="1135"/>
            <p14:sldId id="1136"/>
            <p14:sldId id="1137"/>
            <p14:sldId id="1140"/>
            <p14:sldId id="1141"/>
            <p14:sldId id="1142"/>
            <p14:sldId id="1143"/>
            <p14:sldId id="1144"/>
            <p14:sldId id="1145"/>
          </p14:sldIdLst>
        </p14:section>
        <p14:section name="CREDITS &amp; COPYRIGHTS" id="{96A22112-93F8-4FC4-92DC-51B794962ED1}">
          <p14:sldIdLst>
            <p14:sldId id="787"/>
            <p14:sldId id="758"/>
          </p14:sldIdLst>
        </p14:section>
      </p14:sectionLst>
    </p:ext>
    <p:ext uri="{EFAFB233-063F-42B5-8137-9DF3F51BA10A}">
      <p15:sldGuideLst xmlns:p15="http://schemas.microsoft.com/office/powerpoint/2012/main">
        <p15:guide id="1" orient="horz" pos="2251" userDrawn="1">
          <p15:clr>
            <a:srgbClr val="A4A3A4"/>
          </p15:clr>
        </p15:guide>
        <p15:guide id="3" orient="horz" pos="3159" userDrawn="1">
          <p15:clr>
            <a:srgbClr val="A4A3A4"/>
          </p15:clr>
        </p15:guide>
        <p15:guide id="5" orient="horz" pos="981" userDrawn="1">
          <p15:clr>
            <a:srgbClr val="A4A3A4"/>
          </p15:clr>
        </p15:guide>
        <p15:guide id="6" pos="3840" userDrawn="1">
          <p15:clr>
            <a:srgbClr val="A4A3A4"/>
          </p15:clr>
        </p15:guide>
        <p15:guide id="7" pos="575" userDrawn="1">
          <p15:clr>
            <a:srgbClr val="A4A3A4"/>
          </p15:clr>
        </p15:guide>
        <p15:guide id="8" pos="7105" userDrawn="1">
          <p15:clr>
            <a:srgbClr val="A4A3A4"/>
          </p15:clr>
        </p15:guide>
        <p15:guide id="9" pos="7408" userDrawn="1">
          <p15:clr>
            <a:srgbClr val="A4A3A4"/>
          </p15:clr>
        </p15:guide>
        <p15:guide id="10" pos="303" userDrawn="1">
          <p15:clr>
            <a:srgbClr val="A4A3A4"/>
          </p15:clr>
        </p15:guide>
        <p15:guide id="11" pos="1965" userDrawn="1">
          <p15:clr>
            <a:srgbClr val="A4A3A4"/>
          </p15:clr>
        </p15:guide>
        <p15:guide id="12" pos="5715" userDrawn="1">
          <p15:clr>
            <a:srgbClr val="A4A3A4"/>
          </p15:clr>
        </p15:guide>
        <p15:guide id="13" pos="4384" userDrawn="1">
          <p15:clr>
            <a:srgbClr val="A4A3A4"/>
          </p15:clr>
        </p15:guide>
        <p15:guide id="14" orient="horz" pos="3295" userDrawn="1">
          <p15:clr>
            <a:srgbClr val="A4A3A4"/>
          </p15:clr>
        </p15:guide>
        <p15:guide id="15" orient="horz" pos="216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F6D6A"/>
    <a:srgbClr val="393937"/>
    <a:srgbClr val="2E8F46"/>
    <a:srgbClr val="484846"/>
    <a:srgbClr val="4A9C5E"/>
    <a:srgbClr val="A1DDAA"/>
    <a:srgbClr val="42B56B"/>
    <a:srgbClr val="E54F40"/>
    <a:srgbClr val="0097C9"/>
    <a:srgbClr val="ED8C1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929F9F4-4A8F-4326-A1B4-22849713DDAB}" styleName="Style foncé 1 - Accentuation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Style foncé 1 - Accentuation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7CE84F3-28C3-443E-9E96-99CF82512B78}" styleName="Style foncé 1 - Accentuation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FD4443E-F989-4FC4-A0C8-D5A2AF1F390B}" styleName="Style foncé 1 - Accentuation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Style foncé 1 - Accentuation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Style foncé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93296810-A885-4BE3-A3E7-6D5BEEA58F35}" styleName="Style moyen 2 - Accentuation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Style moyen 2 - Accentuation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412" autoAdjust="0"/>
    <p:restoredTop sz="95541" autoAdjust="0"/>
  </p:normalViewPr>
  <p:slideViewPr>
    <p:cSldViewPr>
      <p:cViewPr varScale="1">
        <p:scale>
          <a:sx n="117" d="100"/>
          <a:sy n="117" d="100"/>
        </p:scale>
        <p:origin x="84" y="576"/>
      </p:cViewPr>
      <p:guideLst>
        <p:guide orient="horz" pos="2251"/>
        <p:guide orient="horz" pos="3159"/>
        <p:guide orient="horz" pos="981"/>
        <p:guide pos="3840"/>
        <p:guide pos="575"/>
        <p:guide pos="7105"/>
        <p:guide pos="7408"/>
        <p:guide pos="303"/>
        <p:guide pos="1965"/>
        <p:guide pos="5715"/>
        <p:guide pos="4384"/>
        <p:guide orient="horz" pos="3295"/>
        <p:guide orient="horz" pos="2160"/>
      </p:guideLst>
    </p:cSldViewPr>
  </p:slideViewPr>
  <p:outlineViewPr>
    <p:cViewPr>
      <p:scale>
        <a:sx n="33" d="100"/>
        <a:sy n="33" d="100"/>
      </p:scale>
      <p:origin x="0" y="-51270"/>
    </p:cViewPr>
    <p:sldLst>
      <p:sld r:id="rId1" collapse="1"/>
    </p:sldLst>
  </p:outlineViewPr>
  <p:notesTextViewPr>
    <p:cViewPr>
      <p:scale>
        <a:sx n="150" d="100"/>
        <a:sy n="150" d="100"/>
      </p:scale>
      <p:origin x="0" y="0"/>
    </p:cViewPr>
  </p:notesTextViewPr>
  <p:sorterViewPr>
    <p:cViewPr>
      <p:scale>
        <a:sx n="66" d="100"/>
        <a:sy n="66" d="100"/>
      </p:scale>
      <p:origin x="0" y="0"/>
    </p:cViewPr>
  </p:sorterViewPr>
  <p:notesViewPr>
    <p:cSldViewPr>
      <p:cViewPr varScale="1">
        <p:scale>
          <a:sx n="120" d="100"/>
          <a:sy n="120" d="100"/>
        </p:scale>
        <p:origin x="4962" y="12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59" Type="http://schemas.openxmlformats.org/officeDocument/2006/relationships/slide" Target="slides/slide157.xml"/><Relationship Id="rId170" Type="http://schemas.openxmlformats.org/officeDocument/2006/relationships/viewProps" Target="viewProps.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slide" Target="slides/slide147.xml"/><Relationship Id="rId5" Type="http://schemas.openxmlformats.org/officeDocument/2006/relationships/slide" Target="slides/slide3.xml"/><Relationship Id="rId95" Type="http://schemas.openxmlformats.org/officeDocument/2006/relationships/slide" Target="slides/slide93.xml"/><Relationship Id="rId160" Type="http://schemas.openxmlformats.org/officeDocument/2006/relationships/slide" Target="slides/slide158.xml"/><Relationship Id="rId22" Type="http://schemas.openxmlformats.org/officeDocument/2006/relationships/slide" Target="slides/slide20.xml"/><Relationship Id="rId43" Type="http://schemas.openxmlformats.org/officeDocument/2006/relationships/slide" Target="slides/slide41.xml"/><Relationship Id="rId64" Type="http://schemas.openxmlformats.org/officeDocument/2006/relationships/slide" Target="slides/slide62.xml"/><Relationship Id="rId118" Type="http://schemas.openxmlformats.org/officeDocument/2006/relationships/slide" Target="slides/slide116.xml"/><Relationship Id="rId139" Type="http://schemas.openxmlformats.org/officeDocument/2006/relationships/slide" Target="slides/slide137.xml"/><Relationship Id="rId85" Type="http://schemas.openxmlformats.org/officeDocument/2006/relationships/slide" Target="slides/slide83.xml"/><Relationship Id="rId150" Type="http://schemas.openxmlformats.org/officeDocument/2006/relationships/slide" Target="slides/slide148.xml"/><Relationship Id="rId171" Type="http://schemas.openxmlformats.org/officeDocument/2006/relationships/theme" Target="theme/theme1.xml"/><Relationship Id="rId12" Type="http://schemas.openxmlformats.org/officeDocument/2006/relationships/slide" Target="slides/slide10.xml"/><Relationship Id="rId33" Type="http://schemas.openxmlformats.org/officeDocument/2006/relationships/slide" Target="slides/slide31.xml"/><Relationship Id="rId108" Type="http://schemas.openxmlformats.org/officeDocument/2006/relationships/slide" Target="slides/slide106.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slide" Target="slides/slide138.xml"/><Relationship Id="rId145" Type="http://schemas.openxmlformats.org/officeDocument/2006/relationships/slide" Target="slides/slide143.xml"/><Relationship Id="rId161" Type="http://schemas.openxmlformats.org/officeDocument/2006/relationships/slide" Target="slides/slide159.xml"/><Relationship Id="rId166" Type="http://schemas.openxmlformats.org/officeDocument/2006/relationships/slide" Target="slides/slide164.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51" Type="http://schemas.openxmlformats.org/officeDocument/2006/relationships/slide" Target="slides/slide149.xml"/><Relationship Id="rId156" Type="http://schemas.openxmlformats.org/officeDocument/2006/relationships/slide" Target="slides/slide154.xml"/><Relationship Id="rId172" Type="http://schemas.openxmlformats.org/officeDocument/2006/relationships/tableStyles" Target="tableStyles.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167" Type="http://schemas.openxmlformats.org/officeDocument/2006/relationships/notesMaster" Target="notesMasters/notesMaster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162" Type="http://schemas.openxmlformats.org/officeDocument/2006/relationships/slide" Target="slides/slide16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157" Type="http://schemas.openxmlformats.org/officeDocument/2006/relationships/slide" Target="slides/slide155.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slide" Target="slides/slide15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168" Type="http://schemas.openxmlformats.org/officeDocument/2006/relationships/handoutMaster" Target="handoutMasters/handoutMaster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slide" Target="slides/slide161.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164" Type="http://schemas.openxmlformats.org/officeDocument/2006/relationships/slide" Target="slides/slide162.xml"/><Relationship Id="rId16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slide" Target="slides/slide152.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 Id="rId165" Type="http://schemas.openxmlformats.org/officeDocument/2006/relationships/slide" Target="slides/slide163.xml"/><Relationship Id="rId27" Type="http://schemas.openxmlformats.org/officeDocument/2006/relationships/slide" Target="slides/slide25.xml"/><Relationship Id="rId48" Type="http://schemas.openxmlformats.org/officeDocument/2006/relationships/slide" Target="slides/slide46.xml"/><Relationship Id="rId69" Type="http://schemas.openxmlformats.org/officeDocument/2006/relationships/slide" Target="slides/slide67.xml"/><Relationship Id="rId113" Type="http://schemas.openxmlformats.org/officeDocument/2006/relationships/slide" Target="slides/slide111.xml"/><Relationship Id="rId134" Type="http://schemas.openxmlformats.org/officeDocument/2006/relationships/slide" Target="slides/slide132.xml"/><Relationship Id="rId80" Type="http://schemas.openxmlformats.org/officeDocument/2006/relationships/slide" Target="slides/slide78.xml"/><Relationship Id="rId155" Type="http://schemas.openxmlformats.org/officeDocument/2006/relationships/slide" Target="slides/slide153.xml"/><Relationship Id="rId17" Type="http://schemas.openxmlformats.org/officeDocument/2006/relationships/slide" Target="slides/slide15.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24" Type="http://schemas.openxmlformats.org/officeDocument/2006/relationships/slide" Target="slides/slide122.xml"/></Relationships>
</file>

<file path=ppt/_rels/viewProps.xml.rels><?xml version="1.0" encoding="UTF-8" standalone="yes"?>
<Relationships xmlns="http://schemas.openxmlformats.org/package/2006/relationships"><Relationship Id="rId1" Type="http://schemas.openxmlformats.org/officeDocument/2006/relationships/slide" Target="slides/slide155.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9.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9.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9.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9.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8.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9.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9.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9.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9.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3.xml><?xml version="1.0" encoding="utf-8"?>
<dgm:colorsDef xmlns:dgm="http://schemas.openxmlformats.org/drawingml/2006/diagram" xmlns:a="http://schemas.openxmlformats.org/drawingml/2006/main" uniqueId="urn:microsoft.com/office/officeart/2005/8/colors/accent3_4">
  <dgm:title val=""/>
  <dgm:desc val=""/>
  <dgm:catLst>
    <dgm:cat type="accent3" pri="11400"/>
  </dgm:catLst>
  <dgm:styleLbl name="node0">
    <dgm:fillClrLst meth="cycle">
      <a:schemeClr val="accent3">
        <a:shade val="60000"/>
      </a:schemeClr>
    </dgm:fillClrLst>
    <dgm:linClrLst meth="repeat">
      <a:schemeClr val="lt1"/>
    </dgm:linClrLst>
    <dgm:effectClrLst/>
    <dgm:txLinClrLst/>
    <dgm:txFillClrLst/>
    <dgm:txEffectClrLst/>
  </dgm:styleLbl>
  <dgm:styleLbl name="node1">
    <dgm:fillClrLst meth="cycle">
      <a:schemeClr val="accent3">
        <a:shade val="50000"/>
      </a:schemeClr>
      <a:schemeClr val="accent3">
        <a:tint val="55000"/>
      </a:schemeClr>
    </dgm:fillClrLst>
    <dgm:linClrLst meth="repeat">
      <a:schemeClr val="lt1"/>
    </dgm:linClrLst>
    <dgm:effectClrLst/>
    <dgm:txLinClrLst/>
    <dgm:txFillClrLst/>
    <dgm:txEffectClrLst/>
  </dgm:styleLbl>
  <dgm:styleLbl name="alignNode1">
    <dgm:fillClrLst meth="cycle">
      <a:schemeClr val="accent3">
        <a:shade val="50000"/>
      </a:schemeClr>
      <a:schemeClr val="accent3">
        <a:tint val="55000"/>
      </a:schemeClr>
    </dgm:fillClrLst>
    <dgm:linClrLst meth="cycle">
      <a:schemeClr val="accent3">
        <a:shade val="50000"/>
      </a:schemeClr>
      <a:schemeClr val="accent3">
        <a:tint val="55000"/>
      </a:schemeClr>
    </dgm:linClrLst>
    <dgm:effectClrLst/>
    <dgm:txLinClrLst/>
    <dgm:txFillClrLst/>
    <dgm:txEffectClrLst/>
  </dgm:styleLbl>
  <dgm:styleLbl name="lnNode1">
    <dgm:fillClrLst meth="cycle">
      <a:schemeClr val="accent3">
        <a:shade val="50000"/>
      </a:schemeClr>
      <a:schemeClr val="accent3">
        <a:tint val="55000"/>
      </a:schemeClr>
    </dgm:fillClrLst>
    <dgm:linClrLst meth="repeat">
      <a:schemeClr val="lt1"/>
    </dgm:linClrLst>
    <dgm:effectClrLst/>
    <dgm:txLinClrLst/>
    <dgm:txFillClrLst/>
    <dgm:txEffectClrLst/>
  </dgm:styleLbl>
  <dgm:styleLbl name="vennNode1">
    <dgm:fillClrLst meth="cycle">
      <a:schemeClr val="accent3">
        <a:shade val="80000"/>
        <a:alpha val="50000"/>
      </a:schemeClr>
      <a:schemeClr val="accent3">
        <a:tint val="50000"/>
        <a:alpha val="50000"/>
      </a:schemeClr>
    </dgm:fillClrLst>
    <dgm:linClrLst meth="repeat">
      <a:schemeClr val="lt1"/>
    </dgm:linClrLst>
    <dgm:effectClrLst/>
    <dgm:txLinClrLst/>
    <dgm:txFillClrLst/>
    <dgm:txEffectClrLst/>
  </dgm:styleLbl>
  <dgm:styleLbl name="node2">
    <dgm:fillClrLst>
      <a:schemeClr val="accent3">
        <a:shade val="80000"/>
      </a:schemeClr>
    </dgm:fillClrLst>
    <dgm:linClrLst meth="repeat">
      <a:schemeClr val="lt1"/>
    </dgm:linClrLst>
    <dgm:effectClrLst/>
    <dgm:txLinClrLst/>
    <dgm:txFillClrLst/>
    <dgm:txEffectClrLst/>
  </dgm:styleLbl>
  <dgm:styleLbl name="node3">
    <dgm:fillClrLst>
      <a:schemeClr val="accent3">
        <a:tint val="99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fg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fg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bg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sibTrans1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0000"/>
      </a:schemeClr>
    </dgm:fillClrLst>
    <dgm:linClrLst meth="repeat">
      <a:schemeClr val="lt1"/>
    </dgm:linClrLst>
    <dgm:effectClrLst/>
    <dgm:txLinClrLst/>
    <dgm:txFillClrLst/>
    <dgm:txEffectClrLst/>
  </dgm:styleLbl>
  <dgm:styleLbl name="asst3">
    <dgm:fillClrLst>
      <a:schemeClr val="accent3">
        <a:tint val="70000"/>
      </a:schemeClr>
    </dgm:fillClrLst>
    <dgm:linClrLst meth="repeat">
      <a:schemeClr val="lt1"/>
    </dgm:linClrLst>
    <dgm:effectClrLst/>
    <dgm:txLinClrLst/>
    <dgm:txFillClrLst/>
    <dgm:txEffectClrLst/>
  </dgm:styleLbl>
  <dgm:styleLbl name="asst4">
    <dgm:fillClrLst>
      <a:schemeClr val="accent3">
        <a:tint val="50000"/>
      </a:schemeClr>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shade val="80000"/>
      </a:schemeClr>
    </dgm:linClrLst>
    <dgm:effectClrLst/>
    <dgm:txLinClrLst/>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dk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3">
        <a:tint val="90000"/>
      </a:schemeClr>
    </dgm:linClrLst>
    <dgm:effectClrLst/>
    <dgm:txLinClrLst/>
    <dgm:txFillClrLst meth="repeat">
      <a:schemeClr val="tx1"/>
    </dgm:txFillClrLst>
    <dgm:txEffectClrLst/>
  </dgm:styleLbl>
  <dgm:styleLbl name="parChTrans1D3">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parChTrans1D4">
    <dgm:fillClrLst meth="repeat">
      <a:schemeClr val="accent3">
        <a:tint val="50000"/>
      </a:schemeClr>
    </dgm:fillClrLst>
    <dgm:linClrLst meth="repeat">
      <a:schemeClr val="accent3">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55000"/>
      </a:schemeClr>
    </dgm:fillClrLst>
    <dgm:linClrLst meth="repeat">
      <a:schemeClr val="accent3">
        <a:alpha val="90000"/>
        <a:tint val="55000"/>
      </a:schemeClr>
    </dgm:linClrLst>
    <dgm:effectClrLst/>
    <dgm:txLinClrLst/>
    <dgm:txFillClrLst meth="repeat">
      <a:schemeClr val="dk1"/>
    </dgm:txFillClrLst>
    <dgm:txEffectClrLst/>
  </dgm:styleLbl>
  <dgm:styleLbl name="alignAccFollowNode1">
    <dgm:fillClrLst meth="repeat">
      <a:schemeClr val="accent3">
        <a:alpha val="90000"/>
        <a:tint val="55000"/>
      </a:schemeClr>
    </dgm:fillClrLst>
    <dgm:linClrLst meth="repeat">
      <a:schemeClr val="accent3">
        <a:alpha val="90000"/>
        <a:tint val="55000"/>
      </a:schemeClr>
    </dgm:linClrLst>
    <dgm:effectClrLst/>
    <dgm:txLinClrLst/>
    <dgm:txFillClrLst meth="repeat">
      <a:schemeClr val="dk1"/>
    </dgm:txFillClrLst>
    <dgm:txEffectClrLst/>
  </dgm:styleLbl>
  <dgm:styleLbl name="bgAccFollowNode1">
    <dgm:fillClrLst meth="repeat">
      <a:schemeClr val="accent3">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50000"/>
      </a:schemeClr>
    </dgm:linClrLst>
    <dgm:effectClrLst/>
    <dgm:txLinClrLst/>
    <dgm:txFillClrLst meth="repeat">
      <a:schemeClr val="dk1"/>
    </dgm:txFillClrLst>
    <dgm:txEffectClrLst/>
  </dgm:styleLbl>
  <dgm:styleLbl name="bgShp">
    <dgm:fillClrLst meth="repeat">
      <a:schemeClr val="accent3">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55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4.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5.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6.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9.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9.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6.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7.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9.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0.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9.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0.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9.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CF10B18-2AC4-472D-B465-8B99D7ACB451}" type="doc">
      <dgm:prSet loTypeId="urn:microsoft.com/office/officeart/2005/8/layout/vList2" loCatId="list" qsTypeId="urn:microsoft.com/office/officeart/2005/8/quickstyle/simple4" qsCatId="simple" csTypeId="urn:microsoft.com/office/officeart/2005/8/colors/colorful1" csCatId="colorful" phldr="0"/>
      <dgm:spPr/>
      <dgm:t>
        <a:bodyPr/>
        <a:lstStyle/>
        <a:p>
          <a:endParaRPr lang="en-US"/>
        </a:p>
      </dgm:t>
    </dgm:pt>
    <dgm:pt modelId="{42D69C1C-774F-470B-80E3-5E04710A950D}">
      <dgm:prSet phldrT="[Text]" phldr="1"/>
      <dgm:spPr/>
      <dgm:t>
        <a:bodyPr/>
        <a:lstStyle/>
        <a:p>
          <a:endParaRPr lang="en-US"/>
        </a:p>
      </dgm:t>
    </dgm:pt>
    <dgm:pt modelId="{DD42D536-7DC5-44DF-8AE6-FA34934522DC}" type="parTrans" cxnId="{7F1EBBEE-C1C3-412E-81C2-85111E95F0A1}">
      <dgm:prSet/>
      <dgm:spPr/>
      <dgm:t>
        <a:bodyPr/>
        <a:lstStyle/>
        <a:p>
          <a:endParaRPr lang="en-US"/>
        </a:p>
      </dgm:t>
    </dgm:pt>
    <dgm:pt modelId="{AC2EC545-EE8A-420C-AD22-0126ABB33243}" type="sibTrans" cxnId="{7F1EBBEE-C1C3-412E-81C2-85111E95F0A1}">
      <dgm:prSet/>
      <dgm:spPr/>
      <dgm:t>
        <a:bodyPr/>
        <a:lstStyle/>
        <a:p>
          <a:endParaRPr lang="en-US"/>
        </a:p>
      </dgm:t>
    </dgm:pt>
    <dgm:pt modelId="{EC012DE7-9E33-45BF-8AF7-1E526C080074}">
      <dgm:prSet phldrT="[Text]" phldr="1"/>
      <dgm:spPr/>
      <dgm:t>
        <a:bodyPr/>
        <a:lstStyle/>
        <a:p>
          <a:endParaRPr lang="en-US"/>
        </a:p>
      </dgm:t>
    </dgm:pt>
    <dgm:pt modelId="{78BE2FA2-2E72-4F1A-8D15-0CAC262AD2DB}" type="parTrans" cxnId="{BC70A581-356A-4199-AE55-0F3749D450A1}">
      <dgm:prSet/>
      <dgm:spPr/>
      <dgm:t>
        <a:bodyPr/>
        <a:lstStyle/>
        <a:p>
          <a:endParaRPr lang="en-US"/>
        </a:p>
      </dgm:t>
    </dgm:pt>
    <dgm:pt modelId="{0EADF16D-C85E-4A8E-90E6-D46EC4EA6CF6}" type="sibTrans" cxnId="{BC70A581-356A-4199-AE55-0F3749D450A1}">
      <dgm:prSet/>
      <dgm:spPr/>
      <dgm:t>
        <a:bodyPr/>
        <a:lstStyle/>
        <a:p>
          <a:endParaRPr lang="en-US"/>
        </a:p>
      </dgm:t>
    </dgm:pt>
    <dgm:pt modelId="{5A0B3BC3-2A44-4BF7-9B07-796834BC4B49}">
      <dgm:prSet phldrT="[Text]" phldr="1"/>
      <dgm:spPr/>
      <dgm:t>
        <a:bodyPr/>
        <a:lstStyle/>
        <a:p>
          <a:endParaRPr lang="en-US"/>
        </a:p>
      </dgm:t>
    </dgm:pt>
    <dgm:pt modelId="{62ACFB6F-63DD-43FE-8194-F23440555532}" type="parTrans" cxnId="{18376723-2E78-445C-A884-3FAFBA8E3C3F}">
      <dgm:prSet/>
      <dgm:spPr/>
      <dgm:t>
        <a:bodyPr/>
        <a:lstStyle/>
        <a:p>
          <a:endParaRPr lang="en-US"/>
        </a:p>
      </dgm:t>
    </dgm:pt>
    <dgm:pt modelId="{70D15901-14A7-4732-94E0-CAF2BC9C1A84}" type="sibTrans" cxnId="{18376723-2E78-445C-A884-3FAFBA8E3C3F}">
      <dgm:prSet/>
      <dgm:spPr/>
      <dgm:t>
        <a:bodyPr/>
        <a:lstStyle/>
        <a:p>
          <a:endParaRPr lang="en-US"/>
        </a:p>
      </dgm:t>
    </dgm:pt>
    <dgm:pt modelId="{08C06000-90E0-4A71-A5D9-49E852DA1C26}">
      <dgm:prSet phldrT="[Text]" phldr="1"/>
      <dgm:spPr/>
      <dgm:t>
        <a:bodyPr/>
        <a:lstStyle/>
        <a:p>
          <a:endParaRPr lang="en-US"/>
        </a:p>
      </dgm:t>
    </dgm:pt>
    <dgm:pt modelId="{EE916293-F684-441D-BE35-C245634A636F}" type="parTrans" cxnId="{BD8D86A7-DA00-437D-A3F0-272CAB72029B}">
      <dgm:prSet/>
      <dgm:spPr/>
      <dgm:t>
        <a:bodyPr/>
        <a:lstStyle/>
        <a:p>
          <a:endParaRPr lang="en-US"/>
        </a:p>
      </dgm:t>
    </dgm:pt>
    <dgm:pt modelId="{8579CC72-5D58-42AA-8D1B-C79E717692A9}" type="sibTrans" cxnId="{BD8D86A7-DA00-437D-A3F0-272CAB72029B}">
      <dgm:prSet/>
      <dgm:spPr/>
      <dgm:t>
        <a:bodyPr/>
        <a:lstStyle/>
        <a:p>
          <a:endParaRPr lang="en-US"/>
        </a:p>
      </dgm:t>
    </dgm:pt>
    <dgm:pt modelId="{98D8A8A2-5BD0-42BA-8048-DF000B9ABC95}" type="pres">
      <dgm:prSet presAssocID="{1CF10B18-2AC4-472D-B465-8B99D7ACB451}" presName="linear" presStyleCnt="0">
        <dgm:presLayoutVars>
          <dgm:animLvl val="lvl"/>
          <dgm:resizeHandles val="exact"/>
        </dgm:presLayoutVars>
      </dgm:prSet>
      <dgm:spPr/>
    </dgm:pt>
    <dgm:pt modelId="{D382AE52-AB99-4BA8-AEA5-4A654DD3C37F}" type="pres">
      <dgm:prSet presAssocID="{42D69C1C-774F-470B-80E3-5E04710A950D}" presName="parentText" presStyleLbl="node1" presStyleIdx="0" presStyleCnt="2">
        <dgm:presLayoutVars>
          <dgm:chMax val="0"/>
          <dgm:bulletEnabled val="1"/>
        </dgm:presLayoutVars>
      </dgm:prSet>
      <dgm:spPr/>
    </dgm:pt>
    <dgm:pt modelId="{6E94055C-BB7F-4BA8-B1D6-13287893A207}" type="pres">
      <dgm:prSet presAssocID="{42D69C1C-774F-470B-80E3-5E04710A950D}" presName="childText" presStyleLbl="revTx" presStyleIdx="0" presStyleCnt="2">
        <dgm:presLayoutVars>
          <dgm:bulletEnabled val="1"/>
        </dgm:presLayoutVars>
      </dgm:prSet>
      <dgm:spPr/>
    </dgm:pt>
    <dgm:pt modelId="{4BB00F9E-C0FB-43B0-99B8-F79CA4860FDD}" type="pres">
      <dgm:prSet presAssocID="{5A0B3BC3-2A44-4BF7-9B07-796834BC4B49}" presName="parentText" presStyleLbl="node1" presStyleIdx="1" presStyleCnt="2">
        <dgm:presLayoutVars>
          <dgm:chMax val="0"/>
          <dgm:bulletEnabled val="1"/>
        </dgm:presLayoutVars>
      </dgm:prSet>
      <dgm:spPr/>
    </dgm:pt>
    <dgm:pt modelId="{2104477C-323F-45E9-B083-FE3B1888DFE4}" type="pres">
      <dgm:prSet presAssocID="{5A0B3BC3-2A44-4BF7-9B07-796834BC4B49}" presName="childText" presStyleLbl="revTx" presStyleIdx="1" presStyleCnt="2">
        <dgm:presLayoutVars>
          <dgm:bulletEnabled val="1"/>
        </dgm:presLayoutVars>
      </dgm:prSet>
      <dgm:spPr/>
    </dgm:pt>
  </dgm:ptLst>
  <dgm:cxnLst>
    <dgm:cxn modelId="{C1053513-68FA-4779-9CBD-47D4E748A12F}" type="presOf" srcId="{42D69C1C-774F-470B-80E3-5E04710A950D}" destId="{D382AE52-AB99-4BA8-AEA5-4A654DD3C37F}" srcOrd="0" destOrd="0" presId="urn:microsoft.com/office/officeart/2005/8/layout/vList2"/>
    <dgm:cxn modelId="{18376723-2E78-445C-A884-3FAFBA8E3C3F}" srcId="{1CF10B18-2AC4-472D-B465-8B99D7ACB451}" destId="{5A0B3BC3-2A44-4BF7-9B07-796834BC4B49}" srcOrd="1" destOrd="0" parTransId="{62ACFB6F-63DD-43FE-8194-F23440555532}" sibTransId="{70D15901-14A7-4732-94E0-CAF2BC9C1A84}"/>
    <dgm:cxn modelId="{2BE19768-9BA8-4874-BF93-3D38B8046777}" type="presOf" srcId="{1CF10B18-2AC4-472D-B465-8B99D7ACB451}" destId="{98D8A8A2-5BD0-42BA-8048-DF000B9ABC95}" srcOrd="0" destOrd="0" presId="urn:microsoft.com/office/officeart/2005/8/layout/vList2"/>
    <dgm:cxn modelId="{7B510E7A-FB04-4984-AFFB-440C4714FA4F}" type="presOf" srcId="{08C06000-90E0-4A71-A5D9-49E852DA1C26}" destId="{2104477C-323F-45E9-B083-FE3B1888DFE4}" srcOrd="0" destOrd="0" presId="urn:microsoft.com/office/officeart/2005/8/layout/vList2"/>
    <dgm:cxn modelId="{BC70A581-356A-4199-AE55-0F3749D450A1}" srcId="{42D69C1C-774F-470B-80E3-5E04710A950D}" destId="{EC012DE7-9E33-45BF-8AF7-1E526C080074}" srcOrd="0" destOrd="0" parTransId="{78BE2FA2-2E72-4F1A-8D15-0CAC262AD2DB}" sibTransId="{0EADF16D-C85E-4A8E-90E6-D46EC4EA6CF6}"/>
    <dgm:cxn modelId="{BD8D86A7-DA00-437D-A3F0-272CAB72029B}" srcId="{5A0B3BC3-2A44-4BF7-9B07-796834BC4B49}" destId="{08C06000-90E0-4A71-A5D9-49E852DA1C26}" srcOrd="0" destOrd="0" parTransId="{EE916293-F684-441D-BE35-C245634A636F}" sibTransId="{8579CC72-5D58-42AA-8D1B-C79E717692A9}"/>
    <dgm:cxn modelId="{00FAA7CB-48B8-4B72-9AC1-9699F5AB0ADE}" type="presOf" srcId="{5A0B3BC3-2A44-4BF7-9B07-796834BC4B49}" destId="{4BB00F9E-C0FB-43B0-99B8-F79CA4860FDD}" srcOrd="0" destOrd="0" presId="urn:microsoft.com/office/officeart/2005/8/layout/vList2"/>
    <dgm:cxn modelId="{EFA494ED-8AB5-4CEC-A420-D9A2C357B219}" type="presOf" srcId="{EC012DE7-9E33-45BF-8AF7-1E526C080074}" destId="{6E94055C-BB7F-4BA8-B1D6-13287893A207}" srcOrd="0" destOrd="0" presId="urn:microsoft.com/office/officeart/2005/8/layout/vList2"/>
    <dgm:cxn modelId="{7F1EBBEE-C1C3-412E-81C2-85111E95F0A1}" srcId="{1CF10B18-2AC4-472D-B465-8B99D7ACB451}" destId="{42D69C1C-774F-470B-80E3-5E04710A950D}" srcOrd="0" destOrd="0" parTransId="{DD42D536-7DC5-44DF-8AE6-FA34934522DC}" sibTransId="{AC2EC545-EE8A-420C-AD22-0126ABB33243}"/>
    <dgm:cxn modelId="{A2022D5C-72F7-4749-AC15-57832AC2B979}" type="presParOf" srcId="{98D8A8A2-5BD0-42BA-8048-DF000B9ABC95}" destId="{D382AE52-AB99-4BA8-AEA5-4A654DD3C37F}" srcOrd="0" destOrd="0" presId="urn:microsoft.com/office/officeart/2005/8/layout/vList2"/>
    <dgm:cxn modelId="{E85361D4-6671-416E-BC15-ACACCA19894A}" type="presParOf" srcId="{98D8A8A2-5BD0-42BA-8048-DF000B9ABC95}" destId="{6E94055C-BB7F-4BA8-B1D6-13287893A207}" srcOrd="1" destOrd="0" presId="urn:microsoft.com/office/officeart/2005/8/layout/vList2"/>
    <dgm:cxn modelId="{48F7D9B6-56A2-4859-967F-E5227B887ADB}" type="presParOf" srcId="{98D8A8A2-5BD0-42BA-8048-DF000B9ABC95}" destId="{4BB00F9E-C0FB-43B0-99B8-F79CA4860FDD}" srcOrd="2" destOrd="0" presId="urn:microsoft.com/office/officeart/2005/8/layout/vList2"/>
    <dgm:cxn modelId="{F3C3C02B-6D2D-4F57-B095-5A543BEBF2A5}" type="presParOf" srcId="{98D8A8A2-5BD0-42BA-8048-DF000B9ABC95}" destId="{2104477C-323F-45E9-B083-FE3B1888DFE4}" srcOrd="3" destOrd="0" presId="urn:microsoft.com/office/officeart/2005/8/layout/vList2"/>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CF10B18-2AC4-472D-B465-8B99D7ACB451}" type="doc">
      <dgm:prSet loTypeId="urn:microsoft.com/office/officeart/2005/8/layout/chevron1" loCatId="process" qsTypeId="urn:microsoft.com/office/officeart/2005/8/quickstyle/simple4" qsCatId="simple" csTypeId="urn:microsoft.com/office/officeart/2005/8/colors/colorful1" csCatId="colorful" phldr="1"/>
      <dgm:spPr/>
      <dgm:t>
        <a:bodyPr/>
        <a:lstStyle/>
        <a:p>
          <a:endParaRPr lang="en-US"/>
        </a:p>
      </dgm:t>
    </dgm:pt>
    <dgm:pt modelId="{053322A9-61D9-4F3D-88F9-21E620B32B3F}">
      <dgm:prSet phldrT="[Text]" phldr="1"/>
      <dgm:spPr/>
      <dgm:t>
        <a:bodyPr/>
        <a:lstStyle/>
        <a:p>
          <a:endParaRPr lang="en-US"/>
        </a:p>
      </dgm:t>
    </dgm:pt>
    <dgm:pt modelId="{6823648A-5EC3-4F76-80FD-51E50B0EE0F7}" type="parTrans" cxnId="{EFFFAE47-0451-4DA2-B31D-2753D525BA9E}">
      <dgm:prSet/>
      <dgm:spPr/>
      <dgm:t>
        <a:bodyPr/>
        <a:lstStyle/>
        <a:p>
          <a:endParaRPr lang="en-US"/>
        </a:p>
      </dgm:t>
    </dgm:pt>
    <dgm:pt modelId="{D7DEF630-0AA6-44AB-8EE9-E6DA8557F0F9}" type="sibTrans" cxnId="{EFFFAE47-0451-4DA2-B31D-2753D525BA9E}">
      <dgm:prSet/>
      <dgm:spPr/>
      <dgm:t>
        <a:bodyPr/>
        <a:lstStyle/>
        <a:p>
          <a:endParaRPr lang="en-US"/>
        </a:p>
      </dgm:t>
    </dgm:pt>
    <dgm:pt modelId="{11D8E010-67B2-4283-BA91-9130396689E3}">
      <dgm:prSet phldrT="[Text]" phldr="1"/>
      <dgm:spPr/>
      <dgm:t>
        <a:bodyPr/>
        <a:lstStyle/>
        <a:p>
          <a:endParaRPr lang="en-US"/>
        </a:p>
      </dgm:t>
    </dgm:pt>
    <dgm:pt modelId="{30B5AB9E-9481-4B8D-8F9A-3DF06F143536}" type="parTrans" cxnId="{209411E3-2E63-4488-9B92-402DA3188B9A}">
      <dgm:prSet/>
      <dgm:spPr/>
      <dgm:t>
        <a:bodyPr/>
        <a:lstStyle/>
        <a:p>
          <a:endParaRPr lang="en-US"/>
        </a:p>
      </dgm:t>
    </dgm:pt>
    <dgm:pt modelId="{43546D12-33C2-4B3A-B34D-23E5D0D21EE3}" type="sibTrans" cxnId="{209411E3-2E63-4488-9B92-402DA3188B9A}">
      <dgm:prSet/>
      <dgm:spPr/>
      <dgm:t>
        <a:bodyPr/>
        <a:lstStyle/>
        <a:p>
          <a:endParaRPr lang="en-US"/>
        </a:p>
      </dgm:t>
    </dgm:pt>
    <dgm:pt modelId="{74284AE1-CDDE-4727-845A-6A945D97AB41}">
      <dgm:prSet phldrT="[Text]" phldr="1"/>
      <dgm:spPr/>
      <dgm:t>
        <a:bodyPr/>
        <a:lstStyle/>
        <a:p>
          <a:endParaRPr lang="en-US" dirty="0"/>
        </a:p>
      </dgm:t>
    </dgm:pt>
    <dgm:pt modelId="{EE8110C0-EE32-465A-8806-4DE30A593B7E}" type="parTrans" cxnId="{13FC5C85-9AF6-46C8-916E-DA162861A69D}">
      <dgm:prSet/>
      <dgm:spPr/>
      <dgm:t>
        <a:bodyPr/>
        <a:lstStyle/>
        <a:p>
          <a:endParaRPr lang="en-US"/>
        </a:p>
      </dgm:t>
    </dgm:pt>
    <dgm:pt modelId="{1797CE5E-A901-471C-BB19-6F706D81A6C4}" type="sibTrans" cxnId="{13FC5C85-9AF6-46C8-916E-DA162861A69D}">
      <dgm:prSet/>
      <dgm:spPr/>
      <dgm:t>
        <a:bodyPr/>
        <a:lstStyle/>
        <a:p>
          <a:endParaRPr lang="en-US"/>
        </a:p>
      </dgm:t>
    </dgm:pt>
    <dgm:pt modelId="{2934CE0E-E934-4D58-BB14-48F13F651FA6}" type="pres">
      <dgm:prSet presAssocID="{1CF10B18-2AC4-472D-B465-8B99D7ACB451}" presName="Name0" presStyleCnt="0">
        <dgm:presLayoutVars>
          <dgm:dir/>
          <dgm:animLvl val="lvl"/>
          <dgm:resizeHandles val="exact"/>
        </dgm:presLayoutVars>
      </dgm:prSet>
      <dgm:spPr/>
    </dgm:pt>
    <dgm:pt modelId="{83493097-5181-45B9-978F-22D8A46B60BB}" type="pres">
      <dgm:prSet presAssocID="{053322A9-61D9-4F3D-88F9-21E620B32B3F}" presName="parTxOnly" presStyleLbl="node1" presStyleIdx="0" presStyleCnt="3">
        <dgm:presLayoutVars>
          <dgm:chMax val="0"/>
          <dgm:chPref val="0"/>
          <dgm:bulletEnabled val="1"/>
        </dgm:presLayoutVars>
      </dgm:prSet>
      <dgm:spPr/>
    </dgm:pt>
    <dgm:pt modelId="{2DA3554E-93B8-40BD-83CC-A193D86653BE}" type="pres">
      <dgm:prSet presAssocID="{D7DEF630-0AA6-44AB-8EE9-E6DA8557F0F9}" presName="parTxOnlySpace" presStyleCnt="0"/>
      <dgm:spPr/>
    </dgm:pt>
    <dgm:pt modelId="{DE8867D1-DF94-4092-BE88-C6F8084A7099}" type="pres">
      <dgm:prSet presAssocID="{11D8E010-67B2-4283-BA91-9130396689E3}" presName="parTxOnly" presStyleLbl="node1" presStyleIdx="1" presStyleCnt="3">
        <dgm:presLayoutVars>
          <dgm:chMax val="0"/>
          <dgm:chPref val="0"/>
          <dgm:bulletEnabled val="1"/>
        </dgm:presLayoutVars>
      </dgm:prSet>
      <dgm:spPr/>
    </dgm:pt>
    <dgm:pt modelId="{11384018-CD85-4DF4-9547-6C26AEFA70D1}" type="pres">
      <dgm:prSet presAssocID="{43546D12-33C2-4B3A-B34D-23E5D0D21EE3}" presName="parTxOnlySpace" presStyleCnt="0"/>
      <dgm:spPr/>
    </dgm:pt>
    <dgm:pt modelId="{C1C7F2FF-E596-419F-909E-B61C2A8EB311}" type="pres">
      <dgm:prSet presAssocID="{74284AE1-CDDE-4727-845A-6A945D97AB41}" presName="parTxOnly" presStyleLbl="node1" presStyleIdx="2" presStyleCnt="3">
        <dgm:presLayoutVars>
          <dgm:chMax val="0"/>
          <dgm:chPref val="0"/>
          <dgm:bulletEnabled val="1"/>
        </dgm:presLayoutVars>
      </dgm:prSet>
      <dgm:spPr/>
    </dgm:pt>
  </dgm:ptLst>
  <dgm:cxnLst>
    <dgm:cxn modelId="{2982D828-A98F-4652-9A92-AC3C7F69FC37}" type="presOf" srcId="{1CF10B18-2AC4-472D-B465-8B99D7ACB451}" destId="{2934CE0E-E934-4D58-BB14-48F13F651FA6}" srcOrd="0" destOrd="0" presId="urn:microsoft.com/office/officeart/2005/8/layout/chevron1"/>
    <dgm:cxn modelId="{EFFFAE47-0451-4DA2-B31D-2753D525BA9E}" srcId="{1CF10B18-2AC4-472D-B465-8B99D7ACB451}" destId="{053322A9-61D9-4F3D-88F9-21E620B32B3F}" srcOrd="0" destOrd="0" parTransId="{6823648A-5EC3-4F76-80FD-51E50B0EE0F7}" sibTransId="{D7DEF630-0AA6-44AB-8EE9-E6DA8557F0F9}"/>
    <dgm:cxn modelId="{13FC5C85-9AF6-46C8-916E-DA162861A69D}" srcId="{1CF10B18-2AC4-472D-B465-8B99D7ACB451}" destId="{74284AE1-CDDE-4727-845A-6A945D97AB41}" srcOrd="2" destOrd="0" parTransId="{EE8110C0-EE32-465A-8806-4DE30A593B7E}" sibTransId="{1797CE5E-A901-471C-BB19-6F706D81A6C4}"/>
    <dgm:cxn modelId="{A61AB8AD-22B6-43CC-8DFC-3F7615BD2B4D}" type="presOf" srcId="{053322A9-61D9-4F3D-88F9-21E620B32B3F}" destId="{83493097-5181-45B9-978F-22D8A46B60BB}" srcOrd="0" destOrd="0" presId="urn:microsoft.com/office/officeart/2005/8/layout/chevron1"/>
    <dgm:cxn modelId="{B8E539CC-E057-432B-B12D-BA1CE7FAA834}" type="presOf" srcId="{11D8E010-67B2-4283-BA91-9130396689E3}" destId="{DE8867D1-DF94-4092-BE88-C6F8084A7099}" srcOrd="0" destOrd="0" presId="urn:microsoft.com/office/officeart/2005/8/layout/chevron1"/>
    <dgm:cxn modelId="{6DF200D4-1595-4FF6-9F8A-0B887953C18A}" type="presOf" srcId="{74284AE1-CDDE-4727-845A-6A945D97AB41}" destId="{C1C7F2FF-E596-419F-909E-B61C2A8EB311}" srcOrd="0" destOrd="0" presId="urn:microsoft.com/office/officeart/2005/8/layout/chevron1"/>
    <dgm:cxn modelId="{209411E3-2E63-4488-9B92-402DA3188B9A}" srcId="{1CF10B18-2AC4-472D-B465-8B99D7ACB451}" destId="{11D8E010-67B2-4283-BA91-9130396689E3}" srcOrd="1" destOrd="0" parTransId="{30B5AB9E-9481-4B8D-8F9A-3DF06F143536}" sibTransId="{43546D12-33C2-4B3A-B34D-23E5D0D21EE3}"/>
    <dgm:cxn modelId="{0B23F71A-DCE9-4BA8-B066-ADBF3AE18F81}" type="presParOf" srcId="{2934CE0E-E934-4D58-BB14-48F13F651FA6}" destId="{83493097-5181-45B9-978F-22D8A46B60BB}" srcOrd="0" destOrd="0" presId="urn:microsoft.com/office/officeart/2005/8/layout/chevron1"/>
    <dgm:cxn modelId="{58E44AAC-549A-45E0-9AB9-4D853801ED26}" type="presParOf" srcId="{2934CE0E-E934-4D58-BB14-48F13F651FA6}" destId="{2DA3554E-93B8-40BD-83CC-A193D86653BE}" srcOrd="1" destOrd="0" presId="urn:microsoft.com/office/officeart/2005/8/layout/chevron1"/>
    <dgm:cxn modelId="{76EFAD92-91B2-43EA-BE52-1D23975CF297}" type="presParOf" srcId="{2934CE0E-E934-4D58-BB14-48F13F651FA6}" destId="{DE8867D1-DF94-4092-BE88-C6F8084A7099}" srcOrd="2" destOrd="0" presId="urn:microsoft.com/office/officeart/2005/8/layout/chevron1"/>
    <dgm:cxn modelId="{BAAA9366-A383-48C2-AA48-B3F2C0BE71FD}" type="presParOf" srcId="{2934CE0E-E934-4D58-BB14-48F13F651FA6}" destId="{11384018-CD85-4DF4-9547-6C26AEFA70D1}" srcOrd="3" destOrd="0" presId="urn:microsoft.com/office/officeart/2005/8/layout/chevron1"/>
    <dgm:cxn modelId="{CCF0FA71-79A0-4103-8D7C-1DE909DBD420}" type="presParOf" srcId="{2934CE0E-E934-4D58-BB14-48F13F651FA6}" destId="{C1C7F2FF-E596-419F-909E-B61C2A8EB311}" srcOrd="4" destOrd="0" presId="urn:microsoft.com/office/officeart/2005/8/layout/chevron1"/>
  </dgm:cxnLst>
  <dgm:bg/>
  <dgm:whole/>
  <dgm:extLst>
    <a:ext uri="http://schemas.microsoft.com/office/drawing/2008/diagram">
      <dsp:dataModelExt xmlns:dsp="http://schemas.microsoft.com/office/drawing/2008/diagram" relId="rId1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CF10B18-2AC4-472D-B465-8B99D7ACB451}" type="doc">
      <dgm:prSet loTypeId="urn:microsoft.com/office/officeart/2005/8/layout/cycle2" loCatId="cycle" qsTypeId="urn:microsoft.com/office/officeart/2005/8/quickstyle/simple4" qsCatId="simple" csTypeId="urn:microsoft.com/office/officeart/2005/8/colors/colorful1" csCatId="colorful" phldr="0"/>
      <dgm:spPr/>
      <dgm:t>
        <a:bodyPr/>
        <a:lstStyle/>
        <a:p>
          <a:endParaRPr lang="en-US"/>
        </a:p>
      </dgm:t>
    </dgm:pt>
    <dgm:pt modelId="{064B8B52-3C5D-4C60-A36E-6044680A608C}">
      <dgm:prSet phldrT="[Text]" phldr="1"/>
      <dgm:spPr/>
      <dgm:t>
        <a:bodyPr/>
        <a:lstStyle/>
        <a:p>
          <a:endParaRPr lang="en-US"/>
        </a:p>
      </dgm:t>
    </dgm:pt>
    <dgm:pt modelId="{5FFD6761-0419-456C-95D4-4FB87BF87D01}" type="parTrans" cxnId="{B8C33310-0EB0-4EF8-8AF8-AF04AF3529F9}">
      <dgm:prSet/>
      <dgm:spPr/>
      <dgm:t>
        <a:bodyPr/>
        <a:lstStyle/>
        <a:p>
          <a:endParaRPr lang="en-US"/>
        </a:p>
      </dgm:t>
    </dgm:pt>
    <dgm:pt modelId="{8FB44C62-C7F2-40D7-8EBD-836E5EF83950}" type="sibTrans" cxnId="{B8C33310-0EB0-4EF8-8AF8-AF04AF3529F9}">
      <dgm:prSet/>
      <dgm:spPr/>
      <dgm:t>
        <a:bodyPr/>
        <a:lstStyle/>
        <a:p>
          <a:endParaRPr lang="en-US"/>
        </a:p>
      </dgm:t>
    </dgm:pt>
    <dgm:pt modelId="{ECBAB0F1-4F37-4AB8-9A29-9D2789000D96}">
      <dgm:prSet phldrT="[Text]" phldr="1"/>
      <dgm:spPr/>
      <dgm:t>
        <a:bodyPr/>
        <a:lstStyle/>
        <a:p>
          <a:endParaRPr lang="en-US"/>
        </a:p>
      </dgm:t>
    </dgm:pt>
    <dgm:pt modelId="{FE13ED7C-46C0-4EBC-970E-40C1A0F26DE0}" type="parTrans" cxnId="{B09028F7-1EFC-4585-A2BF-99B5A9A6D403}">
      <dgm:prSet/>
      <dgm:spPr/>
      <dgm:t>
        <a:bodyPr/>
        <a:lstStyle/>
        <a:p>
          <a:endParaRPr lang="en-US"/>
        </a:p>
      </dgm:t>
    </dgm:pt>
    <dgm:pt modelId="{636487F3-919A-4FB1-8886-6104AE721144}" type="sibTrans" cxnId="{B09028F7-1EFC-4585-A2BF-99B5A9A6D403}">
      <dgm:prSet/>
      <dgm:spPr/>
      <dgm:t>
        <a:bodyPr/>
        <a:lstStyle/>
        <a:p>
          <a:endParaRPr lang="en-US"/>
        </a:p>
      </dgm:t>
    </dgm:pt>
    <dgm:pt modelId="{63C05A08-6028-4719-BEC8-62A336ECACA4}">
      <dgm:prSet phldrT="[Text]" phldr="1"/>
      <dgm:spPr/>
      <dgm:t>
        <a:bodyPr/>
        <a:lstStyle/>
        <a:p>
          <a:endParaRPr lang="en-US"/>
        </a:p>
      </dgm:t>
    </dgm:pt>
    <dgm:pt modelId="{AD58C206-FDE6-48BC-8B78-1CDDC8A51EFD}" type="parTrans" cxnId="{630D0FA6-E6C0-4721-A9BE-A29ADB2A8989}">
      <dgm:prSet/>
      <dgm:spPr/>
      <dgm:t>
        <a:bodyPr/>
        <a:lstStyle/>
        <a:p>
          <a:endParaRPr lang="en-US"/>
        </a:p>
      </dgm:t>
    </dgm:pt>
    <dgm:pt modelId="{A5A73241-232D-4707-81AE-C818D31CAD8B}" type="sibTrans" cxnId="{630D0FA6-E6C0-4721-A9BE-A29ADB2A8989}">
      <dgm:prSet/>
      <dgm:spPr/>
      <dgm:t>
        <a:bodyPr/>
        <a:lstStyle/>
        <a:p>
          <a:endParaRPr lang="en-US"/>
        </a:p>
      </dgm:t>
    </dgm:pt>
    <dgm:pt modelId="{8E8DB21D-D6A2-4594-A7DC-B53CB37BCA37}">
      <dgm:prSet phldrT="[Text]" phldr="1"/>
      <dgm:spPr/>
      <dgm:t>
        <a:bodyPr/>
        <a:lstStyle/>
        <a:p>
          <a:endParaRPr lang="en-US"/>
        </a:p>
      </dgm:t>
    </dgm:pt>
    <dgm:pt modelId="{5312C848-7202-4E17-B276-EEBC9DA38EBA}" type="parTrans" cxnId="{EA782A97-C234-4AE7-AC53-200E9DB79147}">
      <dgm:prSet/>
      <dgm:spPr/>
      <dgm:t>
        <a:bodyPr/>
        <a:lstStyle/>
        <a:p>
          <a:endParaRPr lang="en-US"/>
        </a:p>
      </dgm:t>
    </dgm:pt>
    <dgm:pt modelId="{D5812EA4-533F-453A-89E8-69B519B73B87}" type="sibTrans" cxnId="{EA782A97-C234-4AE7-AC53-200E9DB79147}">
      <dgm:prSet/>
      <dgm:spPr/>
      <dgm:t>
        <a:bodyPr/>
        <a:lstStyle/>
        <a:p>
          <a:endParaRPr lang="en-US"/>
        </a:p>
      </dgm:t>
    </dgm:pt>
    <dgm:pt modelId="{E558CB11-ECE1-4D35-80F5-31EE8A4A2D60}">
      <dgm:prSet phldrT="[Text]" phldr="1"/>
      <dgm:spPr/>
      <dgm:t>
        <a:bodyPr/>
        <a:lstStyle/>
        <a:p>
          <a:endParaRPr lang="en-US"/>
        </a:p>
      </dgm:t>
    </dgm:pt>
    <dgm:pt modelId="{2A8AC462-3EA0-443C-A501-BF93C330ADEE}" type="parTrans" cxnId="{7A7D9201-F013-4966-A058-180AEE8CA1E6}">
      <dgm:prSet/>
      <dgm:spPr/>
      <dgm:t>
        <a:bodyPr/>
        <a:lstStyle/>
        <a:p>
          <a:endParaRPr lang="en-US"/>
        </a:p>
      </dgm:t>
    </dgm:pt>
    <dgm:pt modelId="{908FBE58-5A5D-45A5-B17E-2E11305B14B7}" type="sibTrans" cxnId="{7A7D9201-F013-4966-A058-180AEE8CA1E6}">
      <dgm:prSet/>
      <dgm:spPr/>
      <dgm:t>
        <a:bodyPr/>
        <a:lstStyle/>
        <a:p>
          <a:endParaRPr lang="en-US"/>
        </a:p>
      </dgm:t>
    </dgm:pt>
    <dgm:pt modelId="{E24190A4-EB18-4A7A-A6EF-5B89D7D20545}" type="pres">
      <dgm:prSet presAssocID="{1CF10B18-2AC4-472D-B465-8B99D7ACB451}" presName="cycle" presStyleCnt="0">
        <dgm:presLayoutVars>
          <dgm:dir/>
          <dgm:resizeHandles val="exact"/>
        </dgm:presLayoutVars>
      </dgm:prSet>
      <dgm:spPr/>
    </dgm:pt>
    <dgm:pt modelId="{CE9FB4BD-4ECD-4708-A5F4-2D13523175A1}" type="pres">
      <dgm:prSet presAssocID="{064B8B52-3C5D-4C60-A36E-6044680A608C}" presName="node" presStyleLbl="node1" presStyleIdx="0" presStyleCnt="5">
        <dgm:presLayoutVars>
          <dgm:bulletEnabled val="1"/>
        </dgm:presLayoutVars>
      </dgm:prSet>
      <dgm:spPr/>
    </dgm:pt>
    <dgm:pt modelId="{3AB98C4C-8673-4F3D-8863-89DE910EC065}" type="pres">
      <dgm:prSet presAssocID="{8FB44C62-C7F2-40D7-8EBD-836E5EF83950}" presName="sibTrans" presStyleLbl="sibTrans2D1" presStyleIdx="0" presStyleCnt="5"/>
      <dgm:spPr/>
    </dgm:pt>
    <dgm:pt modelId="{5929C169-E141-484A-AA41-1CBE412AA0D1}" type="pres">
      <dgm:prSet presAssocID="{8FB44C62-C7F2-40D7-8EBD-836E5EF83950}" presName="connectorText" presStyleLbl="sibTrans2D1" presStyleIdx="0" presStyleCnt="5"/>
      <dgm:spPr/>
    </dgm:pt>
    <dgm:pt modelId="{83518D77-A6F7-42E8-9156-188360602780}" type="pres">
      <dgm:prSet presAssocID="{ECBAB0F1-4F37-4AB8-9A29-9D2789000D96}" presName="node" presStyleLbl="node1" presStyleIdx="1" presStyleCnt="5">
        <dgm:presLayoutVars>
          <dgm:bulletEnabled val="1"/>
        </dgm:presLayoutVars>
      </dgm:prSet>
      <dgm:spPr/>
    </dgm:pt>
    <dgm:pt modelId="{DCCBCF00-7ABD-4B72-899C-8174D5A5DB35}" type="pres">
      <dgm:prSet presAssocID="{636487F3-919A-4FB1-8886-6104AE721144}" presName="sibTrans" presStyleLbl="sibTrans2D1" presStyleIdx="1" presStyleCnt="5"/>
      <dgm:spPr/>
    </dgm:pt>
    <dgm:pt modelId="{6B00DEC8-285E-4EDB-B572-BA6519371B97}" type="pres">
      <dgm:prSet presAssocID="{636487F3-919A-4FB1-8886-6104AE721144}" presName="connectorText" presStyleLbl="sibTrans2D1" presStyleIdx="1" presStyleCnt="5"/>
      <dgm:spPr/>
    </dgm:pt>
    <dgm:pt modelId="{C24426C5-F9F6-4DE1-9B9B-88E94B8CB073}" type="pres">
      <dgm:prSet presAssocID="{63C05A08-6028-4719-BEC8-62A336ECACA4}" presName="node" presStyleLbl="node1" presStyleIdx="2" presStyleCnt="5">
        <dgm:presLayoutVars>
          <dgm:bulletEnabled val="1"/>
        </dgm:presLayoutVars>
      </dgm:prSet>
      <dgm:spPr/>
    </dgm:pt>
    <dgm:pt modelId="{8B081307-78AE-4EA0-AED4-223CE4F2E46A}" type="pres">
      <dgm:prSet presAssocID="{A5A73241-232D-4707-81AE-C818D31CAD8B}" presName="sibTrans" presStyleLbl="sibTrans2D1" presStyleIdx="2" presStyleCnt="5"/>
      <dgm:spPr/>
    </dgm:pt>
    <dgm:pt modelId="{554B843D-7130-4D83-9547-E7D47A0A7C4C}" type="pres">
      <dgm:prSet presAssocID="{A5A73241-232D-4707-81AE-C818D31CAD8B}" presName="connectorText" presStyleLbl="sibTrans2D1" presStyleIdx="2" presStyleCnt="5"/>
      <dgm:spPr/>
    </dgm:pt>
    <dgm:pt modelId="{28D20E07-501B-4ECC-9304-052C62B8893E}" type="pres">
      <dgm:prSet presAssocID="{8E8DB21D-D6A2-4594-A7DC-B53CB37BCA37}" presName="node" presStyleLbl="node1" presStyleIdx="3" presStyleCnt="5">
        <dgm:presLayoutVars>
          <dgm:bulletEnabled val="1"/>
        </dgm:presLayoutVars>
      </dgm:prSet>
      <dgm:spPr/>
    </dgm:pt>
    <dgm:pt modelId="{A1A90604-4B08-4A31-B6E1-0A90EF689F14}" type="pres">
      <dgm:prSet presAssocID="{D5812EA4-533F-453A-89E8-69B519B73B87}" presName="sibTrans" presStyleLbl="sibTrans2D1" presStyleIdx="3" presStyleCnt="5"/>
      <dgm:spPr/>
    </dgm:pt>
    <dgm:pt modelId="{801317B7-AA87-406E-9C07-7FC9A1952C95}" type="pres">
      <dgm:prSet presAssocID="{D5812EA4-533F-453A-89E8-69B519B73B87}" presName="connectorText" presStyleLbl="sibTrans2D1" presStyleIdx="3" presStyleCnt="5"/>
      <dgm:spPr/>
    </dgm:pt>
    <dgm:pt modelId="{BD8CB416-CA21-4F97-9D04-854292EDE344}" type="pres">
      <dgm:prSet presAssocID="{E558CB11-ECE1-4D35-80F5-31EE8A4A2D60}" presName="node" presStyleLbl="node1" presStyleIdx="4" presStyleCnt="5">
        <dgm:presLayoutVars>
          <dgm:bulletEnabled val="1"/>
        </dgm:presLayoutVars>
      </dgm:prSet>
      <dgm:spPr/>
    </dgm:pt>
    <dgm:pt modelId="{272AEB99-E80F-4836-80AE-C8094F4B234E}" type="pres">
      <dgm:prSet presAssocID="{908FBE58-5A5D-45A5-B17E-2E11305B14B7}" presName="sibTrans" presStyleLbl="sibTrans2D1" presStyleIdx="4" presStyleCnt="5"/>
      <dgm:spPr/>
    </dgm:pt>
    <dgm:pt modelId="{905EF781-1107-475B-ABE4-BE4A31A093E8}" type="pres">
      <dgm:prSet presAssocID="{908FBE58-5A5D-45A5-B17E-2E11305B14B7}" presName="connectorText" presStyleLbl="sibTrans2D1" presStyleIdx="4" presStyleCnt="5"/>
      <dgm:spPr/>
    </dgm:pt>
  </dgm:ptLst>
  <dgm:cxnLst>
    <dgm:cxn modelId="{7A7D9201-F013-4966-A058-180AEE8CA1E6}" srcId="{1CF10B18-2AC4-472D-B465-8B99D7ACB451}" destId="{E558CB11-ECE1-4D35-80F5-31EE8A4A2D60}" srcOrd="4" destOrd="0" parTransId="{2A8AC462-3EA0-443C-A501-BF93C330ADEE}" sibTransId="{908FBE58-5A5D-45A5-B17E-2E11305B14B7}"/>
    <dgm:cxn modelId="{6ADF5E0E-CBA8-4CDB-9D0B-67C778C9C587}" type="presOf" srcId="{1CF10B18-2AC4-472D-B465-8B99D7ACB451}" destId="{E24190A4-EB18-4A7A-A6EF-5B89D7D20545}" srcOrd="0" destOrd="0" presId="urn:microsoft.com/office/officeart/2005/8/layout/cycle2"/>
    <dgm:cxn modelId="{B8C33310-0EB0-4EF8-8AF8-AF04AF3529F9}" srcId="{1CF10B18-2AC4-472D-B465-8B99D7ACB451}" destId="{064B8B52-3C5D-4C60-A36E-6044680A608C}" srcOrd="0" destOrd="0" parTransId="{5FFD6761-0419-456C-95D4-4FB87BF87D01}" sibTransId="{8FB44C62-C7F2-40D7-8EBD-836E5EF83950}"/>
    <dgm:cxn modelId="{D186122B-64AB-466C-898C-1ED48AD7F04D}" type="presOf" srcId="{8FB44C62-C7F2-40D7-8EBD-836E5EF83950}" destId="{3AB98C4C-8673-4F3D-8863-89DE910EC065}" srcOrd="0" destOrd="0" presId="urn:microsoft.com/office/officeart/2005/8/layout/cycle2"/>
    <dgm:cxn modelId="{058D1332-77D0-45D9-93C8-80F30420FB99}" type="presOf" srcId="{ECBAB0F1-4F37-4AB8-9A29-9D2789000D96}" destId="{83518D77-A6F7-42E8-9156-188360602780}" srcOrd="0" destOrd="0" presId="urn:microsoft.com/office/officeart/2005/8/layout/cycle2"/>
    <dgm:cxn modelId="{BDB3826A-5B5C-4853-934D-83B132A342C4}" type="presOf" srcId="{064B8B52-3C5D-4C60-A36E-6044680A608C}" destId="{CE9FB4BD-4ECD-4708-A5F4-2D13523175A1}" srcOrd="0" destOrd="0" presId="urn:microsoft.com/office/officeart/2005/8/layout/cycle2"/>
    <dgm:cxn modelId="{8DB60C51-9B84-49F8-8789-6DB25B6730ED}" type="presOf" srcId="{636487F3-919A-4FB1-8886-6104AE721144}" destId="{DCCBCF00-7ABD-4B72-899C-8174D5A5DB35}" srcOrd="0" destOrd="0" presId="urn:microsoft.com/office/officeart/2005/8/layout/cycle2"/>
    <dgm:cxn modelId="{1A5FA672-CF54-431D-8527-BAD7FAD7D972}" type="presOf" srcId="{8FB44C62-C7F2-40D7-8EBD-836E5EF83950}" destId="{5929C169-E141-484A-AA41-1CBE412AA0D1}" srcOrd="1" destOrd="0" presId="urn:microsoft.com/office/officeart/2005/8/layout/cycle2"/>
    <dgm:cxn modelId="{C949627F-F691-4D85-A191-A9F5A2A8DD7C}" type="presOf" srcId="{A5A73241-232D-4707-81AE-C818D31CAD8B}" destId="{8B081307-78AE-4EA0-AED4-223CE4F2E46A}" srcOrd="0" destOrd="0" presId="urn:microsoft.com/office/officeart/2005/8/layout/cycle2"/>
    <dgm:cxn modelId="{6B7BB193-A60C-4B09-8982-574826ACC138}" type="presOf" srcId="{908FBE58-5A5D-45A5-B17E-2E11305B14B7}" destId="{272AEB99-E80F-4836-80AE-C8094F4B234E}" srcOrd="0" destOrd="0" presId="urn:microsoft.com/office/officeart/2005/8/layout/cycle2"/>
    <dgm:cxn modelId="{EA782A97-C234-4AE7-AC53-200E9DB79147}" srcId="{1CF10B18-2AC4-472D-B465-8B99D7ACB451}" destId="{8E8DB21D-D6A2-4594-A7DC-B53CB37BCA37}" srcOrd="3" destOrd="0" parTransId="{5312C848-7202-4E17-B276-EEBC9DA38EBA}" sibTransId="{D5812EA4-533F-453A-89E8-69B519B73B87}"/>
    <dgm:cxn modelId="{DFB6599D-1FA5-43A8-92CD-B18C52180520}" type="presOf" srcId="{E558CB11-ECE1-4D35-80F5-31EE8A4A2D60}" destId="{BD8CB416-CA21-4F97-9D04-854292EDE344}" srcOrd="0" destOrd="0" presId="urn:microsoft.com/office/officeart/2005/8/layout/cycle2"/>
    <dgm:cxn modelId="{630D0FA6-E6C0-4721-A9BE-A29ADB2A8989}" srcId="{1CF10B18-2AC4-472D-B465-8B99D7ACB451}" destId="{63C05A08-6028-4719-BEC8-62A336ECACA4}" srcOrd="2" destOrd="0" parTransId="{AD58C206-FDE6-48BC-8B78-1CDDC8A51EFD}" sibTransId="{A5A73241-232D-4707-81AE-C818D31CAD8B}"/>
    <dgm:cxn modelId="{62736BAE-5749-4535-B3D1-DC3EAB1FE98A}" type="presOf" srcId="{A5A73241-232D-4707-81AE-C818D31CAD8B}" destId="{554B843D-7130-4D83-9547-E7D47A0A7C4C}" srcOrd="1" destOrd="0" presId="urn:microsoft.com/office/officeart/2005/8/layout/cycle2"/>
    <dgm:cxn modelId="{3F30C6BC-26CC-4692-9E14-FD3492E78232}" type="presOf" srcId="{63C05A08-6028-4719-BEC8-62A336ECACA4}" destId="{C24426C5-F9F6-4DE1-9B9B-88E94B8CB073}" srcOrd="0" destOrd="0" presId="urn:microsoft.com/office/officeart/2005/8/layout/cycle2"/>
    <dgm:cxn modelId="{6430FAC5-B9DF-4864-AB08-98FC897211D0}" type="presOf" srcId="{8E8DB21D-D6A2-4594-A7DC-B53CB37BCA37}" destId="{28D20E07-501B-4ECC-9304-052C62B8893E}" srcOrd="0" destOrd="0" presId="urn:microsoft.com/office/officeart/2005/8/layout/cycle2"/>
    <dgm:cxn modelId="{510D52D1-FB8E-4E9D-8E31-9AE5444F3470}" type="presOf" srcId="{D5812EA4-533F-453A-89E8-69B519B73B87}" destId="{A1A90604-4B08-4A31-B6E1-0A90EF689F14}" srcOrd="0" destOrd="0" presId="urn:microsoft.com/office/officeart/2005/8/layout/cycle2"/>
    <dgm:cxn modelId="{E0A3ACE3-EF7C-4BF2-97C2-7F88B869263A}" type="presOf" srcId="{D5812EA4-533F-453A-89E8-69B519B73B87}" destId="{801317B7-AA87-406E-9C07-7FC9A1952C95}" srcOrd="1" destOrd="0" presId="urn:microsoft.com/office/officeart/2005/8/layout/cycle2"/>
    <dgm:cxn modelId="{998D34EE-C2BC-4693-8861-102CC4120902}" type="presOf" srcId="{908FBE58-5A5D-45A5-B17E-2E11305B14B7}" destId="{905EF781-1107-475B-ABE4-BE4A31A093E8}" srcOrd="1" destOrd="0" presId="urn:microsoft.com/office/officeart/2005/8/layout/cycle2"/>
    <dgm:cxn modelId="{B09028F7-1EFC-4585-A2BF-99B5A9A6D403}" srcId="{1CF10B18-2AC4-472D-B465-8B99D7ACB451}" destId="{ECBAB0F1-4F37-4AB8-9A29-9D2789000D96}" srcOrd="1" destOrd="0" parTransId="{FE13ED7C-46C0-4EBC-970E-40C1A0F26DE0}" sibTransId="{636487F3-919A-4FB1-8886-6104AE721144}"/>
    <dgm:cxn modelId="{F5493DFF-0A01-467A-849C-C1465E20F528}" type="presOf" srcId="{636487F3-919A-4FB1-8886-6104AE721144}" destId="{6B00DEC8-285E-4EDB-B572-BA6519371B97}" srcOrd="1" destOrd="0" presId="urn:microsoft.com/office/officeart/2005/8/layout/cycle2"/>
    <dgm:cxn modelId="{C1514627-C258-4507-9601-4B1D41677677}" type="presParOf" srcId="{E24190A4-EB18-4A7A-A6EF-5B89D7D20545}" destId="{CE9FB4BD-4ECD-4708-A5F4-2D13523175A1}" srcOrd="0" destOrd="0" presId="urn:microsoft.com/office/officeart/2005/8/layout/cycle2"/>
    <dgm:cxn modelId="{78F673DE-99D6-4AE6-B351-6EADA1AB4C3F}" type="presParOf" srcId="{E24190A4-EB18-4A7A-A6EF-5B89D7D20545}" destId="{3AB98C4C-8673-4F3D-8863-89DE910EC065}" srcOrd="1" destOrd="0" presId="urn:microsoft.com/office/officeart/2005/8/layout/cycle2"/>
    <dgm:cxn modelId="{75AB21AB-DFC1-41DA-AB84-7E1B801715E0}" type="presParOf" srcId="{3AB98C4C-8673-4F3D-8863-89DE910EC065}" destId="{5929C169-E141-484A-AA41-1CBE412AA0D1}" srcOrd="0" destOrd="0" presId="urn:microsoft.com/office/officeart/2005/8/layout/cycle2"/>
    <dgm:cxn modelId="{25AB67B6-99F1-460B-88C6-3378C57FF4EA}" type="presParOf" srcId="{E24190A4-EB18-4A7A-A6EF-5B89D7D20545}" destId="{83518D77-A6F7-42E8-9156-188360602780}" srcOrd="2" destOrd="0" presId="urn:microsoft.com/office/officeart/2005/8/layout/cycle2"/>
    <dgm:cxn modelId="{8C3CE68D-AE7D-498E-BF09-C6DECF0129F0}" type="presParOf" srcId="{E24190A4-EB18-4A7A-A6EF-5B89D7D20545}" destId="{DCCBCF00-7ABD-4B72-899C-8174D5A5DB35}" srcOrd="3" destOrd="0" presId="urn:microsoft.com/office/officeart/2005/8/layout/cycle2"/>
    <dgm:cxn modelId="{C550D247-16C1-4951-BC41-C59D68EE49BA}" type="presParOf" srcId="{DCCBCF00-7ABD-4B72-899C-8174D5A5DB35}" destId="{6B00DEC8-285E-4EDB-B572-BA6519371B97}" srcOrd="0" destOrd="0" presId="urn:microsoft.com/office/officeart/2005/8/layout/cycle2"/>
    <dgm:cxn modelId="{9A9B896F-B373-48E4-B5F1-A282603AB0C9}" type="presParOf" srcId="{E24190A4-EB18-4A7A-A6EF-5B89D7D20545}" destId="{C24426C5-F9F6-4DE1-9B9B-88E94B8CB073}" srcOrd="4" destOrd="0" presId="urn:microsoft.com/office/officeart/2005/8/layout/cycle2"/>
    <dgm:cxn modelId="{758EA0B4-1579-4A77-A44A-2AF90F8DB35E}" type="presParOf" srcId="{E24190A4-EB18-4A7A-A6EF-5B89D7D20545}" destId="{8B081307-78AE-4EA0-AED4-223CE4F2E46A}" srcOrd="5" destOrd="0" presId="urn:microsoft.com/office/officeart/2005/8/layout/cycle2"/>
    <dgm:cxn modelId="{ACFEFD43-957F-48D9-9D85-B191321D12D7}" type="presParOf" srcId="{8B081307-78AE-4EA0-AED4-223CE4F2E46A}" destId="{554B843D-7130-4D83-9547-E7D47A0A7C4C}" srcOrd="0" destOrd="0" presId="urn:microsoft.com/office/officeart/2005/8/layout/cycle2"/>
    <dgm:cxn modelId="{31C036D2-76EC-4934-91FE-9326F6B1E746}" type="presParOf" srcId="{E24190A4-EB18-4A7A-A6EF-5B89D7D20545}" destId="{28D20E07-501B-4ECC-9304-052C62B8893E}" srcOrd="6" destOrd="0" presId="urn:microsoft.com/office/officeart/2005/8/layout/cycle2"/>
    <dgm:cxn modelId="{7AA71982-6D79-4102-831A-3EBB73F3D4D6}" type="presParOf" srcId="{E24190A4-EB18-4A7A-A6EF-5B89D7D20545}" destId="{A1A90604-4B08-4A31-B6E1-0A90EF689F14}" srcOrd="7" destOrd="0" presId="urn:microsoft.com/office/officeart/2005/8/layout/cycle2"/>
    <dgm:cxn modelId="{F0A2DFB9-AB70-4BA0-86E7-9F7B8511687C}" type="presParOf" srcId="{A1A90604-4B08-4A31-B6E1-0A90EF689F14}" destId="{801317B7-AA87-406E-9C07-7FC9A1952C95}" srcOrd="0" destOrd="0" presId="urn:microsoft.com/office/officeart/2005/8/layout/cycle2"/>
    <dgm:cxn modelId="{DDC5CD14-9AF1-43C6-BE78-F47B6EF4DD41}" type="presParOf" srcId="{E24190A4-EB18-4A7A-A6EF-5B89D7D20545}" destId="{BD8CB416-CA21-4F97-9D04-854292EDE344}" srcOrd="8" destOrd="0" presId="urn:microsoft.com/office/officeart/2005/8/layout/cycle2"/>
    <dgm:cxn modelId="{CCD5AAEA-1627-4074-8DC4-D19080F772A0}" type="presParOf" srcId="{E24190A4-EB18-4A7A-A6EF-5B89D7D20545}" destId="{272AEB99-E80F-4836-80AE-C8094F4B234E}" srcOrd="9" destOrd="0" presId="urn:microsoft.com/office/officeart/2005/8/layout/cycle2"/>
    <dgm:cxn modelId="{B5AEDCC0-BFBB-49A5-8DF6-A956CA92ED70}" type="presParOf" srcId="{272AEB99-E80F-4836-80AE-C8094F4B234E}" destId="{905EF781-1107-475B-ABE4-BE4A31A093E8}" srcOrd="0" destOrd="0" presId="urn:microsoft.com/office/officeart/2005/8/layout/cycle2"/>
  </dgm:cxnLst>
  <dgm:bg/>
  <dgm:whole/>
  <dgm:extLst>
    <a:ext uri="http://schemas.microsoft.com/office/drawing/2008/diagram">
      <dsp:dataModelExt xmlns:dsp="http://schemas.microsoft.com/office/drawing/2008/diagram" relId="rId23"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CF10B18-2AC4-472D-B465-8B99D7ACB451}" type="doc">
      <dgm:prSet loTypeId="urn:microsoft.com/office/officeart/2005/8/layout/orgChart1" loCatId="hierarchy" qsTypeId="urn:microsoft.com/office/officeart/2005/8/quickstyle/simple4" qsCatId="simple" csTypeId="urn:microsoft.com/office/officeart/2005/8/colors/colorful1" csCatId="colorful" phldr="0"/>
      <dgm:spPr/>
      <dgm:t>
        <a:bodyPr/>
        <a:lstStyle/>
        <a:p>
          <a:endParaRPr lang="en-US"/>
        </a:p>
      </dgm:t>
    </dgm:pt>
    <dgm:pt modelId="{6CEDE64F-BBD9-4B11-ABC1-2765CEB2E432}">
      <dgm:prSet phldrT="[Text]" phldr="1" custT="1"/>
      <dgm:spPr/>
      <dgm:t>
        <a:bodyPr/>
        <a:lstStyle/>
        <a:p>
          <a:endParaRPr lang="en-US" sz="1100"/>
        </a:p>
      </dgm:t>
    </dgm:pt>
    <dgm:pt modelId="{1DCAD7CF-368E-463D-B798-260554BB780B}" type="parTrans" cxnId="{3E49C862-1D54-43C6-8025-395D215FEB96}">
      <dgm:prSet/>
      <dgm:spPr/>
      <dgm:t>
        <a:bodyPr/>
        <a:lstStyle/>
        <a:p>
          <a:endParaRPr lang="en-US" sz="1100"/>
        </a:p>
      </dgm:t>
    </dgm:pt>
    <dgm:pt modelId="{E87514BC-D8D9-4C39-8DFF-8DDC1E476A06}" type="sibTrans" cxnId="{3E49C862-1D54-43C6-8025-395D215FEB96}">
      <dgm:prSet/>
      <dgm:spPr/>
      <dgm:t>
        <a:bodyPr/>
        <a:lstStyle/>
        <a:p>
          <a:endParaRPr lang="en-US" sz="1100"/>
        </a:p>
      </dgm:t>
    </dgm:pt>
    <dgm:pt modelId="{75ED1E68-3533-4F9C-82C5-D040726377E3}" type="asst">
      <dgm:prSet phldrT="[Text]" phldr="1" custT="1"/>
      <dgm:spPr/>
      <dgm:t>
        <a:bodyPr/>
        <a:lstStyle/>
        <a:p>
          <a:endParaRPr lang="en-US" sz="1100"/>
        </a:p>
      </dgm:t>
    </dgm:pt>
    <dgm:pt modelId="{D7153AA2-2E94-442B-83F6-1D86DC5E3B44}" type="parTrans" cxnId="{2BC68690-1C9C-457D-8D2D-9E5C13C11FDE}">
      <dgm:prSet/>
      <dgm:spPr/>
      <dgm:t>
        <a:bodyPr/>
        <a:lstStyle/>
        <a:p>
          <a:endParaRPr lang="en-US" sz="1100"/>
        </a:p>
      </dgm:t>
    </dgm:pt>
    <dgm:pt modelId="{0E9E88CF-3CF7-456B-A619-4862EFA9004A}" type="sibTrans" cxnId="{2BC68690-1C9C-457D-8D2D-9E5C13C11FDE}">
      <dgm:prSet/>
      <dgm:spPr/>
      <dgm:t>
        <a:bodyPr/>
        <a:lstStyle/>
        <a:p>
          <a:endParaRPr lang="en-US" sz="1100"/>
        </a:p>
      </dgm:t>
    </dgm:pt>
    <dgm:pt modelId="{0212D645-60FA-4363-BAB1-8DED6502C0B8}">
      <dgm:prSet phldrT="[Text]" phldr="1" custT="1"/>
      <dgm:spPr/>
      <dgm:t>
        <a:bodyPr/>
        <a:lstStyle/>
        <a:p>
          <a:endParaRPr lang="en-US" sz="1100"/>
        </a:p>
      </dgm:t>
    </dgm:pt>
    <dgm:pt modelId="{F2FDCD37-BA25-44B4-A2B5-1A400BB0B522}" type="parTrans" cxnId="{958D88EC-4CCB-44FD-9DDC-E89CE3C82FBE}">
      <dgm:prSet/>
      <dgm:spPr/>
      <dgm:t>
        <a:bodyPr/>
        <a:lstStyle/>
        <a:p>
          <a:endParaRPr lang="en-US" sz="1100"/>
        </a:p>
      </dgm:t>
    </dgm:pt>
    <dgm:pt modelId="{6C79DC16-5E85-4FA2-8CB5-0A04BB19E10E}" type="sibTrans" cxnId="{958D88EC-4CCB-44FD-9DDC-E89CE3C82FBE}">
      <dgm:prSet/>
      <dgm:spPr/>
      <dgm:t>
        <a:bodyPr/>
        <a:lstStyle/>
        <a:p>
          <a:endParaRPr lang="en-US" sz="1100"/>
        </a:p>
      </dgm:t>
    </dgm:pt>
    <dgm:pt modelId="{FC82BB22-B5BD-4769-9745-4888C3B6838A}">
      <dgm:prSet phldrT="[Text]" phldr="1" custT="1"/>
      <dgm:spPr/>
      <dgm:t>
        <a:bodyPr/>
        <a:lstStyle/>
        <a:p>
          <a:endParaRPr lang="en-US" sz="1100"/>
        </a:p>
      </dgm:t>
    </dgm:pt>
    <dgm:pt modelId="{733FFEAD-2F13-4A4C-8F09-9874BAEDC29F}" type="parTrans" cxnId="{5F6CCD9A-F949-463A-876E-E6FCE40F1487}">
      <dgm:prSet/>
      <dgm:spPr/>
      <dgm:t>
        <a:bodyPr/>
        <a:lstStyle/>
        <a:p>
          <a:endParaRPr lang="en-US" sz="1100"/>
        </a:p>
      </dgm:t>
    </dgm:pt>
    <dgm:pt modelId="{69C50013-B559-442D-B593-036A0DA8F632}" type="sibTrans" cxnId="{5F6CCD9A-F949-463A-876E-E6FCE40F1487}">
      <dgm:prSet/>
      <dgm:spPr/>
      <dgm:t>
        <a:bodyPr/>
        <a:lstStyle/>
        <a:p>
          <a:endParaRPr lang="en-US" sz="1100"/>
        </a:p>
      </dgm:t>
    </dgm:pt>
    <dgm:pt modelId="{7D6E946E-9FE2-4FD1-8DF0-5C41022FAD8B}">
      <dgm:prSet phldrT="[Text]" phldr="1" custT="1"/>
      <dgm:spPr/>
      <dgm:t>
        <a:bodyPr/>
        <a:lstStyle/>
        <a:p>
          <a:endParaRPr lang="en-US" sz="1100"/>
        </a:p>
      </dgm:t>
    </dgm:pt>
    <dgm:pt modelId="{E3DDC050-18FD-4038-8689-688FF73CCF0E}" type="parTrans" cxnId="{0F099361-C66B-49A7-A49B-FC7BB360D122}">
      <dgm:prSet/>
      <dgm:spPr/>
      <dgm:t>
        <a:bodyPr/>
        <a:lstStyle/>
        <a:p>
          <a:endParaRPr lang="en-US" sz="1100"/>
        </a:p>
      </dgm:t>
    </dgm:pt>
    <dgm:pt modelId="{8022C0C5-AACE-4359-9459-9E642F15E4E0}" type="sibTrans" cxnId="{0F099361-C66B-49A7-A49B-FC7BB360D122}">
      <dgm:prSet/>
      <dgm:spPr/>
      <dgm:t>
        <a:bodyPr/>
        <a:lstStyle/>
        <a:p>
          <a:endParaRPr lang="en-US" sz="1100"/>
        </a:p>
      </dgm:t>
    </dgm:pt>
    <dgm:pt modelId="{4F4609F5-4042-4AAE-AD6B-BDB8D6813D68}" type="pres">
      <dgm:prSet presAssocID="{1CF10B18-2AC4-472D-B465-8B99D7ACB451}" presName="hierChild1" presStyleCnt="0">
        <dgm:presLayoutVars>
          <dgm:orgChart val="1"/>
          <dgm:chPref val="1"/>
          <dgm:dir/>
          <dgm:animOne val="branch"/>
          <dgm:animLvl val="lvl"/>
          <dgm:resizeHandles/>
        </dgm:presLayoutVars>
      </dgm:prSet>
      <dgm:spPr/>
    </dgm:pt>
    <dgm:pt modelId="{B1B95250-2569-4754-B56F-7305B29AB7BF}" type="pres">
      <dgm:prSet presAssocID="{6CEDE64F-BBD9-4B11-ABC1-2765CEB2E432}" presName="hierRoot1" presStyleCnt="0">
        <dgm:presLayoutVars>
          <dgm:hierBranch val="init"/>
        </dgm:presLayoutVars>
      </dgm:prSet>
      <dgm:spPr/>
    </dgm:pt>
    <dgm:pt modelId="{812AEEF2-4FA6-4B2A-B274-98E5E9D8ACFF}" type="pres">
      <dgm:prSet presAssocID="{6CEDE64F-BBD9-4B11-ABC1-2765CEB2E432}" presName="rootComposite1" presStyleCnt="0"/>
      <dgm:spPr/>
    </dgm:pt>
    <dgm:pt modelId="{A0E25A19-FA94-4226-95B4-BE69E6F33457}" type="pres">
      <dgm:prSet presAssocID="{6CEDE64F-BBD9-4B11-ABC1-2765CEB2E432}" presName="rootText1" presStyleLbl="node0" presStyleIdx="0" presStyleCnt="1">
        <dgm:presLayoutVars>
          <dgm:chPref val="3"/>
        </dgm:presLayoutVars>
      </dgm:prSet>
      <dgm:spPr/>
    </dgm:pt>
    <dgm:pt modelId="{936EB6FF-20EB-403E-B58A-C459DCD99BBF}" type="pres">
      <dgm:prSet presAssocID="{6CEDE64F-BBD9-4B11-ABC1-2765CEB2E432}" presName="rootConnector1" presStyleLbl="node1" presStyleIdx="0" presStyleCnt="0"/>
      <dgm:spPr/>
    </dgm:pt>
    <dgm:pt modelId="{C04C0B35-84FC-4201-9D16-6C6CE729F100}" type="pres">
      <dgm:prSet presAssocID="{6CEDE64F-BBD9-4B11-ABC1-2765CEB2E432}" presName="hierChild2" presStyleCnt="0"/>
      <dgm:spPr/>
    </dgm:pt>
    <dgm:pt modelId="{3F852337-CC24-479B-90E6-EB4A3AE8CB01}" type="pres">
      <dgm:prSet presAssocID="{F2FDCD37-BA25-44B4-A2B5-1A400BB0B522}" presName="Name37" presStyleLbl="parChTrans1D2" presStyleIdx="0" presStyleCnt="4"/>
      <dgm:spPr/>
    </dgm:pt>
    <dgm:pt modelId="{D615EEAB-BC56-4846-8E89-DAF8CC07B3F8}" type="pres">
      <dgm:prSet presAssocID="{0212D645-60FA-4363-BAB1-8DED6502C0B8}" presName="hierRoot2" presStyleCnt="0">
        <dgm:presLayoutVars>
          <dgm:hierBranch val="init"/>
        </dgm:presLayoutVars>
      </dgm:prSet>
      <dgm:spPr/>
    </dgm:pt>
    <dgm:pt modelId="{56EB0EA7-2678-4BB6-90BC-56CA57729A52}" type="pres">
      <dgm:prSet presAssocID="{0212D645-60FA-4363-BAB1-8DED6502C0B8}" presName="rootComposite" presStyleCnt="0"/>
      <dgm:spPr/>
    </dgm:pt>
    <dgm:pt modelId="{4831554B-293A-4182-B757-0D97798C8369}" type="pres">
      <dgm:prSet presAssocID="{0212D645-60FA-4363-BAB1-8DED6502C0B8}" presName="rootText" presStyleLbl="node2" presStyleIdx="0" presStyleCnt="3">
        <dgm:presLayoutVars>
          <dgm:chPref val="3"/>
        </dgm:presLayoutVars>
      </dgm:prSet>
      <dgm:spPr/>
    </dgm:pt>
    <dgm:pt modelId="{D95A0608-100D-4093-9133-29FC4CB1376C}" type="pres">
      <dgm:prSet presAssocID="{0212D645-60FA-4363-BAB1-8DED6502C0B8}" presName="rootConnector" presStyleLbl="node2" presStyleIdx="0" presStyleCnt="3"/>
      <dgm:spPr/>
    </dgm:pt>
    <dgm:pt modelId="{CD7C9844-3E05-418E-BD57-A8E923C35C07}" type="pres">
      <dgm:prSet presAssocID="{0212D645-60FA-4363-BAB1-8DED6502C0B8}" presName="hierChild4" presStyleCnt="0"/>
      <dgm:spPr/>
    </dgm:pt>
    <dgm:pt modelId="{33F6715B-4A8D-4AC4-8D39-1C2288F66638}" type="pres">
      <dgm:prSet presAssocID="{0212D645-60FA-4363-BAB1-8DED6502C0B8}" presName="hierChild5" presStyleCnt="0"/>
      <dgm:spPr/>
    </dgm:pt>
    <dgm:pt modelId="{F2D476C7-8955-45CF-9365-96E29149E4BF}" type="pres">
      <dgm:prSet presAssocID="{733FFEAD-2F13-4A4C-8F09-9874BAEDC29F}" presName="Name37" presStyleLbl="parChTrans1D2" presStyleIdx="1" presStyleCnt="4"/>
      <dgm:spPr/>
    </dgm:pt>
    <dgm:pt modelId="{F90B1365-99AB-4D0F-BEC5-3923D21641BE}" type="pres">
      <dgm:prSet presAssocID="{FC82BB22-B5BD-4769-9745-4888C3B6838A}" presName="hierRoot2" presStyleCnt="0">
        <dgm:presLayoutVars>
          <dgm:hierBranch val="init"/>
        </dgm:presLayoutVars>
      </dgm:prSet>
      <dgm:spPr/>
    </dgm:pt>
    <dgm:pt modelId="{7F095032-0BFC-4674-BFD5-9A3185B2A1C7}" type="pres">
      <dgm:prSet presAssocID="{FC82BB22-B5BD-4769-9745-4888C3B6838A}" presName="rootComposite" presStyleCnt="0"/>
      <dgm:spPr/>
    </dgm:pt>
    <dgm:pt modelId="{D8C35572-7625-4E66-892E-78CA00C0B040}" type="pres">
      <dgm:prSet presAssocID="{FC82BB22-B5BD-4769-9745-4888C3B6838A}" presName="rootText" presStyleLbl="node2" presStyleIdx="1" presStyleCnt="3">
        <dgm:presLayoutVars>
          <dgm:chPref val="3"/>
        </dgm:presLayoutVars>
      </dgm:prSet>
      <dgm:spPr/>
    </dgm:pt>
    <dgm:pt modelId="{8CDBFEB6-673C-435C-9CF4-7AB31007410C}" type="pres">
      <dgm:prSet presAssocID="{FC82BB22-B5BD-4769-9745-4888C3B6838A}" presName="rootConnector" presStyleLbl="node2" presStyleIdx="1" presStyleCnt="3"/>
      <dgm:spPr/>
    </dgm:pt>
    <dgm:pt modelId="{D153BA9F-6B2D-4E7C-8223-5E096890415B}" type="pres">
      <dgm:prSet presAssocID="{FC82BB22-B5BD-4769-9745-4888C3B6838A}" presName="hierChild4" presStyleCnt="0"/>
      <dgm:spPr/>
    </dgm:pt>
    <dgm:pt modelId="{A6373AC5-30FF-4B12-9DC4-2D4B59110EDC}" type="pres">
      <dgm:prSet presAssocID="{FC82BB22-B5BD-4769-9745-4888C3B6838A}" presName="hierChild5" presStyleCnt="0"/>
      <dgm:spPr/>
    </dgm:pt>
    <dgm:pt modelId="{74CC51D2-59E3-40F9-9644-32706D3136A6}" type="pres">
      <dgm:prSet presAssocID="{E3DDC050-18FD-4038-8689-688FF73CCF0E}" presName="Name37" presStyleLbl="parChTrans1D2" presStyleIdx="2" presStyleCnt="4"/>
      <dgm:spPr/>
    </dgm:pt>
    <dgm:pt modelId="{21283982-DE72-44B8-B075-B8842FD48604}" type="pres">
      <dgm:prSet presAssocID="{7D6E946E-9FE2-4FD1-8DF0-5C41022FAD8B}" presName="hierRoot2" presStyleCnt="0">
        <dgm:presLayoutVars>
          <dgm:hierBranch val="init"/>
        </dgm:presLayoutVars>
      </dgm:prSet>
      <dgm:spPr/>
    </dgm:pt>
    <dgm:pt modelId="{B9BD9C54-590B-4431-A63C-8391BECF23FF}" type="pres">
      <dgm:prSet presAssocID="{7D6E946E-9FE2-4FD1-8DF0-5C41022FAD8B}" presName="rootComposite" presStyleCnt="0"/>
      <dgm:spPr/>
    </dgm:pt>
    <dgm:pt modelId="{F67421FB-59A9-460E-8E13-AB0C04C9A106}" type="pres">
      <dgm:prSet presAssocID="{7D6E946E-9FE2-4FD1-8DF0-5C41022FAD8B}" presName="rootText" presStyleLbl="node2" presStyleIdx="2" presStyleCnt="3">
        <dgm:presLayoutVars>
          <dgm:chPref val="3"/>
        </dgm:presLayoutVars>
      </dgm:prSet>
      <dgm:spPr/>
    </dgm:pt>
    <dgm:pt modelId="{6C841285-78EC-4185-8E27-81DDFB326FC8}" type="pres">
      <dgm:prSet presAssocID="{7D6E946E-9FE2-4FD1-8DF0-5C41022FAD8B}" presName="rootConnector" presStyleLbl="node2" presStyleIdx="2" presStyleCnt="3"/>
      <dgm:spPr/>
    </dgm:pt>
    <dgm:pt modelId="{A417B1E2-AAD2-460F-BB84-7D5E77D2C473}" type="pres">
      <dgm:prSet presAssocID="{7D6E946E-9FE2-4FD1-8DF0-5C41022FAD8B}" presName="hierChild4" presStyleCnt="0"/>
      <dgm:spPr/>
    </dgm:pt>
    <dgm:pt modelId="{56D9DE7E-25DA-444A-912A-CA3D8A96B6C4}" type="pres">
      <dgm:prSet presAssocID="{7D6E946E-9FE2-4FD1-8DF0-5C41022FAD8B}" presName="hierChild5" presStyleCnt="0"/>
      <dgm:spPr/>
    </dgm:pt>
    <dgm:pt modelId="{EFAD17FE-AD1E-4AB9-A704-F1082C54FF16}" type="pres">
      <dgm:prSet presAssocID="{6CEDE64F-BBD9-4B11-ABC1-2765CEB2E432}" presName="hierChild3" presStyleCnt="0"/>
      <dgm:spPr/>
    </dgm:pt>
    <dgm:pt modelId="{890CE016-0765-48B3-8FEE-D4F2B09B24EC}" type="pres">
      <dgm:prSet presAssocID="{D7153AA2-2E94-442B-83F6-1D86DC5E3B44}" presName="Name111" presStyleLbl="parChTrans1D2" presStyleIdx="3" presStyleCnt="4"/>
      <dgm:spPr/>
    </dgm:pt>
    <dgm:pt modelId="{CD13AFB7-710D-429F-B24D-3119D7113944}" type="pres">
      <dgm:prSet presAssocID="{75ED1E68-3533-4F9C-82C5-D040726377E3}" presName="hierRoot3" presStyleCnt="0">
        <dgm:presLayoutVars>
          <dgm:hierBranch val="init"/>
        </dgm:presLayoutVars>
      </dgm:prSet>
      <dgm:spPr/>
    </dgm:pt>
    <dgm:pt modelId="{B708E03C-C4D4-4558-AD7F-425F5EC9CCBD}" type="pres">
      <dgm:prSet presAssocID="{75ED1E68-3533-4F9C-82C5-D040726377E3}" presName="rootComposite3" presStyleCnt="0"/>
      <dgm:spPr/>
    </dgm:pt>
    <dgm:pt modelId="{002C0090-17B1-4D28-9F09-D7407772FBF0}" type="pres">
      <dgm:prSet presAssocID="{75ED1E68-3533-4F9C-82C5-D040726377E3}" presName="rootText3" presStyleLbl="asst1" presStyleIdx="0" presStyleCnt="1">
        <dgm:presLayoutVars>
          <dgm:chPref val="3"/>
        </dgm:presLayoutVars>
      </dgm:prSet>
      <dgm:spPr/>
    </dgm:pt>
    <dgm:pt modelId="{844E3271-51A9-4605-8C8A-F9FFD7537640}" type="pres">
      <dgm:prSet presAssocID="{75ED1E68-3533-4F9C-82C5-D040726377E3}" presName="rootConnector3" presStyleLbl="asst1" presStyleIdx="0" presStyleCnt="1"/>
      <dgm:spPr/>
    </dgm:pt>
    <dgm:pt modelId="{FC4E7F22-FCA6-46D8-9843-2E2DE2FD3EAB}" type="pres">
      <dgm:prSet presAssocID="{75ED1E68-3533-4F9C-82C5-D040726377E3}" presName="hierChild6" presStyleCnt="0"/>
      <dgm:spPr/>
    </dgm:pt>
    <dgm:pt modelId="{04FB9CA8-17AD-449C-AAB5-58E1182B1522}" type="pres">
      <dgm:prSet presAssocID="{75ED1E68-3533-4F9C-82C5-D040726377E3}" presName="hierChild7" presStyleCnt="0"/>
      <dgm:spPr/>
    </dgm:pt>
  </dgm:ptLst>
  <dgm:cxnLst>
    <dgm:cxn modelId="{F2726602-5E6B-4B83-ADDB-8EA080DD59F9}" type="presOf" srcId="{7D6E946E-9FE2-4FD1-8DF0-5C41022FAD8B}" destId="{F67421FB-59A9-460E-8E13-AB0C04C9A106}" srcOrd="0" destOrd="0" presId="urn:microsoft.com/office/officeart/2005/8/layout/orgChart1"/>
    <dgm:cxn modelId="{8033171A-1531-49B0-9645-3F1C04E65454}" type="presOf" srcId="{0212D645-60FA-4363-BAB1-8DED6502C0B8}" destId="{D95A0608-100D-4093-9133-29FC4CB1376C}" srcOrd="1" destOrd="0" presId="urn:microsoft.com/office/officeart/2005/8/layout/orgChart1"/>
    <dgm:cxn modelId="{8B070720-3089-482E-B75C-B36CFA8BF6E9}" type="presOf" srcId="{6CEDE64F-BBD9-4B11-ABC1-2765CEB2E432}" destId="{A0E25A19-FA94-4226-95B4-BE69E6F33457}" srcOrd="0" destOrd="0" presId="urn:microsoft.com/office/officeart/2005/8/layout/orgChart1"/>
    <dgm:cxn modelId="{E92E8E29-2CBA-4F45-AC60-64E8B135DCCC}" type="presOf" srcId="{7D6E946E-9FE2-4FD1-8DF0-5C41022FAD8B}" destId="{6C841285-78EC-4185-8E27-81DDFB326FC8}" srcOrd="1" destOrd="0" presId="urn:microsoft.com/office/officeart/2005/8/layout/orgChart1"/>
    <dgm:cxn modelId="{0F099361-C66B-49A7-A49B-FC7BB360D122}" srcId="{6CEDE64F-BBD9-4B11-ABC1-2765CEB2E432}" destId="{7D6E946E-9FE2-4FD1-8DF0-5C41022FAD8B}" srcOrd="3" destOrd="0" parTransId="{E3DDC050-18FD-4038-8689-688FF73CCF0E}" sibTransId="{8022C0C5-AACE-4359-9459-9E642F15E4E0}"/>
    <dgm:cxn modelId="{3E49C862-1D54-43C6-8025-395D215FEB96}" srcId="{1CF10B18-2AC4-472D-B465-8B99D7ACB451}" destId="{6CEDE64F-BBD9-4B11-ABC1-2765CEB2E432}" srcOrd="0" destOrd="0" parTransId="{1DCAD7CF-368E-463D-B798-260554BB780B}" sibTransId="{E87514BC-D8D9-4C39-8DFF-8DDC1E476A06}"/>
    <dgm:cxn modelId="{D37A5763-E43C-4AAE-95E2-5E72FD45423A}" type="presOf" srcId="{F2FDCD37-BA25-44B4-A2B5-1A400BB0B522}" destId="{3F852337-CC24-479B-90E6-EB4A3AE8CB01}" srcOrd="0" destOrd="0" presId="urn:microsoft.com/office/officeart/2005/8/layout/orgChart1"/>
    <dgm:cxn modelId="{00D6104D-9152-408B-9E2E-985C960A8724}" type="presOf" srcId="{733FFEAD-2F13-4A4C-8F09-9874BAEDC29F}" destId="{F2D476C7-8955-45CF-9365-96E29149E4BF}" srcOrd="0" destOrd="0" presId="urn:microsoft.com/office/officeart/2005/8/layout/orgChart1"/>
    <dgm:cxn modelId="{2BC68690-1C9C-457D-8D2D-9E5C13C11FDE}" srcId="{6CEDE64F-BBD9-4B11-ABC1-2765CEB2E432}" destId="{75ED1E68-3533-4F9C-82C5-D040726377E3}" srcOrd="0" destOrd="0" parTransId="{D7153AA2-2E94-442B-83F6-1D86DC5E3B44}" sibTransId="{0E9E88CF-3CF7-456B-A619-4862EFA9004A}"/>
    <dgm:cxn modelId="{5F6CCD9A-F949-463A-876E-E6FCE40F1487}" srcId="{6CEDE64F-BBD9-4B11-ABC1-2765CEB2E432}" destId="{FC82BB22-B5BD-4769-9745-4888C3B6838A}" srcOrd="2" destOrd="0" parTransId="{733FFEAD-2F13-4A4C-8F09-9874BAEDC29F}" sibTransId="{69C50013-B559-442D-B593-036A0DA8F632}"/>
    <dgm:cxn modelId="{BD0FE69C-9C1F-4C6F-A9AF-292798088B6D}" type="presOf" srcId="{E3DDC050-18FD-4038-8689-688FF73CCF0E}" destId="{74CC51D2-59E3-40F9-9644-32706D3136A6}" srcOrd="0" destOrd="0" presId="urn:microsoft.com/office/officeart/2005/8/layout/orgChart1"/>
    <dgm:cxn modelId="{0FCF9A9F-0D34-46A3-B85A-4994A8202C1F}" type="presOf" srcId="{75ED1E68-3533-4F9C-82C5-D040726377E3}" destId="{002C0090-17B1-4D28-9F09-D7407772FBF0}" srcOrd="0" destOrd="0" presId="urn:microsoft.com/office/officeart/2005/8/layout/orgChart1"/>
    <dgm:cxn modelId="{09A96DAD-15AE-4F8B-929A-7F6D5FF38112}" type="presOf" srcId="{D7153AA2-2E94-442B-83F6-1D86DC5E3B44}" destId="{890CE016-0765-48B3-8FEE-D4F2B09B24EC}" srcOrd="0" destOrd="0" presId="urn:microsoft.com/office/officeart/2005/8/layout/orgChart1"/>
    <dgm:cxn modelId="{A36813BC-335A-4885-8E86-CDE2FC0502CB}" type="presOf" srcId="{75ED1E68-3533-4F9C-82C5-D040726377E3}" destId="{844E3271-51A9-4605-8C8A-F9FFD7537640}" srcOrd="1" destOrd="0" presId="urn:microsoft.com/office/officeart/2005/8/layout/orgChart1"/>
    <dgm:cxn modelId="{556974C6-B130-4635-96C3-33AC447F6994}" type="presOf" srcId="{1CF10B18-2AC4-472D-B465-8B99D7ACB451}" destId="{4F4609F5-4042-4AAE-AD6B-BDB8D6813D68}" srcOrd="0" destOrd="0" presId="urn:microsoft.com/office/officeart/2005/8/layout/orgChart1"/>
    <dgm:cxn modelId="{E3220FCF-BC95-43E2-A664-4178F5F6B9CD}" type="presOf" srcId="{0212D645-60FA-4363-BAB1-8DED6502C0B8}" destId="{4831554B-293A-4182-B757-0D97798C8369}" srcOrd="0" destOrd="0" presId="urn:microsoft.com/office/officeart/2005/8/layout/orgChart1"/>
    <dgm:cxn modelId="{2F48B4DC-04E1-48E1-95EE-1F0F962F2CA6}" type="presOf" srcId="{FC82BB22-B5BD-4769-9745-4888C3B6838A}" destId="{D8C35572-7625-4E66-892E-78CA00C0B040}" srcOrd="0" destOrd="0" presId="urn:microsoft.com/office/officeart/2005/8/layout/orgChart1"/>
    <dgm:cxn modelId="{759EFEDF-09E2-42FB-A00B-304D6009169C}" type="presOf" srcId="{6CEDE64F-BBD9-4B11-ABC1-2765CEB2E432}" destId="{936EB6FF-20EB-403E-B58A-C459DCD99BBF}" srcOrd="1" destOrd="0" presId="urn:microsoft.com/office/officeart/2005/8/layout/orgChart1"/>
    <dgm:cxn modelId="{958D88EC-4CCB-44FD-9DDC-E89CE3C82FBE}" srcId="{6CEDE64F-BBD9-4B11-ABC1-2765CEB2E432}" destId="{0212D645-60FA-4363-BAB1-8DED6502C0B8}" srcOrd="1" destOrd="0" parTransId="{F2FDCD37-BA25-44B4-A2B5-1A400BB0B522}" sibTransId="{6C79DC16-5E85-4FA2-8CB5-0A04BB19E10E}"/>
    <dgm:cxn modelId="{4580EEF6-7C9A-45F7-91EE-D6049DC5F173}" type="presOf" srcId="{FC82BB22-B5BD-4769-9745-4888C3B6838A}" destId="{8CDBFEB6-673C-435C-9CF4-7AB31007410C}" srcOrd="1" destOrd="0" presId="urn:microsoft.com/office/officeart/2005/8/layout/orgChart1"/>
    <dgm:cxn modelId="{99404455-C582-4458-8CE2-D199F95C5DC1}" type="presParOf" srcId="{4F4609F5-4042-4AAE-AD6B-BDB8D6813D68}" destId="{B1B95250-2569-4754-B56F-7305B29AB7BF}" srcOrd="0" destOrd="0" presId="urn:microsoft.com/office/officeart/2005/8/layout/orgChart1"/>
    <dgm:cxn modelId="{385EC14C-38E6-42DD-AD83-2DA6D09AD44F}" type="presParOf" srcId="{B1B95250-2569-4754-B56F-7305B29AB7BF}" destId="{812AEEF2-4FA6-4B2A-B274-98E5E9D8ACFF}" srcOrd="0" destOrd="0" presId="urn:microsoft.com/office/officeart/2005/8/layout/orgChart1"/>
    <dgm:cxn modelId="{0685B4B3-CFB4-45DC-AFD3-D38C9977A1F3}" type="presParOf" srcId="{812AEEF2-4FA6-4B2A-B274-98E5E9D8ACFF}" destId="{A0E25A19-FA94-4226-95B4-BE69E6F33457}" srcOrd="0" destOrd="0" presId="urn:microsoft.com/office/officeart/2005/8/layout/orgChart1"/>
    <dgm:cxn modelId="{6BF1653D-ED68-45EB-8879-8B376AA71EC3}" type="presParOf" srcId="{812AEEF2-4FA6-4B2A-B274-98E5E9D8ACFF}" destId="{936EB6FF-20EB-403E-B58A-C459DCD99BBF}" srcOrd="1" destOrd="0" presId="urn:microsoft.com/office/officeart/2005/8/layout/orgChart1"/>
    <dgm:cxn modelId="{15F1CDEB-FEBB-4B76-B223-4EF97267845E}" type="presParOf" srcId="{B1B95250-2569-4754-B56F-7305B29AB7BF}" destId="{C04C0B35-84FC-4201-9D16-6C6CE729F100}" srcOrd="1" destOrd="0" presId="urn:microsoft.com/office/officeart/2005/8/layout/orgChart1"/>
    <dgm:cxn modelId="{2C4CA596-57C8-4C88-9F60-E736530BC638}" type="presParOf" srcId="{C04C0B35-84FC-4201-9D16-6C6CE729F100}" destId="{3F852337-CC24-479B-90E6-EB4A3AE8CB01}" srcOrd="0" destOrd="0" presId="urn:microsoft.com/office/officeart/2005/8/layout/orgChart1"/>
    <dgm:cxn modelId="{72F27929-813A-4480-96F4-C22CFC009278}" type="presParOf" srcId="{C04C0B35-84FC-4201-9D16-6C6CE729F100}" destId="{D615EEAB-BC56-4846-8E89-DAF8CC07B3F8}" srcOrd="1" destOrd="0" presId="urn:microsoft.com/office/officeart/2005/8/layout/orgChart1"/>
    <dgm:cxn modelId="{5DECC4C0-2037-4A65-8DC1-49FC4C20189E}" type="presParOf" srcId="{D615EEAB-BC56-4846-8E89-DAF8CC07B3F8}" destId="{56EB0EA7-2678-4BB6-90BC-56CA57729A52}" srcOrd="0" destOrd="0" presId="urn:microsoft.com/office/officeart/2005/8/layout/orgChart1"/>
    <dgm:cxn modelId="{12D65168-2CF1-4DB8-BFC3-9232CF750DBC}" type="presParOf" srcId="{56EB0EA7-2678-4BB6-90BC-56CA57729A52}" destId="{4831554B-293A-4182-B757-0D97798C8369}" srcOrd="0" destOrd="0" presId="urn:microsoft.com/office/officeart/2005/8/layout/orgChart1"/>
    <dgm:cxn modelId="{2946D9CA-B0F2-4116-BB78-EAB5212FC818}" type="presParOf" srcId="{56EB0EA7-2678-4BB6-90BC-56CA57729A52}" destId="{D95A0608-100D-4093-9133-29FC4CB1376C}" srcOrd="1" destOrd="0" presId="urn:microsoft.com/office/officeart/2005/8/layout/orgChart1"/>
    <dgm:cxn modelId="{3FE528F2-D8E1-4465-8A08-B35D093BE15C}" type="presParOf" srcId="{D615EEAB-BC56-4846-8E89-DAF8CC07B3F8}" destId="{CD7C9844-3E05-418E-BD57-A8E923C35C07}" srcOrd="1" destOrd="0" presId="urn:microsoft.com/office/officeart/2005/8/layout/orgChart1"/>
    <dgm:cxn modelId="{FCC34454-CB45-43C4-A3EF-0F5D64BEFB8F}" type="presParOf" srcId="{D615EEAB-BC56-4846-8E89-DAF8CC07B3F8}" destId="{33F6715B-4A8D-4AC4-8D39-1C2288F66638}" srcOrd="2" destOrd="0" presId="urn:microsoft.com/office/officeart/2005/8/layout/orgChart1"/>
    <dgm:cxn modelId="{E359DA97-0260-48FB-AEC3-77EFCA439201}" type="presParOf" srcId="{C04C0B35-84FC-4201-9D16-6C6CE729F100}" destId="{F2D476C7-8955-45CF-9365-96E29149E4BF}" srcOrd="2" destOrd="0" presId="urn:microsoft.com/office/officeart/2005/8/layout/orgChart1"/>
    <dgm:cxn modelId="{F41EEC04-F8CE-4B61-A0A4-DA2E5D2E2E49}" type="presParOf" srcId="{C04C0B35-84FC-4201-9D16-6C6CE729F100}" destId="{F90B1365-99AB-4D0F-BEC5-3923D21641BE}" srcOrd="3" destOrd="0" presId="urn:microsoft.com/office/officeart/2005/8/layout/orgChart1"/>
    <dgm:cxn modelId="{678F90FC-E481-4192-8B4C-22CAA4EB0F5B}" type="presParOf" srcId="{F90B1365-99AB-4D0F-BEC5-3923D21641BE}" destId="{7F095032-0BFC-4674-BFD5-9A3185B2A1C7}" srcOrd="0" destOrd="0" presId="urn:microsoft.com/office/officeart/2005/8/layout/orgChart1"/>
    <dgm:cxn modelId="{ADA21C51-1B22-435E-9EFE-1515991042EA}" type="presParOf" srcId="{7F095032-0BFC-4674-BFD5-9A3185B2A1C7}" destId="{D8C35572-7625-4E66-892E-78CA00C0B040}" srcOrd="0" destOrd="0" presId="urn:microsoft.com/office/officeart/2005/8/layout/orgChart1"/>
    <dgm:cxn modelId="{0E5D5191-A603-43A6-81F6-3AACCD3CB2F2}" type="presParOf" srcId="{7F095032-0BFC-4674-BFD5-9A3185B2A1C7}" destId="{8CDBFEB6-673C-435C-9CF4-7AB31007410C}" srcOrd="1" destOrd="0" presId="urn:microsoft.com/office/officeart/2005/8/layout/orgChart1"/>
    <dgm:cxn modelId="{03CBC99E-F1AF-4BD9-A593-769D2FB76807}" type="presParOf" srcId="{F90B1365-99AB-4D0F-BEC5-3923D21641BE}" destId="{D153BA9F-6B2D-4E7C-8223-5E096890415B}" srcOrd="1" destOrd="0" presId="urn:microsoft.com/office/officeart/2005/8/layout/orgChart1"/>
    <dgm:cxn modelId="{682C6ADA-518D-4DFC-AEF4-A944E68C3CFB}" type="presParOf" srcId="{F90B1365-99AB-4D0F-BEC5-3923D21641BE}" destId="{A6373AC5-30FF-4B12-9DC4-2D4B59110EDC}" srcOrd="2" destOrd="0" presId="urn:microsoft.com/office/officeart/2005/8/layout/orgChart1"/>
    <dgm:cxn modelId="{944F2591-D822-4026-8355-FA1C02D70F32}" type="presParOf" srcId="{C04C0B35-84FC-4201-9D16-6C6CE729F100}" destId="{74CC51D2-59E3-40F9-9644-32706D3136A6}" srcOrd="4" destOrd="0" presId="urn:microsoft.com/office/officeart/2005/8/layout/orgChart1"/>
    <dgm:cxn modelId="{CBD847ED-9B7D-4904-8F2D-BA3C4D2A4A9D}" type="presParOf" srcId="{C04C0B35-84FC-4201-9D16-6C6CE729F100}" destId="{21283982-DE72-44B8-B075-B8842FD48604}" srcOrd="5" destOrd="0" presId="urn:microsoft.com/office/officeart/2005/8/layout/orgChart1"/>
    <dgm:cxn modelId="{56EB443B-C3DB-47D1-819B-F98D20FC2C4B}" type="presParOf" srcId="{21283982-DE72-44B8-B075-B8842FD48604}" destId="{B9BD9C54-590B-4431-A63C-8391BECF23FF}" srcOrd="0" destOrd="0" presId="urn:microsoft.com/office/officeart/2005/8/layout/orgChart1"/>
    <dgm:cxn modelId="{CBC4B521-D1DD-4887-92EA-86FCFA9B95C0}" type="presParOf" srcId="{B9BD9C54-590B-4431-A63C-8391BECF23FF}" destId="{F67421FB-59A9-460E-8E13-AB0C04C9A106}" srcOrd="0" destOrd="0" presId="urn:microsoft.com/office/officeart/2005/8/layout/orgChart1"/>
    <dgm:cxn modelId="{42C7402A-A909-4EB2-AD72-C7F1F4304874}" type="presParOf" srcId="{B9BD9C54-590B-4431-A63C-8391BECF23FF}" destId="{6C841285-78EC-4185-8E27-81DDFB326FC8}" srcOrd="1" destOrd="0" presId="urn:microsoft.com/office/officeart/2005/8/layout/orgChart1"/>
    <dgm:cxn modelId="{AA1ED4EC-699F-4ED4-B85B-078963EFD2AD}" type="presParOf" srcId="{21283982-DE72-44B8-B075-B8842FD48604}" destId="{A417B1E2-AAD2-460F-BB84-7D5E77D2C473}" srcOrd="1" destOrd="0" presId="urn:microsoft.com/office/officeart/2005/8/layout/orgChart1"/>
    <dgm:cxn modelId="{3135C43C-3A5D-4BCF-A3D0-52D5D8B3F9E2}" type="presParOf" srcId="{21283982-DE72-44B8-B075-B8842FD48604}" destId="{56D9DE7E-25DA-444A-912A-CA3D8A96B6C4}" srcOrd="2" destOrd="0" presId="urn:microsoft.com/office/officeart/2005/8/layout/orgChart1"/>
    <dgm:cxn modelId="{A6585C6F-2707-4860-837E-C9AAE4EDE271}" type="presParOf" srcId="{B1B95250-2569-4754-B56F-7305B29AB7BF}" destId="{EFAD17FE-AD1E-4AB9-A704-F1082C54FF16}" srcOrd="2" destOrd="0" presId="urn:microsoft.com/office/officeart/2005/8/layout/orgChart1"/>
    <dgm:cxn modelId="{B6796093-BFEB-4B16-BA8B-3534AFD9084A}" type="presParOf" srcId="{EFAD17FE-AD1E-4AB9-A704-F1082C54FF16}" destId="{890CE016-0765-48B3-8FEE-D4F2B09B24EC}" srcOrd="0" destOrd="0" presId="urn:microsoft.com/office/officeart/2005/8/layout/orgChart1"/>
    <dgm:cxn modelId="{E4E0A28C-FD73-40FF-9CB9-92BD5FDDAF0E}" type="presParOf" srcId="{EFAD17FE-AD1E-4AB9-A704-F1082C54FF16}" destId="{CD13AFB7-710D-429F-B24D-3119D7113944}" srcOrd="1" destOrd="0" presId="urn:microsoft.com/office/officeart/2005/8/layout/orgChart1"/>
    <dgm:cxn modelId="{B4F8306D-E120-49FF-8545-D5F25A7D844F}" type="presParOf" srcId="{CD13AFB7-710D-429F-B24D-3119D7113944}" destId="{B708E03C-C4D4-4558-AD7F-425F5EC9CCBD}" srcOrd="0" destOrd="0" presId="urn:microsoft.com/office/officeart/2005/8/layout/orgChart1"/>
    <dgm:cxn modelId="{350E0A21-0B2D-4A88-876E-69042B01085E}" type="presParOf" srcId="{B708E03C-C4D4-4558-AD7F-425F5EC9CCBD}" destId="{002C0090-17B1-4D28-9F09-D7407772FBF0}" srcOrd="0" destOrd="0" presId="urn:microsoft.com/office/officeart/2005/8/layout/orgChart1"/>
    <dgm:cxn modelId="{3DC801E1-D3E5-4754-A951-D961BD3CA59C}" type="presParOf" srcId="{B708E03C-C4D4-4558-AD7F-425F5EC9CCBD}" destId="{844E3271-51A9-4605-8C8A-F9FFD7537640}" srcOrd="1" destOrd="0" presId="urn:microsoft.com/office/officeart/2005/8/layout/orgChart1"/>
    <dgm:cxn modelId="{AF5AF4FC-AF3D-4E89-8FC6-9C1CA1B59586}" type="presParOf" srcId="{CD13AFB7-710D-429F-B24D-3119D7113944}" destId="{FC4E7F22-FCA6-46D8-9843-2E2DE2FD3EAB}" srcOrd="1" destOrd="0" presId="urn:microsoft.com/office/officeart/2005/8/layout/orgChart1"/>
    <dgm:cxn modelId="{3B46355B-1D35-49F8-9B22-A9E727290C76}" type="presParOf" srcId="{CD13AFB7-710D-429F-B24D-3119D7113944}" destId="{04FB9CA8-17AD-449C-AAB5-58E1182B1522}" srcOrd="2" destOrd="0" presId="urn:microsoft.com/office/officeart/2005/8/layout/orgChart1"/>
  </dgm:cxnLst>
  <dgm:bg/>
  <dgm:whole/>
  <dgm:extLst>
    <a:ext uri="http://schemas.microsoft.com/office/drawing/2008/diagram">
      <dsp:dataModelExt xmlns:dsp="http://schemas.microsoft.com/office/drawing/2008/diagram" relId="rId2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CF10B18-2AC4-472D-B465-8B99D7ACB451}" type="doc">
      <dgm:prSet loTypeId="urn:microsoft.com/office/officeart/2005/8/layout/gear1" loCatId="relationship" qsTypeId="urn:microsoft.com/office/officeart/2005/8/quickstyle/simple4" qsCatId="simple" csTypeId="urn:microsoft.com/office/officeart/2005/8/colors/colorful1" csCatId="colorful" phldr="0"/>
      <dgm:spPr/>
      <dgm:t>
        <a:bodyPr/>
        <a:lstStyle/>
        <a:p>
          <a:endParaRPr lang="en-US"/>
        </a:p>
      </dgm:t>
    </dgm:pt>
    <dgm:pt modelId="{5CD905EF-8EAC-4ED2-BB30-E8169231CE49}">
      <dgm:prSet phldrT="[Text]" phldr="1"/>
      <dgm:spPr/>
      <dgm:t>
        <a:bodyPr/>
        <a:lstStyle/>
        <a:p>
          <a:endParaRPr lang="en-US" dirty="0"/>
        </a:p>
      </dgm:t>
    </dgm:pt>
    <dgm:pt modelId="{ED806B8E-B1E9-406E-9356-7043A92C9F57}" type="parTrans" cxnId="{56913EAA-9838-43E8-AAF8-2804C12F1949}">
      <dgm:prSet/>
      <dgm:spPr/>
      <dgm:t>
        <a:bodyPr/>
        <a:lstStyle/>
        <a:p>
          <a:endParaRPr lang="en-US"/>
        </a:p>
      </dgm:t>
    </dgm:pt>
    <dgm:pt modelId="{A69667E3-2738-4B0A-8646-CC1E7D16BE89}" type="sibTrans" cxnId="{56913EAA-9838-43E8-AAF8-2804C12F1949}">
      <dgm:prSet/>
      <dgm:spPr/>
      <dgm:t>
        <a:bodyPr/>
        <a:lstStyle/>
        <a:p>
          <a:endParaRPr lang="en-US"/>
        </a:p>
      </dgm:t>
    </dgm:pt>
    <dgm:pt modelId="{6F0C8066-C8BA-4269-82AB-111895E583BF}">
      <dgm:prSet phldrT="[Text]" phldr="1"/>
      <dgm:spPr/>
      <dgm:t>
        <a:bodyPr/>
        <a:lstStyle/>
        <a:p>
          <a:endParaRPr lang="en-US"/>
        </a:p>
      </dgm:t>
    </dgm:pt>
    <dgm:pt modelId="{9F304AA3-EADD-44CC-B88D-72BEEBF74FA7}" type="parTrans" cxnId="{A4DEC630-0F46-43C2-80C4-614986C6001E}">
      <dgm:prSet/>
      <dgm:spPr/>
      <dgm:t>
        <a:bodyPr/>
        <a:lstStyle/>
        <a:p>
          <a:endParaRPr lang="en-US"/>
        </a:p>
      </dgm:t>
    </dgm:pt>
    <dgm:pt modelId="{2660A8B4-53D8-49CE-BFCA-962AFE521B3C}" type="sibTrans" cxnId="{A4DEC630-0F46-43C2-80C4-614986C6001E}">
      <dgm:prSet/>
      <dgm:spPr/>
      <dgm:t>
        <a:bodyPr/>
        <a:lstStyle/>
        <a:p>
          <a:endParaRPr lang="en-US"/>
        </a:p>
      </dgm:t>
    </dgm:pt>
    <dgm:pt modelId="{39F9F2DE-674B-48EE-BCFA-3F9736F51827}">
      <dgm:prSet phldrT="[Text]" phldr="1"/>
      <dgm:spPr/>
      <dgm:t>
        <a:bodyPr/>
        <a:lstStyle/>
        <a:p>
          <a:endParaRPr lang="en-US"/>
        </a:p>
      </dgm:t>
    </dgm:pt>
    <dgm:pt modelId="{43A557B0-6DB8-4887-92B0-CA01F5139ADB}" type="parTrans" cxnId="{58FC72BF-90D5-47B1-BA98-7F65CEE982D2}">
      <dgm:prSet/>
      <dgm:spPr/>
      <dgm:t>
        <a:bodyPr/>
        <a:lstStyle/>
        <a:p>
          <a:endParaRPr lang="en-US"/>
        </a:p>
      </dgm:t>
    </dgm:pt>
    <dgm:pt modelId="{0BAF1907-C808-44C1-BCA6-3E1C4B373FCB}" type="sibTrans" cxnId="{58FC72BF-90D5-47B1-BA98-7F65CEE982D2}">
      <dgm:prSet/>
      <dgm:spPr/>
      <dgm:t>
        <a:bodyPr/>
        <a:lstStyle/>
        <a:p>
          <a:endParaRPr lang="en-US"/>
        </a:p>
      </dgm:t>
    </dgm:pt>
    <dgm:pt modelId="{9530894A-43AB-477E-ABF5-F7549C6D9BAF}" type="pres">
      <dgm:prSet presAssocID="{1CF10B18-2AC4-472D-B465-8B99D7ACB451}" presName="composite" presStyleCnt="0">
        <dgm:presLayoutVars>
          <dgm:chMax val="3"/>
          <dgm:animLvl val="lvl"/>
          <dgm:resizeHandles val="exact"/>
        </dgm:presLayoutVars>
      </dgm:prSet>
      <dgm:spPr/>
    </dgm:pt>
    <dgm:pt modelId="{A62414BE-91CC-4EC5-B93D-34AFD515DC75}" type="pres">
      <dgm:prSet presAssocID="{5CD905EF-8EAC-4ED2-BB30-E8169231CE49}" presName="gear1" presStyleLbl="node1" presStyleIdx="0" presStyleCnt="3">
        <dgm:presLayoutVars>
          <dgm:chMax val="1"/>
          <dgm:bulletEnabled val="1"/>
        </dgm:presLayoutVars>
      </dgm:prSet>
      <dgm:spPr/>
    </dgm:pt>
    <dgm:pt modelId="{A4248589-25F9-4DE9-9D6B-A5D7AB037439}" type="pres">
      <dgm:prSet presAssocID="{5CD905EF-8EAC-4ED2-BB30-E8169231CE49}" presName="gear1srcNode" presStyleLbl="node1" presStyleIdx="0" presStyleCnt="3"/>
      <dgm:spPr/>
    </dgm:pt>
    <dgm:pt modelId="{121BC6D0-A5A2-496D-8E36-E800048B3A0F}" type="pres">
      <dgm:prSet presAssocID="{5CD905EF-8EAC-4ED2-BB30-E8169231CE49}" presName="gear1dstNode" presStyleLbl="node1" presStyleIdx="0" presStyleCnt="3"/>
      <dgm:spPr/>
    </dgm:pt>
    <dgm:pt modelId="{42C60E64-23B3-4577-8532-AD407431BBBD}" type="pres">
      <dgm:prSet presAssocID="{6F0C8066-C8BA-4269-82AB-111895E583BF}" presName="gear2" presStyleLbl="node1" presStyleIdx="1" presStyleCnt="3">
        <dgm:presLayoutVars>
          <dgm:chMax val="1"/>
          <dgm:bulletEnabled val="1"/>
        </dgm:presLayoutVars>
      </dgm:prSet>
      <dgm:spPr/>
    </dgm:pt>
    <dgm:pt modelId="{BB476A42-CBDF-4716-8064-6B8179274F92}" type="pres">
      <dgm:prSet presAssocID="{6F0C8066-C8BA-4269-82AB-111895E583BF}" presName="gear2srcNode" presStyleLbl="node1" presStyleIdx="1" presStyleCnt="3"/>
      <dgm:spPr/>
    </dgm:pt>
    <dgm:pt modelId="{2F4192D8-C15E-4C02-B150-A7101EF68470}" type="pres">
      <dgm:prSet presAssocID="{6F0C8066-C8BA-4269-82AB-111895E583BF}" presName="gear2dstNode" presStyleLbl="node1" presStyleIdx="1" presStyleCnt="3"/>
      <dgm:spPr/>
    </dgm:pt>
    <dgm:pt modelId="{FCD84BEF-B124-4459-93A2-AA275F1722BF}" type="pres">
      <dgm:prSet presAssocID="{39F9F2DE-674B-48EE-BCFA-3F9736F51827}" presName="gear3" presStyleLbl="node1" presStyleIdx="2" presStyleCnt="3"/>
      <dgm:spPr/>
    </dgm:pt>
    <dgm:pt modelId="{EF3A6A13-5083-45BD-978F-CEBF2F211210}" type="pres">
      <dgm:prSet presAssocID="{39F9F2DE-674B-48EE-BCFA-3F9736F51827}" presName="gear3tx" presStyleLbl="node1" presStyleIdx="2" presStyleCnt="3">
        <dgm:presLayoutVars>
          <dgm:chMax val="1"/>
          <dgm:bulletEnabled val="1"/>
        </dgm:presLayoutVars>
      </dgm:prSet>
      <dgm:spPr/>
    </dgm:pt>
    <dgm:pt modelId="{AAA3D4E3-5F40-4B3E-BADC-15A3BD8C944D}" type="pres">
      <dgm:prSet presAssocID="{39F9F2DE-674B-48EE-BCFA-3F9736F51827}" presName="gear3srcNode" presStyleLbl="node1" presStyleIdx="2" presStyleCnt="3"/>
      <dgm:spPr/>
    </dgm:pt>
    <dgm:pt modelId="{25BAEA39-E5E5-43B2-8708-21BB29898001}" type="pres">
      <dgm:prSet presAssocID="{39F9F2DE-674B-48EE-BCFA-3F9736F51827}" presName="gear3dstNode" presStyleLbl="node1" presStyleIdx="2" presStyleCnt="3"/>
      <dgm:spPr/>
    </dgm:pt>
    <dgm:pt modelId="{2081E918-210A-4998-A0C5-B4C993675265}" type="pres">
      <dgm:prSet presAssocID="{A69667E3-2738-4B0A-8646-CC1E7D16BE89}" presName="connector1" presStyleLbl="sibTrans2D1" presStyleIdx="0" presStyleCnt="3"/>
      <dgm:spPr/>
    </dgm:pt>
    <dgm:pt modelId="{6B913869-A0E2-4024-88B3-8005CE0126E8}" type="pres">
      <dgm:prSet presAssocID="{2660A8B4-53D8-49CE-BFCA-962AFE521B3C}" presName="connector2" presStyleLbl="sibTrans2D1" presStyleIdx="1" presStyleCnt="3"/>
      <dgm:spPr/>
    </dgm:pt>
    <dgm:pt modelId="{24FB5E2F-5050-4CF5-B9AE-4F2B00FBE6F7}" type="pres">
      <dgm:prSet presAssocID="{0BAF1907-C808-44C1-BCA6-3E1C4B373FCB}" presName="connector3" presStyleLbl="sibTrans2D1" presStyleIdx="2" presStyleCnt="3"/>
      <dgm:spPr/>
    </dgm:pt>
  </dgm:ptLst>
  <dgm:cxnLst>
    <dgm:cxn modelId="{BC0C9213-F6D0-4049-B1A5-F00FB29FB780}" type="presOf" srcId="{39F9F2DE-674B-48EE-BCFA-3F9736F51827}" destId="{EF3A6A13-5083-45BD-978F-CEBF2F211210}" srcOrd="1" destOrd="0" presId="urn:microsoft.com/office/officeart/2005/8/layout/gear1"/>
    <dgm:cxn modelId="{08D9CA2B-78DC-4225-B740-BC388FEF26E9}" type="presOf" srcId="{5CD905EF-8EAC-4ED2-BB30-E8169231CE49}" destId="{A62414BE-91CC-4EC5-B93D-34AFD515DC75}" srcOrd="0" destOrd="0" presId="urn:microsoft.com/office/officeart/2005/8/layout/gear1"/>
    <dgm:cxn modelId="{A4DEC630-0F46-43C2-80C4-614986C6001E}" srcId="{1CF10B18-2AC4-472D-B465-8B99D7ACB451}" destId="{6F0C8066-C8BA-4269-82AB-111895E583BF}" srcOrd="1" destOrd="0" parTransId="{9F304AA3-EADD-44CC-B88D-72BEEBF74FA7}" sibTransId="{2660A8B4-53D8-49CE-BFCA-962AFE521B3C}"/>
    <dgm:cxn modelId="{A4FD183C-5862-4217-A482-E834CDFD7115}" type="presOf" srcId="{2660A8B4-53D8-49CE-BFCA-962AFE521B3C}" destId="{6B913869-A0E2-4024-88B3-8005CE0126E8}" srcOrd="0" destOrd="0" presId="urn:microsoft.com/office/officeart/2005/8/layout/gear1"/>
    <dgm:cxn modelId="{B49E344B-8000-4AE5-AB87-BDB2E945B0FC}" type="presOf" srcId="{0BAF1907-C808-44C1-BCA6-3E1C4B373FCB}" destId="{24FB5E2F-5050-4CF5-B9AE-4F2B00FBE6F7}" srcOrd="0" destOrd="0" presId="urn:microsoft.com/office/officeart/2005/8/layout/gear1"/>
    <dgm:cxn modelId="{B05CC792-063B-478F-A935-ED3F83FACB56}" type="presOf" srcId="{39F9F2DE-674B-48EE-BCFA-3F9736F51827}" destId="{FCD84BEF-B124-4459-93A2-AA275F1722BF}" srcOrd="0" destOrd="0" presId="urn:microsoft.com/office/officeart/2005/8/layout/gear1"/>
    <dgm:cxn modelId="{6D94579A-892A-4F98-AB03-E416DCACA530}" type="presOf" srcId="{6F0C8066-C8BA-4269-82AB-111895E583BF}" destId="{2F4192D8-C15E-4C02-B150-A7101EF68470}" srcOrd="2" destOrd="0" presId="urn:microsoft.com/office/officeart/2005/8/layout/gear1"/>
    <dgm:cxn modelId="{1D353BA0-876B-4C9B-8E3F-9F080AED63D6}" type="presOf" srcId="{A69667E3-2738-4B0A-8646-CC1E7D16BE89}" destId="{2081E918-210A-4998-A0C5-B4C993675265}" srcOrd="0" destOrd="0" presId="urn:microsoft.com/office/officeart/2005/8/layout/gear1"/>
    <dgm:cxn modelId="{56913EAA-9838-43E8-AAF8-2804C12F1949}" srcId="{1CF10B18-2AC4-472D-B465-8B99D7ACB451}" destId="{5CD905EF-8EAC-4ED2-BB30-E8169231CE49}" srcOrd="0" destOrd="0" parTransId="{ED806B8E-B1E9-406E-9356-7043A92C9F57}" sibTransId="{A69667E3-2738-4B0A-8646-CC1E7D16BE89}"/>
    <dgm:cxn modelId="{E67EBFAB-0B34-4D6E-B9B1-8415E2F7EB50}" type="presOf" srcId="{6F0C8066-C8BA-4269-82AB-111895E583BF}" destId="{42C60E64-23B3-4577-8532-AD407431BBBD}" srcOrd="0" destOrd="0" presId="urn:microsoft.com/office/officeart/2005/8/layout/gear1"/>
    <dgm:cxn modelId="{70C4E4AB-1940-4D66-A7A4-4453284974AF}" type="presOf" srcId="{5CD905EF-8EAC-4ED2-BB30-E8169231CE49}" destId="{A4248589-25F9-4DE9-9D6B-A5D7AB037439}" srcOrd="1" destOrd="0" presId="urn:microsoft.com/office/officeart/2005/8/layout/gear1"/>
    <dgm:cxn modelId="{8E2C4FB0-9A1E-4DA4-AD8D-B55A239961FB}" type="presOf" srcId="{5CD905EF-8EAC-4ED2-BB30-E8169231CE49}" destId="{121BC6D0-A5A2-496D-8E36-E800048B3A0F}" srcOrd="2" destOrd="0" presId="urn:microsoft.com/office/officeart/2005/8/layout/gear1"/>
    <dgm:cxn modelId="{893BE5BC-AB29-46D1-AC1B-498B551DAC37}" type="presOf" srcId="{39F9F2DE-674B-48EE-BCFA-3F9736F51827}" destId="{AAA3D4E3-5F40-4B3E-BADC-15A3BD8C944D}" srcOrd="2" destOrd="0" presId="urn:microsoft.com/office/officeart/2005/8/layout/gear1"/>
    <dgm:cxn modelId="{58FC72BF-90D5-47B1-BA98-7F65CEE982D2}" srcId="{1CF10B18-2AC4-472D-B465-8B99D7ACB451}" destId="{39F9F2DE-674B-48EE-BCFA-3F9736F51827}" srcOrd="2" destOrd="0" parTransId="{43A557B0-6DB8-4887-92B0-CA01F5139ADB}" sibTransId="{0BAF1907-C808-44C1-BCA6-3E1C4B373FCB}"/>
    <dgm:cxn modelId="{720550CB-1FB4-4E1C-A6D8-FFC2FC69FC79}" type="presOf" srcId="{6F0C8066-C8BA-4269-82AB-111895E583BF}" destId="{BB476A42-CBDF-4716-8064-6B8179274F92}" srcOrd="1" destOrd="0" presId="urn:microsoft.com/office/officeart/2005/8/layout/gear1"/>
    <dgm:cxn modelId="{E09053F0-3DC2-4DDC-906B-38BF71FA40BC}" type="presOf" srcId="{39F9F2DE-674B-48EE-BCFA-3F9736F51827}" destId="{25BAEA39-E5E5-43B2-8708-21BB29898001}" srcOrd="3" destOrd="0" presId="urn:microsoft.com/office/officeart/2005/8/layout/gear1"/>
    <dgm:cxn modelId="{E2AF43F6-4E86-4606-BDF1-77CA30884CF3}" type="presOf" srcId="{1CF10B18-2AC4-472D-B465-8B99D7ACB451}" destId="{9530894A-43AB-477E-ABF5-F7549C6D9BAF}" srcOrd="0" destOrd="0" presId="urn:microsoft.com/office/officeart/2005/8/layout/gear1"/>
    <dgm:cxn modelId="{FD154B82-352F-4F15-93EF-F4701BD2EA99}" type="presParOf" srcId="{9530894A-43AB-477E-ABF5-F7549C6D9BAF}" destId="{A62414BE-91CC-4EC5-B93D-34AFD515DC75}" srcOrd="0" destOrd="0" presId="urn:microsoft.com/office/officeart/2005/8/layout/gear1"/>
    <dgm:cxn modelId="{6F745941-4357-42CD-A815-CEFE7817DE38}" type="presParOf" srcId="{9530894A-43AB-477E-ABF5-F7549C6D9BAF}" destId="{A4248589-25F9-4DE9-9D6B-A5D7AB037439}" srcOrd="1" destOrd="0" presId="urn:microsoft.com/office/officeart/2005/8/layout/gear1"/>
    <dgm:cxn modelId="{225BC6CF-A811-4CD3-A01D-1D2000EEAAA0}" type="presParOf" srcId="{9530894A-43AB-477E-ABF5-F7549C6D9BAF}" destId="{121BC6D0-A5A2-496D-8E36-E800048B3A0F}" srcOrd="2" destOrd="0" presId="urn:microsoft.com/office/officeart/2005/8/layout/gear1"/>
    <dgm:cxn modelId="{87F2E141-0FB8-4E80-92AC-93E307427044}" type="presParOf" srcId="{9530894A-43AB-477E-ABF5-F7549C6D9BAF}" destId="{42C60E64-23B3-4577-8532-AD407431BBBD}" srcOrd="3" destOrd="0" presId="urn:microsoft.com/office/officeart/2005/8/layout/gear1"/>
    <dgm:cxn modelId="{7B0E1967-4CE4-43C6-BB0D-D619C75EACC5}" type="presParOf" srcId="{9530894A-43AB-477E-ABF5-F7549C6D9BAF}" destId="{BB476A42-CBDF-4716-8064-6B8179274F92}" srcOrd="4" destOrd="0" presId="urn:microsoft.com/office/officeart/2005/8/layout/gear1"/>
    <dgm:cxn modelId="{888DC1D9-1CCA-4632-900E-1D158A9EF8F3}" type="presParOf" srcId="{9530894A-43AB-477E-ABF5-F7549C6D9BAF}" destId="{2F4192D8-C15E-4C02-B150-A7101EF68470}" srcOrd="5" destOrd="0" presId="urn:microsoft.com/office/officeart/2005/8/layout/gear1"/>
    <dgm:cxn modelId="{25A7F662-DEED-4F5C-9423-DF9847F0A09E}" type="presParOf" srcId="{9530894A-43AB-477E-ABF5-F7549C6D9BAF}" destId="{FCD84BEF-B124-4459-93A2-AA275F1722BF}" srcOrd="6" destOrd="0" presId="urn:microsoft.com/office/officeart/2005/8/layout/gear1"/>
    <dgm:cxn modelId="{399A6981-83B7-4938-8D8B-809258753B3C}" type="presParOf" srcId="{9530894A-43AB-477E-ABF5-F7549C6D9BAF}" destId="{EF3A6A13-5083-45BD-978F-CEBF2F211210}" srcOrd="7" destOrd="0" presId="urn:microsoft.com/office/officeart/2005/8/layout/gear1"/>
    <dgm:cxn modelId="{2C3A3C01-5E39-4863-BCB7-4B0FB222480E}" type="presParOf" srcId="{9530894A-43AB-477E-ABF5-F7549C6D9BAF}" destId="{AAA3D4E3-5F40-4B3E-BADC-15A3BD8C944D}" srcOrd="8" destOrd="0" presId="urn:microsoft.com/office/officeart/2005/8/layout/gear1"/>
    <dgm:cxn modelId="{0BAACD37-68CE-45A7-96D9-21B9270793AC}" type="presParOf" srcId="{9530894A-43AB-477E-ABF5-F7549C6D9BAF}" destId="{25BAEA39-E5E5-43B2-8708-21BB29898001}" srcOrd="9" destOrd="0" presId="urn:microsoft.com/office/officeart/2005/8/layout/gear1"/>
    <dgm:cxn modelId="{44D266D6-146E-41C1-8299-CEA23D0E7793}" type="presParOf" srcId="{9530894A-43AB-477E-ABF5-F7549C6D9BAF}" destId="{2081E918-210A-4998-A0C5-B4C993675265}" srcOrd="10" destOrd="0" presId="urn:microsoft.com/office/officeart/2005/8/layout/gear1"/>
    <dgm:cxn modelId="{882CAECF-2BEF-4275-BD85-354C430C1BDE}" type="presParOf" srcId="{9530894A-43AB-477E-ABF5-F7549C6D9BAF}" destId="{6B913869-A0E2-4024-88B3-8005CE0126E8}" srcOrd="11" destOrd="0" presId="urn:microsoft.com/office/officeart/2005/8/layout/gear1"/>
    <dgm:cxn modelId="{6637AADD-D6A8-49C9-ADF7-34DF86B36309}" type="presParOf" srcId="{9530894A-43AB-477E-ABF5-F7549C6D9BAF}" destId="{24FB5E2F-5050-4CF5-B9AE-4F2B00FBE6F7}" srcOrd="12" destOrd="0" presId="urn:microsoft.com/office/officeart/2005/8/layout/gear1"/>
  </dgm:cxnLst>
  <dgm:bg/>
  <dgm:whole/>
  <dgm:extLst>
    <a:ext uri="http://schemas.microsoft.com/office/drawing/2008/diagram">
      <dsp:dataModelExt xmlns:dsp="http://schemas.microsoft.com/office/drawing/2008/diagram" relId="rId33"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CF10B18-2AC4-472D-B465-8B99D7ACB451}" type="doc">
      <dgm:prSet loTypeId="urn:microsoft.com/office/officeart/2005/8/layout/matrix3" loCatId="matrix" qsTypeId="urn:microsoft.com/office/officeart/2005/8/quickstyle/simple4" qsCatId="simple" csTypeId="urn:microsoft.com/office/officeart/2005/8/colors/colorful1" csCatId="colorful" phldr="0"/>
      <dgm:spPr/>
      <dgm:t>
        <a:bodyPr/>
        <a:lstStyle/>
        <a:p>
          <a:endParaRPr lang="en-US"/>
        </a:p>
      </dgm:t>
    </dgm:pt>
    <dgm:pt modelId="{67819536-805B-4FAC-9622-A54AB6373E83}">
      <dgm:prSet phldrT="[Text]" phldr="1"/>
      <dgm:spPr/>
      <dgm:t>
        <a:bodyPr/>
        <a:lstStyle/>
        <a:p>
          <a:endParaRPr lang="en-US"/>
        </a:p>
      </dgm:t>
    </dgm:pt>
    <dgm:pt modelId="{82F9E85A-AEF5-4D3A-BBD0-835EF9766A7D}" type="parTrans" cxnId="{F5B88C9C-637C-4C33-96DB-2183986A9D02}">
      <dgm:prSet/>
      <dgm:spPr/>
      <dgm:t>
        <a:bodyPr/>
        <a:lstStyle/>
        <a:p>
          <a:endParaRPr lang="en-US"/>
        </a:p>
      </dgm:t>
    </dgm:pt>
    <dgm:pt modelId="{1E158075-5B14-433E-B056-172B63639112}" type="sibTrans" cxnId="{F5B88C9C-637C-4C33-96DB-2183986A9D02}">
      <dgm:prSet/>
      <dgm:spPr/>
      <dgm:t>
        <a:bodyPr/>
        <a:lstStyle/>
        <a:p>
          <a:endParaRPr lang="en-US"/>
        </a:p>
      </dgm:t>
    </dgm:pt>
    <dgm:pt modelId="{09A0656C-C9F2-4821-B3D9-60D1113F95D8}">
      <dgm:prSet phldrT="[Text]" phldr="1"/>
      <dgm:spPr/>
      <dgm:t>
        <a:bodyPr/>
        <a:lstStyle/>
        <a:p>
          <a:endParaRPr lang="en-US"/>
        </a:p>
      </dgm:t>
    </dgm:pt>
    <dgm:pt modelId="{E91747BC-B1E6-45A0-B584-14E9E8C1CF9E}" type="parTrans" cxnId="{00B948F2-2B76-47EC-8B85-1C06D6E5068D}">
      <dgm:prSet/>
      <dgm:spPr/>
      <dgm:t>
        <a:bodyPr/>
        <a:lstStyle/>
        <a:p>
          <a:endParaRPr lang="en-US"/>
        </a:p>
      </dgm:t>
    </dgm:pt>
    <dgm:pt modelId="{E478CC3C-A41B-4885-AC37-254A7C61440F}" type="sibTrans" cxnId="{00B948F2-2B76-47EC-8B85-1C06D6E5068D}">
      <dgm:prSet/>
      <dgm:spPr/>
      <dgm:t>
        <a:bodyPr/>
        <a:lstStyle/>
        <a:p>
          <a:endParaRPr lang="en-US"/>
        </a:p>
      </dgm:t>
    </dgm:pt>
    <dgm:pt modelId="{D7201A59-AA9D-4017-A1EE-22CA219A7FA3}">
      <dgm:prSet phldrT="[Text]" phldr="1"/>
      <dgm:spPr/>
      <dgm:t>
        <a:bodyPr/>
        <a:lstStyle/>
        <a:p>
          <a:endParaRPr lang="en-US"/>
        </a:p>
      </dgm:t>
    </dgm:pt>
    <dgm:pt modelId="{ADE7936B-397A-494B-8652-C5C9511B6FF9}" type="parTrans" cxnId="{D2B35CFB-5675-477D-8992-3B4AFC9402E7}">
      <dgm:prSet/>
      <dgm:spPr/>
      <dgm:t>
        <a:bodyPr/>
        <a:lstStyle/>
        <a:p>
          <a:endParaRPr lang="en-US"/>
        </a:p>
      </dgm:t>
    </dgm:pt>
    <dgm:pt modelId="{4C01B68A-DD04-41C5-AFE0-BBBC5CB8E248}" type="sibTrans" cxnId="{D2B35CFB-5675-477D-8992-3B4AFC9402E7}">
      <dgm:prSet/>
      <dgm:spPr/>
      <dgm:t>
        <a:bodyPr/>
        <a:lstStyle/>
        <a:p>
          <a:endParaRPr lang="en-US"/>
        </a:p>
      </dgm:t>
    </dgm:pt>
    <dgm:pt modelId="{E1E07467-A8F8-4B1E-BD2B-890FEB6A60E7}">
      <dgm:prSet phldrT="[Text]" phldr="1"/>
      <dgm:spPr/>
      <dgm:t>
        <a:bodyPr/>
        <a:lstStyle/>
        <a:p>
          <a:endParaRPr lang="en-US"/>
        </a:p>
      </dgm:t>
    </dgm:pt>
    <dgm:pt modelId="{AE47D353-F725-4AD4-AAA2-D49F034020B2}" type="parTrans" cxnId="{6A9C3EB8-9DE9-4DFD-BA04-79FBF837FB9F}">
      <dgm:prSet/>
      <dgm:spPr/>
      <dgm:t>
        <a:bodyPr/>
        <a:lstStyle/>
        <a:p>
          <a:endParaRPr lang="en-US"/>
        </a:p>
      </dgm:t>
    </dgm:pt>
    <dgm:pt modelId="{3AC031AB-1510-4D58-8C3F-B42C994997CA}" type="sibTrans" cxnId="{6A9C3EB8-9DE9-4DFD-BA04-79FBF837FB9F}">
      <dgm:prSet/>
      <dgm:spPr/>
      <dgm:t>
        <a:bodyPr/>
        <a:lstStyle/>
        <a:p>
          <a:endParaRPr lang="en-US"/>
        </a:p>
      </dgm:t>
    </dgm:pt>
    <dgm:pt modelId="{907E5723-A4A6-4AD7-A1A0-D6AF6B8F8C5E}" type="pres">
      <dgm:prSet presAssocID="{1CF10B18-2AC4-472D-B465-8B99D7ACB451}" presName="matrix" presStyleCnt="0">
        <dgm:presLayoutVars>
          <dgm:chMax val="1"/>
          <dgm:dir/>
          <dgm:resizeHandles val="exact"/>
        </dgm:presLayoutVars>
      </dgm:prSet>
      <dgm:spPr/>
    </dgm:pt>
    <dgm:pt modelId="{474358BE-B5BD-463A-A900-6BC6F6ADF431}" type="pres">
      <dgm:prSet presAssocID="{1CF10B18-2AC4-472D-B465-8B99D7ACB451}" presName="diamond" presStyleLbl="bgShp" presStyleIdx="0" presStyleCnt="1"/>
      <dgm:spPr/>
    </dgm:pt>
    <dgm:pt modelId="{B57EAF13-5DCC-43A0-B7FF-C9A7BA257946}" type="pres">
      <dgm:prSet presAssocID="{1CF10B18-2AC4-472D-B465-8B99D7ACB451}" presName="quad1" presStyleLbl="node1" presStyleIdx="0" presStyleCnt="4">
        <dgm:presLayoutVars>
          <dgm:chMax val="0"/>
          <dgm:chPref val="0"/>
          <dgm:bulletEnabled val="1"/>
        </dgm:presLayoutVars>
      </dgm:prSet>
      <dgm:spPr/>
    </dgm:pt>
    <dgm:pt modelId="{D58C73CD-F91C-4D9D-B637-F6BA3427889F}" type="pres">
      <dgm:prSet presAssocID="{1CF10B18-2AC4-472D-B465-8B99D7ACB451}" presName="quad2" presStyleLbl="node1" presStyleIdx="1" presStyleCnt="4">
        <dgm:presLayoutVars>
          <dgm:chMax val="0"/>
          <dgm:chPref val="0"/>
          <dgm:bulletEnabled val="1"/>
        </dgm:presLayoutVars>
      </dgm:prSet>
      <dgm:spPr/>
    </dgm:pt>
    <dgm:pt modelId="{FB5E4153-7D2E-4C5C-81BB-894EAEB07CCE}" type="pres">
      <dgm:prSet presAssocID="{1CF10B18-2AC4-472D-B465-8B99D7ACB451}" presName="quad3" presStyleLbl="node1" presStyleIdx="2" presStyleCnt="4">
        <dgm:presLayoutVars>
          <dgm:chMax val="0"/>
          <dgm:chPref val="0"/>
          <dgm:bulletEnabled val="1"/>
        </dgm:presLayoutVars>
      </dgm:prSet>
      <dgm:spPr/>
    </dgm:pt>
    <dgm:pt modelId="{1ECE4A6F-793F-4529-B5AA-CFD4764522B4}" type="pres">
      <dgm:prSet presAssocID="{1CF10B18-2AC4-472D-B465-8B99D7ACB451}" presName="quad4" presStyleLbl="node1" presStyleIdx="3" presStyleCnt="4">
        <dgm:presLayoutVars>
          <dgm:chMax val="0"/>
          <dgm:chPref val="0"/>
          <dgm:bulletEnabled val="1"/>
        </dgm:presLayoutVars>
      </dgm:prSet>
      <dgm:spPr/>
    </dgm:pt>
  </dgm:ptLst>
  <dgm:cxnLst>
    <dgm:cxn modelId="{9F3D1B24-A1A0-4CF7-8005-F43F4890D747}" type="presOf" srcId="{09A0656C-C9F2-4821-B3D9-60D1113F95D8}" destId="{D58C73CD-F91C-4D9D-B637-F6BA3427889F}" srcOrd="0" destOrd="0" presId="urn:microsoft.com/office/officeart/2005/8/layout/matrix3"/>
    <dgm:cxn modelId="{A11B0263-86B0-4B7C-A761-575D25FBF0C5}" type="presOf" srcId="{1CF10B18-2AC4-472D-B465-8B99D7ACB451}" destId="{907E5723-A4A6-4AD7-A1A0-D6AF6B8F8C5E}" srcOrd="0" destOrd="0" presId="urn:microsoft.com/office/officeart/2005/8/layout/matrix3"/>
    <dgm:cxn modelId="{D3DDF07E-2A21-4AAB-9756-70A3A6CCECC3}" type="presOf" srcId="{E1E07467-A8F8-4B1E-BD2B-890FEB6A60E7}" destId="{1ECE4A6F-793F-4529-B5AA-CFD4764522B4}" srcOrd="0" destOrd="0" presId="urn:microsoft.com/office/officeart/2005/8/layout/matrix3"/>
    <dgm:cxn modelId="{F5B88C9C-637C-4C33-96DB-2183986A9D02}" srcId="{1CF10B18-2AC4-472D-B465-8B99D7ACB451}" destId="{67819536-805B-4FAC-9622-A54AB6373E83}" srcOrd="0" destOrd="0" parTransId="{82F9E85A-AEF5-4D3A-BBD0-835EF9766A7D}" sibTransId="{1E158075-5B14-433E-B056-172B63639112}"/>
    <dgm:cxn modelId="{6A9C3EB8-9DE9-4DFD-BA04-79FBF837FB9F}" srcId="{1CF10B18-2AC4-472D-B465-8B99D7ACB451}" destId="{E1E07467-A8F8-4B1E-BD2B-890FEB6A60E7}" srcOrd="3" destOrd="0" parTransId="{AE47D353-F725-4AD4-AAA2-D49F034020B2}" sibTransId="{3AC031AB-1510-4D58-8C3F-B42C994997CA}"/>
    <dgm:cxn modelId="{778AEDBD-5420-457F-A5E1-FE6138796B1B}" type="presOf" srcId="{67819536-805B-4FAC-9622-A54AB6373E83}" destId="{B57EAF13-5DCC-43A0-B7FF-C9A7BA257946}" srcOrd="0" destOrd="0" presId="urn:microsoft.com/office/officeart/2005/8/layout/matrix3"/>
    <dgm:cxn modelId="{58B07FE3-AAF6-48D6-99E7-CFFA33767E4B}" type="presOf" srcId="{D7201A59-AA9D-4017-A1EE-22CA219A7FA3}" destId="{FB5E4153-7D2E-4C5C-81BB-894EAEB07CCE}" srcOrd="0" destOrd="0" presId="urn:microsoft.com/office/officeart/2005/8/layout/matrix3"/>
    <dgm:cxn modelId="{00B948F2-2B76-47EC-8B85-1C06D6E5068D}" srcId="{1CF10B18-2AC4-472D-B465-8B99D7ACB451}" destId="{09A0656C-C9F2-4821-B3D9-60D1113F95D8}" srcOrd="1" destOrd="0" parTransId="{E91747BC-B1E6-45A0-B584-14E9E8C1CF9E}" sibTransId="{E478CC3C-A41B-4885-AC37-254A7C61440F}"/>
    <dgm:cxn modelId="{D2B35CFB-5675-477D-8992-3B4AFC9402E7}" srcId="{1CF10B18-2AC4-472D-B465-8B99D7ACB451}" destId="{D7201A59-AA9D-4017-A1EE-22CA219A7FA3}" srcOrd="2" destOrd="0" parTransId="{ADE7936B-397A-494B-8652-C5C9511B6FF9}" sibTransId="{4C01B68A-DD04-41C5-AFE0-BBBC5CB8E248}"/>
    <dgm:cxn modelId="{9EED77E7-0C4A-4412-9356-8BA3B1E91360}" type="presParOf" srcId="{907E5723-A4A6-4AD7-A1A0-D6AF6B8F8C5E}" destId="{474358BE-B5BD-463A-A900-6BC6F6ADF431}" srcOrd="0" destOrd="0" presId="urn:microsoft.com/office/officeart/2005/8/layout/matrix3"/>
    <dgm:cxn modelId="{D3462122-D4EE-4791-90C6-1D268A98974C}" type="presParOf" srcId="{907E5723-A4A6-4AD7-A1A0-D6AF6B8F8C5E}" destId="{B57EAF13-5DCC-43A0-B7FF-C9A7BA257946}" srcOrd="1" destOrd="0" presId="urn:microsoft.com/office/officeart/2005/8/layout/matrix3"/>
    <dgm:cxn modelId="{8D72E0B3-F082-4A82-9268-45DD833B8C2A}" type="presParOf" srcId="{907E5723-A4A6-4AD7-A1A0-D6AF6B8F8C5E}" destId="{D58C73CD-F91C-4D9D-B637-F6BA3427889F}" srcOrd="2" destOrd="0" presId="urn:microsoft.com/office/officeart/2005/8/layout/matrix3"/>
    <dgm:cxn modelId="{7172B4A2-853C-4501-880F-A3FA400B78BD}" type="presParOf" srcId="{907E5723-A4A6-4AD7-A1A0-D6AF6B8F8C5E}" destId="{FB5E4153-7D2E-4C5C-81BB-894EAEB07CCE}" srcOrd="3" destOrd="0" presId="urn:microsoft.com/office/officeart/2005/8/layout/matrix3"/>
    <dgm:cxn modelId="{69505D21-F6AF-409A-A753-822FDB4B2F17}" type="presParOf" srcId="{907E5723-A4A6-4AD7-A1A0-D6AF6B8F8C5E}" destId="{1ECE4A6F-793F-4529-B5AA-CFD4764522B4}" srcOrd="4" destOrd="0" presId="urn:microsoft.com/office/officeart/2005/8/layout/matrix3"/>
  </dgm:cxnLst>
  <dgm:bg/>
  <dgm:whole/>
  <dgm:extLst>
    <a:ext uri="http://schemas.microsoft.com/office/drawing/2008/diagram">
      <dsp:dataModelExt xmlns:dsp="http://schemas.microsoft.com/office/drawing/2008/diagram" relId="rId3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1CF10B18-2AC4-472D-B465-8B99D7ACB451}" type="doc">
      <dgm:prSet loTypeId="urn:microsoft.com/office/officeart/2005/8/layout/pyramid1" loCatId="pyramid" qsTypeId="urn:microsoft.com/office/officeart/2005/8/quickstyle/simple4" qsCatId="simple" csTypeId="urn:microsoft.com/office/officeart/2005/8/colors/colorful1" csCatId="colorful" phldr="0"/>
      <dgm:spPr/>
      <dgm:t>
        <a:bodyPr/>
        <a:lstStyle/>
        <a:p>
          <a:endParaRPr lang="en-US"/>
        </a:p>
      </dgm:t>
    </dgm:pt>
    <dgm:pt modelId="{FDC5D4D8-F77A-4CA3-8868-25D11EEC74AC}">
      <dgm:prSet phldrT="[Text]" phldr="1" custT="1"/>
      <dgm:spPr/>
      <dgm:t>
        <a:bodyPr/>
        <a:lstStyle/>
        <a:p>
          <a:endParaRPr lang="en-US" sz="1100"/>
        </a:p>
      </dgm:t>
    </dgm:pt>
    <dgm:pt modelId="{C45E44FD-626F-45B9-B6D2-31C9DA3DF68E}" type="parTrans" cxnId="{ECD6612B-ECCC-4759-83EE-082C22157843}">
      <dgm:prSet/>
      <dgm:spPr/>
      <dgm:t>
        <a:bodyPr/>
        <a:lstStyle/>
        <a:p>
          <a:endParaRPr lang="en-US" sz="1100"/>
        </a:p>
      </dgm:t>
    </dgm:pt>
    <dgm:pt modelId="{61B787E3-2D20-41A5-B8B9-312AA97DB797}" type="sibTrans" cxnId="{ECD6612B-ECCC-4759-83EE-082C22157843}">
      <dgm:prSet/>
      <dgm:spPr/>
      <dgm:t>
        <a:bodyPr/>
        <a:lstStyle/>
        <a:p>
          <a:endParaRPr lang="en-US" sz="1100"/>
        </a:p>
      </dgm:t>
    </dgm:pt>
    <dgm:pt modelId="{EC7BB36C-E1FD-441B-ACEB-245B73503FE3}">
      <dgm:prSet phldrT="[Text]" phldr="1" custT="1"/>
      <dgm:spPr/>
      <dgm:t>
        <a:bodyPr/>
        <a:lstStyle/>
        <a:p>
          <a:endParaRPr lang="en-US" sz="1100"/>
        </a:p>
      </dgm:t>
    </dgm:pt>
    <dgm:pt modelId="{F7EDDD52-16E9-41DB-AEB2-4A121E6FC9C5}" type="parTrans" cxnId="{3F9DDE0D-950C-4407-8C60-B4B94B49D6CB}">
      <dgm:prSet/>
      <dgm:spPr/>
      <dgm:t>
        <a:bodyPr/>
        <a:lstStyle/>
        <a:p>
          <a:endParaRPr lang="en-US" sz="1100"/>
        </a:p>
      </dgm:t>
    </dgm:pt>
    <dgm:pt modelId="{1B7B9D8B-FF79-42E7-9818-9FFCFB6903C5}" type="sibTrans" cxnId="{3F9DDE0D-950C-4407-8C60-B4B94B49D6CB}">
      <dgm:prSet/>
      <dgm:spPr/>
      <dgm:t>
        <a:bodyPr/>
        <a:lstStyle/>
        <a:p>
          <a:endParaRPr lang="en-US" sz="1100"/>
        </a:p>
      </dgm:t>
    </dgm:pt>
    <dgm:pt modelId="{E75D0203-FEA3-4BB0-BF20-FD864C9099A1}">
      <dgm:prSet phldrT="[Text]" phldr="1" custT="1"/>
      <dgm:spPr/>
      <dgm:t>
        <a:bodyPr/>
        <a:lstStyle/>
        <a:p>
          <a:endParaRPr lang="en-US" sz="1100" dirty="0"/>
        </a:p>
      </dgm:t>
    </dgm:pt>
    <dgm:pt modelId="{1FD4C110-F029-4354-95A8-E08E33EFBE17}" type="parTrans" cxnId="{476675D1-3B98-415F-B190-68D285F9FA15}">
      <dgm:prSet/>
      <dgm:spPr/>
      <dgm:t>
        <a:bodyPr/>
        <a:lstStyle/>
        <a:p>
          <a:endParaRPr lang="en-US" sz="1100"/>
        </a:p>
      </dgm:t>
    </dgm:pt>
    <dgm:pt modelId="{95F4C95E-1AFE-4E94-A131-AA42A7191640}" type="sibTrans" cxnId="{476675D1-3B98-415F-B190-68D285F9FA15}">
      <dgm:prSet/>
      <dgm:spPr/>
      <dgm:t>
        <a:bodyPr/>
        <a:lstStyle/>
        <a:p>
          <a:endParaRPr lang="en-US" sz="1100"/>
        </a:p>
      </dgm:t>
    </dgm:pt>
    <dgm:pt modelId="{CCCF41F5-ECC7-4D5B-A94D-C26F4A21CB4E}" type="pres">
      <dgm:prSet presAssocID="{1CF10B18-2AC4-472D-B465-8B99D7ACB451}" presName="Name0" presStyleCnt="0">
        <dgm:presLayoutVars>
          <dgm:dir/>
          <dgm:animLvl val="lvl"/>
          <dgm:resizeHandles val="exact"/>
        </dgm:presLayoutVars>
      </dgm:prSet>
      <dgm:spPr/>
    </dgm:pt>
    <dgm:pt modelId="{A62E49EA-05B1-4683-A47D-EF2752517D23}" type="pres">
      <dgm:prSet presAssocID="{FDC5D4D8-F77A-4CA3-8868-25D11EEC74AC}" presName="Name8" presStyleCnt="0"/>
      <dgm:spPr/>
    </dgm:pt>
    <dgm:pt modelId="{CD7F4B4E-3879-46A4-B5E8-AE6A6B965E99}" type="pres">
      <dgm:prSet presAssocID="{FDC5D4D8-F77A-4CA3-8868-25D11EEC74AC}" presName="level" presStyleLbl="node1" presStyleIdx="0" presStyleCnt="3">
        <dgm:presLayoutVars>
          <dgm:chMax val="1"/>
          <dgm:bulletEnabled val="1"/>
        </dgm:presLayoutVars>
      </dgm:prSet>
      <dgm:spPr/>
    </dgm:pt>
    <dgm:pt modelId="{26579388-6BD3-4D3F-B917-7D6F0728AA0B}" type="pres">
      <dgm:prSet presAssocID="{FDC5D4D8-F77A-4CA3-8868-25D11EEC74AC}" presName="levelTx" presStyleLbl="revTx" presStyleIdx="0" presStyleCnt="0">
        <dgm:presLayoutVars>
          <dgm:chMax val="1"/>
          <dgm:bulletEnabled val="1"/>
        </dgm:presLayoutVars>
      </dgm:prSet>
      <dgm:spPr/>
    </dgm:pt>
    <dgm:pt modelId="{C5B3483C-DEFC-4C57-AC48-EDC9F960D73D}" type="pres">
      <dgm:prSet presAssocID="{EC7BB36C-E1FD-441B-ACEB-245B73503FE3}" presName="Name8" presStyleCnt="0"/>
      <dgm:spPr/>
    </dgm:pt>
    <dgm:pt modelId="{F9856872-7E75-49E8-911D-4FC31A3CCAB5}" type="pres">
      <dgm:prSet presAssocID="{EC7BB36C-E1FD-441B-ACEB-245B73503FE3}" presName="level" presStyleLbl="node1" presStyleIdx="1" presStyleCnt="3">
        <dgm:presLayoutVars>
          <dgm:chMax val="1"/>
          <dgm:bulletEnabled val="1"/>
        </dgm:presLayoutVars>
      </dgm:prSet>
      <dgm:spPr/>
    </dgm:pt>
    <dgm:pt modelId="{FDA6AA2C-D784-4F09-82BF-79CEF0541AB7}" type="pres">
      <dgm:prSet presAssocID="{EC7BB36C-E1FD-441B-ACEB-245B73503FE3}" presName="levelTx" presStyleLbl="revTx" presStyleIdx="0" presStyleCnt="0">
        <dgm:presLayoutVars>
          <dgm:chMax val="1"/>
          <dgm:bulletEnabled val="1"/>
        </dgm:presLayoutVars>
      </dgm:prSet>
      <dgm:spPr/>
    </dgm:pt>
    <dgm:pt modelId="{F0D9EA45-CF5D-4508-9F44-C3927878A1DD}" type="pres">
      <dgm:prSet presAssocID="{E75D0203-FEA3-4BB0-BF20-FD864C9099A1}" presName="Name8" presStyleCnt="0"/>
      <dgm:spPr/>
    </dgm:pt>
    <dgm:pt modelId="{881627F4-BBEC-44A3-A007-A987D3B0C2CB}" type="pres">
      <dgm:prSet presAssocID="{E75D0203-FEA3-4BB0-BF20-FD864C9099A1}" presName="level" presStyleLbl="node1" presStyleIdx="2" presStyleCnt="3">
        <dgm:presLayoutVars>
          <dgm:chMax val="1"/>
          <dgm:bulletEnabled val="1"/>
        </dgm:presLayoutVars>
      </dgm:prSet>
      <dgm:spPr/>
    </dgm:pt>
    <dgm:pt modelId="{898DCD16-56C7-480F-93BA-65720FD390B7}" type="pres">
      <dgm:prSet presAssocID="{E75D0203-FEA3-4BB0-BF20-FD864C9099A1}" presName="levelTx" presStyleLbl="revTx" presStyleIdx="0" presStyleCnt="0">
        <dgm:presLayoutVars>
          <dgm:chMax val="1"/>
          <dgm:bulletEnabled val="1"/>
        </dgm:presLayoutVars>
      </dgm:prSet>
      <dgm:spPr/>
    </dgm:pt>
  </dgm:ptLst>
  <dgm:cxnLst>
    <dgm:cxn modelId="{3F9DDE0D-950C-4407-8C60-B4B94B49D6CB}" srcId="{1CF10B18-2AC4-472D-B465-8B99D7ACB451}" destId="{EC7BB36C-E1FD-441B-ACEB-245B73503FE3}" srcOrd="1" destOrd="0" parTransId="{F7EDDD52-16E9-41DB-AEB2-4A121E6FC9C5}" sibTransId="{1B7B9D8B-FF79-42E7-9818-9FFCFB6903C5}"/>
    <dgm:cxn modelId="{ECD6612B-ECCC-4759-83EE-082C22157843}" srcId="{1CF10B18-2AC4-472D-B465-8B99D7ACB451}" destId="{FDC5D4D8-F77A-4CA3-8868-25D11EEC74AC}" srcOrd="0" destOrd="0" parTransId="{C45E44FD-626F-45B9-B6D2-31C9DA3DF68E}" sibTransId="{61B787E3-2D20-41A5-B8B9-312AA97DB797}"/>
    <dgm:cxn modelId="{6326E562-9C7A-4886-A732-61CA6B5E3A17}" type="presOf" srcId="{E75D0203-FEA3-4BB0-BF20-FD864C9099A1}" destId="{898DCD16-56C7-480F-93BA-65720FD390B7}" srcOrd="1" destOrd="0" presId="urn:microsoft.com/office/officeart/2005/8/layout/pyramid1"/>
    <dgm:cxn modelId="{4DD0B248-9B58-42F8-A04E-E155A75D5BFC}" type="presOf" srcId="{1CF10B18-2AC4-472D-B465-8B99D7ACB451}" destId="{CCCF41F5-ECC7-4D5B-A94D-C26F4A21CB4E}" srcOrd="0" destOrd="0" presId="urn:microsoft.com/office/officeart/2005/8/layout/pyramid1"/>
    <dgm:cxn modelId="{7DFF1A6A-B9D9-4F12-B002-E0CFA36366A2}" type="presOf" srcId="{EC7BB36C-E1FD-441B-ACEB-245B73503FE3}" destId="{FDA6AA2C-D784-4F09-82BF-79CEF0541AB7}" srcOrd="1" destOrd="0" presId="urn:microsoft.com/office/officeart/2005/8/layout/pyramid1"/>
    <dgm:cxn modelId="{B7086989-50A6-4735-809E-397145E5ED5F}" type="presOf" srcId="{EC7BB36C-E1FD-441B-ACEB-245B73503FE3}" destId="{F9856872-7E75-49E8-911D-4FC31A3CCAB5}" srcOrd="0" destOrd="0" presId="urn:microsoft.com/office/officeart/2005/8/layout/pyramid1"/>
    <dgm:cxn modelId="{BD289E9E-9946-4CD3-AC7F-6D5C6F000AB5}" type="presOf" srcId="{FDC5D4D8-F77A-4CA3-8868-25D11EEC74AC}" destId="{CD7F4B4E-3879-46A4-B5E8-AE6A6B965E99}" srcOrd="0" destOrd="0" presId="urn:microsoft.com/office/officeart/2005/8/layout/pyramid1"/>
    <dgm:cxn modelId="{476675D1-3B98-415F-B190-68D285F9FA15}" srcId="{1CF10B18-2AC4-472D-B465-8B99D7ACB451}" destId="{E75D0203-FEA3-4BB0-BF20-FD864C9099A1}" srcOrd="2" destOrd="0" parTransId="{1FD4C110-F029-4354-95A8-E08E33EFBE17}" sibTransId="{95F4C95E-1AFE-4E94-A131-AA42A7191640}"/>
    <dgm:cxn modelId="{356608DE-5B38-486C-BA7D-EA8BDDF14F56}" type="presOf" srcId="{E75D0203-FEA3-4BB0-BF20-FD864C9099A1}" destId="{881627F4-BBEC-44A3-A007-A987D3B0C2CB}" srcOrd="0" destOrd="0" presId="urn:microsoft.com/office/officeart/2005/8/layout/pyramid1"/>
    <dgm:cxn modelId="{AD88EBE7-448C-4410-A87F-1AE01A4AFB2C}" type="presOf" srcId="{FDC5D4D8-F77A-4CA3-8868-25D11EEC74AC}" destId="{26579388-6BD3-4D3F-B917-7D6F0728AA0B}" srcOrd="1" destOrd="0" presId="urn:microsoft.com/office/officeart/2005/8/layout/pyramid1"/>
    <dgm:cxn modelId="{9E35AA88-422C-4B7E-9AE6-A46EDEF6B49E}" type="presParOf" srcId="{CCCF41F5-ECC7-4D5B-A94D-C26F4A21CB4E}" destId="{A62E49EA-05B1-4683-A47D-EF2752517D23}" srcOrd="0" destOrd="0" presId="urn:microsoft.com/office/officeart/2005/8/layout/pyramid1"/>
    <dgm:cxn modelId="{BBDF7947-E19E-4344-A0CD-220D59BEAAF0}" type="presParOf" srcId="{A62E49EA-05B1-4683-A47D-EF2752517D23}" destId="{CD7F4B4E-3879-46A4-B5E8-AE6A6B965E99}" srcOrd="0" destOrd="0" presId="urn:microsoft.com/office/officeart/2005/8/layout/pyramid1"/>
    <dgm:cxn modelId="{6D54D03E-A107-46A0-80E4-28531BE5C575}" type="presParOf" srcId="{A62E49EA-05B1-4683-A47D-EF2752517D23}" destId="{26579388-6BD3-4D3F-B917-7D6F0728AA0B}" srcOrd="1" destOrd="0" presId="urn:microsoft.com/office/officeart/2005/8/layout/pyramid1"/>
    <dgm:cxn modelId="{61DBE0BC-7233-467F-B8CC-E9AA99AD1B74}" type="presParOf" srcId="{CCCF41F5-ECC7-4D5B-A94D-C26F4A21CB4E}" destId="{C5B3483C-DEFC-4C57-AC48-EDC9F960D73D}" srcOrd="1" destOrd="0" presId="urn:microsoft.com/office/officeart/2005/8/layout/pyramid1"/>
    <dgm:cxn modelId="{DF9D727A-EBC7-46DC-A6D4-BBE91CFA1B55}" type="presParOf" srcId="{C5B3483C-DEFC-4C57-AC48-EDC9F960D73D}" destId="{F9856872-7E75-49E8-911D-4FC31A3CCAB5}" srcOrd="0" destOrd="0" presId="urn:microsoft.com/office/officeart/2005/8/layout/pyramid1"/>
    <dgm:cxn modelId="{17035389-BC26-4B19-A74B-19589CB6FAD8}" type="presParOf" srcId="{C5B3483C-DEFC-4C57-AC48-EDC9F960D73D}" destId="{FDA6AA2C-D784-4F09-82BF-79CEF0541AB7}" srcOrd="1" destOrd="0" presId="urn:microsoft.com/office/officeart/2005/8/layout/pyramid1"/>
    <dgm:cxn modelId="{F42EB1BB-E6B3-4164-A85A-6CAB735BFEE9}" type="presParOf" srcId="{CCCF41F5-ECC7-4D5B-A94D-C26F4A21CB4E}" destId="{F0D9EA45-CF5D-4508-9F44-C3927878A1DD}" srcOrd="2" destOrd="0" presId="urn:microsoft.com/office/officeart/2005/8/layout/pyramid1"/>
    <dgm:cxn modelId="{51990815-E504-4D32-BFA2-3238C8E566FA}" type="presParOf" srcId="{F0D9EA45-CF5D-4508-9F44-C3927878A1DD}" destId="{881627F4-BBEC-44A3-A007-A987D3B0C2CB}" srcOrd="0" destOrd="0" presId="urn:microsoft.com/office/officeart/2005/8/layout/pyramid1"/>
    <dgm:cxn modelId="{72849CB8-47D7-4647-9709-C00FCDD1086F}" type="presParOf" srcId="{F0D9EA45-CF5D-4508-9F44-C3927878A1DD}" destId="{898DCD16-56C7-480F-93BA-65720FD390B7}" srcOrd="1" destOrd="0" presId="urn:microsoft.com/office/officeart/2005/8/layout/pyramid1"/>
  </dgm:cxnLst>
  <dgm:bg/>
  <dgm:whole/>
  <dgm:extLst>
    <a:ext uri="http://schemas.microsoft.com/office/drawing/2008/diagram">
      <dsp:dataModelExt xmlns:dsp="http://schemas.microsoft.com/office/drawing/2008/diagram" relId="rId43"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1CF10B18-2AC4-472D-B465-8B99D7ACB451}" type="doc">
      <dgm:prSet loTypeId="urn:microsoft.com/office/officeart/2008/layout/HexagonCluster" loCatId="picture" qsTypeId="urn:microsoft.com/office/officeart/2005/8/quickstyle/simple4" qsCatId="simple" csTypeId="urn:microsoft.com/office/officeart/2005/8/colors/colorful1" csCatId="colorful" phldr="0"/>
      <dgm:spPr/>
      <dgm:t>
        <a:bodyPr/>
        <a:lstStyle/>
        <a:p>
          <a:endParaRPr lang="en-US"/>
        </a:p>
      </dgm:t>
    </dgm:pt>
    <dgm:pt modelId="{EF937D79-DE5A-4F7A-B5BD-0F5BEA37EF08}">
      <dgm:prSet phldrT="[Text]" phldr="1"/>
      <dgm:spPr/>
      <dgm:t>
        <a:bodyPr/>
        <a:lstStyle/>
        <a:p>
          <a:endParaRPr lang="en-US"/>
        </a:p>
      </dgm:t>
    </dgm:pt>
    <dgm:pt modelId="{ADD2CAC2-5B0D-433A-B16B-FFC1A6A93AAE}" type="parTrans" cxnId="{753F8680-0734-463C-8FCB-8A2D65DD1874}">
      <dgm:prSet/>
      <dgm:spPr/>
      <dgm:t>
        <a:bodyPr/>
        <a:lstStyle/>
        <a:p>
          <a:endParaRPr lang="en-US"/>
        </a:p>
      </dgm:t>
    </dgm:pt>
    <dgm:pt modelId="{B4F70D54-F0AE-4A77-A8F5-9A890EB15719}" type="sibTrans" cxnId="{753F8680-0734-463C-8FCB-8A2D65DD1874}">
      <dgm:prSet/>
      <dgm:spPr/>
      <dgm:t>
        <a:bodyPr/>
        <a:lstStyle/>
        <a:p>
          <a:endParaRPr lang="en-US"/>
        </a:p>
      </dgm:t>
    </dgm:pt>
    <dgm:pt modelId="{7F5D8076-F86B-4CA1-93F7-5F333116DC57}">
      <dgm:prSet phldrT="[Text]" phldr="1"/>
      <dgm:spPr/>
      <dgm:t>
        <a:bodyPr/>
        <a:lstStyle/>
        <a:p>
          <a:endParaRPr lang="en-US"/>
        </a:p>
      </dgm:t>
    </dgm:pt>
    <dgm:pt modelId="{EF5706D4-8A91-4AB8-8F3F-59A192CE824E}" type="parTrans" cxnId="{F273B251-7472-4583-BA9E-97331AB5B744}">
      <dgm:prSet/>
      <dgm:spPr/>
      <dgm:t>
        <a:bodyPr/>
        <a:lstStyle/>
        <a:p>
          <a:endParaRPr lang="en-US"/>
        </a:p>
      </dgm:t>
    </dgm:pt>
    <dgm:pt modelId="{EB89A0A2-B9FB-45F4-BBDD-8674DA9A9E0B}" type="sibTrans" cxnId="{F273B251-7472-4583-BA9E-97331AB5B744}">
      <dgm:prSet/>
      <dgm:spPr/>
      <dgm:t>
        <a:bodyPr/>
        <a:lstStyle/>
        <a:p>
          <a:endParaRPr lang="en-US"/>
        </a:p>
      </dgm:t>
    </dgm:pt>
    <dgm:pt modelId="{3856A5E6-6C8A-466C-A059-6AA5A013ED17}">
      <dgm:prSet phldrT="[Text]" phldr="1"/>
      <dgm:spPr/>
      <dgm:t>
        <a:bodyPr/>
        <a:lstStyle/>
        <a:p>
          <a:endParaRPr lang="en-US"/>
        </a:p>
      </dgm:t>
    </dgm:pt>
    <dgm:pt modelId="{66309ABF-6427-4894-B63A-790894AB7907}" type="parTrans" cxnId="{76E1E22B-2EFB-410B-8D58-E082FF0509B2}">
      <dgm:prSet/>
      <dgm:spPr/>
      <dgm:t>
        <a:bodyPr/>
        <a:lstStyle/>
        <a:p>
          <a:endParaRPr lang="en-US"/>
        </a:p>
      </dgm:t>
    </dgm:pt>
    <dgm:pt modelId="{78941CDE-837C-4478-87CE-D0F120D7AF14}" type="sibTrans" cxnId="{76E1E22B-2EFB-410B-8D58-E082FF0509B2}">
      <dgm:prSet/>
      <dgm:spPr/>
      <dgm:t>
        <a:bodyPr/>
        <a:lstStyle/>
        <a:p>
          <a:endParaRPr lang="en-US"/>
        </a:p>
      </dgm:t>
    </dgm:pt>
    <dgm:pt modelId="{E0B7968A-217F-4704-8D3B-232873704D44}" type="pres">
      <dgm:prSet presAssocID="{1CF10B18-2AC4-472D-B465-8B99D7ACB451}" presName="Name0" presStyleCnt="0">
        <dgm:presLayoutVars>
          <dgm:chMax val="21"/>
          <dgm:chPref val="21"/>
        </dgm:presLayoutVars>
      </dgm:prSet>
      <dgm:spPr/>
    </dgm:pt>
    <dgm:pt modelId="{81E78C68-0BF9-4E7A-B692-C166BC9A977C}" type="pres">
      <dgm:prSet presAssocID="{EF937D79-DE5A-4F7A-B5BD-0F5BEA37EF08}" presName="text1" presStyleCnt="0"/>
      <dgm:spPr/>
    </dgm:pt>
    <dgm:pt modelId="{B5E1ABC9-ECFA-4388-9574-7E8BF07439B7}" type="pres">
      <dgm:prSet presAssocID="{EF937D79-DE5A-4F7A-B5BD-0F5BEA37EF08}" presName="textRepeatNode" presStyleLbl="alignNode1" presStyleIdx="0" presStyleCnt="3">
        <dgm:presLayoutVars>
          <dgm:chMax val="0"/>
          <dgm:chPref val="0"/>
          <dgm:bulletEnabled val="1"/>
        </dgm:presLayoutVars>
      </dgm:prSet>
      <dgm:spPr/>
    </dgm:pt>
    <dgm:pt modelId="{47AA2955-C092-4905-9A6A-A3F2EF402A23}" type="pres">
      <dgm:prSet presAssocID="{EF937D79-DE5A-4F7A-B5BD-0F5BEA37EF08}" presName="textaccent1" presStyleCnt="0"/>
      <dgm:spPr/>
    </dgm:pt>
    <dgm:pt modelId="{BB616F13-EF0E-44F5-B264-131C4908890B}" type="pres">
      <dgm:prSet presAssocID="{EF937D79-DE5A-4F7A-B5BD-0F5BEA37EF08}" presName="accentRepeatNode" presStyleLbl="solidAlignAcc1" presStyleIdx="0" presStyleCnt="6"/>
      <dgm:spPr/>
    </dgm:pt>
    <dgm:pt modelId="{7B8EC8D7-2DBD-4BAB-987F-8BCC67C45816}" type="pres">
      <dgm:prSet presAssocID="{B4F70D54-F0AE-4A77-A8F5-9A890EB15719}" presName="image1" presStyleCnt="0"/>
      <dgm:spPr/>
    </dgm:pt>
    <dgm:pt modelId="{E57C5ED9-AB0F-4858-8F74-15FB80FC98B8}" type="pres">
      <dgm:prSet presAssocID="{B4F70D54-F0AE-4A77-A8F5-9A890EB15719}" presName="imageRepeatNode" presStyleLbl="alignAcc1" presStyleIdx="0" presStyleCnt="3"/>
      <dgm:spPr/>
    </dgm:pt>
    <dgm:pt modelId="{6F9888A4-A262-46F0-8565-542D34245378}" type="pres">
      <dgm:prSet presAssocID="{B4F70D54-F0AE-4A77-A8F5-9A890EB15719}" presName="imageaccent1" presStyleCnt="0"/>
      <dgm:spPr/>
    </dgm:pt>
    <dgm:pt modelId="{9A210769-AC15-4D0C-BD9F-5730713242FA}" type="pres">
      <dgm:prSet presAssocID="{B4F70D54-F0AE-4A77-A8F5-9A890EB15719}" presName="accentRepeatNode" presStyleLbl="solidAlignAcc1" presStyleIdx="1" presStyleCnt="6"/>
      <dgm:spPr/>
    </dgm:pt>
    <dgm:pt modelId="{A5BD73BA-F7FC-4C6D-8DEB-C0D3EBEFCF58}" type="pres">
      <dgm:prSet presAssocID="{7F5D8076-F86B-4CA1-93F7-5F333116DC57}" presName="text2" presStyleCnt="0"/>
      <dgm:spPr/>
    </dgm:pt>
    <dgm:pt modelId="{CF0F0448-5597-4B56-8C09-BBF8044523DB}" type="pres">
      <dgm:prSet presAssocID="{7F5D8076-F86B-4CA1-93F7-5F333116DC57}" presName="textRepeatNode" presStyleLbl="alignNode1" presStyleIdx="1" presStyleCnt="3">
        <dgm:presLayoutVars>
          <dgm:chMax val="0"/>
          <dgm:chPref val="0"/>
          <dgm:bulletEnabled val="1"/>
        </dgm:presLayoutVars>
      </dgm:prSet>
      <dgm:spPr/>
    </dgm:pt>
    <dgm:pt modelId="{F8C68B7D-4A25-4E0F-AA1A-8EDEAB647623}" type="pres">
      <dgm:prSet presAssocID="{7F5D8076-F86B-4CA1-93F7-5F333116DC57}" presName="textaccent2" presStyleCnt="0"/>
      <dgm:spPr/>
    </dgm:pt>
    <dgm:pt modelId="{823231AC-CF8C-4731-8D3E-41072935C17D}" type="pres">
      <dgm:prSet presAssocID="{7F5D8076-F86B-4CA1-93F7-5F333116DC57}" presName="accentRepeatNode" presStyleLbl="solidAlignAcc1" presStyleIdx="2" presStyleCnt="6"/>
      <dgm:spPr/>
    </dgm:pt>
    <dgm:pt modelId="{3F92CB61-1936-485F-81B0-4BEB48DD2061}" type="pres">
      <dgm:prSet presAssocID="{EB89A0A2-B9FB-45F4-BBDD-8674DA9A9E0B}" presName="image2" presStyleCnt="0"/>
      <dgm:spPr/>
    </dgm:pt>
    <dgm:pt modelId="{6B63E07E-69DD-464C-BCF6-CD3429ED0D2E}" type="pres">
      <dgm:prSet presAssocID="{EB89A0A2-B9FB-45F4-BBDD-8674DA9A9E0B}" presName="imageRepeatNode" presStyleLbl="alignAcc1" presStyleIdx="1" presStyleCnt="3"/>
      <dgm:spPr/>
    </dgm:pt>
    <dgm:pt modelId="{18B2437A-2955-487A-8523-B4A2BDC473CC}" type="pres">
      <dgm:prSet presAssocID="{EB89A0A2-B9FB-45F4-BBDD-8674DA9A9E0B}" presName="imageaccent2" presStyleCnt="0"/>
      <dgm:spPr/>
    </dgm:pt>
    <dgm:pt modelId="{EF0E568B-A6B5-4ECC-B9C0-FF96B0FD31F7}" type="pres">
      <dgm:prSet presAssocID="{EB89A0A2-B9FB-45F4-BBDD-8674DA9A9E0B}" presName="accentRepeatNode" presStyleLbl="solidAlignAcc1" presStyleIdx="3" presStyleCnt="6"/>
      <dgm:spPr/>
    </dgm:pt>
    <dgm:pt modelId="{5793E7FD-E797-4627-92C0-2DC779B4C118}" type="pres">
      <dgm:prSet presAssocID="{3856A5E6-6C8A-466C-A059-6AA5A013ED17}" presName="text3" presStyleCnt="0"/>
      <dgm:spPr/>
    </dgm:pt>
    <dgm:pt modelId="{2ED9E8AB-98EB-421D-93A6-CE26FB099316}" type="pres">
      <dgm:prSet presAssocID="{3856A5E6-6C8A-466C-A059-6AA5A013ED17}" presName="textRepeatNode" presStyleLbl="alignNode1" presStyleIdx="2" presStyleCnt="3">
        <dgm:presLayoutVars>
          <dgm:chMax val="0"/>
          <dgm:chPref val="0"/>
          <dgm:bulletEnabled val="1"/>
        </dgm:presLayoutVars>
      </dgm:prSet>
      <dgm:spPr/>
    </dgm:pt>
    <dgm:pt modelId="{1C28D429-BDF9-4BB8-82C4-BB5B9A0401A8}" type="pres">
      <dgm:prSet presAssocID="{3856A5E6-6C8A-466C-A059-6AA5A013ED17}" presName="textaccent3" presStyleCnt="0"/>
      <dgm:spPr/>
    </dgm:pt>
    <dgm:pt modelId="{785039A5-4292-493B-BB97-5C4139E0A008}" type="pres">
      <dgm:prSet presAssocID="{3856A5E6-6C8A-466C-A059-6AA5A013ED17}" presName="accentRepeatNode" presStyleLbl="solidAlignAcc1" presStyleIdx="4" presStyleCnt="6"/>
      <dgm:spPr/>
    </dgm:pt>
    <dgm:pt modelId="{C595E14E-E762-4CB5-85B0-C2E0389CFDEA}" type="pres">
      <dgm:prSet presAssocID="{78941CDE-837C-4478-87CE-D0F120D7AF14}" presName="image3" presStyleCnt="0"/>
      <dgm:spPr/>
    </dgm:pt>
    <dgm:pt modelId="{670B960B-3F19-4E62-8D8A-6C4D3B606821}" type="pres">
      <dgm:prSet presAssocID="{78941CDE-837C-4478-87CE-D0F120D7AF14}" presName="imageRepeatNode" presStyleLbl="alignAcc1" presStyleIdx="2" presStyleCnt="3"/>
      <dgm:spPr/>
    </dgm:pt>
    <dgm:pt modelId="{0A0A58A7-8A69-460C-A1FA-5A1645E66EE8}" type="pres">
      <dgm:prSet presAssocID="{78941CDE-837C-4478-87CE-D0F120D7AF14}" presName="imageaccent3" presStyleCnt="0"/>
      <dgm:spPr/>
    </dgm:pt>
    <dgm:pt modelId="{9686654B-37B0-40AC-90FF-D6A8D1E42F84}" type="pres">
      <dgm:prSet presAssocID="{78941CDE-837C-4478-87CE-D0F120D7AF14}" presName="accentRepeatNode" presStyleLbl="solidAlignAcc1" presStyleIdx="5" presStyleCnt="6"/>
      <dgm:spPr/>
    </dgm:pt>
  </dgm:ptLst>
  <dgm:cxnLst>
    <dgm:cxn modelId="{DA74321E-12B4-4499-A547-1420F3B29FEC}" type="presOf" srcId="{7F5D8076-F86B-4CA1-93F7-5F333116DC57}" destId="{CF0F0448-5597-4B56-8C09-BBF8044523DB}" srcOrd="0" destOrd="0" presId="urn:microsoft.com/office/officeart/2008/layout/HexagonCluster"/>
    <dgm:cxn modelId="{1D179026-3C7E-4364-9BAE-96565214D13F}" type="presOf" srcId="{1CF10B18-2AC4-472D-B465-8B99D7ACB451}" destId="{E0B7968A-217F-4704-8D3B-232873704D44}" srcOrd="0" destOrd="0" presId="urn:microsoft.com/office/officeart/2008/layout/HexagonCluster"/>
    <dgm:cxn modelId="{76E1E22B-2EFB-410B-8D58-E082FF0509B2}" srcId="{1CF10B18-2AC4-472D-B465-8B99D7ACB451}" destId="{3856A5E6-6C8A-466C-A059-6AA5A013ED17}" srcOrd="2" destOrd="0" parTransId="{66309ABF-6427-4894-B63A-790894AB7907}" sibTransId="{78941CDE-837C-4478-87CE-D0F120D7AF14}"/>
    <dgm:cxn modelId="{F273B251-7472-4583-BA9E-97331AB5B744}" srcId="{1CF10B18-2AC4-472D-B465-8B99D7ACB451}" destId="{7F5D8076-F86B-4CA1-93F7-5F333116DC57}" srcOrd="1" destOrd="0" parTransId="{EF5706D4-8A91-4AB8-8F3F-59A192CE824E}" sibTransId="{EB89A0A2-B9FB-45F4-BBDD-8674DA9A9E0B}"/>
    <dgm:cxn modelId="{06F6E177-1867-4F80-8236-07F0CD3ED1B0}" type="presOf" srcId="{EF937D79-DE5A-4F7A-B5BD-0F5BEA37EF08}" destId="{B5E1ABC9-ECFA-4388-9574-7E8BF07439B7}" srcOrd="0" destOrd="0" presId="urn:microsoft.com/office/officeart/2008/layout/HexagonCluster"/>
    <dgm:cxn modelId="{753F8680-0734-463C-8FCB-8A2D65DD1874}" srcId="{1CF10B18-2AC4-472D-B465-8B99D7ACB451}" destId="{EF937D79-DE5A-4F7A-B5BD-0F5BEA37EF08}" srcOrd="0" destOrd="0" parTransId="{ADD2CAC2-5B0D-433A-B16B-FFC1A6A93AAE}" sibTransId="{B4F70D54-F0AE-4A77-A8F5-9A890EB15719}"/>
    <dgm:cxn modelId="{AA149685-941A-4DAB-A385-F3524EF9FDB9}" type="presOf" srcId="{EB89A0A2-B9FB-45F4-BBDD-8674DA9A9E0B}" destId="{6B63E07E-69DD-464C-BCF6-CD3429ED0D2E}" srcOrd="0" destOrd="0" presId="urn:microsoft.com/office/officeart/2008/layout/HexagonCluster"/>
    <dgm:cxn modelId="{AD96E0AC-BA3E-4BF1-9D9F-6851159446FF}" type="presOf" srcId="{3856A5E6-6C8A-466C-A059-6AA5A013ED17}" destId="{2ED9E8AB-98EB-421D-93A6-CE26FB099316}" srcOrd="0" destOrd="0" presId="urn:microsoft.com/office/officeart/2008/layout/HexagonCluster"/>
    <dgm:cxn modelId="{9966D3DD-CFFF-4A68-8FCF-24DBECFD6074}" type="presOf" srcId="{78941CDE-837C-4478-87CE-D0F120D7AF14}" destId="{670B960B-3F19-4E62-8D8A-6C4D3B606821}" srcOrd="0" destOrd="0" presId="urn:microsoft.com/office/officeart/2008/layout/HexagonCluster"/>
    <dgm:cxn modelId="{2E7E36FF-8812-4EED-AF1A-70B77F3D8F66}" type="presOf" srcId="{B4F70D54-F0AE-4A77-A8F5-9A890EB15719}" destId="{E57C5ED9-AB0F-4858-8F74-15FB80FC98B8}" srcOrd="0" destOrd="0" presId="urn:microsoft.com/office/officeart/2008/layout/HexagonCluster"/>
    <dgm:cxn modelId="{CA487CF5-07C4-4891-9244-C7D7FDE7E351}" type="presParOf" srcId="{E0B7968A-217F-4704-8D3B-232873704D44}" destId="{81E78C68-0BF9-4E7A-B692-C166BC9A977C}" srcOrd="0" destOrd="0" presId="urn:microsoft.com/office/officeart/2008/layout/HexagonCluster"/>
    <dgm:cxn modelId="{341580D4-1AC5-47A4-9968-87576D956863}" type="presParOf" srcId="{81E78C68-0BF9-4E7A-B692-C166BC9A977C}" destId="{B5E1ABC9-ECFA-4388-9574-7E8BF07439B7}" srcOrd="0" destOrd="0" presId="urn:microsoft.com/office/officeart/2008/layout/HexagonCluster"/>
    <dgm:cxn modelId="{3B16A3D1-B76A-420D-9304-EB4A1BA1DB95}" type="presParOf" srcId="{E0B7968A-217F-4704-8D3B-232873704D44}" destId="{47AA2955-C092-4905-9A6A-A3F2EF402A23}" srcOrd="1" destOrd="0" presId="urn:microsoft.com/office/officeart/2008/layout/HexagonCluster"/>
    <dgm:cxn modelId="{291B36D6-4C87-478E-A505-99A5DC4AF141}" type="presParOf" srcId="{47AA2955-C092-4905-9A6A-A3F2EF402A23}" destId="{BB616F13-EF0E-44F5-B264-131C4908890B}" srcOrd="0" destOrd="0" presId="urn:microsoft.com/office/officeart/2008/layout/HexagonCluster"/>
    <dgm:cxn modelId="{17EB154F-45E6-4E6B-83C2-CAF201823A46}" type="presParOf" srcId="{E0B7968A-217F-4704-8D3B-232873704D44}" destId="{7B8EC8D7-2DBD-4BAB-987F-8BCC67C45816}" srcOrd="2" destOrd="0" presId="urn:microsoft.com/office/officeart/2008/layout/HexagonCluster"/>
    <dgm:cxn modelId="{F0112D73-7CA4-44B8-86A1-C57A0CA0352D}" type="presParOf" srcId="{7B8EC8D7-2DBD-4BAB-987F-8BCC67C45816}" destId="{E57C5ED9-AB0F-4858-8F74-15FB80FC98B8}" srcOrd="0" destOrd="0" presId="urn:microsoft.com/office/officeart/2008/layout/HexagonCluster"/>
    <dgm:cxn modelId="{F80563F3-3FA8-45AA-8A9D-785F5C70ED1F}" type="presParOf" srcId="{E0B7968A-217F-4704-8D3B-232873704D44}" destId="{6F9888A4-A262-46F0-8565-542D34245378}" srcOrd="3" destOrd="0" presId="urn:microsoft.com/office/officeart/2008/layout/HexagonCluster"/>
    <dgm:cxn modelId="{20E4F7E6-603B-4CCB-B1E7-47A239EBB5A0}" type="presParOf" srcId="{6F9888A4-A262-46F0-8565-542D34245378}" destId="{9A210769-AC15-4D0C-BD9F-5730713242FA}" srcOrd="0" destOrd="0" presId="urn:microsoft.com/office/officeart/2008/layout/HexagonCluster"/>
    <dgm:cxn modelId="{FBBF011F-5BE2-4557-BD99-1B060B1A54B2}" type="presParOf" srcId="{E0B7968A-217F-4704-8D3B-232873704D44}" destId="{A5BD73BA-F7FC-4C6D-8DEB-C0D3EBEFCF58}" srcOrd="4" destOrd="0" presId="urn:microsoft.com/office/officeart/2008/layout/HexagonCluster"/>
    <dgm:cxn modelId="{D9FFBB16-2C10-41C3-A8AE-33C9A8CED29D}" type="presParOf" srcId="{A5BD73BA-F7FC-4C6D-8DEB-C0D3EBEFCF58}" destId="{CF0F0448-5597-4B56-8C09-BBF8044523DB}" srcOrd="0" destOrd="0" presId="urn:microsoft.com/office/officeart/2008/layout/HexagonCluster"/>
    <dgm:cxn modelId="{584D01A7-E6B6-4F3B-894D-308A262DC9F7}" type="presParOf" srcId="{E0B7968A-217F-4704-8D3B-232873704D44}" destId="{F8C68B7D-4A25-4E0F-AA1A-8EDEAB647623}" srcOrd="5" destOrd="0" presId="urn:microsoft.com/office/officeart/2008/layout/HexagonCluster"/>
    <dgm:cxn modelId="{FEFE8E35-B4D8-4BDF-8FEE-2294699E050E}" type="presParOf" srcId="{F8C68B7D-4A25-4E0F-AA1A-8EDEAB647623}" destId="{823231AC-CF8C-4731-8D3E-41072935C17D}" srcOrd="0" destOrd="0" presId="urn:microsoft.com/office/officeart/2008/layout/HexagonCluster"/>
    <dgm:cxn modelId="{5B71A42A-5818-4349-9EA7-CE3590689988}" type="presParOf" srcId="{E0B7968A-217F-4704-8D3B-232873704D44}" destId="{3F92CB61-1936-485F-81B0-4BEB48DD2061}" srcOrd="6" destOrd="0" presId="urn:microsoft.com/office/officeart/2008/layout/HexagonCluster"/>
    <dgm:cxn modelId="{65D92175-830F-4351-8324-1FA5C04C3EC5}" type="presParOf" srcId="{3F92CB61-1936-485F-81B0-4BEB48DD2061}" destId="{6B63E07E-69DD-464C-BCF6-CD3429ED0D2E}" srcOrd="0" destOrd="0" presId="urn:microsoft.com/office/officeart/2008/layout/HexagonCluster"/>
    <dgm:cxn modelId="{6D24B23C-BD72-4AF4-9AEA-7E30660C8473}" type="presParOf" srcId="{E0B7968A-217F-4704-8D3B-232873704D44}" destId="{18B2437A-2955-487A-8523-B4A2BDC473CC}" srcOrd="7" destOrd="0" presId="urn:microsoft.com/office/officeart/2008/layout/HexagonCluster"/>
    <dgm:cxn modelId="{EFF9B751-3C4C-42D9-84F7-A7EC1BCE6CC1}" type="presParOf" srcId="{18B2437A-2955-487A-8523-B4A2BDC473CC}" destId="{EF0E568B-A6B5-4ECC-B9C0-FF96B0FD31F7}" srcOrd="0" destOrd="0" presId="urn:microsoft.com/office/officeart/2008/layout/HexagonCluster"/>
    <dgm:cxn modelId="{44774F6C-4532-44AB-A98F-31D157544272}" type="presParOf" srcId="{E0B7968A-217F-4704-8D3B-232873704D44}" destId="{5793E7FD-E797-4627-92C0-2DC779B4C118}" srcOrd="8" destOrd="0" presId="urn:microsoft.com/office/officeart/2008/layout/HexagonCluster"/>
    <dgm:cxn modelId="{212BBFEA-92EB-4945-8DCE-6B0ADE186F82}" type="presParOf" srcId="{5793E7FD-E797-4627-92C0-2DC779B4C118}" destId="{2ED9E8AB-98EB-421D-93A6-CE26FB099316}" srcOrd="0" destOrd="0" presId="urn:microsoft.com/office/officeart/2008/layout/HexagonCluster"/>
    <dgm:cxn modelId="{56DE4ABA-CCFE-42E5-B28B-74D901266B89}" type="presParOf" srcId="{E0B7968A-217F-4704-8D3B-232873704D44}" destId="{1C28D429-BDF9-4BB8-82C4-BB5B9A0401A8}" srcOrd="9" destOrd="0" presId="urn:microsoft.com/office/officeart/2008/layout/HexagonCluster"/>
    <dgm:cxn modelId="{1D4730EF-F5D4-41C8-AA23-194A742D914E}" type="presParOf" srcId="{1C28D429-BDF9-4BB8-82C4-BB5B9A0401A8}" destId="{785039A5-4292-493B-BB97-5C4139E0A008}" srcOrd="0" destOrd="0" presId="urn:microsoft.com/office/officeart/2008/layout/HexagonCluster"/>
    <dgm:cxn modelId="{456FC756-3267-488C-9FEB-D0F6A5F08B18}" type="presParOf" srcId="{E0B7968A-217F-4704-8D3B-232873704D44}" destId="{C595E14E-E762-4CB5-85B0-C2E0389CFDEA}" srcOrd="10" destOrd="0" presId="urn:microsoft.com/office/officeart/2008/layout/HexagonCluster"/>
    <dgm:cxn modelId="{CF6961C5-1360-4B9D-9F88-6B5A9B9D8C5F}" type="presParOf" srcId="{C595E14E-E762-4CB5-85B0-C2E0389CFDEA}" destId="{670B960B-3F19-4E62-8D8A-6C4D3B606821}" srcOrd="0" destOrd="0" presId="urn:microsoft.com/office/officeart/2008/layout/HexagonCluster"/>
    <dgm:cxn modelId="{54DB960A-AEDF-4B1C-BC96-33B911DA8BA7}" type="presParOf" srcId="{E0B7968A-217F-4704-8D3B-232873704D44}" destId="{0A0A58A7-8A69-460C-A1FA-5A1645E66EE8}" srcOrd="11" destOrd="0" presId="urn:microsoft.com/office/officeart/2008/layout/HexagonCluster"/>
    <dgm:cxn modelId="{E0D7DB34-8BC9-4A00-A4AE-514541224337}" type="presParOf" srcId="{0A0A58A7-8A69-460C-A1FA-5A1645E66EE8}" destId="{9686654B-37B0-40AC-90FF-D6A8D1E42F84}" srcOrd="0" destOrd="0" presId="urn:microsoft.com/office/officeart/2008/layout/HexagonCluster"/>
  </dgm:cxnLst>
  <dgm:bg/>
  <dgm:whole/>
  <dgm:extLst>
    <a:ext uri="http://schemas.microsoft.com/office/drawing/2008/diagram">
      <dsp:dataModelExt xmlns:dsp="http://schemas.microsoft.com/office/drawing/2008/diagram" relId="rId48"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B9C32B05-62EA-407A-B21C-2310C7945705}" type="doc">
      <dgm:prSet loTypeId="urn:microsoft.com/office/officeart/2005/8/layout/default" loCatId="list"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F66099B6-DBBD-4AB0-82D2-877B80F846F7}">
      <dgm:prSet phldrT="[Text]"/>
      <dgm:spPr/>
      <dgm:t>
        <a:bodyPr/>
        <a:lstStyle/>
        <a:p>
          <a:r>
            <a:rPr lang="en-US"/>
            <a:t>Lorem Ipsum</a:t>
          </a:r>
          <a:endParaRPr lang="en-US" dirty="0"/>
        </a:p>
      </dgm:t>
    </dgm:pt>
    <dgm:pt modelId="{B09C8BFB-F41C-4AC4-AB94-F216E3081C2D}" type="parTrans" cxnId="{B4F3EA32-CE64-4A92-9BAE-BC57E5392B05}">
      <dgm:prSet/>
      <dgm:spPr/>
      <dgm:t>
        <a:bodyPr/>
        <a:lstStyle/>
        <a:p>
          <a:endParaRPr lang="en-US"/>
        </a:p>
      </dgm:t>
    </dgm:pt>
    <dgm:pt modelId="{BC531B32-9B0E-482E-BF91-65C61F17168D}" type="sibTrans" cxnId="{B4F3EA32-CE64-4A92-9BAE-BC57E5392B05}">
      <dgm:prSet/>
      <dgm:spPr/>
      <dgm:t>
        <a:bodyPr/>
        <a:lstStyle/>
        <a:p>
          <a:endParaRPr lang="en-US"/>
        </a:p>
      </dgm:t>
    </dgm:pt>
    <dgm:pt modelId="{EE62A4F6-4AC4-435B-990E-81A71CE8CAC7}">
      <dgm:prSet phldrT="[Text]"/>
      <dgm:spPr/>
      <dgm:t>
        <a:bodyPr/>
        <a:lstStyle/>
        <a:p>
          <a:r>
            <a:rPr lang="en-US"/>
            <a:t>Lorem Ipsum</a:t>
          </a:r>
          <a:endParaRPr lang="en-US" dirty="0"/>
        </a:p>
      </dgm:t>
    </dgm:pt>
    <dgm:pt modelId="{F287B947-7343-4FA2-B288-B23A59FFAE31}" type="parTrans" cxnId="{3A2CECA6-0C5B-46BB-B7C6-7D37E9D210BD}">
      <dgm:prSet/>
      <dgm:spPr/>
      <dgm:t>
        <a:bodyPr/>
        <a:lstStyle/>
        <a:p>
          <a:endParaRPr lang="en-US"/>
        </a:p>
      </dgm:t>
    </dgm:pt>
    <dgm:pt modelId="{389F9A93-0231-4877-8C41-5D5B8DD7AAC0}" type="sibTrans" cxnId="{3A2CECA6-0C5B-46BB-B7C6-7D37E9D210BD}">
      <dgm:prSet/>
      <dgm:spPr/>
      <dgm:t>
        <a:bodyPr/>
        <a:lstStyle/>
        <a:p>
          <a:endParaRPr lang="en-US"/>
        </a:p>
      </dgm:t>
    </dgm:pt>
    <dgm:pt modelId="{B6D9DE15-697B-42C2-B6A1-CE31260EED93}">
      <dgm:prSet phldrT="[Text]"/>
      <dgm:spPr/>
      <dgm:t>
        <a:bodyPr/>
        <a:lstStyle/>
        <a:p>
          <a:r>
            <a:rPr lang="en-US" dirty="0"/>
            <a:t>Lorem Ipsum</a:t>
          </a:r>
        </a:p>
      </dgm:t>
    </dgm:pt>
    <dgm:pt modelId="{EAC9FC21-5112-4CCF-8070-06ED15ED24ED}" type="parTrans" cxnId="{40513FB0-F94C-499F-9A0B-9E0341D0A0C2}">
      <dgm:prSet/>
      <dgm:spPr/>
      <dgm:t>
        <a:bodyPr/>
        <a:lstStyle/>
        <a:p>
          <a:endParaRPr lang="en-US"/>
        </a:p>
      </dgm:t>
    </dgm:pt>
    <dgm:pt modelId="{B605B681-1ACB-4650-8600-F9223ABDDC16}" type="sibTrans" cxnId="{40513FB0-F94C-499F-9A0B-9E0341D0A0C2}">
      <dgm:prSet/>
      <dgm:spPr/>
      <dgm:t>
        <a:bodyPr/>
        <a:lstStyle/>
        <a:p>
          <a:endParaRPr lang="en-US"/>
        </a:p>
      </dgm:t>
    </dgm:pt>
    <dgm:pt modelId="{244CE93D-3CE9-480A-BC40-D5795AE4CC61}">
      <dgm:prSet phldrT="[Text]"/>
      <dgm:spPr/>
      <dgm:t>
        <a:bodyPr/>
        <a:lstStyle/>
        <a:p>
          <a:r>
            <a:rPr lang="en-US"/>
            <a:t>Lorem Ipsum</a:t>
          </a:r>
          <a:endParaRPr lang="en-US" dirty="0"/>
        </a:p>
      </dgm:t>
    </dgm:pt>
    <dgm:pt modelId="{B26CFE49-55EC-4B92-8D65-F00D6B48420B}" type="parTrans" cxnId="{746C65D4-0A32-4610-8B9B-A01592BB40A3}">
      <dgm:prSet/>
      <dgm:spPr/>
      <dgm:t>
        <a:bodyPr/>
        <a:lstStyle/>
        <a:p>
          <a:endParaRPr lang="en-US"/>
        </a:p>
      </dgm:t>
    </dgm:pt>
    <dgm:pt modelId="{AA2C577D-A278-4959-857E-CDA154440386}" type="sibTrans" cxnId="{746C65D4-0A32-4610-8B9B-A01592BB40A3}">
      <dgm:prSet/>
      <dgm:spPr/>
      <dgm:t>
        <a:bodyPr/>
        <a:lstStyle/>
        <a:p>
          <a:endParaRPr lang="en-US"/>
        </a:p>
      </dgm:t>
    </dgm:pt>
    <dgm:pt modelId="{02945A89-1D10-460E-AC6F-C8277F0EF532}">
      <dgm:prSet phldrT="[Text]"/>
      <dgm:spPr/>
      <dgm:t>
        <a:bodyPr/>
        <a:lstStyle/>
        <a:p>
          <a:r>
            <a:rPr lang="en-US"/>
            <a:t>Lorem Ipsum</a:t>
          </a:r>
          <a:endParaRPr lang="en-US" dirty="0"/>
        </a:p>
      </dgm:t>
    </dgm:pt>
    <dgm:pt modelId="{6F8C3CEE-FEE3-4D77-B707-A6B283128F4A}" type="parTrans" cxnId="{BE2250FE-D73B-4C48-8C93-9F2FE03387E9}">
      <dgm:prSet/>
      <dgm:spPr/>
      <dgm:t>
        <a:bodyPr/>
        <a:lstStyle/>
        <a:p>
          <a:endParaRPr lang="en-US"/>
        </a:p>
      </dgm:t>
    </dgm:pt>
    <dgm:pt modelId="{D63F6889-0CC7-4574-975F-A0114273E421}" type="sibTrans" cxnId="{BE2250FE-D73B-4C48-8C93-9F2FE03387E9}">
      <dgm:prSet/>
      <dgm:spPr/>
      <dgm:t>
        <a:bodyPr/>
        <a:lstStyle/>
        <a:p>
          <a:endParaRPr lang="en-US"/>
        </a:p>
      </dgm:t>
    </dgm:pt>
    <dgm:pt modelId="{0AACFC56-0832-46F3-8906-401B8BF44FE0}">
      <dgm:prSet phldrT="[Text]"/>
      <dgm:spPr/>
      <dgm:t>
        <a:bodyPr/>
        <a:lstStyle/>
        <a:p>
          <a:r>
            <a:rPr lang="en-US" dirty="0"/>
            <a:t>Lorem Ipsum</a:t>
          </a:r>
        </a:p>
      </dgm:t>
    </dgm:pt>
    <dgm:pt modelId="{88CF1521-D0F1-4C25-B58D-08CE750AF118}" type="parTrans" cxnId="{FF2E6321-E9B5-43C8-87AE-76EE344CCB47}">
      <dgm:prSet/>
      <dgm:spPr/>
      <dgm:t>
        <a:bodyPr/>
        <a:lstStyle/>
        <a:p>
          <a:endParaRPr lang="en-US"/>
        </a:p>
      </dgm:t>
    </dgm:pt>
    <dgm:pt modelId="{6A3AE81A-63BE-4831-9277-CE6F5FE926E5}" type="sibTrans" cxnId="{FF2E6321-E9B5-43C8-87AE-76EE344CCB47}">
      <dgm:prSet/>
      <dgm:spPr/>
      <dgm:t>
        <a:bodyPr/>
        <a:lstStyle/>
        <a:p>
          <a:endParaRPr lang="en-US"/>
        </a:p>
      </dgm:t>
    </dgm:pt>
    <dgm:pt modelId="{8DD73504-022E-4350-9047-BB3C04E2E16A}">
      <dgm:prSet phldrT="[Text]"/>
      <dgm:spPr/>
      <dgm:t>
        <a:bodyPr/>
        <a:lstStyle/>
        <a:p>
          <a:r>
            <a:rPr lang="en-US"/>
            <a:t>Lorem Ipsum</a:t>
          </a:r>
          <a:endParaRPr lang="en-US" dirty="0"/>
        </a:p>
      </dgm:t>
    </dgm:pt>
    <dgm:pt modelId="{B40C9E3A-7B2C-4B01-836D-DD7C37BC35EB}" type="parTrans" cxnId="{B15882FB-ECEE-4FCB-A530-AC4E7134282C}">
      <dgm:prSet/>
      <dgm:spPr/>
      <dgm:t>
        <a:bodyPr/>
        <a:lstStyle/>
        <a:p>
          <a:endParaRPr lang="en-US"/>
        </a:p>
      </dgm:t>
    </dgm:pt>
    <dgm:pt modelId="{527E78F7-EC32-4A86-B526-B71E926E899A}" type="sibTrans" cxnId="{B15882FB-ECEE-4FCB-A530-AC4E7134282C}">
      <dgm:prSet/>
      <dgm:spPr/>
      <dgm:t>
        <a:bodyPr/>
        <a:lstStyle/>
        <a:p>
          <a:endParaRPr lang="en-US"/>
        </a:p>
      </dgm:t>
    </dgm:pt>
    <dgm:pt modelId="{D85A3869-E47B-4B58-B8B5-5FB5F7E0B683}">
      <dgm:prSet phldrT="[Text]"/>
      <dgm:spPr/>
      <dgm:t>
        <a:bodyPr/>
        <a:lstStyle/>
        <a:p>
          <a:r>
            <a:rPr lang="en-US"/>
            <a:t>Lorem Ipsum</a:t>
          </a:r>
          <a:endParaRPr lang="en-US" dirty="0"/>
        </a:p>
      </dgm:t>
    </dgm:pt>
    <dgm:pt modelId="{231BE585-4073-41F7-A4F0-394393A46A53}" type="parTrans" cxnId="{D3D4C088-A30F-42B3-95F3-2482AC8F02E9}">
      <dgm:prSet/>
      <dgm:spPr/>
      <dgm:t>
        <a:bodyPr/>
        <a:lstStyle/>
        <a:p>
          <a:endParaRPr lang="en-US"/>
        </a:p>
      </dgm:t>
    </dgm:pt>
    <dgm:pt modelId="{8B5A5B50-D92D-4CD3-AD8D-734F4BF27AE2}" type="sibTrans" cxnId="{D3D4C088-A30F-42B3-95F3-2482AC8F02E9}">
      <dgm:prSet/>
      <dgm:spPr/>
      <dgm:t>
        <a:bodyPr/>
        <a:lstStyle/>
        <a:p>
          <a:endParaRPr lang="en-US"/>
        </a:p>
      </dgm:t>
    </dgm:pt>
    <dgm:pt modelId="{8CC69EF8-B830-49B1-8062-96994DAE4B18}" type="pres">
      <dgm:prSet presAssocID="{B9C32B05-62EA-407A-B21C-2310C7945705}" presName="diagram" presStyleCnt="0">
        <dgm:presLayoutVars>
          <dgm:dir/>
          <dgm:resizeHandles val="exact"/>
        </dgm:presLayoutVars>
      </dgm:prSet>
      <dgm:spPr/>
    </dgm:pt>
    <dgm:pt modelId="{FB5524E8-6B6E-4448-B025-602D0D1058FE}" type="pres">
      <dgm:prSet presAssocID="{42D71409-67F9-455C-8C6D-716D284AAA6B}" presName="node" presStyleLbl="node1" presStyleIdx="0" presStyleCnt="9">
        <dgm:presLayoutVars>
          <dgm:bulletEnabled val="1"/>
        </dgm:presLayoutVars>
      </dgm:prSet>
      <dgm:spPr/>
    </dgm:pt>
    <dgm:pt modelId="{E517EE8B-46E2-4D9B-A14C-AB9FADC39E9E}" type="pres">
      <dgm:prSet presAssocID="{478B7D3C-9FB4-4BC6-90AC-49960560DECD}" presName="sibTrans" presStyleCnt="0"/>
      <dgm:spPr/>
    </dgm:pt>
    <dgm:pt modelId="{C6AB88CD-8428-42C0-B6CC-3F8887D6DA1D}" type="pres">
      <dgm:prSet presAssocID="{F66099B6-DBBD-4AB0-82D2-877B80F846F7}" presName="node" presStyleLbl="node1" presStyleIdx="1" presStyleCnt="9">
        <dgm:presLayoutVars>
          <dgm:bulletEnabled val="1"/>
        </dgm:presLayoutVars>
      </dgm:prSet>
      <dgm:spPr/>
    </dgm:pt>
    <dgm:pt modelId="{555D2912-C30B-4E78-AD16-2E14D644D6F6}" type="pres">
      <dgm:prSet presAssocID="{BC531B32-9B0E-482E-BF91-65C61F17168D}" presName="sibTrans" presStyleCnt="0"/>
      <dgm:spPr/>
    </dgm:pt>
    <dgm:pt modelId="{B0560B5F-0C67-4447-93A6-E918ED7DC891}" type="pres">
      <dgm:prSet presAssocID="{EE62A4F6-4AC4-435B-990E-81A71CE8CAC7}" presName="node" presStyleLbl="node1" presStyleIdx="2" presStyleCnt="9">
        <dgm:presLayoutVars>
          <dgm:bulletEnabled val="1"/>
        </dgm:presLayoutVars>
      </dgm:prSet>
      <dgm:spPr/>
    </dgm:pt>
    <dgm:pt modelId="{0DB57BDF-EABF-4302-B3A1-F1ECA166AFBF}" type="pres">
      <dgm:prSet presAssocID="{389F9A93-0231-4877-8C41-5D5B8DD7AAC0}" presName="sibTrans" presStyleCnt="0"/>
      <dgm:spPr/>
    </dgm:pt>
    <dgm:pt modelId="{E90ECB9F-1E70-43E3-BE10-3FAA361BA821}" type="pres">
      <dgm:prSet presAssocID="{B6D9DE15-697B-42C2-B6A1-CE31260EED93}" presName="node" presStyleLbl="node1" presStyleIdx="3" presStyleCnt="9">
        <dgm:presLayoutVars>
          <dgm:bulletEnabled val="1"/>
        </dgm:presLayoutVars>
      </dgm:prSet>
      <dgm:spPr/>
    </dgm:pt>
    <dgm:pt modelId="{A9EBA265-62DC-479F-8632-BB9D01FB8A08}" type="pres">
      <dgm:prSet presAssocID="{B605B681-1ACB-4650-8600-F9223ABDDC16}" presName="sibTrans" presStyleCnt="0"/>
      <dgm:spPr/>
    </dgm:pt>
    <dgm:pt modelId="{0AAAABFB-0309-49F1-9ECE-554AE9863A89}" type="pres">
      <dgm:prSet presAssocID="{244CE93D-3CE9-480A-BC40-D5795AE4CC61}" presName="node" presStyleLbl="node1" presStyleIdx="4" presStyleCnt="9">
        <dgm:presLayoutVars>
          <dgm:bulletEnabled val="1"/>
        </dgm:presLayoutVars>
      </dgm:prSet>
      <dgm:spPr/>
    </dgm:pt>
    <dgm:pt modelId="{52700786-185A-499B-936B-09CCADECC328}" type="pres">
      <dgm:prSet presAssocID="{AA2C577D-A278-4959-857E-CDA154440386}" presName="sibTrans" presStyleCnt="0"/>
      <dgm:spPr/>
    </dgm:pt>
    <dgm:pt modelId="{80C505CE-49F7-433F-912A-85DD9DEBEFF6}" type="pres">
      <dgm:prSet presAssocID="{02945A89-1D10-460E-AC6F-C8277F0EF532}" presName="node" presStyleLbl="node1" presStyleIdx="5" presStyleCnt="9">
        <dgm:presLayoutVars>
          <dgm:bulletEnabled val="1"/>
        </dgm:presLayoutVars>
      </dgm:prSet>
      <dgm:spPr/>
    </dgm:pt>
    <dgm:pt modelId="{75520247-B699-4D6C-8BF9-1CF9FD2A741B}" type="pres">
      <dgm:prSet presAssocID="{D63F6889-0CC7-4574-975F-A0114273E421}" presName="sibTrans" presStyleCnt="0"/>
      <dgm:spPr/>
    </dgm:pt>
    <dgm:pt modelId="{9CBF323B-CF90-4752-AE81-18E45409BDB7}" type="pres">
      <dgm:prSet presAssocID="{0AACFC56-0832-46F3-8906-401B8BF44FE0}" presName="node" presStyleLbl="node1" presStyleIdx="6" presStyleCnt="9">
        <dgm:presLayoutVars>
          <dgm:bulletEnabled val="1"/>
        </dgm:presLayoutVars>
      </dgm:prSet>
      <dgm:spPr/>
    </dgm:pt>
    <dgm:pt modelId="{17611C16-E1A7-4EB3-B937-B6106503F8DB}" type="pres">
      <dgm:prSet presAssocID="{6A3AE81A-63BE-4831-9277-CE6F5FE926E5}" presName="sibTrans" presStyleCnt="0"/>
      <dgm:spPr/>
    </dgm:pt>
    <dgm:pt modelId="{E8C430BF-B69B-43B9-89D6-EDDB198896AA}" type="pres">
      <dgm:prSet presAssocID="{8DD73504-022E-4350-9047-BB3C04E2E16A}" presName="node" presStyleLbl="node1" presStyleIdx="7" presStyleCnt="9">
        <dgm:presLayoutVars>
          <dgm:bulletEnabled val="1"/>
        </dgm:presLayoutVars>
      </dgm:prSet>
      <dgm:spPr/>
    </dgm:pt>
    <dgm:pt modelId="{B54D068F-4DCC-467D-BF11-A35CEABF87BB}" type="pres">
      <dgm:prSet presAssocID="{527E78F7-EC32-4A86-B526-B71E926E899A}" presName="sibTrans" presStyleCnt="0"/>
      <dgm:spPr/>
    </dgm:pt>
    <dgm:pt modelId="{0350B742-110A-4DCA-B5F6-7D6887137A81}" type="pres">
      <dgm:prSet presAssocID="{D85A3869-E47B-4B58-B8B5-5FB5F7E0B683}" presName="node" presStyleLbl="node1" presStyleIdx="8" presStyleCnt="9">
        <dgm:presLayoutVars>
          <dgm:bulletEnabled val="1"/>
        </dgm:presLayoutVars>
      </dgm:prSet>
      <dgm:spPr/>
    </dgm:pt>
  </dgm:ptLst>
  <dgm:cxnLst>
    <dgm:cxn modelId="{25F68C0F-3220-45AD-AEC3-23EF8F7FF1EA}" type="presOf" srcId="{42D71409-67F9-455C-8C6D-716D284AAA6B}" destId="{FB5524E8-6B6E-4448-B025-602D0D1058FE}" srcOrd="0" destOrd="0" presId="urn:microsoft.com/office/officeart/2005/8/layout/default"/>
    <dgm:cxn modelId="{82F43B15-BECD-40C7-BE22-4BE2024F60A2}" type="presOf" srcId="{D85A3869-E47B-4B58-B8B5-5FB5F7E0B683}" destId="{0350B742-110A-4DCA-B5F6-7D6887137A81}" srcOrd="0" destOrd="0" presId="urn:microsoft.com/office/officeart/2005/8/layout/default"/>
    <dgm:cxn modelId="{2AA9C11F-1F1D-428E-801A-47EAA766C99D}" srcId="{B9C32B05-62EA-407A-B21C-2310C7945705}" destId="{42D71409-67F9-455C-8C6D-716D284AAA6B}" srcOrd="0" destOrd="0" parTransId="{51680ED1-AF6E-4B28-AE94-92B0EFB0DF7D}" sibTransId="{478B7D3C-9FB4-4BC6-90AC-49960560DECD}"/>
    <dgm:cxn modelId="{FF2E6321-E9B5-43C8-87AE-76EE344CCB47}" srcId="{B9C32B05-62EA-407A-B21C-2310C7945705}" destId="{0AACFC56-0832-46F3-8906-401B8BF44FE0}" srcOrd="6" destOrd="0" parTransId="{88CF1521-D0F1-4C25-B58D-08CE750AF118}" sibTransId="{6A3AE81A-63BE-4831-9277-CE6F5FE926E5}"/>
    <dgm:cxn modelId="{B4F3EA32-CE64-4A92-9BAE-BC57E5392B05}" srcId="{B9C32B05-62EA-407A-B21C-2310C7945705}" destId="{F66099B6-DBBD-4AB0-82D2-877B80F846F7}" srcOrd="1" destOrd="0" parTransId="{B09C8BFB-F41C-4AC4-AB94-F216E3081C2D}" sibTransId="{BC531B32-9B0E-482E-BF91-65C61F17168D}"/>
    <dgm:cxn modelId="{CA017D35-C8F8-42FA-9238-650666759B99}" type="presOf" srcId="{8DD73504-022E-4350-9047-BB3C04E2E16A}" destId="{E8C430BF-B69B-43B9-89D6-EDDB198896AA}" srcOrd="0" destOrd="0" presId="urn:microsoft.com/office/officeart/2005/8/layout/default"/>
    <dgm:cxn modelId="{EC885144-09F8-43D8-8E24-8D9DA2E90FA5}" type="presOf" srcId="{0AACFC56-0832-46F3-8906-401B8BF44FE0}" destId="{9CBF323B-CF90-4752-AE81-18E45409BDB7}" srcOrd="0" destOrd="0" presId="urn:microsoft.com/office/officeart/2005/8/layout/default"/>
    <dgm:cxn modelId="{CA46AC46-06AC-4D50-9AB9-7AC2F3C862DE}" type="presOf" srcId="{B6D9DE15-697B-42C2-B6A1-CE31260EED93}" destId="{E90ECB9F-1E70-43E3-BE10-3FAA361BA821}" srcOrd="0" destOrd="0" presId="urn:microsoft.com/office/officeart/2005/8/layout/default"/>
    <dgm:cxn modelId="{202F4C49-7817-4F73-90A7-CC2DEF842C78}" type="presOf" srcId="{244CE93D-3CE9-480A-BC40-D5795AE4CC61}" destId="{0AAAABFB-0309-49F1-9ECE-554AE9863A89}" srcOrd="0" destOrd="0" presId="urn:microsoft.com/office/officeart/2005/8/layout/default"/>
    <dgm:cxn modelId="{B5ABDA71-EEB8-4E24-A6F8-426BD656B896}" type="presOf" srcId="{F66099B6-DBBD-4AB0-82D2-877B80F846F7}" destId="{C6AB88CD-8428-42C0-B6CC-3F8887D6DA1D}" srcOrd="0" destOrd="0" presId="urn:microsoft.com/office/officeart/2005/8/layout/default"/>
    <dgm:cxn modelId="{9A17FE7D-FC5F-4783-AD3C-C3889A1379D2}" type="presOf" srcId="{02945A89-1D10-460E-AC6F-C8277F0EF532}" destId="{80C505CE-49F7-433F-912A-85DD9DEBEFF6}" srcOrd="0" destOrd="0" presId="urn:microsoft.com/office/officeart/2005/8/layout/default"/>
    <dgm:cxn modelId="{D3D4C088-A30F-42B3-95F3-2482AC8F02E9}" srcId="{B9C32B05-62EA-407A-B21C-2310C7945705}" destId="{D85A3869-E47B-4B58-B8B5-5FB5F7E0B683}" srcOrd="8" destOrd="0" parTransId="{231BE585-4073-41F7-A4F0-394393A46A53}" sibTransId="{8B5A5B50-D92D-4CD3-AD8D-734F4BF27AE2}"/>
    <dgm:cxn modelId="{3A2CECA6-0C5B-46BB-B7C6-7D37E9D210BD}" srcId="{B9C32B05-62EA-407A-B21C-2310C7945705}" destId="{EE62A4F6-4AC4-435B-990E-81A71CE8CAC7}" srcOrd="2" destOrd="0" parTransId="{F287B947-7343-4FA2-B288-B23A59FFAE31}" sibTransId="{389F9A93-0231-4877-8C41-5D5B8DD7AAC0}"/>
    <dgm:cxn modelId="{1FD7EFAB-BC04-45FB-8A30-7093FAEB22FD}" type="presOf" srcId="{B9C32B05-62EA-407A-B21C-2310C7945705}" destId="{8CC69EF8-B830-49B1-8062-96994DAE4B18}" srcOrd="0" destOrd="0" presId="urn:microsoft.com/office/officeart/2005/8/layout/default"/>
    <dgm:cxn modelId="{40513FB0-F94C-499F-9A0B-9E0341D0A0C2}" srcId="{B9C32B05-62EA-407A-B21C-2310C7945705}" destId="{B6D9DE15-697B-42C2-B6A1-CE31260EED93}" srcOrd="3" destOrd="0" parTransId="{EAC9FC21-5112-4CCF-8070-06ED15ED24ED}" sibTransId="{B605B681-1ACB-4650-8600-F9223ABDDC16}"/>
    <dgm:cxn modelId="{746C65D4-0A32-4610-8B9B-A01592BB40A3}" srcId="{B9C32B05-62EA-407A-B21C-2310C7945705}" destId="{244CE93D-3CE9-480A-BC40-D5795AE4CC61}" srcOrd="4" destOrd="0" parTransId="{B26CFE49-55EC-4B92-8D65-F00D6B48420B}" sibTransId="{AA2C577D-A278-4959-857E-CDA154440386}"/>
    <dgm:cxn modelId="{5C6E1EE5-7B71-4988-809D-F8F8753C172D}" type="presOf" srcId="{EE62A4F6-4AC4-435B-990E-81A71CE8CAC7}" destId="{B0560B5F-0C67-4447-93A6-E918ED7DC891}" srcOrd="0" destOrd="0" presId="urn:microsoft.com/office/officeart/2005/8/layout/default"/>
    <dgm:cxn modelId="{B15882FB-ECEE-4FCB-A530-AC4E7134282C}" srcId="{B9C32B05-62EA-407A-B21C-2310C7945705}" destId="{8DD73504-022E-4350-9047-BB3C04E2E16A}" srcOrd="7" destOrd="0" parTransId="{B40C9E3A-7B2C-4B01-836D-DD7C37BC35EB}" sibTransId="{527E78F7-EC32-4A86-B526-B71E926E899A}"/>
    <dgm:cxn modelId="{BE2250FE-D73B-4C48-8C93-9F2FE03387E9}" srcId="{B9C32B05-62EA-407A-B21C-2310C7945705}" destId="{02945A89-1D10-460E-AC6F-C8277F0EF532}" srcOrd="5" destOrd="0" parTransId="{6F8C3CEE-FEE3-4D77-B707-A6B283128F4A}" sibTransId="{D63F6889-0CC7-4574-975F-A0114273E421}"/>
    <dgm:cxn modelId="{ED8EBB9C-0614-4146-B098-4D76338E20E9}" type="presParOf" srcId="{8CC69EF8-B830-49B1-8062-96994DAE4B18}" destId="{FB5524E8-6B6E-4448-B025-602D0D1058FE}" srcOrd="0" destOrd="0" presId="urn:microsoft.com/office/officeart/2005/8/layout/default"/>
    <dgm:cxn modelId="{2C6EE990-944B-4168-AA01-FF3B00FE9863}" type="presParOf" srcId="{8CC69EF8-B830-49B1-8062-96994DAE4B18}" destId="{E517EE8B-46E2-4D9B-A14C-AB9FADC39E9E}" srcOrd="1" destOrd="0" presId="urn:microsoft.com/office/officeart/2005/8/layout/default"/>
    <dgm:cxn modelId="{988DA5A6-2069-4F2E-AF3D-D5FA55A75735}" type="presParOf" srcId="{8CC69EF8-B830-49B1-8062-96994DAE4B18}" destId="{C6AB88CD-8428-42C0-B6CC-3F8887D6DA1D}" srcOrd="2" destOrd="0" presId="urn:microsoft.com/office/officeart/2005/8/layout/default"/>
    <dgm:cxn modelId="{D1A472CC-018F-4821-8D13-D780D8FB4DC4}" type="presParOf" srcId="{8CC69EF8-B830-49B1-8062-96994DAE4B18}" destId="{555D2912-C30B-4E78-AD16-2E14D644D6F6}" srcOrd="3" destOrd="0" presId="urn:microsoft.com/office/officeart/2005/8/layout/default"/>
    <dgm:cxn modelId="{B4142581-3BE2-4B19-861F-671CC04041B5}" type="presParOf" srcId="{8CC69EF8-B830-49B1-8062-96994DAE4B18}" destId="{B0560B5F-0C67-4447-93A6-E918ED7DC891}" srcOrd="4" destOrd="0" presId="urn:microsoft.com/office/officeart/2005/8/layout/default"/>
    <dgm:cxn modelId="{FE823F42-EB68-4283-93F3-F103CA6C6CB1}" type="presParOf" srcId="{8CC69EF8-B830-49B1-8062-96994DAE4B18}" destId="{0DB57BDF-EABF-4302-B3A1-F1ECA166AFBF}" srcOrd="5" destOrd="0" presId="urn:microsoft.com/office/officeart/2005/8/layout/default"/>
    <dgm:cxn modelId="{2FC0E929-6067-4943-A736-7CA9366327DE}" type="presParOf" srcId="{8CC69EF8-B830-49B1-8062-96994DAE4B18}" destId="{E90ECB9F-1E70-43E3-BE10-3FAA361BA821}" srcOrd="6" destOrd="0" presId="urn:microsoft.com/office/officeart/2005/8/layout/default"/>
    <dgm:cxn modelId="{2B99DCB1-5319-46A3-9B21-6E4AFEA1BADC}" type="presParOf" srcId="{8CC69EF8-B830-49B1-8062-96994DAE4B18}" destId="{A9EBA265-62DC-479F-8632-BB9D01FB8A08}" srcOrd="7" destOrd="0" presId="urn:microsoft.com/office/officeart/2005/8/layout/default"/>
    <dgm:cxn modelId="{45A43793-B4FB-4902-93F0-611E73B73599}" type="presParOf" srcId="{8CC69EF8-B830-49B1-8062-96994DAE4B18}" destId="{0AAAABFB-0309-49F1-9ECE-554AE9863A89}" srcOrd="8" destOrd="0" presId="urn:microsoft.com/office/officeart/2005/8/layout/default"/>
    <dgm:cxn modelId="{57082D53-86B8-4890-B9D9-A6094F7EBA27}" type="presParOf" srcId="{8CC69EF8-B830-49B1-8062-96994DAE4B18}" destId="{52700786-185A-499B-936B-09CCADECC328}" srcOrd="9" destOrd="0" presId="urn:microsoft.com/office/officeart/2005/8/layout/default"/>
    <dgm:cxn modelId="{5A2B4C84-3CFB-4807-88D1-C7E28525E801}" type="presParOf" srcId="{8CC69EF8-B830-49B1-8062-96994DAE4B18}" destId="{80C505CE-49F7-433F-912A-85DD9DEBEFF6}" srcOrd="10" destOrd="0" presId="urn:microsoft.com/office/officeart/2005/8/layout/default"/>
    <dgm:cxn modelId="{43C0C5A6-5432-407D-8CAF-31CCAB0A30D1}" type="presParOf" srcId="{8CC69EF8-B830-49B1-8062-96994DAE4B18}" destId="{75520247-B699-4D6C-8BF9-1CF9FD2A741B}" srcOrd="11" destOrd="0" presId="urn:microsoft.com/office/officeart/2005/8/layout/default"/>
    <dgm:cxn modelId="{620E8CBF-824C-4E59-A82F-F24E0658DE97}" type="presParOf" srcId="{8CC69EF8-B830-49B1-8062-96994DAE4B18}" destId="{9CBF323B-CF90-4752-AE81-18E45409BDB7}" srcOrd="12" destOrd="0" presId="urn:microsoft.com/office/officeart/2005/8/layout/default"/>
    <dgm:cxn modelId="{CAEEBD8D-095A-4C27-A107-0E1B64CA3076}" type="presParOf" srcId="{8CC69EF8-B830-49B1-8062-96994DAE4B18}" destId="{17611C16-E1A7-4EB3-B937-B6106503F8DB}" srcOrd="13" destOrd="0" presId="urn:microsoft.com/office/officeart/2005/8/layout/default"/>
    <dgm:cxn modelId="{946D6142-1802-47DF-8CCA-229A106BAF8E}" type="presParOf" srcId="{8CC69EF8-B830-49B1-8062-96994DAE4B18}" destId="{E8C430BF-B69B-43B9-89D6-EDDB198896AA}" srcOrd="14" destOrd="0" presId="urn:microsoft.com/office/officeart/2005/8/layout/default"/>
    <dgm:cxn modelId="{F4729090-261A-4290-BAF8-7F9663AEA521}" type="presParOf" srcId="{8CC69EF8-B830-49B1-8062-96994DAE4B18}" destId="{B54D068F-4DCC-467D-BF11-A35CEABF87BB}" srcOrd="15" destOrd="0" presId="urn:microsoft.com/office/officeart/2005/8/layout/default"/>
    <dgm:cxn modelId="{45F1A58D-5291-41A0-B096-69F13B326A50}" type="presParOf" srcId="{8CC69EF8-B830-49B1-8062-96994DAE4B18}" destId="{0350B742-110A-4DCA-B5F6-7D6887137A81}" srcOrd="16" destOrd="0" presId="urn:microsoft.com/office/officeart/2005/8/layout/default"/>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0.xml><?xml version="1.0" encoding="utf-8"?>
<dgm:dataModel xmlns:dgm="http://schemas.openxmlformats.org/drawingml/2006/diagram" xmlns:a="http://schemas.openxmlformats.org/drawingml/2006/main">
  <dgm:ptLst>
    <dgm:pt modelId="{7476C05E-A13B-4839-B505-63AFF896AD26}" type="doc">
      <dgm:prSet loTypeId="urn:microsoft.com/office/officeart/2008/layout/AlternatingHexagons" loCatId="list" qsTypeId="urn:microsoft.com/office/officeart/2005/8/quickstyle/simple4" qsCatId="simple" csTypeId="urn:microsoft.com/office/officeart/2005/8/colors/colorful1" csCatId="colorful" phldr="1"/>
      <dgm:spPr/>
      <dgm:t>
        <a:bodyPr/>
        <a:lstStyle/>
        <a:p>
          <a:endParaRPr lang="en-US"/>
        </a:p>
      </dgm:t>
    </dgm:pt>
    <dgm:pt modelId="{746B9C8D-4C99-4686-B350-79F5EAE1793F}">
      <dgm:prSet phldrT="[Text]"/>
      <dgm:spPr/>
      <dgm:t>
        <a:bodyPr/>
        <a:lstStyle/>
        <a:p>
          <a:r>
            <a:rPr lang="en-US" dirty="0"/>
            <a:t>Lorem Ipsum</a:t>
          </a:r>
        </a:p>
      </dgm:t>
    </dgm:pt>
    <dgm:pt modelId="{35D8A783-7458-4B65-BAC7-48864529B73B}" type="parTrans" cxnId="{65329227-BA0D-4A74-A79C-30B68928F254}">
      <dgm:prSet/>
      <dgm:spPr/>
      <dgm:t>
        <a:bodyPr/>
        <a:lstStyle/>
        <a:p>
          <a:endParaRPr lang="en-US"/>
        </a:p>
      </dgm:t>
    </dgm:pt>
    <dgm:pt modelId="{685E0F1F-1BB1-4613-B0E7-EA4F352EBEB4}" type="sibTrans" cxnId="{65329227-BA0D-4A74-A79C-30B68928F254}">
      <dgm:prSet/>
      <dgm:spPr/>
      <dgm:t>
        <a:bodyPr/>
        <a:lstStyle/>
        <a:p>
          <a:endParaRPr lang="en-US"/>
        </a:p>
      </dgm:t>
    </dgm:pt>
    <dgm:pt modelId="{EC4539B1-3470-490A-8DC6-A4D73581FA58}">
      <dgm:prSet phldrT="[Text]"/>
      <dgm:spPr/>
      <dgm:t>
        <a:bodyPr/>
        <a:lstStyle/>
        <a:p>
          <a:r>
            <a:rPr lang="en-US" dirty="0"/>
            <a:t>Lorem Ipsum</a:t>
          </a:r>
        </a:p>
      </dgm:t>
    </dgm:pt>
    <dgm:pt modelId="{6FC639F8-233E-4E29-B7B2-9DC2DB967E66}" type="parTrans" cxnId="{AFEC3BB8-C8E1-4CA4-BFED-749B6F258F3D}">
      <dgm:prSet/>
      <dgm:spPr/>
      <dgm:t>
        <a:bodyPr/>
        <a:lstStyle/>
        <a:p>
          <a:endParaRPr lang="en-US"/>
        </a:p>
      </dgm:t>
    </dgm:pt>
    <dgm:pt modelId="{28303528-AC8E-47F2-AC09-EFCA37DB7F46}" type="sibTrans" cxnId="{AFEC3BB8-C8E1-4CA4-BFED-749B6F258F3D}">
      <dgm:prSet/>
      <dgm:spPr/>
      <dgm:t>
        <a:bodyPr/>
        <a:lstStyle/>
        <a:p>
          <a:endParaRPr lang="en-US"/>
        </a:p>
      </dgm:t>
    </dgm:pt>
    <dgm:pt modelId="{B3D621AA-37E0-41EC-8E9D-F57E6CE93B78}">
      <dgm:prSet phldrT="[Text]"/>
      <dgm:spPr/>
      <dgm:t>
        <a:bodyPr/>
        <a:lstStyle/>
        <a:p>
          <a:r>
            <a:rPr lang="en-US" dirty="0"/>
            <a:t>Lorem Ipsum</a:t>
          </a:r>
        </a:p>
      </dgm:t>
    </dgm:pt>
    <dgm:pt modelId="{3D876613-D0E8-4909-AF6E-C7D5AE93E1EB}" type="parTrans" cxnId="{F6579966-6A58-4F35-AEC8-EA4F24ED4430}">
      <dgm:prSet/>
      <dgm:spPr/>
      <dgm:t>
        <a:bodyPr/>
        <a:lstStyle/>
        <a:p>
          <a:endParaRPr lang="en-US"/>
        </a:p>
      </dgm:t>
    </dgm:pt>
    <dgm:pt modelId="{76BAE1C3-FCDA-4394-A6A3-AA8AAFD9DA21}" type="sibTrans" cxnId="{F6579966-6A58-4F35-AEC8-EA4F24ED4430}">
      <dgm:prSet/>
      <dgm:spPr/>
      <dgm:t>
        <a:bodyPr/>
        <a:lstStyle/>
        <a:p>
          <a:endParaRPr lang="en-US"/>
        </a:p>
      </dgm:t>
    </dgm:pt>
    <dgm:pt modelId="{22D116A0-4848-4B49-8CB2-CBB983BDE202}">
      <dgm:prSet phldrT="[Text]"/>
      <dgm:spPr/>
      <dgm:t>
        <a:bodyPr/>
        <a:lstStyle/>
        <a:p>
          <a:r>
            <a:rPr lang="en-US" dirty="0"/>
            <a:t>Lorem Ipsum</a:t>
          </a:r>
        </a:p>
      </dgm:t>
    </dgm:pt>
    <dgm:pt modelId="{F80A179E-C11B-42B9-976D-1DF71C3FE130}" type="parTrans" cxnId="{C8D0C63E-A51B-45C1-950D-FD89DC49FDE4}">
      <dgm:prSet/>
      <dgm:spPr/>
      <dgm:t>
        <a:bodyPr/>
        <a:lstStyle/>
        <a:p>
          <a:endParaRPr lang="en-US"/>
        </a:p>
      </dgm:t>
    </dgm:pt>
    <dgm:pt modelId="{73C648DA-669A-43CD-BAAD-BFF4C8D358E1}" type="sibTrans" cxnId="{C8D0C63E-A51B-45C1-950D-FD89DC49FDE4}">
      <dgm:prSet/>
      <dgm:spPr/>
      <dgm:t>
        <a:bodyPr/>
        <a:lstStyle/>
        <a:p>
          <a:endParaRPr lang="en-US"/>
        </a:p>
      </dgm:t>
    </dgm:pt>
    <dgm:pt modelId="{F486CA89-67C9-41A0-A033-DA3A21526380}">
      <dgm:prSet phldrT="[Text]"/>
      <dgm:spPr/>
      <dgm:t>
        <a:bodyPr/>
        <a:lstStyle/>
        <a:p>
          <a:r>
            <a:rPr lang="en-US" dirty="0"/>
            <a:t>Lorem Ipsum</a:t>
          </a:r>
        </a:p>
      </dgm:t>
    </dgm:pt>
    <dgm:pt modelId="{048907B0-9AE8-48CF-9CA2-3FBB1169222B}" type="parTrans" cxnId="{D9D1DE26-4927-4E8E-9506-4B7F6CD969FE}">
      <dgm:prSet/>
      <dgm:spPr/>
      <dgm:t>
        <a:bodyPr/>
        <a:lstStyle/>
        <a:p>
          <a:endParaRPr lang="en-US"/>
        </a:p>
      </dgm:t>
    </dgm:pt>
    <dgm:pt modelId="{7C602446-D238-48C7-836F-B74E3E8FEFF5}" type="sibTrans" cxnId="{D9D1DE26-4927-4E8E-9506-4B7F6CD969FE}">
      <dgm:prSet/>
      <dgm:spPr/>
      <dgm:t>
        <a:bodyPr/>
        <a:lstStyle/>
        <a:p>
          <a:endParaRPr lang="en-US"/>
        </a:p>
      </dgm:t>
    </dgm:pt>
    <dgm:pt modelId="{0E07231B-D572-4564-8703-8EBDEDE62C70}">
      <dgm:prSet phldrT="[Text]"/>
      <dgm:spPr/>
      <dgm:t>
        <a:bodyPr/>
        <a:lstStyle/>
        <a:p>
          <a:r>
            <a:rPr lang="en-US" dirty="0"/>
            <a:t>Lorem Ipsum</a:t>
          </a:r>
        </a:p>
      </dgm:t>
    </dgm:pt>
    <dgm:pt modelId="{505DF8C7-A93D-4F8B-85C0-B28CC96AE79C}" type="parTrans" cxnId="{8BC13FD9-4E53-4F32-94A6-EA259D03797D}">
      <dgm:prSet/>
      <dgm:spPr/>
      <dgm:t>
        <a:bodyPr/>
        <a:lstStyle/>
        <a:p>
          <a:endParaRPr lang="en-US"/>
        </a:p>
      </dgm:t>
    </dgm:pt>
    <dgm:pt modelId="{63795864-E8D5-4B0F-8B4A-C67504DBE949}" type="sibTrans" cxnId="{8BC13FD9-4E53-4F32-94A6-EA259D03797D}">
      <dgm:prSet/>
      <dgm:spPr/>
      <dgm:t>
        <a:bodyPr/>
        <a:lstStyle/>
        <a:p>
          <a:endParaRPr lang="en-US"/>
        </a:p>
      </dgm:t>
    </dgm:pt>
    <dgm:pt modelId="{4ABBBA40-BB16-4C71-9D76-9AB8C44AC9E0}" type="pres">
      <dgm:prSet presAssocID="{7476C05E-A13B-4839-B505-63AFF896AD26}" presName="Name0" presStyleCnt="0">
        <dgm:presLayoutVars>
          <dgm:chMax/>
          <dgm:chPref/>
          <dgm:dir/>
          <dgm:animLvl val="lvl"/>
        </dgm:presLayoutVars>
      </dgm:prSet>
      <dgm:spPr/>
    </dgm:pt>
    <dgm:pt modelId="{0481788C-BC3B-44E7-9CB9-9D7C7E20BD5F}" type="pres">
      <dgm:prSet presAssocID="{746B9C8D-4C99-4686-B350-79F5EAE1793F}" presName="composite" presStyleCnt="0"/>
      <dgm:spPr/>
    </dgm:pt>
    <dgm:pt modelId="{21A26DDC-E032-4123-B630-CBDA30309CD0}" type="pres">
      <dgm:prSet presAssocID="{746B9C8D-4C99-4686-B350-79F5EAE1793F}" presName="Parent1" presStyleLbl="node1" presStyleIdx="0" presStyleCnt="6">
        <dgm:presLayoutVars>
          <dgm:chMax val="1"/>
          <dgm:chPref val="1"/>
          <dgm:bulletEnabled val="1"/>
        </dgm:presLayoutVars>
      </dgm:prSet>
      <dgm:spPr/>
    </dgm:pt>
    <dgm:pt modelId="{6C89AF77-78CC-4A2C-BD73-68E135919958}" type="pres">
      <dgm:prSet presAssocID="{746B9C8D-4C99-4686-B350-79F5EAE1793F}" presName="Childtext1" presStyleLbl="revTx" presStyleIdx="0" presStyleCnt="3">
        <dgm:presLayoutVars>
          <dgm:chMax val="0"/>
          <dgm:chPref val="0"/>
          <dgm:bulletEnabled val="1"/>
        </dgm:presLayoutVars>
      </dgm:prSet>
      <dgm:spPr/>
    </dgm:pt>
    <dgm:pt modelId="{5F4809B1-5856-476C-8813-2250B38B75C9}" type="pres">
      <dgm:prSet presAssocID="{746B9C8D-4C99-4686-B350-79F5EAE1793F}" presName="BalanceSpacing" presStyleCnt="0"/>
      <dgm:spPr/>
    </dgm:pt>
    <dgm:pt modelId="{30E77F4B-E64D-4862-8D8B-BB0EF4BA23D3}" type="pres">
      <dgm:prSet presAssocID="{746B9C8D-4C99-4686-B350-79F5EAE1793F}" presName="BalanceSpacing1" presStyleCnt="0"/>
      <dgm:spPr/>
    </dgm:pt>
    <dgm:pt modelId="{02132D3F-0D5D-493D-AAD5-4C2C410A5E13}" type="pres">
      <dgm:prSet presAssocID="{685E0F1F-1BB1-4613-B0E7-EA4F352EBEB4}" presName="Accent1Text" presStyleLbl="node1" presStyleIdx="1" presStyleCnt="6"/>
      <dgm:spPr/>
    </dgm:pt>
    <dgm:pt modelId="{EE3FD7E9-E4D3-4378-BE5E-9812FF3E21E9}" type="pres">
      <dgm:prSet presAssocID="{685E0F1F-1BB1-4613-B0E7-EA4F352EBEB4}" presName="spaceBetweenRectangles" presStyleCnt="0"/>
      <dgm:spPr/>
    </dgm:pt>
    <dgm:pt modelId="{A525C840-C80B-4D9C-94D0-D41E42C192A5}" type="pres">
      <dgm:prSet presAssocID="{B3D621AA-37E0-41EC-8E9D-F57E6CE93B78}" presName="composite" presStyleCnt="0"/>
      <dgm:spPr/>
    </dgm:pt>
    <dgm:pt modelId="{4E32DBAD-F95D-4034-94E0-706FC5E94D6E}" type="pres">
      <dgm:prSet presAssocID="{B3D621AA-37E0-41EC-8E9D-F57E6CE93B78}" presName="Parent1" presStyleLbl="node1" presStyleIdx="2" presStyleCnt="6">
        <dgm:presLayoutVars>
          <dgm:chMax val="1"/>
          <dgm:chPref val="1"/>
          <dgm:bulletEnabled val="1"/>
        </dgm:presLayoutVars>
      </dgm:prSet>
      <dgm:spPr/>
    </dgm:pt>
    <dgm:pt modelId="{E1A0FA4C-E380-4599-8FB4-133B7280556C}" type="pres">
      <dgm:prSet presAssocID="{B3D621AA-37E0-41EC-8E9D-F57E6CE93B78}" presName="Childtext1" presStyleLbl="revTx" presStyleIdx="1" presStyleCnt="3">
        <dgm:presLayoutVars>
          <dgm:chMax val="0"/>
          <dgm:chPref val="0"/>
          <dgm:bulletEnabled val="1"/>
        </dgm:presLayoutVars>
      </dgm:prSet>
      <dgm:spPr/>
    </dgm:pt>
    <dgm:pt modelId="{67A27631-23DC-4740-BC13-64C5DB75E5C9}" type="pres">
      <dgm:prSet presAssocID="{B3D621AA-37E0-41EC-8E9D-F57E6CE93B78}" presName="BalanceSpacing" presStyleCnt="0"/>
      <dgm:spPr/>
    </dgm:pt>
    <dgm:pt modelId="{70B6BCBB-23BA-4A71-A52F-15B619AA5FD1}" type="pres">
      <dgm:prSet presAssocID="{B3D621AA-37E0-41EC-8E9D-F57E6CE93B78}" presName="BalanceSpacing1" presStyleCnt="0"/>
      <dgm:spPr/>
    </dgm:pt>
    <dgm:pt modelId="{0166F58E-F44C-4C52-99DA-0124B93FB492}" type="pres">
      <dgm:prSet presAssocID="{76BAE1C3-FCDA-4394-A6A3-AA8AAFD9DA21}" presName="Accent1Text" presStyleLbl="node1" presStyleIdx="3" presStyleCnt="6"/>
      <dgm:spPr/>
    </dgm:pt>
    <dgm:pt modelId="{49EE8C03-6BF6-439F-B3FE-3A5B146A1416}" type="pres">
      <dgm:prSet presAssocID="{76BAE1C3-FCDA-4394-A6A3-AA8AAFD9DA21}" presName="spaceBetweenRectangles" presStyleCnt="0"/>
      <dgm:spPr/>
    </dgm:pt>
    <dgm:pt modelId="{6C2F87E3-7298-4A3E-94A8-9D77109AE703}" type="pres">
      <dgm:prSet presAssocID="{F486CA89-67C9-41A0-A033-DA3A21526380}" presName="composite" presStyleCnt="0"/>
      <dgm:spPr/>
    </dgm:pt>
    <dgm:pt modelId="{A186E599-E4E3-47A9-A2EA-7A6FAA606791}" type="pres">
      <dgm:prSet presAssocID="{F486CA89-67C9-41A0-A033-DA3A21526380}" presName="Parent1" presStyleLbl="node1" presStyleIdx="4" presStyleCnt="6">
        <dgm:presLayoutVars>
          <dgm:chMax val="1"/>
          <dgm:chPref val="1"/>
          <dgm:bulletEnabled val="1"/>
        </dgm:presLayoutVars>
      </dgm:prSet>
      <dgm:spPr/>
    </dgm:pt>
    <dgm:pt modelId="{82F3311D-6C54-471B-BB24-8F0BDDF6BDB4}" type="pres">
      <dgm:prSet presAssocID="{F486CA89-67C9-41A0-A033-DA3A21526380}" presName="Childtext1" presStyleLbl="revTx" presStyleIdx="2" presStyleCnt="3">
        <dgm:presLayoutVars>
          <dgm:chMax val="0"/>
          <dgm:chPref val="0"/>
          <dgm:bulletEnabled val="1"/>
        </dgm:presLayoutVars>
      </dgm:prSet>
      <dgm:spPr/>
    </dgm:pt>
    <dgm:pt modelId="{B262D855-BAA8-4A3D-B8F7-714C580652CA}" type="pres">
      <dgm:prSet presAssocID="{F486CA89-67C9-41A0-A033-DA3A21526380}" presName="BalanceSpacing" presStyleCnt="0"/>
      <dgm:spPr/>
    </dgm:pt>
    <dgm:pt modelId="{AEE949E7-B75E-4C17-AD2A-23CB4BCD6484}" type="pres">
      <dgm:prSet presAssocID="{F486CA89-67C9-41A0-A033-DA3A21526380}" presName="BalanceSpacing1" presStyleCnt="0"/>
      <dgm:spPr/>
    </dgm:pt>
    <dgm:pt modelId="{A50F25F9-C65C-4087-878B-2B11A2604551}" type="pres">
      <dgm:prSet presAssocID="{7C602446-D238-48C7-836F-B74E3E8FEFF5}" presName="Accent1Text" presStyleLbl="node1" presStyleIdx="5" presStyleCnt="6"/>
      <dgm:spPr/>
    </dgm:pt>
  </dgm:ptLst>
  <dgm:cxnLst>
    <dgm:cxn modelId="{83E80008-5131-4E11-8094-0AE824C048F3}" type="presOf" srcId="{EC4539B1-3470-490A-8DC6-A4D73581FA58}" destId="{6C89AF77-78CC-4A2C-BD73-68E135919958}" srcOrd="0" destOrd="0" presId="urn:microsoft.com/office/officeart/2008/layout/AlternatingHexagons"/>
    <dgm:cxn modelId="{32D2C01F-6A12-439A-8C22-79E5A53BC86A}" type="presOf" srcId="{7C602446-D238-48C7-836F-B74E3E8FEFF5}" destId="{A50F25F9-C65C-4087-878B-2B11A2604551}" srcOrd="0" destOrd="0" presId="urn:microsoft.com/office/officeart/2008/layout/AlternatingHexagons"/>
    <dgm:cxn modelId="{D9D1DE26-4927-4E8E-9506-4B7F6CD969FE}" srcId="{7476C05E-A13B-4839-B505-63AFF896AD26}" destId="{F486CA89-67C9-41A0-A033-DA3A21526380}" srcOrd="2" destOrd="0" parTransId="{048907B0-9AE8-48CF-9CA2-3FBB1169222B}" sibTransId="{7C602446-D238-48C7-836F-B74E3E8FEFF5}"/>
    <dgm:cxn modelId="{65329227-BA0D-4A74-A79C-30B68928F254}" srcId="{7476C05E-A13B-4839-B505-63AFF896AD26}" destId="{746B9C8D-4C99-4686-B350-79F5EAE1793F}" srcOrd="0" destOrd="0" parTransId="{35D8A783-7458-4B65-BAC7-48864529B73B}" sibTransId="{685E0F1F-1BB1-4613-B0E7-EA4F352EBEB4}"/>
    <dgm:cxn modelId="{3BFC723E-8507-4625-B58F-CFA32736CC29}" type="presOf" srcId="{0E07231B-D572-4564-8703-8EBDEDE62C70}" destId="{82F3311D-6C54-471B-BB24-8F0BDDF6BDB4}" srcOrd="0" destOrd="0" presId="urn:microsoft.com/office/officeart/2008/layout/AlternatingHexagons"/>
    <dgm:cxn modelId="{C8D0C63E-A51B-45C1-950D-FD89DC49FDE4}" srcId="{B3D621AA-37E0-41EC-8E9D-F57E6CE93B78}" destId="{22D116A0-4848-4B49-8CB2-CBB983BDE202}" srcOrd="0" destOrd="0" parTransId="{F80A179E-C11B-42B9-976D-1DF71C3FE130}" sibTransId="{73C648DA-669A-43CD-BAAD-BFF4C8D358E1}"/>
    <dgm:cxn modelId="{F6579966-6A58-4F35-AEC8-EA4F24ED4430}" srcId="{7476C05E-A13B-4839-B505-63AFF896AD26}" destId="{B3D621AA-37E0-41EC-8E9D-F57E6CE93B78}" srcOrd="1" destOrd="0" parTransId="{3D876613-D0E8-4909-AF6E-C7D5AE93E1EB}" sibTransId="{76BAE1C3-FCDA-4394-A6A3-AA8AAFD9DA21}"/>
    <dgm:cxn modelId="{8E662D8F-1753-4DFC-8AAA-7972A5FDE4C5}" type="presOf" srcId="{76BAE1C3-FCDA-4394-A6A3-AA8AAFD9DA21}" destId="{0166F58E-F44C-4C52-99DA-0124B93FB492}" srcOrd="0" destOrd="0" presId="urn:microsoft.com/office/officeart/2008/layout/AlternatingHexagons"/>
    <dgm:cxn modelId="{8CF04296-2448-433D-9E61-1167B06C1088}" type="presOf" srcId="{B3D621AA-37E0-41EC-8E9D-F57E6CE93B78}" destId="{4E32DBAD-F95D-4034-94E0-706FC5E94D6E}" srcOrd="0" destOrd="0" presId="urn:microsoft.com/office/officeart/2008/layout/AlternatingHexagons"/>
    <dgm:cxn modelId="{27EFBDB7-846B-456F-9784-2493F801BEBF}" type="presOf" srcId="{7476C05E-A13B-4839-B505-63AFF896AD26}" destId="{4ABBBA40-BB16-4C71-9D76-9AB8C44AC9E0}" srcOrd="0" destOrd="0" presId="urn:microsoft.com/office/officeart/2008/layout/AlternatingHexagons"/>
    <dgm:cxn modelId="{AFEC3BB8-C8E1-4CA4-BFED-749B6F258F3D}" srcId="{746B9C8D-4C99-4686-B350-79F5EAE1793F}" destId="{EC4539B1-3470-490A-8DC6-A4D73581FA58}" srcOrd="0" destOrd="0" parTransId="{6FC639F8-233E-4E29-B7B2-9DC2DB967E66}" sibTransId="{28303528-AC8E-47F2-AC09-EFCA37DB7F46}"/>
    <dgm:cxn modelId="{A6611ABD-0406-421C-BF4B-A85808C7475D}" type="presOf" srcId="{F486CA89-67C9-41A0-A033-DA3A21526380}" destId="{A186E599-E4E3-47A9-A2EA-7A6FAA606791}" srcOrd="0" destOrd="0" presId="urn:microsoft.com/office/officeart/2008/layout/AlternatingHexagons"/>
    <dgm:cxn modelId="{8C06F1D7-2A41-4395-BC89-A1BE3CF26B4A}" type="presOf" srcId="{22D116A0-4848-4B49-8CB2-CBB983BDE202}" destId="{E1A0FA4C-E380-4599-8FB4-133B7280556C}" srcOrd="0" destOrd="0" presId="urn:microsoft.com/office/officeart/2008/layout/AlternatingHexagons"/>
    <dgm:cxn modelId="{8BC13FD9-4E53-4F32-94A6-EA259D03797D}" srcId="{F486CA89-67C9-41A0-A033-DA3A21526380}" destId="{0E07231B-D572-4564-8703-8EBDEDE62C70}" srcOrd="0" destOrd="0" parTransId="{505DF8C7-A93D-4F8B-85C0-B28CC96AE79C}" sibTransId="{63795864-E8D5-4B0F-8B4A-C67504DBE949}"/>
    <dgm:cxn modelId="{A22C97DC-8DFC-47BA-8403-CACDF22FEC8F}" type="presOf" srcId="{685E0F1F-1BB1-4613-B0E7-EA4F352EBEB4}" destId="{02132D3F-0D5D-493D-AAD5-4C2C410A5E13}" srcOrd="0" destOrd="0" presId="urn:microsoft.com/office/officeart/2008/layout/AlternatingHexagons"/>
    <dgm:cxn modelId="{6C35EDDC-EA7C-4C0C-827F-2C7887E2D88F}" type="presOf" srcId="{746B9C8D-4C99-4686-B350-79F5EAE1793F}" destId="{21A26DDC-E032-4123-B630-CBDA30309CD0}" srcOrd="0" destOrd="0" presId="urn:microsoft.com/office/officeart/2008/layout/AlternatingHexagons"/>
    <dgm:cxn modelId="{086BFE52-1AF1-42C6-8BDA-B36BE1D7C4DD}" type="presParOf" srcId="{4ABBBA40-BB16-4C71-9D76-9AB8C44AC9E0}" destId="{0481788C-BC3B-44E7-9CB9-9D7C7E20BD5F}" srcOrd="0" destOrd="0" presId="urn:microsoft.com/office/officeart/2008/layout/AlternatingHexagons"/>
    <dgm:cxn modelId="{C89E752A-1B13-4256-9F15-91EB6DFEE85E}" type="presParOf" srcId="{0481788C-BC3B-44E7-9CB9-9D7C7E20BD5F}" destId="{21A26DDC-E032-4123-B630-CBDA30309CD0}" srcOrd="0" destOrd="0" presId="urn:microsoft.com/office/officeart/2008/layout/AlternatingHexagons"/>
    <dgm:cxn modelId="{FC2BDDC2-3D0E-484E-A15F-6010110A7F8C}" type="presParOf" srcId="{0481788C-BC3B-44E7-9CB9-9D7C7E20BD5F}" destId="{6C89AF77-78CC-4A2C-BD73-68E135919958}" srcOrd="1" destOrd="0" presId="urn:microsoft.com/office/officeart/2008/layout/AlternatingHexagons"/>
    <dgm:cxn modelId="{67E1789F-73D6-45D7-9BAA-E516E80F9972}" type="presParOf" srcId="{0481788C-BC3B-44E7-9CB9-9D7C7E20BD5F}" destId="{5F4809B1-5856-476C-8813-2250B38B75C9}" srcOrd="2" destOrd="0" presId="urn:microsoft.com/office/officeart/2008/layout/AlternatingHexagons"/>
    <dgm:cxn modelId="{6322EED9-619B-439A-BEC9-AC3BA11B8548}" type="presParOf" srcId="{0481788C-BC3B-44E7-9CB9-9D7C7E20BD5F}" destId="{30E77F4B-E64D-4862-8D8B-BB0EF4BA23D3}" srcOrd="3" destOrd="0" presId="urn:microsoft.com/office/officeart/2008/layout/AlternatingHexagons"/>
    <dgm:cxn modelId="{4048712D-7DFC-4FFC-9D72-BBA25EB1C6FB}" type="presParOf" srcId="{0481788C-BC3B-44E7-9CB9-9D7C7E20BD5F}" destId="{02132D3F-0D5D-493D-AAD5-4C2C410A5E13}" srcOrd="4" destOrd="0" presId="urn:microsoft.com/office/officeart/2008/layout/AlternatingHexagons"/>
    <dgm:cxn modelId="{56EB48D0-701A-4916-9FBD-CB3851F2428E}" type="presParOf" srcId="{4ABBBA40-BB16-4C71-9D76-9AB8C44AC9E0}" destId="{EE3FD7E9-E4D3-4378-BE5E-9812FF3E21E9}" srcOrd="1" destOrd="0" presId="urn:microsoft.com/office/officeart/2008/layout/AlternatingHexagons"/>
    <dgm:cxn modelId="{CEC34C09-FD87-4613-AE09-F662852C3D01}" type="presParOf" srcId="{4ABBBA40-BB16-4C71-9D76-9AB8C44AC9E0}" destId="{A525C840-C80B-4D9C-94D0-D41E42C192A5}" srcOrd="2" destOrd="0" presId="urn:microsoft.com/office/officeart/2008/layout/AlternatingHexagons"/>
    <dgm:cxn modelId="{A7E98202-ACB5-4DDE-845E-45574AA8FBD9}" type="presParOf" srcId="{A525C840-C80B-4D9C-94D0-D41E42C192A5}" destId="{4E32DBAD-F95D-4034-94E0-706FC5E94D6E}" srcOrd="0" destOrd="0" presId="urn:microsoft.com/office/officeart/2008/layout/AlternatingHexagons"/>
    <dgm:cxn modelId="{DCDF5D78-4E48-4716-8E07-579E8E5B8E35}" type="presParOf" srcId="{A525C840-C80B-4D9C-94D0-D41E42C192A5}" destId="{E1A0FA4C-E380-4599-8FB4-133B7280556C}" srcOrd="1" destOrd="0" presId="urn:microsoft.com/office/officeart/2008/layout/AlternatingHexagons"/>
    <dgm:cxn modelId="{45C1210F-E66A-4643-8923-CA81E345EE35}" type="presParOf" srcId="{A525C840-C80B-4D9C-94D0-D41E42C192A5}" destId="{67A27631-23DC-4740-BC13-64C5DB75E5C9}" srcOrd="2" destOrd="0" presId="urn:microsoft.com/office/officeart/2008/layout/AlternatingHexagons"/>
    <dgm:cxn modelId="{83842A69-B7E6-429C-95B1-A80B37EC9210}" type="presParOf" srcId="{A525C840-C80B-4D9C-94D0-D41E42C192A5}" destId="{70B6BCBB-23BA-4A71-A52F-15B619AA5FD1}" srcOrd="3" destOrd="0" presId="urn:microsoft.com/office/officeart/2008/layout/AlternatingHexagons"/>
    <dgm:cxn modelId="{29136653-FA26-4DCB-8141-1D38373296C2}" type="presParOf" srcId="{A525C840-C80B-4D9C-94D0-D41E42C192A5}" destId="{0166F58E-F44C-4C52-99DA-0124B93FB492}" srcOrd="4" destOrd="0" presId="urn:microsoft.com/office/officeart/2008/layout/AlternatingHexagons"/>
    <dgm:cxn modelId="{911A138E-AF2B-4461-8973-AFE58D134E47}" type="presParOf" srcId="{4ABBBA40-BB16-4C71-9D76-9AB8C44AC9E0}" destId="{49EE8C03-6BF6-439F-B3FE-3A5B146A1416}" srcOrd="3" destOrd="0" presId="urn:microsoft.com/office/officeart/2008/layout/AlternatingHexagons"/>
    <dgm:cxn modelId="{66971CFC-40EA-44BC-8762-B31EF2539AF0}" type="presParOf" srcId="{4ABBBA40-BB16-4C71-9D76-9AB8C44AC9E0}" destId="{6C2F87E3-7298-4A3E-94A8-9D77109AE703}" srcOrd="4" destOrd="0" presId="urn:microsoft.com/office/officeart/2008/layout/AlternatingHexagons"/>
    <dgm:cxn modelId="{A1BBEE98-48FC-424D-A99D-319006707C81}" type="presParOf" srcId="{6C2F87E3-7298-4A3E-94A8-9D77109AE703}" destId="{A186E599-E4E3-47A9-A2EA-7A6FAA606791}" srcOrd="0" destOrd="0" presId="urn:microsoft.com/office/officeart/2008/layout/AlternatingHexagons"/>
    <dgm:cxn modelId="{A9A4AF81-A725-4179-A22B-E5409F244DF6}" type="presParOf" srcId="{6C2F87E3-7298-4A3E-94A8-9D77109AE703}" destId="{82F3311D-6C54-471B-BB24-8F0BDDF6BDB4}" srcOrd="1" destOrd="0" presId="urn:microsoft.com/office/officeart/2008/layout/AlternatingHexagons"/>
    <dgm:cxn modelId="{D677963F-D172-4575-91D0-7F67065DC502}" type="presParOf" srcId="{6C2F87E3-7298-4A3E-94A8-9D77109AE703}" destId="{B262D855-BAA8-4A3D-B8F7-714C580652CA}" srcOrd="2" destOrd="0" presId="urn:microsoft.com/office/officeart/2008/layout/AlternatingHexagons"/>
    <dgm:cxn modelId="{BEA5EF64-3CA7-4422-997B-A2627C50FB35}" type="presParOf" srcId="{6C2F87E3-7298-4A3E-94A8-9D77109AE703}" destId="{AEE949E7-B75E-4C17-AD2A-23CB4BCD6484}" srcOrd="3" destOrd="0" presId="urn:microsoft.com/office/officeart/2008/layout/AlternatingHexagons"/>
    <dgm:cxn modelId="{218A02FB-1DBB-4022-B9F8-E884E658C8D1}" type="presParOf" srcId="{6C2F87E3-7298-4A3E-94A8-9D77109AE703}" destId="{A50F25F9-C65C-4087-878B-2B11A2604551}" srcOrd="4" destOrd="0" presId="urn:microsoft.com/office/officeart/2008/layout/AlternatingHexagon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CAB0FC07-5ABD-4D51-BF4D-1389AC5B6832}" type="doc">
      <dgm:prSet loTypeId="urn:microsoft.com/office/officeart/2005/8/layout/pList1" loCatId="list" qsTypeId="urn:microsoft.com/office/officeart/2005/8/quickstyle/simple4" qsCatId="simple" csTypeId="urn:microsoft.com/office/officeart/2005/8/colors/colorful1" csCatId="colorful" phldr="1"/>
      <dgm:spPr/>
      <dgm:t>
        <a:bodyPr/>
        <a:lstStyle/>
        <a:p>
          <a:endParaRPr lang="en-US"/>
        </a:p>
      </dgm:t>
    </dgm:pt>
    <dgm:pt modelId="{FC5B2686-E238-4DB7-8718-3749892572BF}">
      <dgm:prSet phldrT="[Text]"/>
      <dgm:spPr/>
      <dgm:t>
        <a:bodyPr/>
        <a:lstStyle/>
        <a:p>
          <a:r>
            <a:rPr lang="en-US"/>
            <a:t>Lorem Ipsum</a:t>
          </a:r>
        </a:p>
      </dgm:t>
    </dgm:pt>
    <dgm:pt modelId="{EF7CCF61-D75B-4972-861C-A2960DCF7928}" type="parTrans" cxnId="{0931E1C0-7D76-4DCA-99CB-318AE5606DB7}">
      <dgm:prSet/>
      <dgm:spPr/>
      <dgm:t>
        <a:bodyPr/>
        <a:lstStyle/>
        <a:p>
          <a:endParaRPr lang="en-US"/>
        </a:p>
      </dgm:t>
    </dgm:pt>
    <dgm:pt modelId="{91267DDD-B6F4-4026-8BBD-C23EBBC3FC99}" type="sibTrans" cxnId="{0931E1C0-7D76-4DCA-99CB-318AE5606DB7}">
      <dgm:prSet/>
      <dgm:spPr/>
      <dgm:t>
        <a:bodyPr/>
        <a:lstStyle/>
        <a:p>
          <a:endParaRPr lang="en-US"/>
        </a:p>
      </dgm:t>
    </dgm:pt>
    <dgm:pt modelId="{CD21B335-2712-42E3-9E84-0D4E1C6E5319}">
      <dgm:prSet phldrT="[Text]"/>
      <dgm:spPr/>
      <dgm:t>
        <a:bodyPr/>
        <a:lstStyle/>
        <a:p>
          <a:r>
            <a:rPr lang="en-US" dirty="0"/>
            <a:t>Lorem Ipsum</a:t>
          </a:r>
        </a:p>
      </dgm:t>
    </dgm:pt>
    <dgm:pt modelId="{BBD728A3-C667-414C-8F3B-0506DE3FE639}" type="parTrans" cxnId="{E2514441-05D0-4B5C-9461-E611F71507BB}">
      <dgm:prSet/>
      <dgm:spPr/>
      <dgm:t>
        <a:bodyPr/>
        <a:lstStyle/>
        <a:p>
          <a:endParaRPr lang="en-US"/>
        </a:p>
      </dgm:t>
    </dgm:pt>
    <dgm:pt modelId="{31E890EC-F20B-4B7D-B35E-ABBCEF93956B}" type="sibTrans" cxnId="{E2514441-05D0-4B5C-9461-E611F71507BB}">
      <dgm:prSet/>
      <dgm:spPr/>
      <dgm:t>
        <a:bodyPr/>
        <a:lstStyle/>
        <a:p>
          <a:endParaRPr lang="en-US"/>
        </a:p>
      </dgm:t>
    </dgm:pt>
    <dgm:pt modelId="{691AF5D4-1298-4C07-B724-2D1AFF2ED441}">
      <dgm:prSet phldrT="[Text]"/>
      <dgm:spPr/>
      <dgm:t>
        <a:bodyPr/>
        <a:lstStyle/>
        <a:p>
          <a:r>
            <a:rPr lang="en-US" dirty="0"/>
            <a:t>Lorem Ipsum</a:t>
          </a:r>
        </a:p>
      </dgm:t>
    </dgm:pt>
    <dgm:pt modelId="{42F3D032-852F-45FF-B339-FEE32B1E8127}" type="parTrans" cxnId="{5881FD6A-EC68-46D8-838C-E43082FF1902}">
      <dgm:prSet/>
      <dgm:spPr/>
      <dgm:t>
        <a:bodyPr/>
        <a:lstStyle/>
        <a:p>
          <a:endParaRPr lang="en-US"/>
        </a:p>
      </dgm:t>
    </dgm:pt>
    <dgm:pt modelId="{AA61C493-4C97-4BFC-85BF-9A1D3EA5AB59}" type="sibTrans" cxnId="{5881FD6A-EC68-46D8-838C-E43082FF1902}">
      <dgm:prSet/>
      <dgm:spPr/>
      <dgm:t>
        <a:bodyPr/>
        <a:lstStyle/>
        <a:p>
          <a:endParaRPr lang="en-US"/>
        </a:p>
      </dgm:t>
    </dgm:pt>
    <dgm:pt modelId="{9E878C39-5D72-4A26-919B-F45F79FC4EC5}">
      <dgm:prSet phldrT="[Text]"/>
      <dgm:spPr/>
      <dgm:t>
        <a:bodyPr/>
        <a:lstStyle/>
        <a:p>
          <a:r>
            <a:rPr lang="en-US" dirty="0"/>
            <a:t>Lorem Ipsum</a:t>
          </a:r>
        </a:p>
      </dgm:t>
    </dgm:pt>
    <dgm:pt modelId="{8C1837F8-E9D2-4BE0-A2C0-2545C5EF3A24}" type="parTrans" cxnId="{F99B73B8-4125-4AD4-AB0E-A3505D38EF9E}">
      <dgm:prSet/>
      <dgm:spPr/>
      <dgm:t>
        <a:bodyPr/>
        <a:lstStyle/>
        <a:p>
          <a:endParaRPr lang="en-US"/>
        </a:p>
      </dgm:t>
    </dgm:pt>
    <dgm:pt modelId="{07D64AD6-78B7-4CD3-9719-1E2E39BFFBE2}" type="sibTrans" cxnId="{F99B73B8-4125-4AD4-AB0E-A3505D38EF9E}">
      <dgm:prSet/>
      <dgm:spPr/>
      <dgm:t>
        <a:bodyPr/>
        <a:lstStyle/>
        <a:p>
          <a:endParaRPr lang="en-US"/>
        </a:p>
      </dgm:t>
    </dgm:pt>
    <dgm:pt modelId="{DAA1F3F2-C91B-4345-8CAD-CC62B3EB5EED}">
      <dgm:prSet phldrT="[Text]"/>
      <dgm:spPr/>
      <dgm:t>
        <a:bodyPr/>
        <a:lstStyle/>
        <a:p>
          <a:r>
            <a:rPr lang="en-US"/>
            <a:t>Lorem Ipsum</a:t>
          </a:r>
          <a:endParaRPr lang="en-US" dirty="0"/>
        </a:p>
      </dgm:t>
    </dgm:pt>
    <dgm:pt modelId="{CC8849CD-85E9-4B62-9C6F-E18638AA0F63}" type="parTrans" cxnId="{2D1E4E3C-F171-4A04-83CF-BC9B1EDB36AF}">
      <dgm:prSet/>
      <dgm:spPr/>
      <dgm:t>
        <a:bodyPr/>
        <a:lstStyle/>
        <a:p>
          <a:endParaRPr lang="en-US"/>
        </a:p>
      </dgm:t>
    </dgm:pt>
    <dgm:pt modelId="{8565A588-E626-42A3-A49E-03F86B2B194B}" type="sibTrans" cxnId="{2D1E4E3C-F171-4A04-83CF-BC9B1EDB36AF}">
      <dgm:prSet/>
      <dgm:spPr/>
      <dgm:t>
        <a:bodyPr/>
        <a:lstStyle/>
        <a:p>
          <a:endParaRPr lang="en-US"/>
        </a:p>
      </dgm:t>
    </dgm:pt>
    <dgm:pt modelId="{EE6E6E72-90F2-4A23-8476-34241BD707D1}" type="pres">
      <dgm:prSet presAssocID="{CAB0FC07-5ABD-4D51-BF4D-1389AC5B6832}" presName="Name0" presStyleCnt="0">
        <dgm:presLayoutVars>
          <dgm:dir/>
          <dgm:resizeHandles val="exact"/>
        </dgm:presLayoutVars>
      </dgm:prSet>
      <dgm:spPr/>
    </dgm:pt>
    <dgm:pt modelId="{E4281EB4-2AB7-4B9B-B934-6B9AB738199C}" type="pres">
      <dgm:prSet presAssocID="{FC5B2686-E238-4DB7-8718-3749892572BF}" presName="compNode" presStyleCnt="0"/>
      <dgm:spPr/>
    </dgm:pt>
    <dgm:pt modelId="{3D19FD19-16B6-4FDD-B0D6-C74942FF8565}" type="pres">
      <dgm:prSet presAssocID="{FC5B2686-E238-4DB7-8718-3749892572BF}" presName="pictRect" presStyleLbl="node1" presStyleIdx="0" presStyleCnt="5"/>
      <dgm:spPr/>
    </dgm:pt>
    <dgm:pt modelId="{166F521E-B704-45B7-A8C8-88A847A646E5}" type="pres">
      <dgm:prSet presAssocID="{FC5B2686-E238-4DB7-8718-3749892572BF}" presName="textRect" presStyleLbl="revTx" presStyleIdx="0" presStyleCnt="5">
        <dgm:presLayoutVars>
          <dgm:bulletEnabled val="1"/>
        </dgm:presLayoutVars>
      </dgm:prSet>
      <dgm:spPr/>
    </dgm:pt>
    <dgm:pt modelId="{8C353DC7-9443-4C86-9E25-E9A83BC29EFD}" type="pres">
      <dgm:prSet presAssocID="{91267DDD-B6F4-4026-8BBD-C23EBBC3FC99}" presName="sibTrans" presStyleLbl="sibTrans2D1" presStyleIdx="0" presStyleCnt="0"/>
      <dgm:spPr/>
    </dgm:pt>
    <dgm:pt modelId="{06EE337A-7707-4655-B333-5A4252B8F5D6}" type="pres">
      <dgm:prSet presAssocID="{CD21B335-2712-42E3-9E84-0D4E1C6E5319}" presName="compNode" presStyleCnt="0"/>
      <dgm:spPr/>
    </dgm:pt>
    <dgm:pt modelId="{97B7A70E-4A71-4A17-92F3-A0C3A660EFB6}" type="pres">
      <dgm:prSet presAssocID="{CD21B335-2712-42E3-9E84-0D4E1C6E5319}" presName="pictRect" presStyleLbl="node1" presStyleIdx="1" presStyleCnt="5"/>
      <dgm:spPr/>
    </dgm:pt>
    <dgm:pt modelId="{E91CF904-C5A8-4555-86EC-5F6F269587DF}" type="pres">
      <dgm:prSet presAssocID="{CD21B335-2712-42E3-9E84-0D4E1C6E5319}" presName="textRect" presStyleLbl="revTx" presStyleIdx="1" presStyleCnt="5">
        <dgm:presLayoutVars>
          <dgm:bulletEnabled val="1"/>
        </dgm:presLayoutVars>
      </dgm:prSet>
      <dgm:spPr/>
    </dgm:pt>
    <dgm:pt modelId="{CED7472A-0CC8-4024-9EEF-E04F98D1CADA}" type="pres">
      <dgm:prSet presAssocID="{31E890EC-F20B-4B7D-B35E-ABBCEF93956B}" presName="sibTrans" presStyleLbl="sibTrans2D1" presStyleIdx="0" presStyleCnt="0"/>
      <dgm:spPr/>
    </dgm:pt>
    <dgm:pt modelId="{5002528B-CB5D-4B65-ADD8-D9FDB686C8A8}" type="pres">
      <dgm:prSet presAssocID="{691AF5D4-1298-4C07-B724-2D1AFF2ED441}" presName="compNode" presStyleCnt="0"/>
      <dgm:spPr/>
    </dgm:pt>
    <dgm:pt modelId="{FB172143-A5F4-479A-B9EA-57A6EEA10033}" type="pres">
      <dgm:prSet presAssocID="{691AF5D4-1298-4C07-B724-2D1AFF2ED441}" presName="pictRect" presStyleLbl="node1" presStyleIdx="2" presStyleCnt="5"/>
      <dgm:spPr/>
    </dgm:pt>
    <dgm:pt modelId="{BD37EF7B-6941-4FA8-8EAC-6FA7A7051DC1}" type="pres">
      <dgm:prSet presAssocID="{691AF5D4-1298-4C07-B724-2D1AFF2ED441}" presName="textRect" presStyleLbl="revTx" presStyleIdx="2" presStyleCnt="5">
        <dgm:presLayoutVars>
          <dgm:bulletEnabled val="1"/>
        </dgm:presLayoutVars>
      </dgm:prSet>
      <dgm:spPr/>
    </dgm:pt>
    <dgm:pt modelId="{26E1FAEF-994B-4223-B71B-77D25D5895FF}" type="pres">
      <dgm:prSet presAssocID="{AA61C493-4C97-4BFC-85BF-9A1D3EA5AB59}" presName="sibTrans" presStyleLbl="sibTrans2D1" presStyleIdx="0" presStyleCnt="0"/>
      <dgm:spPr/>
    </dgm:pt>
    <dgm:pt modelId="{9674F0F7-D14E-4F48-9B53-64C70E713AFF}" type="pres">
      <dgm:prSet presAssocID="{9E878C39-5D72-4A26-919B-F45F79FC4EC5}" presName="compNode" presStyleCnt="0"/>
      <dgm:spPr/>
    </dgm:pt>
    <dgm:pt modelId="{6FF1134B-EC25-4CC5-8C06-F46149C563C8}" type="pres">
      <dgm:prSet presAssocID="{9E878C39-5D72-4A26-919B-F45F79FC4EC5}" presName="pictRect" presStyleLbl="node1" presStyleIdx="3" presStyleCnt="5"/>
      <dgm:spPr/>
    </dgm:pt>
    <dgm:pt modelId="{40BFC403-1056-442B-86A0-3B88E92FE305}" type="pres">
      <dgm:prSet presAssocID="{9E878C39-5D72-4A26-919B-F45F79FC4EC5}" presName="textRect" presStyleLbl="revTx" presStyleIdx="3" presStyleCnt="5">
        <dgm:presLayoutVars>
          <dgm:bulletEnabled val="1"/>
        </dgm:presLayoutVars>
      </dgm:prSet>
      <dgm:spPr/>
    </dgm:pt>
    <dgm:pt modelId="{3E68F3E5-6FD4-4D9F-905A-6EC6F7A1FAEB}" type="pres">
      <dgm:prSet presAssocID="{07D64AD6-78B7-4CD3-9719-1E2E39BFFBE2}" presName="sibTrans" presStyleLbl="sibTrans2D1" presStyleIdx="0" presStyleCnt="0"/>
      <dgm:spPr/>
    </dgm:pt>
    <dgm:pt modelId="{C9890C9C-5C5A-4667-815A-30EDA0C41A67}" type="pres">
      <dgm:prSet presAssocID="{DAA1F3F2-C91B-4345-8CAD-CC62B3EB5EED}" presName="compNode" presStyleCnt="0"/>
      <dgm:spPr/>
    </dgm:pt>
    <dgm:pt modelId="{59135F2F-B5C2-4093-B1AA-13C6AF71D317}" type="pres">
      <dgm:prSet presAssocID="{DAA1F3F2-C91B-4345-8CAD-CC62B3EB5EED}" presName="pictRect" presStyleLbl="node1" presStyleIdx="4" presStyleCnt="5"/>
      <dgm:spPr/>
    </dgm:pt>
    <dgm:pt modelId="{E0E91051-32FE-4FF4-A63D-3334B288FA23}" type="pres">
      <dgm:prSet presAssocID="{DAA1F3F2-C91B-4345-8CAD-CC62B3EB5EED}" presName="textRect" presStyleLbl="revTx" presStyleIdx="4" presStyleCnt="5">
        <dgm:presLayoutVars>
          <dgm:bulletEnabled val="1"/>
        </dgm:presLayoutVars>
      </dgm:prSet>
      <dgm:spPr/>
    </dgm:pt>
  </dgm:ptLst>
  <dgm:cxnLst>
    <dgm:cxn modelId="{A5765E06-D257-48FD-8A66-8B304A10D67A}" type="presOf" srcId="{FC5B2686-E238-4DB7-8718-3749892572BF}" destId="{166F521E-B704-45B7-A8C8-88A847A646E5}" srcOrd="0" destOrd="0" presId="urn:microsoft.com/office/officeart/2005/8/layout/pList1"/>
    <dgm:cxn modelId="{DF9AD41A-C0E1-4BB0-9D41-222864DE1D3E}" type="presOf" srcId="{CD21B335-2712-42E3-9E84-0D4E1C6E5319}" destId="{E91CF904-C5A8-4555-86EC-5F6F269587DF}" srcOrd="0" destOrd="0" presId="urn:microsoft.com/office/officeart/2005/8/layout/pList1"/>
    <dgm:cxn modelId="{B2537D26-C913-44FA-BD92-15504FC8C957}" type="presOf" srcId="{691AF5D4-1298-4C07-B724-2D1AFF2ED441}" destId="{BD37EF7B-6941-4FA8-8EAC-6FA7A7051DC1}" srcOrd="0" destOrd="0" presId="urn:microsoft.com/office/officeart/2005/8/layout/pList1"/>
    <dgm:cxn modelId="{2D1E4E3C-F171-4A04-83CF-BC9B1EDB36AF}" srcId="{CAB0FC07-5ABD-4D51-BF4D-1389AC5B6832}" destId="{DAA1F3F2-C91B-4345-8CAD-CC62B3EB5EED}" srcOrd="4" destOrd="0" parTransId="{CC8849CD-85E9-4B62-9C6F-E18638AA0F63}" sibTransId="{8565A588-E626-42A3-A49E-03F86B2B194B}"/>
    <dgm:cxn modelId="{E2514441-05D0-4B5C-9461-E611F71507BB}" srcId="{CAB0FC07-5ABD-4D51-BF4D-1389AC5B6832}" destId="{CD21B335-2712-42E3-9E84-0D4E1C6E5319}" srcOrd="1" destOrd="0" parTransId="{BBD728A3-C667-414C-8F3B-0506DE3FE639}" sibTransId="{31E890EC-F20B-4B7D-B35E-ABBCEF93956B}"/>
    <dgm:cxn modelId="{5881FD6A-EC68-46D8-838C-E43082FF1902}" srcId="{CAB0FC07-5ABD-4D51-BF4D-1389AC5B6832}" destId="{691AF5D4-1298-4C07-B724-2D1AFF2ED441}" srcOrd="2" destOrd="0" parTransId="{42F3D032-852F-45FF-B339-FEE32B1E8127}" sibTransId="{AA61C493-4C97-4BFC-85BF-9A1D3EA5AB59}"/>
    <dgm:cxn modelId="{0BD16D92-C3A1-4FD4-B8A1-10EB9DC6BE80}" type="presOf" srcId="{31E890EC-F20B-4B7D-B35E-ABBCEF93956B}" destId="{CED7472A-0CC8-4024-9EEF-E04F98D1CADA}" srcOrd="0" destOrd="0" presId="urn:microsoft.com/office/officeart/2005/8/layout/pList1"/>
    <dgm:cxn modelId="{E583F89D-FDBD-4D8D-9F1A-C05CF923D5AE}" type="presOf" srcId="{07D64AD6-78B7-4CD3-9719-1E2E39BFFBE2}" destId="{3E68F3E5-6FD4-4D9F-905A-6EC6F7A1FAEB}" srcOrd="0" destOrd="0" presId="urn:microsoft.com/office/officeart/2005/8/layout/pList1"/>
    <dgm:cxn modelId="{E639E8A6-206E-4968-B250-71252BCBD31B}" type="presOf" srcId="{AA61C493-4C97-4BFC-85BF-9A1D3EA5AB59}" destId="{26E1FAEF-994B-4223-B71B-77D25D5895FF}" srcOrd="0" destOrd="0" presId="urn:microsoft.com/office/officeart/2005/8/layout/pList1"/>
    <dgm:cxn modelId="{A2AD20AE-41E5-4ABB-A229-7C099CE98768}" type="presOf" srcId="{CAB0FC07-5ABD-4D51-BF4D-1389AC5B6832}" destId="{EE6E6E72-90F2-4A23-8476-34241BD707D1}" srcOrd="0" destOrd="0" presId="urn:microsoft.com/office/officeart/2005/8/layout/pList1"/>
    <dgm:cxn modelId="{5FB572B1-EB25-45F3-92EA-AAB7A93D0053}" type="presOf" srcId="{9E878C39-5D72-4A26-919B-F45F79FC4EC5}" destId="{40BFC403-1056-442B-86A0-3B88E92FE305}" srcOrd="0" destOrd="0" presId="urn:microsoft.com/office/officeart/2005/8/layout/pList1"/>
    <dgm:cxn modelId="{F99B73B8-4125-4AD4-AB0E-A3505D38EF9E}" srcId="{CAB0FC07-5ABD-4D51-BF4D-1389AC5B6832}" destId="{9E878C39-5D72-4A26-919B-F45F79FC4EC5}" srcOrd="3" destOrd="0" parTransId="{8C1837F8-E9D2-4BE0-A2C0-2545C5EF3A24}" sibTransId="{07D64AD6-78B7-4CD3-9719-1E2E39BFFBE2}"/>
    <dgm:cxn modelId="{46CD91C0-7C91-4B0B-AD45-A094C02536BB}" type="presOf" srcId="{91267DDD-B6F4-4026-8BBD-C23EBBC3FC99}" destId="{8C353DC7-9443-4C86-9E25-E9A83BC29EFD}" srcOrd="0" destOrd="0" presId="urn:microsoft.com/office/officeart/2005/8/layout/pList1"/>
    <dgm:cxn modelId="{0931E1C0-7D76-4DCA-99CB-318AE5606DB7}" srcId="{CAB0FC07-5ABD-4D51-BF4D-1389AC5B6832}" destId="{FC5B2686-E238-4DB7-8718-3749892572BF}" srcOrd="0" destOrd="0" parTransId="{EF7CCF61-D75B-4972-861C-A2960DCF7928}" sibTransId="{91267DDD-B6F4-4026-8BBD-C23EBBC3FC99}"/>
    <dgm:cxn modelId="{838693DE-215A-4489-8217-FCB3834FAE80}" type="presOf" srcId="{DAA1F3F2-C91B-4345-8CAD-CC62B3EB5EED}" destId="{E0E91051-32FE-4FF4-A63D-3334B288FA23}" srcOrd="0" destOrd="0" presId="urn:microsoft.com/office/officeart/2005/8/layout/pList1"/>
    <dgm:cxn modelId="{B81B20F9-F1F8-43AD-8BD5-F0840157A7CE}" type="presParOf" srcId="{EE6E6E72-90F2-4A23-8476-34241BD707D1}" destId="{E4281EB4-2AB7-4B9B-B934-6B9AB738199C}" srcOrd="0" destOrd="0" presId="urn:microsoft.com/office/officeart/2005/8/layout/pList1"/>
    <dgm:cxn modelId="{C8F517A1-1879-4B13-B2C8-3AA40D131AB4}" type="presParOf" srcId="{E4281EB4-2AB7-4B9B-B934-6B9AB738199C}" destId="{3D19FD19-16B6-4FDD-B0D6-C74942FF8565}" srcOrd="0" destOrd="0" presId="urn:microsoft.com/office/officeart/2005/8/layout/pList1"/>
    <dgm:cxn modelId="{3FB23468-26B7-4C3C-9C28-AEDF16808673}" type="presParOf" srcId="{E4281EB4-2AB7-4B9B-B934-6B9AB738199C}" destId="{166F521E-B704-45B7-A8C8-88A847A646E5}" srcOrd="1" destOrd="0" presId="urn:microsoft.com/office/officeart/2005/8/layout/pList1"/>
    <dgm:cxn modelId="{9549A9B8-4D99-476D-930A-2708B045242F}" type="presParOf" srcId="{EE6E6E72-90F2-4A23-8476-34241BD707D1}" destId="{8C353DC7-9443-4C86-9E25-E9A83BC29EFD}" srcOrd="1" destOrd="0" presId="urn:microsoft.com/office/officeart/2005/8/layout/pList1"/>
    <dgm:cxn modelId="{B9513556-FAC9-43A4-AAD6-4CC7304FDD45}" type="presParOf" srcId="{EE6E6E72-90F2-4A23-8476-34241BD707D1}" destId="{06EE337A-7707-4655-B333-5A4252B8F5D6}" srcOrd="2" destOrd="0" presId="urn:microsoft.com/office/officeart/2005/8/layout/pList1"/>
    <dgm:cxn modelId="{1499474E-A1FE-46BF-A17F-CCDA38C8768B}" type="presParOf" srcId="{06EE337A-7707-4655-B333-5A4252B8F5D6}" destId="{97B7A70E-4A71-4A17-92F3-A0C3A660EFB6}" srcOrd="0" destOrd="0" presId="urn:microsoft.com/office/officeart/2005/8/layout/pList1"/>
    <dgm:cxn modelId="{E3149460-55F1-4CAC-A8D8-939F44AC359B}" type="presParOf" srcId="{06EE337A-7707-4655-B333-5A4252B8F5D6}" destId="{E91CF904-C5A8-4555-86EC-5F6F269587DF}" srcOrd="1" destOrd="0" presId="urn:microsoft.com/office/officeart/2005/8/layout/pList1"/>
    <dgm:cxn modelId="{CF69F13B-26C5-4BD0-88A1-773DE90E68E3}" type="presParOf" srcId="{EE6E6E72-90F2-4A23-8476-34241BD707D1}" destId="{CED7472A-0CC8-4024-9EEF-E04F98D1CADA}" srcOrd="3" destOrd="0" presId="urn:microsoft.com/office/officeart/2005/8/layout/pList1"/>
    <dgm:cxn modelId="{7F36E507-20F4-4C23-B856-18DA2875E3F3}" type="presParOf" srcId="{EE6E6E72-90F2-4A23-8476-34241BD707D1}" destId="{5002528B-CB5D-4B65-ADD8-D9FDB686C8A8}" srcOrd="4" destOrd="0" presId="urn:microsoft.com/office/officeart/2005/8/layout/pList1"/>
    <dgm:cxn modelId="{57A51E4F-90E6-4196-B02F-D981FC17DF57}" type="presParOf" srcId="{5002528B-CB5D-4B65-ADD8-D9FDB686C8A8}" destId="{FB172143-A5F4-479A-B9EA-57A6EEA10033}" srcOrd="0" destOrd="0" presId="urn:microsoft.com/office/officeart/2005/8/layout/pList1"/>
    <dgm:cxn modelId="{18406A35-EC97-417E-8710-997633073FC2}" type="presParOf" srcId="{5002528B-CB5D-4B65-ADD8-D9FDB686C8A8}" destId="{BD37EF7B-6941-4FA8-8EAC-6FA7A7051DC1}" srcOrd="1" destOrd="0" presId="urn:microsoft.com/office/officeart/2005/8/layout/pList1"/>
    <dgm:cxn modelId="{F1F84556-6CB5-447A-8772-701D5F359244}" type="presParOf" srcId="{EE6E6E72-90F2-4A23-8476-34241BD707D1}" destId="{26E1FAEF-994B-4223-B71B-77D25D5895FF}" srcOrd="5" destOrd="0" presId="urn:microsoft.com/office/officeart/2005/8/layout/pList1"/>
    <dgm:cxn modelId="{E957F461-9203-42F8-A69F-B4CF65E5A802}" type="presParOf" srcId="{EE6E6E72-90F2-4A23-8476-34241BD707D1}" destId="{9674F0F7-D14E-4F48-9B53-64C70E713AFF}" srcOrd="6" destOrd="0" presId="urn:microsoft.com/office/officeart/2005/8/layout/pList1"/>
    <dgm:cxn modelId="{AC2C7BA3-CF77-4C05-86D7-519E0AE5032B}" type="presParOf" srcId="{9674F0F7-D14E-4F48-9B53-64C70E713AFF}" destId="{6FF1134B-EC25-4CC5-8C06-F46149C563C8}" srcOrd="0" destOrd="0" presId="urn:microsoft.com/office/officeart/2005/8/layout/pList1"/>
    <dgm:cxn modelId="{A400C694-414C-47A0-A715-A81B47807427}" type="presParOf" srcId="{9674F0F7-D14E-4F48-9B53-64C70E713AFF}" destId="{40BFC403-1056-442B-86A0-3B88E92FE305}" srcOrd="1" destOrd="0" presId="urn:microsoft.com/office/officeart/2005/8/layout/pList1"/>
    <dgm:cxn modelId="{3889C7D5-BCD5-4EB0-9499-FE3AEFBAB52D}" type="presParOf" srcId="{EE6E6E72-90F2-4A23-8476-34241BD707D1}" destId="{3E68F3E5-6FD4-4D9F-905A-6EC6F7A1FAEB}" srcOrd="7" destOrd="0" presId="urn:microsoft.com/office/officeart/2005/8/layout/pList1"/>
    <dgm:cxn modelId="{3EAACCB6-61ED-40FA-BF53-27C703F26468}" type="presParOf" srcId="{EE6E6E72-90F2-4A23-8476-34241BD707D1}" destId="{C9890C9C-5C5A-4667-815A-30EDA0C41A67}" srcOrd="8" destOrd="0" presId="urn:microsoft.com/office/officeart/2005/8/layout/pList1"/>
    <dgm:cxn modelId="{382BC1AE-D5CF-4837-A95C-53F167B090E4}" type="presParOf" srcId="{C9890C9C-5C5A-4667-815A-30EDA0C41A67}" destId="{59135F2F-B5C2-4093-B1AA-13C6AF71D317}" srcOrd="0" destOrd="0" presId="urn:microsoft.com/office/officeart/2005/8/layout/pList1"/>
    <dgm:cxn modelId="{0297B97A-B41A-4893-87E0-2F2BC6AE7B10}" type="presParOf" srcId="{C9890C9C-5C5A-4667-815A-30EDA0C41A67}" destId="{E0E91051-32FE-4FF4-A63D-3334B288FA23}" srcOrd="1" destOrd="0" presId="urn:microsoft.com/office/officeart/2005/8/layout/p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B9C32B05-62EA-407A-B21C-2310C7945705}" type="doc">
      <dgm:prSet loTypeId="urn:microsoft.com/office/officeart/2008/layout/LinedList" loCatId="list" qsTypeId="urn:microsoft.com/office/officeart/2005/8/quickstyle/simple2" qsCatId="simple" csTypeId="urn:microsoft.com/office/officeart/2005/8/colors/colorful1" csCatId="colorful" phldr="1"/>
      <dgm:spPr/>
      <dgm:t>
        <a:bodyPr/>
        <a:lstStyle/>
        <a:p>
          <a:endParaRPr lang="en-US"/>
        </a:p>
      </dgm:t>
    </dgm:pt>
    <dgm:pt modelId="{42D71409-67F9-455C-8C6D-716D284AAA6B}">
      <dgm:prSet phldrT="[Text]"/>
      <dgm:spPr/>
      <dgm:t>
        <a:bodyPr anchor="ct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F66099B6-DBBD-4AB0-82D2-877B80F846F7}">
      <dgm:prSet phldrT="[Text]"/>
      <dgm:spPr/>
      <dgm:t>
        <a:bodyPr anchor="ctr"/>
        <a:lstStyle/>
        <a:p>
          <a:r>
            <a:rPr lang="en-US" dirty="0"/>
            <a:t>Lorem Ipsum</a:t>
          </a:r>
        </a:p>
      </dgm:t>
    </dgm:pt>
    <dgm:pt modelId="{B09C8BFB-F41C-4AC4-AB94-F216E3081C2D}" type="parTrans" cxnId="{B4F3EA32-CE64-4A92-9BAE-BC57E5392B05}">
      <dgm:prSet/>
      <dgm:spPr/>
      <dgm:t>
        <a:bodyPr/>
        <a:lstStyle/>
        <a:p>
          <a:endParaRPr lang="en-US"/>
        </a:p>
      </dgm:t>
    </dgm:pt>
    <dgm:pt modelId="{BC531B32-9B0E-482E-BF91-65C61F17168D}" type="sibTrans" cxnId="{B4F3EA32-CE64-4A92-9BAE-BC57E5392B05}">
      <dgm:prSet/>
      <dgm:spPr/>
      <dgm:t>
        <a:bodyPr/>
        <a:lstStyle/>
        <a:p>
          <a:endParaRPr lang="en-US"/>
        </a:p>
      </dgm:t>
    </dgm:pt>
    <dgm:pt modelId="{EE62A4F6-4AC4-435B-990E-81A71CE8CAC7}">
      <dgm:prSet phldrT="[Text]"/>
      <dgm:spPr/>
      <dgm:t>
        <a:bodyPr anchor="ctr"/>
        <a:lstStyle/>
        <a:p>
          <a:r>
            <a:rPr lang="en-US" dirty="0"/>
            <a:t>Lorem Ipsum</a:t>
          </a:r>
        </a:p>
      </dgm:t>
    </dgm:pt>
    <dgm:pt modelId="{F287B947-7343-4FA2-B288-B23A59FFAE31}" type="parTrans" cxnId="{3A2CECA6-0C5B-46BB-B7C6-7D37E9D210BD}">
      <dgm:prSet/>
      <dgm:spPr/>
      <dgm:t>
        <a:bodyPr/>
        <a:lstStyle/>
        <a:p>
          <a:endParaRPr lang="en-US"/>
        </a:p>
      </dgm:t>
    </dgm:pt>
    <dgm:pt modelId="{389F9A93-0231-4877-8C41-5D5B8DD7AAC0}" type="sibTrans" cxnId="{3A2CECA6-0C5B-46BB-B7C6-7D37E9D210BD}">
      <dgm:prSet/>
      <dgm:spPr/>
      <dgm:t>
        <a:bodyPr/>
        <a:lstStyle/>
        <a:p>
          <a:endParaRPr lang="en-US"/>
        </a:p>
      </dgm:t>
    </dgm:pt>
    <dgm:pt modelId="{B6D9DE15-697B-42C2-B6A1-CE31260EED93}">
      <dgm:prSet phldrT="[Text]"/>
      <dgm:spPr/>
      <dgm:t>
        <a:bodyPr anchor="ctr"/>
        <a:lstStyle/>
        <a:p>
          <a:r>
            <a:rPr lang="en-US" dirty="0"/>
            <a:t>Lorem Ipsum</a:t>
          </a:r>
        </a:p>
      </dgm:t>
    </dgm:pt>
    <dgm:pt modelId="{EAC9FC21-5112-4CCF-8070-06ED15ED24ED}" type="parTrans" cxnId="{40513FB0-F94C-499F-9A0B-9E0341D0A0C2}">
      <dgm:prSet/>
      <dgm:spPr/>
      <dgm:t>
        <a:bodyPr/>
        <a:lstStyle/>
        <a:p>
          <a:endParaRPr lang="en-US"/>
        </a:p>
      </dgm:t>
    </dgm:pt>
    <dgm:pt modelId="{B605B681-1ACB-4650-8600-F9223ABDDC16}" type="sibTrans" cxnId="{40513FB0-F94C-499F-9A0B-9E0341D0A0C2}">
      <dgm:prSet/>
      <dgm:spPr/>
      <dgm:t>
        <a:bodyPr/>
        <a:lstStyle/>
        <a:p>
          <a:endParaRPr lang="en-US"/>
        </a:p>
      </dgm:t>
    </dgm:pt>
    <dgm:pt modelId="{4F4D4284-B0EF-4251-AFE2-357BB6B12F87}">
      <dgm:prSet phldrT="[Text]"/>
      <dgm:spPr/>
      <dgm:t>
        <a:bodyPr/>
        <a:lstStyle/>
        <a:p>
          <a:r>
            <a:rPr lang="en-US" dirty="0"/>
            <a:t>Some text here</a:t>
          </a:r>
        </a:p>
      </dgm:t>
    </dgm:pt>
    <dgm:pt modelId="{E77DCF70-F433-4662-A5DD-01BCEB8290D8}" type="parTrans" cxnId="{E4815DE3-1273-476C-B9F6-1434719FCFB0}">
      <dgm:prSet/>
      <dgm:spPr/>
      <dgm:t>
        <a:bodyPr/>
        <a:lstStyle/>
        <a:p>
          <a:endParaRPr lang="en-US"/>
        </a:p>
      </dgm:t>
    </dgm:pt>
    <dgm:pt modelId="{5A1E31C6-6DBE-4BA9-8859-A43C503888D5}" type="sibTrans" cxnId="{E4815DE3-1273-476C-B9F6-1434719FCFB0}">
      <dgm:prSet/>
      <dgm:spPr/>
      <dgm:t>
        <a:bodyPr/>
        <a:lstStyle/>
        <a:p>
          <a:endParaRPr lang="en-US"/>
        </a:p>
      </dgm:t>
    </dgm:pt>
    <dgm:pt modelId="{E56550F2-7057-42FD-91B9-71B0E6FA4B13}">
      <dgm:prSet phldrT="[Text]"/>
      <dgm:spPr/>
      <dgm:t>
        <a:bodyPr/>
        <a:lstStyle/>
        <a:p>
          <a:r>
            <a:rPr lang="en-US" dirty="0"/>
            <a:t>Some text here</a:t>
          </a:r>
        </a:p>
      </dgm:t>
    </dgm:pt>
    <dgm:pt modelId="{1D7DB9AA-42A3-4937-AFB1-E58FD82EBD9D}" type="parTrans" cxnId="{D3B6EB41-B50C-45BC-8236-0BB02C5A852E}">
      <dgm:prSet/>
      <dgm:spPr/>
      <dgm:t>
        <a:bodyPr/>
        <a:lstStyle/>
        <a:p>
          <a:endParaRPr lang="en-US"/>
        </a:p>
      </dgm:t>
    </dgm:pt>
    <dgm:pt modelId="{36EF8AC1-4BC4-4346-8035-2AAB0BD10951}" type="sibTrans" cxnId="{D3B6EB41-B50C-45BC-8236-0BB02C5A852E}">
      <dgm:prSet/>
      <dgm:spPr/>
      <dgm:t>
        <a:bodyPr/>
        <a:lstStyle/>
        <a:p>
          <a:endParaRPr lang="en-US"/>
        </a:p>
      </dgm:t>
    </dgm:pt>
    <dgm:pt modelId="{4ED0A4D3-2A0F-4858-A8F7-7D2C3C098D9A}">
      <dgm:prSet phldrT="[Text]"/>
      <dgm:spPr/>
      <dgm:t>
        <a:bodyPr/>
        <a:lstStyle/>
        <a:p>
          <a:r>
            <a:rPr lang="en-US" dirty="0"/>
            <a:t>Some text here</a:t>
          </a:r>
        </a:p>
      </dgm:t>
    </dgm:pt>
    <dgm:pt modelId="{B338C6AA-C9BB-43B0-8141-619351487E57}" type="parTrans" cxnId="{32D83C80-22AC-4B4F-97FE-17901E9BA18D}">
      <dgm:prSet/>
      <dgm:spPr/>
      <dgm:t>
        <a:bodyPr/>
        <a:lstStyle/>
        <a:p>
          <a:endParaRPr lang="en-US"/>
        </a:p>
      </dgm:t>
    </dgm:pt>
    <dgm:pt modelId="{4BAE1FF1-8804-4CC4-A7D0-9BFE39E52957}" type="sibTrans" cxnId="{32D83C80-22AC-4B4F-97FE-17901E9BA18D}">
      <dgm:prSet/>
      <dgm:spPr/>
      <dgm:t>
        <a:bodyPr/>
        <a:lstStyle/>
        <a:p>
          <a:endParaRPr lang="en-US"/>
        </a:p>
      </dgm:t>
    </dgm:pt>
    <dgm:pt modelId="{82060FCF-711F-4264-8495-A7EB9DC042FD}">
      <dgm:prSet phldrT="[Text]"/>
      <dgm:spPr/>
      <dgm:t>
        <a:bodyPr/>
        <a:lstStyle/>
        <a:p>
          <a:r>
            <a:rPr lang="en-US" dirty="0"/>
            <a:t>Some text here</a:t>
          </a:r>
        </a:p>
      </dgm:t>
    </dgm:pt>
    <dgm:pt modelId="{6348FAA2-2237-472B-8C33-4C4E97F751FF}" type="parTrans" cxnId="{30A28518-06C1-4023-B72E-FB531D253E97}">
      <dgm:prSet/>
      <dgm:spPr/>
      <dgm:t>
        <a:bodyPr/>
        <a:lstStyle/>
        <a:p>
          <a:endParaRPr lang="en-US"/>
        </a:p>
      </dgm:t>
    </dgm:pt>
    <dgm:pt modelId="{3209723B-8F10-4D79-AF18-E52021122122}" type="sibTrans" cxnId="{30A28518-06C1-4023-B72E-FB531D253E97}">
      <dgm:prSet/>
      <dgm:spPr/>
      <dgm:t>
        <a:bodyPr/>
        <a:lstStyle/>
        <a:p>
          <a:endParaRPr lang="en-US"/>
        </a:p>
      </dgm:t>
    </dgm:pt>
    <dgm:pt modelId="{BC8A3324-3775-4127-9092-20D35F03385D}">
      <dgm:prSet phldrT="[Text]"/>
      <dgm:spPr/>
      <dgm:t>
        <a:bodyPr/>
        <a:lstStyle/>
        <a:p>
          <a:r>
            <a:rPr lang="en-US" dirty="0"/>
            <a:t>Some text here</a:t>
          </a:r>
        </a:p>
      </dgm:t>
    </dgm:pt>
    <dgm:pt modelId="{14AA5FF8-3879-483C-99D2-F8020BCA2A69}" type="parTrans" cxnId="{D1B8CF93-1CA3-4FB3-97C6-5DFD423C7BBD}">
      <dgm:prSet/>
      <dgm:spPr/>
      <dgm:t>
        <a:bodyPr/>
        <a:lstStyle/>
        <a:p>
          <a:endParaRPr lang="en-US"/>
        </a:p>
      </dgm:t>
    </dgm:pt>
    <dgm:pt modelId="{034D9F16-5D76-4EA5-8181-ED4B5A96A0E2}" type="sibTrans" cxnId="{D1B8CF93-1CA3-4FB3-97C6-5DFD423C7BBD}">
      <dgm:prSet/>
      <dgm:spPr/>
      <dgm:t>
        <a:bodyPr/>
        <a:lstStyle/>
        <a:p>
          <a:endParaRPr lang="en-US"/>
        </a:p>
      </dgm:t>
    </dgm:pt>
    <dgm:pt modelId="{17D96462-2534-41A1-A9B6-591BD3692E92}">
      <dgm:prSet phldrT="[Text]"/>
      <dgm:spPr/>
      <dgm:t>
        <a:bodyPr/>
        <a:lstStyle/>
        <a:p>
          <a:r>
            <a:rPr lang="en-US" dirty="0"/>
            <a:t>Some text here</a:t>
          </a:r>
        </a:p>
      </dgm:t>
    </dgm:pt>
    <dgm:pt modelId="{EABC5AFD-CEA3-4257-90E7-288255D35669}" type="parTrans" cxnId="{C814CAD4-5FEE-4615-ABA7-D4693BF1BC0E}">
      <dgm:prSet/>
      <dgm:spPr/>
      <dgm:t>
        <a:bodyPr/>
        <a:lstStyle/>
        <a:p>
          <a:endParaRPr lang="en-US"/>
        </a:p>
      </dgm:t>
    </dgm:pt>
    <dgm:pt modelId="{C43A1B42-866B-4907-8E3D-AF2A29FB60AA}" type="sibTrans" cxnId="{C814CAD4-5FEE-4615-ABA7-D4693BF1BC0E}">
      <dgm:prSet/>
      <dgm:spPr/>
      <dgm:t>
        <a:bodyPr/>
        <a:lstStyle/>
        <a:p>
          <a:endParaRPr lang="en-US"/>
        </a:p>
      </dgm:t>
    </dgm:pt>
    <dgm:pt modelId="{C979EA07-658A-4A2F-8FA0-22EA5C3551A4}">
      <dgm:prSet phldrT="[Text]"/>
      <dgm:spPr/>
      <dgm:t>
        <a:bodyPr/>
        <a:lstStyle/>
        <a:p>
          <a:r>
            <a:rPr lang="en-US" dirty="0"/>
            <a:t>Some text here</a:t>
          </a:r>
        </a:p>
      </dgm:t>
    </dgm:pt>
    <dgm:pt modelId="{3951FD01-FFFA-4A65-8623-8271AC591E6F}" type="parTrans" cxnId="{B9E9C0BA-DBDD-40DD-A937-898371051E2D}">
      <dgm:prSet/>
      <dgm:spPr/>
      <dgm:t>
        <a:bodyPr/>
        <a:lstStyle/>
        <a:p>
          <a:endParaRPr lang="en-US"/>
        </a:p>
      </dgm:t>
    </dgm:pt>
    <dgm:pt modelId="{C48E7DE1-AAF7-46EB-BA1C-7BB07ED73C83}" type="sibTrans" cxnId="{B9E9C0BA-DBDD-40DD-A937-898371051E2D}">
      <dgm:prSet/>
      <dgm:spPr/>
      <dgm:t>
        <a:bodyPr/>
        <a:lstStyle/>
        <a:p>
          <a:endParaRPr lang="en-US"/>
        </a:p>
      </dgm:t>
    </dgm:pt>
    <dgm:pt modelId="{95519AB2-21D5-4F2E-A564-4FAEF6314F54}">
      <dgm:prSet phldrT="[Text]"/>
      <dgm:spPr/>
      <dgm:t>
        <a:bodyPr/>
        <a:lstStyle/>
        <a:p>
          <a:r>
            <a:rPr lang="en-US" dirty="0"/>
            <a:t>Some text here</a:t>
          </a:r>
        </a:p>
      </dgm:t>
    </dgm:pt>
    <dgm:pt modelId="{4D66784A-DAD6-4A72-A043-ECEDACF2CC52}" type="parTrans" cxnId="{695E223D-32FE-437A-AF86-A384283D1E82}">
      <dgm:prSet/>
      <dgm:spPr/>
      <dgm:t>
        <a:bodyPr/>
        <a:lstStyle/>
        <a:p>
          <a:endParaRPr lang="en-US"/>
        </a:p>
      </dgm:t>
    </dgm:pt>
    <dgm:pt modelId="{90DDCE22-7CB0-4A38-9BDD-6A11C226768D}" type="sibTrans" cxnId="{695E223D-32FE-437A-AF86-A384283D1E82}">
      <dgm:prSet/>
      <dgm:spPr/>
      <dgm:t>
        <a:bodyPr/>
        <a:lstStyle/>
        <a:p>
          <a:endParaRPr lang="en-US"/>
        </a:p>
      </dgm:t>
    </dgm:pt>
    <dgm:pt modelId="{6AB131D1-28C6-4767-936A-7B912D28CA05}">
      <dgm:prSet phldrT="[Text]"/>
      <dgm:spPr/>
      <dgm:t>
        <a:bodyPr/>
        <a:lstStyle/>
        <a:p>
          <a:r>
            <a:rPr lang="en-US" dirty="0"/>
            <a:t>Some text here</a:t>
          </a:r>
        </a:p>
      </dgm:t>
    </dgm:pt>
    <dgm:pt modelId="{3390CFC4-762F-46DD-B811-43E3012B5C6C}" type="parTrans" cxnId="{F1A37133-FEAD-4E0D-984C-209913188019}">
      <dgm:prSet/>
      <dgm:spPr/>
      <dgm:t>
        <a:bodyPr/>
        <a:lstStyle/>
        <a:p>
          <a:endParaRPr lang="en-US"/>
        </a:p>
      </dgm:t>
    </dgm:pt>
    <dgm:pt modelId="{A9C55104-E8A6-4EF9-96A0-6C1450B33006}" type="sibTrans" cxnId="{F1A37133-FEAD-4E0D-984C-209913188019}">
      <dgm:prSet/>
      <dgm:spPr/>
      <dgm:t>
        <a:bodyPr/>
        <a:lstStyle/>
        <a:p>
          <a:endParaRPr lang="en-US"/>
        </a:p>
      </dgm:t>
    </dgm:pt>
    <dgm:pt modelId="{E3C5C84D-7E21-4EE8-9D1C-AC6A5BE683D6}" type="pres">
      <dgm:prSet presAssocID="{B9C32B05-62EA-407A-B21C-2310C7945705}" presName="vert0" presStyleCnt="0">
        <dgm:presLayoutVars>
          <dgm:dir/>
          <dgm:animOne val="branch"/>
          <dgm:animLvl val="lvl"/>
        </dgm:presLayoutVars>
      </dgm:prSet>
      <dgm:spPr/>
    </dgm:pt>
    <dgm:pt modelId="{DB56141A-D58C-4658-B5AF-E0E02C05AE4C}" type="pres">
      <dgm:prSet presAssocID="{42D71409-67F9-455C-8C6D-716D284AAA6B}" presName="thickLine" presStyleLbl="alignNode1" presStyleIdx="0" presStyleCnt="4"/>
      <dgm:spPr/>
    </dgm:pt>
    <dgm:pt modelId="{84B59F46-1DA1-4AE7-8984-3E6F24263A02}" type="pres">
      <dgm:prSet presAssocID="{42D71409-67F9-455C-8C6D-716D284AAA6B}" presName="horz1" presStyleCnt="0"/>
      <dgm:spPr/>
    </dgm:pt>
    <dgm:pt modelId="{01821607-18C2-4239-9E4E-CD8A14A9780A}" type="pres">
      <dgm:prSet presAssocID="{42D71409-67F9-455C-8C6D-716D284AAA6B}" presName="tx1" presStyleLbl="revTx" presStyleIdx="0" presStyleCnt="13"/>
      <dgm:spPr/>
    </dgm:pt>
    <dgm:pt modelId="{E9183401-F88E-4709-8681-7D01890630C0}" type="pres">
      <dgm:prSet presAssocID="{42D71409-67F9-455C-8C6D-716D284AAA6B}" presName="vert1" presStyleCnt="0"/>
      <dgm:spPr/>
    </dgm:pt>
    <dgm:pt modelId="{51622F10-3657-4949-905B-8C47256F7D66}" type="pres">
      <dgm:prSet presAssocID="{4F4D4284-B0EF-4251-AFE2-357BB6B12F87}" presName="vertSpace2a" presStyleCnt="0"/>
      <dgm:spPr/>
    </dgm:pt>
    <dgm:pt modelId="{7FC474AA-0865-4218-9475-44C8386F0B57}" type="pres">
      <dgm:prSet presAssocID="{4F4D4284-B0EF-4251-AFE2-357BB6B12F87}" presName="horz2" presStyleCnt="0"/>
      <dgm:spPr/>
    </dgm:pt>
    <dgm:pt modelId="{196484F2-B25E-4E50-96BE-4E8E0EECD5F6}" type="pres">
      <dgm:prSet presAssocID="{4F4D4284-B0EF-4251-AFE2-357BB6B12F87}" presName="horzSpace2" presStyleCnt="0"/>
      <dgm:spPr/>
    </dgm:pt>
    <dgm:pt modelId="{DF724304-9E60-4CFA-9174-A77629B65355}" type="pres">
      <dgm:prSet presAssocID="{4F4D4284-B0EF-4251-AFE2-357BB6B12F87}" presName="tx2" presStyleLbl="revTx" presStyleIdx="1" presStyleCnt="13"/>
      <dgm:spPr/>
    </dgm:pt>
    <dgm:pt modelId="{1614DBD4-367F-48B1-894B-273700492321}" type="pres">
      <dgm:prSet presAssocID="{4F4D4284-B0EF-4251-AFE2-357BB6B12F87}" presName="vert2" presStyleCnt="0"/>
      <dgm:spPr/>
    </dgm:pt>
    <dgm:pt modelId="{C676ED0D-5513-4D0B-92F2-90A794E76205}" type="pres">
      <dgm:prSet presAssocID="{6AB131D1-28C6-4767-936A-7B912D28CA05}" presName="horz3" presStyleCnt="0"/>
      <dgm:spPr/>
    </dgm:pt>
    <dgm:pt modelId="{9E465B56-C796-4279-8829-AC2FFB46F1BE}" type="pres">
      <dgm:prSet presAssocID="{6AB131D1-28C6-4767-936A-7B912D28CA05}" presName="horzSpace3" presStyleCnt="0"/>
      <dgm:spPr/>
    </dgm:pt>
    <dgm:pt modelId="{CEE2CAC5-1004-4C43-A01E-0C1F2D8ECCFE}" type="pres">
      <dgm:prSet presAssocID="{6AB131D1-28C6-4767-936A-7B912D28CA05}" presName="tx3" presStyleLbl="revTx" presStyleIdx="2" presStyleCnt="13"/>
      <dgm:spPr/>
    </dgm:pt>
    <dgm:pt modelId="{33E93278-7290-431A-823D-7359B81C4292}" type="pres">
      <dgm:prSet presAssocID="{6AB131D1-28C6-4767-936A-7B912D28CA05}" presName="vert3" presStyleCnt="0"/>
      <dgm:spPr/>
    </dgm:pt>
    <dgm:pt modelId="{7C384037-85E1-4632-A4A1-A832D2F1AE5D}" type="pres">
      <dgm:prSet presAssocID="{4F4D4284-B0EF-4251-AFE2-357BB6B12F87}" presName="thinLine2b" presStyleLbl="callout" presStyleIdx="0" presStyleCnt="8"/>
      <dgm:spPr/>
    </dgm:pt>
    <dgm:pt modelId="{D0B1FD37-9391-4040-89AD-8371EA220079}" type="pres">
      <dgm:prSet presAssocID="{4F4D4284-B0EF-4251-AFE2-357BB6B12F87}" presName="vertSpace2b" presStyleCnt="0"/>
      <dgm:spPr/>
    </dgm:pt>
    <dgm:pt modelId="{16413565-5319-416C-8D45-07E3E42B22E8}" type="pres">
      <dgm:prSet presAssocID="{E56550F2-7057-42FD-91B9-71B0E6FA4B13}" presName="horz2" presStyleCnt="0"/>
      <dgm:spPr/>
    </dgm:pt>
    <dgm:pt modelId="{32D09781-7433-4CEE-86C0-8E3CFEB44E8D}" type="pres">
      <dgm:prSet presAssocID="{E56550F2-7057-42FD-91B9-71B0E6FA4B13}" presName="horzSpace2" presStyleCnt="0"/>
      <dgm:spPr/>
    </dgm:pt>
    <dgm:pt modelId="{06ACA069-CE79-4EF9-AD59-698BE017E3C0}" type="pres">
      <dgm:prSet presAssocID="{E56550F2-7057-42FD-91B9-71B0E6FA4B13}" presName="tx2" presStyleLbl="revTx" presStyleIdx="3" presStyleCnt="13"/>
      <dgm:spPr/>
    </dgm:pt>
    <dgm:pt modelId="{A3E31737-8D52-4054-97CB-11219F332936}" type="pres">
      <dgm:prSet presAssocID="{E56550F2-7057-42FD-91B9-71B0E6FA4B13}" presName="vert2" presStyleCnt="0"/>
      <dgm:spPr/>
    </dgm:pt>
    <dgm:pt modelId="{6FA12343-6E1E-40E0-B13F-E3E0C6F1869A}" type="pres">
      <dgm:prSet presAssocID="{E56550F2-7057-42FD-91B9-71B0E6FA4B13}" presName="thinLine2b" presStyleLbl="callout" presStyleIdx="1" presStyleCnt="8"/>
      <dgm:spPr/>
    </dgm:pt>
    <dgm:pt modelId="{8C3F0BAA-78C9-475E-9253-322029B5CE1C}" type="pres">
      <dgm:prSet presAssocID="{E56550F2-7057-42FD-91B9-71B0E6FA4B13}" presName="vertSpace2b" presStyleCnt="0"/>
      <dgm:spPr/>
    </dgm:pt>
    <dgm:pt modelId="{B15BD3CF-6ECC-478F-8B43-CE5BA7EC2EAA}" type="pres">
      <dgm:prSet presAssocID="{F66099B6-DBBD-4AB0-82D2-877B80F846F7}" presName="thickLine" presStyleLbl="alignNode1" presStyleIdx="1" presStyleCnt="4"/>
      <dgm:spPr/>
    </dgm:pt>
    <dgm:pt modelId="{F737CBA4-CA8B-41A6-9C49-2D404BBF69C9}" type="pres">
      <dgm:prSet presAssocID="{F66099B6-DBBD-4AB0-82D2-877B80F846F7}" presName="horz1" presStyleCnt="0"/>
      <dgm:spPr/>
    </dgm:pt>
    <dgm:pt modelId="{72AD20B4-FF47-4977-9FD1-77F1C95E804B}" type="pres">
      <dgm:prSet presAssocID="{F66099B6-DBBD-4AB0-82D2-877B80F846F7}" presName="tx1" presStyleLbl="revTx" presStyleIdx="4" presStyleCnt="13"/>
      <dgm:spPr/>
    </dgm:pt>
    <dgm:pt modelId="{A35F419A-BC35-490E-A475-5150F65069FF}" type="pres">
      <dgm:prSet presAssocID="{F66099B6-DBBD-4AB0-82D2-877B80F846F7}" presName="vert1" presStyleCnt="0"/>
      <dgm:spPr/>
    </dgm:pt>
    <dgm:pt modelId="{F200CEA8-3804-472E-98F5-E861FD0E5149}" type="pres">
      <dgm:prSet presAssocID="{4ED0A4D3-2A0F-4858-A8F7-7D2C3C098D9A}" presName="vertSpace2a" presStyleCnt="0"/>
      <dgm:spPr/>
    </dgm:pt>
    <dgm:pt modelId="{36BA90C3-8FEE-465B-A8F6-A8D4457B5DC0}" type="pres">
      <dgm:prSet presAssocID="{4ED0A4D3-2A0F-4858-A8F7-7D2C3C098D9A}" presName="horz2" presStyleCnt="0"/>
      <dgm:spPr/>
    </dgm:pt>
    <dgm:pt modelId="{C889ED5C-4DD5-4C21-A336-70A56EF046CD}" type="pres">
      <dgm:prSet presAssocID="{4ED0A4D3-2A0F-4858-A8F7-7D2C3C098D9A}" presName="horzSpace2" presStyleCnt="0"/>
      <dgm:spPr/>
    </dgm:pt>
    <dgm:pt modelId="{CD6D5A18-C1A9-4D3E-9AEB-78FE1CE29C96}" type="pres">
      <dgm:prSet presAssocID="{4ED0A4D3-2A0F-4858-A8F7-7D2C3C098D9A}" presName="tx2" presStyleLbl="revTx" presStyleIdx="5" presStyleCnt="13"/>
      <dgm:spPr/>
    </dgm:pt>
    <dgm:pt modelId="{68B22B2A-CBB4-4E56-A0DB-94366BB8F631}" type="pres">
      <dgm:prSet presAssocID="{4ED0A4D3-2A0F-4858-A8F7-7D2C3C098D9A}" presName="vert2" presStyleCnt="0"/>
      <dgm:spPr/>
    </dgm:pt>
    <dgm:pt modelId="{5425A115-60EF-44A0-B7C7-6BFA5890A80F}" type="pres">
      <dgm:prSet presAssocID="{4ED0A4D3-2A0F-4858-A8F7-7D2C3C098D9A}" presName="thinLine2b" presStyleLbl="callout" presStyleIdx="2" presStyleCnt="8"/>
      <dgm:spPr/>
    </dgm:pt>
    <dgm:pt modelId="{E0470A76-13DE-4FCE-8F18-58FF44E6A219}" type="pres">
      <dgm:prSet presAssocID="{4ED0A4D3-2A0F-4858-A8F7-7D2C3C098D9A}" presName="vertSpace2b" presStyleCnt="0"/>
      <dgm:spPr/>
    </dgm:pt>
    <dgm:pt modelId="{AC8FE21F-5D22-4780-BD61-7ECE52F30885}" type="pres">
      <dgm:prSet presAssocID="{82060FCF-711F-4264-8495-A7EB9DC042FD}" presName="horz2" presStyleCnt="0"/>
      <dgm:spPr/>
    </dgm:pt>
    <dgm:pt modelId="{DA317DCC-0A42-471B-A717-8B60D3E78E4B}" type="pres">
      <dgm:prSet presAssocID="{82060FCF-711F-4264-8495-A7EB9DC042FD}" presName="horzSpace2" presStyleCnt="0"/>
      <dgm:spPr/>
    </dgm:pt>
    <dgm:pt modelId="{F3F1F499-3F6D-49EF-A05B-D2C38DAFB7CC}" type="pres">
      <dgm:prSet presAssocID="{82060FCF-711F-4264-8495-A7EB9DC042FD}" presName="tx2" presStyleLbl="revTx" presStyleIdx="6" presStyleCnt="13"/>
      <dgm:spPr/>
    </dgm:pt>
    <dgm:pt modelId="{CB2F77F9-866F-4967-9CF1-B184961D371A}" type="pres">
      <dgm:prSet presAssocID="{82060FCF-711F-4264-8495-A7EB9DC042FD}" presName="vert2" presStyleCnt="0"/>
      <dgm:spPr/>
    </dgm:pt>
    <dgm:pt modelId="{911E4E5C-8584-4C01-B6FD-3C463D4D7B68}" type="pres">
      <dgm:prSet presAssocID="{82060FCF-711F-4264-8495-A7EB9DC042FD}" presName="thinLine2b" presStyleLbl="callout" presStyleIdx="3" presStyleCnt="8"/>
      <dgm:spPr/>
    </dgm:pt>
    <dgm:pt modelId="{03B7457D-F60E-4D6C-ACE7-181D44DE2ADF}" type="pres">
      <dgm:prSet presAssocID="{82060FCF-711F-4264-8495-A7EB9DC042FD}" presName="vertSpace2b" presStyleCnt="0"/>
      <dgm:spPr/>
    </dgm:pt>
    <dgm:pt modelId="{51A958EA-7AB2-41BB-B60D-38C6FCA1919C}" type="pres">
      <dgm:prSet presAssocID="{EE62A4F6-4AC4-435B-990E-81A71CE8CAC7}" presName="thickLine" presStyleLbl="alignNode1" presStyleIdx="2" presStyleCnt="4"/>
      <dgm:spPr/>
    </dgm:pt>
    <dgm:pt modelId="{397420F6-EB90-46CA-B1D9-86DADA2148CF}" type="pres">
      <dgm:prSet presAssocID="{EE62A4F6-4AC4-435B-990E-81A71CE8CAC7}" presName="horz1" presStyleCnt="0"/>
      <dgm:spPr/>
    </dgm:pt>
    <dgm:pt modelId="{D365A88C-608F-4502-A417-E4A642208AE2}" type="pres">
      <dgm:prSet presAssocID="{EE62A4F6-4AC4-435B-990E-81A71CE8CAC7}" presName="tx1" presStyleLbl="revTx" presStyleIdx="7" presStyleCnt="13"/>
      <dgm:spPr/>
    </dgm:pt>
    <dgm:pt modelId="{60DE2736-7312-424E-944E-0625E8A37555}" type="pres">
      <dgm:prSet presAssocID="{EE62A4F6-4AC4-435B-990E-81A71CE8CAC7}" presName="vert1" presStyleCnt="0"/>
      <dgm:spPr/>
    </dgm:pt>
    <dgm:pt modelId="{08D3A85F-A3A8-4A06-9507-1AB0103A8018}" type="pres">
      <dgm:prSet presAssocID="{BC8A3324-3775-4127-9092-20D35F03385D}" presName="vertSpace2a" presStyleCnt="0"/>
      <dgm:spPr/>
    </dgm:pt>
    <dgm:pt modelId="{306CFB36-2BE5-4750-8C0A-A995534BAF7C}" type="pres">
      <dgm:prSet presAssocID="{BC8A3324-3775-4127-9092-20D35F03385D}" presName="horz2" presStyleCnt="0"/>
      <dgm:spPr/>
    </dgm:pt>
    <dgm:pt modelId="{87638AEA-7BD6-471A-B944-AE26545667D5}" type="pres">
      <dgm:prSet presAssocID="{BC8A3324-3775-4127-9092-20D35F03385D}" presName="horzSpace2" presStyleCnt="0"/>
      <dgm:spPr/>
    </dgm:pt>
    <dgm:pt modelId="{2155879C-4425-42D9-87F9-7B9CD8CE29D5}" type="pres">
      <dgm:prSet presAssocID="{BC8A3324-3775-4127-9092-20D35F03385D}" presName="tx2" presStyleLbl="revTx" presStyleIdx="8" presStyleCnt="13"/>
      <dgm:spPr/>
    </dgm:pt>
    <dgm:pt modelId="{51E32AEF-6619-4E77-A521-B35E1697E9FA}" type="pres">
      <dgm:prSet presAssocID="{BC8A3324-3775-4127-9092-20D35F03385D}" presName="vert2" presStyleCnt="0"/>
      <dgm:spPr/>
    </dgm:pt>
    <dgm:pt modelId="{5677B94D-5C22-48D3-B581-C96AD90FF2FF}" type="pres">
      <dgm:prSet presAssocID="{BC8A3324-3775-4127-9092-20D35F03385D}" presName="thinLine2b" presStyleLbl="callout" presStyleIdx="4" presStyleCnt="8"/>
      <dgm:spPr/>
    </dgm:pt>
    <dgm:pt modelId="{A599862B-D684-4F6F-9D21-D05C995A86CF}" type="pres">
      <dgm:prSet presAssocID="{BC8A3324-3775-4127-9092-20D35F03385D}" presName="vertSpace2b" presStyleCnt="0"/>
      <dgm:spPr/>
    </dgm:pt>
    <dgm:pt modelId="{CACFEE0C-9880-477D-A763-D2119FD60B06}" type="pres">
      <dgm:prSet presAssocID="{17D96462-2534-41A1-A9B6-591BD3692E92}" presName="horz2" presStyleCnt="0"/>
      <dgm:spPr/>
    </dgm:pt>
    <dgm:pt modelId="{F288DDA1-7849-4F72-BA22-B6E10DC7163B}" type="pres">
      <dgm:prSet presAssocID="{17D96462-2534-41A1-A9B6-591BD3692E92}" presName="horzSpace2" presStyleCnt="0"/>
      <dgm:spPr/>
    </dgm:pt>
    <dgm:pt modelId="{57E807C4-F20C-45A7-B213-7A6A879DAE20}" type="pres">
      <dgm:prSet presAssocID="{17D96462-2534-41A1-A9B6-591BD3692E92}" presName="tx2" presStyleLbl="revTx" presStyleIdx="9" presStyleCnt="13"/>
      <dgm:spPr/>
    </dgm:pt>
    <dgm:pt modelId="{1A320F4F-0622-4DEE-B88A-7C27887706A7}" type="pres">
      <dgm:prSet presAssocID="{17D96462-2534-41A1-A9B6-591BD3692E92}" presName="vert2" presStyleCnt="0"/>
      <dgm:spPr/>
    </dgm:pt>
    <dgm:pt modelId="{C29E72C7-5538-40C1-B839-9D0465BC109F}" type="pres">
      <dgm:prSet presAssocID="{17D96462-2534-41A1-A9B6-591BD3692E92}" presName="thinLine2b" presStyleLbl="callout" presStyleIdx="5" presStyleCnt="8"/>
      <dgm:spPr/>
    </dgm:pt>
    <dgm:pt modelId="{2F9264B4-CBC8-4A87-86F0-C5BF0CD0DBED}" type="pres">
      <dgm:prSet presAssocID="{17D96462-2534-41A1-A9B6-591BD3692E92}" presName="vertSpace2b" presStyleCnt="0"/>
      <dgm:spPr/>
    </dgm:pt>
    <dgm:pt modelId="{BA7E3266-0FEB-40D6-A1AA-A7971322840D}" type="pres">
      <dgm:prSet presAssocID="{B6D9DE15-697B-42C2-B6A1-CE31260EED93}" presName="thickLine" presStyleLbl="alignNode1" presStyleIdx="3" presStyleCnt="4"/>
      <dgm:spPr/>
    </dgm:pt>
    <dgm:pt modelId="{51661FFF-0E3B-4F44-9217-DB87503FC92C}" type="pres">
      <dgm:prSet presAssocID="{B6D9DE15-697B-42C2-B6A1-CE31260EED93}" presName="horz1" presStyleCnt="0"/>
      <dgm:spPr/>
    </dgm:pt>
    <dgm:pt modelId="{A0DBFA98-DD15-4BA1-A23C-A688F1CFCE81}" type="pres">
      <dgm:prSet presAssocID="{B6D9DE15-697B-42C2-B6A1-CE31260EED93}" presName="tx1" presStyleLbl="revTx" presStyleIdx="10" presStyleCnt="13"/>
      <dgm:spPr/>
    </dgm:pt>
    <dgm:pt modelId="{EE2F0D28-071C-4820-AA79-45B82B742178}" type="pres">
      <dgm:prSet presAssocID="{B6D9DE15-697B-42C2-B6A1-CE31260EED93}" presName="vert1" presStyleCnt="0"/>
      <dgm:spPr/>
    </dgm:pt>
    <dgm:pt modelId="{6136F5D9-28FF-4D64-B601-AED9B3447915}" type="pres">
      <dgm:prSet presAssocID="{C979EA07-658A-4A2F-8FA0-22EA5C3551A4}" presName="vertSpace2a" presStyleCnt="0"/>
      <dgm:spPr/>
    </dgm:pt>
    <dgm:pt modelId="{403AA6FA-4ADC-4C16-B169-4D9FE72D6ED5}" type="pres">
      <dgm:prSet presAssocID="{C979EA07-658A-4A2F-8FA0-22EA5C3551A4}" presName="horz2" presStyleCnt="0"/>
      <dgm:spPr/>
    </dgm:pt>
    <dgm:pt modelId="{5A52B175-847E-423D-8390-09C354775C36}" type="pres">
      <dgm:prSet presAssocID="{C979EA07-658A-4A2F-8FA0-22EA5C3551A4}" presName="horzSpace2" presStyleCnt="0"/>
      <dgm:spPr/>
    </dgm:pt>
    <dgm:pt modelId="{B75D0EAA-820B-4404-9C5D-059F4BC8B4F1}" type="pres">
      <dgm:prSet presAssocID="{C979EA07-658A-4A2F-8FA0-22EA5C3551A4}" presName="tx2" presStyleLbl="revTx" presStyleIdx="11" presStyleCnt="13"/>
      <dgm:spPr/>
    </dgm:pt>
    <dgm:pt modelId="{C3494F1F-17DD-4B46-A72B-0152D4D73942}" type="pres">
      <dgm:prSet presAssocID="{C979EA07-658A-4A2F-8FA0-22EA5C3551A4}" presName="vert2" presStyleCnt="0"/>
      <dgm:spPr/>
    </dgm:pt>
    <dgm:pt modelId="{6204AFA2-0EC1-4C17-914F-CE8726263CA7}" type="pres">
      <dgm:prSet presAssocID="{C979EA07-658A-4A2F-8FA0-22EA5C3551A4}" presName="thinLine2b" presStyleLbl="callout" presStyleIdx="6" presStyleCnt="8"/>
      <dgm:spPr/>
    </dgm:pt>
    <dgm:pt modelId="{C592083C-3DFB-4C57-9DBA-395E69F80F04}" type="pres">
      <dgm:prSet presAssocID="{C979EA07-658A-4A2F-8FA0-22EA5C3551A4}" presName="vertSpace2b" presStyleCnt="0"/>
      <dgm:spPr/>
    </dgm:pt>
    <dgm:pt modelId="{74A2671B-C1C2-4FF8-904A-BB3373F819C2}" type="pres">
      <dgm:prSet presAssocID="{95519AB2-21D5-4F2E-A564-4FAEF6314F54}" presName="horz2" presStyleCnt="0"/>
      <dgm:spPr/>
    </dgm:pt>
    <dgm:pt modelId="{8C60575F-454C-4B00-9E77-5A761A189E72}" type="pres">
      <dgm:prSet presAssocID="{95519AB2-21D5-4F2E-A564-4FAEF6314F54}" presName="horzSpace2" presStyleCnt="0"/>
      <dgm:spPr/>
    </dgm:pt>
    <dgm:pt modelId="{D7B93CE3-4B01-43F0-A9F0-DCA577A415FB}" type="pres">
      <dgm:prSet presAssocID="{95519AB2-21D5-4F2E-A564-4FAEF6314F54}" presName="tx2" presStyleLbl="revTx" presStyleIdx="12" presStyleCnt="13"/>
      <dgm:spPr/>
    </dgm:pt>
    <dgm:pt modelId="{18E14AF5-D230-4D9F-9BEF-26C0E6433F74}" type="pres">
      <dgm:prSet presAssocID="{95519AB2-21D5-4F2E-A564-4FAEF6314F54}" presName="vert2" presStyleCnt="0"/>
      <dgm:spPr/>
    </dgm:pt>
    <dgm:pt modelId="{88D74616-EE85-44BE-8C76-ED8CC48DF167}" type="pres">
      <dgm:prSet presAssocID="{95519AB2-21D5-4F2E-A564-4FAEF6314F54}" presName="thinLine2b" presStyleLbl="callout" presStyleIdx="7" presStyleCnt="8"/>
      <dgm:spPr/>
    </dgm:pt>
    <dgm:pt modelId="{893A95B2-91A0-4859-8886-E4304D194A80}" type="pres">
      <dgm:prSet presAssocID="{95519AB2-21D5-4F2E-A564-4FAEF6314F54}" presName="vertSpace2b" presStyleCnt="0"/>
      <dgm:spPr/>
    </dgm:pt>
  </dgm:ptLst>
  <dgm:cxnLst>
    <dgm:cxn modelId="{A4912B0B-5C0E-4943-8ECA-0F954EEE507F}" type="presOf" srcId="{BC8A3324-3775-4127-9092-20D35F03385D}" destId="{2155879C-4425-42D9-87F9-7B9CD8CE29D5}" srcOrd="0" destOrd="0" presId="urn:microsoft.com/office/officeart/2008/layout/LinedList"/>
    <dgm:cxn modelId="{30A28518-06C1-4023-B72E-FB531D253E97}" srcId="{F66099B6-DBBD-4AB0-82D2-877B80F846F7}" destId="{82060FCF-711F-4264-8495-A7EB9DC042FD}" srcOrd="1" destOrd="0" parTransId="{6348FAA2-2237-472B-8C33-4C4E97F751FF}" sibTransId="{3209723B-8F10-4D79-AF18-E52021122122}"/>
    <dgm:cxn modelId="{2AA9C11F-1F1D-428E-801A-47EAA766C99D}" srcId="{B9C32B05-62EA-407A-B21C-2310C7945705}" destId="{42D71409-67F9-455C-8C6D-716D284AAA6B}" srcOrd="0" destOrd="0" parTransId="{51680ED1-AF6E-4B28-AE94-92B0EFB0DF7D}" sibTransId="{478B7D3C-9FB4-4BC6-90AC-49960560DECD}"/>
    <dgm:cxn modelId="{BF14F926-B8EC-41F5-AC53-95BB4F309ED1}" type="presOf" srcId="{82060FCF-711F-4264-8495-A7EB9DC042FD}" destId="{F3F1F499-3F6D-49EF-A05B-D2C38DAFB7CC}" srcOrd="0" destOrd="0" presId="urn:microsoft.com/office/officeart/2008/layout/LinedList"/>
    <dgm:cxn modelId="{B4F3EA32-CE64-4A92-9BAE-BC57E5392B05}" srcId="{B9C32B05-62EA-407A-B21C-2310C7945705}" destId="{F66099B6-DBBD-4AB0-82D2-877B80F846F7}" srcOrd="1" destOrd="0" parTransId="{B09C8BFB-F41C-4AC4-AB94-F216E3081C2D}" sibTransId="{BC531B32-9B0E-482E-BF91-65C61F17168D}"/>
    <dgm:cxn modelId="{F1A37133-FEAD-4E0D-984C-209913188019}" srcId="{4F4D4284-B0EF-4251-AFE2-357BB6B12F87}" destId="{6AB131D1-28C6-4767-936A-7B912D28CA05}" srcOrd="0" destOrd="0" parTransId="{3390CFC4-762F-46DD-B811-43E3012B5C6C}" sibTransId="{A9C55104-E8A6-4EF9-96A0-6C1450B33006}"/>
    <dgm:cxn modelId="{D42DDB37-2DFB-47E9-BA68-818A3431328C}" type="presOf" srcId="{95519AB2-21D5-4F2E-A564-4FAEF6314F54}" destId="{D7B93CE3-4B01-43F0-A9F0-DCA577A415FB}" srcOrd="0" destOrd="0" presId="urn:microsoft.com/office/officeart/2008/layout/LinedList"/>
    <dgm:cxn modelId="{695E223D-32FE-437A-AF86-A384283D1E82}" srcId="{B6D9DE15-697B-42C2-B6A1-CE31260EED93}" destId="{95519AB2-21D5-4F2E-A564-4FAEF6314F54}" srcOrd="1" destOrd="0" parTransId="{4D66784A-DAD6-4A72-A043-ECEDACF2CC52}" sibTransId="{90DDCE22-7CB0-4A38-9BDD-6A11C226768D}"/>
    <dgm:cxn modelId="{D3B6EB41-B50C-45BC-8236-0BB02C5A852E}" srcId="{42D71409-67F9-455C-8C6D-716D284AAA6B}" destId="{E56550F2-7057-42FD-91B9-71B0E6FA4B13}" srcOrd="1" destOrd="0" parTransId="{1D7DB9AA-42A3-4937-AFB1-E58FD82EBD9D}" sibTransId="{36EF8AC1-4BC4-4346-8035-2AAB0BD10951}"/>
    <dgm:cxn modelId="{21C8B36E-02F3-44B2-BEFA-50B10ED90B14}" type="presOf" srcId="{B6D9DE15-697B-42C2-B6A1-CE31260EED93}" destId="{A0DBFA98-DD15-4BA1-A23C-A688F1CFCE81}" srcOrd="0" destOrd="0" presId="urn:microsoft.com/office/officeart/2008/layout/LinedList"/>
    <dgm:cxn modelId="{39ACAE53-899B-477B-8DE4-853745BE7510}" type="presOf" srcId="{B9C32B05-62EA-407A-B21C-2310C7945705}" destId="{E3C5C84D-7E21-4EE8-9D1C-AC6A5BE683D6}" srcOrd="0" destOrd="0" presId="urn:microsoft.com/office/officeart/2008/layout/LinedList"/>
    <dgm:cxn modelId="{32D83C80-22AC-4B4F-97FE-17901E9BA18D}" srcId="{F66099B6-DBBD-4AB0-82D2-877B80F846F7}" destId="{4ED0A4D3-2A0F-4858-A8F7-7D2C3C098D9A}" srcOrd="0" destOrd="0" parTransId="{B338C6AA-C9BB-43B0-8141-619351487E57}" sibTransId="{4BAE1FF1-8804-4CC4-A7D0-9BFE39E52957}"/>
    <dgm:cxn modelId="{EF3B4C81-D914-435D-A0BC-F815A009898D}" type="presOf" srcId="{4ED0A4D3-2A0F-4858-A8F7-7D2C3C098D9A}" destId="{CD6D5A18-C1A9-4D3E-9AEB-78FE1CE29C96}" srcOrd="0" destOrd="0" presId="urn:microsoft.com/office/officeart/2008/layout/LinedList"/>
    <dgm:cxn modelId="{D1B8CF93-1CA3-4FB3-97C6-5DFD423C7BBD}" srcId="{EE62A4F6-4AC4-435B-990E-81A71CE8CAC7}" destId="{BC8A3324-3775-4127-9092-20D35F03385D}" srcOrd="0" destOrd="0" parTransId="{14AA5FF8-3879-483C-99D2-F8020BCA2A69}" sibTransId="{034D9F16-5D76-4EA5-8181-ED4B5A96A0E2}"/>
    <dgm:cxn modelId="{940C2FA1-5FDA-4934-A63C-885B33AB7B91}" type="presOf" srcId="{42D71409-67F9-455C-8C6D-716D284AAA6B}" destId="{01821607-18C2-4239-9E4E-CD8A14A9780A}" srcOrd="0" destOrd="0" presId="urn:microsoft.com/office/officeart/2008/layout/LinedList"/>
    <dgm:cxn modelId="{3A2CECA6-0C5B-46BB-B7C6-7D37E9D210BD}" srcId="{B9C32B05-62EA-407A-B21C-2310C7945705}" destId="{EE62A4F6-4AC4-435B-990E-81A71CE8CAC7}" srcOrd="2" destOrd="0" parTransId="{F287B947-7343-4FA2-B288-B23A59FFAE31}" sibTransId="{389F9A93-0231-4877-8C41-5D5B8DD7AAC0}"/>
    <dgm:cxn modelId="{0FDB52AD-368B-433A-8FB4-99483CE89F96}" type="presOf" srcId="{17D96462-2534-41A1-A9B6-591BD3692E92}" destId="{57E807C4-F20C-45A7-B213-7A6A879DAE20}" srcOrd="0" destOrd="0" presId="urn:microsoft.com/office/officeart/2008/layout/LinedList"/>
    <dgm:cxn modelId="{40513FB0-F94C-499F-9A0B-9E0341D0A0C2}" srcId="{B9C32B05-62EA-407A-B21C-2310C7945705}" destId="{B6D9DE15-697B-42C2-B6A1-CE31260EED93}" srcOrd="3" destOrd="0" parTransId="{EAC9FC21-5112-4CCF-8070-06ED15ED24ED}" sibTransId="{B605B681-1ACB-4650-8600-F9223ABDDC16}"/>
    <dgm:cxn modelId="{EB5AE3B0-434C-4CB0-8FF6-EBAA47A0029A}" type="presOf" srcId="{C979EA07-658A-4A2F-8FA0-22EA5C3551A4}" destId="{B75D0EAA-820B-4404-9C5D-059F4BC8B4F1}" srcOrd="0" destOrd="0" presId="urn:microsoft.com/office/officeart/2008/layout/LinedList"/>
    <dgm:cxn modelId="{FB2AD3B8-862B-4058-9341-72CB22CBDE3E}" type="presOf" srcId="{F66099B6-DBBD-4AB0-82D2-877B80F846F7}" destId="{72AD20B4-FF47-4977-9FD1-77F1C95E804B}" srcOrd="0" destOrd="0" presId="urn:microsoft.com/office/officeart/2008/layout/LinedList"/>
    <dgm:cxn modelId="{61FFB1BA-5BFB-4110-A02D-C23E0553D64F}" type="presOf" srcId="{4F4D4284-B0EF-4251-AFE2-357BB6B12F87}" destId="{DF724304-9E60-4CFA-9174-A77629B65355}" srcOrd="0" destOrd="0" presId="urn:microsoft.com/office/officeart/2008/layout/LinedList"/>
    <dgm:cxn modelId="{B9E9C0BA-DBDD-40DD-A937-898371051E2D}" srcId="{B6D9DE15-697B-42C2-B6A1-CE31260EED93}" destId="{C979EA07-658A-4A2F-8FA0-22EA5C3551A4}" srcOrd="0" destOrd="0" parTransId="{3951FD01-FFFA-4A65-8623-8271AC591E6F}" sibTransId="{C48E7DE1-AAF7-46EB-BA1C-7BB07ED73C83}"/>
    <dgm:cxn modelId="{C814CAD4-5FEE-4615-ABA7-D4693BF1BC0E}" srcId="{EE62A4F6-4AC4-435B-990E-81A71CE8CAC7}" destId="{17D96462-2534-41A1-A9B6-591BD3692E92}" srcOrd="1" destOrd="0" parTransId="{EABC5AFD-CEA3-4257-90E7-288255D35669}" sibTransId="{C43A1B42-866B-4907-8E3D-AF2A29FB60AA}"/>
    <dgm:cxn modelId="{60CEFED4-A2BB-47AE-819D-31300966A069}" type="presOf" srcId="{E56550F2-7057-42FD-91B9-71B0E6FA4B13}" destId="{06ACA069-CE79-4EF9-AD59-698BE017E3C0}" srcOrd="0" destOrd="0" presId="urn:microsoft.com/office/officeart/2008/layout/LinedList"/>
    <dgm:cxn modelId="{79DDA5DF-8873-4BE8-92BE-781A61E735C4}" type="presOf" srcId="{EE62A4F6-4AC4-435B-990E-81A71CE8CAC7}" destId="{D365A88C-608F-4502-A417-E4A642208AE2}" srcOrd="0" destOrd="0" presId="urn:microsoft.com/office/officeart/2008/layout/LinedList"/>
    <dgm:cxn modelId="{E4815DE3-1273-476C-B9F6-1434719FCFB0}" srcId="{42D71409-67F9-455C-8C6D-716D284AAA6B}" destId="{4F4D4284-B0EF-4251-AFE2-357BB6B12F87}" srcOrd="0" destOrd="0" parTransId="{E77DCF70-F433-4662-A5DD-01BCEB8290D8}" sibTransId="{5A1E31C6-6DBE-4BA9-8859-A43C503888D5}"/>
    <dgm:cxn modelId="{6C539AF8-5AE8-4915-8231-172BC73C7860}" type="presOf" srcId="{6AB131D1-28C6-4767-936A-7B912D28CA05}" destId="{CEE2CAC5-1004-4C43-A01E-0C1F2D8ECCFE}" srcOrd="0" destOrd="0" presId="urn:microsoft.com/office/officeart/2008/layout/LinedList"/>
    <dgm:cxn modelId="{111A82EA-24FD-4580-8E8D-B4562BEB2036}" type="presParOf" srcId="{E3C5C84D-7E21-4EE8-9D1C-AC6A5BE683D6}" destId="{DB56141A-D58C-4658-B5AF-E0E02C05AE4C}" srcOrd="0" destOrd="0" presId="urn:microsoft.com/office/officeart/2008/layout/LinedList"/>
    <dgm:cxn modelId="{0489A692-7394-40D9-8246-6A98119F10A6}" type="presParOf" srcId="{E3C5C84D-7E21-4EE8-9D1C-AC6A5BE683D6}" destId="{84B59F46-1DA1-4AE7-8984-3E6F24263A02}" srcOrd="1" destOrd="0" presId="urn:microsoft.com/office/officeart/2008/layout/LinedList"/>
    <dgm:cxn modelId="{91049A65-6C42-4EFD-9A6D-68E69FB39A5B}" type="presParOf" srcId="{84B59F46-1DA1-4AE7-8984-3E6F24263A02}" destId="{01821607-18C2-4239-9E4E-CD8A14A9780A}" srcOrd="0" destOrd="0" presId="urn:microsoft.com/office/officeart/2008/layout/LinedList"/>
    <dgm:cxn modelId="{5E278795-4B8F-475D-9E8E-C15CD513D77E}" type="presParOf" srcId="{84B59F46-1DA1-4AE7-8984-3E6F24263A02}" destId="{E9183401-F88E-4709-8681-7D01890630C0}" srcOrd="1" destOrd="0" presId="urn:microsoft.com/office/officeart/2008/layout/LinedList"/>
    <dgm:cxn modelId="{CBB995D4-4A2B-4E07-AB69-21E545C993EE}" type="presParOf" srcId="{E9183401-F88E-4709-8681-7D01890630C0}" destId="{51622F10-3657-4949-905B-8C47256F7D66}" srcOrd="0" destOrd="0" presId="urn:microsoft.com/office/officeart/2008/layout/LinedList"/>
    <dgm:cxn modelId="{EB1F34DA-D559-44F9-9F0A-B6FC934E91F9}" type="presParOf" srcId="{E9183401-F88E-4709-8681-7D01890630C0}" destId="{7FC474AA-0865-4218-9475-44C8386F0B57}" srcOrd="1" destOrd="0" presId="urn:microsoft.com/office/officeart/2008/layout/LinedList"/>
    <dgm:cxn modelId="{B8AF010B-1110-42FC-886A-412D48B35885}" type="presParOf" srcId="{7FC474AA-0865-4218-9475-44C8386F0B57}" destId="{196484F2-B25E-4E50-96BE-4E8E0EECD5F6}" srcOrd="0" destOrd="0" presId="urn:microsoft.com/office/officeart/2008/layout/LinedList"/>
    <dgm:cxn modelId="{9180B6A8-0C8C-433C-85ED-D14B9C0495F0}" type="presParOf" srcId="{7FC474AA-0865-4218-9475-44C8386F0B57}" destId="{DF724304-9E60-4CFA-9174-A77629B65355}" srcOrd="1" destOrd="0" presId="urn:microsoft.com/office/officeart/2008/layout/LinedList"/>
    <dgm:cxn modelId="{84202AA3-CC4E-48DF-AA85-E9042C33CE26}" type="presParOf" srcId="{7FC474AA-0865-4218-9475-44C8386F0B57}" destId="{1614DBD4-367F-48B1-894B-273700492321}" srcOrd="2" destOrd="0" presId="urn:microsoft.com/office/officeart/2008/layout/LinedList"/>
    <dgm:cxn modelId="{C9551427-8E41-4086-BA0F-6097BFB24EE6}" type="presParOf" srcId="{1614DBD4-367F-48B1-894B-273700492321}" destId="{C676ED0D-5513-4D0B-92F2-90A794E76205}" srcOrd="0" destOrd="0" presId="urn:microsoft.com/office/officeart/2008/layout/LinedList"/>
    <dgm:cxn modelId="{811FD2BD-CF63-4A0E-9BF6-76DA3F1D5B94}" type="presParOf" srcId="{C676ED0D-5513-4D0B-92F2-90A794E76205}" destId="{9E465B56-C796-4279-8829-AC2FFB46F1BE}" srcOrd="0" destOrd="0" presId="urn:microsoft.com/office/officeart/2008/layout/LinedList"/>
    <dgm:cxn modelId="{EA892AFE-2CBD-4565-B254-E46FF8E47B6A}" type="presParOf" srcId="{C676ED0D-5513-4D0B-92F2-90A794E76205}" destId="{CEE2CAC5-1004-4C43-A01E-0C1F2D8ECCFE}" srcOrd="1" destOrd="0" presId="urn:microsoft.com/office/officeart/2008/layout/LinedList"/>
    <dgm:cxn modelId="{BD44FCF3-3029-4C26-B292-97D5810950CB}" type="presParOf" srcId="{C676ED0D-5513-4D0B-92F2-90A794E76205}" destId="{33E93278-7290-431A-823D-7359B81C4292}" srcOrd="2" destOrd="0" presId="urn:microsoft.com/office/officeart/2008/layout/LinedList"/>
    <dgm:cxn modelId="{C64F3252-2825-4B0C-9AF7-BE6EC04E067D}" type="presParOf" srcId="{E9183401-F88E-4709-8681-7D01890630C0}" destId="{7C384037-85E1-4632-A4A1-A832D2F1AE5D}" srcOrd="2" destOrd="0" presId="urn:microsoft.com/office/officeart/2008/layout/LinedList"/>
    <dgm:cxn modelId="{7C57D6C0-2F23-401A-830A-3408D3891A8F}" type="presParOf" srcId="{E9183401-F88E-4709-8681-7D01890630C0}" destId="{D0B1FD37-9391-4040-89AD-8371EA220079}" srcOrd="3" destOrd="0" presId="urn:microsoft.com/office/officeart/2008/layout/LinedList"/>
    <dgm:cxn modelId="{DF3B664F-25B7-44C4-8FF0-1E0B430F0625}" type="presParOf" srcId="{E9183401-F88E-4709-8681-7D01890630C0}" destId="{16413565-5319-416C-8D45-07E3E42B22E8}" srcOrd="4" destOrd="0" presId="urn:microsoft.com/office/officeart/2008/layout/LinedList"/>
    <dgm:cxn modelId="{118A04C4-B6FF-4453-BDCB-D7AA4FB2D583}" type="presParOf" srcId="{16413565-5319-416C-8D45-07E3E42B22E8}" destId="{32D09781-7433-4CEE-86C0-8E3CFEB44E8D}" srcOrd="0" destOrd="0" presId="urn:microsoft.com/office/officeart/2008/layout/LinedList"/>
    <dgm:cxn modelId="{2C9CC716-1660-4F2D-90B5-DD62F098322E}" type="presParOf" srcId="{16413565-5319-416C-8D45-07E3E42B22E8}" destId="{06ACA069-CE79-4EF9-AD59-698BE017E3C0}" srcOrd="1" destOrd="0" presId="urn:microsoft.com/office/officeart/2008/layout/LinedList"/>
    <dgm:cxn modelId="{BD564920-8D69-4234-8914-863187792BE5}" type="presParOf" srcId="{16413565-5319-416C-8D45-07E3E42B22E8}" destId="{A3E31737-8D52-4054-97CB-11219F332936}" srcOrd="2" destOrd="0" presId="urn:microsoft.com/office/officeart/2008/layout/LinedList"/>
    <dgm:cxn modelId="{CD634308-F318-411D-B436-E93738693EE4}" type="presParOf" srcId="{E9183401-F88E-4709-8681-7D01890630C0}" destId="{6FA12343-6E1E-40E0-B13F-E3E0C6F1869A}" srcOrd="5" destOrd="0" presId="urn:microsoft.com/office/officeart/2008/layout/LinedList"/>
    <dgm:cxn modelId="{F744E565-D649-4F56-AAD0-A719F4762802}" type="presParOf" srcId="{E9183401-F88E-4709-8681-7D01890630C0}" destId="{8C3F0BAA-78C9-475E-9253-322029B5CE1C}" srcOrd="6" destOrd="0" presId="urn:microsoft.com/office/officeart/2008/layout/LinedList"/>
    <dgm:cxn modelId="{0FF68C17-0D4C-481A-B0CD-3CB0F18497A3}" type="presParOf" srcId="{E3C5C84D-7E21-4EE8-9D1C-AC6A5BE683D6}" destId="{B15BD3CF-6ECC-478F-8B43-CE5BA7EC2EAA}" srcOrd="2" destOrd="0" presId="urn:microsoft.com/office/officeart/2008/layout/LinedList"/>
    <dgm:cxn modelId="{74D191AB-B3E3-4C4D-922A-CBAE7FBCE807}" type="presParOf" srcId="{E3C5C84D-7E21-4EE8-9D1C-AC6A5BE683D6}" destId="{F737CBA4-CA8B-41A6-9C49-2D404BBF69C9}" srcOrd="3" destOrd="0" presId="urn:microsoft.com/office/officeart/2008/layout/LinedList"/>
    <dgm:cxn modelId="{AC34120A-FFE9-477C-B8A1-F71BBB2E350C}" type="presParOf" srcId="{F737CBA4-CA8B-41A6-9C49-2D404BBF69C9}" destId="{72AD20B4-FF47-4977-9FD1-77F1C95E804B}" srcOrd="0" destOrd="0" presId="urn:microsoft.com/office/officeart/2008/layout/LinedList"/>
    <dgm:cxn modelId="{5BE5D6C4-5C63-4BCA-B2C6-AEA59D4BE9F8}" type="presParOf" srcId="{F737CBA4-CA8B-41A6-9C49-2D404BBF69C9}" destId="{A35F419A-BC35-490E-A475-5150F65069FF}" srcOrd="1" destOrd="0" presId="urn:microsoft.com/office/officeart/2008/layout/LinedList"/>
    <dgm:cxn modelId="{47432D3B-5431-4D1F-8DD4-4064C687AD13}" type="presParOf" srcId="{A35F419A-BC35-490E-A475-5150F65069FF}" destId="{F200CEA8-3804-472E-98F5-E861FD0E5149}" srcOrd="0" destOrd="0" presId="urn:microsoft.com/office/officeart/2008/layout/LinedList"/>
    <dgm:cxn modelId="{0922514B-9210-4111-804B-2B3337AF1387}" type="presParOf" srcId="{A35F419A-BC35-490E-A475-5150F65069FF}" destId="{36BA90C3-8FEE-465B-A8F6-A8D4457B5DC0}" srcOrd="1" destOrd="0" presId="urn:microsoft.com/office/officeart/2008/layout/LinedList"/>
    <dgm:cxn modelId="{ABAE5B93-878B-4410-B18C-DFC77554B154}" type="presParOf" srcId="{36BA90C3-8FEE-465B-A8F6-A8D4457B5DC0}" destId="{C889ED5C-4DD5-4C21-A336-70A56EF046CD}" srcOrd="0" destOrd="0" presId="urn:microsoft.com/office/officeart/2008/layout/LinedList"/>
    <dgm:cxn modelId="{4F4F228A-C204-45DE-A948-5B5AD29D7455}" type="presParOf" srcId="{36BA90C3-8FEE-465B-A8F6-A8D4457B5DC0}" destId="{CD6D5A18-C1A9-4D3E-9AEB-78FE1CE29C96}" srcOrd="1" destOrd="0" presId="urn:microsoft.com/office/officeart/2008/layout/LinedList"/>
    <dgm:cxn modelId="{AFAC9C7E-1FEA-42FB-8219-842427177CB4}" type="presParOf" srcId="{36BA90C3-8FEE-465B-A8F6-A8D4457B5DC0}" destId="{68B22B2A-CBB4-4E56-A0DB-94366BB8F631}" srcOrd="2" destOrd="0" presId="urn:microsoft.com/office/officeart/2008/layout/LinedList"/>
    <dgm:cxn modelId="{665B8258-3917-4907-A251-695DA128287B}" type="presParOf" srcId="{A35F419A-BC35-490E-A475-5150F65069FF}" destId="{5425A115-60EF-44A0-B7C7-6BFA5890A80F}" srcOrd="2" destOrd="0" presId="urn:microsoft.com/office/officeart/2008/layout/LinedList"/>
    <dgm:cxn modelId="{F3224031-DBC8-484B-8C0C-D92110F4BB90}" type="presParOf" srcId="{A35F419A-BC35-490E-A475-5150F65069FF}" destId="{E0470A76-13DE-4FCE-8F18-58FF44E6A219}" srcOrd="3" destOrd="0" presId="urn:microsoft.com/office/officeart/2008/layout/LinedList"/>
    <dgm:cxn modelId="{56E89EE5-EB6B-4A20-85C9-A87A2243FC01}" type="presParOf" srcId="{A35F419A-BC35-490E-A475-5150F65069FF}" destId="{AC8FE21F-5D22-4780-BD61-7ECE52F30885}" srcOrd="4" destOrd="0" presId="urn:microsoft.com/office/officeart/2008/layout/LinedList"/>
    <dgm:cxn modelId="{BF1EB8B3-8E1D-4F0B-AC37-60E840B67B13}" type="presParOf" srcId="{AC8FE21F-5D22-4780-BD61-7ECE52F30885}" destId="{DA317DCC-0A42-471B-A717-8B60D3E78E4B}" srcOrd="0" destOrd="0" presId="urn:microsoft.com/office/officeart/2008/layout/LinedList"/>
    <dgm:cxn modelId="{088352C3-C0FF-430B-B231-4984C9967691}" type="presParOf" srcId="{AC8FE21F-5D22-4780-BD61-7ECE52F30885}" destId="{F3F1F499-3F6D-49EF-A05B-D2C38DAFB7CC}" srcOrd="1" destOrd="0" presId="urn:microsoft.com/office/officeart/2008/layout/LinedList"/>
    <dgm:cxn modelId="{308CEB33-9B5C-4EAA-9AD0-8D98FC4E3FF7}" type="presParOf" srcId="{AC8FE21F-5D22-4780-BD61-7ECE52F30885}" destId="{CB2F77F9-866F-4967-9CF1-B184961D371A}" srcOrd="2" destOrd="0" presId="urn:microsoft.com/office/officeart/2008/layout/LinedList"/>
    <dgm:cxn modelId="{62ED96C9-2314-45E9-9F81-6A83A51E4FFD}" type="presParOf" srcId="{A35F419A-BC35-490E-A475-5150F65069FF}" destId="{911E4E5C-8584-4C01-B6FD-3C463D4D7B68}" srcOrd="5" destOrd="0" presId="urn:microsoft.com/office/officeart/2008/layout/LinedList"/>
    <dgm:cxn modelId="{8FD70571-BA99-451A-AD09-1AAE7EF74127}" type="presParOf" srcId="{A35F419A-BC35-490E-A475-5150F65069FF}" destId="{03B7457D-F60E-4D6C-ACE7-181D44DE2ADF}" srcOrd="6" destOrd="0" presId="urn:microsoft.com/office/officeart/2008/layout/LinedList"/>
    <dgm:cxn modelId="{8877B98B-CC28-4A29-B0D5-367AB60C9B44}" type="presParOf" srcId="{E3C5C84D-7E21-4EE8-9D1C-AC6A5BE683D6}" destId="{51A958EA-7AB2-41BB-B60D-38C6FCA1919C}" srcOrd="4" destOrd="0" presId="urn:microsoft.com/office/officeart/2008/layout/LinedList"/>
    <dgm:cxn modelId="{58B2DA7C-9FA8-455A-A099-77915FBF7EA5}" type="presParOf" srcId="{E3C5C84D-7E21-4EE8-9D1C-AC6A5BE683D6}" destId="{397420F6-EB90-46CA-B1D9-86DADA2148CF}" srcOrd="5" destOrd="0" presId="urn:microsoft.com/office/officeart/2008/layout/LinedList"/>
    <dgm:cxn modelId="{C248EB56-34EB-41D5-A6EF-7CBB47E19560}" type="presParOf" srcId="{397420F6-EB90-46CA-B1D9-86DADA2148CF}" destId="{D365A88C-608F-4502-A417-E4A642208AE2}" srcOrd="0" destOrd="0" presId="urn:microsoft.com/office/officeart/2008/layout/LinedList"/>
    <dgm:cxn modelId="{80516F07-9DA4-40A1-812B-641F057D215A}" type="presParOf" srcId="{397420F6-EB90-46CA-B1D9-86DADA2148CF}" destId="{60DE2736-7312-424E-944E-0625E8A37555}" srcOrd="1" destOrd="0" presId="urn:microsoft.com/office/officeart/2008/layout/LinedList"/>
    <dgm:cxn modelId="{5D758D51-FF2E-4F6C-BCD0-52CF8BFBEB27}" type="presParOf" srcId="{60DE2736-7312-424E-944E-0625E8A37555}" destId="{08D3A85F-A3A8-4A06-9507-1AB0103A8018}" srcOrd="0" destOrd="0" presId="urn:microsoft.com/office/officeart/2008/layout/LinedList"/>
    <dgm:cxn modelId="{58073C72-68AD-4CC8-8474-39803D4021C8}" type="presParOf" srcId="{60DE2736-7312-424E-944E-0625E8A37555}" destId="{306CFB36-2BE5-4750-8C0A-A995534BAF7C}" srcOrd="1" destOrd="0" presId="urn:microsoft.com/office/officeart/2008/layout/LinedList"/>
    <dgm:cxn modelId="{CF32F42A-5BD0-4535-BDDD-37002CF8241B}" type="presParOf" srcId="{306CFB36-2BE5-4750-8C0A-A995534BAF7C}" destId="{87638AEA-7BD6-471A-B944-AE26545667D5}" srcOrd="0" destOrd="0" presId="urn:microsoft.com/office/officeart/2008/layout/LinedList"/>
    <dgm:cxn modelId="{47E63030-580F-4220-A886-621D7BC0E1FB}" type="presParOf" srcId="{306CFB36-2BE5-4750-8C0A-A995534BAF7C}" destId="{2155879C-4425-42D9-87F9-7B9CD8CE29D5}" srcOrd="1" destOrd="0" presId="urn:microsoft.com/office/officeart/2008/layout/LinedList"/>
    <dgm:cxn modelId="{FE5F5295-6482-4FEA-A0E9-E86281D7A6DB}" type="presParOf" srcId="{306CFB36-2BE5-4750-8C0A-A995534BAF7C}" destId="{51E32AEF-6619-4E77-A521-B35E1697E9FA}" srcOrd="2" destOrd="0" presId="urn:microsoft.com/office/officeart/2008/layout/LinedList"/>
    <dgm:cxn modelId="{3E01F4B8-EBFE-4342-86C3-6E71C14FCF22}" type="presParOf" srcId="{60DE2736-7312-424E-944E-0625E8A37555}" destId="{5677B94D-5C22-48D3-B581-C96AD90FF2FF}" srcOrd="2" destOrd="0" presId="urn:microsoft.com/office/officeart/2008/layout/LinedList"/>
    <dgm:cxn modelId="{FE266468-822A-4210-9971-F29F0FCCE47D}" type="presParOf" srcId="{60DE2736-7312-424E-944E-0625E8A37555}" destId="{A599862B-D684-4F6F-9D21-D05C995A86CF}" srcOrd="3" destOrd="0" presId="urn:microsoft.com/office/officeart/2008/layout/LinedList"/>
    <dgm:cxn modelId="{CF883882-E234-4869-9CF9-C3703F36474C}" type="presParOf" srcId="{60DE2736-7312-424E-944E-0625E8A37555}" destId="{CACFEE0C-9880-477D-A763-D2119FD60B06}" srcOrd="4" destOrd="0" presId="urn:microsoft.com/office/officeart/2008/layout/LinedList"/>
    <dgm:cxn modelId="{7D9C1DBC-3E2D-41AA-BEF5-CAE2B575FCC7}" type="presParOf" srcId="{CACFEE0C-9880-477D-A763-D2119FD60B06}" destId="{F288DDA1-7849-4F72-BA22-B6E10DC7163B}" srcOrd="0" destOrd="0" presId="urn:microsoft.com/office/officeart/2008/layout/LinedList"/>
    <dgm:cxn modelId="{40079558-9671-45AA-9B5E-F93C29E42092}" type="presParOf" srcId="{CACFEE0C-9880-477D-A763-D2119FD60B06}" destId="{57E807C4-F20C-45A7-B213-7A6A879DAE20}" srcOrd="1" destOrd="0" presId="urn:microsoft.com/office/officeart/2008/layout/LinedList"/>
    <dgm:cxn modelId="{510FF4F1-CD3F-4D3C-89EE-26FD4E8D2818}" type="presParOf" srcId="{CACFEE0C-9880-477D-A763-D2119FD60B06}" destId="{1A320F4F-0622-4DEE-B88A-7C27887706A7}" srcOrd="2" destOrd="0" presId="urn:microsoft.com/office/officeart/2008/layout/LinedList"/>
    <dgm:cxn modelId="{43DFA118-4BFB-4D83-ACEC-040F9C2F2188}" type="presParOf" srcId="{60DE2736-7312-424E-944E-0625E8A37555}" destId="{C29E72C7-5538-40C1-B839-9D0465BC109F}" srcOrd="5" destOrd="0" presId="urn:microsoft.com/office/officeart/2008/layout/LinedList"/>
    <dgm:cxn modelId="{32166672-DA8A-4439-9D74-858BB10CC031}" type="presParOf" srcId="{60DE2736-7312-424E-944E-0625E8A37555}" destId="{2F9264B4-CBC8-4A87-86F0-C5BF0CD0DBED}" srcOrd="6" destOrd="0" presId="urn:microsoft.com/office/officeart/2008/layout/LinedList"/>
    <dgm:cxn modelId="{D1EAD039-18AF-430B-A673-176DB186FBEA}" type="presParOf" srcId="{E3C5C84D-7E21-4EE8-9D1C-AC6A5BE683D6}" destId="{BA7E3266-0FEB-40D6-A1AA-A7971322840D}" srcOrd="6" destOrd="0" presId="urn:microsoft.com/office/officeart/2008/layout/LinedList"/>
    <dgm:cxn modelId="{4E14CE76-0C35-4523-AB68-485A67E3C615}" type="presParOf" srcId="{E3C5C84D-7E21-4EE8-9D1C-AC6A5BE683D6}" destId="{51661FFF-0E3B-4F44-9217-DB87503FC92C}" srcOrd="7" destOrd="0" presId="urn:microsoft.com/office/officeart/2008/layout/LinedList"/>
    <dgm:cxn modelId="{B6F1473B-83A5-4443-9664-194F24254AB3}" type="presParOf" srcId="{51661FFF-0E3B-4F44-9217-DB87503FC92C}" destId="{A0DBFA98-DD15-4BA1-A23C-A688F1CFCE81}" srcOrd="0" destOrd="0" presId="urn:microsoft.com/office/officeart/2008/layout/LinedList"/>
    <dgm:cxn modelId="{AE666D16-5F1A-479F-93B6-996150F84D23}" type="presParOf" srcId="{51661FFF-0E3B-4F44-9217-DB87503FC92C}" destId="{EE2F0D28-071C-4820-AA79-45B82B742178}" srcOrd="1" destOrd="0" presId="urn:microsoft.com/office/officeart/2008/layout/LinedList"/>
    <dgm:cxn modelId="{90F031EF-F49E-46A7-91C3-0FF0684151C1}" type="presParOf" srcId="{EE2F0D28-071C-4820-AA79-45B82B742178}" destId="{6136F5D9-28FF-4D64-B601-AED9B3447915}" srcOrd="0" destOrd="0" presId="urn:microsoft.com/office/officeart/2008/layout/LinedList"/>
    <dgm:cxn modelId="{096CEC66-9CFF-4C95-BA6F-3BEA603006DF}" type="presParOf" srcId="{EE2F0D28-071C-4820-AA79-45B82B742178}" destId="{403AA6FA-4ADC-4C16-B169-4D9FE72D6ED5}" srcOrd="1" destOrd="0" presId="urn:microsoft.com/office/officeart/2008/layout/LinedList"/>
    <dgm:cxn modelId="{7AB3F9CB-B437-4625-8C5C-ACAADA9BB70F}" type="presParOf" srcId="{403AA6FA-4ADC-4C16-B169-4D9FE72D6ED5}" destId="{5A52B175-847E-423D-8390-09C354775C36}" srcOrd="0" destOrd="0" presId="urn:microsoft.com/office/officeart/2008/layout/LinedList"/>
    <dgm:cxn modelId="{24D8604B-C5C4-46FF-B139-C6CCA52BB1E2}" type="presParOf" srcId="{403AA6FA-4ADC-4C16-B169-4D9FE72D6ED5}" destId="{B75D0EAA-820B-4404-9C5D-059F4BC8B4F1}" srcOrd="1" destOrd="0" presId="urn:microsoft.com/office/officeart/2008/layout/LinedList"/>
    <dgm:cxn modelId="{3E2A33E2-8E21-46D2-BCBB-52B88A38D36D}" type="presParOf" srcId="{403AA6FA-4ADC-4C16-B169-4D9FE72D6ED5}" destId="{C3494F1F-17DD-4B46-A72B-0152D4D73942}" srcOrd="2" destOrd="0" presId="urn:microsoft.com/office/officeart/2008/layout/LinedList"/>
    <dgm:cxn modelId="{8169A469-FB98-4C51-93F1-102B80AEBEDC}" type="presParOf" srcId="{EE2F0D28-071C-4820-AA79-45B82B742178}" destId="{6204AFA2-0EC1-4C17-914F-CE8726263CA7}" srcOrd="2" destOrd="0" presId="urn:microsoft.com/office/officeart/2008/layout/LinedList"/>
    <dgm:cxn modelId="{BE1F9B42-8CB8-4017-B7C1-6AFBBEF9FFE9}" type="presParOf" srcId="{EE2F0D28-071C-4820-AA79-45B82B742178}" destId="{C592083C-3DFB-4C57-9DBA-395E69F80F04}" srcOrd="3" destOrd="0" presId="urn:microsoft.com/office/officeart/2008/layout/LinedList"/>
    <dgm:cxn modelId="{9518EBA2-73D1-4E65-872A-CFA000B84E57}" type="presParOf" srcId="{EE2F0D28-071C-4820-AA79-45B82B742178}" destId="{74A2671B-C1C2-4FF8-904A-BB3373F819C2}" srcOrd="4" destOrd="0" presId="urn:microsoft.com/office/officeart/2008/layout/LinedList"/>
    <dgm:cxn modelId="{0DDB1321-82AC-45E8-B591-529101ACC673}" type="presParOf" srcId="{74A2671B-C1C2-4FF8-904A-BB3373F819C2}" destId="{8C60575F-454C-4B00-9E77-5A761A189E72}" srcOrd="0" destOrd="0" presId="urn:microsoft.com/office/officeart/2008/layout/LinedList"/>
    <dgm:cxn modelId="{571CCA12-84B2-4F3D-8C5F-D5EF5200D0A5}" type="presParOf" srcId="{74A2671B-C1C2-4FF8-904A-BB3373F819C2}" destId="{D7B93CE3-4B01-43F0-A9F0-DCA577A415FB}" srcOrd="1" destOrd="0" presId="urn:microsoft.com/office/officeart/2008/layout/LinedList"/>
    <dgm:cxn modelId="{37006996-50C5-4C1A-8F8A-EC5E2EC51FCA}" type="presParOf" srcId="{74A2671B-C1C2-4FF8-904A-BB3373F819C2}" destId="{18E14AF5-D230-4D9F-9BEF-26C0E6433F74}" srcOrd="2" destOrd="0" presId="urn:microsoft.com/office/officeart/2008/layout/LinedList"/>
    <dgm:cxn modelId="{97EE0AD6-DBD3-4419-9E4B-621EED31C8F6}" type="presParOf" srcId="{EE2F0D28-071C-4820-AA79-45B82B742178}" destId="{88D74616-EE85-44BE-8C76-ED8CC48DF167}" srcOrd="5" destOrd="0" presId="urn:microsoft.com/office/officeart/2008/layout/LinedList"/>
    <dgm:cxn modelId="{9BE81FC7-61B9-41A6-9F70-9457958BBBC5}" type="presParOf" srcId="{EE2F0D28-071C-4820-AA79-45B82B742178}" destId="{893A95B2-91A0-4859-8886-E4304D194A80}" srcOrd="6" destOrd="0" presId="urn:microsoft.com/office/officeart/2008/layout/LinedList"/>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3.xml><?xml version="1.0" encoding="utf-8"?>
<dgm:dataModel xmlns:dgm="http://schemas.openxmlformats.org/drawingml/2006/diagram" xmlns:a="http://schemas.openxmlformats.org/drawingml/2006/main">
  <dgm:ptLst>
    <dgm:pt modelId="{B9C32B05-62EA-407A-B21C-2310C7945705}" type="doc">
      <dgm:prSet loTypeId="urn:microsoft.com/office/officeart/2005/8/layout/vList2" loCatId="list"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F66099B6-DBBD-4AB0-82D2-877B80F846F7}">
      <dgm:prSet phldrT="[Text]"/>
      <dgm:spPr/>
      <dgm:t>
        <a:bodyPr/>
        <a:lstStyle/>
        <a:p>
          <a:r>
            <a:rPr lang="en-US" dirty="0"/>
            <a:t>Lorem Ipsum</a:t>
          </a:r>
        </a:p>
      </dgm:t>
    </dgm:pt>
    <dgm:pt modelId="{B09C8BFB-F41C-4AC4-AB94-F216E3081C2D}" type="parTrans" cxnId="{B4F3EA32-CE64-4A92-9BAE-BC57E5392B05}">
      <dgm:prSet/>
      <dgm:spPr/>
      <dgm:t>
        <a:bodyPr/>
        <a:lstStyle/>
        <a:p>
          <a:endParaRPr lang="en-US"/>
        </a:p>
      </dgm:t>
    </dgm:pt>
    <dgm:pt modelId="{BC531B32-9B0E-482E-BF91-65C61F17168D}" type="sibTrans" cxnId="{B4F3EA32-CE64-4A92-9BAE-BC57E5392B05}">
      <dgm:prSet/>
      <dgm:spPr/>
      <dgm:t>
        <a:bodyPr/>
        <a:lstStyle/>
        <a:p>
          <a:endParaRPr lang="en-US"/>
        </a:p>
      </dgm:t>
    </dgm:pt>
    <dgm:pt modelId="{EE62A4F6-4AC4-435B-990E-81A71CE8CAC7}">
      <dgm:prSet phldrT="[Text]"/>
      <dgm:spPr/>
      <dgm:t>
        <a:bodyPr/>
        <a:lstStyle/>
        <a:p>
          <a:r>
            <a:rPr lang="en-US" dirty="0"/>
            <a:t>Lorem Ipsum</a:t>
          </a:r>
        </a:p>
      </dgm:t>
    </dgm:pt>
    <dgm:pt modelId="{F287B947-7343-4FA2-B288-B23A59FFAE31}" type="parTrans" cxnId="{3A2CECA6-0C5B-46BB-B7C6-7D37E9D210BD}">
      <dgm:prSet/>
      <dgm:spPr/>
      <dgm:t>
        <a:bodyPr/>
        <a:lstStyle/>
        <a:p>
          <a:endParaRPr lang="en-US"/>
        </a:p>
      </dgm:t>
    </dgm:pt>
    <dgm:pt modelId="{389F9A93-0231-4877-8C41-5D5B8DD7AAC0}" type="sibTrans" cxnId="{3A2CECA6-0C5B-46BB-B7C6-7D37E9D210BD}">
      <dgm:prSet/>
      <dgm:spPr/>
      <dgm:t>
        <a:bodyPr/>
        <a:lstStyle/>
        <a:p>
          <a:endParaRPr lang="en-US"/>
        </a:p>
      </dgm:t>
    </dgm:pt>
    <dgm:pt modelId="{B6D9DE15-697B-42C2-B6A1-CE31260EED93}">
      <dgm:prSet phldrT="[Text]"/>
      <dgm:spPr/>
      <dgm:t>
        <a:bodyPr/>
        <a:lstStyle/>
        <a:p>
          <a:r>
            <a:rPr lang="en-US" dirty="0"/>
            <a:t>Lorem Ipsum</a:t>
          </a:r>
        </a:p>
      </dgm:t>
    </dgm:pt>
    <dgm:pt modelId="{EAC9FC21-5112-4CCF-8070-06ED15ED24ED}" type="parTrans" cxnId="{40513FB0-F94C-499F-9A0B-9E0341D0A0C2}">
      <dgm:prSet/>
      <dgm:spPr/>
      <dgm:t>
        <a:bodyPr/>
        <a:lstStyle/>
        <a:p>
          <a:endParaRPr lang="en-US"/>
        </a:p>
      </dgm:t>
    </dgm:pt>
    <dgm:pt modelId="{B605B681-1ACB-4650-8600-F9223ABDDC16}" type="sibTrans" cxnId="{40513FB0-F94C-499F-9A0B-9E0341D0A0C2}">
      <dgm:prSet/>
      <dgm:spPr/>
      <dgm:t>
        <a:bodyPr/>
        <a:lstStyle/>
        <a:p>
          <a:endParaRPr lang="en-US"/>
        </a:p>
      </dgm:t>
    </dgm:pt>
    <dgm:pt modelId="{D1A33548-E2ED-4E18-803E-44612B9428A5}">
      <dgm:prSet phldrT="[Text]"/>
      <dgm:spPr/>
      <dgm:t>
        <a:bodyPr/>
        <a:lstStyle/>
        <a:p>
          <a:r>
            <a:rPr lang="en-US" dirty="0"/>
            <a:t>Some text here</a:t>
          </a:r>
        </a:p>
      </dgm:t>
    </dgm:pt>
    <dgm:pt modelId="{D0B5BDD6-6478-41B0-BCA5-16AEC06088DF}" type="parTrans" cxnId="{40792BEB-CB26-41D4-ACD6-EB7E300A27D4}">
      <dgm:prSet/>
      <dgm:spPr/>
      <dgm:t>
        <a:bodyPr/>
        <a:lstStyle/>
        <a:p>
          <a:endParaRPr lang="en-US"/>
        </a:p>
      </dgm:t>
    </dgm:pt>
    <dgm:pt modelId="{0CFA9B24-3E46-49B2-9EA5-981AFE53A02A}" type="sibTrans" cxnId="{40792BEB-CB26-41D4-ACD6-EB7E300A27D4}">
      <dgm:prSet/>
      <dgm:spPr/>
      <dgm:t>
        <a:bodyPr/>
        <a:lstStyle/>
        <a:p>
          <a:endParaRPr lang="en-US"/>
        </a:p>
      </dgm:t>
    </dgm:pt>
    <dgm:pt modelId="{F5ABBB50-9AC2-4E33-82C9-E601BA4CE7DE}">
      <dgm:prSet phldrT="[Text]"/>
      <dgm:spPr/>
      <dgm:t>
        <a:bodyPr/>
        <a:lstStyle/>
        <a:p>
          <a:r>
            <a:rPr lang="en-US" dirty="0"/>
            <a:t>Some text here</a:t>
          </a:r>
        </a:p>
      </dgm:t>
    </dgm:pt>
    <dgm:pt modelId="{90C03127-74E5-4EAA-920D-A0E62275E1DF}" type="parTrans" cxnId="{2FC63A58-3A06-4AE2-8A94-944EA99E12A9}">
      <dgm:prSet/>
      <dgm:spPr/>
      <dgm:t>
        <a:bodyPr/>
        <a:lstStyle/>
        <a:p>
          <a:endParaRPr lang="en-US"/>
        </a:p>
      </dgm:t>
    </dgm:pt>
    <dgm:pt modelId="{638B7761-4721-4AD2-9297-3601E5FB0573}" type="sibTrans" cxnId="{2FC63A58-3A06-4AE2-8A94-944EA99E12A9}">
      <dgm:prSet/>
      <dgm:spPr/>
      <dgm:t>
        <a:bodyPr/>
        <a:lstStyle/>
        <a:p>
          <a:endParaRPr lang="en-US"/>
        </a:p>
      </dgm:t>
    </dgm:pt>
    <dgm:pt modelId="{B371A1BA-9679-4AF2-ABE4-E379672A8A94}">
      <dgm:prSet phldrT="[Text]"/>
      <dgm:spPr/>
      <dgm:t>
        <a:bodyPr/>
        <a:lstStyle/>
        <a:p>
          <a:r>
            <a:rPr lang="en-US" dirty="0"/>
            <a:t>Some text here</a:t>
          </a:r>
        </a:p>
      </dgm:t>
    </dgm:pt>
    <dgm:pt modelId="{3345FD20-B13A-40CC-B4DF-9200329DC119}" type="parTrans" cxnId="{119C055D-D84A-4110-867D-48223ECB7D37}">
      <dgm:prSet/>
      <dgm:spPr/>
      <dgm:t>
        <a:bodyPr/>
        <a:lstStyle/>
        <a:p>
          <a:endParaRPr lang="en-US"/>
        </a:p>
      </dgm:t>
    </dgm:pt>
    <dgm:pt modelId="{FB8D758D-01CD-489D-993C-62A3B0CA51A3}" type="sibTrans" cxnId="{119C055D-D84A-4110-867D-48223ECB7D37}">
      <dgm:prSet/>
      <dgm:spPr/>
      <dgm:t>
        <a:bodyPr/>
        <a:lstStyle/>
        <a:p>
          <a:endParaRPr lang="en-US"/>
        </a:p>
      </dgm:t>
    </dgm:pt>
    <dgm:pt modelId="{24E23675-F50E-4F0E-A639-69788B3E46EC}">
      <dgm:prSet phldrT="[Text]"/>
      <dgm:spPr/>
      <dgm:t>
        <a:bodyPr/>
        <a:lstStyle/>
        <a:p>
          <a:r>
            <a:rPr lang="en-US" dirty="0"/>
            <a:t>Some text here</a:t>
          </a:r>
        </a:p>
      </dgm:t>
    </dgm:pt>
    <dgm:pt modelId="{BC05C670-5C36-405E-873C-D1CD6E19797A}" type="parTrans" cxnId="{205815B8-543A-42B7-A864-6F8F7499D3AA}">
      <dgm:prSet/>
      <dgm:spPr/>
      <dgm:t>
        <a:bodyPr/>
        <a:lstStyle/>
        <a:p>
          <a:endParaRPr lang="en-US"/>
        </a:p>
      </dgm:t>
    </dgm:pt>
    <dgm:pt modelId="{F5B276A9-8C45-401A-A674-22D70B779E49}" type="sibTrans" cxnId="{205815B8-543A-42B7-A864-6F8F7499D3AA}">
      <dgm:prSet/>
      <dgm:spPr/>
      <dgm:t>
        <a:bodyPr/>
        <a:lstStyle/>
        <a:p>
          <a:endParaRPr lang="en-US"/>
        </a:p>
      </dgm:t>
    </dgm:pt>
    <dgm:pt modelId="{38FE19BE-E586-4DF3-B91B-1D742AB8BD33}">
      <dgm:prSet phldrT="[Text]"/>
      <dgm:spPr/>
      <dgm:t>
        <a:bodyPr/>
        <a:lstStyle/>
        <a:p>
          <a:r>
            <a:rPr lang="en-US" dirty="0"/>
            <a:t>Some text here</a:t>
          </a:r>
        </a:p>
      </dgm:t>
    </dgm:pt>
    <dgm:pt modelId="{329E2396-320C-40FB-AF8E-55E8DD22B24B}" type="parTrans" cxnId="{08961636-A678-49E9-B6EF-7017C95F4497}">
      <dgm:prSet/>
      <dgm:spPr/>
      <dgm:t>
        <a:bodyPr/>
        <a:lstStyle/>
        <a:p>
          <a:endParaRPr lang="en-US"/>
        </a:p>
      </dgm:t>
    </dgm:pt>
    <dgm:pt modelId="{4EC995D2-B29F-4654-9017-7514885ABA18}" type="sibTrans" cxnId="{08961636-A678-49E9-B6EF-7017C95F4497}">
      <dgm:prSet/>
      <dgm:spPr/>
      <dgm:t>
        <a:bodyPr/>
        <a:lstStyle/>
        <a:p>
          <a:endParaRPr lang="en-US"/>
        </a:p>
      </dgm:t>
    </dgm:pt>
    <dgm:pt modelId="{884B67DE-0ABB-46F5-9FE1-60CF5F2C4A1F}">
      <dgm:prSet phldrT="[Text]"/>
      <dgm:spPr/>
      <dgm:t>
        <a:bodyPr/>
        <a:lstStyle/>
        <a:p>
          <a:r>
            <a:rPr lang="en-US" dirty="0"/>
            <a:t>Some text here</a:t>
          </a:r>
        </a:p>
      </dgm:t>
    </dgm:pt>
    <dgm:pt modelId="{2968AAD1-CDCF-4481-AFF6-65EBE26D4F06}" type="parTrans" cxnId="{94E35A19-3379-4F8E-B4CD-AC54ABC6CA35}">
      <dgm:prSet/>
      <dgm:spPr/>
      <dgm:t>
        <a:bodyPr/>
        <a:lstStyle/>
        <a:p>
          <a:endParaRPr lang="en-US"/>
        </a:p>
      </dgm:t>
    </dgm:pt>
    <dgm:pt modelId="{6482594B-47D7-4699-8C02-E00BABC7E08D}" type="sibTrans" cxnId="{94E35A19-3379-4F8E-B4CD-AC54ABC6CA35}">
      <dgm:prSet/>
      <dgm:spPr/>
      <dgm:t>
        <a:bodyPr/>
        <a:lstStyle/>
        <a:p>
          <a:endParaRPr lang="en-US"/>
        </a:p>
      </dgm:t>
    </dgm:pt>
    <dgm:pt modelId="{9183685B-4655-4C5E-9B2B-4516CE9197C1}">
      <dgm:prSet phldrT="[Text]"/>
      <dgm:spPr/>
      <dgm:t>
        <a:bodyPr/>
        <a:lstStyle/>
        <a:p>
          <a:r>
            <a:rPr lang="en-US" dirty="0"/>
            <a:t>Some text here</a:t>
          </a:r>
        </a:p>
      </dgm:t>
    </dgm:pt>
    <dgm:pt modelId="{A1098123-23A8-496C-94CC-87293704C750}" type="parTrans" cxnId="{59D76242-380F-475A-833C-DAE8A09153A0}">
      <dgm:prSet/>
      <dgm:spPr/>
      <dgm:t>
        <a:bodyPr/>
        <a:lstStyle/>
        <a:p>
          <a:endParaRPr lang="en-US"/>
        </a:p>
      </dgm:t>
    </dgm:pt>
    <dgm:pt modelId="{00D9F92F-3756-4A8F-A8D2-B1580CE8C1AC}" type="sibTrans" cxnId="{59D76242-380F-475A-833C-DAE8A09153A0}">
      <dgm:prSet/>
      <dgm:spPr/>
      <dgm:t>
        <a:bodyPr/>
        <a:lstStyle/>
        <a:p>
          <a:endParaRPr lang="en-US"/>
        </a:p>
      </dgm:t>
    </dgm:pt>
    <dgm:pt modelId="{33A729B5-1CD1-41B5-B9BD-F14B269B5676}">
      <dgm:prSet phldrT="[Text]"/>
      <dgm:spPr/>
      <dgm:t>
        <a:bodyPr/>
        <a:lstStyle/>
        <a:p>
          <a:r>
            <a:rPr lang="en-US" dirty="0"/>
            <a:t>Some text here</a:t>
          </a:r>
        </a:p>
      </dgm:t>
    </dgm:pt>
    <dgm:pt modelId="{8A0390FD-254C-42A6-A012-C9695C6E04D1}" type="parTrans" cxnId="{C2F0AA29-66B6-4334-B68F-56D4ADED8D53}">
      <dgm:prSet/>
      <dgm:spPr/>
      <dgm:t>
        <a:bodyPr/>
        <a:lstStyle/>
        <a:p>
          <a:endParaRPr lang="en-US"/>
        </a:p>
      </dgm:t>
    </dgm:pt>
    <dgm:pt modelId="{AA157E05-E900-4DF7-BAC3-50BDD6D7188B}" type="sibTrans" cxnId="{C2F0AA29-66B6-4334-B68F-56D4ADED8D53}">
      <dgm:prSet/>
      <dgm:spPr/>
      <dgm:t>
        <a:bodyPr/>
        <a:lstStyle/>
        <a:p>
          <a:endParaRPr lang="en-US"/>
        </a:p>
      </dgm:t>
    </dgm:pt>
    <dgm:pt modelId="{2D6CC8F4-FA96-41B6-BBA7-DA9AFACE8294}" type="pres">
      <dgm:prSet presAssocID="{B9C32B05-62EA-407A-B21C-2310C7945705}" presName="linear" presStyleCnt="0">
        <dgm:presLayoutVars>
          <dgm:animLvl val="lvl"/>
          <dgm:resizeHandles val="exact"/>
        </dgm:presLayoutVars>
      </dgm:prSet>
      <dgm:spPr/>
    </dgm:pt>
    <dgm:pt modelId="{20DE0CAA-39FC-41B4-9154-3E63B63DEB1E}" type="pres">
      <dgm:prSet presAssocID="{42D71409-67F9-455C-8C6D-716D284AAA6B}" presName="parentText" presStyleLbl="node1" presStyleIdx="0" presStyleCnt="4">
        <dgm:presLayoutVars>
          <dgm:chMax val="0"/>
          <dgm:bulletEnabled val="1"/>
        </dgm:presLayoutVars>
      </dgm:prSet>
      <dgm:spPr/>
    </dgm:pt>
    <dgm:pt modelId="{C1EEBF41-EF24-49B7-93C0-A97FBF4ABFB2}" type="pres">
      <dgm:prSet presAssocID="{42D71409-67F9-455C-8C6D-716D284AAA6B}" presName="childText" presStyleLbl="revTx" presStyleIdx="0" presStyleCnt="4">
        <dgm:presLayoutVars>
          <dgm:bulletEnabled val="1"/>
        </dgm:presLayoutVars>
      </dgm:prSet>
      <dgm:spPr/>
    </dgm:pt>
    <dgm:pt modelId="{FD198AF8-9B6D-492B-BCCF-5B14789B523F}" type="pres">
      <dgm:prSet presAssocID="{F66099B6-DBBD-4AB0-82D2-877B80F846F7}" presName="parentText" presStyleLbl="node1" presStyleIdx="1" presStyleCnt="4">
        <dgm:presLayoutVars>
          <dgm:chMax val="0"/>
          <dgm:bulletEnabled val="1"/>
        </dgm:presLayoutVars>
      </dgm:prSet>
      <dgm:spPr/>
    </dgm:pt>
    <dgm:pt modelId="{A3D055C9-D29D-4E47-8921-6BD67F875901}" type="pres">
      <dgm:prSet presAssocID="{F66099B6-DBBD-4AB0-82D2-877B80F846F7}" presName="childText" presStyleLbl="revTx" presStyleIdx="1" presStyleCnt="4">
        <dgm:presLayoutVars>
          <dgm:bulletEnabled val="1"/>
        </dgm:presLayoutVars>
      </dgm:prSet>
      <dgm:spPr/>
    </dgm:pt>
    <dgm:pt modelId="{7DE15947-2DD6-4DA2-ADE2-AD26D97BEAEC}" type="pres">
      <dgm:prSet presAssocID="{EE62A4F6-4AC4-435B-990E-81A71CE8CAC7}" presName="parentText" presStyleLbl="node1" presStyleIdx="2" presStyleCnt="4">
        <dgm:presLayoutVars>
          <dgm:chMax val="0"/>
          <dgm:bulletEnabled val="1"/>
        </dgm:presLayoutVars>
      </dgm:prSet>
      <dgm:spPr/>
    </dgm:pt>
    <dgm:pt modelId="{62BD204B-BAE4-4EEC-B5AA-703B7D4846DD}" type="pres">
      <dgm:prSet presAssocID="{EE62A4F6-4AC4-435B-990E-81A71CE8CAC7}" presName="childText" presStyleLbl="revTx" presStyleIdx="2" presStyleCnt="4">
        <dgm:presLayoutVars>
          <dgm:bulletEnabled val="1"/>
        </dgm:presLayoutVars>
      </dgm:prSet>
      <dgm:spPr/>
    </dgm:pt>
    <dgm:pt modelId="{A1197DB1-D76C-4C01-8B50-B696C677B699}" type="pres">
      <dgm:prSet presAssocID="{B6D9DE15-697B-42C2-B6A1-CE31260EED93}" presName="parentText" presStyleLbl="node1" presStyleIdx="3" presStyleCnt="4">
        <dgm:presLayoutVars>
          <dgm:chMax val="0"/>
          <dgm:bulletEnabled val="1"/>
        </dgm:presLayoutVars>
      </dgm:prSet>
      <dgm:spPr/>
    </dgm:pt>
    <dgm:pt modelId="{5A74C9FC-9E28-49ED-8635-A219C34CB361}" type="pres">
      <dgm:prSet presAssocID="{B6D9DE15-697B-42C2-B6A1-CE31260EED93}" presName="childText" presStyleLbl="revTx" presStyleIdx="3" presStyleCnt="4">
        <dgm:presLayoutVars>
          <dgm:bulletEnabled val="1"/>
        </dgm:presLayoutVars>
      </dgm:prSet>
      <dgm:spPr/>
    </dgm:pt>
  </dgm:ptLst>
  <dgm:cxnLst>
    <dgm:cxn modelId="{8CA70005-9C6E-4ECF-A34F-BF6199029765}" type="presOf" srcId="{24E23675-F50E-4F0E-A639-69788B3E46EC}" destId="{A3D055C9-D29D-4E47-8921-6BD67F875901}" srcOrd="0" destOrd="1" presId="urn:microsoft.com/office/officeart/2005/8/layout/vList2"/>
    <dgm:cxn modelId="{368E5605-A61E-427A-8E6F-23EE9AEF938C}" type="presOf" srcId="{D1A33548-E2ED-4E18-803E-44612B9428A5}" destId="{C1EEBF41-EF24-49B7-93C0-A97FBF4ABFB2}" srcOrd="0" destOrd="0" presId="urn:microsoft.com/office/officeart/2005/8/layout/vList2"/>
    <dgm:cxn modelId="{94E35A19-3379-4F8E-B4CD-AC54ABC6CA35}" srcId="{EE62A4F6-4AC4-435B-990E-81A71CE8CAC7}" destId="{884B67DE-0ABB-46F5-9FE1-60CF5F2C4A1F}" srcOrd="1" destOrd="0" parTransId="{2968AAD1-CDCF-4481-AFF6-65EBE26D4F06}" sibTransId="{6482594B-47D7-4699-8C02-E00BABC7E08D}"/>
    <dgm:cxn modelId="{2AA9C11F-1F1D-428E-801A-47EAA766C99D}" srcId="{B9C32B05-62EA-407A-B21C-2310C7945705}" destId="{42D71409-67F9-455C-8C6D-716D284AAA6B}" srcOrd="0" destOrd="0" parTransId="{51680ED1-AF6E-4B28-AE94-92B0EFB0DF7D}" sibTransId="{478B7D3C-9FB4-4BC6-90AC-49960560DECD}"/>
    <dgm:cxn modelId="{D7AF6621-E66E-4AD3-968C-E97783C40342}" type="presOf" srcId="{33A729B5-1CD1-41B5-B9BD-F14B269B5676}" destId="{5A74C9FC-9E28-49ED-8635-A219C34CB361}" srcOrd="0" destOrd="1" presId="urn:microsoft.com/office/officeart/2005/8/layout/vList2"/>
    <dgm:cxn modelId="{C2F0AA29-66B6-4334-B68F-56D4ADED8D53}" srcId="{B6D9DE15-697B-42C2-B6A1-CE31260EED93}" destId="{33A729B5-1CD1-41B5-B9BD-F14B269B5676}" srcOrd="1" destOrd="0" parTransId="{8A0390FD-254C-42A6-A012-C9695C6E04D1}" sibTransId="{AA157E05-E900-4DF7-BAC3-50BDD6D7188B}"/>
    <dgm:cxn modelId="{B4F3EA32-CE64-4A92-9BAE-BC57E5392B05}" srcId="{B9C32B05-62EA-407A-B21C-2310C7945705}" destId="{F66099B6-DBBD-4AB0-82D2-877B80F846F7}" srcOrd="1" destOrd="0" parTransId="{B09C8BFB-F41C-4AC4-AB94-F216E3081C2D}" sibTransId="{BC531B32-9B0E-482E-BF91-65C61F17168D}"/>
    <dgm:cxn modelId="{08961636-A678-49E9-B6EF-7017C95F4497}" srcId="{EE62A4F6-4AC4-435B-990E-81A71CE8CAC7}" destId="{38FE19BE-E586-4DF3-B91B-1D742AB8BD33}" srcOrd="0" destOrd="0" parTransId="{329E2396-320C-40FB-AF8E-55E8DD22B24B}" sibTransId="{4EC995D2-B29F-4654-9017-7514885ABA18}"/>
    <dgm:cxn modelId="{EEA09539-21CA-4569-BF4D-A1B38C73F93C}" type="presOf" srcId="{F66099B6-DBBD-4AB0-82D2-877B80F846F7}" destId="{FD198AF8-9B6D-492B-BCCF-5B14789B523F}" srcOrd="0" destOrd="0" presId="urn:microsoft.com/office/officeart/2005/8/layout/vList2"/>
    <dgm:cxn modelId="{C0117040-FEFC-437B-9FCC-2F6A16686A3E}" type="presOf" srcId="{F5ABBB50-9AC2-4E33-82C9-E601BA4CE7DE}" destId="{C1EEBF41-EF24-49B7-93C0-A97FBF4ABFB2}" srcOrd="0" destOrd="1" presId="urn:microsoft.com/office/officeart/2005/8/layout/vList2"/>
    <dgm:cxn modelId="{119C055D-D84A-4110-867D-48223ECB7D37}" srcId="{F66099B6-DBBD-4AB0-82D2-877B80F846F7}" destId="{B371A1BA-9679-4AF2-ABE4-E379672A8A94}" srcOrd="0" destOrd="0" parTransId="{3345FD20-B13A-40CC-B4DF-9200329DC119}" sibTransId="{FB8D758D-01CD-489D-993C-62A3B0CA51A3}"/>
    <dgm:cxn modelId="{CDA22C41-09E9-45B1-9350-82E453798CF2}" type="presOf" srcId="{B371A1BA-9679-4AF2-ABE4-E379672A8A94}" destId="{A3D055C9-D29D-4E47-8921-6BD67F875901}" srcOrd="0" destOrd="0" presId="urn:microsoft.com/office/officeart/2005/8/layout/vList2"/>
    <dgm:cxn modelId="{59D76242-380F-475A-833C-DAE8A09153A0}" srcId="{B6D9DE15-697B-42C2-B6A1-CE31260EED93}" destId="{9183685B-4655-4C5E-9B2B-4516CE9197C1}" srcOrd="0" destOrd="0" parTransId="{A1098123-23A8-496C-94CC-87293704C750}" sibTransId="{00D9F92F-3756-4A8F-A8D2-B1580CE8C1AC}"/>
    <dgm:cxn modelId="{1BD9176D-6C06-4CE4-AE3A-7855CFAA781C}" type="presOf" srcId="{38FE19BE-E586-4DF3-B91B-1D742AB8BD33}" destId="{62BD204B-BAE4-4EEC-B5AA-703B7D4846DD}" srcOrd="0" destOrd="0" presId="urn:microsoft.com/office/officeart/2005/8/layout/vList2"/>
    <dgm:cxn modelId="{56B9974E-A48B-4FFE-AA0C-F71969816BC0}" type="presOf" srcId="{B6D9DE15-697B-42C2-B6A1-CE31260EED93}" destId="{A1197DB1-D76C-4C01-8B50-B696C677B699}" srcOrd="0" destOrd="0" presId="urn:microsoft.com/office/officeart/2005/8/layout/vList2"/>
    <dgm:cxn modelId="{4AD93274-2DDB-4468-A624-8707C61F5FEF}" type="presOf" srcId="{EE62A4F6-4AC4-435B-990E-81A71CE8CAC7}" destId="{7DE15947-2DD6-4DA2-ADE2-AD26D97BEAEC}" srcOrd="0" destOrd="0" presId="urn:microsoft.com/office/officeart/2005/8/layout/vList2"/>
    <dgm:cxn modelId="{2FC63A58-3A06-4AE2-8A94-944EA99E12A9}" srcId="{42D71409-67F9-455C-8C6D-716D284AAA6B}" destId="{F5ABBB50-9AC2-4E33-82C9-E601BA4CE7DE}" srcOrd="1" destOrd="0" parTransId="{90C03127-74E5-4EAA-920D-A0E62275E1DF}" sibTransId="{638B7761-4721-4AD2-9297-3601E5FB0573}"/>
    <dgm:cxn modelId="{44BCE985-12A0-4584-93A9-4F0B6B568061}" type="presOf" srcId="{884B67DE-0ABB-46F5-9FE1-60CF5F2C4A1F}" destId="{62BD204B-BAE4-4EEC-B5AA-703B7D4846DD}" srcOrd="0" destOrd="1" presId="urn:microsoft.com/office/officeart/2005/8/layout/vList2"/>
    <dgm:cxn modelId="{8B6F478C-BB1C-4BCF-85B9-0A2CAF1469D3}" type="presOf" srcId="{B9C32B05-62EA-407A-B21C-2310C7945705}" destId="{2D6CC8F4-FA96-41B6-BBA7-DA9AFACE8294}" srcOrd="0" destOrd="0" presId="urn:microsoft.com/office/officeart/2005/8/layout/vList2"/>
    <dgm:cxn modelId="{3A2CECA6-0C5B-46BB-B7C6-7D37E9D210BD}" srcId="{B9C32B05-62EA-407A-B21C-2310C7945705}" destId="{EE62A4F6-4AC4-435B-990E-81A71CE8CAC7}" srcOrd="2" destOrd="0" parTransId="{F287B947-7343-4FA2-B288-B23A59FFAE31}" sibTransId="{389F9A93-0231-4877-8C41-5D5B8DD7AAC0}"/>
    <dgm:cxn modelId="{40513FB0-F94C-499F-9A0B-9E0341D0A0C2}" srcId="{B9C32B05-62EA-407A-B21C-2310C7945705}" destId="{B6D9DE15-697B-42C2-B6A1-CE31260EED93}" srcOrd="3" destOrd="0" parTransId="{EAC9FC21-5112-4CCF-8070-06ED15ED24ED}" sibTransId="{B605B681-1ACB-4650-8600-F9223ABDDC16}"/>
    <dgm:cxn modelId="{54C8F7B7-91A8-4BCD-A063-6A78C02BFCAC}" type="presOf" srcId="{42D71409-67F9-455C-8C6D-716D284AAA6B}" destId="{20DE0CAA-39FC-41B4-9154-3E63B63DEB1E}" srcOrd="0" destOrd="0" presId="urn:microsoft.com/office/officeart/2005/8/layout/vList2"/>
    <dgm:cxn modelId="{205815B8-543A-42B7-A864-6F8F7499D3AA}" srcId="{F66099B6-DBBD-4AB0-82D2-877B80F846F7}" destId="{24E23675-F50E-4F0E-A639-69788B3E46EC}" srcOrd="1" destOrd="0" parTransId="{BC05C670-5C36-405E-873C-D1CD6E19797A}" sibTransId="{F5B276A9-8C45-401A-A674-22D70B779E49}"/>
    <dgm:cxn modelId="{AC36E6BC-41F5-4D37-B7AE-DB5B9E832981}" type="presOf" srcId="{9183685B-4655-4C5E-9B2B-4516CE9197C1}" destId="{5A74C9FC-9E28-49ED-8635-A219C34CB361}" srcOrd="0" destOrd="0" presId="urn:microsoft.com/office/officeart/2005/8/layout/vList2"/>
    <dgm:cxn modelId="{40792BEB-CB26-41D4-ACD6-EB7E300A27D4}" srcId="{42D71409-67F9-455C-8C6D-716D284AAA6B}" destId="{D1A33548-E2ED-4E18-803E-44612B9428A5}" srcOrd="0" destOrd="0" parTransId="{D0B5BDD6-6478-41B0-BCA5-16AEC06088DF}" sibTransId="{0CFA9B24-3E46-49B2-9EA5-981AFE53A02A}"/>
    <dgm:cxn modelId="{AB062530-3300-42DD-B621-4B32F4090F66}" type="presParOf" srcId="{2D6CC8F4-FA96-41B6-BBA7-DA9AFACE8294}" destId="{20DE0CAA-39FC-41B4-9154-3E63B63DEB1E}" srcOrd="0" destOrd="0" presId="urn:microsoft.com/office/officeart/2005/8/layout/vList2"/>
    <dgm:cxn modelId="{426D755F-29C4-4EC5-9315-FAA78DBD42BE}" type="presParOf" srcId="{2D6CC8F4-FA96-41B6-BBA7-DA9AFACE8294}" destId="{C1EEBF41-EF24-49B7-93C0-A97FBF4ABFB2}" srcOrd="1" destOrd="0" presId="urn:microsoft.com/office/officeart/2005/8/layout/vList2"/>
    <dgm:cxn modelId="{55FD82BA-144A-48BE-8FD4-CAD7E3AC376F}" type="presParOf" srcId="{2D6CC8F4-FA96-41B6-BBA7-DA9AFACE8294}" destId="{FD198AF8-9B6D-492B-BCCF-5B14789B523F}" srcOrd="2" destOrd="0" presId="urn:microsoft.com/office/officeart/2005/8/layout/vList2"/>
    <dgm:cxn modelId="{22C2F4B8-3D91-4FC6-B1FA-5124B7D20171}" type="presParOf" srcId="{2D6CC8F4-FA96-41B6-BBA7-DA9AFACE8294}" destId="{A3D055C9-D29D-4E47-8921-6BD67F875901}" srcOrd="3" destOrd="0" presId="urn:microsoft.com/office/officeart/2005/8/layout/vList2"/>
    <dgm:cxn modelId="{87C5C187-19EE-4E91-A89B-F752239442C5}" type="presParOf" srcId="{2D6CC8F4-FA96-41B6-BBA7-DA9AFACE8294}" destId="{7DE15947-2DD6-4DA2-ADE2-AD26D97BEAEC}" srcOrd="4" destOrd="0" presId="urn:microsoft.com/office/officeart/2005/8/layout/vList2"/>
    <dgm:cxn modelId="{F621EE3F-714D-4AB8-BE03-FEAC65D1E2AA}" type="presParOf" srcId="{2D6CC8F4-FA96-41B6-BBA7-DA9AFACE8294}" destId="{62BD204B-BAE4-4EEC-B5AA-703B7D4846DD}" srcOrd="5" destOrd="0" presId="urn:microsoft.com/office/officeart/2005/8/layout/vList2"/>
    <dgm:cxn modelId="{3C59604C-ABAB-4B8D-9FA6-565CB782A314}" type="presParOf" srcId="{2D6CC8F4-FA96-41B6-BBA7-DA9AFACE8294}" destId="{A1197DB1-D76C-4C01-8B50-B696C677B699}" srcOrd="6" destOrd="0" presId="urn:microsoft.com/office/officeart/2005/8/layout/vList2"/>
    <dgm:cxn modelId="{3DD97794-F8E9-40E0-A89F-A563DA1E02AC}" type="presParOf" srcId="{2D6CC8F4-FA96-41B6-BBA7-DA9AFACE8294}" destId="{5A74C9FC-9E28-49ED-8635-A219C34CB361}" srcOrd="7" destOrd="0" presId="urn:microsoft.com/office/officeart/2005/8/layout/vList2"/>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4.xml><?xml version="1.0" encoding="utf-8"?>
<dgm:dataModel xmlns:dgm="http://schemas.openxmlformats.org/drawingml/2006/diagram" xmlns:a="http://schemas.openxmlformats.org/drawingml/2006/main">
  <dgm:ptLst>
    <dgm:pt modelId="{B9C32B05-62EA-407A-B21C-2310C7945705}" type="doc">
      <dgm:prSet loTypeId="urn:microsoft.com/office/officeart/2005/8/layout/list1" loCatId="list"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F66099B6-DBBD-4AB0-82D2-877B80F846F7}">
      <dgm:prSet phldrT="[Text]"/>
      <dgm:spPr/>
      <dgm:t>
        <a:bodyPr/>
        <a:lstStyle/>
        <a:p>
          <a:r>
            <a:rPr lang="en-US"/>
            <a:t>Lorem Ipsum</a:t>
          </a:r>
          <a:endParaRPr lang="en-US" dirty="0"/>
        </a:p>
      </dgm:t>
    </dgm:pt>
    <dgm:pt modelId="{B09C8BFB-F41C-4AC4-AB94-F216E3081C2D}" type="parTrans" cxnId="{B4F3EA32-CE64-4A92-9BAE-BC57E5392B05}">
      <dgm:prSet/>
      <dgm:spPr/>
      <dgm:t>
        <a:bodyPr/>
        <a:lstStyle/>
        <a:p>
          <a:endParaRPr lang="en-US"/>
        </a:p>
      </dgm:t>
    </dgm:pt>
    <dgm:pt modelId="{BC531B32-9B0E-482E-BF91-65C61F17168D}" type="sibTrans" cxnId="{B4F3EA32-CE64-4A92-9BAE-BC57E5392B05}">
      <dgm:prSet/>
      <dgm:spPr/>
      <dgm:t>
        <a:bodyPr/>
        <a:lstStyle/>
        <a:p>
          <a:endParaRPr lang="en-US"/>
        </a:p>
      </dgm:t>
    </dgm:pt>
    <dgm:pt modelId="{EE62A4F6-4AC4-435B-990E-81A71CE8CAC7}">
      <dgm:prSet phldrT="[Text]"/>
      <dgm:spPr/>
      <dgm:t>
        <a:bodyPr/>
        <a:lstStyle/>
        <a:p>
          <a:r>
            <a:rPr lang="en-US"/>
            <a:t>Lorem Ipsum</a:t>
          </a:r>
          <a:endParaRPr lang="en-US" dirty="0"/>
        </a:p>
      </dgm:t>
    </dgm:pt>
    <dgm:pt modelId="{F287B947-7343-4FA2-B288-B23A59FFAE31}" type="parTrans" cxnId="{3A2CECA6-0C5B-46BB-B7C6-7D37E9D210BD}">
      <dgm:prSet/>
      <dgm:spPr/>
      <dgm:t>
        <a:bodyPr/>
        <a:lstStyle/>
        <a:p>
          <a:endParaRPr lang="en-US"/>
        </a:p>
      </dgm:t>
    </dgm:pt>
    <dgm:pt modelId="{389F9A93-0231-4877-8C41-5D5B8DD7AAC0}" type="sibTrans" cxnId="{3A2CECA6-0C5B-46BB-B7C6-7D37E9D210BD}">
      <dgm:prSet/>
      <dgm:spPr/>
      <dgm:t>
        <a:bodyPr/>
        <a:lstStyle/>
        <a:p>
          <a:endParaRPr lang="en-US"/>
        </a:p>
      </dgm:t>
    </dgm:pt>
    <dgm:pt modelId="{B6D9DE15-697B-42C2-B6A1-CE31260EED93}">
      <dgm:prSet phldrT="[Text]"/>
      <dgm:spPr/>
      <dgm:t>
        <a:bodyPr/>
        <a:lstStyle/>
        <a:p>
          <a:r>
            <a:rPr lang="en-US"/>
            <a:t>Lorem Ipsum</a:t>
          </a:r>
          <a:endParaRPr lang="en-US" dirty="0"/>
        </a:p>
      </dgm:t>
    </dgm:pt>
    <dgm:pt modelId="{EAC9FC21-5112-4CCF-8070-06ED15ED24ED}" type="parTrans" cxnId="{40513FB0-F94C-499F-9A0B-9E0341D0A0C2}">
      <dgm:prSet/>
      <dgm:spPr/>
      <dgm:t>
        <a:bodyPr/>
        <a:lstStyle/>
        <a:p>
          <a:endParaRPr lang="en-US"/>
        </a:p>
      </dgm:t>
    </dgm:pt>
    <dgm:pt modelId="{B605B681-1ACB-4650-8600-F9223ABDDC16}" type="sibTrans" cxnId="{40513FB0-F94C-499F-9A0B-9E0341D0A0C2}">
      <dgm:prSet/>
      <dgm:spPr/>
      <dgm:t>
        <a:bodyPr/>
        <a:lstStyle/>
        <a:p>
          <a:endParaRPr lang="en-US"/>
        </a:p>
      </dgm:t>
    </dgm:pt>
    <dgm:pt modelId="{F00985FD-8ED4-4AEF-B035-EDC342C17D75}">
      <dgm:prSet phldrT="[Text]"/>
      <dgm:spPr/>
      <dgm:t>
        <a:bodyPr/>
        <a:lstStyle/>
        <a:p>
          <a:r>
            <a:rPr lang="en-US" dirty="0"/>
            <a:t>Some text here</a:t>
          </a:r>
        </a:p>
      </dgm:t>
    </dgm:pt>
    <dgm:pt modelId="{4F2E99EF-E76F-489F-817E-DE077AD1412B}" type="parTrans" cxnId="{55D37AF2-3902-450E-B870-FAB5F4D82BBA}">
      <dgm:prSet/>
      <dgm:spPr/>
      <dgm:t>
        <a:bodyPr/>
        <a:lstStyle/>
        <a:p>
          <a:endParaRPr lang="en-US"/>
        </a:p>
      </dgm:t>
    </dgm:pt>
    <dgm:pt modelId="{01FCF798-23E5-4F26-94C4-E1386C1189AD}" type="sibTrans" cxnId="{55D37AF2-3902-450E-B870-FAB5F4D82BBA}">
      <dgm:prSet/>
      <dgm:spPr/>
      <dgm:t>
        <a:bodyPr/>
        <a:lstStyle/>
        <a:p>
          <a:endParaRPr lang="en-US"/>
        </a:p>
      </dgm:t>
    </dgm:pt>
    <dgm:pt modelId="{D0D07396-90D6-45BD-AF4B-C4E9AF91B9A7}">
      <dgm:prSet phldrT="[Text]"/>
      <dgm:spPr/>
      <dgm:t>
        <a:bodyPr/>
        <a:lstStyle/>
        <a:p>
          <a:r>
            <a:rPr lang="en-US" dirty="0"/>
            <a:t>Some text here</a:t>
          </a:r>
        </a:p>
      </dgm:t>
    </dgm:pt>
    <dgm:pt modelId="{4B9FC99A-768B-4FBC-98C4-9C77CCBD68E3}" type="parTrans" cxnId="{88D568DD-7571-4443-985D-39C1C55302E8}">
      <dgm:prSet/>
      <dgm:spPr/>
      <dgm:t>
        <a:bodyPr/>
        <a:lstStyle/>
        <a:p>
          <a:endParaRPr lang="en-US"/>
        </a:p>
      </dgm:t>
    </dgm:pt>
    <dgm:pt modelId="{AE506A64-5CCE-4A15-851A-470DAA2989B5}" type="sibTrans" cxnId="{88D568DD-7571-4443-985D-39C1C55302E8}">
      <dgm:prSet/>
      <dgm:spPr/>
      <dgm:t>
        <a:bodyPr/>
        <a:lstStyle/>
        <a:p>
          <a:endParaRPr lang="en-US"/>
        </a:p>
      </dgm:t>
    </dgm:pt>
    <dgm:pt modelId="{ED10EB1C-24C5-49E8-A6D9-609FFAE5CA16}">
      <dgm:prSet phldrT="[Text]"/>
      <dgm:spPr/>
      <dgm:t>
        <a:bodyPr/>
        <a:lstStyle/>
        <a:p>
          <a:r>
            <a:rPr lang="en-US" dirty="0"/>
            <a:t>Some text here</a:t>
          </a:r>
        </a:p>
      </dgm:t>
    </dgm:pt>
    <dgm:pt modelId="{9DA5EE53-0855-413B-BB4E-21E423F900AC}" type="parTrans" cxnId="{CAA0B472-B9FC-4911-AE9B-3E4CE6E27970}">
      <dgm:prSet/>
      <dgm:spPr/>
      <dgm:t>
        <a:bodyPr/>
        <a:lstStyle/>
        <a:p>
          <a:endParaRPr lang="en-US"/>
        </a:p>
      </dgm:t>
    </dgm:pt>
    <dgm:pt modelId="{C635BD97-903B-4454-B5AA-317F5F2A1878}" type="sibTrans" cxnId="{CAA0B472-B9FC-4911-AE9B-3E4CE6E27970}">
      <dgm:prSet/>
      <dgm:spPr/>
      <dgm:t>
        <a:bodyPr/>
        <a:lstStyle/>
        <a:p>
          <a:endParaRPr lang="en-US"/>
        </a:p>
      </dgm:t>
    </dgm:pt>
    <dgm:pt modelId="{62D8D9E6-8140-4D13-B48B-E7EAFB32A2AC}">
      <dgm:prSet phldrT="[Text]"/>
      <dgm:spPr/>
      <dgm:t>
        <a:bodyPr/>
        <a:lstStyle/>
        <a:p>
          <a:r>
            <a:rPr lang="en-US" dirty="0"/>
            <a:t>Some text here</a:t>
          </a:r>
        </a:p>
      </dgm:t>
    </dgm:pt>
    <dgm:pt modelId="{F9BA538B-5E21-4A5A-BB60-0F44C4D926AB}" type="parTrans" cxnId="{BB4A1A4F-AD06-44E5-A1EF-CDE6C51BB5DB}">
      <dgm:prSet/>
      <dgm:spPr/>
      <dgm:t>
        <a:bodyPr/>
        <a:lstStyle/>
        <a:p>
          <a:endParaRPr lang="en-US"/>
        </a:p>
      </dgm:t>
    </dgm:pt>
    <dgm:pt modelId="{24EA35B1-1E7D-4FF5-9188-EBEBB2319DAA}" type="sibTrans" cxnId="{BB4A1A4F-AD06-44E5-A1EF-CDE6C51BB5DB}">
      <dgm:prSet/>
      <dgm:spPr/>
      <dgm:t>
        <a:bodyPr/>
        <a:lstStyle/>
        <a:p>
          <a:endParaRPr lang="en-US"/>
        </a:p>
      </dgm:t>
    </dgm:pt>
    <dgm:pt modelId="{C6AA9F4A-17F2-4E2C-A0EE-C5BDEAAE75E3}">
      <dgm:prSet phldrT="[Text]"/>
      <dgm:spPr/>
      <dgm:t>
        <a:bodyPr/>
        <a:lstStyle/>
        <a:p>
          <a:r>
            <a:rPr lang="en-US" dirty="0"/>
            <a:t>Some text here</a:t>
          </a:r>
        </a:p>
      </dgm:t>
    </dgm:pt>
    <dgm:pt modelId="{E4A7DFC8-6259-4151-B476-6C3A7647A230}" type="parTrans" cxnId="{AF78B1F2-41A5-41EF-87B6-B5A3EA4A4833}">
      <dgm:prSet/>
      <dgm:spPr/>
      <dgm:t>
        <a:bodyPr/>
        <a:lstStyle/>
        <a:p>
          <a:endParaRPr lang="en-US"/>
        </a:p>
      </dgm:t>
    </dgm:pt>
    <dgm:pt modelId="{7C2F9DA4-FE1A-4195-B58D-6136FF1ECB49}" type="sibTrans" cxnId="{AF78B1F2-41A5-41EF-87B6-B5A3EA4A4833}">
      <dgm:prSet/>
      <dgm:spPr/>
      <dgm:t>
        <a:bodyPr/>
        <a:lstStyle/>
        <a:p>
          <a:endParaRPr lang="en-US"/>
        </a:p>
      </dgm:t>
    </dgm:pt>
    <dgm:pt modelId="{013A854B-B934-49B1-A4CE-FCCC635A41C7}">
      <dgm:prSet phldrT="[Text]"/>
      <dgm:spPr/>
      <dgm:t>
        <a:bodyPr/>
        <a:lstStyle/>
        <a:p>
          <a:r>
            <a:rPr lang="en-US" dirty="0"/>
            <a:t>Some text here</a:t>
          </a:r>
        </a:p>
      </dgm:t>
    </dgm:pt>
    <dgm:pt modelId="{D98BAE59-5B1B-4219-93AF-16C48AEC84B8}" type="parTrans" cxnId="{06472179-0302-44F8-BED7-BD54EF814822}">
      <dgm:prSet/>
      <dgm:spPr/>
      <dgm:t>
        <a:bodyPr/>
        <a:lstStyle/>
        <a:p>
          <a:endParaRPr lang="en-US"/>
        </a:p>
      </dgm:t>
    </dgm:pt>
    <dgm:pt modelId="{0203A7C3-D281-4993-A420-AD82A8F926F5}" type="sibTrans" cxnId="{06472179-0302-44F8-BED7-BD54EF814822}">
      <dgm:prSet/>
      <dgm:spPr/>
      <dgm:t>
        <a:bodyPr/>
        <a:lstStyle/>
        <a:p>
          <a:endParaRPr lang="en-US"/>
        </a:p>
      </dgm:t>
    </dgm:pt>
    <dgm:pt modelId="{0C4ECE28-BF27-4BB2-B0AE-23370CFE7EB9}">
      <dgm:prSet phldrT="[Text]"/>
      <dgm:spPr/>
      <dgm:t>
        <a:bodyPr/>
        <a:lstStyle/>
        <a:p>
          <a:r>
            <a:rPr lang="en-US" dirty="0"/>
            <a:t>Some text here</a:t>
          </a:r>
        </a:p>
      </dgm:t>
    </dgm:pt>
    <dgm:pt modelId="{2E676BE1-5744-4DA0-8E2B-36B5905B4A96}" type="parTrans" cxnId="{34D97B44-B47B-407C-A6CA-D0901F5C4257}">
      <dgm:prSet/>
      <dgm:spPr/>
      <dgm:t>
        <a:bodyPr/>
        <a:lstStyle/>
        <a:p>
          <a:endParaRPr lang="en-US"/>
        </a:p>
      </dgm:t>
    </dgm:pt>
    <dgm:pt modelId="{8841440C-F659-48C8-8187-6D5113759000}" type="sibTrans" cxnId="{34D97B44-B47B-407C-A6CA-D0901F5C4257}">
      <dgm:prSet/>
      <dgm:spPr/>
      <dgm:t>
        <a:bodyPr/>
        <a:lstStyle/>
        <a:p>
          <a:endParaRPr lang="en-US"/>
        </a:p>
      </dgm:t>
    </dgm:pt>
    <dgm:pt modelId="{2AB79B6C-C56D-40D3-89F2-AB21666CAFDA}">
      <dgm:prSet phldrT="[Text]"/>
      <dgm:spPr/>
      <dgm:t>
        <a:bodyPr/>
        <a:lstStyle/>
        <a:p>
          <a:r>
            <a:rPr lang="en-US" dirty="0"/>
            <a:t>Some text here</a:t>
          </a:r>
        </a:p>
      </dgm:t>
    </dgm:pt>
    <dgm:pt modelId="{C1CB05A7-2CD2-48E3-8201-818EC1280F4D}" type="parTrans" cxnId="{5DF9C095-838B-4EF7-BC21-4F9DAD9052A0}">
      <dgm:prSet/>
      <dgm:spPr/>
      <dgm:t>
        <a:bodyPr/>
        <a:lstStyle/>
        <a:p>
          <a:endParaRPr lang="en-US"/>
        </a:p>
      </dgm:t>
    </dgm:pt>
    <dgm:pt modelId="{5E9F052A-F3CB-4430-B2D8-811869554354}" type="sibTrans" cxnId="{5DF9C095-838B-4EF7-BC21-4F9DAD9052A0}">
      <dgm:prSet/>
      <dgm:spPr/>
      <dgm:t>
        <a:bodyPr/>
        <a:lstStyle/>
        <a:p>
          <a:endParaRPr lang="en-US"/>
        </a:p>
      </dgm:t>
    </dgm:pt>
    <dgm:pt modelId="{8E808887-1542-4040-A58F-973A0029DF0B}" type="pres">
      <dgm:prSet presAssocID="{B9C32B05-62EA-407A-B21C-2310C7945705}" presName="linear" presStyleCnt="0">
        <dgm:presLayoutVars>
          <dgm:dir/>
          <dgm:animLvl val="lvl"/>
          <dgm:resizeHandles val="exact"/>
        </dgm:presLayoutVars>
      </dgm:prSet>
      <dgm:spPr/>
    </dgm:pt>
    <dgm:pt modelId="{2E60C520-BF94-498F-A450-C0E3242272DB}" type="pres">
      <dgm:prSet presAssocID="{42D71409-67F9-455C-8C6D-716D284AAA6B}" presName="parentLin" presStyleCnt="0"/>
      <dgm:spPr/>
    </dgm:pt>
    <dgm:pt modelId="{0153AEEB-3C39-468F-9C76-6709A6657491}" type="pres">
      <dgm:prSet presAssocID="{42D71409-67F9-455C-8C6D-716D284AAA6B}" presName="parentLeftMargin" presStyleLbl="node1" presStyleIdx="0" presStyleCnt="4"/>
      <dgm:spPr/>
    </dgm:pt>
    <dgm:pt modelId="{4D31BD36-3E40-4DE3-A02C-F6D0EF1BAC7C}" type="pres">
      <dgm:prSet presAssocID="{42D71409-67F9-455C-8C6D-716D284AAA6B}" presName="parentText" presStyleLbl="node1" presStyleIdx="0" presStyleCnt="4">
        <dgm:presLayoutVars>
          <dgm:chMax val="0"/>
          <dgm:bulletEnabled val="1"/>
        </dgm:presLayoutVars>
      </dgm:prSet>
      <dgm:spPr/>
    </dgm:pt>
    <dgm:pt modelId="{1CED7F25-9E07-44C8-BB34-0FC80D0924E8}" type="pres">
      <dgm:prSet presAssocID="{42D71409-67F9-455C-8C6D-716D284AAA6B}" presName="negativeSpace" presStyleCnt="0"/>
      <dgm:spPr/>
    </dgm:pt>
    <dgm:pt modelId="{6F30B246-7AE2-4037-9A1A-7C06243C93F2}" type="pres">
      <dgm:prSet presAssocID="{42D71409-67F9-455C-8C6D-716D284AAA6B}" presName="childText" presStyleLbl="conFgAcc1" presStyleIdx="0" presStyleCnt="4">
        <dgm:presLayoutVars>
          <dgm:bulletEnabled val="1"/>
        </dgm:presLayoutVars>
      </dgm:prSet>
      <dgm:spPr/>
    </dgm:pt>
    <dgm:pt modelId="{84156D07-E375-48F0-A40A-C8D84CF18331}" type="pres">
      <dgm:prSet presAssocID="{478B7D3C-9FB4-4BC6-90AC-49960560DECD}" presName="spaceBetweenRectangles" presStyleCnt="0"/>
      <dgm:spPr/>
    </dgm:pt>
    <dgm:pt modelId="{36342E37-B364-4997-A7B2-99116DE3EDCA}" type="pres">
      <dgm:prSet presAssocID="{F66099B6-DBBD-4AB0-82D2-877B80F846F7}" presName="parentLin" presStyleCnt="0"/>
      <dgm:spPr/>
    </dgm:pt>
    <dgm:pt modelId="{F11A2FC0-F288-45E2-9C49-E0236A35E219}" type="pres">
      <dgm:prSet presAssocID="{F66099B6-DBBD-4AB0-82D2-877B80F846F7}" presName="parentLeftMargin" presStyleLbl="node1" presStyleIdx="0" presStyleCnt="4"/>
      <dgm:spPr/>
    </dgm:pt>
    <dgm:pt modelId="{2210AFAB-EA6C-45AA-93D4-15B5F10DECC2}" type="pres">
      <dgm:prSet presAssocID="{F66099B6-DBBD-4AB0-82D2-877B80F846F7}" presName="parentText" presStyleLbl="node1" presStyleIdx="1" presStyleCnt="4">
        <dgm:presLayoutVars>
          <dgm:chMax val="0"/>
          <dgm:bulletEnabled val="1"/>
        </dgm:presLayoutVars>
      </dgm:prSet>
      <dgm:spPr/>
    </dgm:pt>
    <dgm:pt modelId="{46579892-CE4C-4FC5-AB5F-82ECA4C83F8C}" type="pres">
      <dgm:prSet presAssocID="{F66099B6-DBBD-4AB0-82D2-877B80F846F7}" presName="negativeSpace" presStyleCnt="0"/>
      <dgm:spPr/>
    </dgm:pt>
    <dgm:pt modelId="{BC156AD2-BF74-4BB0-B73A-11606965D754}" type="pres">
      <dgm:prSet presAssocID="{F66099B6-DBBD-4AB0-82D2-877B80F846F7}" presName="childText" presStyleLbl="conFgAcc1" presStyleIdx="1" presStyleCnt="4">
        <dgm:presLayoutVars>
          <dgm:bulletEnabled val="1"/>
        </dgm:presLayoutVars>
      </dgm:prSet>
      <dgm:spPr/>
    </dgm:pt>
    <dgm:pt modelId="{5A26EF56-2C23-468C-B12E-67848C41BCEA}" type="pres">
      <dgm:prSet presAssocID="{BC531B32-9B0E-482E-BF91-65C61F17168D}" presName="spaceBetweenRectangles" presStyleCnt="0"/>
      <dgm:spPr/>
    </dgm:pt>
    <dgm:pt modelId="{5C232826-0CC9-4E95-9BD4-01BE36721377}" type="pres">
      <dgm:prSet presAssocID="{EE62A4F6-4AC4-435B-990E-81A71CE8CAC7}" presName="parentLin" presStyleCnt="0"/>
      <dgm:spPr/>
    </dgm:pt>
    <dgm:pt modelId="{D460F21A-9392-42B3-8178-574D56ADC302}" type="pres">
      <dgm:prSet presAssocID="{EE62A4F6-4AC4-435B-990E-81A71CE8CAC7}" presName="parentLeftMargin" presStyleLbl="node1" presStyleIdx="1" presStyleCnt="4"/>
      <dgm:spPr/>
    </dgm:pt>
    <dgm:pt modelId="{6063FBB6-0446-418B-96D2-25EB959E1CA8}" type="pres">
      <dgm:prSet presAssocID="{EE62A4F6-4AC4-435B-990E-81A71CE8CAC7}" presName="parentText" presStyleLbl="node1" presStyleIdx="2" presStyleCnt="4">
        <dgm:presLayoutVars>
          <dgm:chMax val="0"/>
          <dgm:bulletEnabled val="1"/>
        </dgm:presLayoutVars>
      </dgm:prSet>
      <dgm:spPr/>
    </dgm:pt>
    <dgm:pt modelId="{7477BCAF-A932-421F-950D-F241DE91B7DC}" type="pres">
      <dgm:prSet presAssocID="{EE62A4F6-4AC4-435B-990E-81A71CE8CAC7}" presName="negativeSpace" presStyleCnt="0"/>
      <dgm:spPr/>
    </dgm:pt>
    <dgm:pt modelId="{64FE8F24-969C-48BD-8FDC-5E2AD6BBEF05}" type="pres">
      <dgm:prSet presAssocID="{EE62A4F6-4AC4-435B-990E-81A71CE8CAC7}" presName="childText" presStyleLbl="conFgAcc1" presStyleIdx="2" presStyleCnt="4">
        <dgm:presLayoutVars>
          <dgm:bulletEnabled val="1"/>
        </dgm:presLayoutVars>
      </dgm:prSet>
      <dgm:spPr/>
    </dgm:pt>
    <dgm:pt modelId="{AF31C21B-498C-4249-BF7B-52C72A1D86ED}" type="pres">
      <dgm:prSet presAssocID="{389F9A93-0231-4877-8C41-5D5B8DD7AAC0}" presName="spaceBetweenRectangles" presStyleCnt="0"/>
      <dgm:spPr/>
    </dgm:pt>
    <dgm:pt modelId="{2F8B7306-EF63-4194-A9AB-F4FF558CBD1C}" type="pres">
      <dgm:prSet presAssocID="{B6D9DE15-697B-42C2-B6A1-CE31260EED93}" presName="parentLin" presStyleCnt="0"/>
      <dgm:spPr/>
    </dgm:pt>
    <dgm:pt modelId="{30EC4A25-9850-47B5-90DF-8B285C6AE4A1}" type="pres">
      <dgm:prSet presAssocID="{B6D9DE15-697B-42C2-B6A1-CE31260EED93}" presName="parentLeftMargin" presStyleLbl="node1" presStyleIdx="2" presStyleCnt="4"/>
      <dgm:spPr/>
    </dgm:pt>
    <dgm:pt modelId="{E909E222-84D8-4BA0-868E-E102B815009B}" type="pres">
      <dgm:prSet presAssocID="{B6D9DE15-697B-42C2-B6A1-CE31260EED93}" presName="parentText" presStyleLbl="node1" presStyleIdx="3" presStyleCnt="4">
        <dgm:presLayoutVars>
          <dgm:chMax val="0"/>
          <dgm:bulletEnabled val="1"/>
        </dgm:presLayoutVars>
      </dgm:prSet>
      <dgm:spPr/>
    </dgm:pt>
    <dgm:pt modelId="{5906772C-06E4-4381-9C10-888861F51B99}" type="pres">
      <dgm:prSet presAssocID="{B6D9DE15-697B-42C2-B6A1-CE31260EED93}" presName="negativeSpace" presStyleCnt="0"/>
      <dgm:spPr/>
    </dgm:pt>
    <dgm:pt modelId="{A052C7EA-58FF-4879-BDB9-E423C871D117}" type="pres">
      <dgm:prSet presAssocID="{B6D9DE15-697B-42C2-B6A1-CE31260EED93}" presName="childText" presStyleLbl="conFgAcc1" presStyleIdx="3" presStyleCnt="4">
        <dgm:presLayoutVars>
          <dgm:bulletEnabled val="1"/>
        </dgm:presLayoutVars>
      </dgm:prSet>
      <dgm:spPr/>
    </dgm:pt>
  </dgm:ptLst>
  <dgm:cxnLst>
    <dgm:cxn modelId="{B5A80A04-2F64-4BC4-B85B-15FD21C3513C}" type="presOf" srcId="{B6D9DE15-697B-42C2-B6A1-CE31260EED93}" destId="{E909E222-84D8-4BA0-868E-E102B815009B}" srcOrd="1" destOrd="0" presId="urn:microsoft.com/office/officeart/2005/8/layout/list1"/>
    <dgm:cxn modelId="{A1DE6B13-E7B6-4531-B25A-C6B8EA5C1D4B}" type="presOf" srcId="{F66099B6-DBBD-4AB0-82D2-877B80F846F7}" destId="{2210AFAB-EA6C-45AA-93D4-15B5F10DECC2}" srcOrd="1" destOrd="0" presId="urn:microsoft.com/office/officeart/2005/8/layout/list1"/>
    <dgm:cxn modelId="{75D65415-F466-48E0-9607-7FF35357ABA0}" type="presOf" srcId="{42D71409-67F9-455C-8C6D-716D284AAA6B}" destId="{4D31BD36-3E40-4DE3-A02C-F6D0EF1BAC7C}" srcOrd="1" destOrd="0" presId="urn:microsoft.com/office/officeart/2005/8/layout/list1"/>
    <dgm:cxn modelId="{2AA9C11F-1F1D-428E-801A-47EAA766C99D}" srcId="{B9C32B05-62EA-407A-B21C-2310C7945705}" destId="{42D71409-67F9-455C-8C6D-716D284AAA6B}" srcOrd="0" destOrd="0" parTransId="{51680ED1-AF6E-4B28-AE94-92B0EFB0DF7D}" sibTransId="{478B7D3C-9FB4-4BC6-90AC-49960560DECD}"/>
    <dgm:cxn modelId="{43E35826-C61D-4080-8D13-2355772C0F26}" type="presOf" srcId="{C6AA9F4A-17F2-4E2C-A0EE-C5BDEAAE75E3}" destId="{64FE8F24-969C-48BD-8FDC-5E2AD6BBEF05}" srcOrd="0" destOrd="0" presId="urn:microsoft.com/office/officeart/2005/8/layout/list1"/>
    <dgm:cxn modelId="{298F4E2D-B772-499D-9AFF-7ADC1B7344C6}" type="presOf" srcId="{0C4ECE28-BF27-4BB2-B0AE-23370CFE7EB9}" destId="{A052C7EA-58FF-4879-BDB9-E423C871D117}" srcOrd="0" destOrd="0" presId="urn:microsoft.com/office/officeart/2005/8/layout/list1"/>
    <dgm:cxn modelId="{B4F3EA32-CE64-4A92-9BAE-BC57E5392B05}" srcId="{B9C32B05-62EA-407A-B21C-2310C7945705}" destId="{F66099B6-DBBD-4AB0-82D2-877B80F846F7}" srcOrd="1" destOrd="0" parTransId="{B09C8BFB-F41C-4AC4-AB94-F216E3081C2D}" sibTransId="{BC531B32-9B0E-482E-BF91-65C61F17168D}"/>
    <dgm:cxn modelId="{7CD0AB3C-FA66-4A61-BC11-878DB8C43696}" type="presOf" srcId="{42D71409-67F9-455C-8C6D-716D284AAA6B}" destId="{0153AEEB-3C39-468F-9C76-6709A6657491}" srcOrd="0" destOrd="0" presId="urn:microsoft.com/office/officeart/2005/8/layout/list1"/>
    <dgm:cxn modelId="{34D97B44-B47B-407C-A6CA-D0901F5C4257}" srcId="{B6D9DE15-697B-42C2-B6A1-CE31260EED93}" destId="{0C4ECE28-BF27-4BB2-B0AE-23370CFE7EB9}" srcOrd="0" destOrd="0" parTransId="{2E676BE1-5744-4DA0-8E2B-36B5905B4A96}" sibTransId="{8841440C-F659-48C8-8187-6D5113759000}"/>
    <dgm:cxn modelId="{2D778E48-F723-49D2-94EA-3FAAADBFB5AF}" type="presOf" srcId="{EE62A4F6-4AC4-435B-990E-81A71CE8CAC7}" destId="{6063FBB6-0446-418B-96D2-25EB959E1CA8}" srcOrd="1" destOrd="0" presId="urn:microsoft.com/office/officeart/2005/8/layout/list1"/>
    <dgm:cxn modelId="{BB4A1A4F-AD06-44E5-A1EF-CDE6C51BB5DB}" srcId="{F66099B6-DBBD-4AB0-82D2-877B80F846F7}" destId="{62D8D9E6-8140-4D13-B48B-E7EAFB32A2AC}" srcOrd="1" destOrd="0" parTransId="{F9BA538B-5E21-4A5A-BB60-0F44C4D926AB}" sibTransId="{24EA35B1-1E7D-4FF5-9188-EBEBB2319DAA}"/>
    <dgm:cxn modelId="{28DAE550-466B-41CD-B9FA-1E5EC78C932F}" type="presOf" srcId="{013A854B-B934-49B1-A4CE-FCCC635A41C7}" destId="{64FE8F24-969C-48BD-8FDC-5E2AD6BBEF05}" srcOrd="0" destOrd="1" presId="urn:microsoft.com/office/officeart/2005/8/layout/list1"/>
    <dgm:cxn modelId="{CAA0B472-B9FC-4911-AE9B-3E4CE6E27970}" srcId="{F66099B6-DBBD-4AB0-82D2-877B80F846F7}" destId="{ED10EB1C-24C5-49E8-A6D9-609FFAE5CA16}" srcOrd="0" destOrd="0" parTransId="{9DA5EE53-0855-413B-BB4E-21E423F900AC}" sibTransId="{C635BD97-903B-4454-B5AA-317F5F2A1878}"/>
    <dgm:cxn modelId="{D5D0F773-6E46-489A-A96E-C87B08E69B9B}" type="presOf" srcId="{B9C32B05-62EA-407A-B21C-2310C7945705}" destId="{8E808887-1542-4040-A58F-973A0029DF0B}" srcOrd="0" destOrd="0" presId="urn:microsoft.com/office/officeart/2005/8/layout/list1"/>
    <dgm:cxn modelId="{4C751878-A1F1-4C36-871E-9A8A126458C1}" type="presOf" srcId="{2AB79B6C-C56D-40D3-89F2-AB21666CAFDA}" destId="{A052C7EA-58FF-4879-BDB9-E423C871D117}" srcOrd="0" destOrd="1" presId="urn:microsoft.com/office/officeart/2005/8/layout/list1"/>
    <dgm:cxn modelId="{06472179-0302-44F8-BED7-BD54EF814822}" srcId="{EE62A4F6-4AC4-435B-990E-81A71CE8CAC7}" destId="{013A854B-B934-49B1-A4CE-FCCC635A41C7}" srcOrd="1" destOrd="0" parTransId="{D98BAE59-5B1B-4219-93AF-16C48AEC84B8}" sibTransId="{0203A7C3-D281-4993-A420-AD82A8F926F5}"/>
    <dgm:cxn modelId="{9C877386-2D6D-4A86-BD0F-B962E4CA2A04}" type="presOf" srcId="{D0D07396-90D6-45BD-AF4B-C4E9AF91B9A7}" destId="{6F30B246-7AE2-4037-9A1A-7C06243C93F2}" srcOrd="0" destOrd="1" presId="urn:microsoft.com/office/officeart/2005/8/layout/list1"/>
    <dgm:cxn modelId="{F5034B87-14B0-4BE2-8BFC-51FAE4531599}" type="presOf" srcId="{F00985FD-8ED4-4AEF-B035-EDC342C17D75}" destId="{6F30B246-7AE2-4037-9A1A-7C06243C93F2}" srcOrd="0" destOrd="0" presId="urn:microsoft.com/office/officeart/2005/8/layout/list1"/>
    <dgm:cxn modelId="{E922A589-55B6-457C-8210-A1E9C1C9729F}" type="presOf" srcId="{ED10EB1C-24C5-49E8-A6D9-609FFAE5CA16}" destId="{BC156AD2-BF74-4BB0-B73A-11606965D754}" srcOrd="0" destOrd="0" presId="urn:microsoft.com/office/officeart/2005/8/layout/list1"/>
    <dgm:cxn modelId="{5AE85091-D4B5-44EC-8D98-86AEF37BBA68}" type="presOf" srcId="{62D8D9E6-8140-4D13-B48B-E7EAFB32A2AC}" destId="{BC156AD2-BF74-4BB0-B73A-11606965D754}" srcOrd="0" destOrd="1" presId="urn:microsoft.com/office/officeart/2005/8/layout/list1"/>
    <dgm:cxn modelId="{5DF9C095-838B-4EF7-BC21-4F9DAD9052A0}" srcId="{B6D9DE15-697B-42C2-B6A1-CE31260EED93}" destId="{2AB79B6C-C56D-40D3-89F2-AB21666CAFDA}" srcOrd="1" destOrd="0" parTransId="{C1CB05A7-2CD2-48E3-8201-818EC1280F4D}" sibTransId="{5E9F052A-F3CB-4430-B2D8-811869554354}"/>
    <dgm:cxn modelId="{3D4B11A0-897B-4E8E-99B9-397D80EE4807}" type="presOf" srcId="{EE62A4F6-4AC4-435B-990E-81A71CE8CAC7}" destId="{D460F21A-9392-42B3-8178-574D56ADC302}" srcOrd="0" destOrd="0" presId="urn:microsoft.com/office/officeart/2005/8/layout/list1"/>
    <dgm:cxn modelId="{3A2CECA6-0C5B-46BB-B7C6-7D37E9D210BD}" srcId="{B9C32B05-62EA-407A-B21C-2310C7945705}" destId="{EE62A4F6-4AC4-435B-990E-81A71CE8CAC7}" srcOrd="2" destOrd="0" parTransId="{F287B947-7343-4FA2-B288-B23A59FFAE31}" sibTransId="{389F9A93-0231-4877-8C41-5D5B8DD7AAC0}"/>
    <dgm:cxn modelId="{40513FB0-F94C-499F-9A0B-9E0341D0A0C2}" srcId="{B9C32B05-62EA-407A-B21C-2310C7945705}" destId="{B6D9DE15-697B-42C2-B6A1-CE31260EED93}" srcOrd="3" destOrd="0" parTransId="{EAC9FC21-5112-4CCF-8070-06ED15ED24ED}" sibTransId="{B605B681-1ACB-4650-8600-F9223ABDDC16}"/>
    <dgm:cxn modelId="{0AFE6CDA-8B39-4A20-B738-ADFE0CFD2B9B}" type="presOf" srcId="{F66099B6-DBBD-4AB0-82D2-877B80F846F7}" destId="{F11A2FC0-F288-45E2-9C49-E0236A35E219}" srcOrd="0" destOrd="0" presId="urn:microsoft.com/office/officeart/2005/8/layout/list1"/>
    <dgm:cxn modelId="{88D568DD-7571-4443-985D-39C1C55302E8}" srcId="{42D71409-67F9-455C-8C6D-716D284AAA6B}" destId="{D0D07396-90D6-45BD-AF4B-C4E9AF91B9A7}" srcOrd="1" destOrd="0" parTransId="{4B9FC99A-768B-4FBC-98C4-9C77CCBD68E3}" sibTransId="{AE506A64-5CCE-4A15-851A-470DAA2989B5}"/>
    <dgm:cxn modelId="{55D37AF2-3902-450E-B870-FAB5F4D82BBA}" srcId="{42D71409-67F9-455C-8C6D-716D284AAA6B}" destId="{F00985FD-8ED4-4AEF-B035-EDC342C17D75}" srcOrd="0" destOrd="0" parTransId="{4F2E99EF-E76F-489F-817E-DE077AD1412B}" sibTransId="{01FCF798-23E5-4F26-94C4-E1386C1189AD}"/>
    <dgm:cxn modelId="{AF78B1F2-41A5-41EF-87B6-B5A3EA4A4833}" srcId="{EE62A4F6-4AC4-435B-990E-81A71CE8CAC7}" destId="{C6AA9F4A-17F2-4E2C-A0EE-C5BDEAAE75E3}" srcOrd="0" destOrd="0" parTransId="{E4A7DFC8-6259-4151-B476-6C3A7647A230}" sibTransId="{7C2F9DA4-FE1A-4195-B58D-6136FF1ECB49}"/>
    <dgm:cxn modelId="{6E0E42FC-E6B0-48C7-8CDD-68FBA70A4914}" type="presOf" srcId="{B6D9DE15-697B-42C2-B6A1-CE31260EED93}" destId="{30EC4A25-9850-47B5-90DF-8B285C6AE4A1}" srcOrd="0" destOrd="0" presId="urn:microsoft.com/office/officeart/2005/8/layout/list1"/>
    <dgm:cxn modelId="{8F3B6CF9-F54E-45F8-AD9C-F0A295A9B1F2}" type="presParOf" srcId="{8E808887-1542-4040-A58F-973A0029DF0B}" destId="{2E60C520-BF94-498F-A450-C0E3242272DB}" srcOrd="0" destOrd="0" presId="urn:microsoft.com/office/officeart/2005/8/layout/list1"/>
    <dgm:cxn modelId="{328C903C-D915-4313-98D2-C994DF85D0D9}" type="presParOf" srcId="{2E60C520-BF94-498F-A450-C0E3242272DB}" destId="{0153AEEB-3C39-468F-9C76-6709A6657491}" srcOrd="0" destOrd="0" presId="urn:microsoft.com/office/officeart/2005/8/layout/list1"/>
    <dgm:cxn modelId="{110DBAD5-01CF-49F0-BAD3-72B3F25B5D20}" type="presParOf" srcId="{2E60C520-BF94-498F-A450-C0E3242272DB}" destId="{4D31BD36-3E40-4DE3-A02C-F6D0EF1BAC7C}" srcOrd="1" destOrd="0" presId="urn:microsoft.com/office/officeart/2005/8/layout/list1"/>
    <dgm:cxn modelId="{71275F31-3D88-4211-8E18-ECB6328CCC88}" type="presParOf" srcId="{8E808887-1542-4040-A58F-973A0029DF0B}" destId="{1CED7F25-9E07-44C8-BB34-0FC80D0924E8}" srcOrd="1" destOrd="0" presId="urn:microsoft.com/office/officeart/2005/8/layout/list1"/>
    <dgm:cxn modelId="{4A7FDCE7-482B-4127-B8F5-12BA26CD309F}" type="presParOf" srcId="{8E808887-1542-4040-A58F-973A0029DF0B}" destId="{6F30B246-7AE2-4037-9A1A-7C06243C93F2}" srcOrd="2" destOrd="0" presId="urn:microsoft.com/office/officeart/2005/8/layout/list1"/>
    <dgm:cxn modelId="{684DE009-DC79-420B-97B0-4F38BEF25E16}" type="presParOf" srcId="{8E808887-1542-4040-A58F-973A0029DF0B}" destId="{84156D07-E375-48F0-A40A-C8D84CF18331}" srcOrd="3" destOrd="0" presId="urn:microsoft.com/office/officeart/2005/8/layout/list1"/>
    <dgm:cxn modelId="{9DCC0E64-EE88-4145-AD0C-AA74AF21EDDD}" type="presParOf" srcId="{8E808887-1542-4040-A58F-973A0029DF0B}" destId="{36342E37-B364-4997-A7B2-99116DE3EDCA}" srcOrd="4" destOrd="0" presId="urn:microsoft.com/office/officeart/2005/8/layout/list1"/>
    <dgm:cxn modelId="{A1C5ACF7-2AD6-4D72-AA0F-C383DDEA7738}" type="presParOf" srcId="{36342E37-B364-4997-A7B2-99116DE3EDCA}" destId="{F11A2FC0-F288-45E2-9C49-E0236A35E219}" srcOrd="0" destOrd="0" presId="urn:microsoft.com/office/officeart/2005/8/layout/list1"/>
    <dgm:cxn modelId="{25D08A2A-D66B-4136-B2E4-E33320012F58}" type="presParOf" srcId="{36342E37-B364-4997-A7B2-99116DE3EDCA}" destId="{2210AFAB-EA6C-45AA-93D4-15B5F10DECC2}" srcOrd="1" destOrd="0" presId="urn:microsoft.com/office/officeart/2005/8/layout/list1"/>
    <dgm:cxn modelId="{A6129A22-14D4-4E0E-8011-507E6F5A5C4B}" type="presParOf" srcId="{8E808887-1542-4040-A58F-973A0029DF0B}" destId="{46579892-CE4C-4FC5-AB5F-82ECA4C83F8C}" srcOrd="5" destOrd="0" presId="urn:microsoft.com/office/officeart/2005/8/layout/list1"/>
    <dgm:cxn modelId="{D2FE71F3-581A-4551-9139-9FE0F35FD144}" type="presParOf" srcId="{8E808887-1542-4040-A58F-973A0029DF0B}" destId="{BC156AD2-BF74-4BB0-B73A-11606965D754}" srcOrd="6" destOrd="0" presId="urn:microsoft.com/office/officeart/2005/8/layout/list1"/>
    <dgm:cxn modelId="{9802E88A-9751-4B0A-8A0E-C4D246F1EFC1}" type="presParOf" srcId="{8E808887-1542-4040-A58F-973A0029DF0B}" destId="{5A26EF56-2C23-468C-B12E-67848C41BCEA}" srcOrd="7" destOrd="0" presId="urn:microsoft.com/office/officeart/2005/8/layout/list1"/>
    <dgm:cxn modelId="{09CACEA4-D36D-4537-BBCF-D849CC648B17}" type="presParOf" srcId="{8E808887-1542-4040-A58F-973A0029DF0B}" destId="{5C232826-0CC9-4E95-9BD4-01BE36721377}" srcOrd="8" destOrd="0" presId="urn:microsoft.com/office/officeart/2005/8/layout/list1"/>
    <dgm:cxn modelId="{34077D27-667C-4A17-8B7B-713260A66BE4}" type="presParOf" srcId="{5C232826-0CC9-4E95-9BD4-01BE36721377}" destId="{D460F21A-9392-42B3-8178-574D56ADC302}" srcOrd="0" destOrd="0" presId="urn:microsoft.com/office/officeart/2005/8/layout/list1"/>
    <dgm:cxn modelId="{7DBDCCA2-567E-4ECE-B838-955C460C1E11}" type="presParOf" srcId="{5C232826-0CC9-4E95-9BD4-01BE36721377}" destId="{6063FBB6-0446-418B-96D2-25EB959E1CA8}" srcOrd="1" destOrd="0" presId="urn:microsoft.com/office/officeart/2005/8/layout/list1"/>
    <dgm:cxn modelId="{1EC3AF02-76B8-41AE-A28B-95CF405F2506}" type="presParOf" srcId="{8E808887-1542-4040-A58F-973A0029DF0B}" destId="{7477BCAF-A932-421F-950D-F241DE91B7DC}" srcOrd="9" destOrd="0" presId="urn:microsoft.com/office/officeart/2005/8/layout/list1"/>
    <dgm:cxn modelId="{AD53C0DD-B1F4-4E90-BA4B-DEE620A61CF8}" type="presParOf" srcId="{8E808887-1542-4040-A58F-973A0029DF0B}" destId="{64FE8F24-969C-48BD-8FDC-5E2AD6BBEF05}" srcOrd="10" destOrd="0" presId="urn:microsoft.com/office/officeart/2005/8/layout/list1"/>
    <dgm:cxn modelId="{B5ACB8D3-8A98-449B-A5E2-69AFAD33B818}" type="presParOf" srcId="{8E808887-1542-4040-A58F-973A0029DF0B}" destId="{AF31C21B-498C-4249-BF7B-52C72A1D86ED}" srcOrd="11" destOrd="0" presId="urn:microsoft.com/office/officeart/2005/8/layout/list1"/>
    <dgm:cxn modelId="{F1A20641-FA9B-4D21-9D0B-9FD34090C6B1}" type="presParOf" srcId="{8E808887-1542-4040-A58F-973A0029DF0B}" destId="{2F8B7306-EF63-4194-A9AB-F4FF558CBD1C}" srcOrd="12" destOrd="0" presId="urn:microsoft.com/office/officeart/2005/8/layout/list1"/>
    <dgm:cxn modelId="{15C6AB63-F8F5-4678-893F-93A0C1FCBF05}" type="presParOf" srcId="{2F8B7306-EF63-4194-A9AB-F4FF558CBD1C}" destId="{30EC4A25-9850-47B5-90DF-8B285C6AE4A1}" srcOrd="0" destOrd="0" presId="urn:microsoft.com/office/officeart/2005/8/layout/list1"/>
    <dgm:cxn modelId="{DD05C288-EB4F-4A79-9374-DFBF58F5546B}" type="presParOf" srcId="{2F8B7306-EF63-4194-A9AB-F4FF558CBD1C}" destId="{E909E222-84D8-4BA0-868E-E102B815009B}" srcOrd="1" destOrd="0" presId="urn:microsoft.com/office/officeart/2005/8/layout/list1"/>
    <dgm:cxn modelId="{8CFD0384-F71A-4AF8-AF3F-D4365589DE1A}" type="presParOf" srcId="{8E808887-1542-4040-A58F-973A0029DF0B}" destId="{5906772C-06E4-4381-9C10-888861F51B99}" srcOrd="13" destOrd="0" presId="urn:microsoft.com/office/officeart/2005/8/layout/list1"/>
    <dgm:cxn modelId="{9A3BCF33-E383-4271-8917-D401C3320507}" type="presParOf" srcId="{8E808887-1542-4040-A58F-973A0029DF0B}" destId="{A052C7EA-58FF-4879-BDB9-E423C871D117}" srcOrd="14" destOrd="0" presId="urn:microsoft.com/office/officeart/2005/8/layout/list1"/>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5.xml><?xml version="1.0" encoding="utf-8"?>
<dgm:dataModel xmlns:dgm="http://schemas.openxmlformats.org/drawingml/2006/diagram" xmlns:a="http://schemas.openxmlformats.org/drawingml/2006/main">
  <dgm:ptLst>
    <dgm:pt modelId="{B9C32B05-62EA-407A-B21C-2310C7945705}" type="doc">
      <dgm:prSet loTypeId="urn:diagrams.loki3.com/BracketList" loCatId="list"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F66099B6-DBBD-4AB0-82D2-877B80F846F7}">
      <dgm:prSet phldrT="[Text]"/>
      <dgm:spPr/>
      <dgm:t>
        <a:bodyPr/>
        <a:lstStyle/>
        <a:p>
          <a:r>
            <a:rPr lang="en-US"/>
            <a:t>Lorem Ipsum</a:t>
          </a:r>
          <a:endParaRPr lang="en-US" dirty="0"/>
        </a:p>
      </dgm:t>
    </dgm:pt>
    <dgm:pt modelId="{B09C8BFB-F41C-4AC4-AB94-F216E3081C2D}" type="parTrans" cxnId="{B4F3EA32-CE64-4A92-9BAE-BC57E5392B05}">
      <dgm:prSet/>
      <dgm:spPr/>
      <dgm:t>
        <a:bodyPr/>
        <a:lstStyle/>
        <a:p>
          <a:endParaRPr lang="en-US"/>
        </a:p>
      </dgm:t>
    </dgm:pt>
    <dgm:pt modelId="{BC531B32-9B0E-482E-BF91-65C61F17168D}" type="sibTrans" cxnId="{B4F3EA32-CE64-4A92-9BAE-BC57E5392B05}">
      <dgm:prSet/>
      <dgm:spPr/>
      <dgm:t>
        <a:bodyPr/>
        <a:lstStyle/>
        <a:p>
          <a:endParaRPr lang="en-US"/>
        </a:p>
      </dgm:t>
    </dgm:pt>
    <dgm:pt modelId="{EE62A4F6-4AC4-435B-990E-81A71CE8CAC7}">
      <dgm:prSet phldrT="[Text]"/>
      <dgm:spPr/>
      <dgm:t>
        <a:bodyPr/>
        <a:lstStyle/>
        <a:p>
          <a:r>
            <a:rPr lang="en-US"/>
            <a:t>Lorem Ipsum</a:t>
          </a:r>
          <a:endParaRPr lang="en-US" dirty="0"/>
        </a:p>
      </dgm:t>
    </dgm:pt>
    <dgm:pt modelId="{F287B947-7343-4FA2-B288-B23A59FFAE31}" type="parTrans" cxnId="{3A2CECA6-0C5B-46BB-B7C6-7D37E9D210BD}">
      <dgm:prSet/>
      <dgm:spPr/>
      <dgm:t>
        <a:bodyPr/>
        <a:lstStyle/>
        <a:p>
          <a:endParaRPr lang="en-US"/>
        </a:p>
      </dgm:t>
    </dgm:pt>
    <dgm:pt modelId="{389F9A93-0231-4877-8C41-5D5B8DD7AAC0}" type="sibTrans" cxnId="{3A2CECA6-0C5B-46BB-B7C6-7D37E9D210BD}">
      <dgm:prSet/>
      <dgm:spPr/>
      <dgm:t>
        <a:bodyPr/>
        <a:lstStyle/>
        <a:p>
          <a:endParaRPr lang="en-US"/>
        </a:p>
      </dgm:t>
    </dgm:pt>
    <dgm:pt modelId="{B6D9DE15-697B-42C2-B6A1-CE31260EED93}">
      <dgm:prSet phldrT="[Text]"/>
      <dgm:spPr/>
      <dgm:t>
        <a:bodyPr/>
        <a:lstStyle/>
        <a:p>
          <a:r>
            <a:rPr lang="en-US"/>
            <a:t>Lorem Ipsum</a:t>
          </a:r>
          <a:endParaRPr lang="en-US" dirty="0"/>
        </a:p>
      </dgm:t>
    </dgm:pt>
    <dgm:pt modelId="{EAC9FC21-5112-4CCF-8070-06ED15ED24ED}" type="parTrans" cxnId="{40513FB0-F94C-499F-9A0B-9E0341D0A0C2}">
      <dgm:prSet/>
      <dgm:spPr/>
      <dgm:t>
        <a:bodyPr/>
        <a:lstStyle/>
        <a:p>
          <a:endParaRPr lang="en-US"/>
        </a:p>
      </dgm:t>
    </dgm:pt>
    <dgm:pt modelId="{B605B681-1ACB-4650-8600-F9223ABDDC16}" type="sibTrans" cxnId="{40513FB0-F94C-499F-9A0B-9E0341D0A0C2}">
      <dgm:prSet/>
      <dgm:spPr/>
      <dgm:t>
        <a:bodyPr/>
        <a:lstStyle/>
        <a:p>
          <a:endParaRPr lang="en-US"/>
        </a:p>
      </dgm:t>
    </dgm:pt>
    <dgm:pt modelId="{02945A89-1D10-460E-AC6F-C8277F0EF532}">
      <dgm:prSet phldrT="[Text]"/>
      <dgm:spPr/>
      <dgm:t>
        <a:bodyPr/>
        <a:lstStyle/>
        <a:p>
          <a:r>
            <a:rPr lang="en-US"/>
            <a:t>Lorem Ipsum</a:t>
          </a:r>
          <a:endParaRPr lang="en-US" dirty="0"/>
        </a:p>
      </dgm:t>
    </dgm:pt>
    <dgm:pt modelId="{6F8C3CEE-FEE3-4D77-B707-A6B283128F4A}" type="parTrans" cxnId="{BE2250FE-D73B-4C48-8C93-9F2FE03387E9}">
      <dgm:prSet/>
      <dgm:spPr/>
      <dgm:t>
        <a:bodyPr/>
        <a:lstStyle/>
        <a:p>
          <a:endParaRPr lang="en-US"/>
        </a:p>
      </dgm:t>
    </dgm:pt>
    <dgm:pt modelId="{D63F6889-0CC7-4574-975F-A0114273E421}" type="sibTrans" cxnId="{BE2250FE-D73B-4C48-8C93-9F2FE03387E9}">
      <dgm:prSet/>
      <dgm:spPr/>
      <dgm:t>
        <a:bodyPr/>
        <a:lstStyle/>
        <a:p>
          <a:endParaRPr lang="en-US"/>
        </a:p>
      </dgm:t>
    </dgm:pt>
    <dgm:pt modelId="{0DED3FC2-04BD-44B7-B2AF-E566BD15F328}">
      <dgm:prSet phldrT="[Text]"/>
      <dgm:spPr/>
      <dgm:t>
        <a:bodyPr/>
        <a:lstStyle/>
        <a:p>
          <a:r>
            <a:rPr lang="en-US" dirty="0"/>
            <a:t>Some text here</a:t>
          </a:r>
        </a:p>
      </dgm:t>
    </dgm:pt>
    <dgm:pt modelId="{45D48F72-95C8-4D92-A152-1C625E06144D}" type="parTrans" cxnId="{E00A9043-4497-4E56-9B54-F8722BEC84B1}">
      <dgm:prSet/>
      <dgm:spPr/>
      <dgm:t>
        <a:bodyPr/>
        <a:lstStyle/>
        <a:p>
          <a:endParaRPr lang="en-US"/>
        </a:p>
      </dgm:t>
    </dgm:pt>
    <dgm:pt modelId="{7081B858-143B-4F66-B66E-E56CC17E1025}" type="sibTrans" cxnId="{E00A9043-4497-4E56-9B54-F8722BEC84B1}">
      <dgm:prSet/>
      <dgm:spPr/>
      <dgm:t>
        <a:bodyPr/>
        <a:lstStyle/>
        <a:p>
          <a:endParaRPr lang="en-US"/>
        </a:p>
      </dgm:t>
    </dgm:pt>
    <dgm:pt modelId="{7C6DC5D2-378E-4B2C-85C1-C9C6E8FF6F54}">
      <dgm:prSet phldrT="[Text]"/>
      <dgm:spPr/>
      <dgm:t>
        <a:bodyPr/>
        <a:lstStyle/>
        <a:p>
          <a:r>
            <a:rPr lang="en-US" dirty="0"/>
            <a:t>Some text here</a:t>
          </a:r>
        </a:p>
      </dgm:t>
    </dgm:pt>
    <dgm:pt modelId="{DD1A4CF3-0A7C-443A-9461-674D43D356AC}" type="parTrans" cxnId="{9BAABE84-A088-4789-A341-22C11B76058D}">
      <dgm:prSet/>
      <dgm:spPr/>
      <dgm:t>
        <a:bodyPr/>
        <a:lstStyle/>
        <a:p>
          <a:endParaRPr lang="en-US"/>
        </a:p>
      </dgm:t>
    </dgm:pt>
    <dgm:pt modelId="{C2CE280D-3F5A-45D7-9687-BDE76BAF31BF}" type="sibTrans" cxnId="{9BAABE84-A088-4789-A341-22C11B76058D}">
      <dgm:prSet/>
      <dgm:spPr/>
      <dgm:t>
        <a:bodyPr/>
        <a:lstStyle/>
        <a:p>
          <a:endParaRPr lang="en-US"/>
        </a:p>
      </dgm:t>
    </dgm:pt>
    <dgm:pt modelId="{B1A37853-5DB1-425F-9386-D61B890405CF}">
      <dgm:prSet phldrT="[Text]"/>
      <dgm:spPr/>
      <dgm:t>
        <a:bodyPr/>
        <a:lstStyle/>
        <a:p>
          <a:r>
            <a:rPr lang="en-US" dirty="0"/>
            <a:t>Some text here</a:t>
          </a:r>
        </a:p>
      </dgm:t>
    </dgm:pt>
    <dgm:pt modelId="{B284BF18-ACA8-4249-8493-6543832F4AB7}" type="parTrans" cxnId="{E2DAB0CD-15D7-464E-A162-0A60E504C96A}">
      <dgm:prSet/>
      <dgm:spPr/>
      <dgm:t>
        <a:bodyPr/>
        <a:lstStyle/>
        <a:p>
          <a:endParaRPr lang="en-US"/>
        </a:p>
      </dgm:t>
    </dgm:pt>
    <dgm:pt modelId="{30C3EAC5-032A-4077-80B4-E7B04676A1DC}" type="sibTrans" cxnId="{E2DAB0CD-15D7-464E-A162-0A60E504C96A}">
      <dgm:prSet/>
      <dgm:spPr/>
      <dgm:t>
        <a:bodyPr/>
        <a:lstStyle/>
        <a:p>
          <a:endParaRPr lang="en-US"/>
        </a:p>
      </dgm:t>
    </dgm:pt>
    <dgm:pt modelId="{DB0AF639-B1D0-400F-8771-95D62C110D8E}">
      <dgm:prSet phldrT="[Text]"/>
      <dgm:spPr/>
      <dgm:t>
        <a:bodyPr/>
        <a:lstStyle/>
        <a:p>
          <a:r>
            <a:rPr lang="en-US" dirty="0"/>
            <a:t>Some text here</a:t>
          </a:r>
        </a:p>
      </dgm:t>
    </dgm:pt>
    <dgm:pt modelId="{7B481575-E8FF-4608-B515-5C078D497582}" type="parTrans" cxnId="{C630F0D4-660A-4580-8B6A-D70E92D73D1E}">
      <dgm:prSet/>
      <dgm:spPr/>
      <dgm:t>
        <a:bodyPr/>
        <a:lstStyle/>
        <a:p>
          <a:endParaRPr lang="en-US"/>
        </a:p>
      </dgm:t>
    </dgm:pt>
    <dgm:pt modelId="{F108F7F1-BEFB-4BDF-AB15-002F30595270}" type="sibTrans" cxnId="{C630F0D4-660A-4580-8B6A-D70E92D73D1E}">
      <dgm:prSet/>
      <dgm:spPr/>
      <dgm:t>
        <a:bodyPr/>
        <a:lstStyle/>
        <a:p>
          <a:endParaRPr lang="en-US"/>
        </a:p>
      </dgm:t>
    </dgm:pt>
    <dgm:pt modelId="{6F90917C-EE85-44B5-8B2B-C02F6F333464}">
      <dgm:prSet phldrT="[Text]"/>
      <dgm:spPr/>
      <dgm:t>
        <a:bodyPr/>
        <a:lstStyle/>
        <a:p>
          <a:r>
            <a:rPr lang="en-US" dirty="0"/>
            <a:t>Some text here</a:t>
          </a:r>
        </a:p>
      </dgm:t>
    </dgm:pt>
    <dgm:pt modelId="{8A133435-152E-447F-A3C1-C299DA6BC203}" type="parTrans" cxnId="{6E1ED81A-082A-4472-8B7C-588127BC4F94}">
      <dgm:prSet/>
      <dgm:spPr/>
      <dgm:t>
        <a:bodyPr/>
        <a:lstStyle/>
        <a:p>
          <a:endParaRPr lang="en-US"/>
        </a:p>
      </dgm:t>
    </dgm:pt>
    <dgm:pt modelId="{D7FC03D1-BD6C-41DD-A2D9-A9E21F1CD909}" type="sibTrans" cxnId="{6E1ED81A-082A-4472-8B7C-588127BC4F94}">
      <dgm:prSet/>
      <dgm:spPr/>
      <dgm:t>
        <a:bodyPr/>
        <a:lstStyle/>
        <a:p>
          <a:endParaRPr lang="en-US"/>
        </a:p>
      </dgm:t>
    </dgm:pt>
    <dgm:pt modelId="{790B7C2F-497B-40C3-B1E5-7578A55421B5}">
      <dgm:prSet phldrT="[Text]"/>
      <dgm:spPr/>
      <dgm:t>
        <a:bodyPr/>
        <a:lstStyle/>
        <a:p>
          <a:r>
            <a:rPr lang="en-US" dirty="0"/>
            <a:t>Some text here</a:t>
          </a:r>
        </a:p>
      </dgm:t>
    </dgm:pt>
    <dgm:pt modelId="{20D2E4C5-82AF-4F23-A7CF-D7F879B06F7E}" type="parTrans" cxnId="{A479C645-400F-4606-82FF-65F38F809232}">
      <dgm:prSet/>
      <dgm:spPr/>
      <dgm:t>
        <a:bodyPr/>
        <a:lstStyle/>
        <a:p>
          <a:endParaRPr lang="en-US"/>
        </a:p>
      </dgm:t>
    </dgm:pt>
    <dgm:pt modelId="{71263BF3-AFE7-4F86-AA57-65D9204B7684}" type="sibTrans" cxnId="{A479C645-400F-4606-82FF-65F38F809232}">
      <dgm:prSet/>
      <dgm:spPr/>
      <dgm:t>
        <a:bodyPr/>
        <a:lstStyle/>
        <a:p>
          <a:endParaRPr lang="en-US"/>
        </a:p>
      </dgm:t>
    </dgm:pt>
    <dgm:pt modelId="{90DE464C-EFB4-40D6-929E-49EAC8C61A74}">
      <dgm:prSet phldrT="[Text]"/>
      <dgm:spPr/>
      <dgm:t>
        <a:bodyPr/>
        <a:lstStyle/>
        <a:p>
          <a:r>
            <a:rPr lang="en-US" dirty="0"/>
            <a:t>Some text here</a:t>
          </a:r>
        </a:p>
      </dgm:t>
    </dgm:pt>
    <dgm:pt modelId="{F1B863C3-ABDC-477F-9928-1FE67D14A55A}" type="parTrans" cxnId="{79AB6C9E-0EBE-48D1-9899-3892482C2530}">
      <dgm:prSet/>
      <dgm:spPr/>
      <dgm:t>
        <a:bodyPr/>
        <a:lstStyle/>
        <a:p>
          <a:endParaRPr lang="en-US"/>
        </a:p>
      </dgm:t>
    </dgm:pt>
    <dgm:pt modelId="{7FA995CA-4EC9-48E7-8D73-401B3A7D78B8}" type="sibTrans" cxnId="{79AB6C9E-0EBE-48D1-9899-3892482C2530}">
      <dgm:prSet/>
      <dgm:spPr/>
      <dgm:t>
        <a:bodyPr/>
        <a:lstStyle/>
        <a:p>
          <a:endParaRPr lang="en-US"/>
        </a:p>
      </dgm:t>
    </dgm:pt>
    <dgm:pt modelId="{EFFC8EA1-9CBA-4F83-ACD3-B47C70AABA05}">
      <dgm:prSet phldrT="[Text]"/>
      <dgm:spPr/>
      <dgm:t>
        <a:bodyPr/>
        <a:lstStyle/>
        <a:p>
          <a:r>
            <a:rPr lang="en-US" dirty="0"/>
            <a:t>Some text here</a:t>
          </a:r>
        </a:p>
      </dgm:t>
    </dgm:pt>
    <dgm:pt modelId="{17258F3F-346E-4D8C-9139-3DDC91EF7810}" type="parTrans" cxnId="{3117375E-A348-48D1-842E-46881BF0B325}">
      <dgm:prSet/>
      <dgm:spPr/>
      <dgm:t>
        <a:bodyPr/>
        <a:lstStyle/>
        <a:p>
          <a:endParaRPr lang="en-US"/>
        </a:p>
      </dgm:t>
    </dgm:pt>
    <dgm:pt modelId="{6A0BEDB3-F2B1-4A40-80D6-0678FCE7CC25}" type="sibTrans" cxnId="{3117375E-A348-48D1-842E-46881BF0B325}">
      <dgm:prSet/>
      <dgm:spPr/>
      <dgm:t>
        <a:bodyPr/>
        <a:lstStyle/>
        <a:p>
          <a:endParaRPr lang="en-US"/>
        </a:p>
      </dgm:t>
    </dgm:pt>
    <dgm:pt modelId="{B11C909C-4BAC-4506-A582-3F735F4205EC}">
      <dgm:prSet phldrT="[Text]"/>
      <dgm:spPr/>
      <dgm:t>
        <a:bodyPr/>
        <a:lstStyle/>
        <a:p>
          <a:r>
            <a:rPr lang="en-US" dirty="0"/>
            <a:t>Some text here</a:t>
          </a:r>
        </a:p>
      </dgm:t>
    </dgm:pt>
    <dgm:pt modelId="{E2D1B87B-8E01-4C21-8BDD-B8BAED2A1CD5}" type="parTrans" cxnId="{0D1BD71B-81E9-4C4F-A0AF-866EEBEF74AA}">
      <dgm:prSet/>
      <dgm:spPr/>
      <dgm:t>
        <a:bodyPr/>
        <a:lstStyle/>
        <a:p>
          <a:endParaRPr lang="en-US"/>
        </a:p>
      </dgm:t>
    </dgm:pt>
    <dgm:pt modelId="{D5963A9E-78DC-4257-B2F5-3750633D3E53}" type="sibTrans" cxnId="{0D1BD71B-81E9-4C4F-A0AF-866EEBEF74AA}">
      <dgm:prSet/>
      <dgm:spPr/>
      <dgm:t>
        <a:bodyPr/>
        <a:lstStyle/>
        <a:p>
          <a:endParaRPr lang="en-US"/>
        </a:p>
      </dgm:t>
    </dgm:pt>
    <dgm:pt modelId="{623EB043-8C0B-4DDF-BEDD-8B1B0FE11D7E}">
      <dgm:prSet phldrT="[Text]"/>
      <dgm:spPr/>
      <dgm:t>
        <a:bodyPr/>
        <a:lstStyle/>
        <a:p>
          <a:r>
            <a:rPr lang="en-US" dirty="0"/>
            <a:t>Some </a:t>
          </a:r>
          <a:r>
            <a:rPr lang="en-US"/>
            <a:t>text here</a:t>
          </a:r>
          <a:endParaRPr lang="en-US" dirty="0"/>
        </a:p>
      </dgm:t>
    </dgm:pt>
    <dgm:pt modelId="{8D408105-55A2-444F-B2D7-C9A909860CE9}" type="parTrans" cxnId="{94257476-0BC1-45F7-8515-0601010CB26D}">
      <dgm:prSet/>
      <dgm:spPr/>
      <dgm:t>
        <a:bodyPr/>
        <a:lstStyle/>
        <a:p>
          <a:endParaRPr lang="en-US"/>
        </a:p>
      </dgm:t>
    </dgm:pt>
    <dgm:pt modelId="{9FDCB8BD-BB24-41BC-8A84-DE682B6C0A5D}" type="sibTrans" cxnId="{94257476-0BC1-45F7-8515-0601010CB26D}">
      <dgm:prSet/>
      <dgm:spPr/>
      <dgm:t>
        <a:bodyPr/>
        <a:lstStyle/>
        <a:p>
          <a:endParaRPr lang="en-US"/>
        </a:p>
      </dgm:t>
    </dgm:pt>
    <dgm:pt modelId="{647FD396-6A18-4527-A621-E66D880562ED}" type="pres">
      <dgm:prSet presAssocID="{B9C32B05-62EA-407A-B21C-2310C7945705}" presName="Name0" presStyleCnt="0">
        <dgm:presLayoutVars>
          <dgm:dir/>
          <dgm:animLvl val="lvl"/>
          <dgm:resizeHandles val="exact"/>
        </dgm:presLayoutVars>
      </dgm:prSet>
      <dgm:spPr/>
    </dgm:pt>
    <dgm:pt modelId="{C743A22E-052F-4A55-90B7-85BD1DAEEE72}" type="pres">
      <dgm:prSet presAssocID="{42D71409-67F9-455C-8C6D-716D284AAA6B}" presName="linNode" presStyleCnt="0"/>
      <dgm:spPr/>
    </dgm:pt>
    <dgm:pt modelId="{1AF1A4A6-8FEF-47D0-869B-6AE6412FB719}" type="pres">
      <dgm:prSet presAssocID="{42D71409-67F9-455C-8C6D-716D284AAA6B}" presName="parTx" presStyleLbl="revTx" presStyleIdx="0" presStyleCnt="5">
        <dgm:presLayoutVars>
          <dgm:chMax val="1"/>
          <dgm:bulletEnabled val="1"/>
        </dgm:presLayoutVars>
      </dgm:prSet>
      <dgm:spPr/>
    </dgm:pt>
    <dgm:pt modelId="{D02A5D66-2A22-4ED3-B177-A2F4E2622DB5}" type="pres">
      <dgm:prSet presAssocID="{42D71409-67F9-455C-8C6D-716D284AAA6B}" presName="bracket" presStyleLbl="parChTrans1D1" presStyleIdx="0" presStyleCnt="5"/>
      <dgm:spPr/>
    </dgm:pt>
    <dgm:pt modelId="{66728555-C21D-4AFB-B8C0-1A1C5F11343E}" type="pres">
      <dgm:prSet presAssocID="{42D71409-67F9-455C-8C6D-716D284AAA6B}" presName="spH" presStyleCnt="0"/>
      <dgm:spPr/>
    </dgm:pt>
    <dgm:pt modelId="{A39910DE-1FAE-4421-A9EC-B6A9ABCC3223}" type="pres">
      <dgm:prSet presAssocID="{42D71409-67F9-455C-8C6D-716D284AAA6B}" presName="desTx" presStyleLbl="node1" presStyleIdx="0" presStyleCnt="5">
        <dgm:presLayoutVars>
          <dgm:bulletEnabled val="1"/>
        </dgm:presLayoutVars>
      </dgm:prSet>
      <dgm:spPr/>
    </dgm:pt>
    <dgm:pt modelId="{71152901-8C84-47C8-B377-3C8EBFAB6D81}" type="pres">
      <dgm:prSet presAssocID="{478B7D3C-9FB4-4BC6-90AC-49960560DECD}" presName="spV" presStyleCnt="0"/>
      <dgm:spPr/>
    </dgm:pt>
    <dgm:pt modelId="{8750A980-86C5-47D0-B0E9-7690D49B25CF}" type="pres">
      <dgm:prSet presAssocID="{F66099B6-DBBD-4AB0-82D2-877B80F846F7}" presName="linNode" presStyleCnt="0"/>
      <dgm:spPr/>
    </dgm:pt>
    <dgm:pt modelId="{0D80AC4A-A6CE-4186-B663-EFB90A3F36E0}" type="pres">
      <dgm:prSet presAssocID="{F66099B6-DBBD-4AB0-82D2-877B80F846F7}" presName="parTx" presStyleLbl="revTx" presStyleIdx="1" presStyleCnt="5">
        <dgm:presLayoutVars>
          <dgm:chMax val="1"/>
          <dgm:bulletEnabled val="1"/>
        </dgm:presLayoutVars>
      </dgm:prSet>
      <dgm:spPr/>
    </dgm:pt>
    <dgm:pt modelId="{A60F9A32-BC07-4AF0-AF35-E1CDCE768195}" type="pres">
      <dgm:prSet presAssocID="{F66099B6-DBBD-4AB0-82D2-877B80F846F7}" presName="bracket" presStyleLbl="parChTrans1D1" presStyleIdx="1" presStyleCnt="5"/>
      <dgm:spPr/>
    </dgm:pt>
    <dgm:pt modelId="{7468B22C-0820-4D14-84E2-1A6D63B1679F}" type="pres">
      <dgm:prSet presAssocID="{F66099B6-DBBD-4AB0-82D2-877B80F846F7}" presName="spH" presStyleCnt="0"/>
      <dgm:spPr/>
    </dgm:pt>
    <dgm:pt modelId="{73F7C9D1-91AE-44D0-B01D-010FD4CC5D55}" type="pres">
      <dgm:prSet presAssocID="{F66099B6-DBBD-4AB0-82D2-877B80F846F7}" presName="desTx" presStyleLbl="node1" presStyleIdx="1" presStyleCnt="5">
        <dgm:presLayoutVars>
          <dgm:bulletEnabled val="1"/>
        </dgm:presLayoutVars>
      </dgm:prSet>
      <dgm:spPr/>
    </dgm:pt>
    <dgm:pt modelId="{9D353BCD-9A3E-4E6C-AF0F-496BACFD5450}" type="pres">
      <dgm:prSet presAssocID="{BC531B32-9B0E-482E-BF91-65C61F17168D}" presName="spV" presStyleCnt="0"/>
      <dgm:spPr/>
    </dgm:pt>
    <dgm:pt modelId="{85B46F76-FDAB-42B0-BCED-BEEC2D6BBCD0}" type="pres">
      <dgm:prSet presAssocID="{EE62A4F6-4AC4-435B-990E-81A71CE8CAC7}" presName="linNode" presStyleCnt="0"/>
      <dgm:spPr/>
    </dgm:pt>
    <dgm:pt modelId="{0208A43C-8EE1-4777-A67D-0A059446A349}" type="pres">
      <dgm:prSet presAssocID="{EE62A4F6-4AC4-435B-990E-81A71CE8CAC7}" presName="parTx" presStyleLbl="revTx" presStyleIdx="2" presStyleCnt="5">
        <dgm:presLayoutVars>
          <dgm:chMax val="1"/>
          <dgm:bulletEnabled val="1"/>
        </dgm:presLayoutVars>
      </dgm:prSet>
      <dgm:spPr/>
    </dgm:pt>
    <dgm:pt modelId="{0A79E584-77A8-4302-B9EC-035C8DF38F0D}" type="pres">
      <dgm:prSet presAssocID="{EE62A4F6-4AC4-435B-990E-81A71CE8CAC7}" presName="bracket" presStyleLbl="parChTrans1D1" presStyleIdx="2" presStyleCnt="5"/>
      <dgm:spPr/>
    </dgm:pt>
    <dgm:pt modelId="{F8257599-DF5A-4DBE-8D62-FA6DB929A9D7}" type="pres">
      <dgm:prSet presAssocID="{EE62A4F6-4AC4-435B-990E-81A71CE8CAC7}" presName="spH" presStyleCnt="0"/>
      <dgm:spPr/>
    </dgm:pt>
    <dgm:pt modelId="{AD04ED39-F7CB-41C2-8759-B5055F58DF4B}" type="pres">
      <dgm:prSet presAssocID="{EE62A4F6-4AC4-435B-990E-81A71CE8CAC7}" presName="desTx" presStyleLbl="node1" presStyleIdx="2" presStyleCnt="5">
        <dgm:presLayoutVars>
          <dgm:bulletEnabled val="1"/>
        </dgm:presLayoutVars>
      </dgm:prSet>
      <dgm:spPr/>
    </dgm:pt>
    <dgm:pt modelId="{25686AF9-0B37-43EF-BBD5-85EB68E3DB6E}" type="pres">
      <dgm:prSet presAssocID="{389F9A93-0231-4877-8C41-5D5B8DD7AAC0}" presName="spV" presStyleCnt="0"/>
      <dgm:spPr/>
    </dgm:pt>
    <dgm:pt modelId="{17D5E19A-98C3-4C66-BC28-B418F94F6685}" type="pres">
      <dgm:prSet presAssocID="{B6D9DE15-697B-42C2-B6A1-CE31260EED93}" presName="linNode" presStyleCnt="0"/>
      <dgm:spPr/>
    </dgm:pt>
    <dgm:pt modelId="{CCE372F8-A734-4349-9ED6-2703D53D4161}" type="pres">
      <dgm:prSet presAssocID="{B6D9DE15-697B-42C2-B6A1-CE31260EED93}" presName="parTx" presStyleLbl="revTx" presStyleIdx="3" presStyleCnt="5">
        <dgm:presLayoutVars>
          <dgm:chMax val="1"/>
          <dgm:bulletEnabled val="1"/>
        </dgm:presLayoutVars>
      </dgm:prSet>
      <dgm:spPr/>
    </dgm:pt>
    <dgm:pt modelId="{F95A7D52-A902-42DB-94C6-50F27FD3E3A4}" type="pres">
      <dgm:prSet presAssocID="{B6D9DE15-697B-42C2-B6A1-CE31260EED93}" presName="bracket" presStyleLbl="parChTrans1D1" presStyleIdx="3" presStyleCnt="5"/>
      <dgm:spPr/>
    </dgm:pt>
    <dgm:pt modelId="{D4B0EF0E-AE61-4DA3-B311-CB5A9200199A}" type="pres">
      <dgm:prSet presAssocID="{B6D9DE15-697B-42C2-B6A1-CE31260EED93}" presName="spH" presStyleCnt="0"/>
      <dgm:spPr/>
    </dgm:pt>
    <dgm:pt modelId="{84801765-2781-429F-9E98-810B4595344F}" type="pres">
      <dgm:prSet presAssocID="{B6D9DE15-697B-42C2-B6A1-CE31260EED93}" presName="desTx" presStyleLbl="node1" presStyleIdx="3" presStyleCnt="5">
        <dgm:presLayoutVars>
          <dgm:bulletEnabled val="1"/>
        </dgm:presLayoutVars>
      </dgm:prSet>
      <dgm:spPr/>
    </dgm:pt>
    <dgm:pt modelId="{E7FB8D75-12C5-4163-9D50-119B72DC5D41}" type="pres">
      <dgm:prSet presAssocID="{B605B681-1ACB-4650-8600-F9223ABDDC16}" presName="spV" presStyleCnt="0"/>
      <dgm:spPr/>
    </dgm:pt>
    <dgm:pt modelId="{1C7730BA-8E86-4283-A6C2-CB0B069127F1}" type="pres">
      <dgm:prSet presAssocID="{02945A89-1D10-460E-AC6F-C8277F0EF532}" presName="linNode" presStyleCnt="0"/>
      <dgm:spPr/>
    </dgm:pt>
    <dgm:pt modelId="{63EE59EC-FB57-48BB-9EEB-DE1346C06AC5}" type="pres">
      <dgm:prSet presAssocID="{02945A89-1D10-460E-AC6F-C8277F0EF532}" presName="parTx" presStyleLbl="revTx" presStyleIdx="4" presStyleCnt="5">
        <dgm:presLayoutVars>
          <dgm:chMax val="1"/>
          <dgm:bulletEnabled val="1"/>
        </dgm:presLayoutVars>
      </dgm:prSet>
      <dgm:spPr/>
    </dgm:pt>
    <dgm:pt modelId="{5CAFAAEE-9D1B-45B2-B91B-0DBDD893AF10}" type="pres">
      <dgm:prSet presAssocID="{02945A89-1D10-460E-AC6F-C8277F0EF532}" presName="bracket" presStyleLbl="parChTrans1D1" presStyleIdx="4" presStyleCnt="5"/>
      <dgm:spPr/>
    </dgm:pt>
    <dgm:pt modelId="{1858A968-5FE3-4714-B3B1-9AFC930E0136}" type="pres">
      <dgm:prSet presAssocID="{02945A89-1D10-460E-AC6F-C8277F0EF532}" presName="spH" presStyleCnt="0"/>
      <dgm:spPr/>
    </dgm:pt>
    <dgm:pt modelId="{45E41BC7-6154-4B35-9FFD-1BC9D3A8D0C5}" type="pres">
      <dgm:prSet presAssocID="{02945A89-1D10-460E-AC6F-C8277F0EF532}" presName="desTx" presStyleLbl="node1" presStyleIdx="4" presStyleCnt="5">
        <dgm:presLayoutVars>
          <dgm:bulletEnabled val="1"/>
        </dgm:presLayoutVars>
      </dgm:prSet>
      <dgm:spPr/>
    </dgm:pt>
  </dgm:ptLst>
  <dgm:cxnLst>
    <dgm:cxn modelId="{6E1ED81A-082A-4472-8B7C-588127BC4F94}" srcId="{EE62A4F6-4AC4-435B-990E-81A71CE8CAC7}" destId="{6F90917C-EE85-44B5-8B2B-C02F6F333464}" srcOrd="0" destOrd="0" parTransId="{8A133435-152E-447F-A3C1-C299DA6BC203}" sibTransId="{D7FC03D1-BD6C-41DD-A2D9-A9E21F1CD909}"/>
    <dgm:cxn modelId="{0D1BD71B-81E9-4C4F-A0AF-866EEBEF74AA}" srcId="{02945A89-1D10-460E-AC6F-C8277F0EF532}" destId="{B11C909C-4BAC-4506-A582-3F735F4205EC}" srcOrd="0" destOrd="0" parTransId="{E2D1B87B-8E01-4C21-8BDD-B8BAED2A1CD5}" sibTransId="{D5963A9E-78DC-4257-B2F5-3750633D3E53}"/>
    <dgm:cxn modelId="{2AA9C11F-1F1D-428E-801A-47EAA766C99D}" srcId="{B9C32B05-62EA-407A-B21C-2310C7945705}" destId="{42D71409-67F9-455C-8C6D-716D284AAA6B}" srcOrd="0" destOrd="0" parTransId="{51680ED1-AF6E-4B28-AE94-92B0EFB0DF7D}" sibTransId="{478B7D3C-9FB4-4BC6-90AC-49960560DECD}"/>
    <dgm:cxn modelId="{AD29A232-F61B-4DB7-9B06-E35F28A72D3C}" type="presOf" srcId="{42D71409-67F9-455C-8C6D-716D284AAA6B}" destId="{1AF1A4A6-8FEF-47D0-869B-6AE6412FB719}" srcOrd="0" destOrd="0" presId="urn:diagrams.loki3.com/BracketList"/>
    <dgm:cxn modelId="{B4F3EA32-CE64-4A92-9BAE-BC57E5392B05}" srcId="{B9C32B05-62EA-407A-B21C-2310C7945705}" destId="{F66099B6-DBBD-4AB0-82D2-877B80F846F7}" srcOrd="1" destOrd="0" parTransId="{B09C8BFB-F41C-4AC4-AB94-F216E3081C2D}" sibTransId="{BC531B32-9B0E-482E-BF91-65C61F17168D}"/>
    <dgm:cxn modelId="{3117375E-A348-48D1-842E-46881BF0B325}" srcId="{B6D9DE15-697B-42C2-B6A1-CE31260EED93}" destId="{EFFC8EA1-9CBA-4F83-ACD3-B47C70AABA05}" srcOrd="1" destOrd="0" parTransId="{17258F3F-346E-4D8C-9139-3DDC91EF7810}" sibTransId="{6A0BEDB3-F2B1-4A40-80D6-0678FCE7CC25}"/>
    <dgm:cxn modelId="{E00A9043-4497-4E56-9B54-F8722BEC84B1}" srcId="{42D71409-67F9-455C-8C6D-716D284AAA6B}" destId="{0DED3FC2-04BD-44B7-B2AF-E566BD15F328}" srcOrd="0" destOrd="0" parTransId="{45D48F72-95C8-4D92-A152-1C625E06144D}" sibTransId="{7081B858-143B-4F66-B66E-E56CC17E1025}"/>
    <dgm:cxn modelId="{A479C645-400F-4606-82FF-65F38F809232}" srcId="{EE62A4F6-4AC4-435B-990E-81A71CE8CAC7}" destId="{790B7C2F-497B-40C3-B1E5-7578A55421B5}" srcOrd="1" destOrd="0" parTransId="{20D2E4C5-82AF-4F23-A7CF-D7F879B06F7E}" sibTransId="{71263BF3-AFE7-4F86-AA57-65D9204B7684}"/>
    <dgm:cxn modelId="{4E982166-DBFB-48AA-95D3-EF8572D7E7E5}" type="presOf" srcId="{B1A37853-5DB1-425F-9386-D61B890405CF}" destId="{73F7C9D1-91AE-44D0-B01D-010FD4CC5D55}" srcOrd="0" destOrd="0" presId="urn:diagrams.loki3.com/BracketList"/>
    <dgm:cxn modelId="{3A202C4A-D3FE-40FD-A8CE-683E2872BE9C}" type="presOf" srcId="{0DED3FC2-04BD-44B7-B2AF-E566BD15F328}" destId="{A39910DE-1FAE-4421-A9EC-B6A9ABCC3223}" srcOrd="0" destOrd="0" presId="urn:diagrams.loki3.com/BracketList"/>
    <dgm:cxn modelId="{8F91736C-BD35-422C-90C3-D296D9D26FFC}" type="presOf" srcId="{B6D9DE15-697B-42C2-B6A1-CE31260EED93}" destId="{CCE372F8-A734-4349-9ED6-2703D53D4161}" srcOrd="0" destOrd="0" presId="urn:diagrams.loki3.com/BracketList"/>
    <dgm:cxn modelId="{3733FF72-A087-4AC5-92E2-9F276D73EA72}" type="presOf" srcId="{90DE464C-EFB4-40D6-929E-49EAC8C61A74}" destId="{84801765-2781-429F-9E98-810B4595344F}" srcOrd="0" destOrd="0" presId="urn:diagrams.loki3.com/BracketList"/>
    <dgm:cxn modelId="{94257476-0BC1-45F7-8515-0601010CB26D}" srcId="{02945A89-1D10-460E-AC6F-C8277F0EF532}" destId="{623EB043-8C0B-4DDF-BEDD-8B1B0FE11D7E}" srcOrd="1" destOrd="0" parTransId="{8D408105-55A2-444F-B2D7-C9A909860CE9}" sibTransId="{9FDCB8BD-BB24-41BC-8A84-DE682B6C0A5D}"/>
    <dgm:cxn modelId="{9BAABE84-A088-4789-A341-22C11B76058D}" srcId="{42D71409-67F9-455C-8C6D-716D284AAA6B}" destId="{7C6DC5D2-378E-4B2C-85C1-C9C6E8FF6F54}" srcOrd="1" destOrd="0" parTransId="{DD1A4CF3-0A7C-443A-9461-674D43D356AC}" sibTransId="{C2CE280D-3F5A-45D7-9687-BDE76BAF31BF}"/>
    <dgm:cxn modelId="{262A948A-B314-4374-BE94-1010E835B1B1}" type="presOf" srcId="{DB0AF639-B1D0-400F-8771-95D62C110D8E}" destId="{73F7C9D1-91AE-44D0-B01D-010FD4CC5D55}" srcOrd="0" destOrd="1" presId="urn:diagrams.loki3.com/BracketList"/>
    <dgm:cxn modelId="{CAD2C09B-4AD2-4069-B157-2C02FE2672C4}" type="presOf" srcId="{B11C909C-4BAC-4506-A582-3F735F4205EC}" destId="{45E41BC7-6154-4B35-9FFD-1BC9D3A8D0C5}" srcOrd="0" destOrd="0" presId="urn:diagrams.loki3.com/BracketList"/>
    <dgm:cxn modelId="{C416699D-27D5-4ABF-8078-E06FAFF341B7}" type="presOf" srcId="{7C6DC5D2-378E-4B2C-85C1-C9C6E8FF6F54}" destId="{A39910DE-1FAE-4421-A9EC-B6A9ABCC3223}" srcOrd="0" destOrd="1" presId="urn:diagrams.loki3.com/BracketList"/>
    <dgm:cxn modelId="{79AB6C9E-0EBE-48D1-9899-3892482C2530}" srcId="{B6D9DE15-697B-42C2-B6A1-CE31260EED93}" destId="{90DE464C-EFB4-40D6-929E-49EAC8C61A74}" srcOrd="0" destOrd="0" parTransId="{F1B863C3-ABDC-477F-9928-1FE67D14A55A}" sibTransId="{7FA995CA-4EC9-48E7-8D73-401B3A7D78B8}"/>
    <dgm:cxn modelId="{3A2CECA6-0C5B-46BB-B7C6-7D37E9D210BD}" srcId="{B9C32B05-62EA-407A-B21C-2310C7945705}" destId="{EE62A4F6-4AC4-435B-990E-81A71CE8CAC7}" srcOrd="2" destOrd="0" parTransId="{F287B947-7343-4FA2-B288-B23A59FFAE31}" sibTransId="{389F9A93-0231-4877-8C41-5D5B8DD7AAC0}"/>
    <dgm:cxn modelId="{40513FB0-F94C-499F-9A0B-9E0341D0A0C2}" srcId="{B9C32B05-62EA-407A-B21C-2310C7945705}" destId="{B6D9DE15-697B-42C2-B6A1-CE31260EED93}" srcOrd="3" destOrd="0" parTransId="{EAC9FC21-5112-4CCF-8070-06ED15ED24ED}" sibTransId="{B605B681-1ACB-4650-8600-F9223ABDDC16}"/>
    <dgm:cxn modelId="{CD0FB8B3-4A80-488A-9AB8-A7A113A4A311}" type="presOf" srcId="{EE62A4F6-4AC4-435B-990E-81A71CE8CAC7}" destId="{0208A43C-8EE1-4777-A67D-0A059446A349}" srcOrd="0" destOrd="0" presId="urn:diagrams.loki3.com/BracketList"/>
    <dgm:cxn modelId="{7FE25BB4-CD19-4E8E-B4CE-0EFCB111AFDD}" type="presOf" srcId="{623EB043-8C0B-4DDF-BEDD-8B1B0FE11D7E}" destId="{45E41BC7-6154-4B35-9FFD-1BC9D3A8D0C5}" srcOrd="0" destOrd="1" presId="urn:diagrams.loki3.com/BracketList"/>
    <dgm:cxn modelId="{BC7554BD-3411-4B13-BB51-C7C09FB546C1}" type="presOf" srcId="{6F90917C-EE85-44B5-8B2B-C02F6F333464}" destId="{AD04ED39-F7CB-41C2-8759-B5055F58DF4B}" srcOrd="0" destOrd="0" presId="urn:diagrams.loki3.com/BracketList"/>
    <dgm:cxn modelId="{A0BA01C0-FFE2-423B-90F4-9A82AB675E40}" type="presOf" srcId="{B9C32B05-62EA-407A-B21C-2310C7945705}" destId="{647FD396-6A18-4527-A621-E66D880562ED}" srcOrd="0" destOrd="0" presId="urn:diagrams.loki3.com/BracketList"/>
    <dgm:cxn modelId="{603681C0-4A87-4C78-80B8-BAF051F2DE44}" type="presOf" srcId="{EFFC8EA1-9CBA-4F83-ACD3-B47C70AABA05}" destId="{84801765-2781-429F-9E98-810B4595344F}" srcOrd="0" destOrd="1" presId="urn:diagrams.loki3.com/BracketList"/>
    <dgm:cxn modelId="{A96C5DC9-1794-41AC-BC70-4E97138602F1}" type="presOf" srcId="{02945A89-1D10-460E-AC6F-C8277F0EF532}" destId="{63EE59EC-FB57-48BB-9EEB-DE1346C06AC5}" srcOrd="0" destOrd="0" presId="urn:diagrams.loki3.com/BracketList"/>
    <dgm:cxn modelId="{E2DAB0CD-15D7-464E-A162-0A60E504C96A}" srcId="{F66099B6-DBBD-4AB0-82D2-877B80F846F7}" destId="{B1A37853-5DB1-425F-9386-D61B890405CF}" srcOrd="0" destOrd="0" parTransId="{B284BF18-ACA8-4249-8493-6543832F4AB7}" sibTransId="{30C3EAC5-032A-4077-80B4-E7B04676A1DC}"/>
    <dgm:cxn modelId="{C630F0D4-660A-4580-8B6A-D70E92D73D1E}" srcId="{F66099B6-DBBD-4AB0-82D2-877B80F846F7}" destId="{DB0AF639-B1D0-400F-8771-95D62C110D8E}" srcOrd="1" destOrd="0" parTransId="{7B481575-E8FF-4608-B515-5C078D497582}" sibTransId="{F108F7F1-BEFB-4BDF-AB15-002F30595270}"/>
    <dgm:cxn modelId="{490B11E0-BB0C-431A-A750-59E16426C11B}" type="presOf" srcId="{790B7C2F-497B-40C3-B1E5-7578A55421B5}" destId="{AD04ED39-F7CB-41C2-8759-B5055F58DF4B}" srcOrd="0" destOrd="1" presId="urn:diagrams.loki3.com/BracketList"/>
    <dgm:cxn modelId="{F51DD9ED-9F9C-48EB-A329-D4A709A877B8}" type="presOf" srcId="{F66099B6-DBBD-4AB0-82D2-877B80F846F7}" destId="{0D80AC4A-A6CE-4186-B663-EFB90A3F36E0}" srcOrd="0" destOrd="0" presId="urn:diagrams.loki3.com/BracketList"/>
    <dgm:cxn modelId="{BE2250FE-D73B-4C48-8C93-9F2FE03387E9}" srcId="{B9C32B05-62EA-407A-B21C-2310C7945705}" destId="{02945A89-1D10-460E-AC6F-C8277F0EF532}" srcOrd="4" destOrd="0" parTransId="{6F8C3CEE-FEE3-4D77-B707-A6B283128F4A}" sibTransId="{D63F6889-0CC7-4574-975F-A0114273E421}"/>
    <dgm:cxn modelId="{BDF962BB-39B8-413E-B0C5-4B449FB6613A}" type="presParOf" srcId="{647FD396-6A18-4527-A621-E66D880562ED}" destId="{C743A22E-052F-4A55-90B7-85BD1DAEEE72}" srcOrd="0" destOrd="0" presId="urn:diagrams.loki3.com/BracketList"/>
    <dgm:cxn modelId="{187E8908-C3A3-4E99-9702-D606F576EFE3}" type="presParOf" srcId="{C743A22E-052F-4A55-90B7-85BD1DAEEE72}" destId="{1AF1A4A6-8FEF-47D0-869B-6AE6412FB719}" srcOrd="0" destOrd="0" presId="urn:diagrams.loki3.com/BracketList"/>
    <dgm:cxn modelId="{F28D4052-ACDF-4620-B843-5F137F5AD331}" type="presParOf" srcId="{C743A22E-052F-4A55-90B7-85BD1DAEEE72}" destId="{D02A5D66-2A22-4ED3-B177-A2F4E2622DB5}" srcOrd="1" destOrd="0" presId="urn:diagrams.loki3.com/BracketList"/>
    <dgm:cxn modelId="{ADAC9960-0586-46D0-868D-A0D576471B43}" type="presParOf" srcId="{C743A22E-052F-4A55-90B7-85BD1DAEEE72}" destId="{66728555-C21D-4AFB-B8C0-1A1C5F11343E}" srcOrd="2" destOrd="0" presId="urn:diagrams.loki3.com/BracketList"/>
    <dgm:cxn modelId="{B41A4832-98F5-4B4C-AB45-6A7F15739194}" type="presParOf" srcId="{C743A22E-052F-4A55-90B7-85BD1DAEEE72}" destId="{A39910DE-1FAE-4421-A9EC-B6A9ABCC3223}" srcOrd="3" destOrd="0" presId="urn:diagrams.loki3.com/BracketList"/>
    <dgm:cxn modelId="{CAB68B00-9CF3-43AC-A01E-B673858E9BFA}" type="presParOf" srcId="{647FD396-6A18-4527-A621-E66D880562ED}" destId="{71152901-8C84-47C8-B377-3C8EBFAB6D81}" srcOrd="1" destOrd="0" presId="urn:diagrams.loki3.com/BracketList"/>
    <dgm:cxn modelId="{3A587190-B395-4CC4-9645-A85604D31737}" type="presParOf" srcId="{647FD396-6A18-4527-A621-E66D880562ED}" destId="{8750A980-86C5-47D0-B0E9-7690D49B25CF}" srcOrd="2" destOrd="0" presId="urn:diagrams.loki3.com/BracketList"/>
    <dgm:cxn modelId="{4DEFB398-B3BA-40CB-9631-61D1B69D5A17}" type="presParOf" srcId="{8750A980-86C5-47D0-B0E9-7690D49B25CF}" destId="{0D80AC4A-A6CE-4186-B663-EFB90A3F36E0}" srcOrd="0" destOrd="0" presId="urn:diagrams.loki3.com/BracketList"/>
    <dgm:cxn modelId="{650D96A8-103F-43A1-8F13-B42CDB183A95}" type="presParOf" srcId="{8750A980-86C5-47D0-B0E9-7690D49B25CF}" destId="{A60F9A32-BC07-4AF0-AF35-E1CDCE768195}" srcOrd="1" destOrd="0" presId="urn:diagrams.loki3.com/BracketList"/>
    <dgm:cxn modelId="{6878E6DE-DAE9-40D2-8E2D-F0968A74E931}" type="presParOf" srcId="{8750A980-86C5-47D0-B0E9-7690D49B25CF}" destId="{7468B22C-0820-4D14-84E2-1A6D63B1679F}" srcOrd="2" destOrd="0" presId="urn:diagrams.loki3.com/BracketList"/>
    <dgm:cxn modelId="{8755B23E-B4F0-40B1-9504-43247E365777}" type="presParOf" srcId="{8750A980-86C5-47D0-B0E9-7690D49B25CF}" destId="{73F7C9D1-91AE-44D0-B01D-010FD4CC5D55}" srcOrd="3" destOrd="0" presId="urn:diagrams.loki3.com/BracketList"/>
    <dgm:cxn modelId="{46C455BE-CF0F-4F55-9028-126CF48C9A85}" type="presParOf" srcId="{647FD396-6A18-4527-A621-E66D880562ED}" destId="{9D353BCD-9A3E-4E6C-AF0F-496BACFD5450}" srcOrd="3" destOrd="0" presId="urn:diagrams.loki3.com/BracketList"/>
    <dgm:cxn modelId="{79DE6EBB-E3C0-4041-A199-C89F0DDA647F}" type="presParOf" srcId="{647FD396-6A18-4527-A621-E66D880562ED}" destId="{85B46F76-FDAB-42B0-BCED-BEEC2D6BBCD0}" srcOrd="4" destOrd="0" presId="urn:diagrams.loki3.com/BracketList"/>
    <dgm:cxn modelId="{CEE9D5AF-938C-4019-A5C3-F3258182955B}" type="presParOf" srcId="{85B46F76-FDAB-42B0-BCED-BEEC2D6BBCD0}" destId="{0208A43C-8EE1-4777-A67D-0A059446A349}" srcOrd="0" destOrd="0" presId="urn:diagrams.loki3.com/BracketList"/>
    <dgm:cxn modelId="{E87A966E-343C-4ED6-8838-BA7BA96A6990}" type="presParOf" srcId="{85B46F76-FDAB-42B0-BCED-BEEC2D6BBCD0}" destId="{0A79E584-77A8-4302-B9EC-035C8DF38F0D}" srcOrd="1" destOrd="0" presId="urn:diagrams.loki3.com/BracketList"/>
    <dgm:cxn modelId="{21FAB783-8CDF-4672-AC95-1E364BC6D88C}" type="presParOf" srcId="{85B46F76-FDAB-42B0-BCED-BEEC2D6BBCD0}" destId="{F8257599-DF5A-4DBE-8D62-FA6DB929A9D7}" srcOrd="2" destOrd="0" presId="urn:diagrams.loki3.com/BracketList"/>
    <dgm:cxn modelId="{EC5263DA-85AE-4253-A755-62CCA095315E}" type="presParOf" srcId="{85B46F76-FDAB-42B0-BCED-BEEC2D6BBCD0}" destId="{AD04ED39-F7CB-41C2-8759-B5055F58DF4B}" srcOrd="3" destOrd="0" presId="urn:diagrams.loki3.com/BracketList"/>
    <dgm:cxn modelId="{31486197-7B2B-4B26-A122-020C7FF1F3BB}" type="presParOf" srcId="{647FD396-6A18-4527-A621-E66D880562ED}" destId="{25686AF9-0B37-43EF-BBD5-85EB68E3DB6E}" srcOrd="5" destOrd="0" presId="urn:diagrams.loki3.com/BracketList"/>
    <dgm:cxn modelId="{0DC01150-DC14-4043-9B77-A54DEC757141}" type="presParOf" srcId="{647FD396-6A18-4527-A621-E66D880562ED}" destId="{17D5E19A-98C3-4C66-BC28-B418F94F6685}" srcOrd="6" destOrd="0" presId="urn:diagrams.loki3.com/BracketList"/>
    <dgm:cxn modelId="{B59B2B1D-736E-468A-AD3A-6BDD23CDDD16}" type="presParOf" srcId="{17D5E19A-98C3-4C66-BC28-B418F94F6685}" destId="{CCE372F8-A734-4349-9ED6-2703D53D4161}" srcOrd="0" destOrd="0" presId="urn:diagrams.loki3.com/BracketList"/>
    <dgm:cxn modelId="{DFB047B3-C1C6-4713-ACAA-B35D366ABB71}" type="presParOf" srcId="{17D5E19A-98C3-4C66-BC28-B418F94F6685}" destId="{F95A7D52-A902-42DB-94C6-50F27FD3E3A4}" srcOrd="1" destOrd="0" presId="urn:diagrams.loki3.com/BracketList"/>
    <dgm:cxn modelId="{7D5FE283-FFCE-4A8A-9CDE-53122780A5FE}" type="presParOf" srcId="{17D5E19A-98C3-4C66-BC28-B418F94F6685}" destId="{D4B0EF0E-AE61-4DA3-B311-CB5A9200199A}" srcOrd="2" destOrd="0" presId="urn:diagrams.loki3.com/BracketList"/>
    <dgm:cxn modelId="{A15BC1B0-DD19-476F-92AE-09B0D59AFCC0}" type="presParOf" srcId="{17D5E19A-98C3-4C66-BC28-B418F94F6685}" destId="{84801765-2781-429F-9E98-810B4595344F}" srcOrd="3" destOrd="0" presId="urn:diagrams.loki3.com/BracketList"/>
    <dgm:cxn modelId="{E336B38F-76B2-4E0A-A924-7EB4F854A82A}" type="presParOf" srcId="{647FD396-6A18-4527-A621-E66D880562ED}" destId="{E7FB8D75-12C5-4163-9D50-119B72DC5D41}" srcOrd="7" destOrd="0" presId="urn:diagrams.loki3.com/BracketList"/>
    <dgm:cxn modelId="{3275D4D8-6D0B-403F-ACA4-3E11A16AF43A}" type="presParOf" srcId="{647FD396-6A18-4527-A621-E66D880562ED}" destId="{1C7730BA-8E86-4283-A6C2-CB0B069127F1}" srcOrd="8" destOrd="0" presId="urn:diagrams.loki3.com/BracketList"/>
    <dgm:cxn modelId="{0CB7E6B5-A901-4783-87BD-00E53701BFEE}" type="presParOf" srcId="{1C7730BA-8E86-4283-A6C2-CB0B069127F1}" destId="{63EE59EC-FB57-48BB-9EEB-DE1346C06AC5}" srcOrd="0" destOrd="0" presId="urn:diagrams.loki3.com/BracketList"/>
    <dgm:cxn modelId="{84A9479E-20BF-4FE3-B8FF-D4D9F0987139}" type="presParOf" srcId="{1C7730BA-8E86-4283-A6C2-CB0B069127F1}" destId="{5CAFAAEE-9D1B-45B2-B91B-0DBDD893AF10}" srcOrd="1" destOrd="0" presId="urn:diagrams.loki3.com/BracketList"/>
    <dgm:cxn modelId="{B2CE43F3-90D3-44D2-ADC6-EB6975E1D515}" type="presParOf" srcId="{1C7730BA-8E86-4283-A6C2-CB0B069127F1}" destId="{1858A968-5FE3-4714-B3B1-9AFC930E0136}" srcOrd="2" destOrd="0" presId="urn:diagrams.loki3.com/BracketList"/>
    <dgm:cxn modelId="{995CBF7A-E76F-4B6C-9198-1FE1AA9E7E00}" type="presParOf" srcId="{1C7730BA-8E86-4283-A6C2-CB0B069127F1}" destId="{45E41BC7-6154-4B35-9FFD-1BC9D3A8D0C5}" srcOrd="3" destOrd="0" presId="urn:diagrams.loki3.com/BracketList"/>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6.xml><?xml version="1.0" encoding="utf-8"?>
<dgm:dataModel xmlns:dgm="http://schemas.openxmlformats.org/drawingml/2006/diagram" xmlns:a="http://schemas.openxmlformats.org/drawingml/2006/main">
  <dgm:ptLst>
    <dgm:pt modelId="{B9C32B05-62EA-407A-B21C-2310C7945705}" type="doc">
      <dgm:prSet loTypeId="urn:diagrams.loki3.com/VaryingWidthList" loCatId="list"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 with very large width</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F66099B6-DBBD-4AB0-82D2-877B80F846F7}">
      <dgm:prSet phldrT="[Text]"/>
      <dgm:spPr/>
      <dgm:t>
        <a:bodyPr/>
        <a:lstStyle/>
        <a:p>
          <a:r>
            <a:rPr lang="en-US" dirty="0"/>
            <a:t>Lorem Ipsum with large width</a:t>
          </a:r>
        </a:p>
      </dgm:t>
    </dgm:pt>
    <dgm:pt modelId="{B09C8BFB-F41C-4AC4-AB94-F216E3081C2D}" type="parTrans" cxnId="{B4F3EA32-CE64-4A92-9BAE-BC57E5392B05}">
      <dgm:prSet/>
      <dgm:spPr/>
      <dgm:t>
        <a:bodyPr/>
        <a:lstStyle/>
        <a:p>
          <a:endParaRPr lang="en-US"/>
        </a:p>
      </dgm:t>
    </dgm:pt>
    <dgm:pt modelId="{BC531B32-9B0E-482E-BF91-65C61F17168D}" type="sibTrans" cxnId="{B4F3EA32-CE64-4A92-9BAE-BC57E5392B05}">
      <dgm:prSet/>
      <dgm:spPr/>
      <dgm:t>
        <a:bodyPr/>
        <a:lstStyle/>
        <a:p>
          <a:endParaRPr lang="en-US"/>
        </a:p>
      </dgm:t>
    </dgm:pt>
    <dgm:pt modelId="{EE62A4F6-4AC4-435B-990E-81A71CE8CAC7}">
      <dgm:prSet phldrT="[Text]"/>
      <dgm:spPr/>
      <dgm:t>
        <a:bodyPr/>
        <a:lstStyle/>
        <a:p>
          <a:r>
            <a:rPr lang="en-US" dirty="0"/>
            <a:t>Lorem Ipsum medium</a:t>
          </a:r>
        </a:p>
      </dgm:t>
    </dgm:pt>
    <dgm:pt modelId="{F287B947-7343-4FA2-B288-B23A59FFAE31}" type="parTrans" cxnId="{3A2CECA6-0C5B-46BB-B7C6-7D37E9D210BD}">
      <dgm:prSet/>
      <dgm:spPr/>
      <dgm:t>
        <a:bodyPr/>
        <a:lstStyle/>
        <a:p>
          <a:endParaRPr lang="en-US"/>
        </a:p>
      </dgm:t>
    </dgm:pt>
    <dgm:pt modelId="{389F9A93-0231-4877-8C41-5D5B8DD7AAC0}" type="sibTrans" cxnId="{3A2CECA6-0C5B-46BB-B7C6-7D37E9D210BD}">
      <dgm:prSet/>
      <dgm:spPr/>
      <dgm:t>
        <a:bodyPr/>
        <a:lstStyle/>
        <a:p>
          <a:endParaRPr lang="en-US"/>
        </a:p>
      </dgm:t>
    </dgm:pt>
    <dgm:pt modelId="{B6D9DE15-697B-42C2-B6A1-CE31260EED93}">
      <dgm:prSet phldrT="[Text]"/>
      <dgm:spPr/>
      <dgm:t>
        <a:bodyPr/>
        <a:lstStyle/>
        <a:p>
          <a:r>
            <a:rPr lang="en-US" dirty="0"/>
            <a:t>Lorem Ipsum lower</a:t>
          </a:r>
        </a:p>
      </dgm:t>
    </dgm:pt>
    <dgm:pt modelId="{EAC9FC21-5112-4CCF-8070-06ED15ED24ED}" type="parTrans" cxnId="{40513FB0-F94C-499F-9A0B-9E0341D0A0C2}">
      <dgm:prSet/>
      <dgm:spPr/>
      <dgm:t>
        <a:bodyPr/>
        <a:lstStyle/>
        <a:p>
          <a:endParaRPr lang="en-US"/>
        </a:p>
      </dgm:t>
    </dgm:pt>
    <dgm:pt modelId="{B605B681-1ACB-4650-8600-F9223ABDDC16}" type="sibTrans" cxnId="{40513FB0-F94C-499F-9A0B-9E0341D0A0C2}">
      <dgm:prSet/>
      <dgm:spPr/>
      <dgm:t>
        <a:bodyPr/>
        <a:lstStyle/>
        <a:p>
          <a:endParaRPr lang="en-US"/>
        </a:p>
      </dgm:t>
    </dgm:pt>
    <dgm:pt modelId="{244CE93D-3CE9-480A-BC40-D5795AE4CC61}">
      <dgm:prSet phldrT="[Text]"/>
      <dgm:spPr/>
      <dgm:t>
        <a:bodyPr/>
        <a:lstStyle/>
        <a:p>
          <a:r>
            <a:rPr lang="en-US" dirty="0"/>
            <a:t>Lorem Ipsum</a:t>
          </a:r>
        </a:p>
      </dgm:t>
    </dgm:pt>
    <dgm:pt modelId="{B26CFE49-55EC-4B92-8D65-F00D6B48420B}" type="parTrans" cxnId="{746C65D4-0A32-4610-8B9B-A01592BB40A3}">
      <dgm:prSet/>
      <dgm:spPr/>
      <dgm:t>
        <a:bodyPr/>
        <a:lstStyle/>
        <a:p>
          <a:endParaRPr lang="en-US"/>
        </a:p>
      </dgm:t>
    </dgm:pt>
    <dgm:pt modelId="{AA2C577D-A278-4959-857E-CDA154440386}" type="sibTrans" cxnId="{746C65D4-0A32-4610-8B9B-A01592BB40A3}">
      <dgm:prSet/>
      <dgm:spPr/>
      <dgm:t>
        <a:bodyPr/>
        <a:lstStyle/>
        <a:p>
          <a:endParaRPr lang="en-US"/>
        </a:p>
      </dgm:t>
    </dgm:pt>
    <dgm:pt modelId="{0C68CB87-AC2B-4DA0-9470-9E8936CA4ADE}" type="pres">
      <dgm:prSet presAssocID="{B9C32B05-62EA-407A-B21C-2310C7945705}" presName="Name0" presStyleCnt="0">
        <dgm:presLayoutVars>
          <dgm:resizeHandles/>
        </dgm:presLayoutVars>
      </dgm:prSet>
      <dgm:spPr/>
    </dgm:pt>
    <dgm:pt modelId="{75D5BB13-3087-4852-A5FC-D628A8FA5BBE}" type="pres">
      <dgm:prSet presAssocID="{42D71409-67F9-455C-8C6D-716D284AAA6B}" presName="text" presStyleLbl="node1" presStyleIdx="0" presStyleCnt="5">
        <dgm:presLayoutVars>
          <dgm:bulletEnabled val="1"/>
        </dgm:presLayoutVars>
      </dgm:prSet>
      <dgm:spPr/>
    </dgm:pt>
    <dgm:pt modelId="{E76692F8-4488-4A6B-A1BA-1DC75012E132}" type="pres">
      <dgm:prSet presAssocID="{478B7D3C-9FB4-4BC6-90AC-49960560DECD}" presName="space" presStyleCnt="0"/>
      <dgm:spPr/>
    </dgm:pt>
    <dgm:pt modelId="{F17A4FD7-74B5-4308-93CA-3301FAA0482E}" type="pres">
      <dgm:prSet presAssocID="{F66099B6-DBBD-4AB0-82D2-877B80F846F7}" presName="text" presStyleLbl="node1" presStyleIdx="1" presStyleCnt="5">
        <dgm:presLayoutVars>
          <dgm:bulletEnabled val="1"/>
        </dgm:presLayoutVars>
      </dgm:prSet>
      <dgm:spPr/>
    </dgm:pt>
    <dgm:pt modelId="{FE25EFB2-F8D0-4EB7-8B20-CA069DE4AB37}" type="pres">
      <dgm:prSet presAssocID="{BC531B32-9B0E-482E-BF91-65C61F17168D}" presName="space" presStyleCnt="0"/>
      <dgm:spPr/>
    </dgm:pt>
    <dgm:pt modelId="{2345020A-22C1-44FE-9B49-83AEC5C7BCB7}" type="pres">
      <dgm:prSet presAssocID="{EE62A4F6-4AC4-435B-990E-81A71CE8CAC7}" presName="text" presStyleLbl="node1" presStyleIdx="2" presStyleCnt="5">
        <dgm:presLayoutVars>
          <dgm:bulletEnabled val="1"/>
        </dgm:presLayoutVars>
      </dgm:prSet>
      <dgm:spPr/>
    </dgm:pt>
    <dgm:pt modelId="{B50D2C8D-08B2-45BE-9B88-EDED1CA81E36}" type="pres">
      <dgm:prSet presAssocID="{389F9A93-0231-4877-8C41-5D5B8DD7AAC0}" presName="space" presStyleCnt="0"/>
      <dgm:spPr/>
    </dgm:pt>
    <dgm:pt modelId="{5A59F46C-47C5-4852-8F90-78E22F0860C8}" type="pres">
      <dgm:prSet presAssocID="{B6D9DE15-697B-42C2-B6A1-CE31260EED93}" presName="text" presStyleLbl="node1" presStyleIdx="3" presStyleCnt="5">
        <dgm:presLayoutVars>
          <dgm:bulletEnabled val="1"/>
        </dgm:presLayoutVars>
      </dgm:prSet>
      <dgm:spPr/>
    </dgm:pt>
    <dgm:pt modelId="{7739A0B6-36AF-446B-9DBB-FD2004F10CB7}" type="pres">
      <dgm:prSet presAssocID="{B605B681-1ACB-4650-8600-F9223ABDDC16}" presName="space" presStyleCnt="0"/>
      <dgm:spPr/>
    </dgm:pt>
    <dgm:pt modelId="{9EFA1E31-9BAA-467C-9E1F-3309FEF16529}" type="pres">
      <dgm:prSet presAssocID="{244CE93D-3CE9-480A-BC40-D5795AE4CC61}" presName="text" presStyleLbl="node1" presStyleIdx="4" presStyleCnt="5">
        <dgm:presLayoutVars>
          <dgm:bulletEnabled val="1"/>
        </dgm:presLayoutVars>
      </dgm:prSet>
      <dgm:spPr/>
    </dgm:pt>
  </dgm:ptLst>
  <dgm:cxnLst>
    <dgm:cxn modelId="{15E9A10E-A179-42AC-B423-21DF29712FBC}" type="presOf" srcId="{F66099B6-DBBD-4AB0-82D2-877B80F846F7}" destId="{F17A4FD7-74B5-4308-93CA-3301FAA0482E}" srcOrd="0" destOrd="0" presId="urn:diagrams.loki3.com/VaryingWidthList"/>
    <dgm:cxn modelId="{7BD74D14-6025-4F93-B46A-73D12D1AA9C4}" type="presOf" srcId="{EE62A4F6-4AC4-435B-990E-81A71CE8CAC7}" destId="{2345020A-22C1-44FE-9B49-83AEC5C7BCB7}" srcOrd="0" destOrd="0" presId="urn:diagrams.loki3.com/VaryingWidthList"/>
    <dgm:cxn modelId="{2AA9C11F-1F1D-428E-801A-47EAA766C99D}" srcId="{B9C32B05-62EA-407A-B21C-2310C7945705}" destId="{42D71409-67F9-455C-8C6D-716D284AAA6B}" srcOrd="0" destOrd="0" parTransId="{51680ED1-AF6E-4B28-AE94-92B0EFB0DF7D}" sibTransId="{478B7D3C-9FB4-4BC6-90AC-49960560DECD}"/>
    <dgm:cxn modelId="{B4F3EA32-CE64-4A92-9BAE-BC57E5392B05}" srcId="{B9C32B05-62EA-407A-B21C-2310C7945705}" destId="{F66099B6-DBBD-4AB0-82D2-877B80F846F7}" srcOrd="1" destOrd="0" parTransId="{B09C8BFB-F41C-4AC4-AB94-F216E3081C2D}" sibTransId="{BC531B32-9B0E-482E-BF91-65C61F17168D}"/>
    <dgm:cxn modelId="{C9D07C70-871B-43E5-B731-0AC601DA3D57}" type="presOf" srcId="{244CE93D-3CE9-480A-BC40-D5795AE4CC61}" destId="{9EFA1E31-9BAA-467C-9E1F-3309FEF16529}" srcOrd="0" destOrd="0" presId="urn:diagrams.loki3.com/VaryingWidthList"/>
    <dgm:cxn modelId="{3FE27179-57A7-4040-8851-B8582E1F9C7E}" type="presOf" srcId="{B9C32B05-62EA-407A-B21C-2310C7945705}" destId="{0C68CB87-AC2B-4DA0-9470-9E8936CA4ADE}" srcOrd="0" destOrd="0" presId="urn:diagrams.loki3.com/VaryingWidthList"/>
    <dgm:cxn modelId="{3A2CECA6-0C5B-46BB-B7C6-7D37E9D210BD}" srcId="{B9C32B05-62EA-407A-B21C-2310C7945705}" destId="{EE62A4F6-4AC4-435B-990E-81A71CE8CAC7}" srcOrd="2" destOrd="0" parTransId="{F287B947-7343-4FA2-B288-B23A59FFAE31}" sibTransId="{389F9A93-0231-4877-8C41-5D5B8DD7AAC0}"/>
    <dgm:cxn modelId="{C797BEA9-A9EE-4F90-A3D3-79D22635E096}" type="presOf" srcId="{42D71409-67F9-455C-8C6D-716D284AAA6B}" destId="{75D5BB13-3087-4852-A5FC-D628A8FA5BBE}" srcOrd="0" destOrd="0" presId="urn:diagrams.loki3.com/VaryingWidthList"/>
    <dgm:cxn modelId="{40513FB0-F94C-499F-9A0B-9E0341D0A0C2}" srcId="{B9C32B05-62EA-407A-B21C-2310C7945705}" destId="{B6D9DE15-697B-42C2-B6A1-CE31260EED93}" srcOrd="3" destOrd="0" parTransId="{EAC9FC21-5112-4CCF-8070-06ED15ED24ED}" sibTransId="{B605B681-1ACB-4650-8600-F9223ABDDC16}"/>
    <dgm:cxn modelId="{746C65D4-0A32-4610-8B9B-A01592BB40A3}" srcId="{B9C32B05-62EA-407A-B21C-2310C7945705}" destId="{244CE93D-3CE9-480A-BC40-D5795AE4CC61}" srcOrd="4" destOrd="0" parTransId="{B26CFE49-55EC-4B92-8D65-F00D6B48420B}" sibTransId="{AA2C577D-A278-4959-857E-CDA154440386}"/>
    <dgm:cxn modelId="{EFB420D9-FBB3-4399-92B3-4652622C0B81}" type="presOf" srcId="{B6D9DE15-697B-42C2-B6A1-CE31260EED93}" destId="{5A59F46C-47C5-4852-8F90-78E22F0860C8}" srcOrd="0" destOrd="0" presId="urn:diagrams.loki3.com/VaryingWidthList"/>
    <dgm:cxn modelId="{C510FDBE-0B98-441F-B789-BDB988B68916}" type="presParOf" srcId="{0C68CB87-AC2B-4DA0-9470-9E8936CA4ADE}" destId="{75D5BB13-3087-4852-A5FC-D628A8FA5BBE}" srcOrd="0" destOrd="0" presId="urn:diagrams.loki3.com/VaryingWidthList"/>
    <dgm:cxn modelId="{E7F11C42-758B-4E90-B4FE-63B9DA43C8B3}" type="presParOf" srcId="{0C68CB87-AC2B-4DA0-9470-9E8936CA4ADE}" destId="{E76692F8-4488-4A6B-A1BA-1DC75012E132}" srcOrd="1" destOrd="0" presId="urn:diagrams.loki3.com/VaryingWidthList"/>
    <dgm:cxn modelId="{EB01D0D4-1554-4256-9745-0C58DDEB33D3}" type="presParOf" srcId="{0C68CB87-AC2B-4DA0-9470-9E8936CA4ADE}" destId="{F17A4FD7-74B5-4308-93CA-3301FAA0482E}" srcOrd="2" destOrd="0" presId="urn:diagrams.loki3.com/VaryingWidthList"/>
    <dgm:cxn modelId="{3A550E05-C617-461D-94A1-5AFF76754EF9}" type="presParOf" srcId="{0C68CB87-AC2B-4DA0-9470-9E8936CA4ADE}" destId="{FE25EFB2-F8D0-4EB7-8B20-CA069DE4AB37}" srcOrd="3" destOrd="0" presId="urn:diagrams.loki3.com/VaryingWidthList"/>
    <dgm:cxn modelId="{147620E3-E42B-4E2F-BE68-60EC701BB70B}" type="presParOf" srcId="{0C68CB87-AC2B-4DA0-9470-9E8936CA4ADE}" destId="{2345020A-22C1-44FE-9B49-83AEC5C7BCB7}" srcOrd="4" destOrd="0" presId="urn:diagrams.loki3.com/VaryingWidthList"/>
    <dgm:cxn modelId="{EEC2B662-DF72-430F-90D4-F099C5A3EC25}" type="presParOf" srcId="{0C68CB87-AC2B-4DA0-9470-9E8936CA4ADE}" destId="{B50D2C8D-08B2-45BE-9B88-EDED1CA81E36}" srcOrd="5" destOrd="0" presId="urn:diagrams.loki3.com/VaryingWidthList"/>
    <dgm:cxn modelId="{9D4F781D-21D2-4A8A-BFA4-50412AF49300}" type="presParOf" srcId="{0C68CB87-AC2B-4DA0-9470-9E8936CA4ADE}" destId="{5A59F46C-47C5-4852-8F90-78E22F0860C8}" srcOrd="6" destOrd="0" presId="urn:diagrams.loki3.com/VaryingWidthList"/>
    <dgm:cxn modelId="{33EBF50C-EAEC-41B4-8BEC-59CB88C51958}" type="presParOf" srcId="{0C68CB87-AC2B-4DA0-9470-9E8936CA4ADE}" destId="{7739A0B6-36AF-446B-9DBB-FD2004F10CB7}" srcOrd="7" destOrd="0" presId="urn:diagrams.loki3.com/VaryingWidthList"/>
    <dgm:cxn modelId="{1169938A-C299-4CB4-9ADC-1085D828AE43}" type="presParOf" srcId="{0C68CB87-AC2B-4DA0-9470-9E8936CA4ADE}" destId="{9EFA1E31-9BAA-467C-9E1F-3309FEF16529}" srcOrd="8" destOrd="0" presId="urn:diagrams.loki3.com/VaryingWidthList"/>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7.xml><?xml version="1.0" encoding="utf-8"?>
<dgm:dataModel xmlns:dgm="http://schemas.openxmlformats.org/drawingml/2006/diagram" xmlns:a="http://schemas.openxmlformats.org/drawingml/2006/main">
  <dgm:ptLst>
    <dgm:pt modelId="{B9C32B05-62EA-407A-B21C-2310C7945705}" type="doc">
      <dgm:prSet loTypeId="urn:microsoft.com/office/officeart/2011/layout/TabList" loCatId="list"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F66099B6-DBBD-4AB0-82D2-877B80F846F7}">
      <dgm:prSet phldrT="[Text]"/>
      <dgm:spPr/>
      <dgm:t>
        <a:bodyPr/>
        <a:lstStyle/>
        <a:p>
          <a:r>
            <a:rPr lang="en-US"/>
            <a:t>Lorem Ipsum</a:t>
          </a:r>
          <a:endParaRPr lang="en-US" dirty="0"/>
        </a:p>
      </dgm:t>
    </dgm:pt>
    <dgm:pt modelId="{B09C8BFB-F41C-4AC4-AB94-F216E3081C2D}" type="parTrans" cxnId="{B4F3EA32-CE64-4A92-9BAE-BC57E5392B05}">
      <dgm:prSet/>
      <dgm:spPr/>
      <dgm:t>
        <a:bodyPr/>
        <a:lstStyle/>
        <a:p>
          <a:endParaRPr lang="en-US"/>
        </a:p>
      </dgm:t>
    </dgm:pt>
    <dgm:pt modelId="{BC531B32-9B0E-482E-BF91-65C61F17168D}" type="sibTrans" cxnId="{B4F3EA32-CE64-4A92-9BAE-BC57E5392B05}">
      <dgm:prSet/>
      <dgm:spPr/>
      <dgm:t>
        <a:bodyPr/>
        <a:lstStyle/>
        <a:p>
          <a:endParaRPr lang="en-US"/>
        </a:p>
      </dgm:t>
    </dgm:pt>
    <dgm:pt modelId="{EE62A4F6-4AC4-435B-990E-81A71CE8CAC7}">
      <dgm:prSet phldrT="[Text]"/>
      <dgm:spPr/>
      <dgm:t>
        <a:bodyPr/>
        <a:lstStyle/>
        <a:p>
          <a:r>
            <a:rPr lang="en-US"/>
            <a:t>Lorem Ipsum</a:t>
          </a:r>
          <a:endParaRPr lang="en-US" dirty="0"/>
        </a:p>
      </dgm:t>
    </dgm:pt>
    <dgm:pt modelId="{F287B947-7343-4FA2-B288-B23A59FFAE31}" type="parTrans" cxnId="{3A2CECA6-0C5B-46BB-B7C6-7D37E9D210BD}">
      <dgm:prSet/>
      <dgm:spPr/>
      <dgm:t>
        <a:bodyPr/>
        <a:lstStyle/>
        <a:p>
          <a:endParaRPr lang="en-US"/>
        </a:p>
      </dgm:t>
    </dgm:pt>
    <dgm:pt modelId="{389F9A93-0231-4877-8C41-5D5B8DD7AAC0}" type="sibTrans" cxnId="{3A2CECA6-0C5B-46BB-B7C6-7D37E9D210BD}">
      <dgm:prSet/>
      <dgm:spPr/>
      <dgm:t>
        <a:bodyPr/>
        <a:lstStyle/>
        <a:p>
          <a:endParaRPr lang="en-US"/>
        </a:p>
      </dgm:t>
    </dgm:pt>
    <dgm:pt modelId="{B6D9DE15-697B-42C2-B6A1-CE31260EED93}">
      <dgm:prSet phldrT="[Text]"/>
      <dgm:spPr/>
      <dgm:t>
        <a:bodyPr/>
        <a:lstStyle/>
        <a:p>
          <a:r>
            <a:rPr lang="en-US"/>
            <a:t>Lorem Ipsum</a:t>
          </a:r>
          <a:endParaRPr lang="en-US" dirty="0"/>
        </a:p>
      </dgm:t>
    </dgm:pt>
    <dgm:pt modelId="{EAC9FC21-5112-4CCF-8070-06ED15ED24ED}" type="parTrans" cxnId="{40513FB0-F94C-499F-9A0B-9E0341D0A0C2}">
      <dgm:prSet/>
      <dgm:spPr/>
      <dgm:t>
        <a:bodyPr/>
        <a:lstStyle/>
        <a:p>
          <a:endParaRPr lang="en-US"/>
        </a:p>
      </dgm:t>
    </dgm:pt>
    <dgm:pt modelId="{B605B681-1ACB-4650-8600-F9223ABDDC16}" type="sibTrans" cxnId="{40513FB0-F94C-499F-9A0B-9E0341D0A0C2}">
      <dgm:prSet/>
      <dgm:spPr/>
      <dgm:t>
        <a:bodyPr/>
        <a:lstStyle/>
        <a:p>
          <a:endParaRPr lang="en-US"/>
        </a:p>
      </dgm:t>
    </dgm:pt>
    <dgm:pt modelId="{244CE93D-3CE9-480A-BC40-D5795AE4CC61}">
      <dgm:prSet phldrT="[Text]"/>
      <dgm:spPr/>
      <dgm:t>
        <a:bodyPr/>
        <a:lstStyle/>
        <a:p>
          <a:r>
            <a:rPr lang="en-US"/>
            <a:t>Lorem Ipsum</a:t>
          </a:r>
          <a:endParaRPr lang="en-US" dirty="0"/>
        </a:p>
      </dgm:t>
    </dgm:pt>
    <dgm:pt modelId="{B26CFE49-55EC-4B92-8D65-F00D6B48420B}" type="parTrans" cxnId="{746C65D4-0A32-4610-8B9B-A01592BB40A3}">
      <dgm:prSet/>
      <dgm:spPr/>
      <dgm:t>
        <a:bodyPr/>
        <a:lstStyle/>
        <a:p>
          <a:endParaRPr lang="en-US"/>
        </a:p>
      </dgm:t>
    </dgm:pt>
    <dgm:pt modelId="{AA2C577D-A278-4959-857E-CDA154440386}" type="sibTrans" cxnId="{746C65D4-0A32-4610-8B9B-A01592BB40A3}">
      <dgm:prSet/>
      <dgm:spPr/>
      <dgm:t>
        <a:bodyPr/>
        <a:lstStyle/>
        <a:p>
          <a:endParaRPr lang="en-US"/>
        </a:p>
      </dgm:t>
    </dgm:pt>
    <dgm:pt modelId="{95740DEE-0B54-4F3F-8968-C9345263F148}">
      <dgm:prSet phldrT="[Text]"/>
      <dgm:spPr/>
      <dgm:t>
        <a:bodyPr/>
        <a:lstStyle/>
        <a:p>
          <a:r>
            <a:rPr lang="en-US" dirty="0"/>
            <a:t>Some headline here</a:t>
          </a:r>
        </a:p>
      </dgm:t>
    </dgm:pt>
    <dgm:pt modelId="{F3096BAB-D252-455E-8E05-BC568D48D7C4}" type="parTrans" cxnId="{840A85F6-0B13-494D-B07A-923E72B29963}">
      <dgm:prSet/>
      <dgm:spPr/>
      <dgm:t>
        <a:bodyPr/>
        <a:lstStyle/>
        <a:p>
          <a:endParaRPr lang="en-US"/>
        </a:p>
      </dgm:t>
    </dgm:pt>
    <dgm:pt modelId="{3B9143FC-5A97-4548-B9C7-7D1DA39E4B8F}" type="sibTrans" cxnId="{840A85F6-0B13-494D-B07A-923E72B29963}">
      <dgm:prSet/>
      <dgm:spPr/>
      <dgm:t>
        <a:bodyPr/>
        <a:lstStyle/>
        <a:p>
          <a:endParaRPr lang="en-US"/>
        </a:p>
      </dgm:t>
    </dgm:pt>
    <dgm:pt modelId="{7B9AC4E1-E161-4840-9FB3-9CF21352830B}">
      <dgm:prSet phldrT="[Text]"/>
      <dgm:spPr/>
      <dgm:t>
        <a:bodyPr/>
        <a:lstStyle/>
        <a:p>
          <a:r>
            <a:rPr lang="en-US" dirty="0"/>
            <a:t>Some text here</a:t>
          </a:r>
        </a:p>
      </dgm:t>
    </dgm:pt>
    <dgm:pt modelId="{D007CE5F-59E7-4DAB-96F8-ED756F929052}" type="parTrans" cxnId="{2E033BF8-429C-41FC-BA2D-EB280F18F619}">
      <dgm:prSet/>
      <dgm:spPr/>
      <dgm:t>
        <a:bodyPr/>
        <a:lstStyle/>
        <a:p>
          <a:endParaRPr lang="en-US"/>
        </a:p>
      </dgm:t>
    </dgm:pt>
    <dgm:pt modelId="{493A326B-C57F-4B10-8234-F488CA1D3431}" type="sibTrans" cxnId="{2E033BF8-429C-41FC-BA2D-EB280F18F619}">
      <dgm:prSet/>
      <dgm:spPr/>
      <dgm:t>
        <a:bodyPr/>
        <a:lstStyle/>
        <a:p>
          <a:endParaRPr lang="en-US"/>
        </a:p>
      </dgm:t>
    </dgm:pt>
    <dgm:pt modelId="{CD7B5C51-4A88-4D6F-B86A-D08FC2F672D7}">
      <dgm:prSet phldrT="[Text]"/>
      <dgm:spPr/>
      <dgm:t>
        <a:bodyPr/>
        <a:lstStyle/>
        <a:p>
          <a:r>
            <a:rPr lang="en-US" dirty="0"/>
            <a:t>Some text here</a:t>
          </a:r>
        </a:p>
      </dgm:t>
    </dgm:pt>
    <dgm:pt modelId="{81D82500-5A88-46C8-9C6F-C2301436096A}" type="parTrans" cxnId="{7EF83AE0-303D-4B4A-BFB3-5D7D59287D93}">
      <dgm:prSet/>
      <dgm:spPr/>
      <dgm:t>
        <a:bodyPr/>
        <a:lstStyle/>
        <a:p>
          <a:endParaRPr lang="en-US"/>
        </a:p>
      </dgm:t>
    </dgm:pt>
    <dgm:pt modelId="{E48C0B4A-E185-4857-A412-CB976D97A671}" type="sibTrans" cxnId="{7EF83AE0-303D-4B4A-BFB3-5D7D59287D93}">
      <dgm:prSet/>
      <dgm:spPr/>
      <dgm:t>
        <a:bodyPr/>
        <a:lstStyle/>
        <a:p>
          <a:endParaRPr lang="en-US"/>
        </a:p>
      </dgm:t>
    </dgm:pt>
    <dgm:pt modelId="{60F510AC-CF38-4A2D-8F07-CF51E64B11F2}">
      <dgm:prSet phldrT="[Text]"/>
      <dgm:spPr/>
      <dgm:t>
        <a:bodyPr/>
        <a:lstStyle/>
        <a:p>
          <a:r>
            <a:rPr lang="en-US" dirty="0"/>
            <a:t>And again here</a:t>
          </a:r>
        </a:p>
      </dgm:t>
    </dgm:pt>
    <dgm:pt modelId="{E15B3981-F7CD-47E8-BABF-45B0D976C634}" type="parTrans" cxnId="{B23613E3-60DA-4577-A03D-45A1AE465245}">
      <dgm:prSet/>
      <dgm:spPr/>
      <dgm:t>
        <a:bodyPr/>
        <a:lstStyle/>
        <a:p>
          <a:endParaRPr lang="en-US"/>
        </a:p>
      </dgm:t>
    </dgm:pt>
    <dgm:pt modelId="{748A8C4C-DC9A-4596-A4F5-94CE66CF3B3C}" type="sibTrans" cxnId="{B23613E3-60DA-4577-A03D-45A1AE465245}">
      <dgm:prSet/>
      <dgm:spPr/>
      <dgm:t>
        <a:bodyPr/>
        <a:lstStyle/>
        <a:p>
          <a:endParaRPr lang="en-US"/>
        </a:p>
      </dgm:t>
    </dgm:pt>
    <dgm:pt modelId="{5F06A14C-A13E-4255-B8D8-0C0B087460D8}" type="pres">
      <dgm:prSet presAssocID="{B9C32B05-62EA-407A-B21C-2310C7945705}" presName="Name0" presStyleCnt="0">
        <dgm:presLayoutVars>
          <dgm:chMax/>
          <dgm:chPref val="3"/>
          <dgm:dir/>
          <dgm:animOne val="branch"/>
          <dgm:animLvl val="lvl"/>
        </dgm:presLayoutVars>
      </dgm:prSet>
      <dgm:spPr/>
    </dgm:pt>
    <dgm:pt modelId="{B3989B1A-914C-44A4-9D9D-3C10788A63F8}" type="pres">
      <dgm:prSet presAssocID="{42D71409-67F9-455C-8C6D-716D284AAA6B}" presName="composite" presStyleCnt="0"/>
      <dgm:spPr/>
    </dgm:pt>
    <dgm:pt modelId="{7DAC936D-AB6E-4718-B8C2-C074D6C60D4F}" type="pres">
      <dgm:prSet presAssocID="{42D71409-67F9-455C-8C6D-716D284AAA6B}" presName="FirstChild" presStyleLbl="revTx" presStyleIdx="0" presStyleCnt="6">
        <dgm:presLayoutVars>
          <dgm:chMax val="0"/>
          <dgm:chPref val="0"/>
          <dgm:bulletEnabled val="1"/>
        </dgm:presLayoutVars>
      </dgm:prSet>
      <dgm:spPr/>
    </dgm:pt>
    <dgm:pt modelId="{FE5BFEAA-7934-48B4-BF95-5746E1E845C3}" type="pres">
      <dgm:prSet presAssocID="{42D71409-67F9-455C-8C6D-716D284AAA6B}" presName="Parent" presStyleLbl="alignNode1" presStyleIdx="0" presStyleCnt="5">
        <dgm:presLayoutVars>
          <dgm:chMax val="3"/>
          <dgm:chPref val="3"/>
          <dgm:bulletEnabled val="1"/>
        </dgm:presLayoutVars>
      </dgm:prSet>
      <dgm:spPr/>
    </dgm:pt>
    <dgm:pt modelId="{B5F27DEF-3C5C-4451-BCCD-5290784F9E11}" type="pres">
      <dgm:prSet presAssocID="{42D71409-67F9-455C-8C6D-716D284AAA6B}" presName="Accent" presStyleLbl="parChTrans1D1" presStyleIdx="0" presStyleCnt="5"/>
      <dgm:spPr/>
    </dgm:pt>
    <dgm:pt modelId="{D12D7B91-4E41-43E9-964D-22FA26405C39}" type="pres">
      <dgm:prSet presAssocID="{42D71409-67F9-455C-8C6D-716D284AAA6B}" presName="Child" presStyleLbl="revTx" presStyleIdx="1" presStyleCnt="6">
        <dgm:presLayoutVars>
          <dgm:chMax val="0"/>
          <dgm:chPref val="0"/>
          <dgm:bulletEnabled val="1"/>
        </dgm:presLayoutVars>
      </dgm:prSet>
      <dgm:spPr/>
    </dgm:pt>
    <dgm:pt modelId="{C582AFC5-3A4B-4D69-8361-01846CC7851E}" type="pres">
      <dgm:prSet presAssocID="{478B7D3C-9FB4-4BC6-90AC-49960560DECD}" presName="sibTrans" presStyleCnt="0"/>
      <dgm:spPr/>
    </dgm:pt>
    <dgm:pt modelId="{A3950BC9-82F1-4D7A-AD9A-434F6EBB995A}" type="pres">
      <dgm:prSet presAssocID="{F66099B6-DBBD-4AB0-82D2-877B80F846F7}" presName="composite" presStyleCnt="0"/>
      <dgm:spPr/>
    </dgm:pt>
    <dgm:pt modelId="{38B87C19-27AC-4106-B1AE-53A6D69A1838}" type="pres">
      <dgm:prSet presAssocID="{F66099B6-DBBD-4AB0-82D2-877B80F846F7}" presName="FirstChild" presStyleLbl="revTx" presStyleIdx="2" presStyleCnt="6">
        <dgm:presLayoutVars>
          <dgm:chMax val="0"/>
          <dgm:chPref val="0"/>
          <dgm:bulletEnabled val="1"/>
        </dgm:presLayoutVars>
      </dgm:prSet>
      <dgm:spPr/>
    </dgm:pt>
    <dgm:pt modelId="{3D027ED6-55B1-44D7-8943-E3801748CB63}" type="pres">
      <dgm:prSet presAssocID="{F66099B6-DBBD-4AB0-82D2-877B80F846F7}" presName="Parent" presStyleLbl="alignNode1" presStyleIdx="1" presStyleCnt="5">
        <dgm:presLayoutVars>
          <dgm:chMax val="3"/>
          <dgm:chPref val="3"/>
          <dgm:bulletEnabled val="1"/>
        </dgm:presLayoutVars>
      </dgm:prSet>
      <dgm:spPr/>
    </dgm:pt>
    <dgm:pt modelId="{6ABFB129-986D-4354-A493-DCAF88795CFB}" type="pres">
      <dgm:prSet presAssocID="{F66099B6-DBBD-4AB0-82D2-877B80F846F7}" presName="Accent" presStyleLbl="parChTrans1D1" presStyleIdx="1" presStyleCnt="5"/>
      <dgm:spPr/>
    </dgm:pt>
    <dgm:pt modelId="{79428BC7-543F-4CD8-A111-9115D50F36D8}" type="pres">
      <dgm:prSet presAssocID="{BC531B32-9B0E-482E-BF91-65C61F17168D}" presName="sibTrans" presStyleCnt="0"/>
      <dgm:spPr/>
    </dgm:pt>
    <dgm:pt modelId="{800F5500-D588-4123-B4EF-E1896A5C689A}" type="pres">
      <dgm:prSet presAssocID="{EE62A4F6-4AC4-435B-990E-81A71CE8CAC7}" presName="composite" presStyleCnt="0"/>
      <dgm:spPr/>
    </dgm:pt>
    <dgm:pt modelId="{35635FEE-C57B-41DD-89A6-D02ED95BECA7}" type="pres">
      <dgm:prSet presAssocID="{EE62A4F6-4AC4-435B-990E-81A71CE8CAC7}" presName="FirstChild" presStyleLbl="revTx" presStyleIdx="3" presStyleCnt="6">
        <dgm:presLayoutVars>
          <dgm:chMax val="0"/>
          <dgm:chPref val="0"/>
          <dgm:bulletEnabled val="1"/>
        </dgm:presLayoutVars>
      </dgm:prSet>
      <dgm:spPr/>
    </dgm:pt>
    <dgm:pt modelId="{2DFCB390-6BAB-496C-89A3-4CB00FC9D5F5}" type="pres">
      <dgm:prSet presAssocID="{EE62A4F6-4AC4-435B-990E-81A71CE8CAC7}" presName="Parent" presStyleLbl="alignNode1" presStyleIdx="2" presStyleCnt="5">
        <dgm:presLayoutVars>
          <dgm:chMax val="3"/>
          <dgm:chPref val="3"/>
          <dgm:bulletEnabled val="1"/>
        </dgm:presLayoutVars>
      </dgm:prSet>
      <dgm:spPr/>
    </dgm:pt>
    <dgm:pt modelId="{4F9E3741-E08B-4D52-B5DF-40CE6970621E}" type="pres">
      <dgm:prSet presAssocID="{EE62A4F6-4AC4-435B-990E-81A71CE8CAC7}" presName="Accent" presStyleLbl="parChTrans1D1" presStyleIdx="2" presStyleCnt="5"/>
      <dgm:spPr/>
    </dgm:pt>
    <dgm:pt modelId="{76D1A0CC-C069-44F6-A895-58228504A13E}" type="pres">
      <dgm:prSet presAssocID="{389F9A93-0231-4877-8C41-5D5B8DD7AAC0}" presName="sibTrans" presStyleCnt="0"/>
      <dgm:spPr/>
    </dgm:pt>
    <dgm:pt modelId="{D59D74F7-7D47-4D9D-B625-8DFBA0E2785E}" type="pres">
      <dgm:prSet presAssocID="{B6D9DE15-697B-42C2-B6A1-CE31260EED93}" presName="composite" presStyleCnt="0"/>
      <dgm:spPr/>
    </dgm:pt>
    <dgm:pt modelId="{209029B2-7945-41DD-B749-84FDF2A5C7A6}" type="pres">
      <dgm:prSet presAssocID="{B6D9DE15-697B-42C2-B6A1-CE31260EED93}" presName="FirstChild" presStyleLbl="revTx" presStyleIdx="4" presStyleCnt="6">
        <dgm:presLayoutVars>
          <dgm:chMax val="0"/>
          <dgm:chPref val="0"/>
          <dgm:bulletEnabled val="1"/>
        </dgm:presLayoutVars>
      </dgm:prSet>
      <dgm:spPr/>
    </dgm:pt>
    <dgm:pt modelId="{6299E3C8-2B18-4E2F-98EB-850F5B6C4645}" type="pres">
      <dgm:prSet presAssocID="{B6D9DE15-697B-42C2-B6A1-CE31260EED93}" presName="Parent" presStyleLbl="alignNode1" presStyleIdx="3" presStyleCnt="5">
        <dgm:presLayoutVars>
          <dgm:chMax val="3"/>
          <dgm:chPref val="3"/>
          <dgm:bulletEnabled val="1"/>
        </dgm:presLayoutVars>
      </dgm:prSet>
      <dgm:spPr/>
    </dgm:pt>
    <dgm:pt modelId="{FC8B0465-E46E-4343-86D7-6FA24CD276AD}" type="pres">
      <dgm:prSet presAssocID="{B6D9DE15-697B-42C2-B6A1-CE31260EED93}" presName="Accent" presStyleLbl="parChTrans1D1" presStyleIdx="3" presStyleCnt="5"/>
      <dgm:spPr/>
    </dgm:pt>
    <dgm:pt modelId="{85BB984B-6DF9-40F7-99FE-6DB0BC80DE32}" type="pres">
      <dgm:prSet presAssocID="{B605B681-1ACB-4650-8600-F9223ABDDC16}" presName="sibTrans" presStyleCnt="0"/>
      <dgm:spPr/>
    </dgm:pt>
    <dgm:pt modelId="{1EE23A9F-13E5-4FDC-9045-F6B3F6099933}" type="pres">
      <dgm:prSet presAssocID="{244CE93D-3CE9-480A-BC40-D5795AE4CC61}" presName="composite" presStyleCnt="0"/>
      <dgm:spPr/>
    </dgm:pt>
    <dgm:pt modelId="{87D374C5-9CCD-4223-940F-9D155910A91A}" type="pres">
      <dgm:prSet presAssocID="{244CE93D-3CE9-480A-BC40-D5795AE4CC61}" presName="FirstChild" presStyleLbl="revTx" presStyleIdx="5" presStyleCnt="6">
        <dgm:presLayoutVars>
          <dgm:chMax val="0"/>
          <dgm:chPref val="0"/>
          <dgm:bulletEnabled val="1"/>
        </dgm:presLayoutVars>
      </dgm:prSet>
      <dgm:spPr/>
    </dgm:pt>
    <dgm:pt modelId="{59B2D938-41BD-47A6-9334-D04C3D25B475}" type="pres">
      <dgm:prSet presAssocID="{244CE93D-3CE9-480A-BC40-D5795AE4CC61}" presName="Parent" presStyleLbl="alignNode1" presStyleIdx="4" presStyleCnt="5">
        <dgm:presLayoutVars>
          <dgm:chMax val="3"/>
          <dgm:chPref val="3"/>
          <dgm:bulletEnabled val="1"/>
        </dgm:presLayoutVars>
      </dgm:prSet>
      <dgm:spPr/>
    </dgm:pt>
    <dgm:pt modelId="{CBADA0C6-D75C-4995-B475-A57A395EBB53}" type="pres">
      <dgm:prSet presAssocID="{244CE93D-3CE9-480A-BC40-D5795AE4CC61}" presName="Accent" presStyleLbl="parChTrans1D1" presStyleIdx="4" presStyleCnt="5"/>
      <dgm:spPr/>
    </dgm:pt>
  </dgm:ptLst>
  <dgm:cxnLst>
    <dgm:cxn modelId="{162CFF13-E143-4265-83F3-5E76E1DD0560}" type="presOf" srcId="{244CE93D-3CE9-480A-BC40-D5795AE4CC61}" destId="{59B2D938-41BD-47A6-9334-D04C3D25B475}" srcOrd="0" destOrd="0" presId="urn:microsoft.com/office/officeart/2011/layout/TabList"/>
    <dgm:cxn modelId="{2AA9C11F-1F1D-428E-801A-47EAA766C99D}" srcId="{B9C32B05-62EA-407A-B21C-2310C7945705}" destId="{42D71409-67F9-455C-8C6D-716D284AAA6B}" srcOrd="0" destOrd="0" parTransId="{51680ED1-AF6E-4B28-AE94-92B0EFB0DF7D}" sibTransId="{478B7D3C-9FB4-4BC6-90AC-49960560DECD}"/>
    <dgm:cxn modelId="{B4F3EA32-CE64-4A92-9BAE-BC57E5392B05}" srcId="{B9C32B05-62EA-407A-B21C-2310C7945705}" destId="{F66099B6-DBBD-4AB0-82D2-877B80F846F7}" srcOrd="1" destOrd="0" parTransId="{B09C8BFB-F41C-4AC4-AB94-F216E3081C2D}" sibTransId="{BC531B32-9B0E-482E-BF91-65C61F17168D}"/>
    <dgm:cxn modelId="{DC6CC561-8C8B-4429-BE9E-B619E09D6EE7}" type="presOf" srcId="{7B9AC4E1-E161-4840-9FB3-9CF21352830B}" destId="{D12D7B91-4E41-43E9-964D-22FA26405C39}" srcOrd="0" destOrd="0" presId="urn:microsoft.com/office/officeart/2011/layout/TabList"/>
    <dgm:cxn modelId="{41A2F37B-3030-4529-855A-E4BE5FA75CB0}" type="presOf" srcId="{60F510AC-CF38-4A2D-8F07-CF51E64B11F2}" destId="{D12D7B91-4E41-43E9-964D-22FA26405C39}" srcOrd="0" destOrd="2" presId="urn:microsoft.com/office/officeart/2011/layout/TabList"/>
    <dgm:cxn modelId="{09D78D86-F0BC-4936-B044-71005C9ACE30}" type="presOf" srcId="{CD7B5C51-4A88-4D6F-B86A-D08FC2F672D7}" destId="{D12D7B91-4E41-43E9-964D-22FA26405C39}" srcOrd="0" destOrd="1" presId="urn:microsoft.com/office/officeart/2011/layout/TabList"/>
    <dgm:cxn modelId="{2DE6CF88-D9C5-48C8-B6A1-140ABAE24D40}" type="presOf" srcId="{B9C32B05-62EA-407A-B21C-2310C7945705}" destId="{5F06A14C-A13E-4255-B8D8-0C0B087460D8}" srcOrd="0" destOrd="0" presId="urn:microsoft.com/office/officeart/2011/layout/TabList"/>
    <dgm:cxn modelId="{3A2CECA6-0C5B-46BB-B7C6-7D37E9D210BD}" srcId="{B9C32B05-62EA-407A-B21C-2310C7945705}" destId="{EE62A4F6-4AC4-435B-990E-81A71CE8CAC7}" srcOrd="2" destOrd="0" parTransId="{F287B947-7343-4FA2-B288-B23A59FFAE31}" sibTransId="{389F9A93-0231-4877-8C41-5D5B8DD7AAC0}"/>
    <dgm:cxn modelId="{F6AA7DA9-0F91-4BF8-ABD4-E1D4F0204B08}" type="presOf" srcId="{95740DEE-0B54-4F3F-8968-C9345263F148}" destId="{7DAC936D-AB6E-4718-B8C2-C074D6C60D4F}" srcOrd="0" destOrd="0" presId="urn:microsoft.com/office/officeart/2011/layout/TabList"/>
    <dgm:cxn modelId="{40513FB0-F94C-499F-9A0B-9E0341D0A0C2}" srcId="{B9C32B05-62EA-407A-B21C-2310C7945705}" destId="{B6D9DE15-697B-42C2-B6A1-CE31260EED93}" srcOrd="3" destOrd="0" parTransId="{EAC9FC21-5112-4CCF-8070-06ED15ED24ED}" sibTransId="{B605B681-1ACB-4650-8600-F9223ABDDC16}"/>
    <dgm:cxn modelId="{527B23C8-E1FD-441F-A363-DEFBBD0D314F}" type="presOf" srcId="{42D71409-67F9-455C-8C6D-716D284AAA6B}" destId="{FE5BFEAA-7934-48B4-BF95-5746E1E845C3}" srcOrd="0" destOrd="0" presId="urn:microsoft.com/office/officeart/2011/layout/TabList"/>
    <dgm:cxn modelId="{17137ACA-81D9-4E92-A93D-302E0C459434}" type="presOf" srcId="{EE62A4F6-4AC4-435B-990E-81A71CE8CAC7}" destId="{2DFCB390-6BAB-496C-89A3-4CB00FC9D5F5}" srcOrd="0" destOrd="0" presId="urn:microsoft.com/office/officeart/2011/layout/TabList"/>
    <dgm:cxn modelId="{746C65D4-0A32-4610-8B9B-A01592BB40A3}" srcId="{B9C32B05-62EA-407A-B21C-2310C7945705}" destId="{244CE93D-3CE9-480A-BC40-D5795AE4CC61}" srcOrd="4" destOrd="0" parTransId="{B26CFE49-55EC-4B92-8D65-F00D6B48420B}" sibTransId="{AA2C577D-A278-4959-857E-CDA154440386}"/>
    <dgm:cxn modelId="{F15710D7-C2B3-48A9-B38D-B8E815001E6B}" type="presOf" srcId="{F66099B6-DBBD-4AB0-82D2-877B80F846F7}" destId="{3D027ED6-55B1-44D7-8943-E3801748CB63}" srcOrd="0" destOrd="0" presId="urn:microsoft.com/office/officeart/2011/layout/TabList"/>
    <dgm:cxn modelId="{7EF83AE0-303D-4B4A-BFB3-5D7D59287D93}" srcId="{42D71409-67F9-455C-8C6D-716D284AAA6B}" destId="{CD7B5C51-4A88-4D6F-B86A-D08FC2F672D7}" srcOrd="2" destOrd="0" parTransId="{81D82500-5A88-46C8-9C6F-C2301436096A}" sibTransId="{E48C0B4A-E185-4857-A412-CB976D97A671}"/>
    <dgm:cxn modelId="{B23613E3-60DA-4577-A03D-45A1AE465245}" srcId="{42D71409-67F9-455C-8C6D-716D284AAA6B}" destId="{60F510AC-CF38-4A2D-8F07-CF51E64B11F2}" srcOrd="3" destOrd="0" parTransId="{E15B3981-F7CD-47E8-BABF-45B0D976C634}" sibTransId="{748A8C4C-DC9A-4596-A4F5-94CE66CF3B3C}"/>
    <dgm:cxn modelId="{840A85F6-0B13-494D-B07A-923E72B29963}" srcId="{42D71409-67F9-455C-8C6D-716D284AAA6B}" destId="{95740DEE-0B54-4F3F-8968-C9345263F148}" srcOrd="0" destOrd="0" parTransId="{F3096BAB-D252-455E-8E05-BC568D48D7C4}" sibTransId="{3B9143FC-5A97-4548-B9C7-7D1DA39E4B8F}"/>
    <dgm:cxn modelId="{2E033BF8-429C-41FC-BA2D-EB280F18F619}" srcId="{42D71409-67F9-455C-8C6D-716D284AAA6B}" destId="{7B9AC4E1-E161-4840-9FB3-9CF21352830B}" srcOrd="1" destOrd="0" parTransId="{D007CE5F-59E7-4DAB-96F8-ED756F929052}" sibTransId="{493A326B-C57F-4B10-8234-F488CA1D3431}"/>
    <dgm:cxn modelId="{C62EF0FA-C474-4A40-A7F5-DF9518DBA4A5}" type="presOf" srcId="{B6D9DE15-697B-42C2-B6A1-CE31260EED93}" destId="{6299E3C8-2B18-4E2F-98EB-850F5B6C4645}" srcOrd="0" destOrd="0" presId="urn:microsoft.com/office/officeart/2011/layout/TabList"/>
    <dgm:cxn modelId="{1C961804-ECE0-441C-91C3-564212F86583}" type="presParOf" srcId="{5F06A14C-A13E-4255-B8D8-0C0B087460D8}" destId="{B3989B1A-914C-44A4-9D9D-3C10788A63F8}" srcOrd="0" destOrd="0" presId="urn:microsoft.com/office/officeart/2011/layout/TabList"/>
    <dgm:cxn modelId="{32452608-BE63-4FA2-B633-73A580220539}" type="presParOf" srcId="{B3989B1A-914C-44A4-9D9D-3C10788A63F8}" destId="{7DAC936D-AB6E-4718-B8C2-C074D6C60D4F}" srcOrd="0" destOrd="0" presId="urn:microsoft.com/office/officeart/2011/layout/TabList"/>
    <dgm:cxn modelId="{D8B9D88C-7B09-433B-A285-9FFC33A18A9B}" type="presParOf" srcId="{B3989B1A-914C-44A4-9D9D-3C10788A63F8}" destId="{FE5BFEAA-7934-48B4-BF95-5746E1E845C3}" srcOrd="1" destOrd="0" presId="urn:microsoft.com/office/officeart/2011/layout/TabList"/>
    <dgm:cxn modelId="{0D7ECF7D-AD10-486A-AA51-F61C0DCF0FF7}" type="presParOf" srcId="{B3989B1A-914C-44A4-9D9D-3C10788A63F8}" destId="{B5F27DEF-3C5C-4451-BCCD-5290784F9E11}" srcOrd="2" destOrd="0" presId="urn:microsoft.com/office/officeart/2011/layout/TabList"/>
    <dgm:cxn modelId="{39497906-B78B-403C-A511-B8DC6E5E1154}" type="presParOf" srcId="{5F06A14C-A13E-4255-B8D8-0C0B087460D8}" destId="{D12D7B91-4E41-43E9-964D-22FA26405C39}" srcOrd="1" destOrd="0" presId="urn:microsoft.com/office/officeart/2011/layout/TabList"/>
    <dgm:cxn modelId="{9CE41F17-2AC3-48F9-A5B5-104278EF6709}" type="presParOf" srcId="{5F06A14C-A13E-4255-B8D8-0C0B087460D8}" destId="{C582AFC5-3A4B-4D69-8361-01846CC7851E}" srcOrd="2" destOrd="0" presId="urn:microsoft.com/office/officeart/2011/layout/TabList"/>
    <dgm:cxn modelId="{3D2AB303-86DD-4AE2-8640-89C5A52DE4DC}" type="presParOf" srcId="{5F06A14C-A13E-4255-B8D8-0C0B087460D8}" destId="{A3950BC9-82F1-4D7A-AD9A-434F6EBB995A}" srcOrd="3" destOrd="0" presId="urn:microsoft.com/office/officeart/2011/layout/TabList"/>
    <dgm:cxn modelId="{AF40DA1B-5FAE-405E-B543-7D9A750BDE32}" type="presParOf" srcId="{A3950BC9-82F1-4D7A-AD9A-434F6EBB995A}" destId="{38B87C19-27AC-4106-B1AE-53A6D69A1838}" srcOrd="0" destOrd="0" presId="urn:microsoft.com/office/officeart/2011/layout/TabList"/>
    <dgm:cxn modelId="{A5D1A6C7-6575-4205-B303-479B3A76F0AC}" type="presParOf" srcId="{A3950BC9-82F1-4D7A-AD9A-434F6EBB995A}" destId="{3D027ED6-55B1-44D7-8943-E3801748CB63}" srcOrd="1" destOrd="0" presId="urn:microsoft.com/office/officeart/2011/layout/TabList"/>
    <dgm:cxn modelId="{B9953490-2A08-414E-BFF6-61F83D042E24}" type="presParOf" srcId="{A3950BC9-82F1-4D7A-AD9A-434F6EBB995A}" destId="{6ABFB129-986D-4354-A493-DCAF88795CFB}" srcOrd="2" destOrd="0" presId="urn:microsoft.com/office/officeart/2011/layout/TabList"/>
    <dgm:cxn modelId="{FD36C4FF-6CF1-41CE-8322-B2158C55C01F}" type="presParOf" srcId="{5F06A14C-A13E-4255-B8D8-0C0B087460D8}" destId="{79428BC7-543F-4CD8-A111-9115D50F36D8}" srcOrd="4" destOrd="0" presId="urn:microsoft.com/office/officeart/2011/layout/TabList"/>
    <dgm:cxn modelId="{D0CD1DF9-7A38-4A78-B598-B9D24D4B99D2}" type="presParOf" srcId="{5F06A14C-A13E-4255-B8D8-0C0B087460D8}" destId="{800F5500-D588-4123-B4EF-E1896A5C689A}" srcOrd="5" destOrd="0" presId="urn:microsoft.com/office/officeart/2011/layout/TabList"/>
    <dgm:cxn modelId="{F4F5F86A-538E-46DF-AF5E-647642F84665}" type="presParOf" srcId="{800F5500-D588-4123-B4EF-E1896A5C689A}" destId="{35635FEE-C57B-41DD-89A6-D02ED95BECA7}" srcOrd="0" destOrd="0" presId="urn:microsoft.com/office/officeart/2011/layout/TabList"/>
    <dgm:cxn modelId="{1C93413C-28E7-46FF-ACBB-7D4349394873}" type="presParOf" srcId="{800F5500-D588-4123-B4EF-E1896A5C689A}" destId="{2DFCB390-6BAB-496C-89A3-4CB00FC9D5F5}" srcOrd="1" destOrd="0" presId="urn:microsoft.com/office/officeart/2011/layout/TabList"/>
    <dgm:cxn modelId="{169678D7-4FC8-46E4-9A23-3C79CEA88061}" type="presParOf" srcId="{800F5500-D588-4123-B4EF-E1896A5C689A}" destId="{4F9E3741-E08B-4D52-B5DF-40CE6970621E}" srcOrd="2" destOrd="0" presId="urn:microsoft.com/office/officeart/2011/layout/TabList"/>
    <dgm:cxn modelId="{E9C722A1-4EF9-491F-BCDA-134764A0917E}" type="presParOf" srcId="{5F06A14C-A13E-4255-B8D8-0C0B087460D8}" destId="{76D1A0CC-C069-44F6-A895-58228504A13E}" srcOrd="6" destOrd="0" presId="urn:microsoft.com/office/officeart/2011/layout/TabList"/>
    <dgm:cxn modelId="{17500687-A474-48FE-9CD9-8AB1C4B65124}" type="presParOf" srcId="{5F06A14C-A13E-4255-B8D8-0C0B087460D8}" destId="{D59D74F7-7D47-4D9D-B625-8DFBA0E2785E}" srcOrd="7" destOrd="0" presId="urn:microsoft.com/office/officeart/2011/layout/TabList"/>
    <dgm:cxn modelId="{1B452B1C-DEA5-44FD-81CC-42EAEE3DC3C7}" type="presParOf" srcId="{D59D74F7-7D47-4D9D-B625-8DFBA0E2785E}" destId="{209029B2-7945-41DD-B749-84FDF2A5C7A6}" srcOrd="0" destOrd="0" presId="urn:microsoft.com/office/officeart/2011/layout/TabList"/>
    <dgm:cxn modelId="{6F8BFAA0-118B-4B75-ACC9-11BB1BEC53F3}" type="presParOf" srcId="{D59D74F7-7D47-4D9D-B625-8DFBA0E2785E}" destId="{6299E3C8-2B18-4E2F-98EB-850F5B6C4645}" srcOrd="1" destOrd="0" presId="urn:microsoft.com/office/officeart/2011/layout/TabList"/>
    <dgm:cxn modelId="{60D40D56-4274-48A1-829A-300BB50798FC}" type="presParOf" srcId="{D59D74F7-7D47-4D9D-B625-8DFBA0E2785E}" destId="{FC8B0465-E46E-4343-86D7-6FA24CD276AD}" srcOrd="2" destOrd="0" presId="urn:microsoft.com/office/officeart/2011/layout/TabList"/>
    <dgm:cxn modelId="{A0F50DEE-10E0-40F8-B16A-A5360F7C6E05}" type="presParOf" srcId="{5F06A14C-A13E-4255-B8D8-0C0B087460D8}" destId="{85BB984B-6DF9-40F7-99FE-6DB0BC80DE32}" srcOrd="8" destOrd="0" presId="urn:microsoft.com/office/officeart/2011/layout/TabList"/>
    <dgm:cxn modelId="{E010AB7E-CCC3-4D69-ABE6-098B8C6BAB1E}" type="presParOf" srcId="{5F06A14C-A13E-4255-B8D8-0C0B087460D8}" destId="{1EE23A9F-13E5-4FDC-9045-F6B3F6099933}" srcOrd="9" destOrd="0" presId="urn:microsoft.com/office/officeart/2011/layout/TabList"/>
    <dgm:cxn modelId="{6EC89B02-D99F-4E76-9704-94DEA2E27131}" type="presParOf" srcId="{1EE23A9F-13E5-4FDC-9045-F6B3F6099933}" destId="{87D374C5-9CCD-4223-940F-9D155910A91A}" srcOrd="0" destOrd="0" presId="urn:microsoft.com/office/officeart/2011/layout/TabList"/>
    <dgm:cxn modelId="{47122F74-E31D-47B9-B62E-A32945939010}" type="presParOf" srcId="{1EE23A9F-13E5-4FDC-9045-F6B3F6099933}" destId="{59B2D938-41BD-47A6-9334-D04C3D25B475}" srcOrd="1" destOrd="0" presId="urn:microsoft.com/office/officeart/2011/layout/TabList"/>
    <dgm:cxn modelId="{C367EB99-FD9A-46A5-BE1E-C815FD60EFBA}" type="presParOf" srcId="{1EE23A9F-13E5-4FDC-9045-F6B3F6099933}" destId="{CBADA0C6-D75C-4995-B475-A57A395EBB53}" srcOrd="2" destOrd="0" presId="urn:microsoft.com/office/officeart/2011/layout/TabList"/>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8.xml><?xml version="1.0" encoding="utf-8"?>
<dgm:dataModel xmlns:dgm="http://schemas.openxmlformats.org/drawingml/2006/diagram" xmlns:a="http://schemas.openxmlformats.org/drawingml/2006/main">
  <dgm:ptLst>
    <dgm:pt modelId="{B9C32B05-62EA-407A-B21C-2310C7945705}" type="doc">
      <dgm:prSet loTypeId="urn:microsoft.com/office/officeart/2005/8/layout/hList1" loCatId="list"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F66099B6-DBBD-4AB0-82D2-877B80F846F7}">
      <dgm:prSet phldrT="[Text]"/>
      <dgm:spPr/>
      <dgm:t>
        <a:bodyPr/>
        <a:lstStyle/>
        <a:p>
          <a:r>
            <a:rPr lang="en-US" dirty="0"/>
            <a:t>Lorem Ipsum</a:t>
          </a:r>
        </a:p>
      </dgm:t>
    </dgm:pt>
    <dgm:pt modelId="{B09C8BFB-F41C-4AC4-AB94-F216E3081C2D}" type="parTrans" cxnId="{B4F3EA32-CE64-4A92-9BAE-BC57E5392B05}">
      <dgm:prSet/>
      <dgm:spPr/>
      <dgm:t>
        <a:bodyPr/>
        <a:lstStyle/>
        <a:p>
          <a:endParaRPr lang="en-US"/>
        </a:p>
      </dgm:t>
    </dgm:pt>
    <dgm:pt modelId="{BC531B32-9B0E-482E-BF91-65C61F17168D}" type="sibTrans" cxnId="{B4F3EA32-CE64-4A92-9BAE-BC57E5392B05}">
      <dgm:prSet/>
      <dgm:spPr/>
      <dgm:t>
        <a:bodyPr/>
        <a:lstStyle/>
        <a:p>
          <a:endParaRPr lang="en-US"/>
        </a:p>
      </dgm:t>
    </dgm:pt>
    <dgm:pt modelId="{EE62A4F6-4AC4-435B-990E-81A71CE8CAC7}">
      <dgm:prSet phldrT="[Text]"/>
      <dgm:spPr/>
      <dgm:t>
        <a:bodyPr/>
        <a:lstStyle/>
        <a:p>
          <a:r>
            <a:rPr lang="en-US" dirty="0"/>
            <a:t>Lorem Ipsum</a:t>
          </a:r>
        </a:p>
      </dgm:t>
    </dgm:pt>
    <dgm:pt modelId="{F287B947-7343-4FA2-B288-B23A59FFAE31}" type="parTrans" cxnId="{3A2CECA6-0C5B-46BB-B7C6-7D37E9D210BD}">
      <dgm:prSet/>
      <dgm:spPr/>
      <dgm:t>
        <a:bodyPr/>
        <a:lstStyle/>
        <a:p>
          <a:endParaRPr lang="en-US"/>
        </a:p>
      </dgm:t>
    </dgm:pt>
    <dgm:pt modelId="{389F9A93-0231-4877-8C41-5D5B8DD7AAC0}" type="sibTrans" cxnId="{3A2CECA6-0C5B-46BB-B7C6-7D37E9D210BD}">
      <dgm:prSet/>
      <dgm:spPr/>
      <dgm:t>
        <a:bodyPr/>
        <a:lstStyle/>
        <a:p>
          <a:endParaRPr lang="en-US"/>
        </a:p>
      </dgm:t>
    </dgm:pt>
    <dgm:pt modelId="{B6D9DE15-697B-42C2-B6A1-CE31260EED93}">
      <dgm:prSet phldrT="[Text]"/>
      <dgm:spPr/>
      <dgm:t>
        <a:bodyPr/>
        <a:lstStyle/>
        <a:p>
          <a:r>
            <a:rPr lang="en-US" dirty="0"/>
            <a:t>Lorem Ipsum</a:t>
          </a:r>
        </a:p>
      </dgm:t>
    </dgm:pt>
    <dgm:pt modelId="{EAC9FC21-5112-4CCF-8070-06ED15ED24ED}" type="parTrans" cxnId="{40513FB0-F94C-499F-9A0B-9E0341D0A0C2}">
      <dgm:prSet/>
      <dgm:spPr/>
      <dgm:t>
        <a:bodyPr/>
        <a:lstStyle/>
        <a:p>
          <a:endParaRPr lang="en-US"/>
        </a:p>
      </dgm:t>
    </dgm:pt>
    <dgm:pt modelId="{B605B681-1ACB-4650-8600-F9223ABDDC16}" type="sibTrans" cxnId="{40513FB0-F94C-499F-9A0B-9E0341D0A0C2}">
      <dgm:prSet/>
      <dgm:spPr/>
      <dgm:t>
        <a:bodyPr/>
        <a:lstStyle/>
        <a:p>
          <a:endParaRPr lang="en-US"/>
        </a:p>
      </dgm:t>
    </dgm:pt>
    <dgm:pt modelId="{3AF880A5-0F00-4315-A5DF-1FE656798601}">
      <dgm:prSet phldrT="[Text]"/>
      <dgm:spPr/>
      <dgm:t>
        <a:bodyPr/>
        <a:lstStyle/>
        <a:p>
          <a:r>
            <a:rPr lang="en-US" dirty="0"/>
            <a:t>Some text here</a:t>
          </a:r>
        </a:p>
      </dgm:t>
    </dgm:pt>
    <dgm:pt modelId="{A13BB1F9-5857-4B43-8BF5-6589AA2CB759}" type="parTrans" cxnId="{24F8CBE2-5003-4E69-A772-6B98F2B05181}">
      <dgm:prSet/>
      <dgm:spPr/>
      <dgm:t>
        <a:bodyPr/>
        <a:lstStyle/>
        <a:p>
          <a:endParaRPr lang="en-US"/>
        </a:p>
      </dgm:t>
    </dgm:pt>
    <dgm:pt modelId="{C198C41D-2640-4669-83ED-E0CD35701C8E}" type="sibTrans" cxnId="{24F8CBE2-5003-4E69-A772-6B98F2B05181}">
      <dgm:prSet/>
      <dgm:spPr/>
      <dgm:t>
        <a:bodyPr/>
        <a:lstStyle/>
        <a:p>
          <a:endParaRPr lang="en-US"/>
        </a:p>
      </dgm:t>
    </dgm:pt>
    <dgm:pt modelId="{8EA7219F-BDB2-48EB-9EEB-3133522D132E}">
      <dgm:prSet phldrT="[Text]"/>
      <dgm:spPr/>
      <dgm:t>
        <a:bodyPr/>
        <a:lstStyle/>
        <a:p>
          <a:r>
            <a:rPr lang="en-US" dirty="0"/>
            <a:t>Some text here</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8E4D864B-9C86-44E0-B1D0-FF14007BE490}">
      <dgm:prSet phldrT="[Text]"/>
      <dgm:spPr/>
      <dgm:t>
        <a:bodyPr/>
        <a:lstStyle/>
        <a:p>
          <a:r>
            <a:rPr lang="en-US" dirty="0"/>
            <a:t>Some text here</a:t>
          </a:r>
        </a:p>
      </dgm:t>
    </dgm:pt>
    <dgm:pt modelId="{0C2EB5D3-A80D-470E-9432-712CB89B8DFE}" type="parTrans" cxnId="{7FE3C242-7C67-4242-B2E6-4A6B47812D38}">
      <dgm:prSet/>
      <dgm:spPr/>
      <dgm:t>
        <a:bodyPr/>
        <a:lstStyle/>
        <a:p>
          <a:endParaRPr lang="en-US"/>
        </a:p>
      </dgm:t>
    </dgm:pt>
    <dgm:pt modelId="{9AE12D6D-8EF1-45D8-8B34-9928CD08CF79}" type="sibTrans" cxnId="{7FE3C242-7C67-4242-B2E6-4A6B47812D38}">
      <dgm:prSet/>
      <dgm:spPr/>
      <dgm:t>
        <a:bodyPr/>
        <a:lstStyle/>
        <a:p>
          <a:endParaRPr lang="en-US"/>
        </a:p>
      </dgm:t>
    </dgm:pt>
    <dgm:pt modelId="{A75FE0C3-58DD-4593-8B4C-795D37A12CC2}">
      <dgm:prSet phldrT="[Text]"/>
      <dgm:spPr/>
      <dgm:t>
        <a:bodyPr/>
        <a:lstStyle/>
        <a:p>
          <a:r>
            <a:rPr lang="en-US" dirty="0"/>
            <a:t>Some text here</a:t>
          </a:r>
        </a:p>
      </dgm:t>
    </dgm:pt>
    <dgm:pt modelId="{DB58ED3F-3B50-4AA1-A061-7CB916853962}" type="parTrans" cxnId="{789207B9-BC75-42BD-B7CB-70A31B31119C}">
      <dgm:prSet/>
      <dgm:spPr/>
      <dgm:t>
        <a:bodyPr/>
        <a:lstStyle/>
        <a:p>
          <a:endParaRPr lang="en-US"/>
        </a:p>
      </dgm:t>
    </dgm:pt>
    <dgm:pt modelId="{F18D486E-D4E5-45E7-8676-E8A3671DEC14}" type="sibTrans" cxnId="{789207B9-BC75-42BD-B7CB-70A31B31119C}">
      <dgm:prSet/>
      <dgm:spPr/>
      <dgm:t>
        <a:bodyPr/>
        <a:lstStyle/>
        <a:p>
          <a:endParaRPr lang="en-US"/>
        </a:p>
      </dgm:t>
    </dgm:pt>
    <dgm:pt modelId="{C594B031-7BF2-45AF-9533-485E4903B324}">
      <dgm:prSet phldrT="[Text]"/>
      <dgm:spPr/>
      <dgm:t>
        <a:bodyPr/>
        <a:lstStyle/>
        <a:p>
          <a:r>
            <a:rPr lang="en-US" dirty="0"/>
            <a:t>Some text here</a:t>
          </a:r>
        </a:p>
      </dgm:t>
    </dgm:pt>
    <dgm:pt modelId="{5A69C382-C836-4651-90C3-9B7AEF3C05FB}" type="parTrans" cxnId="{1863D860-3716-4E6D-8428-692C06989C2B}">
      <dgm:prSet/>
      <dgm:spPr/>
      <dgm:t>
        <a:bodyPr/>
        <a:lstStyle/>
        <a:p>
          <a:endParaRPr lang="en-US"/>
        </a:p>
      </dgm:t>
    </dgm:pt>
    <dgm:pt modelId="{5D8246B1-B7CD-4698-B93F-EA29EBA4C752}" type="sibTrans" cxnId="{1863D860-3716-4E6D-8428-692C06989C2B}">
      <dgm:prSet/>
      <dgm:spPr/>
      <dgm:t>
        <a:bodyPr/>
        <a:lstStyle/>
        <a:p>
          <a:endParaRPr lang="en-US"/>
        </a:p>
      </dgm:t>
    </dgm:pt>
    <dgm:pt modelId="{B8A10805-7404-489D-A09A-083DA05763EB}">
      <dgm:prSet phldrT="[Text]"/>
      <dgm:spPr/>
      <dgm:t>
        <a:bodyPr/>
        <a:lstStyle/>
        <a:p>
          <a:r>
            <a:rPr lang="en-US" dirty="0"/>
            <a:t>Some text here</a:t>
          </a:r>
        </a:p>
      </dgm:t>
    </dgm:pt>
    <dgm:pt modelId="{6CDBF375-808C-46F6-80F7-083063EA634E}" type="parTrans" cxnId="{9820DF08-94D1-467C-BCE9-D368BFE351EF}">
      <dgm:prSet/>
      <dgm:spPr/>
      <dgm:t>
        <a:bodyPr/>
        <a:lstStyle/>
        <a:p>
          <a:endParaRPr lang="en-US"/>
        </a:p>
      </dgm:t>
    </dgm:pt>
    <dgm:pt modelId="{F010827A-52D4-4214-980D-E3C0016A3B0E}" type="sibTrans" cxnId="{9820DF08-94D1-467C-BCE9-D368BFE351EF}">
      <dgm:prSet/>
      <dgm:spPr/>
      <dgm:t>
        <a:bodyPr/>
        <a:lstStyle/>
        <a:p>
          <a:endParaRPr lang="en-US"/>
        </a:p>
      </dgm:t>
    </dgm:pt>
    <dgm:pt modelId="{F107145E-3860-401F-B7EB-EB5D4F2090D2}">
      <dgm:prSet phldrT="[Text]"/>
      <dgm:spPr/>
      <dgm:t>
        <a:bodyPr/>
        <a:lstStyle/>
        <a:p>
          <a:r>
            <a:rPr lang="en-US" dirty="0"/>
            <a:t>Some text here</a:t>
          </a:r>
        </a:p>
      </dgm:t>
    </dgm:pt>
    <dgm:pt modelId="{B0B71044-3731-4153-AC1D-ABD4A370A7C6}" type="parTrans" cxnId="{4B0427C1-D207-431F-943A-3FFF02C48291}">
      <dgm:prSet/>
      <dgm:spPr/>
      <dgm:t>
        <a:bodyPr/>
        <a:lstStyle/>
        <a:p>
          <a:endParaRPr lang="en-US"/>
        </a:p>
      </dgm:t>
    </dgm:pt>
    <dgm:pt modelId="{D2BEBC07-AB12-4CB6-ADA6-4320DA88F020}" type="sibTrans" cxnId="{4B0427C1-D207-431F-943A-3FFF02C48291}">
      <dgm:prSet/>
      <dgm:spPr/>
      <dgm:t>
        <a:bodyPr/>
        <a:lstStyle/>
        <a:p>
          <a:endParaRPr lang="en-US"/>
        </a:p>
      </dgm:t>
    </dgm:pt>
    <dgm:pt modelId="{8AD88742-124D-427E-95CA-793AD169CFCF}">
      <dgm:prSet phldrT="[Text]"/>
      <dgm:spPr/>
      <dgm:t>
        <a:bodyPr/>
        <a:lstStyle/>
        <a:p>
          <a:r>
            <a:rPr lang="en-US" dirty="0"/>
            <a:t>Some text here</a:t>
          </a:r>
        </a:p>
      </dgm:t>
    </dgm:pt>
    <dgm:pt modelId="{9C957555-1BFE-43F2-BBD9-2CD8AE41804C}" type="parTrans" cxnId="{5423D34D-C613-4415-8910-924762FAE119}">
      <dgm:prSet/>
      <dgm:spPr/>
      <dgm:t>
        <a:bodyPr/>
        <a:lstStyle/>
        <a:p>
          <a:endParaRPr lang="en-US"/>
        </a:p>
      </dgm:t>
    </dgm:pt>
    <dgm:pt modelId="{37751E37-36B1-4F07-927F-8C321BBD57EE}" type="sibTrans" cxnId="{5423D34D-C613-4415-8910-924762FAE119}">
      <dgm:prSet/>
      <dgm:spPr/>
      <dgm:t>
        <a:bodyPr/>
        <a:lstStyle/>
        <a:p>
          <a:endParaRPr lang="en-US"/>
        </a:p>
      </dgm:t>
    </dgm:pt>
    <dgm:pt modelId="{6492B4DA-675B-4A0B-BDB9-CF93B3D263C8}">
      <dgm:prSet phldrT="[Text]"/>
      <dgm:spPr/>
      <dgm:t>
        <a:bodyPr/>
        <a:lstStyle/>
        <a:p>
          <a:r>
            <a:rPr lang="en-US" dirty="0"/>
            <a:t>Some text here</a:t>
          </a:r>
        </a:p>
      </dgm:t>
    </dgm:pt>
    <dgm:pt modelId="{27D90FFA-B4E1-4835-B3AE-A71683958EF0}" type="parTrans" cxnId="{B85FBEDD-9883-467C-B2DB-24FFE1745ADF}">
      <dgm:prSet/>
      <dgm:spPr/>
      <dgm:t>
        <a:bodyPr/>
        <a:lstStyle/>
        <a:p>
          <a:endParaRPr lang="en-US"/>
        </a:p>
      </dgm:t>
    </dgm:pt>
    <dgm:pt modelId="{DC818DB4-104F-4566-A7DE-8B07304A4CCA}" type="sibTrans" cxnId="{B85FBEDD-9883-467C-B2DB-24FFE1745ADF}">
      <dgm:prSet/>
      <dgm:spPr/>
      <dgm:t>
        <a:bodyPr/>
        <a:lstStyle/>
        <a:p>
          <a:endParaRPr lang="en-US"/>
        </a:p>
      </dgm:t>
    </dgm:pt>
    <dgm:pt modelId="{A9B2345E-2202-4227-933B-E522C998B00E}">
      <dgm:prSet phldrT="[Text]"/>
      <dgm:spPr/>
      <dgm:t>
        <a:bodyPr/>
        <a:lstStyle/>
        <a:p>
          <a:r>
            <a:rPr lang="en-US" dirty="0"/>
            <a:t>Some text here</a:t>
          </a:r>
        </a:p>
      </dgm:t>
    </dgm:pt>
    <dgm:pt modelId="{8F0B59EC-5BAB-47DE-8940-E1504EFB0AC2}" type="parTrans" cxnId="{4F227EDE-108F-44EA-AC7E-D3EC424AE278}">
      <dgm:prSet/>
      <dgm:spPr/>
      <dgm:t>
        <a:bodyPr/>
        <a:lstStyle/>
        <a:p>
          <a:endParaRPr lang="en-US"/>
        </a:p>
      </dgm:t>
    </dgm:pt>
    <dgm:pt modelId="{233E64B8-1A62-4931-8C36-830D119401E5}" type="sibTrans" cxnId="{4F227EDE-108F-44EA-AC7E-D3EC424AE278}">
      <dgm:prSet/>
      <dgm:spPr/>
      <dgm:t>
        <a:bodyPr/>
        <a:lstStyle/>
        <a:p>
          <a:endParaRPr lang="en-US"/>
        </a:p>
      </dgm:t>
    </dgm:pt>
    <dgm:pt modelId="{E65170B2-839E-4F5C-A5B9-BBDB9D24ADE2}">
      <dgm:prSet phldrT="[Text]"/>
      <dgm:spPr/>
      <dgm:t>
        <a:bodyPr/>
        <a:lstStyle/>
        <a:p>
          <a:r>
            <a:rPr lang="en-US" dirty="0"/>
            <a:t>Some text here</a:t>
          </a:r>
        </a:p>
      </dgm:t>
    </dgm:pt>
    <dgm:pt modelId="{ACB5745F-EAA1-4251-96D0-AA4A9587D467}" type="parTrans" cxnId="{BD7A7CE1-06D9-437F-B1C0-A4BFAC950600}">
      <dgm:prSet/>
      <dgm:spPr/>
      <dgm:t>
        <a:bodyPr/>
        <a:lstStyle/>
        <a:p>
          <a:endParaRPr lang="en-US"/>
        </a:p>
      </dgm:t>
    </dgm:pt>
    <dgm:pt modelId="{1BE5FD48-4983-4FD6-97FC-6ED1D27B2ECB}" type="sibTrans" cxnId="{BD7A7CE1-06D9-437F-B1C0-A4BFAC950600}">
      <dgm:prSet/>
      <dgm:spPr/>
      <dgm:t>
        <a:bodyPr/>
        <a:lstStyle/>
        <a:p>
          <a:endParaRPr lang="en-US"/>
        </a:p>
      </dgm:t>
    </dgm:pt>
    <dgm:pt modelId="{3720B83F-AA27-481E-B792-8610F22A1521}">
      <dgm:prSet phldrT="[Text]"/>
      <dgm:spPr/>
      <dgm:t>
        <a:bodyPr/>
        <a:lstStyle/>
        <a:p>
          <a:r>
            <a:rPr lang="en-US" dirty="0"/>
            <a:t>Some text here</a:t>
          </a:r>
        </a:p>
      </dgm:t>
    </dgm:pt>
    <dgm:pt modelId="{F17D5A35-B73F-4BC3-AE00-16D91C135B69}" type="parTrans" cxnId="{4537DDB8-1A1E-40F5-B096-A86BB211E49D}">
      <dgm:prSet/>
      <dgm:spPr/>
      <dgm:t>
        <a:bodyPr/>
        <a:lstStyle/>
        <a:p>
          <a:endParaRPr lang="en-US"/>
        </a:p>
      </dgm:t>
    </dgm:pt>
    <dgm:pt modelId="{6F1FA405-461B-4BB8-9C7F-23C819DA1420}" type="sibTrans" cxnId="{4537DDB8-1A1E-40F5-B096-A86BB211E49D}">
      <dgm:prSet/>
      <dgm:spPr/>
      <dgm:t>
        <a:bodyPr/>
        <a:lstStyle/>
        <a:p>
          <a:endParaRPr lang="en-US"/>
        </a:p>
      </dgm:t>
    </dgm:pt>
    <dgm:pt modelId="{A68A4A6B-33A7-4FBE-B21B-2352EDDB94C9}">
      <dgm:prSet phldrT="[Text]"/>
      <dgm:spPr/>
      <dgm:t>
        <a:bodyPr/>
        <a:lstStyle/>
        <a:p>
          <a:r>
            <a:rPr lang="en-US" dirty="0"/>
            <a:t>Some text here</a:t>
          </a:r>
        </a:p>
      </dgm:t>
    </dgm:pt>
    <dgm:pt modelId="{C5288C1C-95E9-43D7-A8BC-AE2F5D6ECF2D}" type="parTrans" cxnId="{E904C963-0F9E-4F6B-AE61-47AD95A1F83B}">
      <dgm:prSet/>
      <dgm:spPr/>
      <dgm:t>
        <a:bodyPr/>
        <a:lstStyle/>
        <a:p>
          <a:endParaRPr lang="en-US"/>
        </a:p>
      </dgm:t>
    </dgm:pt>
    <dgm:pt modelId="{B2D6451E-D392-47BA-8A32-F6EE419F7935}" type="sibTrans" cxnId="{E904C963-0F9E-4F6B-AE61-47AD95A1F83B}">
      <dgm:prSet/>
      <dgm:spPr/>
      <dgm:t>
        <a:bodyPr/>
        <a:lstStyle/>
        <a:p>
          <a:endParaRPr lang="en-US"/>
        </a:p>
      </dgm:t>
    </dgm:pt>
    <dgm:pt modelId="{6D6E17A4-FC38-420B-9414-484A2A81E451}">
      <dgm:prSet phldrT="[Text]"/>
      <dgm:spPr/>
      <dgm:t>
        <a:bodyPr/>
        <a:lstStyle/>
        <a:p>
          <a:r>
            <a:rPr lang="en-US" dirty="0"/>
            <a:t>Some text here</a:t>
          </a:r>
        </a:p>
      </dgm:t>
    </dgm:pt>
    <dgm:pt modelId="{C6D910DA-A028-4918-9A66-CEB263367388}" type="parTrans" cxnId="{36FEAC5E-D277-457C-9EE3-9EAFF8538BA3}">
      <dgm:prSet/>
      <dgm:spPr/>
      <dgm:t>
        <a:bodyPr/>
        <a:lstStyle/>
        <a:p>
          <a:endParaRPr lang="en-US"/>
        </a:p>
      </dgm:t>
    </dgm:pt>
    <dgm:pt modelId="{ECB0D9BD-242A-4AC8-8A8E-70FFBCAD0628}" type="sibTrans" cxnId="{36FEAC5E-D277-457C-9EE3-9EAFF8538BA3}">
      <dgm:prSet/>
      <dgm:spPr/>
      <dgm:t>
        <a:bodyPr/>
        <a:lstStyle/>
        <a:p>
          <a:endParaRPr lang="en-US"/>
        </a:p>
      </dgm:t>
    </dgm:pt>
    <dgm:pt modelId="{4615D44A-6436-4046-83BB-10CC7A2FDFCD}">
      <dgm:prSet phldrT="[Text]"/>
      <dgm:spPr/>
      <dgm:t>
        <a:bodyPr/>
        <a:lstStyle/>
        <a:p>
          <a:r>
            <a:rPr lang="en-US" dirty="0"/>
            <a:t>Some text here</a:t>
          </a:r>
        </a:p>
      </dgm:t>
    </dgm:pt>
    <dgm:pt modelId="{540F6DD2-8618-4375-B4D2-9E758BF7BDF2}" type="parTrans" cxnId="{E53C0B4F-AB7E-4F53-82D8-B29C8534A6C7}">
      <dgm:prSet/>
      <dgm:spPr/>
      <dgm:t>
        <a:bodyPr/>
        <a:lstStyle/>
        <a:p>
          <a:endParaRPr lang="en-US"/>
        </a:p>
      </dgm:t>
    </dgm:pt>
    <dgm:pt modelId="{96F63672-8961-46EF-95B5-79999B2D8AE5}" type="sibTrans" cxnId="{E53C0B4F-AB7E-4F53-82D8-B29C8534A6C7}">
      <dgm:prSet/>
      <dgm:spPr/>
      <dgm:t>
        <a:bodyPr/>
        <a:lstStyle/>
        <a:p>
          <a:endParaRPr lang="en-US"/>
        </a:p>
      </dgm:t>
    </dgm:pt>
    <dgm:pt modelId="{46A8A0EB-6731-4C32-9D25-77EB3706619A}">
      <dgm:prSet phldrT="[Text]"/>
      <dgm:spPr/>
      <dgm:t>
        <a:bodyPr/>
        <a:lstStyle/>
        <a:p>
          <a:r>
            <a:rPr lang="en-US" dirty="0"/>
            <a:t>Some text here</a:t>
          </a:r>
        </a:p>
      </dgm:t>
    </dgm:pt>
    <dgm:pt modelId="{1913130B-85A9-4D45-9A4F-19181EA46552}" type="parTrans" cxnId="{05EBE0D7-E53D-4A18-B2A8-2838B8F73858}">
      <dgm:prSet/>
      <dgm:spPr/>
      <dgm:t>
        <a:bodyPr/>
        <a:lstStyle/>
        <a:p>
          <a:endParaRPr lang="en-US"/>
        </a:p>
      </dgm:t>
    </dgm:pt>
    <dgm:pt modelId="{7D433973-8EC7-4B2D-830E-E21F769B2867}" type="sibTrans" cxnId="{05EBE0D7-E53D-4A18-B2A8-2838B8F73858}">
      <dgm:prSet/>
      <dgm:spPr/>
      <dgm:t>
        <a:bodyPr/>
        <a:lstStyle/>
        <a:p>
          <a:endParaRPr lang="en-US"/>
        </a:p>
      </dgm:t>
    </dgm:pt>
    <dgm:pt modelId="{ED315F88-EFEA-4155-B9C9-A2978C43B664}" type="pres">
      <dgm:prSet presAssocID="{B9C32B05-62EA-407A-B21C-2310C7945705}" presName="Name0" presStyleCnt="0">
        <dgm:presLayoutVars>
          <dgm:dir/>
          <dgm:animLvl val="lvl"/>
          <dgm:resizeHandles val="exact"/>
        </dgm:presLayoutVars>
      </dgm:prSet>
      <dgm:spPr/>
    </dgm:pt>
    <dgm:pt modelId="{0B81E80C-C7EF-4F7A-B9FB-A6E658917D4D}" type="pres">
      <dgm:prSet presAssocID="{42D71409-67F9-455C-8C6D-716D284AAA6B}" presName="composite" presStyleCnt="0"/>
      <dgm:spPr/>
    </dgm:pt>
    <dgm:pt modelId="{9E1F39AB-B84D-4B95-9F06-E8910C9269B8}" type="pres">
      <dgm:prSet presAssocID="{42D71409-67F9-455C-8C6D-716D284AAA6B}" presName="parTx" presStyleLbl="alignNode1" presStyleIdx="0" presStyleCnt="4">
        <dgm:presLayoutVars>
          <dgm:chMax val="0"/>
          <dgm:chPref val="0"/>
          <dgm:bulletEnabled val="1"/>
        </dgm:presLayoutVars>
      </dgm:prSet>
      <dgm:spPr/>
    </dgm:pt>
    <dgm:pt modelId="{5CF6AD51-273B-4BF5-B5AC-38CBD4AAE234}" type="pres">
      <dgm:prSet presAssocID="{42D71409-67F9-455C-8C6D-716D284AAA6B}" presName="desTx" presStyleLbl="alignAccFollowNode1" presStyleIdx="0" presStyleCnt="4">
        <dgm:presLayoutVars>
          <dgm:bulletEnabled val="1"/>
        </dgm:presLayoutVars>
      </dgm:prSet>
      <dgm:spPr/>
    </dgm:pt>
    <dgm:pt modelId="{52D9B301-F76C-4244-A44E-B2485D3B9D84}" type="pres">
      <dgm:prSet presAssocID="{478B7D3C-9FB4-4BC6-90AC-49960560DECD}" presName="space" presStyleCnt="0"/>
      <dgm:spPr/>
    </dgm:pt>
    <dgm:pt modelId="{29E86DDF-557C-4C26-A494-DBE83F76C563}" type="pres">
      <dgm:prSet presAssocID="{F66099B6-DBBD-4AB0-82D2-877B80F846F7}" presName="composite" presStyleCnt="0"/>
      <dgm:spPr/>
    </dgm:pt>
    <dgm:pt modelId="{C9D212FA-8AA5-4434-8EB9-9478E66F1B86}" type="pres">
      <dgm:prSet presAssocID="{F66099B6-DBBD-4AB0-82D2-877B80F846F7}" presName="parTx" presStyleLbl="alignNode1" presStyleIdx="1" presStyleCnt="4">
        <dgm:presLayoutVars>
          <dgm:chMax val="0"/>
          <dgm:chPref val="0"/>
          <dgm:bulletEnabled val="1"/>
        </dgm:presLayoutVars>
      </dgm:prSet>
      <dgm:spPr/>
    </dgm:pt>
    <dgm:pt modelId="{7D157D37-29DE-4E6D-B7CF-69C0FA45F7AD}" type="pres">
      <dgm:prSet presAssocID="{F66099B6-DBBD-4AB0-82D2-877B80F846F7}" presName="desTx" presStyleLbl="alignAccFollowNode1" presStyleIdx="1" presStyleCnt="4">
        <dgm:presLayoutVars>
          <dgm:bulletEnabled val="1"/>
        </dgm:presLayoutVars>
      </dgm:prSet>
      <dgm:spPr/>
    </dgm:pt>
    <dgm:pt modelId="{B30C62DD-C5C8-48D3-A79C-C91294028099}" type="pres">
      <dgm:prSet presAssocID="{BC531B32-9B0E-482E-BF91-65C61F17168D}" presName="space" presStyleCnt="0"/>
      <dgm:spPr/>
    </dgm:pt>
    <dgm:pt modelId="{32CBBE49-6C20-4719-9D2C-C8B7DBA41225}" type="pres">
      <dgm:prSet presAssocID="{EE62A4F6-4AC4-435B-990E-81A71CE8CAC7}" presName="composite" presStyleCnt="0"/>
      <dgm:spPr/>
    </dgm:pt>
    <dgm:pt modelId="{68C621C9-D6D8-4723-B0BD-87BFD58C9B89}" type="pres">
      <dgm:prSet presAssocID="{EE62A4F6-4AC4-435B-990E-81A71CE8CAC7}" presName="parTx" presStyleLbl="alignNode1" presStyleIdx="2" presStyleCnt="4">
        <dgm:presLayoutVars>
          <dgm:chMax val="0"/>
          <dgm:chPref val="0"/>
          <dgm:bulletEnabled val="1"/>
        </dgm:presLayoutVars>
      </dgm:prSet>
      <dgm:spPr/>
    </dgm:pt>
    <dgm:pt modelId="{36D4A3A6-7BB4-4535-B114-A3E0193EBAAD}" type="pres">
      <dgm:prSet presAssocID="{EE62A4F6-4AC4-435B-990E-81A71CE8CAC7}" presName="desTx" presStyleLbl="alignAccFollowNode1" presStyleIdx="2" presStyleCnt="4">
        <dgm:presLayoutVars>
          <dgm:bulletEnabled val="1"/>
        </dgm:presLayoutVars>
      </dgm:prSet>
      <dgm:spPr/>
    </dgm:pt>
    <dgm:pt modelId="{1C48EBED-F244-416E-A546-1F0211E926EA}" type="pres">
      <dgm:prSet presAssocID="{389F9A93-0231-4877-8C41-5D5B8DD7AAC0}" presName="space" presStyleCnt="0"/>
      <dgm:spPr/>
    </dgm:pt>
    <dgm:pt modelId="{809517D7-0D22-42D2-B8FB-A79042492612}" type="pres">
      <dgm:prSet presAssocID="{B6D9DE15-697B-42C2-B6A1-CE31260EED93}" presName="composite" presStyleCnt="0"/>
      <dgm:spPr/>
    </dgm:pt>
    <dgm:pt modelId="{065B6A84-14ED-41E8-AED6-081E56A07570}" type="pres">
      <dgm:prSet presAssocID="{B6D9DE15-697B-42C2-B6A1-CE31260EED93}" presName="parTx" presStyleLbl="alignNode1" presStyleIdx="3" presStyleCnt="4">
        <dgm:presLayoutVars>
          <dgm:chMax val="0"/>
          <dgm:chPref val="0"/>
          <dgm:bulletEnabled val="1"/>
        </dgm:presLayoutVars>
      </dgm:prSet>
      <dgm:spPr/>
    </dgm:pt>
    <dgm:pt modelId="{F9D9E659-DE12-4907-B93A-AA343A65670B}" type="pres">
      <dgm:prSet presAssocID="{B6D9DE15-697B-42C2-B6A1-CE31260EED93}" presName="desTx" presStyleLbl="alignAccFollowNode1" presStyleIdx="3" presStyleCnt="4">
        <dgm:presLayoutVars>
          <dgm:bulletEnabled val="1"/>
        </dgm:presLayoutVars>
      </dgm:prSet>
      <dgm:spPr/>
    </dgm:pt>
  </dgm:ptLst>
  <dgm:cxnLst>
    <dgm:cxn modelId="{AC015102-52FA-40D8-9DD7-910D87B6D4B9}" type="presOf" srcId="{C594B031-7BF2-45AF-9533-485E4903B324}" destId="{7D157D37-29DE-4E6D-B7CF-69C0FA45F7AD}" srcOrd="0" destOrd="0" presId="urn:microsoft.com/office/officeart/2005/8/layout/hList1"/>
    <dgm:cxn modelId="{9820DF08-94D1-467C-BCE9-D368BFE351EF}" srcId="{F66099B6-DBBD-4AB0-82D2-877B80F846F7}" destId="{B8A10805-7404-489D-A09A-083DA05763EB}" srcOrd="1" destOrd="0" parTransId="{6CDBF375-808C-46F6-80F7-083063EA634E}" sibTransId="{F010827A-52D4-4214-980D-E3C0016A3B0E}"/>
    <dgm:cxn modelId="{3A322010-7B46-481E-A9D5-A82173B4C152}" type="presOf" srcId="{6D6E17A4-FC38-420B-9414-484A2A81E451}" destId="{F9D9E659-DE12-4907-B93A-AA343A65670B}" srcOrd="0" destOrd="1" presId="urn:microsoft.com/office/officeart/2005/8/layout/hList1"/>
    <dgm:cxn modelId="{2AA9C11F-1F1D-428E-801A-47EAA766C99D}" srcId="{B9C32B05-62EA-407A-B21C-2310C7945705}" destId="{42D71409-67F9-455C-8C6D-716D284AAA6B}" srcOrd="0" destOrd="0" parTransId="{51680ED1-AF6E-4B28-AE94-92B0EFB0DF7D}" sibTransId="{478B7D3C-9FB4-4BC6-90AC-49960560DECD}"/>
    <dgm:cxn modelId="{31E1FA22-DFB8-481E-9A97-ED5B93D38543}" type="presOf" srcId="{EE62A4F6-4AC4-435B-990E-81A71CE8CAC7}" destId="{68C621C9-D6D8-4723-B0BD-87BFD58C9B89}" srcOrd="0" destOrd="0" presId="urn:microsoft.com/office/officeart/2005/8/layout/hList1"/>
    <dgm:cxn modelId="{B4F3EA32-CE64-4A92-9BAE-BC57E5392B05}" srcId="{B9C32B05-62EA-407A-B21C-2310C7945705}" destId="{F66099B6-DBBD-4AB0-82D2-877B80F846F7}" srcOrd="1" destOrd="0" parTransId="{B09C8BFB-F41C-4AC4-AB94-F216E3081C2D}" sibTransId="{BC531B32-9B0E-482E-BF91-65C61F17168D}"/>
    <dgm:cxn modelId="{1EA57A34-412D-4283-A6A0-81B881260AE2}" type="presOf" srcId="{8AD88742-124D-427E-95CA-793AD169CFCF}" destId="{7D157D37-29DE-4E6D-B7CF-69C0FA45F7AD}" srcOrd="0" destOrd="3" presId="urn:microsoft.com/office/officeart/2005/8/layout/hList1"/>
    <dgm:cxn modelId="{BC2ABB35-5AA7-4616-8BBC-EB8E4CB6508F}" type="presOf" srcId="{8EA7219F-BDB2-48EB-9EEB-3133522D132E}" destId="{5CF6AD51-273B-4BF5-B5AC-38CBD4AAE234}" srcOrd="0" destOrd="0" presId="urn:microsoft.com/office/officeart/2005/8/layout/hList1"/>
    <dgm:cxn modelId="{DCB06D3D-12DC-435E-B14F-BF19775944B6}" type="presOf" srcId="{6492B4DA-675B-4A0B-BDB9-CF93B3D263C8}" destId="{36D4A3A6-7BB4-4535-B114-A3E0193EBAAD}" srcOrd="0" destOrd="0" presId="urn:microsoft.com/office/officeart/2005/8/layout/hList1"/>
    <dgm:cxn modelId="{36FEAC5E-D277-457C-9EE3-9EAFF8538BA3}" srcId="{B6D9DE15-697B-42C2-B6A1-CE31260EED93}" destId="{6D6E17A4-FC38-420B-9414-484A2A81E451}" srcOrd="1" destOrd="0" parTransId="{C6D910DA-A028-4918-9A66-CEB263367388}" sibTransId="{ECB0D9BD-242A-4AC8-8A8E-70FFBCAD0628}"/>
    <dgm:cxn modelId="{DABE625F-B824-41C2-8B25-94E7848B6F31}" type="presOf" srcId="{B9C32B05-62EA-407A-B21C-2310C7945705}" destId="{ED315F88-EFEA-4155-B9C9-A2978C43B664}" srcOrd="0" destOrd="0" presId="urn:microsoft.com/office/officeart/2005/8/layout/hList1"/>
    <dgm:cxn modelId="{1863D860-3716-4E6D-8428-692C06989C2B}" srcId="{F66099B6-DBBD-4AB0-82D2-877B80F846F7}" destId="{C594B031-7BF2-45AF-9533-485E4903B324}" srcOrd="0" destOrd="0" parTransId="{5A69C382-C836-4651-90C3-9B7AEF3C05FB}" sibTransId="{5D8246B1-B7CD-4698-B93F-EA29EBA4C752}"/>
    <dgm:cxn modelId="{7FE3C242-7C67-4242-B2E6-4A6B47812D38}" srcId="{42D71409-67F9-455C-8C6D-716D284AAA6B}" destId="{8E4D864B-9C86-44E0-B1D0-FF14007BE490}" srcOrd="2" destOrd="0" parTransId="{0C2EB5D3-A80D-470E-9432-712CB89B8DFE}" sibTransId="{9AE12D6D-8EF1-45D8-8B34-9928CD08CF79}"/>
    <dgm:cxn modelId="{E904C963-0F9E-4F6B-AE61-47AD95A1F83B}" srcId="{B6D9DE15-697B-42C2-B6A1-CE31260EED93}" destId="{A68A4A6B-33A7-4FBE-B21B-2352EDDB94C9}" srcOrd="0" destOrd="0" parTransId="{C5288C1C-95E9-43D7-A8BC-AE2F5D6ECF2D}" sibTransId="{B2D6451E-D392-47BA-8A32-F6EE419F7935}"/>
    <dgm:cxn modelId="{61923365-B4FC-466F-9356-8D3C6CCCBC7E}" type="presOf" srcId="{42D71409-67F9-455C-8C6D-716D284AAA6B}" destId="{9E1F39AB-B84D-4B95-9F06-E8910C9269B8}" srcOrd="0" destOrd="0" presId="urn:microsoft.com/office/officeart/2005/8/layout/hList1"/>
    <dgm:cxn modelId="{5423D34D-C613-4415-8910-924762FAE119}" srcId="{F66099B6-DBBD-4AB0-82D2-877B80F846F7}" destId="{8AD88742-124D-427E-95CA-793AD169CFCF}" srcOrd="3" destOrd="0" parTransId="{9C957555-1BFE-43F2-BBD9-2CD8AE41804C}" sibTransId="{37751E37-36B1-4F07-927F-8C321BBD57EE}"/>
    <dgm:cxn modelId="{E53C0B4F-AB7E-4F53-82D8-B29C8534A6C7}" srcId="{B6D9DE15-697B-42C2-B6A1-CE31260EED93}" destId="{4615D44A-6436-4046-83BB-10CC7A2FDFCD}" srcOrd="2" destOrd="0" parTransId="{540F6DD2-8618-4375-B4D2-9E758BF7BDF2}" sibTransId="{96F63672-8961-46EF-95B5-79999B2D8AE5}"/>
    <dgm:cxn modelId="{34606D74-E55F-402C-AF36-BDEAD8F82FA5}" type="presOf" srcId="{B6D9DE15-697B-42C2-B6A1-CE31260EED93}" destId="{065B6A84-14ED-41E8-AED6-081E56A07570}" srcOrd="0" destOrd="0" presId="urn:microsoft.com/office/officeart/2005/8/layout/hList1"/>
    <dgm:cxn modelId="{60705D8C-F055-477C-8D9A-9EA57295ADE2}" type="presOf" srcId="{3AF880A5-0F00-4315-A5DF-1FE656798601}" destId="{5CF6AD51-273B-4BF5-B5AC-38CBD4AAE234}" srcOrd="0" destOrd="1" presId="urn:microsoft.com/office/officeart/2005/8/layout/hList1"/>
    <dgm:cxn modelId="{9FE9938C-72A3-4013-8616-6E507D647227}" type="presOf" srcId="{3720B83F-AA27-481E-B792-8610F22A1521}" destId="{36D4A3A6-7BB4-4535-B114-A3E0193EBAAD}" srcOrd="0" destOrd="3" presId="urn:microsoft.com/office/officeart/2005/8/layout/hList1"/>
    <dgm:cxn modelId="{03A7AD8D-C37F-4D58-A03F-255F03EAF1E9}" type="presOf" srcId="{46A8A0EB-6731-4C32-9D25-77EB3706619A}" destId="{F9D9E659-DE12-4907-B93A-AA343A65670B}" srcOrd="0" destOrd="3" presId="urn:microsoft.com/office/officeart/2005/8/layout/hList1"/>
    <dgm:cxn modelId="{B44A5694-4A29-4337-8871-ADC27BEE883A}" type="presOf" srcId="{B8A10805-7404-489D-A09A-083DA05763EB}" destId="{7D157D37-29DE-4E6D-B7CF-69C0FA45F7AD}" srcOrd="0" destOrd="1" presId="urn:microsoft.com/office/officeart/2005/8/layout/hList1"/>
    <dgm:cxn modelId="{6916E698-DD23-4B3C-AC6D-66F3CA2C7BDF}" type="presOf" srcId="{A9B2345E-2202-4227-933B-E522C998B00E}" destId="{36D4A3A6-7BB4-4535-B114-A3E0193EBAAD}" srcOrd="0" destOrd="1" presId="urn:microsoft.com/office/officeart/2005/8/layout/hList1"/>
    <dgm:cxn modelId="{21E4789C-9BF7-4D29-8C93-08CD9A93EF57}" type="presOf" srcId="{E65170B2-839E-4F5C-A5B9-BBDB9D24ADE2}" destId="{36D4A3A6-7BB4-4535-B114-A3E0193EBAAD}" srcOrd="0" destOrd="2" presId="urn:microsoft.com/office/officeart/2005/8/layout/hList1"/>
    <dgm:cxn modelId="{3A2CECA6-0C5B-46BB-B7C6-7D37E9D210BD}" srcId="{B9C32B05-62EA-407A-B21C-2310C7945705}" destId="{EE62A4F6-4AC4-435B-990E-81A71CE8CAC7}" srcOrd="2" destOrd="0" parTransId="{F287B947-7343-4FA2-B288-B23A59FFAE31}" sibTransId="{389F9A93-0231-4877-8C41-5D5B8DD7AAC0}"/>
    <dgm:cxn modelId="{417DF0AA-2E81-4FE7-A339-2B87EA4D56AC}" type="presOf" srcId="{F66099B6-DBBD-4AB0-82D2-877B80F846F7}" destId="{C9D212FA-8AA5-4434-8EB9-9478E66F1B86}" srcOrd="0" destOrd="0" presId="urn:microsoft.com/office/officeart/2005/8/layout/hList1"/>
    <dgm:cxn modelId="{40513FB0-F94C-499F-9A0B-9E0341D0A0C2}" srcId="{B9C32B05-62EA-407A-B21C-2310C7945705}" destId="{B6D9DE15-697B-42C2-B6A1-CE31260EED93}" srcOrd="3" destOrd="0" parTransId="{EAC9FC21-5112-4CCF-8070-06ED15ED24ED}" sibTransId="{B605B681-1ACB-4650-8600-F9223ABDDC16}"/>
    <dgm:cxn modelId="{0BAAB7B0-56B0-4E6F-8484-B81C16D1BFAB}" type="presOf" srcId="{8E4D864B-9C86-44E0-B1D0-FF14007BE490}" destId="{5CF6AD51-273B-4BF5-B5AC-38CBD4AAE234}" srcOrd="0" destOrd="2" presId="urn:microsoft.com/office/officeart/2005/8/layout/hList1"/>
    <dgm:cxn modelId="{4537DDB8-1A1E-40F5-B096-A86BB211E49D}" srcId="{EE62A4F6-4AC4-435B-990E-81A71CE8CAC7}" destId="{3720B83F-AA27-481E-B792-8610F22A1521}" srcOrd="3" destOrd="0" parTransId="{F17D5A35-B73F-4BC3-AE00-16D91C135B69}" sibTransId="{6F1FA405-461B-4BB8-9C7F-23C819DA1420}"/>
    <dgm:cxn modelId="{789207B9-BC75-42BD-B7CB-70A31B31119C}" srcId="{42D71409-67F9-455C-8C6D-716D284AAA6B}" destId="{A75FE0C3-58DD-4593-8B4C-795D37A12CC2}" srcOrd="3" destOrd="0" parTransId="{DB58ED3F-3B50-4AA1-A061-7CB916853962}" sibTransId="{F18D486E-D4E5-45E7-8676-E8A3671DEC14}"/>
    <dgm:cxn modelId="{4B0427C1-D207-431F-943A-3FFF02C48291}" srcId="{F66099B6-DBBD-4AB0-82D2-877B80F846F7}" destId="{F107145E-3860-401F-B7EB-EB5D4F2090D2}" srcOrd="2" destOrd="0" parTransId="{B0B71044-3731-4153-AC1D-ABD4A370A7C6}" sibTransId="{D2BEBC07-AB12-4CB6-ADA6-4320DA88F020}"/>
    <dgm:cxn modelId="{05EBE0D7-E53D-4A18-B2A8-2838B8F73858}" srcId="{B6D9DE15-697B-42C2-B6A1-CE31260EED93}" destId="{46A8A0EB-6731-4C32-9D25-77EB3706619A}" srcOrd="3" destOrd="0" parTransId="{1913130B-85A9-4D45-9A4F-19181EA46552}" sibTransId="{7D433973-8EC7-4B2D-830E-E21F769B2867}"/>
    <dgm:cxn modelId="{B85FBEDD-9883-467C-B2DB-24FFE1745ADF}" srcId="{EE62A4F6-4AC4-435B-990E-81A71CE8CAC7}" destId="{6492B4DA-675B-4A0B-BDB9-CF93B3D263C8}" srcOrd="0" destOrd="0" parTransId="{27D90FFA-B4E1-4835-B3AE-A71683958EF0}" sibTransId="{DC818DB4-104F-4566-A7DE-8B07304A4CCA}"/>
    <dgm:cxn modelId="{4F227EDE-108F-44EA-AC7E-D3EC424AE278}" srcId="{EE62A4F6-4AC4-435B-990E-81A71CE8CAC7}" destId="{A9B2345E-2202-4227-933B-E522C998B00E}" srcOrd="1" destOrd="0" parTransId="{8F0B59EC-5BAB-47DE-8940-E1504EFB0AC2}" sibTransId="{233E64B8-1A62-4931-8C36-830D119401E5}"/>
    <dgm:cxn modelId="{BD7A7CE1-06D9-437F-B1C0-A4BFAC950600}" srcId="{EE62A4F6-4AC4-435B-990E-81A71CE8CAC7}" destId="{E65170B2-839E-4F5C-A5B9-BBDB9D24ADE2}" srcOrd="2" destOrd="0" parTransId="{ACB5745F-EAA1-4251-96D0-AA4A9587D467}" sibTransId="{1BE5FD48-4983-4FD6-97FC-6ED1D27B2ECB}"/>
    <dgm:cxn modelId="{24F8CBE2-5003-4E69-A772-6B98F2B05181}" srcId="{42D71409-67F9-455C-8C6D-716D284AAA6B}" destId="{3AF880A5-0F00-4315-A5DF-1FE656798601}" srcOrd="1" destOrd="0" parTransId="{A13BB1F9-5857-4B43-8BF5-6589AA2CB759}" sibTransId="{C198C41D-2640-4669-83ED-E0CD35701C8E}"/>
    <dgm:cxn modelId="{818F0DE6-4B5B-4A94-BEBE-B2D2C049692E}" type="presOf" srcId="{A75FE0C3-58DD-4593-8B4C-795D37A12CC2}" destId="{5CF6AD51-273B-4BF5-B5AC-38CBD4AAE234}" srcOrd="0" destOrd="3" presId="urn:microsoft.com/office/officeart/2005/8/layout/hList1"/>
    <dgm:cxn modelId="{58AD7EEF-D408-406B-87EE-4691D4C30668}" srcId="{42D71409-67F9-455C-8C6D-716D284AAA6B}" destId="{8EA7219F-BDB2-48EB-9EEB-3133522D132E}" srcOrd="0" destOrd="0" parTransId="{3EE8403A-CB7C-4815-85BD-AEBCAEB71B37}" sibTransId="{C94B7947-85DC-4B21-BB99-DF8438356F98}"/>
    <dgm:cxn modelId="{9287B5F2-81F6-4B54-B3F0-83123DC66896}" type="presOf" srcId="{4615D44A-6436-4046-83BB-10CC7A2FDFCD}" destId="{F9D9E659-DE12-4907-B93A-AA343A65670B}" srcOrd="0" destOrd="2" presId="urn:microsoft.com/office/officeart/2005/8/layout/hList1"/>
    <dgm:cxn modelId="{886663F7-FAC7-4441-B001-C323999A865D}" type="presOf" srcId="{F107145E-3860-401F-B7EB-EB5D4F2090D2}" destId="{7D157D37-29DE-4E6D-B7CF-69C0FA45F7AD}" srcOrd="0" destOrd="2" presId="urn:microsoft.com/office/officeart/2005/8/layout/hList1"/>
    <dgm:cxn modelId="{20568BFB-4A11-4B58-B873-5F40D0254163}" type="presOf" srcId="{A68A4A6B-33A7-4FBE-B21B-2352EDDB94C9}" destId="{F9D9E659-DE12-4907-B93A-AA343A65670B}" srcOrd="0" destOrd="0" presId="urn:microsoft.com/office/officeart/2005/8/layout/hList1"/>
    <dgm:cxn modelId="{B6903127-C528-417C-8333-65609683E13F}" type="presParOf" srcId="{ED315F88-EFEA-4155-B9C9-A2978C43B664}" destId="{0B81E80C-C7EF-4F7A-B9FB-A6E658917D4D}" srcOrd="0" destOrd="0" presId="urn:microsoft.com/office/officeart/2005/8/layout/hList1"/>
    <dgm:cxn modelId="{8154646D-9C08-4266-A594-749BCCE7CD85}" type="presParOf" srcId="{0B81E80C-C7EF-4F7A-B9FB-A6E658917D4D}" destId="{9E1F39AB-B84D-4B95-9F06-E8910C9269B8}" srcOrd="0" destOrd="0" presId="urn:microsoft.com/office/officeart/2005/8/layout/hList1"/>
    <dgm:cxn modelId="{3A2C4EEE-B3DF-4CAB-BA83-E842C97E2382}" type="presParOf" srcId="{0B81E80C-C7EF-4F7A-B9FB-A6E658917D4D}" destId="{5CF6AD51-273B-4BF5-B5AC-38CBD4AAE234}" srcOrd="1" destOrd="0" presId="urn:microsoft.com/office/officeart/2005/8/layout/hList1"/>
    <dgm:cxn modelId="{537C814A-0E09-484A-A812-D58075EACE3A}" type="presParOf" srcId="{ED315F88-EFEA-4155-B9C9-A2978C43B664}" destId="{52D9B301-F76C-4244-A44E-B2485D3B9D84}" srcOrd="1" destOrd="0" presId="urn:microsoft.com/office/officeart/2005/8/layout/hList1"/>
    <dgm:cxn modelId="{59F6B1A7-BC8E-4015-9664-85BB4DE2823E}" type="presParOf" srcId="{ED315F88-EFEA-4155-B9C9-A2978C43B664}" destId="{29E86DDF-557C-4C26-A494-DBE83F76C563}" srcOrd="2" destOrd="0" presId="urn:microsoft.com/office/officeart/2005/8/layout/hList1"/>
    <dgm:cxn modelId="{2CB122B0-48C9-4E8E-86E0-879C5F827340}" type="presParOf" srcId="{29E86DDF-557C-4C26-A494-DBE83F76C563}" destId="{C9D212FA-8AA5-4434-8EB9-9478E66F1B86}" srcOrd="0" destOrd="0" presId="urn:microsoft.com/office/officeart/2005/8/layout/hList1"/>
    <dgm:cxn modelId="{25AC8E02-22FC-4EE6-8595-CB813772D360}" type="presParOf" srcId="{29E86DDF-557C-4C26-A494-DBE83F76C563}" destId="{7D157D37-29DE-4E6D-B7CF-69C0FA45F7AD}" srcOrd="1" destOrd="0" presId="urn:microsoft.com/office/officeart/2005/8/layout/hList1"/>
    <dgm:cxn modelId="{7CED42B5-A98B-41FA-B3E3-CF0CD44DFED1}" type="presParOf" srcId="{ED315F88-EFEA-4155-B9C9-A2978C43B664}" destId="{B30C62DD-C5C8-48D3-A79C-C91294028099}" srcOrd="3" destOrd="0" presId="urn:microsoft.com/office/officeart/2005/8/layout/hList1"/>
    <dgm:cxn modelId="{BD668156-C8CE-42B7-BE63-6ADF5CB7C9BA}" type="presParOf" srcId="{ED315F88-EFEA-4155-B9C9-A2978C43B664}" destId="{32CBBE49-6C20-4719-9D2C-C8B7DBA41225}" srcOrd="4" destOrd="0" presId="urn:microsoft.com/office/officeart/2005/8/layout/hList1"/>
    <dgm:cxn modelId="{3165384B-FB4D-4006-9310-6E326E823A60}" type="presParOf" srcId="{32CBBE49-6C20-4719-9D2C-C8B7DBA41225}" destId="{68C621C9-D6D8-4723-B0BD-87BFD58C9B89}" srcOrd="0" destOrd="0" presId="urn:microsoft.com/office/officeart/2005/8/layout/hList1"/>
    <dgm:cxn modelId="{8126CC10-80E4-4C69-BAE2-0402791056C1}" type="presParOf" srcId="{32CBBE49-6C20-4719-9D2C-C8B7DBA41225}" destId="{36D4A3A6-7BB4-4535-B114-A3E0193EBAAD}" srcOrd="1" destOrd="0" presId="urn:microsoft.com/office/officeart/2005/8/layout/hList1"/>
    <dgm:cxn modelId="{F98EF336-7140-4CED-8B10-476290D9FC34}" type="presParOf" srcId="{ED315F88-EFEA-4155-B9C9-A2978C43B664}" destId="{1C48EBED-F244-416E-A546-1F0211E926EA}" srcOrd="5" destOrd="0" presId="urn:microsoft.com/office/officeart/2005/8/layout/hList1"/>
    <dgm:cxn modelId="{C3BC6440-167C-4D56-AAF6-BB2DCF8B8F05}" type="presParOf" srcId="{ED315F88-EFEA-4155-B9C9-A2978C43B664}" destId="{809517D7-0D22-42D2-B8FB-A79042492612}" srcOrd="6" destOrd="0" presId="urn:microsoft.com/office/officeart/2005/8/layout/hList1"/>
    <dgm:cxn modelId="{A13588E6-0080-4695-A8A4-4C64293098CD}" type="presParOf" srcId="{809517D7-0D22-42D2-B8FB-A79042492612}" destId="{065B6A84-14ED-41E8-AED6-081E56A07570}" srcOrd="0" destOrd="0" presId="urn:microsoft.com/office/officeart/2005/8/layout/hList1"/>
    <dgm:cxn modelId="{C90F2F14-7367-40D4-A73D-02C3FE87D9DF}" type="presParOf" srcId="{809517D7-0D22-42D2-B8FB-A79042492612}" destId="{F9D9E659-DE12-4907-B93A-AA343A65670B}" srcOrd="1" destOrd="0" presId="urn:microsoft.com/office/officeart/2005/8/layout/hList1"/>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9.xml><?xml version="1.0" encoding="utf-8"?>
<dgm:dataModel xmlns:dgm="http://schemas.openxmlformats.org/drawingml/2006/diagram" xmlns:a="http://schemas.openxmlformats.org/drawingml/2006/main">
  <dgm:ptLst>
    <dgm:pt modelId="{B9C32B05-62EA-407A-B21C-2310C7945705}" type="doc">
      <dgm:prSet loTypeId="urn:microsoft.com/office/officeart/2008/layout/SquareAccentList" loCatId="list"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F66099B6-DBBD-4AB0-82D2-877B80F846F7}">
      <dgm:prSet phldrT="[Text]"/>
      <dgm:spPr/>
      <dgm:t>
        <a:bodyPr/>
        <a:lstStyle/>
        <a:p>
          <a:r>
            <a:rPr lang="en-US" dirty="0"/>
            <a:t>Lorem Ipsum</a:t>
          </a:r>
        </a:p>
      </dgm:t>
    </dgm:pt>
    <dgm:pt modelId="{B09C8BFB-F41C-4AC4-AB94-F216E3081C2D}" type="parTrans" cxnId="{B4F3EA32-CE64-4A92-9BAE-BC57E5392B05}">
      <dgm:prSet/>
      <dgm:spPr/>
      <dgm:t>
        <a:bodyPr/>
        <a:lstStyle/>
        <a:p>
          <a:endParaRPr lang="en-US"/>
        </a:p>
      </dgm:t>
    </dgm:pt>
    <dgm:pt modelId="{BC531B32-9B0E-482E-BF91-65C61F17168D}" type="sibTrans" cxnId="{B4F3EA32-CE64-4A92-9BAE-BC57E5392B05}">
      <dgm:prSet/>
      <dgm:spPr/>
      <dgm:t>
        <a:bodyPr/>
        <a:lstStyle/>
        <a:p>
          <a:endParaRPr lang="en-US"/>
        </a:p>
      </dgm:t>
    </dgm:pt>
    <dgm:pt modelId="{EE62A4F6-4AC4-435B-990E-81A71CE8CAC7}">
      <dgm:prSet phldrT="[Text]"/>
      <dgm:spPr/>
      <dgm:t>
        <a:bodyPr/>
        <a:lstStyle/>
        <a:p>
          <a:r>
            <a:rPr lang="en-US" dirty="0"/>
            <a:t>Lorem Ipsum</a:t>
          </a:r>
        </a:p>
      </dgm:t>
    </dgm:pt>
    <dgm:pt modelId="{F287B947-7343-4FA2-B288-B23A59FFAE31}" type="parTrans" cxnId="{3A2CECA6-0C5B-46BB-B7C6-7D37E9D210BD}">
      <dgm:prSet/>
      <dgm:spPr/>
      <dgm:t>
        <a:bodyPr/>
        <a:lstStyle/>
        <a:p>
          <a:endParaRPr lang="en-US"/>
        </a:p>
      </dgm:t>
    </dgm:pt>
    <dgm:pt modelId="{389F9A93-0231-4877-8C41-5D5B8DD7AAC0}" type="sibTrans" cxnId="{3A2CECA6-0C5B-46BB-B7C6-7D37E9D210BD}">
      <dgm:prSet/>
      <dgm:spPr/>
      <dgm:t>
        <a:bodyPr/>
        <a:lstStyle/>
        <a:p>
          <a:endParaRPr lang="en-US"/>
        </a:p>
      </dgm:t>
    </dgm:pt>
    <dgm:pt modelId="{76B04EC0-ECBF-442E-B3B9-8867BD1F3C91}">
      <dgm:prSet phldrT="[Text]"/>
      <dgm:spPr/>
      <dgm:t>
        <a:bodyPr/>
        <a:lstStyle/>
        <a:p>
          <a:r>
            <a:rPr lang="en-US" dirty="0"/>
            <a:t>Some text here</a:t>
          </a:r>
        </a:p>
      </dgm:t>
    </dgm:pt>
    <dgm:pt modelId="{43283423-C3FF-41FE-B16F-19C4BC351BC4}" type="parTrans" cxnId="{84C89FE1-C7D8-461B-B4AC-FEFABD27B328}">
      <dgm:prSet/>
      <dgm:spPr/>
      <dgm:t>
        <a:bodyPr/>
        <a:lstStyle/>
        <a:p>
          <a:endParaRPr lang="en-US"/>
        </a:p>
      </dgm:t>
    </dgm:pt>
    <dgm:pt modelId="{291397E9-7948-4644-9EEE-5E66ED47CA9E}" type="sibTrans" cxnId="{84C89FE1-C7D8-461B-B4AC-FEFABD27B328}">
      <dgm:prSet/>
      <dgm:spPr/>
      <dgm:t>
        <a:bodyPr/>
        <a:lstStyle/>
        <a:p>
          <a:endParaRPr lang="en-US"/>
        </a:p>
      </dgm:t>
    </dgm:pt>
    <dgm:pt modelId="{44BDEC56-4779-4E65-BA7B-43C63CA11C59}">
      <dgm:prSet phldrT="[Text]"/>
      <dgm:spPr/>
      <dgm:t>
        <a:bodyPr/>
        <a:lstStyle/>
        <a:p>
          <a:r>
            <a:rPr lang="en-US" dirty="0"/>
            <a:t>Some text here</a:t>
          </a:r>
        </a:p>
      </dgm:t>
    </dgm:pt>
    <dgm:pt modelId="{0719E4DB-468A-4D30-9F3F-2ACB693DC229}" type="parTrans" cxnId="{06497C60-D4E5-48B4-B8B7-5EAA7A9E5AF4}">
      <dgm:prSet/>
      <dgm:spPr/>
      <dgm:t>
        <a:bodyPr/>
        <a:lstStyle/>
        <a:p>
          <a:endParaRPr lang="en-US"/>
        </a:p>
      </dgm:t>
    </dgm:pt>
    <dgm:pt modelId="{12F6BDD0-18E6-4547-9D1E-7BCA3F4EF23B}" type="sibTrans" cxnId="{06497C60-D4E5-48B4-B8B7-5EAA7A9E5AF4}">
      <dgm:prSet/>
      <dgm:spPr/>
      <dgm:t>
        <a:bodyPr/>
        <a:lstStyle/>
        <a:p>
          <a:endParaRPr lang="en-US"/>
        </a:p>
      </dgm:t>
    </dgm:pt>
    <dgm:pt modelId="{79D51B54-BF1C-4F62-A5A6-293BF4A91BB6}">
      <dgm:prSet phldrT="[Text]"/>
      <dgm:spPr/>
      <dgm:t>
        <a:bodyPr/>
        <a:lstStyle/>
        <a:p>
          <a:r>
            <a:rPr lang="en-US" dirty="0"/>
            <a:t>Some text here</a:t>
          </a:r>
        </a:p>
      </dgm:t>
    </dgm:pt>
    <dgm:pt modelId="{844D06D7-5057-4091-85D5-1B04A6D2ABCD}" type="parTrans" cxnId="{95F91023-0849-4966-A9BC-E84541A1147B}">
      <dgm:prSet/>
      <dgm:spPr/>
      <dgm:t>
        <a:bodyPr/>
        <a:lstStyle/>
        <a:p>
          <a:endParaRPr lang="en-US"/>
        </a:p>
      </dgm:t>
    </dgm:pt>
    <dgm:pt modelId="{92C28F32-6512-4592-8BDA-57BCBDB8FED5}" type="sibTrans" cxnId="{95F91023-0849-4966-A9BC-E84541A1147B}">
      <dgm:prSet/>
      <dgm:spPr/>
      <dgm:t>
        <a:bodyPr/>
        <a:lstStyle/>
        <a:p>
          <a:endParaRPr lang="en-US"/>
        </a:p>
      </dgm:t>
    </dgm:pt>
    <dgm:pt modelId="{D3FA5A2D-E223-4D1B-BDA8-1D170F4A9312}">
      <dgm:prSet phldrT="[Text]"/>
      <dgm:spPr/>
      <dgm:t>
        <a:bodyPr/>
        <a:lstStyle/>
        <a:p>
          <a:r>
            <a:rPr lang="en-US" dirty="0"/>
            <a:t>Some text here</a:t>
          </a:r>
        </a:p>
      </dgm:t>
    </dgm:pt>
    <dgm:pt modelId="{73714220-A89D-4B19-A73B-B6C8ADD6BD68}" type="parTrans" cxnId="{29DDBAEA-CAC4-4CD1-96B8-4BDFFEAEE0C2}">
      <dgm:prSet/>
      <dgm:spPr/>
      <dgm:t>
        <a:bodyPr/>
        <a:lstStyle/>
        <a:p>
          <a:endParaRPr lang="en-US"/>
        </a:p>
      </dgm:t>
    </dgm:pt>
    <dgm:pt modelId="{6FDAC267-D7D3-4E9A-BCAD-B630DD277274}" type="sibTrans" cxnId="{29DDBAEA-CAC4-4CD1-96B8-4BDFFEAEE0C2}">
      <dgm:prSet/>
      <dgm:spPr/>
      <dgm:t>
        <a:bodyPr/>
        <a:lstStyle/>
        <a:p>
          <a:endParaRPr lang="en-US"/>
        </a:p>
      </dgm:t>
    </dgm:pt>
    <dgm:pt modelId="{D7958AD5-C5A6-44D4-9DC6-A975E22D8EBA}">
      <dgm:prSet phldrT="[Text]"/>
      <dgm:spPr/>
      <dgm:t>
        <a:bodyPr/>
        <a:lstStyle/>
        <a:p>
          <a:r>
            <a:rPr lang="en-US" dirty="0"/>
            <a:t>Some text here</a:t>
          </a:r>
        </a:p>
      </dgm:t>
    </dgm:pt>
    <dgm:pt modelId="{36816291-0A49-4CD3-9DB9-DF8EEDFC8215}" type="parTrans" cxnId="{24161496-6A00-460D-967B-095DC1734269}">
      <dgm:prSet/>
      <dgm:spPr/>
      <dgm:t>
        <a:bodyPr/>
        <a:lstStyle/>
        <a:p>
          <a:endParaRPr lang="en-US"/>
        </a:p>
      </dgm:t>
    </dgm:pt>
    <dgm:pt modelId="{80578F38-D35B-4DC2-B29D-5A5EA78350AD}" type="sibTrans" cxnId="{24161496-6A00-460D-967B-095DC1734269}">
      <dgm:prSet/>
      <dgm:spPr/>
      <dgm:t>
        <a:bodyPr/>
        <a:lstStyle/>
        <a:p>
          <a:endParaRPr lang="en-US"/>
        </a:p>
      </dgm:t>
    </dgm:pt>
    <dgm:pt modelId="{78BD2C57-3588-4554-8CC2-D3E5F0E69DC0}">
      <dgm:prSet phldrT="[Text]"/>
      <dgm:spPr/>
      <dgm:t>
        <a:bodyPr/>
        <a:lstStyle/>
        <a:p>
          <a:r>
            <a:rPr lang="en-US" dirty="0"/>
            <a:t>Some text here</a:t>
          </a:r>
        </a:p>
      </dgm:t>
    </dgm:pt>
    <dgm:pt modelId="{E91643AC-2115-40FB-8026-830B85E9D1FA}" type="parTrans" cxnId="{57F6721E-6AE2-4F91-909C-8A475A39385B}">
      <dgm:prSet/>
      <dgm:spPr/>
      <dgm:t>
        <a:bodyPr/>
        <a:lstStyle/>
        <a:p>
          <a:endParaRPr lang="en-US"/>
        </a:p>
      </dgm:t>
    </dgm:pt>
    <dgm:pt modelId="{A8ECBC04-633B-4BEC-A1FC-0914C393E3EC}" type="sibTrans" cxnId="{57F6721E-6AE2-4F91-909C-8A475A39385B}">
      <dgm:prSet/>
      <dgm:spPr/>
      <dgm:t>
        <a:bodyPr/>
        <a:lstStyle/>
        <a:p>
          <a:endParaRPr lang="en-US"/>
        </a:p>
      </dgm:t>
    </dgm:pt>
    <dgm:pt modelId="{243400CA-A456-4A97-BA62-D9407028512A}">
      <dgm:prSet phldrT="[Text]"/>
      <dgm:spPr/>
      <dgm:t>
        <a:bodyPr/>
        <a:lstStyle/>
        <a:p>
          <a:r>
            <a:rPr lang="en-US" dirty="0"/>
            <a:t>Some text here</a:t>
          </a:r>
        </a:p>
      </dgm:t>
    </dgm:pt>
    <dgm:pt modelId="{2B5B1CA9-705F-479A-8082-04004B0569C9}" type="parTrans" cxnId="{EF74B34E-AD2C-40AE-97EC-D6253B336C98}">
      <dgm:prSet/>
      <dgm:spPr/>
      <dgm:t>
        <a:bodyPr/>
        <a:lstStyle/>
        <a:p>
          <a:endParaRPr lang="en-US"/>
        </a:p>
      </dgm:t>
    </dgm:pt>
    <dgm:pt modelId="{CEEADC26-2712-464E-B5E0-54EA9FEA1CB1}" type="sibTrans" cxnId="{EF74B34E-AD2C-40AE-97EC-D6253B336C98}">
      <dgm:prSet/>
      <dgm:spPr/>
      <dgm:t>
        <a:bodyPr/>
        <a:lstStyle/>
        <a:p>
          <a:endParaRPr lang="en-US"/>
        </a:p>
      </dgm:t>
    </dgm:pt>
    <dgm:pt modelId="{85DCA2A2-16B0-4E51-B973-AEF0202C7554}">
      <dgm:prSet phldrT="[Text]"/>
      <dgm:spPr/>
      <dgm:t>
        <a:bodyPr/>
        <a:lstStyle/>
        <a:p>
          <a:r>
            <a:rPr lang="en-US" dirty="0"/>
            <a:t>Some text here</a:t>
          </a:r>
        </a:p>
      </dgm:t>
    </dgm:pt>
    <dgm:pt modelId="{B88D24F1-5987-4DF9-88A2-28A7BB5B3DF5}" type="parTrans" cxnId="{402A1A09-DE40-49D4-826E-373B0AA7469A}">
      <dgm:prSet/>
      <dgm:spPr/>
      <dgm:t>
        <a:bodyPr/>
        <a:lstStyle/>
        <a:p>
          <a:endParaRPr lang="en-US"/>
        </a:p>
      </dgm:t>
    </dgm:pt>
    <dgm:pt modelId="{0F2CA7D8-652D-4895-A5A8-60090BC698E4}" type="sibTrans" cxnId="{402A1A09-DE40-49D4-826E-373B0AA7469A}">
      <dgm:prSet/>
      <dgm:spPr/>
      <dgm:t>
        <a:bodyPr/>
        <a:lstStyle/>
        <a:p>
          <a:endParaRPr lang="en-US"/>
        </a:p>
      </dgm:t>
    </dgm:pt>
    <dgm:pt modelId="{1E1E7DEC-AB85-4008-8E69-69BDECCFEEF6}">
      <dgm:prSet phldrT="[Text]"/>
      <dgm:spPr/>
      <dgm:t>
        <a:bodyPr/>
        <a:lstStyle/>
        <a:p>
          <a:r>
            <a:rPr lang="en-US" dirty="0"/>
            <a:t>Some text here</a:t>
          </a:r>
        </a:p>
      </dgm:t>
    </dgm:pt>
    <dgm:pt modelId="{D0519A42-D9F9-4778-87EF-0BFD3E187DAD}" type="parTrans" cxnId="{483A9ECB-337F-47FD-A982-931383CED74E}">
      <dgm:prSet/>
      <dgm:spPr/>
      <dgm:t>
        <a:bodyPr/>
        <a:lstStyle/>
        <a:p>
          <a:endParaRPr lang="en-US"/>
        </a:p>
      </dgm:t>
    </dgm:pt>
    <dgm:pt modelId="{621CDE6F-D61E-442C-B3FE-3F9668D2547B}" type="sibTrans" cxnId="{483A9ECB-337F-47FD-A982-931383CED74E}">
      <dgm:prSet/>
      <dgm:spPr/>
      <dgm:t>
        <a:bodyPr/>
        <a:lstStyle/>
        <a:p>
          <a:endParaRPr lang="en-US"/>
        </a:p>
      </dgm:t>
    </dgm:pt>
    <dgm:pt modelId="{F076176C-9D93-4279-83E4-CD23C079887E}">
      <dgm:prSet phldrT="[Text]"/>
      <dgm:spPr/>
      <dgm:t>
        <a:bodyPr/>
        <a:lstStyle/>
        <a:p>
          <a:r>
            <a:rPr lang="en-US" dirty="0"/>
            <a:t>Some text here</a:t>
          </a:r>
        </a:p>
      </dgm:t>
    </dgm:pt>
    <dgm:pt modelId="{09FE42C3-E856-4F06-A8DB-EF7AAEE65623}" type="parTrans" cxnId="{13879CC6-6DE7-4D22-9F10-B93F1DE2C4DE}">
      <dgm:prSet/>
      <dgm:spPr/>
      <dgm:t>
        <a:bodyPr/>
        <a:lstStyle/>
        <a:p>
          <a:endParaRPr lang="en-US"/>
        </a:p>
      </dgm:t>
    </dgm:pt>
    <dgm:pt modelId="{51ABA616-262B-4AB7-8F64-B55B62D6094D}" type="sibTrans" cxnId="{13879CC6-6DE7-4D22-9F10-B93F1DE2C4DE}">
      <dgm:prSet/>
      <dgm:spPr/>
      <dgm:t>
        <a:bodyPr/>
        <a:lstStyle/>
        <a:p>
          <a:endParaRPr lang="en-US"/>
        </a:p>
      </dgm:t>
    </dgm:pt>
    <dgm:pt modelId="{5761CA88-6F9A-44D7-AE1D-F0536B95B85D}">
      <dgm:prSet phldrT="[Text]"/>
      <dgm:spPr/>
      <dgm:t>
        <a:bodyPr/>
        <a:lstStyle/>
        <a:p>
          <a:r>
            <a:rPr lang="en-US" dirty="0"/>
            <a:t>Some text here</a:t>
          </a:r>
        </a:p>
      </dgm:t>
    </dgm:pt>
    <dgm:pt modelId="{1A638F3B-AB78-41E1-B1FE-1DF0091D14B4}" type="parTrans" cxnId="{C180FC3A-9C57-4574-AA92-5169C0556BCE}">
      <dgm:prSet/>
      <dgm:spPr/>
      <dgm:t>
        <a:bodyPr/>
        <a:lstStyle/>
        <a:p>
          <a:endParaRPr lang="en-US"/>
        </a:p>
      </dgm:t>
    </dgm:pt>
    <dgm:pt modelId="{08AAE932-373D-4CA7-88D5-B3AAE4818B5C}" type="sibTrans" cxnId="{C180FC3A-9C57-4574-AA92-5169C0556BCE}">
      <dgm:prSet/>
      <dgm:spPr/>
      <dgm:t>
        <a:bodyPr/>
        <a:lstStyle/>
        <a:p>
          <a:endParaRPr lang="en-US"/>
        </a:p>
      </dgm:t>
    </dgm:pt>
    <dgm:pt modelId="{CA0785BA-8358-451D-8D99-148B5C1CD7CD}">
      <dgm:prSet phldrT="[Text]"/>
      <dgm:spPr/>
      <dgm:t>
        <a:bodyPr/>
        <a:lstStyle/>
        <a:p>
          <a:r>
            <a:rPr lang="en-US" dirty="0"/>
            <a:t>Some text here</a:t>
          </a:r>
        </a:p>
      </dgm:t>
    </dgm:pt>
    <dgm:pt modelId="{7F3EA3BE-76BB-4B33-9C2A-D7C4754B61C9}" type="parTrans" cxnId="{2CF14FE1-1D2A-480A-89D1-D35A5FCFC493}">
      <dgm:prSet/>
      <dgm:spPr/>
      <dgm:t>
        <a:bodyPr/>
        <a:lstStyle/>
        <a:p>
          <a:endParaRPr lang="en-US"/>
        </a:p>
      </dgm:t>
    </dgm:pt>
    <dgm:pt modelId="{7579939C-9B62-4775-95FD-A7B89B5F36D3}" type="sibTrans" cxnId="{2CF14FE1-1D2A-480A-89D1-D35A5FCFC493}">
      <dgm:prSet/>
      <dgm:spPr/>
      <dgm:t>
        <a:bodyPr/>
        <a:lstStyle/>
        <a:p>
          <a:endParaRPr lang="en-US"/>
        </a:p>
      </dgm:t>
    </dgm:pt>
    <dgm:pt modelId="{9A88BBA0-7C7C-48F4-87D6-A0EC32DC6C73}">
      <dgm:prSet phldrT="[Text]"/>
      <dgm:spPr/>
      <dgm:t>
        <a:bodyPr/>
        <a:lstStyle/>
        <a:p>
          <a:r>
            <a:rPr lang="en-US"/>
            <a:t>Some text here</a:t>
          </a:r>
          <a:endParaRPr lang="en-US" dirty="0"/>
        </a:p>
      </dgm:t>
    </dgm:pt>
    <dgm:pt modelId="{E2DEB2F6-B1C8-4CC4-B9D6-08A94AE000DA}" type="parTrans" cxnId="{83F9C65B-A527-4B81-8505-FFB698B4FBD1}">
      <dgm:prSet/>
      <dgm:spPr/>
      <dgm:t>
        <a:bodyPr/>
        <a:lstStyle/>
        <a:p>
          <a:endParaRPr lang="en-US"/>
        </a:p>
      </dgm:t>
    </dgm:pt>
    <dgm:pt modelId="{024BFF24-4C09-4C27-80E0-F1309C0BFAC5}" type="sibTrans" cxnId="{83F9C65B-A527-4B81-8505-FFB698B4FBD1}">
      <dgm:prSet/>
      <dgm:spPr/>
      <dgm:t>
        <a:bodyPr/>
        <a:lstStyle/>
        <a:p>
          <a:endParaRPr lang="en-US"/>
        </a:p>
      </dgm:t>
    </dgm:pt>
    <dgm:pt modelId="{79A960AB-237C-440D-BAA1-55072A92A415}">
      <dgm:prSet phldrT="[Text]"/>
      <dgm:spPr/>
      <dgm:t>
        <a:bodyPr/>
        <a:lstStyle/>
        <a:p>
          <a:r>
            <a:rPr lang="en-US"/>
            <a:t>Some text here</a:t>
          </a:r>
          <a:endParaRPr lang="en-US" dirty="0"/>
        </a:p>
      </dgm:t>
    </dgm:pt>
    <dgm:pt modelId="{29C902CA-89EF-4771-B1BD-A409B43A5A89}" type="parTrans" cxnId="{C8E24602-7F11-43AA-B90D-229837148103}">
      <dgm:prSet/>
      <dgm:spPr/>
      <dgm:t>
        <a:bodyPr/>
        <a:lstStyle/>
        <a:p>
          <a:endParaRPr lang="en-US"/>
        </a:p>
      </dgm:t>
    </dgm:pt>
    <dgm:pt modelId="{F9F8370D-DB0F-4EE0-8589-D5FADBC4F1F8}" type="sibTrans" cxnId="{C8E24602-7F11-43AA-B90D-229837148103}">
      <dgm:prSet/>
      <dgm:spPr/>
      <dgm:t>
        <a:bodyPr/>
        <a:lstStyle/>
        <a:p>
          <a:endParaRPr lang="en-US"/>
        </a:p>
      </dgm:t>
    </dgm:pt>
    <dgm:pt modelId="{2734B310-8259-458A-8E22-6116D7F74B3F}">
      <dgm:prSet phldrT="[Text]"/>
      <dgm:spPr/>
      <dgm:t>
        <a:bodyPr/>
        <a:lstStyle/>
        <a:p>
          <a:r>
            <a:rPr lang="en-US"/>
            <a:t>Some text here</a:t>
          </a:r>
          <a:endParaRPr lang="en-US" dirty="0"/>
        </a:p>
      </dgm:t>
    </dgm:pt>
    <dgm:pt modelId="{EEFB037B-431F-4CC0-9CED-03ADA499CEF5}" type="parTrans" cxnId="{7C580B61-6F99-4E4F-B964-F54A290B81D8}">
      <dgm:prSet/>
      <dgm:spPr/>
      <dgm:t>
        <a:bodyPr/>
        <a:lstStyle/>
        <a:p>
          <a:endParaRPr lang="en-US"/>
        </a:p>
      </dgm:t>
    </dgm:pt>
    <dgm:pt modelId="{BE35CBDB-8416-4BA1-BF5A-85D4E689EAEC}" type="sibTrans" cxnId="{7C580B61-6F99-4E4F-B964-F54A290B81D8}">
      <dgm:prSet/>
      <dgm:spPr/>
      <dgm:t>
        <a:bodyPr/>
        <a:lstStyle/>
        <a:p>
          <a:endParaRPr lang="en-US"/>
        </a:p>
      </dgm:t>
    </dgm:pt>
    <dgm:pt modelId="{93BC2CC7-9B77-4271-AE57-82CA0D640EB5}" type="pres">
      <dgm:prSet presAssocID="{B9C32B05-62EA-407A-B21C-2310C7945705}" presName="layout" presStyleCnt="0">
        <dgm:presLayoutVars>
          <dgm:chMax/>
          <dgm:chPref/>
          <dgm:dir/>
          <dgm:resizeHandles/>
        </dgm:presLayoutVars>
      </dgm:prSet>
      <dgm:spPr/>
    </dgm:pt>
    <dgm:pt modelId="{68A1F791-6561-458D-994A-F18935248046}" type="pres">
      <dgm:prSet presAssocID="{42D71409-67F9-455C-8C6D-716D284AAA6B}" presName="root" presStyleCnt="0">
        <dgm:presLayoutVars>
          <dgm:chMax/>
          <dgm:chPref/>
        </dgm:presLayoutVars>
      </dgm:prSet>
      <dgm:spPr/>
    </dgm:pt>
    <dgm:pt modelId="{2EF35B41-E666-447F-BF9C-2806FAC22403}" type="pres">
      <dgm:prSet presAssocID="{42D71409-67F9-455C-8C6D-716D284AAA6B}" presName="rootComposite" presStyleCnt="0">
        <dgm:presLayoutVars/>
      </dgm:prSet>
      <dgm:spPr/>
    </dgm:pt>
    <dgm:pt modelId="{B054CE4A-7E76-4082-97C9-AF8F5C7D8F2B}" type="pres">
      <dgm:prSet presAssocID="{42D71409-67F9-455C-8C6D-716D284AAA6B}" presName="ParentAccent" presStyleLbl="alignNode1" presStyleIdx="0" presStyleCnt="3"/>
      <dgm:spPr/>
    </dgm:pt>
    <dgm:pt modelId="{AC4B241B-53F3-4D62-93CC-136D6022356D}" type="pres">
      <dgm:prSet presAssocID="{42D71409-67F9-455C-8C6D-716D284AAA6B}" presName="ParentSmallAccent" presStyleLbl="fgAcc1" presStyleIdx="0" presStyleCnt="3"/>
      <dgm:spPr/>
    </dgm:pt>
    <dgm:pt modelId="{46B207D8-13FC-4432-AAB1-5EDBFC0964C8}" type="pres">
      <dgm:prSet presAssocID="{42D71409-67F9-455C-8C6D-716D284AAA6B}" presName="Parent" presStyleLbl="revTx" presStyleIdx="0" presStyleCnt="18">
        <dgm:presLayoutVars>
          <dgm:chMax/>
          <dgm:chPref val="4"/>
          <dgm:bulletEnabled val="1"/>
        </dgm:presLayoutVars>
      </dgm:prSet>
      <dgm:spPr/>
    </dgm:pt>
    <dgm:pt modelId="{54BC0F63-A381-4C26-8F0D-F450C45951FC}" type="pres">
      <dgm:prSet presAssocID="{42D71409-67F9-455C-8C6D-716D284AAA6B}" presName="childShape" presStyleCnt="0">
        <dgm:presLayoutVars>
          <dgm:chMax val="0"/>
          <dgm:chPref val="0"/>
        </dgm:presLayoutVars>
      </dgm:prSet>
      <dgm:spPr/>
    </dgm:pt>
    <dgm:pt modelId="{637016A3-DBBD-4D76-8319-4BF8C15A35FB}" type="pres">
      <dgm:prSet presAssocID="{76B04EC0-ECBF-442E-B3B9-8867BD1F3C91}" presName="childComposite" presStyleCnt="0">
        <dgm:presLayoutVars>
          <dgm:chMax val="0"/>
          <dgm:chPref val="0"/>
        </dgm:presLayoutVars>
      </dgm:prSet>
      <dgm:spPr/>
    </dgm:pt>
    <dgm:pt modelId="{35C04EC1-5D64-45C5-A8DB-C3632633271A}" type="pres">
      <dgm:prSet presAssocID="{76B04EC0-ECBF-442E-B3B9-8867BD1F3C91}" presName="ChildAccent" presStyleLbl="solidFgAcc1" presStyleIdx="0" presStyleCnt="15"/>
      <dgm:spPr/>
    </dgm:pt>
    <dgm:pt modelId="{05A6D37C-5260-4983-93FE-DF9EC7F04129}" type="pres">
      <dgm:prSet presAssocID="{76B04EC0-ECBF-442E-B3B9-8867BD1F3C91}" presName="Child" presStyleLbl="revTx" presStyleIdx="1" presStyleCnt="18">
        <dgm:presLayoutVars>
          <dgm:chMax val="0"/>
          <dgm:chPref val="0"/>
          <dgm:bulletEnabled val="1"/>
        </dgm:presLayoutVars>
      </dgm:prSet>
      <dgm:spPr/>
    </dgm:pt>
    <dgm:pt modelId="{1941AAAF-1440-4E5D-88E9-2FC312A0AE9D}" type="pres">
      <dgm:prSet presAssocID="{44BDEC56-4779-4E65-BA7B-43C63CA11C59}" presName="childComposite" presStyleCnt="0">
        <dgm:presLayoutVars>
          <dgm:chMax val="0"/>
          <dgm:chPref val="0"/>
        </dgm:presLayoutVars>
      </dgm:prSet>
      <dgm:spPr/>
    </dgm:pt>
    <dgm:pt modelId="{D08D153F-7DED-4654-8CBE-7F0483E662FA}" type="pres">
      <dgm:prSet presAssocID="{44BDEC56-4779-4E65-BA7B-43C63CA11C59}" presName="ChildAccent" presStyleLbl="solidFgAcc1" presStyleIdx="1" presStyleCnt="15"/>
      <dgm:spPr/>
    </dgm:pt>
    <dgm:pt modelId="{59C9B348-B48E-4A78-A001-969B66B4AB8E}" type="pres">
      <dgm:prSet presAssocID="{44BDEC56-4779-4E65-BA7B-43C63CA11C59}" presName="Child" presStyleLbl="revTx" presStyleIdx="2" presStyleCnt="18">
        <dgm:presLayoutVars>
          <dgm:chMax val="0"/>
          <dgm:chPref val="0"/>
          <dgm:bulletEnabled val="1"/>
        </dgm:presLayoutVars>
      </dgm:prSet>
      <dgm:spPr/>
    </dgm:pt>
    <dgm:pt modelId="{49557816-B612-46AA-ADAD-50C6C0A87A5B}" type="pres">
      <dgm:prSet presAssocID="{79D51B54-BF1C-4F62-A5A6-293BF4A91BB6}" presName="childComposite" presStyleCnt="0">
        <dgm:presLayoutVars>
          <dgm:chMax val="0"/>
          <dgm:chPref val="0"/>
        </dgm:presLayoutVars>
      </dgm:prSet>
      <dgm:spPr/>
    </dgm:pt>
    <dgm:pt modelId="{E7FA71F3-ADB6-4FCD-947E-B72DCF1C3314}" type="pres">
      <dgm:prSet presAssocID="{79D51B54-BF1C-4F62-A5A6-293BF4A91BB6}" presName="ChildAccent" presStyleLbl="solidFgAcc1" presStyleIdx="2" presStyleCnt="15"/>
      <dgm:spPr/>
    </dgm:pt>
    <dgm:pt modelId="{9F21C716-8675-481F-96E7-36F03FF1970C}" type="pres">
      <dgm:prSet presAssocID="{79D51B54-BF1C-4F62-A5A6-293BF4A91BB6}" presName="Child" presStyleLbl="revTx" presStyleIdx="3" presStyleCnt="18">
        <dgm:presLayoutVars>
          <dgm:chMax val="0"/>
          <dgm:chPref val="0"/>
          <dgm:bulletEnabled val="1"/>
        </dgm:presLayoutVars>
      </dgm:prSet>
      <dgm:spPr/>
    </dgm:pt>
    <dgm:pt modelId="{D201FE55-CD49-44C3-A53D-DDF7084B33F1}" type="pres">
      <dgm:prSet presAssocID="{D3FA5A2D-E223-4D1B-BDA8-1D170F4A9312}" presName="childComposite" presStyleCnt="0">
        <dgm:presLayoutVars>
          <dgm:chMax val="0"/>
          <dgm:chPref val="0"/>
        </dgm:presLayoutVars>
      </dgm:prSet>
      <dgm:spPr/>
    </dgm:pt>
    <dgm:pt modelId="{D354108C-D268-4B52-9893-95FFBD2C1E7F}" type="pres">
      <dgm:prSet presAssocID="{D3FA5A2D-E223-4D1B-BDA8-1D170F4A9312}" presName="ChildAccent" presStyleLbl="solidFgAcc1" presStyleIdx="3" presStyleCnt="15"/>
      <dgm:spPr/>
    </dgm:pt>
    <dgm:pt modelId="{23E69C7B-4156-4879-9548-21BAE41EC32F}" type="pres">
      <dgm:prSet presAssocID="{D3FA5A2D-E223-4D1B-BDA8-1D170F4A9312}" presName="Child" presStyleLbl="revTx" presStyleIdx="4" presStyleCnt="18">
        <dgm:presLayoutVars>
          <dgm:chMax val="0"/>
          <dgm:chPref val="0"/>
          <dgm:bulletEnabled val="1"/>
        </dgm:presLayoutVars>
      </dgm:prSet>
      <dgm:spPr/>
    </dgm:pt>
    <dgm:pt modelId="{DEBA9D27-0E6D-443F-9848-FE9BA8EFC964}" type="pres">
      <dgm:prSet presAssocID="{9A88BBA0-7C7C-48F4-87D6-A0EC32DC6C73}" presName="childComposite" presStyleCnt="0">
        <dgm:presLayoutVars>
          <dgm:chMax val="0"/>
          <dgm:chPref val="0"/>
        </dgm:presLayoutVars>
      </dgm:prSet>
      <dgm:spPr/>
    </dgm:pt>
    <dgm:pt modelId="{9200F4F8-F59F-4DB6-B28F-B152FE5BEF7D}" type="pres">
      <dgm:prSet presAssocID="{9A88BBA0-7C7C-48F4-87D6-A0EC32DC6C73}" presName="ChildAccent" presStyleLbl="solidFgAcc1" presStyleIdx="4" presStyleCnt="15"/>
      <dgm:spPr/>
    </dgm:pt>
    <dgm:pt modelId="{2B07A3E0-0A98-4247-AD2F-5C93B6D17DF7}" type="pres">
      <dgm:prSet presAssocID="{9A88BBA0-7C7C-48F4-87D6-A0EC32DC6C73}" presName="Child" presStyleLbl="revTx" presStyleIdx="5" presStyleCnt="18">
        <dgm:presLayoutVars>
          <dgm:chMax val="0"/>
          <dgm:chPref val="0"/>
          <dgm:bulletEnabled val="1"/>
        </dgm:presLayoutVars>
      </dgm:prSet>
      <dgm:spPr/>
    </dgm:pt>
    <dgm:pt modelId="{57B6E82B-085A-454B-A526-FAE558BD4C88}" type="pres">
      <dgm:prSet presAssocID="{79A960AB-237C-440D-BAA1-55072A92A415}" presName="childComposite" presStyleCnt="0">
        <dgm:presLayoutVars>
          <dgm:chMax val="0"/>
          <dgm:chPref val="0"/>
        </dgm:presLayoutVars>
      </dgm:prSet>
      <dgm:spPr/>
    </dgm:pt>
    <dgm:pt modelId="{AEE12A3C-9597-482D-B2FB-DCEFCD51F79A}" type="pres">
      <dgm:prSet presAssocID="{79A960AB-237C-440D-BAA1-55072A92A415}" presName="ChildAccent" presStyleLbl="solidFgAcc1" presStyleIdx="5" presStyleCnt="15"/>
      <dgm:spPr/>
    </dgm:pt>
    <dgm:pt modelId="{3C6121AE-AEEF-4D19-95C2-2FE7CD730D82}" type="pres">
      <dgm:prSet presAssocID="{79A960AB-237C-440D-BAA1-55072A92A415}" presName="Child" presStyleLbl="revTx" presStyleIdx="6" presStyleCnt="18">
        <dgm:presLayoutVars>
          <dgm:chMax val="0"/>
          <dgm:chPref val="0"/>
          <dgm:bulletEnabled val="1"/>
        </dgm:presLayoutVars>
      </dgm:prSet>
      <dgm:spPr/>
    </dgm:pt>
    <dgm:pt modelId="{0460646D-029E-450B-8E7E-2F3C677B3A19}" type="pres">
      <dgm:prSet presAssocID="{F66099B6-DBBD-4AB0-82D2-877B80F846F7}" presName="root" presStyleCnt="0">
        <dgm:presLayoutVars>
          <dgm:chMax/>
          <dgm:chPref/>
        </dgm:presLayoutVars>
      </dgm:prSet>
      <dgm:spPr/>
    </dgm:pt>
    <dgm:pt modelId="{BAAFE621-A5AB-4530-897F-A71DB3D37FD8}" type="pres">
      <dgm:prSet presAssocID="{F66099B6-DBBD-4AB0-82D2-877B80F846F7}" presName="rootComposite" presStyleCnt="0">
        <dgm:presLayoutVars/>
      </dgm:prSet>
      <dgm:spPr/>
    </dgm:pt>
    <dgm:pt modelId="{9B701155-709D-495E-A132-F313BFE51B27}" type="pres">
      <dgm:prSet presAssocID="{F66099B6-DBBD-4AB0-82D2-877B80F846F7}" presName="ParentAccent" presStyleLbl="alignNode1" presStyleIdx="1" presStyleCnt="3"/>
      <dgm:spPr/>
    </dgm:pt>
    <dgm:pt modelId="{DC39E309-E635-4FAE-8DD3-34FA3F4B3F87}" type="pres">
      <dgm:prSet presAssocID="{F66099B6-DBBD-4AB0-82D2-877B80F846F7}" presName="ParentSmallAccent" presStyleLbl="fgAcc1" presStyleIdx="1" presStyleCnt="3"/>
      <dgm:spPr/>
    </dgm:pt>
    <dgm:pt modelId="{F2A5BF35-2FB9-4C5C-AD09-336875251D55}" type="pres">
      <dgm:prSet presAssocID="{F66099B6-DBBD-4AB0-82D2-877B80F846F7}" presName="Parent" presStyleLbl="revTx" presStyleIdx="7" presStyleCnt="18">
        <dgm:presLayoutVars>
          <dgm:chMax/>
          <dgm:chPref val="4"/>
          <dgm:bulletEnabled val="1"/>
        </dgm:presLayoutVars>
      </dgm:prSet>
      <dgm:spPr/>
    </dgm:pt>
    <dgm:pt modelId="{5BE86C49-178A-44A6-86AC-DF990A6D469F}" type="pres">
      <dgm:prSet presAssocID="{F66099B6-DBBD-4AB0-82D2-877B80F846F7}" presName="childShape" presStyleCnt="0">
        <dgm:presLayoutVars>
          <dgm:chMax val="0"/>
          <dgm:chPref val="0"/>
        </dgm:presLayoutVars>
      </dgm:prSet>
      <dgm:spPr/>
    </dgm:pt>
    <dgm:pt modelId="{B06091FF-C2B2-491B-AA7D-EFAC32F0231A}" type="pres">
      <dgm:prSet presAssocID="{D7958AD5-C5A6-44D4-9DC6-A975E22D8EBA}" presName="childComposite" presStyleCnt="0">
        <dgm:presLayoutVars>
          <dgm:chMax val="0"/>
          <dgm:chPref val="0"/>
        </dgm:presLayoutVars>
      </dgm:prSet>
      <dgm:spPr/>
    </dgm:pt>
    <dgm:pt modelId="{13CFFAD2-6BB2-4A7B-9593-09A7022A5D1B}" type="pres">
      <dgm:prSet presAssocID="{D7958AD5-C5A6-44D4-9DC6-A975E22D8EBA}" presName="ChildAccent" presStyleLbl="solidFgAcc1" presStyleIdx="6" presStyleCnt="15"/>
      <dgm:spPr/>
    </dgm:pt>
    <dgm:pt modelId="{39F0940A-2444-42CF-A695-A758DAC4C6E8}" type="pres">
      <dgm:prSet presAssocID="{D7958AD5-C5A6-44D4-9DC6-A975E22D8EBA}" presName="Child" presStyleLbl="revTx" presStyleIdx="8" presStyleCnt="18">
        <dgm:presLayoutVars>
          <dgm:chMax val="0"/>
          <dgm:chPref val="0"/>
          <dgm:bulletEnabled val="1"/>
        </dgm:presLayoutVars>
      </dgm:prSet>
      <dgm:spPr/>
    </dgm:pt>
    <dgm:pt modelId="{366CB62C-15EA-42ED-9C90-4AFB66F9F070}" type="pres">
      <dgm:prSet presAssocID="{78BD2C57-3588-4554-8CC2-D3E5F0E69DC0}" presName="childComposite" presStyleCnt="0">
        <dgm:presLayoutVars>
          <dgm:chMax val="0"/>
          <dgm:chPref val="0"/>
        </dgm:presLayoutVars>
      </dgm:prSet>
      <dgm:spPr/>
    </dgm:pt>
    <dgm:pt modelId="{758E3EAC-0286-412C-8973-FF232A7E62E7}" type="pres">
      <dgm:prSet presAssocID="{78BD2C57-3588-4554-8CC2-D3E5F0E69DC0}" presName="ChildAccent" presStyleLbl="solidFgAcc1" presStyleIdx="7" presStyleCnt="15"/>
      <dgm:spPr/>
    </dgm:pt>
    <dgm:pt modelId="{A65D26A9-396E-4565-A24A-0620A490F905}" type="pres">
      <dgm:prSet presAssocID="{78BD2C57-3588-4554-8CC2-D3E5F0E69DC0}" presName="Child" presStyleLbl="revTx" presStyleIdx="9" presStyleCnt="18">
        <dgm:presLayoutVars>
          <dgm:chMax val="0"/>
          <dgm:chPref val="0"/>
          <dgm:bulletEnabled val="1"/>
        </dgm:presLayoutVars>
      </dgm:prSet>
      <dgm:spPr/>
    </dgm:pt>
    <dgm:pt modelId="{E2C1B6EB-6F47-482E-89AE-C0F8C72F95EC}" type="pres">
      <dgm:prSet presAssocID="{243400CA-A456-4A97-BA62-D9407028512A}" presName="childComposite" presStyleCnt="0">
        <dgm:presLayoutVars>
          <dgm:chMax val="0"/>
          <dgm:chPref val="0"/>
        </dgm:presLayoutVars>
      </dgm:prSet>
      <dgm:spPr/>
    </dgm:pt>
    <dgm:pt modelId="{90021971-7E97-404A-958B-470F26E4B1C7}" type="pres">
      <dgm:prSet presAssocID="{243400CA-A456-4A97-BA62-D9407028512A}" presName="ChildAccent" presStyleLbl="solidFgAcc1" presStyleIdx="8" presStyleCnt="15"/>
      <dgm:spPr/>
    </dgm:pt>
    <dgm:pt modelId="{0A2B1D6D-1140-4308-AF81-A69B3AC3B2A5}" type="pres">
      <dgm:prSet presAssocID="{243400CA-A456-4A97-BA62-D9407028512A}" presName="Child" presStyleLbl="revTx" presStyleIdx="10" presStyleCnt="18">
        <dgm:presLayoutVars>
          <dgm:chMax val="0"/>
          <dgm:chPref val="0"/>
          <dgm:bulletEnabled val="1"/>
        </dgm:presLayoutVars>
      </dgm:prSet>
      <dgm:spPr/>
    </dgm:pt>
    <dgm:pt modelId="{C4CA9495-8E0C-4118-83D2-25E7CF833836}" type="pres">
      <dgm:prSet presAssocID="{85DCA2A2-16B0-4E51-B973-AEF0202C7554}" presName="childComposite" presStyleCnt="0">
        <dgm:presLayoutVars>
          <dgm:chMax val="0"/>
          <dgm:chPref val="0"/>
        </dgm:presLayoutVars>
      </dgm:prSet>
      <dgm:spPr/>
    </dgm:pt>
    <dgm:pt modelId="{AA36D1B3-CBA7-477C-8451-A498524A4F43}" type="pres">
      <dgm:prSet presAssocID="{85DCA2A2-16B0-4E51-B973-AEF0202C7554}" presName="ChildAccent" presStyleLbl="solidFgAcc1" presStyleIdx="9" presStyleCnt="15"/>
      <dgm:spPr/>
    </dgm:pt>
    <dgm:pt modelId="{CA2BAF1A-6A74-4304-8F17-8C9E961F871E}" type="pres">
      <dgm:prSet presAssocID="{85DCA2A2-16B0-4E51-B973-AEF0202C7554}" presName="Child" presStyleLbl="revTx" presStyleIdx="11" presStyleCnt="18">
        <dgm:presLayoutVars>
          <dgm:chMax val="0"/>
          <dgm:chPref val="0"/>
          <dgm:bulletEnabled val="1"/>
        </dgm:presLayoutVars>
      </dgm:prSet>
      <dgm:spPr/>
    </dgm:pt>
    <dgm:pt modelId="{31F23384-C993-4A31-883B-BF96F4A349E4}" type="pres">
      <dgm:prSet presAssocID="{EE62A4F6-4AC4-435B-990E-81A71CE8CAC7}" presName="root" presStyleCnt="0">
        <dgm:presLayoutVars>
          <dgm:chMax/>
          <dgm:chPref/>
        </dgm:presLayoutVars>
      </dgm:prSet>
      <dgm:spPr/>
    </dgm:pt>
    <dgm:pt modelId="{A4321756-6FFF-4EB5-B28C-AE1BC351BD18}" type="pres">
      <dgm:prSet presAssocID="{EE62A4F6-4AC4-435B-990E-81A71CE8CAC7}" presName="rootComposite" presStyleCnt="0">
        <dgm:presLayoutVars/>
      </dgm:prSet>
      <dgm:spPr/>
    </dgm:pt>
    <dgm:pt modelId="{D8320620-3AD2-433E-B242-2ECC78C96B58}" type="pres">
      <dgm:prSet presAssocID="{EE62A4F6-4AC4-435B-990E-81A71CE8CAC7}" presName="ParentAccent" presStyleLbl="alignNode1" presStyleIdx="2" presStyleCnt="3"/>
      <dgm:spPr/>
    </dgm:pt>
    <dgm:pt modelId="{E1FCDC73-B543-4610-AE03-BA26FD4F5576}" type="pres">
      <dgm:prSet presAssocID="{EE62A4F6-4AC4-435B-990E-81A71CE8CAC7}" presName="ParentSmallAccent" presStyleLbl="fgAcc1" presStyleIdx="2" presStyleCnt="3"/>
      <dgm:spPr/>
    </dgm:pt>
    <dgm:pt modelId="{9C817CA6-E6D0-4438-8C3A-8D1D4B00C602}" type="pres">
      <dgm:prSet presAssocID="{EE62A4F6-4AC4-435B-990E-81A71CE8CAC7}" presName="Parent" presStyleLbl="revTx" presStyleIdx="12" presStyleCnt="18">
        <dgm:presLayoutVars>
          <dgm:chMax/>
          <dgm:chPref val="4"/>
          <dgm:bulletEnabled val="1"/>
        </dgm:presLayoutVars>
      </dgm:prSet>
      <dgm:spPr/>
    </dgm:pt>
    <dgm:pt modelId="{2E9E5F48-1631-4451-9ED7-D6AD7BAB3C1F}" type="pres">
      <dgm:prSet presAssocID="{EE62A4F6-4AC4-435B-990E-81A71CE8CAC7}" presName="childShape" presStyleCnt="0">
        <dgm:presLayoutVars>
          <dgm:chMax val="0"/>
          <dgm:chPref val="0"/>
        </dgm:presLayoutVars>
      </dgm:prSet>
      <dgm:spPr/>
    </dgm:pt>
    <dgm:pt modelId="{DE9B24C0-DF7B-4970-91C8-1126665EB7E3}" type="pres">
      <dgm:prSet presAssocID="{1E1E7DEC-AB85-4008-8E69-69BDECCFEEF6}" presName="childComposite" presStyleCnt="0">
        <dgm:presLayoutVars>
          <dgm:chMax val="0"/>
          <dgm:chPref val="0"/>
        </dgm:presLayoutVars>
      </dgm:prSet>
      <dgm:spPr/>
    </dgm:pt>
    <dgm:pt modelId="{54D71F2F-9C81-46C1-AEAF-9083EE6DF038}" type="pres">
      <dgm:prSet presAssocID="{1E1E7DEC-AB85-4008-8E69-69BDECCFEEF6}" presName="ChildAccent" presStyleLbl="solidFgAcc1" presStyleIdx="10" presStyleCnt="15"/>
      <dgm:spPr/>
    </dgm:pt>
    <dgm:pt modelId="{67B5E7A4-2235-4106-A3A1-3FE0BAEEA979}" type="pres">
      <dgm:prSet presAssocID="{1E1E7DEC-AB85-4008-8E69-69BDECCFEEF6}" presName="Child" presStyleLbl="revTx" presStyleIdx="13" presStyleCnt="18">
        <dgm:presLayoutVars>
          <dgm:chMax val="0"/>
          <dgm:chPref val="0"/>
          <dgm:bulletEnabled val="1"/>
        </dgm:presLayoutVars>
      </dgm:prSet>
      <dgm:spPr/>
    </dgm:pt>
    <dgm:pt modelId="{E6E1E505-5212-4951-A776-379507A89724}" type="pres">
      <dgm:prSet presAssocID="{F076176C-9D93-4279-83E4-CD23C079887E}" presName="childComposite" presStyleCnt="0">
        <dgm:presLayoutVars>
          <dgm:chMax val="0"/>
          <dgm:chPref val="0"/>
        </dgm:presLayoutVars>
      </dgm:prSet>
      <dgm:spPr/>
    </dgm:pt>
    <dgm:pt modelId="{B8231A1E-9502-4C1A-9FDA-4B5B960DD974}" type="pres">
      <dgm:prSet presAssocID="{F076176C-9D93-4279-83E4-CD23C079887E}" presName="ChildAccent" presStyleLbl="solidFgAcc1" presStyleIdx="11" presStyleCnt="15"/>
      <dgm:spPr/>
    </dgm:pt>
    <dgm:pt modelId="{EC465D48-6F3E-428A-A9AB-E32E5308D1F2}" type="pres">
      <dgm:prSet presAssocID="{F076176C-9D93-4279-83E4-CD23C079887E}" presName="Child" presStyleLbl="revTx" presStyleIdx="14" presStyleCnt="18">
        <dgm:presLayoutVars>
          <dgm:chMax val="0"/>
          <dgm:chPref val="0"/>
          <dgm:bulletEnabled val="1"/>
        </dgm:presLayoutVars>
      </dgm:prSet>
      <dgm:spPr/>
    </dgm:pt>
    <dgm:pt modelId="{ECBA4E62-1D7E-4342-B238-C1DB48CDC4BA}" type="pres">
      <dgm:prSet presAssocID="{5761CA88-6F9A-44D7-AE1D-F0536B95B85D}" presName="childComposite" presStyleCnt="0">
        <dgm:presLayoutVars>
          <dgm:chMax val="0"/>
          <dgm:chPref val="0"/>
        </dgm:presLayoutVars>
      </dgm:prSet>
      <dgm:spPr/>
    </dgm:pt>
    <dgm:pt modelId="{C6768913-1EA4-4A58-84C2-EFD66CCC6211}" type="pres">
      <dgm:prSet presAssocID="{5761CA88-6F9A-44D7-AE1D-F0536B95B85D}" presName="ChildAccent" presStyleLbl="solidFgAcc1" presStyleIdx="12" presStyleCnt="15"/>
      <dgm:spPr/>
    </dgm:pt>
    <dgm:pt modelId="{662A7441-478C-427F-A55D-17DBE198C63B}" type="pres">
      <dgm:prSet presAssocID="{5761CA88-6F9A-44D7-AE1D-F0536B95B85D}" presName="Child" presStyleLbl="revTx" presStyleIdx="15" presStyleCnt="18">
        <dgm:presLayoutVars>
          <dgm:chMax val="0"/>
          <dgm:chPref val="0"/>
          <dgm:bulletEnabled val="1"/>
        </dgm:presLayoutVars>
      </dgm:prSet>
      <dgm:spPr/>
    </dgm:pt>
    <dgm:pt modelId="{988F4163-2BCB-456B-9AAF-764B76FFEA9A}" type="pres">
      <dgm:prSet presAssocID="{CA0785BA-8358-451D-8D99-148B5C1CD7CD}" presName="childComposite" presStyleCnt="0">
        <dgm:presLayoutVars>
          <dgm:chMax val="0"/>
          <dgm:chPref val="0"/>
        </dgm:presLayoutVars>
      </dgm:prSet>
      <dgm:spPr/>
    </dgm:pt>
    <dgm:pt modelId="{60065CA4-CEF6-455A-AFC5-30E1C2980814}" type="pres">
      <dgm:prSet presAssocID="{CA0785BA-8358-451D-8D99-148B5C1CD7CD}" presName="ChildAccent" presStyleLbl="solidFgAcc1" presStyleIdx="13" presStyleCnt="15"/>
      <dgm:spPr/>
    </dgm:pt>
    <dgm:pt modelId="{549E2D0B-F8EF-4195-B6E8-3D706118DC80}" type="pres">
      <dgm:prSet presAssocID="{CA0785BA-8358-451D-8D99-148B5C1CD7CD}" presName="Child" presStyleLbl="revTx" presStyleIdx="16" presStyleCnt="18">
        <dgm:presLayoutVars>
          <dgm:chMax val="0"/>
          <dgm:chPref val="0"/>
          <dgm:bulletEnabled val="1"/>
        </dgm:presLayoutVars>
      </dgm:prSet>
      <dgm:spPr/>
    </dgm:pt>
    <dgm:pt modelId="{04BEDFA8-E7F6-4752-8BDB-4348705964CA}" type="pres">
      <dgm:prSet presAssocID="{2734B310-8259-458A-8E22-6116D7F74B3F}" presName="childComposite" presStyleCnt="0">
        <dgm:presLayoutVars>
          <dgm:chMax val="0"/>
          <dgm:chPref val="0"/>
        </dgm:presLayoutVars>
      </dgm:prSet>
      <dgm:spPr/>
    </dgm:pt>
    <dgm:pt modelId="{3DAE42F8-51DB-409A-915D-0BF750BADD92}" type="pres">
      <dgm:prSet presAssocID="{2734B310-8259-458A-8E22-6116D7F74B3F}" presName="ChildAccent" presStyleLbl="solidFgAcc1" presStyleIdx="14" presStyleCnt="15"/>
      <dgm:spPr/>
    </dgm:pt>
    <dgm:pt modelId="{C9E6BE0C-F439-4FBC-9522-96087DA015E9}" type="pres">
      <dgm:prSet presAssocID="{2734B310-8259-458A-8E22-6116D7F74B3F}" presName="Child" presStyleLbl="revTx" presStyleIdx="17" presStyleCnt="18">
        <dgm:presLayoutVars>
          <dgm:chMax val="0"/>
          <dgm:chPref val="0"/>
          <dgm:bulletEnabled val="1"/>
        </dgm:presLayoutVars>
      </dgm:prSet>
      <dgm:spPr/>
    </dgm:pt>
  </dgm:ptLst>
  <dgm:cxnLst>
    <dgm:cxn modelId="{C8E24602-7F11-43AA-B90D-229837148103}" srcId="{42D71409-67F9-455C-8C6D-716D284AAA6B}" destId="{79A960AB-237C-440D-BAA1-55072A92A415}" srcOrd="5" destOrd="0" parTransId="{29C902CA-89EF-4771-B1BD-A409B43A5A89}" sibTransId="{F9F8370D-DB0F-4EE0-8589-D5FADBC4F1F8}"/>
    <dgm:cxn modelId="{402A1A09-DE40-49D4-826E-373B0AA7469A}" srcId="{F66099B6-DBBD-4AB0-82D2-877B80F846F7}" destId="{85DCA2A2-16B0-4E51-B973-AEF0202C7554}" srcOrd="3" destOrd="0" parTransId="{B88D24F1-5987-4DF9-88A2-28A7BB5B3DF5}" sibTransId="{0F2CA7D8-652D-4895-A5A8-60090BC698E4}"/>
    <dgm:cxn modelId="{A5B02D1C-F386-41E5-A49C-328E41CA30B6}" type="presOf" srcId="{D3FA5A2D-E223-4D1B-BDA8-1D170F4A9312}" destId="{23E69C7B-4156-4879-9548-21BAE41EC32F}" srcOrd="0" destOrd="0" presId="urn:microsoft.com/office/officeart/2008/layout/SquareAccentList"/>
    <dgm:cxn modelId="{57F6721E-6AE2-4F91-909C-8A475A39385B}" srcId="{F66099B6-DBBD-4AB0-82D2-877B80F846F7}" destId="{78BD2C57-3588-4554-8CC2-D3E5F0E69DC0}" srcOrd="1" destOrd="0" parTransId="{E91643AC-2115-40FB-8026-830B85E9D1FA}" sibTransId="{A8ECBC04-633B-4BEC-A1FC-0914C393E3EC}"/>
    <dgm:cxn modelId="{2AA9C11F-1F1D-428E-801A-47EAA766C99D}" srcId="{B9C32B05-62EA-407A-B21C-2310C7945705}" destId="{42D71409-67F9-455C-8C6D-716D284AAA6B}" srcOrd="0" destOrd="0" parTransId="{51680ED1-AF6E-4B28-AE94-92B0EFB0DF7D}" sibTransId="{478B7D3C-9FB4-4BC6-90AC-49960560DECD}"/>
    <dgm:cxn modelId="{95F91023-0849-4966-A9BC-E84541A1147B}" srcId="{42D71409-67F9-455C-8C6D-716D284AAA6B}" destId="{79D51B54-BF1C-4F62-A5A6-293BF4A91BB6}" srcOrd="2" destOrd="0" parTransId="{844D06D7-5057-4091-85D5-1B04A6D2ABCD}" sibTransId="{92C28F32-6512-4592-8BDA-57BCBDB8FED5}"/>
    <dgm:cxn modelId="{B4F3EA32-CE64-4A92-9BAE-BC57E5392B05}" srcId="{B9C32B05-62EA-407A-B21C-2310C7945705}" destId="{F66099B6-DBBD-4AB0-82D2-877B80F846F7}" srcOrd="1" destOrd="0" parTransId="{B09C8BFB-F41C-4AC4-AB94-F216E3081C2D}" sibTransId="{BC531B32-9B0E-482E-BF91-65C61F17168D}"/>
    <dgm:cxn modelId="{C180FC3A-9C57-4574-AA92-5169C0556BCE}" srcId="{EE62A4F6-4AC4-435B-990E-81A71CE8CAC7}" destId="{5761CA88-6F9A-44D7-AE1D-F0536B95B85D}" srcOrd="2" destOrd="0" parTransId="{1A638F3B-AB78-41E1-B1FE-1DF0091D14B4}" sibTransId="{08AAE932-373D-4CA7-88D5-B3AAE4818B5C}"/>
    <dgm:cxn modelId="{83F9C65B-A527-4B81-8505-FFB698B4FBD1}" srcId="{42D71409-67F9-455C-8C6D-716D284AAA6B}" destId="{9A88BBA0-7C7C-48F4-87D6-A0EC32DC6C73}" srcOrd="4" destOrd="0" parTransId="{E2DEB2F6-B1C8-4CC4-B9D6-08A94AE000DA}" sibTransId="{024BFF24-4C09-4C27-80E0-F1309C0BFAC5}"/>
    <dgm:cxn modelId="{BD8F1F5C-CA72-4EAD-8960-D487314614D5}" type="presOf" srcId="{5761CA88-6F9A-44D7-AE1D-F0536B95B85D}" destId="{662A7441-478C-427F-A55D-17DBE198C63B}" srcOrd="0" destOrd="0" presId="urn:microsoft.com/office/officeart/2008/layout/SquareAccentList"/>
    <dgm:cxn modelId="{556A685E-B7A1-4526-A963-1C9DEBA12DFE}" type="presOf" srcId="{44BDEC56-4779-4E65-BA7B-43C63CA11C59}" destId="{59C9B348-B48E-4A78-A001-969B66B4AB8E}" srcOrd="0" destOrd="0" presId="urn:microsoft.com/office/officeart/2008/layout/SquareAccentList"/>
    <dgm:cxn modelId="{06497C60-D4E5-48B4-B8B7-5EAA7A9E5AF4}" srcId="{42D71409-67F9-455C-8C6D-716D284AAA6B}" destId="{44BDEC56-4779-4E65-BA7B-43C63CA11C59}" srcOrd="1" destOrd="0" parTransId="{0719E4DB-468A-4D30-9F3F-2ACB693DC229}" sibTransId="{12F6BDD0-18E6-4547-9D1E-7BCA3F4EF23B}"/>
    <dgm:cxn modelId="{E12AA960-35BD-4516-A3FA-6750E49EF19E}" type="presOf" srcId="{78BD2C57-3588-4554-8CC2-D3E5F0E69DC0}" destId="{A65D26A9-396E-4565-A24A-0620A490F905}" srcOrd="0" destOrd="0" presId="urn:microsoft.com/office/officeart/2008/layout/SquareAccentList"/>
    <dgm:cxn modelId="{7C580B61-6F99-4E4F-B964-F54A290B81D8}" srcId="{EE62A4F6-4AC4-435B-990E-81A71CE8CAC7}" destId="{2734B310-8259-458A-8E22-6116D7F74B3F}" srcOrd="4" destOrd="0" parTransId="{EEFB037B-431F-4CC0-9CED-03ADA499CEF5}" sibTransId="{BE35CBDB-8416-4BA1-BF5A-85D4E689EAEC}"/>
    <dgm:cxn modelId="{EF74B34E-AD2C-40AE-97EC-D6253B336C98}" srcId="{F66099B6-DBBD-4AB0-82D2-877B80F846F7}" destId="{243400CA-A456-4A97-BA62-D9407028512A}" srcOrd="2" destOrd="0" parTransId="{2B5B1CA9-705F-479A-8082-04004B0569C9}" sibTransId="{CEEADC26-2712-464E-B5E0-54EA9FEA1CB1}"/>
    <dgm:cxn modelId="{171A797B-2F86-4DA2-A8EC-0BECA1DB52C4}" type="presOf" srcId="{2734B310-8259-458A-8E22-6116D7F74B3F}" destId="{C9E6BE0C-F439-4FBC-9522-96087DA015E9}" srcOrd="0" destOrd="0" presId="urn:microsoft.com/office/officeart/2008/layout/SquareAccentList"/>
    <dgm:cxn modelId="{B4C0807E-7558-4190-9775-3AD5CDCD4A65}" type="presOf" srcId="{42D71409-67F9-455C-8C6D-716D284AAA6B}" destId="{46B207D8-13FC-4432-AAB1-5EDBFC0964C8}" srcOrd="0" destOrd="0" presId="urn:microsoft.com/office/officeart/2008/layout/SquareAccentList"/>
    <dgm:cxn modelId="{FFDFE580-EEAC-4806-A620-3C869BF902E0}" type="presOf" srcId="{85DCA2A2-16B0-4E51-B973-AEF0202C7554}" destId="{CA2BAF1A-6A74-4304-8F17-8C9E961F871E}" srcOrd="0" destOrd="0" presId="urn:microsoft.com/office/officeart/2008/layout/SquareAccentList"/>
    <dgm:cxn modelId="{F1821187-05CE-4883-9908-DF9B11647FC9}" type="presOf" srcId="{F66099B6-DBBD-4AB0-82D2-877B80F846F7}" destId="{F2A5BF35-2FB9-4C5C-AD09-336875251D55}" srcOrd="0" destOrd="0" presId="urn:microsoft.com/office/officeart/2008/layout/SquareAccentList"/>
    <dgm:cxn modelId="{24161496-6A00-460D-967B-095DC1734269}" srcId="{F66099B6-DBBD-4AB0-82D2-877B80F846F7}" destId="{D7958AD5-C5A6-44D4-9DC6-A975E22D8EBA}" srcOrd="0" destOrd="0" parTransId="{36816291-0A49-4CD3-9DB9-DF8EEDFC8215}" sibTransId="{80578F38-D35B-4DC2-B29D-5A5EA78350AD}"/>
    <dgm:cxn modelId="{C8F62CA6-21FE-42E7-8AF8-8DD173C828DB}" type="presOf" srcId="{1E1E7DEC-AB85-4008-8E69-69BDECCFEEF6}" destId="{67B5E7A4-2235-4106-A3A1-3FE0BAEEA979}" srcOrd="0" destOrd="0" presId="urn:microsoft.com/office/officeart/2008/layout/SquareAccentList"/>
    <dgm:cxn modelId="{3A2CECA6-0C5B-46BB-B7C6-7D37E9D210BD}" srcId="{B9C32B05-62EA-407A-B21C-2310C7945705}" destId="{EE62A4F6-4AC4-435B-990E-81A71CE8CAC7}" srcOrd="2" destOrd="0" parTransId="{F287B947-7343-4FA2-B288-B23A59FFAE31}" sibTransId="{389F9A93-0231-4877-8C41-5D5B8DD7AAC0}"/>
    <dgm:cxn modelId="{13879CC6-6DE7-4D22-9F10-B93F1DE2C4DE}" srcId="{EE62A4F6-4AC4-435B-990E-81A71CE8CAC7}" destId="{F076176C-9D93-4279-83E4-CD23C079887E}" srcOrd="1" destOrd="0" parTransId="{09FE42C3-E856-4F06-A8DB-EF7AAEE65623}" sibTransId="{51ABA616-262B-4AB7-8F64-B55B62D6094D}"/>
    <dgm:cxn modelId="{483A9ECB-337F-47FD-A982-931383CED74E}" srcId="{EE62A4F6-4AC4-435B-990E-81A71CE8CAC7}" destId="{1E1E7DEC-AB85-4008-8E69-69BDECCFEEF6}" srcOrd="0" destOrd="0" parTransId="{D0519A42-D9F9-4778-87EF-0BFD3E187DAD}" sibTransId="{621CDE6F-D61E-442C-B3FE-3F9668D2547B}"/>
    <dgm:cxn modelId="{65C8DBD3-3DD9-401A-9D71-85F52E3FBAAD}" type="presOf" srcId="{79A960AB-237C-440D-BAA1-55072A92A415}" destId="{3C6121AE-AEEF-4D19-95C2-2FE7CD730D82}" srcOrd="0" destOrd="0" presId="urn:microsoft.com/office/officeart/2008/layout/SquareAccentList"/>
    <dgm:cxn modelId="{519648D4-426D-43FB-91C1-1997A0DE8E49}" type="presOf" srcId="{EE62A4F6-4AC4-435B-990E-81A71CE8CAC7}" destId="{9C817CA6-E6D0-4438-8C3A-8D1D4B00C602}" srcOrd="0" destOrd="0" presId="urn:microsoft.com/office/officeart/2008/layout/SquareAccentList"/>
    <dgm:cxn modelId="{9B2CCDD6-4CA2-41D2-BB50-C92296AB74E4}" type="presOf" srcId="{9A88BBA0-7C7C-48F4-87D6-A0EC32DC6C73}" destId="{2B07A3E0-0A98-4247-AD2F-5C93B6D17DF7}" srcOrd="0" destOrd="0" presId="urn:microsoft.com/office/officeart/2008/layout/SquareAccentList"/>
    <dgm:cxn modelId="{ADBE34DE-CE5F-4FB5-98E7-9B82A94F421B}" type="presOf" srcId="{F076176C-9D93-4279-83E4-CD23C079887E}" destId="{EC465D48-6F3E-428A-A9AB-E32E5308D1F2}" srcOrd="0" destOrd="0" presId="urn:microsoft.com/office/officeart/2008/layout/SquareAccentList"/>
    <dgm:cxn modelId="{2CF14FE1-1D2A-480A-89D1-D35A5FCFC493}" srcId="{EE62A4F6-4AC4-435B-990E-81A71CE8CAC7}" destId="{CA0785BA-8358-451D-8D99-148B5C1CD7CD}" srcOrd="3" destOrd="0" parTransId="{7F3EA3BE-76BB-4B33-9C2A-D7C4754B61C9}" sibTransId="{7579939C-9B62-4775-95FD-A7B89B5F36D3}"/>
    <dgm:cxn modelId="{84C89FE1-C7D8-461B-B4AC-FEFABD27B328}" srcId="{42D71409-67F9-455C-8C6D-716D284AAA6B}" destId="{76B04EC0-ECBF-442E-B3B9-8867BD1F3C91}" srcOrd="0" destOrd="0" parTransId="{43283423-C3FF-41FE-B16F-19C4BC351BC4}" sibTransId="{291397E9-7948-4644-9EEE-5E66ED47CA9E}"/>
    <dgm:cxn modelId="{025687E8-A2AF-4BA5-A07B-777C84389A2C}" type="presOf" srcId="{243400CA-A456-4A97-BA62-D9407028512A}" destId="{0A2B1D6D-1140-4308-AF81-A69B3AC3B2A5}" srcOrd="0" destOrd="0" presId="urn:microsoft.com/office/officeart/2008/layout/SquareAccentList"/>
    <dgm:cxn modelId="{29DDBAEA-CAC4-4CD1-96B8-4BDFFEAEE0C2}" srcId="{42D71409-67F9-455C-8C6D-716D284AAA6B}" destId="{D3FA5A2D-E223-4D1B-BDA8-1D170F4A9312}" srcOrd="3" destOrd="0" parTransId="{73714220-A89D-4B19-A73B-B6C8ADD6BD68}" sibTransId="{6FDAC267-D7D3-4E9A-BCAD-B630DD277274}"/>
    <dgm:cxn modelId="{92126EF3-2287-431F-A857-04A4606AEA47}" type="presOf" srcId="{D7958AD5-C5A6-44D4-9DC6-A975E22D8EBA}" destId="{39F0940A-2444-42CF-A695-A758DAC4C6E8}" srcOrd="0" destOrd="0" presId="urn:microsoft.com/office/officeart/2008/layout/SquareAccentList"/>
    <dgm:cxn modelId="{66BF9DF3-D25C-4655-91C4-84F9BCB8FF3D}" type="presOf" srcId="{76B04EC0-ECBF-442E-B3B9-8867BD1F3C91}" destId="{05A6D37C-5260-4983-93FE-DF9EC7F04129}" srcOrd="0" destOrd="0" presId="urn:microsoft.com/office/officeart/2008/layout/SquareAccentList"/>
    <dgm:cxn modelId="{2C8CFAF8-057B-4E90-A235-ECCA1D4A5A0C}" type="presOf" srcId="{79D51B54-BF1C-4F62-A5A6-293BF4A91BB6}" destId="{9F21C716-8675-481F-96E7-36F03FF1970C}" srcOrd="0" destOrd="0" presId="urn:microsoft.com/office/officeart/2008/layout/SquareAccentList"/>
    <dgm:cxn modelId="{25550AF9-1749-4C1D-9B31-74993829B388}" type="presOf" srcId="{B9C32B05-62EA-407A-B21C-2310C7945705}" destId="{93BC2CC7-9B77-4271-AE57-82CA0D640EB5}" srcOrd="0" destOrd="0" presId="urn:microsoft.com/office/officeart/2008/layout/SquareAccentList"/>
    <dgm:cxn modelId="{1D3B29FF-AD2B-4C0D-AC39-64946338BF93}" type="presOf" srcId="{CA0785BA-8358-451D-8D99-148B5C1CD7CD}" destId="{549E2D0B-F8EF-4195-B6E8-3D706118DC80}" srcOrd="0" destOrd="0" presId="urn:microsoft.com/office/officeart/2008/layout/SquareAccentList"/>
    <dgm:cxn modelId="{43A70128-FB0C-43AF-8EBA-129B53264360}" type="presParOf" srcId="{93BC2CC7-9B77-4271-AE57-82CA0D640EB5}" destId="{68A1F791-6561-458D-994A-F18935248046}" srcOrd="0" destOrd="0" presId="urn:microsoft.com/office/officeart/2008/layout/SquareAccentList"/>
    <dgm:cxn modelId="{C0A85FEB-DBD8-4EAD-9AFC-4313EDDEB871}" type="presParOf" srcId="{68A1F791-6561-458D-994A-F18935248046}" destId="{2EF35B41-E666-447F-BF9C-2806FAC22403}" srcOrd="0" destOrd="0" presId="urn:microsoft.com/office/officeart/2008/layout/SquareAccentList"/>
    <dgm:cxn modelId="{73C22C69-47FE-4784-B7D7-0DF25E65A99D}" type="presParOf" srcId="{2EF35B41-E666-447F-BF9C-2806FAC22403}" destId="{B054CE4A-7E76-4082-97C9-AF8F5C7D8F2B}" srcOrd="0" destOrd="0" presId="urn:microsoft.com/office/officeart/2008/layout/SquareAccentList"/>
    <dgm:cxn modelId="{788B420E-C2F2-405A-B85E-C7DBB136AB2F}" type="presParOf" srcId="{2EF35B41-E666-447F-BF9C-2806FAC22403}" destId="{AC4B241B-53F3-4D62-93CC-136D6022356D}" srcOrd="1" destOrd="0" presId="urn:microsoft.com/office/officeart/2008/layout/SquareAccentList"/>
    <dgm:cxn modelId="{A445E2A2-9251-4E87-B2FC-271DF5B3E1F2}" type="presParOf" srcId="{2EF35B41-E666-447F-BF9C-2806FAC22403}" destId="{46B207D8-13FC-4432-AAB1-5EDBFC0964C8}" srcOrd="2" destOrd="0" presId="urn:microsoft.com/office/officeart/2008/layout/SquareAccentList"/>
    <dgm:cxn modelId="{F4FA9BD6-36A5-4A32-8336-00AA538945EB}" type="presParOf" srcId="{68A1F791-6561-458D-994A-F18935248046}" destId="{54BC0F63-A381-4C26-8F0D-F450C45951FC}" srcOrd="1" destOrd="0" presId="urn:microsoft.com/office/officeart/2008/layout/SquareAccentList"/>
    <dgm:cxn modelId="{61E54101-54BD-4F10-AAC0-85818BF9D74F}" type="presParOf" srcId="{54BC0F63-A381-4C26-8F0D-F450C45951FC}" destId="{637016A3-DBBD-4D76-8319-4BF8C15A35FB}" srcOrd="0" destOrd="0" presId="urn:microsoft.com/office/officeart/2008/layout/SquareAccentList"/>
    <dgm:cxn modelId="{24F7C5F7-F735-4EDE-A62E-FC94855F5D76}" type="presParOf" srcId="{637016A3-DBBD-4D76-8319-4BF8C15A35FB}" destId="{35C04EC1-5D64-45C5-A8DB-C3632633271A}" srcOrd="0" destOrd="0" presId="urn:microsoft.com/office/officeart/2008/layout/SquareAccentList"/>
    <dgm:cxn modelId="{D12E058A-AAA3-4208-890B-ECBEBA850E03}" type="presParOf" srcId="{637016A3-DBBD-4D76-8319-4BF8C15A35FB}" destId="{05A6D37C-5260-4983-93FE-DF9EC7F04129}" srcOrd="1" destOrd="0" presId="urn:microsoft.com/office/officeart/2008/layout/SquareAccentList"/>
    <dgm:cxn modelId="{AD413E11-022C-4E6A-AA5F-EAC36B85AB0C}" type="presParOf" srcId="{54BC0F63-A381-4C26-8F0D-F450C45951FC}" destId="{1941AAAF-1440-4E5D-88E9-2FC312A0AE9D}" srcOrd="1" destOrd="0" presId="urn:microsoft.com/office/officeart/2008/layout/SquareAccentList"/>
    <dgm:cxn modelId="{D69896DF-58AB-48A3-BBCF-B4C9964B497D}" type="presParOf" srcId="{1941AAAF-1440-4E5D-88E9-2FC312A0AE9D}" destId="{D08D153F-7DED-4654-8CBE-7F0483E662FA}" srcOrd="0" destOrd="0" presId="urn:microsoft.com/office/officeart/2008/layout/SquareAccentList"/>
    <dgm:cxn modelId="{0B48BF3C-01C5-437C-A817-62E11E36923D}" type="presParOf" srcId="{1941AAAF-1440-4E5D-88E9-2FC312A0AE9D}" destId="{59C9B348-B48E-4A78-A001-969B66B4AB8E}" srcOrd="1" destOrd="0" presId="urn:microsoft.com/office/officeart/2008/layout/SquareAccentList"/>
    <dgm:cxn modelId="{72EAA724-5A2F-43AD-9B0D-B9A7EDE5645F}" type="presParOf" srcId="{54BC0F63-A381-4C26-8F0D-F450C45951FC}" destId="{49557816-B612-46AA-ADAD-50C6C0A87A5B}" srcOrd="2" destOrd="0" presId="urn:microsoft.com/office/officeart/2008/layout/SquareAccentList"/>
    <dgm:cxn modelId="{05FA31A1-EB48-46F8-B45C-6F4BEE0A2E11}" type="presParOf" srcId="{49557816-B612-46AA-ADAD-50C6C0A87A5B}" destId="{E7FA71F3-ADB6-4FCD-947E-B72DCF1C3314}" srcOrd="0" destOrd="0" presId="urn:microsoft.com/office/officeart/2008/layout/SquareAccentList"/>
    <dgm:cxn modelId="{7ACA58AF-11A6-4899-832C-AAF84F47B475}" type="presParOf" srcId="{49557816-B612-46AA-ADAD-50C6C0A87A5B}" destId="{9F21C716-8675-481F-96E7-36F03FF1970C}" srcOrd="1" destOrd="0" presId="urn:microsoft.com/office/officeart/2008/layout/SquareAccentList"/>
    <dgm:cxn modelId="{62CCE030-04C2-4C59-ACC8-383D5B32776D}" type="presParOf" srcId="{54BC0F63-A381-4C26-8F0D-F450C45951FC}" destId="{D201FE55-CD49-44C3-A53D-DDF7084B33F1}" srcOrd="3" destOrd="0" presId="urn:microsoft.com/office/officeart/2008/layout/SquareAccentList"/>
    <dgm:cxn modelId="{928C81CD-6D71-4B73-A9BC-BBC4B003C751}" type="presParOf" srcId="{D201FE55-CD49-44C3-A53D-DDF7084B33F1}" destId="{D354108C-D268-4B52-9893-95FFBD2C1E7F}" srcOrd="0" destOrd="0" presId="urn:microsoft.com/office/officeart/2008/layout/SquareAccentList"/>
    <dgm:cxn modelId="{CE8B7D8A-4CB4-43C2-9282-41B5B0F2BCAD}" type="presParOf" srcId="{D201FE55-CD49-44C3-A53D-DDF7084B33F1}" destId="{23E69C7B-4156-4879-9548-21BAE41EC32F}" srcOrd="1" destOrd="0" presId="urn:microsoft.com/office/officeart/2008/layout/SquareAccentList"/>
    <dgm:cxn modelId="{C006C4AB-4F3A-4F22-9D2E-EE4855DEF9CE}" type="presParOf" srcId="{54BC0F63-A381-4C26-8F0D-F450C45951FC}" destId="{DEBA9D27-0E6D-443F-9848-FE9BA8EFC964}" srcOrd="4" destOrd="0" presId="urn:microsoft.com/office/officeart/2008/layout/SquareAccentList"/>
    <dgm:cxn modelId="{32BB9215-953E-49AF-A8E0-7D32E8292CBF}" type="presParOf" srcId="{DEBA9D27-0E6D-443F-9848-FE9BA8EFC964}" destId="{9200F4F8-F59F-4DB6-B28F-B152FE5BEF7D}" srcOrd="0" destOrd="0" presId="urn:microsoft.com/office/officeart/2008/layout/SquareAccentList"/>
    <dgm:cxn modelId="{C265D7B3-662A-4796-91D7-30D24C6CAE5E}" type="presParOf" srcId="{DEBA9D27-0E6D-443F-9848-FE9BA8EFC964}" destId="{2B07A3E0-0A98-4247-AD2F-5C93B6D17DF7}" srcOrd="1" destOrd="0" presId="urn:microsoft.com/office/officeart/2008/layout/SquareAccentList"/>
    <dgm:cxn modelId="{91D2DECA-94B7-48E3-BA5A-0B8CD978B9D1}" type="presParOf" srcId="{54BC0F63-A381-4C26-8F0D-F450C45951FC}" destId="{57B6E82B-085A-454B-A526-FAE558BD4C88}" srcOrd="5" destOrd="0" presId="urn:microsoft.com/office/officeart/2008/layout/SquareAccentList"/>
    <dgm:cxn modelId="{CC20756B-A364-4FA1-80F6-96696D5BB8CE}" type="presParOf" srcId="{57B6E82B-085A-454B-A526-FAE558BD4C88}" destId="{AEE12A3C-9597-482D-B2FB-DCEFCD51F79A}" srcOrd="0" destOrd="0" presId="urn:microsoft.com/office/officeart/2008/layout/SquareAccentList"/>
    <dgm:cxn modelId="{9CCA75B7-3B37-4BB9-B487-79BF4D00C8A8}" type="presParOf" srcId="{57B6E82B-085A-454B-A526-FAE558BD4C88}" destId="{3C6121AE-AEEF-4D19-95C2-2FE7CD730D82}" srcOrd="1" destOrd="0" presId="urn:microsoft.com/office/officeart/2008/layout/SquareAccentList"/>
    <dgm:cxn modelId="{211B4960-F6F8-4721-9766-5A88FA2A6301}" type="presParOf" srcId="{93BC2CC7-9B77-4271-AE57-82CA0D640EB5}" destId="{0460646D-029E-450B-8E7E-2F3C677B3A19}" srcOrd="1" destOrd="0" presId="urn:microsoft.com/office/officeart/2008/layout/SquareAccentList"/>
    <dgm:cxn modelId="{64BCA5EC-61D3-4D04-86B5-CAD60D299539}" type="presParOf" srcId="{0460646D-029E-450B-8E7E-2F3C677B3A19}" destId="{BAAFE621-A5AB-4530-897F-A71DB3D37FD8}" srcOrd="0" destOrd="0" presId="urn:microsoft.com/office/officeart/2008/layout/SquareAccentList"/>
    <dgm:cxn modelId="{4FB1600D-1669-4D17-8A94-91D7CFDDEB89}" type="presParOf" srcId="{BAAFE621-A5AB-4530-897F-A71DB3D37FD8}" destId="{9B701155-709D-495E-A132-F313BFE51B27}" srcOrd="0" destOrd="0" presId="urn:microsoft.com/office/officeart/2008/layout/SquareAccentList"/>
    <dgm:cxn modelId="{3DFCDB59-42D9-43BD-AE94-66F54944CD5C}" type="presParOf" srcId="{BAAFE621-A5AB-4530-897F-A71DB3D37FD8}" destId="{DC39E309-E635-4FAE-8DD3-34FA3F4B3F87}" srcOrd="1" destOrd="0" presId="urn:microsoft.com/office/officeart/2008/layout/SquareAccentList"/>
    <dgm:cxn modelId="{5BA78BD3-2679-479D-B9BC-CF04B2664070}" type="presParOf" srcId="{BAAFE621-A5AB-4530-897F-A71DB3D37FD8}" destId="{F2A5BF35-2FB9-4C5C-AD09-336875251D55}" srcOrd="2" destOrd="0" presId="urn:microsoft.com/office/officeart/2008/layout/SquareAccentList"/>
    <dgm:cxn modelId="{158337A5-316E-4161-9840-BFC970A19A9B}" type="presParOf" srcId="{0460646D-029E-450B-8E7E-2F3C677B3A19}" destId="{5BE86C49-178A-44A6-86AC-DF990A6D469F}" srcOrd="1" destOrd="0" presId="urn:microsoft.com/office/officeart/2008/layout/SquareAccentList"/>
    <dgm:cxn modelId="{450D7A77-1AA0-4D71-88C5-EF2E1DF36317}" type="presParOf" srcId="{5BE86C49-178A-44A6-86AC-DF990A6D469F}" destId="{B06091FF-C2B2-491B-AA7D-EFAC32F0231A}" srcOrd="0" destOrd="0" presId="urn:microsoft.com/office/officeart/2008/layout/SquareAccentList"/>
    <dgm:cxn modelId="{2B04554E-14ED-44F0-999A-ED2FFAE0E8F1}" type="presParOf" srcId="{B06091FF-C2B2-491B-AA7D-EFAC32F0231A}" destId="{13CFFAD2-6BB2-4A7B-9593-09A7022A5D1B}" srcOrd="0" destOrd="0" presId="urn:microsoft.com/office/officeart/2008/layout/SquareAccentList"/>
    <dgm:cxn modelId="{7DBDC016-4BBA-4B8F-ADBC-84AFE0161713}" type="presParOf" srcId="{B06091FF-C2B2-491B-AA7D-EFAC32F0231A}" destId="{39F0940A-2444-42CF-A695-A758DAC4C6E8}" srcOrd="1" destOrd="0" presId="urn:microsoft.com/office/officeart/2008/layout/SquareAccentList"/>
    <dgm:cxn modelId="{B97F6291-7920-42F3-AD3D-9965FF075B9E}" type="presParOf" srcId="{5BE86C49-178A-44A6-86AC-DF990A6D469F}" destId="{366CB62C-15EA-42ED-9C90-4AFB66F9F070}" srcOrd="1" destOrd="0" presId="urn:microsoft.com/office/officeart/2008/layout/SquareAccentList"/>
    <dgm:cxn modelId="{6C504A65-271D-4CCF-923C-56A17286FEC2}" type="presParOf" srcId="{366CB62C-15EA-42ED-9C90-4AFB66F9F070}" destId="{758E3EAC-0286-412C-8973-FF232A7E62E7}" srcOrd="0" destOrd="0" presId="urn:microsoft.com/office/officeart/2008/layout/SquareAccentList"/>
    <dgm:cxn modelId="{F953E2A0-0834-40B6-937D-19EE84EA0603}" type="presParOf" srcId="{366CB62C-15EA-42ED-9C90-4AFB66F9F070}" destId="{A65D26A9-396E-4565-A24A-0620A490F905}" srcOrd="1" destOrd="0" presId="urn:microsoft.com/office/officeart/2008/layout/SquareAccentList"/>
    <dgm:cxn modelId="{4F267A02-3A49-4498-B556-0552511D2742}" type="presParOf" srcId="{5BE86C49-178A-44A6-86AC-DF990A6D469F}" destId="{E2C1B6EB-6F47-482E-89AE-C0F8C72F95EC}" srcOrd="2" destOrd="0" presId="urn:microsoft.com/office/officeart/2008/layout/SquareAccentList"/>
    <dgm:cxn modelId="{E0523429-240C-4DF5-9A3B-218BE1CEDC33}" type="presParOf" srcId="{E2C1B6EB-6F47-482E-89AE-C0F8C72F95EC}" destId="{90021971-7E97-404A-958B-470F26E4B1C7}" srcOrd="0" destOrd="0" presId="urn:microsoft.com/office/officeart/2008/layout/SquareAccentList"/>
    <dgm:cxn modelId="{05BED133-6D51-456F-8A32-A7AC83AE023F}" type="presParOf" srcId="{E2C1B6EB-6F47-482E-89AE-C0F8C72F95EC}" destId="{0A2B1D6D-1140-4308-AF81-A69B3AC3B2A5}" srcOrd="1" destOrd="0" presId="urn:microsoft.com/office/officeart/2008/layout/SquareAccentList"/>
    <dgm:cxn modelId="{B0A1B103-35FE-4BC4-92D4-CA02CC9B22AE}" type="presParOf" srcId="{5BE86C49-178A-44A6-86AC-DF990A6D469F}" destId="{C4CA9495-8E0C-4118-83D2-25E7CF833836}" srcOrd="3" destOrd="0" presId="urn:microsoft.com/office/officeart/2008/layout/SquareAccentList"/>
    <dgm:cxn modelId="{AF14FA6C-5104-4FBE-8010-AEC26028173E}" type="presParOf" srcId="{C4CA9495-8E0C-4118-83D2-25E7CF833836}" destId="{AA36D1B3-CBA7-477C-8451-A498524A4F43}" srcOrd="0" destOrd="0" presId="urn:microsoft.com/office/officeart/2008/layout/SquareAccentList"/>
    <dgm:cxn modelId="{6C2B57C4-2121-4F5D-9E01-D785212B80F4}" type="presParOf" srcId="{C4CA9495-8E0C-4118-83D2-25E7CF833836}" destId="{CA2BAF1A-6A74-4304-8F17-8C9E961F871E}" srcOrd="1" destOrd="0" presId="urn:microsoft.com/office/officeart/2008/layout/SquareAccentList"/>
    <dgm:cxn modelId="{2A91060A-67C1-4DF4-8F89-8B72452389F5}" type="presParOf" srcId="{93BC2CC7-9B77-4271-AE57-82CA0D640EB5}" destId="{31F23384-C993-4A31-883B-BF96F4A349E4}" srcOrd="2" destOrd="0" presId="urn:microsoft.com/office/officeart/2008/layout/SquareAccentList"/>
    <dgm:cxn modelId="{1251F452-303B-4B69-B289-3287FD031826}" type="presParOf" srcId="{31F23384-C993-4A31-883B-BF96F4A349E4}" destId="{A4321756-6FFF-4EB5-B28C-AE1BC351BD18}" srcOrd="0" destOrd="0" presId="urn:microsoft.com/office/officeart/2008/layout/SquareAccentList"/>
    <dgm:cxn modelId="{1F6E4B29-9097-4F46-8BFF-0DAFDF010B5A}" type="presParOf" srcId="{A4321756-6FFF-4EB5-B28C-AE1BC351BD18}" destId="{D8320620-3AD2-433E-B242-2ECC78C96B58}" srcOrd="0" destOrd="0" presId="urn:microsoft.com/office/officeart/2008/layout/SquareAccentList"/>
    <dgm:cxn modelId="{B8428B09-4E6A-43F9-9BD9-DBE33719B1AD}" type="presParOf" srcId="{A4321756-6FFF-4EB5-B28C-AE1BC351BD18}" destId="{E1FCDC73-B543-4610-AE03-BA26FD4F5576}" srcOrd="1" destOrd="0" presId="urn:microsoft.com/office/officeart/2008/layout/SquareAccentList"/>
    <dgm:cxn modelId="{8184A47B-EC42-4BAA-8837-FD3CE74F366A}" type="presParOf" srcId="{A4321756-6FFF-4EB5-B28C-AE1BC351BD18}" destId="{9C817CA6-E6D0-4438-8C3A-8D1D4B00C602}" srcOrd="2" destOrd="0" presId="urn:microsoft.com/office/officeart/2008/layout/SquareAccentList"/>
    <dgm:cxn modelId="{2EC39A97-92A9-4FEC-86D2-A7D53D2A0F3E}" type="presParOf" srcId="{31F23384-C993-4A31-883B-BF96F4A349E4}" destId="{2E9E5F48-1631-4451-9ED7-D6AD7BAB3C1F}" srcOrd="1" destOrd="0" presId="urn:microsoft.com/office/officeart/2008/layout/SquareAccentList"/>
    <dgm:cxn modelId="{8BE8985C-E296-4892-80B3-CD2AE36677AC}" type="presParOf" srcId="{2E9E5F48-1631-4451-9ED7-D6AD7BAB3C1F}" destId="{DE9B24C0-DF7B-4970-91C8-1126665EB7E3}" srcOrd="0" destOrd="0" presId="urn:microsoft.com/office/officeart/2008/layout/SquareAccentList"/>
    <dgm:cxn modelId="{A43792C8-772E-4C7C-B308-E184D3EE833D}" type="presParOf" srcId="{DE9B24C0-DF7B-4970-91C8-1126665EB7E3}" destId="{54D71F2F-9C81-46C1-AEAF-9083EE6DF038}" srcOrd="0" destOrd="0" presId="urn:microsoft.com/office/officeart/2008/layout/SquareAccentList"/>
    <dgm:cxn modelId="{BF6FD3CF-940E-4D60-AAD1-3286B758048F}" type="presParOf" srcId="{DE9B24C0-DF7B-4970-91C8-1126665EB7E3}" destId="{67B5E7A4-2235-4106-A3A1-3FE0BAEEA979}" srcOrd="1" destOrd="0" presId="urn:microsoft.com/office/officeart/2008/layout/SquareAccentList"/>
    <dgm:cxn modelId="{CE9FDCDE-A6B5-4E34-A89E-6B1C68988E6B}" type="presParOf" srcId="{2E9E5F48-1631-4451-9ED7-D6AD7BAB3C1F}" destId="{E6E1E505-5212-4951-A776-379507A89724}" srcOrd="1" destOrd="0" presId="urn:microsoft.com/office/officeart/2008/layout/SquareAccentList"/>
    <dgm:cxn modelId="{E6106710-61F9-4296-BCE6-E045E0E75B02}" type="presParOf" srcId="{E6E1E505-5212-4951-A776-379507A89724}" destId="{B8231A1E-9502-4C1A-9FDA-4B5B960DD974}" srcOrd="0" destOrd="0" presId="urn:microsoft.com/office/officeart/2008/layout/SquareAccentList"/>
    <dgm:cxn modelId="{7593D3AB-9303-44EE-8D40-A2FE846BA5F8}" type="presParOf" srcId="{E6E1E505-5212-4951-A776-379507A89724}" destId="{EC465D48-6F3E-428A-A9AB-E32E5308D1F2}" srcOrd="1" destOrd="0" presId="urn:microsoft.com/office/officeart/2008/layout/SquareAccentList"/>
    <dgm:cxn modelId="{0F719216-16D8-474D-B3A6-5D0A37AA7D0A}" type="presParOf" srcId="{2E9E5F48-1631-4451-9ED7-D6AD7BAB3C1F}" destId="{ECBA4E62-1D7E-4342-B238-C1DB48CDC4BA}" srcOrd="2" destOrd="0" presId="urn:microsoft.com/office/officeart/2008/layout/SquareAccentList"/>
    <dgm:cxn modelId="{4BC97F68-0D79-41D9-9BEC-5173AE99AC8F}" type="presParOf" srcId="{ECBA4E62-1D7E-4342-B238-C1DB48CDC4BA}" destId="{C6768913-1EA4-4A58-84C2-EFD66CCC6211}" srcOrd="0" destOrd="0" presId="urn:microsoft.com/office/officeart/2008/layout/SquareAccentList"/>
    <dgm:cxn modelId="{BC53D89D-69BD-40C1-A5F8-8082FA957E3F}" type="presParOf" srcId="{ECBA4E62-1D7E-4342-B238-C1DB48CDC4BA}" destId="{662A7441-478C-427F-A55D-17DBE198C63B}" srcOrd="1" destOrd="0" presId="urn:microsoft.com/office/officeart/2008/layout/SquareAccentList"/>
    <dgm:cxn modelId="{F626E802-D675-4CC9-871F-0A9ED0D0F8AF}" type="presParOf" srcId="{2E9E5F48-1631-4451-9ED7-D6AD7BAB3C1F}" destId="{988F4163-2BCB-456B-9AAF-764B76FFEA9A}" srcOrd="3" destOrd="0" presId="urn:microsoft.com/office/officeart/2008/layout/SquareAccentList"/>
    <dgm:cxn modelId="{31C29673-0E17-4F07-9E70-68498BCAED8F}" type="presParOf" srcId="{988F4163-2BCB-456B-9AAF-764B76FFEA9A}" destId="{60065CA4-CEF6-455A-AFC5-30E1C2980814}" srcOrd="0" destOrd="0" presId="urn:microsoft.com/office/officeart/2008/layout/SquareAccentList"/>
    <dgm:cxn modelId="{609A2858-C4CF-4054-8D2C-21279A4E41F5}" type="presParOf" srcId="{988F4163-2BCB-456B-9AAF-764B76FFEA9A}" destId="{549E2D0B-F8EF-4195-B6E8-3D706118DC80}" srcOrd="1" destOrd="0" presId="urn:microsoft.com/office/officeart/2008/layout/SquareAccentList"/>
    <dgm:cxn modelId="{1F65E664-10E3-47E7-8562-265C6561E97F}" type="presParOf" srcId="{2E9E5F48-1631-4451-9ED7-D6AD7BAB3C1F}" destId="{04BEDFA8-E7F6-4752-8BDB-4348705964CA}" srcOrd="4" destOrd="0" presId="urn:microsoft.com/office/officeart/2008/layout/SquareAccentList"/>
    <dgm:cxn modelId="{BE94DEF8-3DEB-4040-BE74-46275B010CF3}" type="presParOf" srcId="{04BEDFA8-E7F6-4752-8BDB-4348705964CA}" destId="{3DAE42F8-51DB-409A-915D-0BF750BADD92}" srcOrd="0" destOrd="0" presId="urn:microsoft.com/office/officeart/2008/layout/SquareAccentList"/>
    <dgm:cxn modelId="{8A12A24A-1631-4CC6-B870-F7DEF7241595}" type="presParOf" srcId="{04BEDFA8-E7F6-4752-8BDB-4348705964CA}" destId="{C9E6BE0C-F439-4FBC-9522-96087DA015E9}" srcOrd="1" destOrd="0" presId="urn:microsoft.com/office/officeart/2008/layout/SquareAccentList"/>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20.xml><?xml version="1.0" encoding="utf-8"?>
<dgm:dataModel xmlns:dgm="http://schemas.openxmlformats.org/drawingml/2006/diagram" xmlns:a="http://schemas.openxmlformats.org/drawingml/2006/main">
  <dgm:ptLst>
    <dgm:pt modelId="{B9C32B05-62EA-407A-B21C-2310C7945705}" type="doc">
      <dgm:prSet loTypeId="urn:microsoft.com/office/officeart/2005/8/layout/hList2" loCatId="list"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a:t>Lorem Ipsum</a:t>
          </a:r>
          <a:endParaRPr lang="en-US" dirty="0"/>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F66099B6-DBBD-4AB0-82D2-877B80F846F7}">
      <dgm:prSet phldrT="[Text]"/>
      <dgm:spPr/>
      <dgm:t>
        <a:bodyPr/>
        <a:lstStyle/>
        <a:p>
          <a:r>
            <a:rPr lang="en-US"/>
            <a:t>Lorem Ipsum</a:t>
          </a:r>
          <a:endParaRPr lang="en-US" dirty="0"/>
        </a:p>
      </dgm:t>
    </dgm:pt>
    <dgm:pt modelId="{B09C8BFB-F41C-4AC4-AB94-F216E3081C2D}" type="parTrans" cxnId="{B4F3EA32-CE64-4A92-9BAE-BC57E5392B05}">
      <dgm:prSet/>
      <dgm:spPr/>
      <dgm:t>
        <a:bodyPr/>
        <a:lstStyle/>
        <a:p>
          <a:endParaRPr lang="en-US"/>
        </a:p>
      </dgm:t>
    </dgm:pt>
    <dgm:pt modelId="{BC531B32-9B0E-482E-BF91-65C61F17168D}" type="sibTrans" cxnId="{B4F3EA32-CE64-4A92-9BAE-BC57E5392B05}">
      <dgm:prSet/>
      <dgm:spPr/>
      <dgm:t>
        <a:bodyPr/>
        <a:lstStyle/>
        <a:p>
          <a:endParaRPr lang="en-US"/>
        </a:p>
      </dgm:t>
    </dgm:pt>
    <dgm:pt modelId="{EE62A4F6-4AC4-435B-990E-81A71CE8CAC7}">
      <dgm:prSet phldrT="[Text]"/>
      <dgm:spPr/>
      <dgm:t>
        <a:bodyPr/>
        <a:lstStyle/>
        <a:p>
          <a:r>
            <a:rPr lang="en-US"/>
            <a:t>Lorem Ipsum</a:t>
          </a:r>
          <a:endParaRPr lang="en-US" dirty="0"/>
        </a:p>
      </dgm:t>
    </dgm:pt>
    <dgm:pt modelId="{F287B947-7343-4FA2-B288-B23A59FFAE31}" type="parTrans" cxnId="{3A2CECA6-0C5B-46BB-B7C6-7D37E9D210BD}">
      <dgm:prSet/>
      <dgm:spPr/>
      <dgm:t>
        <a:bodyPr/>
        <a:lstStyle/>
        <a:p>
          <a:endParaRPr lang="en-US"/>
        </a:p>
      </dgm:t>
    </dgm:pt>
    <dgm:pt modelId="{389F9A93-0231-4877-8C41-5D5B8DD7AAC0}" type="sibTrans" cxnId="{3A2CECA6-0C5B-46BB-B7C6-7D37E9D210BD}">
      <dgm:prSet/>
      <dgm:spPr/>
      <dgm:t>
        <a:bodyPr/>
        <a:lstStyle/>
        <a:p>
          <a:endParaRPr lang="en-US"/>
        </a:p>
      </dgm:t>
    </dgm:pt>
    <dgm:pt modelId="{B6D9DE15-697B-42C2-B6A1-CE31260EED93}">
      <dgm:prSet phldrT="[Text]"/>
      <dgm:spPr/>
      <dgm:t>
        <a:bodyPr/>
        <a:lstStyle/>
        <a:p>
          <a:r>
            <a:rPr lang="en-US"/>
            <a:t>Lorem Ipsum</a:t>
          </a:r>
          <a:endParaRPr lang="en-US" dirty="0"/>
        </a:p>
      </dgm:t>
    </dgm:pt>
    <dgm:pt modelId="{EAC9FC21-5112-4CCF-8070-06ED15ED24ED}" type="parTrans" cxnId="{40513FB0-F94C-499F-9A0B-9E0341D0A0C2}">
      <dgm:prSet/>
      <dgm:spPr/>
      <dgm:t>
        <a:bodyPr/>
        <a:lstStyle/>
        <a:p>
          <a:endParaRPr lang="en-US"/>
        </a:p>
      </dgm:t>
    </dgm:pt>
    <dgm:pt modelId="{B605B681-1ACB-4650-8600-F9223ABDDC16}" type="sibTrans" cxnId="{40513FB0-F94C-499F-9A0B-9E0341D0A0C2}">
      <dgm:prSet/>
      <dgm:spPr/>
      <dgm:t>
        <a:bodyPr/>
        <a:lstStyle/>
        <a:p>
          <a:endParaRPr lang="en-US"/>
        </a:p>
      </dgm:t>
    </dgm:pt>
    <dgm:pt modelId="{EB30228B-3193-48D8-972A-FE1D048877EC}">
      <dgm:prSet phldrT="[Text]"/>
      <dgm:spPr/>
      <dgm:t>
        <a:bodyPr/>
        <a:lstStyle/>
        <a:p>
          <a:r>
            <a:rPr lang="en-US" dirty="0"/>
            <a:t>Some text here</a:t>
          </a:r>
        </a:p>
      </dgm:t>
    </dgm:pt>
    <dgm:pt modelId="{CDE0BD28-D5E5-4689-8871-DEE6CB410D9B}" type="parTrans" cxnId="{3043AC32-5F15-4015-B8BE-A9A8AFE4DD5B}">
      <dgm:prSet/>
      <dgm:spPr/>
      <dgm:t>
        <a:bodyPr/>
        <a:lstStyle/>
        <a:p>
          <a:endParaRPr lang="en-US"/>
        </a:p>
      </dgm:t>
    </dgm:pt>
    <dgm:pt modelId="{AEB77DEB-E907-4CB4-B95C-024C6DC62E07}" type="sibTrans" cxnId="{3043AC32-5F15-4015-B8BE-A9A8AFE4DD5B}">
      <dgm:prSet/>
      <dgm:spPr/>
      <dgm:t>
        <a:bodyPr/>
        <a:lstStyle/>
        <a:p>
          <a:endParaRPr lang="en-US"/>
        </a:p>
      </dgm:t>
    </dgm:pt>
    <dgm:pt modelId="{43FB2F8A-A9DA-4AB1-B97D-D2E8A0A3D643}">
      <dgm:prSet phldrT="[Text]"/>
      <dgm:spPr/>
      <dgm:t>
        <a:bodyPr/>
        <a:lstStyle/>
        <a:p>
          <a:r>
            <a:rPr lang="en-US" dirty="0"/>
            <a:t>Some text here</a:t>
          </a:r>
        </a:p>
      </dgm:t>
    </dgm:pt>
    <dgm:pt modelId="{E5502207-B63C-46C1-BF9C-254F22935C9A}" type="parTrans" cxnId="{734ECFB4-3259-4CDA-840A-D62514E46F9F}">
      <dgm:prSet/>
      <dgm:spPr/>
      <dgm:t>
        <a:bodyPr/>
        <a:lstStyle/>
        <a:p>
          <a:endParaRPr lang="en-US"/>
        </a:p>
      </dgm:t>
    </dgm:pt>
    <dgm:pt modelId="{7A2CDE53-0C21-4C34-9318-093BEC41896E}" type="sibTrans" cxnId="{734ECFB4-3259-4CDA-840A-D62514E46F9F}">
      <dgm:prSet/>
      <dgm:spPr/>
      <dgm:t>
        <a:bodyPr/>
        <a:lstStyle/>
        <a:p>
          <a:endParaRPr lang="en-US"/>
        </a:p>
      </dgm:t>
    </dgm:pt>
    <dgm:pt modelId="{7D33A096-1037-422D-A9B6-822E489C6656}">
      <dgm:prSet phldrT="[Text]"/>
      <dgm:spPr/>
      <dgm:t>
        <a:bodyPr/>
        <a:lstStyle/>
        <a:p>
          <a:r>
            <a:rPr lang="en-US" dirty="0"/>
            <a:t>Some text here</a:t>
          </a:r>
        </a:p>
      </dgm:t>
    </dgm:pt>
    <dgm:pt modelId="{0A83EE3E-4378-433A-AA1A-CBBD097C1A57}" type="parTrans" cxnId="{5E8FF17D-6E01-44FD-8958-37BF25917A3E}">
      <dgm:prSet/>
      <dgm:spPr/>
      <dgm:t>
        <a:bodyPr/>
        <a:lstStyle/>
        <a:p>
          <a:endParaRPr lang="en-US"/>
        </a:p>
      </dgm:t>
    </dgm:pt>
    <dgm:pt modelId="{D3ABA23B-D95D-44BB-91D9-AB5D0164CA3C}" type="sibTrans" cxnId="{5E8FF17D-6E01-44FD-8958-37BF25917A3E}">
      <dgm:prSet/>
      <dgm:spPr/>
      <dgm:t>
        <a:bodyPr/>
        <a:lstStyle/>
        <a:p>
          <a:endParaRPr lang="en-US"/>
        </a:p>
      </dgm:t>
    </dgm:pt>
    <dgm:pt modelId="{67BCD35A-C2A8-40C4-9AD9-5491F870E527}">
      <dgm:prSet phldrT="[Text]"/>
      <dgm:spPr/>
      <dgm:t>
        <a:bodyPr/>
        <a:lstStyle/>
        <a:p>
          <a:r>
            <a:rPr lang="en-US" dirty="0"/>
            <a:t>Some text here</a:t>
          </a:r>
        </a:p>
      </dgm:t>
    </dgm:pt>
    <dgm:pt modelId="{FA7CD131-5BEB-4CA2-B2B1-B84F70D38B7C}" type="parTrans" cxnId="{0B7FF306-B5F3-470C-BFC7-E4C30FCC0977}">
      <dgm:prSet/>
      <dgm:spPr/>
      <dgm:t>
        <a:bodyPr/>
        <a:lstStyle/>
        <a:p>
          <a:endParaRPr lang="en-US"/>
        </a:p>
      </dgm:t>
    </dgm:pt>
    <dgm:pt modelId="{DC10DF41-6966-4843-A86E-4187E1D9043E}" type="sibTrans" cxnId="{0B7FF306-B5F3-470C-BFC7-E4C30FCC0977}">
      <dgm:prSet/>
      <dgm:spPr/>
      <dgm:t>
        <a:bodyPr/>
        <a:lstStyle/>
        <a:p>
          <a:endParaRPr lang="en-US"/>
        </a:p>
      </dgm:t>
    </dgm:pt>
    <dgm:pt modelId="{C504D276-4D0D-452F-90F6-83F51D3951E3}">
      <dgm:prSet phldrT="[Text]"/>
      <dgm:spPr/>
      <dgm:t>
        <a:bodyPr/>
        <a:lstStyle/>
        <a:p>
          <a:r>
            <a:rPr lang="en-US" dirty="0"/>
            <a:t>Some text here</a:t>
          </a:r>
        </a:p>
      </dgm:t>
    </dgm:pt>
    <dgm:pt modelId="{C94C1F0C-AD7A-4E88-A42D-DB5F2F7D7FEA}" type="parTrans" cxnId="{6D820CF9-1F0D-4BB7-A075-633FA141CDC0}">
      <dgm:prSet/>
      <dgm:spPr/>
      <dgm:t>
        <a:bodyPr/>
        <a:lstStyle/>
        <a:p>
          <a:endParaRPr lang="en-US"/>
        </a:p>
      </dgm:t>
    </dgm:pt>
    <dgm:pt modelId="{7BF9CED7-43D7-4871-90F4-3AAD424220F8}" type="sibTrans" cxnId="{6D820CF9-1F0D-4BB7-A075-633FA141CDC0}">
      <dgm:prSet/>
      <dgm:spPr/>
      <dgm:t>
        <a:bodyPr/>
        <a:lstStyle/>
        <a:p>
          <a:endParaRPr lang="en-US"/>
        </a:p>
      </dgm:t>
    </dgm:pt>
    <dgm:pt modelId="{49A96A93-465D-48AC-A79B-06594547DA57}">
      <dgm:prSet phldrT="[Text]"/>
      <dgm:spPr/>
      <dgm:t>
        <a:bodyPr/>
        <a:lstStyle/>
        <a:p>
          <a:r>
            <a:rPr lang="en-US" dirty="0"/>
            <a:t>Some text here</a:t>
          </a:r>
        </a:p>
      </dgm:t>
    </dgm:pt>
    <dgm:pt modelId="{20BD5E92-A75D-44DF-BF32-5BF37CF1AE15}" type="parTrans" cxnId="{932767F2-7689-4CBE-8335-1E04B4AC52DB}">
      <dgm:prSet/>
      <dgm:spPr/>
      <dgm:t>
        <a:bodyPr/>
        <a:lstStyle/>
        <a:p>
          <a:endParaRPr lang="en-US"/>
        </a:p>
      </dgm:t>
    </dgm:pt>
    <dgm:pt modelId="{64BA5357-FE95-466E-911A-94CABDD8B63D}" type="sibTrans" cxnId="{932767F2-7689-4CBE-8335-1E04B4AC52DB}">
      <dgm:prSet/>
      <dgm:spPr/>
      <dgm:t>
        <a:bodyPr/>
        <a:lstStyle/>
        <a:p>
          <a:endParaRPr lang="en-US"/>
        </a:p>
      </dgm:t>
    </dgm:pt>
    <dgm:pt modelId="{9DFC276A-5F56-4ED9-B695-1DA90B557971}">
      <dgm:prSet phldrT="[Text]"/>
      <dgm:spPr/>
      <dgm:t>
        <a:bodyPr/>
        <a:lstStyle/>
        <a:p>
          <a:r>
            <a:rPr lang="en-US" dirty="0"/>
            <a:t>Some text here</a:t>
          </a:r>
        </a:p>
      </dgm:t>
    </dgm:pt>
    <dgm:pt modelId="{850EB86C-80DA-4A62-9C5A-6F80A4EFF7A2}" type="parTrans" cxnId="{B80EA185-878A-4D76-883F-72643B198DAF}">
      <dgm:prSet/>
      <dgm:spPr/>
      <dgm:t>
        <a:bodyPr/>
        <a:lstStyle/>
        <a:p>
          <a:endParaRPr lang="en-US"/>
        </a:p>
      </dgm:t>
    </dgm:pt>
    <dgm:pt modelId="{79D6DF9E-A11D-42E7-A413-4605653E70BC}" type="sibTrans" cxnId="{B80EA185-878A-4D76-883F-72643B198DAF}">
      <dgm:prSet/>
      <dgm:spPr/>
      <dgm:t>
        <a:bodyPr/>
        <a:lstStyle/>
        <a:p>
          <a:endParaRPr lang="en-US"/>
        </a:p>
      </dgm:t>
    </dgm:pt>
    <dgm:pt modelId="{CB799785-3E92-4AE0-A2A7-1CE9286C414B}">
      <dgm:prSet phldrT="[Text]"/>
      <dgm:spPr/>
      <dgm:t>
        <a:bodyPr/>
        <a:lstStyle/>
        <a:p>
          <a:r>
            <a:rPr lang="en-US" dirty="0"/>
            <a:t>Some text here</a:t>
          </a:r>
        </a:p>
      </dgm:t>
    </dgm:pt>
    <dgm:pt modelId="{82DFC56F-4E76-4AA5-BF07-B924574A70DB}" type="parTrans" cxnId="{881CDE86-9241-413E-86DF-D7EB812F968F}">
      <dgm:prSet/>
      <dgm:spPr/>
      <dgm:t>
        <a:bodyPr/>
        <a:lstStyle/>
        <a:p>
          <a:endParaRPr lang="en-US"/>
        </a:p>
      </dgm:t>
    </dgm:pt>
    <dgm:pt modelId="{47088E45-E965-4D3A-A5B0-30318A6B563C}" type="sibTrans" cxnId="{881CDE86-9241-413E-86DF-D7EB812F968F}">
      <dgm:prSet/>
      <dgm:spPr/>
      <dgm:t>
        <a:bodyPr/>
        <a:lstStyle/>
        <a:p>
          <a:endParaRPr lang="en-US"/>
        </a:p>
      </dgm:t>
    </dgm:pt>
    <dgm:pt modelId="{DD117C7F-DC5D-4FB3-B1DF-609B32B79674}">
      <dgm:prSet phldrT="[Text]"/>
      <dgm:spPr/>
      <dgm:t>
        <a:bodyPr/>
        <a:lstStyle/>
        <a:p>
          <a:r>
            <a:rPr lang="en-US" dirty="0"/>
            <a:t>Some text here</a:t>
          </a:r>
        </a:p>
      </dgm:t>
    </dgm:pt>
    <dgm:pt modelId="{98FF000C-4F7E-4BC2-B489-B946E90C5917}" type="parTrans" cxnId="{E3299C7F-E3D4-4DAC-96BC-E00E00EF52E5}">
      <dgm:prSet/>
      <dgm:spPr/>
      <dgm:t>
        <a:bodyPr/>
        <a:lstStyle/>
        <a:p>
          <a:endParaRPr lang="en-US"/>
        </a:p>
      </dgm:t>
    </dgm:pt>
    <dgm:pt modelId="{73006747-23BE-4818-9B57-50D617C33E45}" type="sibTrans" cxnId="{E3299C7F-E3D4-4DAC-96BC-E00E00EF52E5}">
      <dgm:prSet/>
      <dgm:spPr/>
      <dgm:t>
        <a:bodyPr/>
        <a:lstStyle/>
        <a:p>
          <a:endParaRPr lang="en-US"/>
        </a:p>
      </dgm:t>
    </dgm:pt>
    <dgm:pt modelId="{28BB5E61-52E3-4BDF-927A-6D01B93189A7}">
      <dgm:prSet phldrT="[Text]"/>
      <dgm:spPr/>
      <dgm:t>
        <a:bodyPr/>
        <a:lstStyle/>
        <a:p>
          <a:r>
            <a:rPr lang="en-US" dirty="0"/>
            <a:t>Some text here</a:t>
          </a:r>
        </a:p>
      </dgm:t>
    </dgm:pt>
    <dgm:pt modelId="{638CDF62-01F8-4A0A-928A-59882F5FF4E7}" type="parTrans" cxnId="{E7203C80-F9FC-4DCF-B0E5-D7F0B5898844}">
      <dgm:prSet/>
      <dgm:spPr/>
      <dgm:t>
        <a:bodyPr/>
        <a:lstStyle/>
        <a:p>
          <a:endParaRPr lang="en-US"/>
        </a:p>
      </dgm:t>
    </dgm:pt>
    <dgm:pt modelId="{1103D0AD-27C6-40AE-8452-965E5F8DDA92}" type="sibTrans" cxnId="{E7203C80-F9FC-4DCF-B0E5-D7F0B5898844}">
      <dgm:prSet/>
      <dgm:spPr/>
      <dgm:t>
        <a:bodyPr/>
        <a:lstStyle/>
        <a:p>
          <a:endParaRPr lang="en-US"/>
        </a:p>
      </dgm:t>
    </dgm:pt>
    <dgm:pt modelId="{E16C2370-CF9B-4B9D-81A4-60194C1BD5A1}">
      <dgm:prSet phldrT="[Text]"/>
      <dgm:spPr/>
      <dgm:t>
        <a:bodyPr/>
        <a:lstStyle/>
        <a:p>
          <a:r>
            <a:rPr lang="en-US" dirty="0"/>
            <a:t>Some text here</a:t>
          </a:r>
        </a:p>
      </dgm:t>
    </dgm:pt>
    <dgm:pt modelId="{D8D273BE-80EB-429E-BF51-44A0DE9DDC86}" type="parTrans" cxnId="{FC9A7FDC-FE8B-4EDD-98E2-6754E9439D70}">
      <dgm:prSet/>
      <dgm:spPr/>
      <dgm:t>
        <a:bodyPr/>
        <a:lstStyle/>
        <a:p>
          <a:endParaRPr lang="en-US"/>
        </a:p>
      </dgm:t>
    </dgm:pt>
    <dgm:pt modelId="{B8C61413-C132-4D56-B6F5-3EB6CDD81974}" type="sibTrans" cxnId="{FC9A7FDC-FE8B-4EDD-98E2-6754E9439D70}">
      <dgm:prSet/>
      <dgm:spPr/>
      <dgm:t>
        <a:bodyPr/>
        <a:lstStyle/>
        <a:p>
          <a:endParaRPr lang="en-US"/>
        </a:p>
      </dgm:t>
    </dgm:pt>
    <dgm:pt modelId="{98596C6B-4E58-46B8-BDC1-3AA35CCE3031}">
      <dgm:prSet phldrT="[Text]"/>
      <dgm:spPr/>
      <dgm:t>
        <a:bodyPr/>
        <a:lstStyle/>
        <a:p>
          <a:r>
            <a:rPr lang="en-US" dirty="0"/>
            <a:t>Some text here</a:t>
          </a:r>
        </a:p>
      </dgm:t>
    </dgm:pt>
    <dgm:pt modelId="{1CDAF672-890C-4690-BA85-28F0C60D369B}" type="parTrans" cxnId="{2A2296B8-4BD6-4D09-9956-3577AA1BD9E4}">
      <dgm:prSet/>
      <dgm:spPr/>
      <dgm:t>
        <a:bodyPr/>
        <a:lstStyle/>
        <a:p>
          <a:endParaRPr lang="en-US"/>
        </a:p>
      </dgm:t>
    </dgm:pt>
    <dgm:pt modelId="{E82CB1AC-1839-4B3B-ABFD-F30631959372}" type="sibTrans" cxnId="{2A2296B8-4BD6-4D09-9956-3577AA1BD9E4}">
      <dgm:prSet/>
      <dgm:spPr/>
      <dgm:t>
        <a:bodyPr/>
        <a:lstStyle/>
        <a:p>
          <a:endParaRPr lang="en-US"/>
        </a:p>
      </dgm:t>
    </dgm:pt>
    <dgm:pt modelId="{C77B0678-EEF6-4A6C-82B3-47E56659BCCA}">
      <dgm:prSet phldrT="[Text]"/>
      <dgm:spPr/>
      <dgm:t>
        <a:bodyPr/>
        <a:lstStyle/>
        <a:p>
          <a:r>
            <a:rPr lang="en-US" dirty="0"/>
            <a:t>Some text here</a:t>
          </a:r>
        </a:p>
      </dgm:t>
    </dgm:pt>
    <dgm:pt modelId="{F381F078-6BF9-4AFF-BAF3-A01C3FF72DC6}" type="parTrans" cxnId="{E840FC44-1B41-4D17-AAC5-64BCC387DEC8}">
      <dgm:prSet/>
      <dgm:spPr/>
      <dgm:t>
        <a:bodyPr/>
        <a:lstStyle/>
        <a:p>
          <a:endParaRPr lang="en-US"/>
        </a:p>
      </dgm:t>
    </dgm:pt>
    <dgm:pt modelId="{245D58AD-9962-43C6-A191-891391147DF5}" type="sibTrans" cxnId="{E840FC44-1B41-4D17-AAC5-64BCC387DEC8}">
      <dgm:prSet/>
      <dgm:spPr/>
      <dgm:t>
        <a:bodyPr/>
        <a:lstStyle/>
        <a:p>
          <a:endParaRPr lang="en-US"/>
        </a:p>
      </dgm:t>
    </dgm:pt>
    <dgm:pt modelId="{46F75ADE-1EEE-469A-A48F-BBB5A0B3B7DF}">
      <dgm:prSet phldrT="[Text]"/>
      <dgm:spPr/>
      <dgm:t>
        <a:bodyPr/>
        <a:lstStyle/>
        <a:p>
          <a:r>
            <a:rPr lang="en-US" dirty="0"/>
            <a:t>Some text here</a:t>
          </a:r>
        </a:p>
      </dgm:t>
    </dgm:pt>
    <dgm:pt modelId="{41638E56-8D58-494D-90BA-02487C219176}" type="parTrans" cxnId="{560492F7-0345-44CD-AC02-EB13A1C5F4D5}">
      <dgm:prSet/>
      <dgm:spPr/>
      <dgm:t>
        <a:bodyPr/>
        <a:lstStyle/>
        <a:p>
          <a:endParaRPr lang="en-US"/>
        </a:p>
      </dgm:t>
    </dgm:pt>
    <dgm:pt modelId="{3ED3B3A9-E5B5-4501-96DB-574FC6C0A7D0}" type="sibTrans" cxnId="{560492F7-0345-44CD-AC02-EB13A1C5F4D5}">
      <dgm:prSet/>
      <dgm:spPr/>
      <dgm:t>
        <a:bodyPr/>
        <a:lstStyle/>
        <a:p>
          <a:endParaRPr lang="en-US"/>
        </a:p>
      </dgm:t>
    </dgm:pt>
    <dgm:pt modelId="{2DA4E2EC-37C1-4898-957C-91CA79B755E8}">
      <dgm:prSet phldrT="[Text]"/>
      <dgm:spPr/>
      <dgm:t>
        <a:bodyPr/>
        <a:lstStyle/>
        <a:p>
          <a:r>
            <a:rPr lang="en-US" dirty="0"/>
            <a:t>Some text here</a:t>
          </a:r>
        </a:p>
      </dgm:t>
    </dgm:pt>
    <dgm:pt modelId="{6E115268-4D0E-4AFD-BCF8-E324CFA4781A}" type="parTrans" cxnId="{AC611B82-EBCC-416B-B54C-847C755F39BD}">
      <dgm:prSet/>
      <dgm:spPr/>
      <dgm:t>
        <a:bodyPr/>
        <a:lstStyle/>
        <a:p>
          <a:endParaRPr lang="en-US"/>
        </a:p>
      </dgm:t>
    </dgm:pt>
    <dgm:pt modelId="{C9C19424-1871-4BE1-8C8C-C0093D4FB00F}" type="sibTrans" cxnId="{AC611B82-EBCC-416B-B54C-847C755F39BD}">
      <dgm:prSet/>
      <dgm:spPr/>
      <dgm:t>
        <a:bodyPr/>
        <a:lstStyle/>
        <a:p>
          <a:endParaRPr lang="en-US"/>
        </a:p>
      </dgm:t>
    </dgm:pt>
    <dgm:pt modelId="{13D36548-FEB2-48A2-B114-C052D1A67F46}">
      <dgm:prSet phldrT="[Text]"/>
      <dgm:spPr/>
      <dgm:t>
        <a:bodyPr/>
        <a:lstStyle/>
        <a:p>
          <a:r>
            <a:rPr lang="en-US" dirty="0"/>
            <a:t>Some text here</a:t>
          </a:r>
        </a:p>
      </dgm:t>
    </dgm:pt>
    <dgm:pt modelId="{ADD60E7A-D6C4-4C24-99CD-6253A30D2A82}" type="parTrans" cxnId="{835BD62B-8A2C-4273-8692-23142BB9A1F9}">
      <dgm:prSet/>
      <dgm:spPr/>
      <dgm:t>
        <a:bodyPr/>
        <a:lstStyle/>
        <a:p>
          <a:endParaRPr lang="en-US"/>
        </a:p>
      </dgm:t>
    </dgm:pt>
    <dgm:pt modelId="{7846B75B-AE2A-4E64-ADF9-80BB8EF75756}" type="sibTrans" cxnId="{835BD62B-8A2C-4273-8692-23142BB9A1F9}">
      <dgm:prSet/>
      <dgm:spPr/>
      <dgm:t>
        <a:bodyPr/>
        <a:lstStyle/>
        <a:p>
          <a:endParaRPr lang="en-US"/>
        </a:p>
      </dgm:t>
    </dgm:pt>
    <dgm:pt modelId="{D05F62CB-3B7C-4BAD-93DC-139475D03711}" type="pres">
      <dgm:prSet presAssocID="{B9C32B05-62EA-407A-B21C-2310C7945705}" presName="linearFlow" presStyleCnt="0">
        <dgm:presLayoutVars>
          <dgm:dir/>
          <dgm:animLvl val="lvl"/>
          <dgm:resizeHandles/>
        </dgm:presLayoutVars>
      </dgm:prSet>
      <dgm:spPr/>
    </dgm:pt>
    <dgm:pt modelId="{649922D9-66D5-4907-9458-A1A5A75C4219}" type="pres">
      <dgm:prSet presAssocID="{42D71409-67F9-455C-8C6D-716D284AAA6B}" presName="compositeNode" presStyleCnt="0">
        <dgm:presLayoutVars>
          <dgm:bulletEnabled val="1"/>
        </dgm:presLayoutVars>
      </dgm:prSet>
      <dgm:spPr/>
    </dgm:pt>
    <dgm:pt modelId="{48AD13B8-356B-44EF-93E4-0E7BC42B5E6C}" type="pres">
      <dgm:prSet presAssocID="{42D71409-67F9-455C-8C6D-716D284AAA6B}" presName="image" presStyleLbl="fgImgPlace1" presStyleIdx="0" presStyleCnt="4"/>
      <dgm:spPr/>
    </dgm:pt>
    <dgm:pt modelId="{3E710103-9701-4EF9-8BA7-F615B57D2B64}" type="pres">
      <dgm:prSet presAssocID="{42D71409-67F9-455C-8C6D-716D284AAA6B}" presName="childNode" presStyleLbl="node1" presStyleIdx="0" presStyleCnt="4">
        <dgm:presLayoutVars>
          <dgm:bulletEnabled val="1"/>
        </dgm:presLayoutVars>
      </dgm:prSet>
      <dgm:spPr/>
    </dgm:pt>
    <dgm:pt modelId="{C1847FF1-08B1-4CD4-B5A8-EBC6AA8EACB7}" type="pres">
      <dgm:prSet presAssocID="{42D71409-67F9-455C-8C6D-716D284AAA6B}" presName="parentNode" presStyleLbl="revTx" presStyleIdx="0" presStyleCnt="4">
        <dgm:presLayoutVars>
          <dgm:chMax val="0"/>
          <dgm:bulletEnabled val="1"/>
        </dgm:presLayoutVars>
      </dgm:prSet>
      <dgm:spPr/>
    </dgm:pt>
    <dgm:pt modelId="{80E94B4E-DC0B-4F7C-91C0-4C3354403D47}" type="pres">
      <dgm:prSet presAssocID="{478B7D3C-9FB4-4BC6-90AC-49960560DECD}" presName="sibTrans" presStyleCnt="0"/>
      <dgm:spPr/>
    </dgm:pt>
    <dgm:pt modelId="{A27B20CA-0802-454C-B64B-AC2528D736C6}" type="pres">
      <dgm:prSet presAssocID="{F66099B6-DBBD-4AB0-82D2-877B80F846F7}" presName="compositeNode" presStyleCnt="0">
        <dgm:presLayoutVars>
          <dgm:bulletEnabled val="1"/>
        </dgm:presLayoutVars>
      </dgm:prSet>
      <dgm:spPr/>
    </dgm:pt>
    <dgm:pt modelId="{7F211806-9BB4-49B6-8830-920553D09E40}" type="pres">
      <dgm:prSet presAssocID="{F66099B6-DBBD-4AB0-82D2-877B80F846F7}" presName="image" presStyleLbl="fgImgPlace1" presStyleIdx="1" presStyleCnt="4"/>
      <dgm:spPr/>
    </dgm:pt>
    <dgm:pt modelId="{7F432B44-6C23-4EB7-B2F7-4915C3E2F5BF}" type="pres">
      <dgm:prSet presAssocID="{F66099B6-DBBD-4AB0-82D2-877B80F846F7}" presName="childNode" presStyleLbl="node1" presStyleIdx="1" presStyleCnt="4">
        <dgm:presLayoutVars>
          <dgm:bulletEnabled val="1"/>
        </dgm:presLayoutVars>
      </dgm:prSet>
      <dgm:spPr/>
    </dgm:pt>
    <dgm:pt modelId="{6A576D59-117E-4178-9721-0A2C1DC76F85}" type="pres">
      <dgm:prSet presAssocID="{F66099B6-DBBD-4AB0-82D2-877B80F846F7}" presName="parentNode" presStyleLbl="revTx" presStyleIdx="1" presStyleCnt="4">
        <dgm:presLayoutVars>
          <dgm:chMax val="0"/>
          <dgm:bulletEnabled val="1"/>
        </dgm:presLayoutVars>
      </dgm:prSet>
      <dgm:spPr/>
    </dgm:pt>
    <dgm:pt modelId="{ACD72828-EE73-4DE1-AEE8-6E6B8E832E32}" type="pres">
      <dgm:prSet presAssocID="{BC531B32-9B0E-482E-BF91-65C61F17168D}" presName="sibTrans" presStyleCnt="0"/>
      <dgm:spPr/>
    </dgm:pt>
    <dgm:pt modelId="{70028704-013F-44F7-87DA-C75656154EA1}" type="pres">
      <dgm:prSet presAssocID="{EE62A4F6-4AC4-435B-990E-81A71CE8CAC7}" presName="compositeNode" presStyleCnt="0">
        <dgm:presLayoutVars>
          <dgm:bulletEnabled val="1"/>
        </dgm:presLayoutVars>
      </dgm:prSet>
      <dgm:spPr/>
    </dgm:pt>
    <dgm:pt modelId="{11FF6681-D48C-4A0C-B94B-8C2A65F49225}" type="pres">
      <dgm:prSet presAssocID="{EE62A4F6-4AC4-435B-990E-81A71CE8CAC7}" presName="image" presStyleLbl="fgImgPlace1" presStyleIdx="2" presStyleCnt="4"/>
      <dgm:spPr/>
    </dgm:pt>
    <dgm:pt modelId="{A15C8580-C799-4B2E-B9A8-3D06DD22908A}" type="pres">
      <dgm:prSet presAssocID="{EE62A4F6-4AC4-435B-990E-81A71CE8CAC7}" presName="childNode" presStyleLbl="node1" presStyleIdx="2" presStyleCnt="4">
        <dgm:presLayoutVars>
          <dgm:bulletEnabled val="1"/>
        </dgm:presLayoutVars>
      </dgm:prSet>
      <dgm:spPr/>
    </dgm:pt>
    <dgm:pt modelId="{94B14B81-F645-421E-96B4-CE4CD84BE982}" type="pres">
      <dgm:prSet presAssocID="{EE62A4F6-4AC4-435B-990E-81A71CE8CAC7}" presName="parentNode" presStyleLbl="revTx" presStyleIdx="2" presStyleCnt="4">
        <dgm:presLayoutVars>
          <dgm:chMax val="0"/>
          <dgm:bulletEnabled val="1"/>
        </dgm:presLayoutVars>
      </dgm:prSet>
      <dgm:spPr/>
    </dgm:pt>
    <dgm:pt modelId="{E0334D1D-C4CF-4A03-9DF1-FFD169935355}" type="pres">
      <dgm:prSet presAssocID="{389F9A93-0231-4877-8C41-5D5B8DD7AAC0}" presName="sibTrans" presStyleCnt="0"/>
      <dgm:spPr/>
    </dgm:pt>
    <dgm:pt modelId="{6D20346E-2A87-4347-9208-BCC47E0B0658}" type="pres">
      <dgm:prSet presAssocID="{B6D9DE15-697B-42C2-B6A1-CE31260EED93}" presName="compositeNode" presStyleCnt="0">
        <dgm:presLayoutVars>
          <dgm:bulletEnabled val="1"/>
        </dgm:presLayoutVars>
      </dgm:prSet>
      <dgm:spPr/>
    </dgm:pt>
    <dgm:pt modelId="{3ACFBC08-86F9-461A-8BB3-43EAD67D83AB}" type="pres">
      <dgm:prSet presAssocID="{B6D9DE15-697B-42C2-B6A1-CE31260EED93}" presName="image" presStyleLbl="fgImgPlace1" presStyleIdx="3" presStyleCnt="4"/>
      <dgm:spPr/>
    </dgm:pt>
    <dgm:pt modelId="{28E1C646-9516-4DED-8B53-B5734C015797}" type="pres">
      <dgm:prSet presAssocID="{B6D9DE15-697B-42C2-B6A1-CE31260EED93}" presName="childNode" presStyleLbl="node1" presStyleIdx="3" presStyleCnt="4">
        <dgm:presLayoutVars>
          <dgm:bulletEnabled val="1"/>
        </dgm:presLayoutVars>
      </dgm:prSet>
      <dgm:spPr/>
    </dgm:pt>
    <dgm:pt modelId="{CAA6297B-058F-44B6-928C-D6FA824073A7}" type="pres">
      <dgm:prSet presAssocID="{B6D9DE15-697B-42C2-B6A1-CE31260EED93}" presName="parentNode" presStyleLbl="revTx" presStyleIdx="3" presStyleCnt="4">
        <dgm:presLayoutVars>
          <dgm:chMax val="0"/>
          <dgm:bulletEnabled val="1"/>
        </dgm:presLayoutVars>
      </dgm:prSet>
      <dgm:spPr/>
    </dgm:pt>
  </dgm:ptLst>
  <dgm:cxnLst>
    <dgm:cxn modelId="{4A87E901-A356-4DEA-83A7-9355B4708598}" type="presOf" srcId="{67BCD35A-C2A8-40C4-9AD9-5491F870E527}" destId="{3E710103-9701-4EF9-8BA7-F615B57D2B64}" srcOrd="0" destOrd="3" presId="urn:microsoft.com/office/officeart/2005/8/layout/hList2"/>
    <dgm:cxn modelId="{0B7FF306-B5F3-470C-BFC7-E4C30FCC0977}" srcId="{42D71409-67F9-455C-8C6D-716D284AAA6B}" destId="{67BCD35A-C2A8-40C4-9AD9-5491F870E527}" srcOrd="3" destOrd="0" parTransId="{FA7CD131-5BEB-4CA2-B2B1-B84F70D38B7C}" sibTransId="{DC10DF41-6966-4843-A86E-4187E1D9043E}"/>
    <dgm:cxn modelId="{1BA63015-AC54-4628-8ECF-A6A09D52A523}" type="presOf" srcId="{28BB5E61-52E3-4BDF-927A-6D01B93189A7}" destId="{A15C8580-C799-4B2E-B9A8-3D06DD22908A}" srcOrd="0" destOrd="1" presId="urn:microsoft.com/office/officeart/2005/8/layout/hList2"/>
    <dgm:cxn modelId="{4AA0B91F-F949-48E2-95C7-FDCDD124D3E3}" type="presOf" srcId="{C504D276-4D0D-452F-90F6-83F51D3951E3}" destId="{7F432B44-6C23-4EB7-B2F7-4915C3E2F5BF}" srcOrd="0" destOrd="0" presId="urn:microsoft.com/office/officeart/2005/8/layout/hList2"/>
    <dgm:cxn modelId="{2AA9C11F-1F1D-428E-801A-47EAA766C99D}" srcId="{B9C32B05-62EA-407A-B21C-2310C7945705}" destId="{42D71409-67F9-455C-8C6D-716D284AAA6B}" srcOrd="0" destOrd="0" parTransId="{51680ED1-AF6E-4B28-AE94-92B0EFB0DF7D}" sibTransId="{478B7D3C-9FB4-4BC6-90AC-49960560DECD}"/>
    <dgm:cxn modelId="{6F979727-A6C6-43F2-8B69-974A65C814C5}" type="presOf" srcId="{DD117C7F-DC5D-4FB3-B1DF-609B32B79674}" destId="{A15C8580-C799-4B2E-B9A8-3D06DD22908A}" srcOrd="0" destOrd="0" presId="urn:microsoft.com/office/officeart/2005/8/layout/hList2"/>
    <dgm:cxn modelId="{835BD62B-8A2C-4273-8692-23142BB9A1F9}" srcId="{B6D9DE15-697B-42C2-B6A1-CE31260EED93}" destId="{13D36548-FEB2-48A2-B114-C052D1A67F46}" srcOrd="3" destOrd="0" parTransId="{ADD60E7A-D6C4-4C24-99CD-6253A30D2A82}" sibTransId="{7846B75B-AE2A-4E64-ADF9-80BB8EF75756}"/>
    <dgm:cxn modelId="{04871230-185D-421A-BBE8-5F81C8288D66}" type="presOf" srcId="{7D33A096-1037-422D-A9B6-822E489C6656}" destId="{3E710103-9701-4EF9-8BA7-F615B57D2B64}" srcOrd="0" destOrd="2" presId="urn:microsoft.com/office/officeart/2005/8/layout/hList2"/>
    <dgm:cxn modelId="{3043AC32-5F15-4015-B8BE-A9A8AFE4DD5B}" srcId="{42D71409-67F9-455C-8C6D-716D284AAA6B}" destId="{EB30228B-3193-48D8-972A-FE1D048877EC}" srcOrd="0" destOrd="0" parTransId="{CDE0BD28-D5E5-4689-8871-DEE6CB410D9B}" sibTransId="{AEB77DEB-E907-4CB4-B95C-024C6DC62E07}"/>
    <dgm:cxn modelId="{B4F3EA32-CE64-4A92-9BAE-BC57E5392B05}" srcId="{B9C32B05-62EA-407A-B21C-2310C7945705}" destId="{F66099B6-DBBD-4AB0-82D2-877B80F846F7}" srcOrd="1" destOrd="0" parTransId="{B09C8BFB-F41C-4AC4-AB94-F216E3081C2D}" sibTransId="{BC531B32-9B0E-482E-BF91-65C61F17168D}"/>
    <dgm:cxn modelId="{4E6D7439-B215-4F04-9AC7-FAB40D5E6BCB}" type="presOf" srcId="{EE62A4F6-4AC4-435B-990E-81A71CE8CAC7}" destId="{94B14B81-F645-421E-96B4-CE4CD84BE982}" srcOrd="0" destOrd="0" presId="urn:microsoft.com/office/officeart/2005/8/layout/hList2"/>
    <dgm:cxn modelId="{40926D3C-5852-4410-A23F-DAC7C883096B}" type="presOf" srcId="{98596C6B-4E58-46B8-BDC1-3AA35CCE3031}" destId="{A15C8580-C799-4B2E-B9A8-3D06DD22908A}" srcOrd="0" destOrd="3" presId="urn:microsoft.com/office/officeart/2005/8/layout/hList2"/>
    <dgm:cxn modelId="{C7D18A5F-DEB4-4C0F-B9F1-16110E29D4DD}" type="presOf" srcId="{42D71409-67F9-455C-8C6D-716D284AAA6B}" destId="{C1847FF1-08B1-4CD4-B5A8-EBC6AA8EACB7}" srcOrd="0" destOrd="0" presId="urn:microsoft.com/office/officeart/2005/8/layout/hList2"/>
    <dgm:cxn modelId="{E840FC44-1B41-4D17-AAC5-64BCC387DEC8}" srcId="{B6D9DE15-697B-42C2-B6A1-CE31260EED93}" destId="{C77B0678-EEF6-4A6C-82B3-47E56659BCCA}" srcOrd="0" destOrd="0" parTransId="{F381F078-6BF9-4AFF-BAF3-A01C3FF72DC6}" sibTransId="{245D58AD-9962-43C6-A191-891391147DF5}"/>
    <dgm:cxn modelId="{95D4C952-4557-4442-BDEE-725AA41781FC}" type="presOf" srcId="{B6D9DE15-697B-42C2-B6A1-CE31260EED93}" destId="{CAA6297B-058F-44B6-928C-D6FA824073A7}" srcOrd="0" destOrd="0" presId="urn:microsoft.com/office/officeart/2005/8/layout/hList2"/>
    <dgm:cxn modelId="{99942A74-9955-4141-A6CC-416C62FDCDC3}" type="presOf" srcId="{F66099B6-DBBD-4AB0-82D2-877B80F846F7}" destId="{6A576D59-117E-4178-9721-0A2C1DC76F85}" srcOrd="0" destOrd="0" presId="urn:microsoft.com/office/officeart/2005/8/layout/hList2"/>
    <dgm:cxn modelId="{5E8FF17D-6E01-44FD-8958-37BF25917A3E}" srcId="{42D71409-67F9-455C-8C6D-716D284AAA6B}" destId="{7D33A096-1037-422D-A9B6-822E489C6656}" srcOrd="2" destOrd="0" parTransId="{0A83EE3E-4378-433A-AA1A-CBBD097C1A57}" sibTransId="{D3ABA23B-D95D-44BB-91D9-AB5D0164CA3C}"/>
    <dgm:cxn modelId="{04B9197E-A83F-41E7-980F-D9547ED5078D}" type="presOf" srcId="{49A96A93-465D-48AC-A79B-06594547DA57}" destId="{7F432B44-6C23-4EB7-B2F7-4915C3E2F5BF}" srcOrd="0" destOrd="1" presId="urn:microsoft.com/office/officeart/2005/8/layout/hList2"/>
    <dgm:cxn modelId="{23E0F97E-F2B4-4509-9B95-77A03A549A23}" type="presOf" srcId="{B9C32B05-62EA-407A-B21C-2310C7945705}" destId="{D05F62CB-3B7C-4BAD-93DC-139475D03711}" srcOrd="0" destOrd="0" presId="urn:microsoft.com/office/officeart/2005/8/layout/hList2"/>
    <dgm:cxn modelId="{E3299C7F-E3D4-4DAC-96BC-E00E00EF52E5}" srcId="{EE62A4F6-4AC4-435B-990E-81A71CE8CAC7}" destId="{DD117C7F-DC5D-4FB3-B1DF-609B32B79674}" srcOrd="0" destOrd="0" parTransId="{98FF000C-4F7E-4BC2-B489-B946E90C5917}" sibTransId="{73006747-23BE-4818-9B57-50D617C33E45}"/>
    <dgm:cxn modelId="{E7203C80-F9FC-4DCF-B0E5-D7F0B5898844}" srcId="{EE62A4F6-4AC4-435B-990E-81A71CE8CAC7}" destId="{28BB5E61-52E3-4BDF-927A-6D01B93189A7}" srcOrd="1" destOrd="0" parTransId="{638CDF62-01F8-4A0A-928A-59882F5FF4E7}" sibTransId="{1103D0AD-27C6-40AE-8452-965E5F8DDA92}"/>
    <dgm:cxn modelId="{AC611B82-EBCC-416B-B54C-847C755F39BD}" srcId="{B6D9DE15-697B-42C2-B6A1-CE31260EED93}" destId="{2DA4E2EC-37C1-4898-957C-91CA79B755E8}" srcOrd="2" destOrd="0" parTransId="{6E115268-4D0E-4AFD-BCF8-E324CFA4781A}" sibTransId="{C9C19424-1871-4BE1-8C8C-C0093D4FB00F}"/>
    <dgm:cxn modelId="{38B5A583-78C6-4A4E-A8B8-083EFAF531B2}" type="presOf" srcId="{CB799785-3E92-4AE0-A2A7-1CE9286C414B}" destId="{7F432B44-6C23-4EB7-B2F7-4915C3E2F5BF}" srcOrd="0" destOrd="3" presId="urn:microsoft.com/office/officeart/2005/8/layout/hList2"/>
    <dgm:cxn modelId="{B6ADBC83-98EB-471A-AE95-64DFBFC98ADC}" type="presOf" srcId="{9DFC276A-5F56-4ED9-B695-1DA90B557971}" destId="{7F432B44-6C23-4EB7-B2F7-4915C3E2F5BF}" srcOrd="0" destOrd="2" presId="urn:microsoft.com/office/officeart/2005/8/layout/hList2"/>
    <dgm:cxn modelId="{B80EA185-878A-4D76-883F-72643B198DAF}" srcId="{F66099B6-DBBD-4AB0-82D2-877B80F846F7}" destId="{9DFC276A-5F56-4ED9-B695-1DA90B557971}" srcOrd="2" destOrd="0" parTransId="{850EB86C-80DA-4A62-9C5A-6F80A4EFF7A2}" sibTransId="{79D6DF9E-A11D-42E7-A413-4605653E70BC}"/>
    <dgm:cxn modelId="{881CDE86-9241-413E-86DF-D7EB812F968F}" srcId="{F66099B6-DBBD-4AB0-82D2-877B80F846F7}" destId="{CB799785-3E92-4AE0-A2A7-1CE9286C414B}" srcOrd="3" destOrd="0" parTransId="{82DFC56F-4E76-4AA5-BF07-B924574A70DB}" sibTransId="{47088E45-E965-4D3A-A5B0-30318A6B563C}"/>
    <dgm:cxn modelId="{0860ADA0-C164-43E1-978E-C3A47DA296BD}" type="presOf" srcId="{EB30228B-3193-48D8-972A-FE1D048877EC}" destId="{3E710103-9701-4EF9-8BA7-F615B57D2B64}" srcOrd="0" destOrd="0" presId="urn:microsoft.com/office/officeart/2005/8/layout/hList2"/>
    <dgm:cxn modelId="{DCC648A5-A004-404F-BE08-DD0061A36152}" type="presOf" srcId="{13D36548-FEB2-48A2-B114-C052D1A67F46}" destId="{28E1C646-9516-4DED-8B53-B5734C015797}" srcOrd="0" destOrd="3" presId="urn:microsoft.com/office/officeart/2005/8/layout/hList2"/>
    <dgm:cxn modelId="{3A2CECA6-0C5B-46BB-B7C6-7D37E9D210BD}" srcId="{B9C32B05-62EA-407A-B21C-2310C7945705}" destId="{EE62A4F6-4AC4-435B-990E-81A71CE8CAC7}" srcOrd="2" destOrd="0" parTransId="{F287B947-7343-4FA2-B288-B23A59FFAE31}" sibTransId="{389F9A93-0231-4877-8C41-5D5B8DD7AAC0}"/>
    <dgm:cxn modelId="{6DA6B0A9-B7D6-456B-827F-606C8A3B964A}" type="presOf" srcId="{2DA4E2EC-37C1-4898-957C-91CA79B755E8}" destId="{28E1C646-9516-4DED-8B53-B5734C015797}" srcOrd="0" destOrd="2" presId="urn:microsoft.com/office/officeart/2005/8/layout/hList2"/>
    <dgm:cxn modelId="{40513FB0-F94C-499F-9A0B-9E0341D0A0C2}" srcId="{B9C32B05-62EA-407A-B21C-2310C7945705}" destId="{B6D9DE15-697B-42C2-B6A1-CE31260EED93}" srcOrd="3" destOrd="0" parTransId="{EAC9FC21-5112-4CCF-8070-06ED15ED24ED}" sibTransId="{B605B681-1ACB-4650-8600-F9223ABDDC16}"/>
    <dgm:cxn modelId="{F22D9AB1-3C94-4483-B4A7-3F214B1A0D2E}" type="presOf" srcId="{46F75ADE-1EEE-469A-A48F-BBB5A0B3B7DF}" destId="{28E1C646-9516-4DED-8B53-B5734C015797}" srcOrd="0" destOrd="1" presId="urn:microsoft.com/office/officeart/2005/8/layout/hList2"/>
    <dgm:cxn modelId="{734ECFB4-3259-4CDA-840A-D62514E46F9F}" srcId="{42D71409-67F9-455C-8C6D-716D284AAA6B}" destId="{43FB2F8A-A9DA-4AB1-B97D-D2E8A0A3D643}" srcOrd="1" destOrd="0" parTransId="{E5502207-B63C-46C1-BF9C-254F22935C9A}" sibTransId="{7A2CDE53-0C21-4C34-9318-093BEC41896E}"/>
    <dgm:cxn modelId="{2D2F09B5-589D-4735-A7A2-CE25B2B8D583}" type="presOf" srcId="{E16C2370-CF9B-4B9D-81A4-60194C1BD5A1}" destId="{A15C8580-C799-4B2E-B9A8-3D06DD22908A}" srcOrd="0" destOrd="2" presId="urn:microsoft.com/office/officeart/2005/8/layout/hList2"/>
    <dgm:cxn modelId="{2A2296B8-4BD6-4D09-9956-3577AA1BD9E4}" srcId="{EE62A4F6-4AC4-435B-990E-81A71CE8CAC7}" destId="{98596C6B-4E58-46B8-BDC1-3AA35CCE3031}" srcOrd="3" destOrd="0" parTransId="{1CDAF672-890C-4690-BA85-28F0C60D369B}" sibTransId="{E82CB1AC-1839-4B3B-ABFD-F30631959372}"/>
    <dgm:cxn modelId="{147AB1CA-66AB-4647-AC06-A199F31544FB}" type="presOf" srcId="{43FB2F8A-A9DA-4AB1-B97D-D2E8A0A3D643}" destId="{3E710103-9701-4EF9-8BA7-F615B57D2B64}" srcOrd="0" destOrd="1" presId="urn:microsoft.com/office/officeart/2005/8/layout/hList2"/>
    <dgm:cxn modelId="{FC9A7FDC-FE8B-4EDD-98E2-6754E9439D70}" srcId="{EE62A4F6-4AC4-435B-990E-81A71CE8CAC7}" destId="{E16C2370-CF9B-4B9D-81A4-60194C1BD5A1}" srcOrd="2" destOrd="0" parTransId="{D8D273BE-80EB-429E-BF51-44A0DE9DDC86}" sibTransId="{B8C61413-C132-4D56-B6F5-3EB6CDD81974}"/>
    <dgm:cxn modelId="{932767F2-7689-4CBE-8335-1E04B4AC52DB}" srcId="{F66099B6-DBBD-4AB0-82D2-877B80F846F7}" destId="{49A96A93-465D-48AC-A79B-06594547DA57}" srcOrd="1" destOrd="0" parTransId="{20BD5E92-A75D-44DF-BF32-5BF37CF1AE15}" sibTransId="{64BA5357-FE95-466E-911A-94CABDD8B63D}"/>
    <dgm:cxn modelId="{560492F7-0345-44CD-AC02-EB13A1C5F4D5}" srcId="{B6D9DE15-697B-42C2-B6A1-CE31260EED93}" destId="{46F75ADE-1EEE-469A-A48F-BBB5A0B3B7DF}" srcOrd="1" destOrd="0" parTransId="{41638E56-8D58-494D-90BA-02487C219176}" sibTransId="{3ED3B3A9-E5B5-4501-96DB-574FC6C0A7D0}"/>
    <dgm:cxn modelId="{6D820CF9-1F0D-4BB7-A075-633FA141CDC0}" srcId="{F66099B6-DBBD-4AB0-82D2-877B80F846F7}" destId="{C504D276-4D0D-452F-90F6-83F51D3951E3}" srcOrd="0" destOrd="0" parTransId="{C94C1F0C-AD7A-4E88-A42D-DB5F2F7D7FEA}" sibTransId="{7BF9CED7-43D7-4871-90F4-3AAD424220F8}"/>
    <dgm:cxn modelId="{F0894EF9-E665-4115-8D7D-C79D754AFDE4}" type="presOf" srcId="{C77B0678-EEF6-4A6C-82B3-47E56659BCCA}" destId="{28E1C646-9516-4DED-8B53-B5734C015797}" srcOrd="0" destOrd="0" presId="urn:microsoft.com/office/officeart/2005/8/layout/hList2"/>
    <dgm:cxn modelId="{4A29F960-4F2A-4EB4-9296-C6B4D125EF58}" type="presParOf" srcId="{D05F62CB-3B7C-4BAD-93DC-139475D03711}" destId="{649922D9-66D5-4907-9458-A1A5A75C4219}" srcOrd="0" destOrd="0" presId="urn:microsoft.com/office/officeart/2005/8/layout/hList2"/>
    <dgm:cxn modelId="{3DF9D31A-C0E1-4125-9368-71F8407595CD}" type="presParOf" srcId="{649922D9-66D5-4907-9458-A1A5A75C4219}" destId="{48AD13B8-356B-44EF-93E4-0E7BC42B5E6C}" srcOrd="0" destOrd="0" presId="urn:microsoft.com/office/officeart/2005/8/layout/hList2"/>
    <dgm:cxn modelId="{F7222208-18CF-4FD4-A906-7EF3036155E2}" type="presParOf" srcId="{649922D9-66D5-4907-9458-A1A5A75C4219}" destId="{3E710103-9701-4EF9-8BA7-F615B57D2B64}" srcOrd="1" destOrd="0" presId="urn:microsoft.com/office/officeart/2005/8/layout/hList2"/>
    <dgm:cxn modelId="{A8497AEF-3DB2-421A-B36B-34F0141E2E63}" type="presParOf" srcId="{649922D9-66D5-4907-9458-A1A5A75C4219}" destId="{C1847FF1-08B1-4CD4-B5A8-EBC6AA8EACB7}" srcOrd="2" destOrd="0" presId="urn:microsoft.com/office/officeart/2005/8/layout/hList2"/>
    <dgm:cxn modelId="{CFA202DC-3A0E-4FE2-B501-80318B05BCDE}" type="presParOf" srcId="{D05F62CB-3B7C-4BAD-93DC-139475D03711}" destId="{80E94B4E-DC0B-4F7C-91C0-4C3354403D47}" srcOrd="1" destOrd="0" presId="urn:microsoft.com/office/officeart/2005/8/layout/hList2"/>
    <dgm:cxn modelId="{085C962B-0256-46B6-AC72-4228FAF3CFD7}" type="presParOf" srcId="{D05F62CB-3B7C-4BAD-93DC-139475D03711}" destId="{A27B20CA-0802-454C-B64B-AC2528D736C6}" srcOrd="2" destOrd="0" presId="urn:microsoft.com/office/officeart/2005/8/layout/hList2"/>
    <dgm:cxn modelId="{B70EB892-68B9-4CF9-99DE-588E393B7CAE}" type="presParOf" srcId="{A27B20CA-0802-454C-B64B-AC2528D736C6}" destId="{7F211806-9BB4-49B6-8830-920553D09E40}" srcOrd="0" destOrd="0" presId="urn:microsoft.com/office/officeart/2005/8/layout/hList2"/>
    <dgm:cxn modelId="{87D55181-78B2-44E7-8101-BDA3CDECD99F}" type="presParOf" srcId="{A27B20CA-0802-454C-B64B-AC2528D736C6}" destId="{7F432B44-6C23-4EB7-B2F7-4915C3E2F5BF}" srcOrd="1" destOrd="0" presId="urn:microsoft.com/office/officeart/2005/8/layout/hList2"/>
    <dgm:cxn modelId="{2757FBEF-6319-42AE-999F-717B286B3956}" type="presParOf" srcId="{A27B20CA-0802-454C-B64B-AC2528D736C6}" destId="{6A576D59-117E-4178-9721-0A2C1DC76F85}" srcOrd="2" destOrd="0" presId="urn:microsoft.com/office/officeart/2005/8/layout/hList2"/>
    <dgm:cxn modelId="{53F625CC-F9DB-4F35-8114-CA3317CCD6D4}" type="presParOf" srcId="{D05F62CB-3B7C-4BAD-93DC-139475D03711}" destId="{ACD72828-EE73-4DE1-AEE8-6E6B8E832E32}" srcOrd="3" destOrd="0" presId="urn:microsoft.com/office/officeart/2005/8/layout/hList2"/>
    <dgm:cxn modelId="{9AB52AF3-6323-438F-8650-53015F7F0F6D}" type="presParOf" srcId="{D05F62CB-3B7C-4BAD-93DC-139475D03711}" destId="{70028704-013F-44F7-87DA-C75656154EA1}" srcOrd="4" destOrd="0" presId="urn:microsoft.com/office/officeart/2005/8/layout/hList2"/>
    <dgm:cxn modelId="{4C22F61A-531E-4F04-8328-1F5B3E2E572C}" type="presParOf" srcId="{70028704-013F-44F7-87DA-C75656154EA1}" destId="{11FF6681-D48C-4A0C-B94B-8C2A65F49225}" srcOrd="0" destOrd="0" presId="urn:microsoft.com/office/officeart/2005/8/layout/hList2"/>
    <dgm:cxn modelId="{E5FC3319-5F7D-45D8-ADD1-0A0A4D4FB01B}" type="presParOf" srcId="{70028704-013F-44F7-87DA-C75656154EA1}" destId="{A15C8580-C799-4B2E-B9A8-3D06DD22908A}" srcOrd="1" destOrd="0" presId="urn:microsoft.com/office/officeart/2005/8/layout/hList2"/>
    <dgm:cxn modelId="{190E5F79-EF43-48F4-9908-52F58FBFB786}" type="presParOf" srcId="{70028704-013F-44F7-87DA-C75656154EA1}" destId="{94B14B81-F645-421E-96B4-CE4CD84BE982}" srcOrd="2" destOrd="0" presId="urn:microsoft.com/office/officeart/2005/8/layout/hList2"/>
    <dgm:cxn modelId="{F50961EC-BFDF-4F96-B003-811840E8D93F}" type="presParOf" srcId="{D05F62CB-3B7C-4BAD-93DC-139475D03711}" destId="{E0334D1D-C4CF-4A03-9DF1-FFD169935355}" srcOrd="5" destOrd="0" presId="urn:microsoft.com/office/officeart/2005/8/layout/hList2"/>
    <dgm:cxn modelId="{A2E31EE8-8EEB-4B34-9EE2-D19FFAC0D313}" type="presParOf" srcId="{D05F62CB-3B7C-4BAD-93DC-139475D03711}" destId="{6D20346E-2A87-4347-9208-BCC47E0B0658}" srcOrd="6" destOrd="0" presId="urn:microsoft.com/office/officeart/2005/8/layout/hList2"/>
    <dgm:cxn modelId="{0EBE5A50-9FEF-456E-9FD0-C3F39A3D40DF}" type="presParOf" srcId="{6D20346E-2A87-4347-9208-BCC47E0B0658}" destId="{3ACFBC08-86F9-461A-8BB3-43EAD67D83AB}" srcOrd="0" destOrd="0" presId="urn:microsoft.com/office/officeart/2005/8/layout/hList2"/>
    <dgm:cxn modelId="{B72F7D20-33AA-441D-A09B-B511EABB5747}" type="presParOf" srcId="{6D20346E-2A87-4347-9208-BCC47E0B0658}" destId="{28E1C646-9516-4DED-8B53-B5734C015797}" srcOrd="1" destOrd="0" presId="urn:microsoft.com/office/officeart/2005/8/layout/hList2"/>
    <dgm:cxn modelId="{58A0DD6B-7614-4565-9D68-5C0BC825706C}" type="presParOf" srcId="{6D20346E-2A87-4347-9208-BCC47E0B0658}" destId="{CAA6297B-058F-44B6-928C-D6FA824073A7}" srcOrd="2" destOrd="0" presId="urn:microsoft.com/office/officeart/2005/8/layout/hList2"/>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21.xml><?xml version="1.0" encoding="utf-8"?>
<dgm:dataModel xmlns:dgm="http://schemas.openxmlformats.org/drawingml/2006/diagram" xmlns:a="http://schemas.openxmlformats.org/drawingml/2006/main">
  <dgm:ptLst>
    <dgm:pt modelId="{B9C32B05-62EA-407A-B21C-2310C7945705}" type="doc">
      <dgm:prSet loTypeId="urn:microsoft.com/office/officeart/2005/8/layout/bList2" loCatId="list"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F66099B6-DBBD-4AB0-82D2-877B80F846F7}">
      <dgm:prSet phldrT="[Text]"/>
      <dgm:spPr/>
      <dgm:t>
        <a:bodyPr/>
        <a:lstStyle/>
        <a:p>
          <a:r>
            <a:rPr lang="en-US" dirty="0"/>
            <a:t>Lorem Ipsum</a:t>
          </a:r>
        </a:p>
      </dgm:t>
    </dgm:pt>
    <dgm:pt modelId="{B09C8BFB-F41C-4AC4-AB94-F216E3081C2D}" type="parTrans" cxnId="{B4F3EA32-CE64-4A92-9BAE-BC57E5392B05}">
      <dgm:prSet/>
      <dgm:spPr/>
      <dgm:t>
        <a:bodyPr/>
        <a:lstStyle/>
        <a:p>
          <a:endParaRPr lang="en-US"/>
        </a:p>
      </dgm:t>
    </dgm:pt>
    <dgm:pt modelId="{BC531B32-9B0E-482E-BF91-65C61F17168D}" type="sibTrans" cxnId="{B4F3EA32-CE64-4A92-9BAE-BC57E5392B05}">
      <dgm:prSet/>
      <dgm:spPr/>
      <dgm:t>
        <a:bodyPr/>
        <a:lstStyle/>
        <a:p>
          <a:endParaRPr lang="en-US"/>
        </a:p>
      </dgm:t>
    </dgm:pt>
    <dgm:pt modelId="{EE62A4F6-4AC4-435B-990E-81A71CE8CAC7}">
      <dgm:prSet phldrT="[Text]"/>
      <dgm:spPr/>
      <dgm:t>
        <a:bodyPr/>
        <a:lstStyle/>
        <a:p>
          <a:r>
            <a:rPr lang="en-US" dirty="0"/>
            <a:t>Lorem Ipsum</a:t>
          </a:r>
        </a:p>
      </dgm:t>
    </dgm:pt>
    <dgm:pt modelId="{F287B947-7343-4FA2-B288-B23A59FFAE31}" type="parTrans" cxnId="{3A2CECA6-0C5B-46BB-B7C6-7D37E9D210BD}">
      <dgm:prSet/>
      <dgm:spPr/>
      <dgm:t>
        <a:bodyPr/>
        <a:lstStyle/>
        <a:p>
          <a:endParaRPr lang="en-US"/>
        </a:p>
      </dgm:t>
    </dgm:pt>
    <dgm:pt modelId="{389F9A93-0231-4877-8C41-5D5B8DD7AAC0}" type="sibTrans" cxnId="{3A2CECA6-0C5B-46BB-B7C6-7D37E9D210BD}">
      <dgm:prSet/>
      <dgm:spPr/>
      <dgm:t>
        <a:bodyPr/>
        <a:lstStyle/>
        <a:p>
          <a:endParaRPr lang="en-US"/>
        </a:p>
      </dgm:t>
    </dgm:pt>
    <dgm:pt modelId="{B6D9DE15-697B-42C2-B6A1-CE31260EED93}">
      <dgm:prSet phldrT="[Text]"/>
      <dgm:spPr/>
      <dgm:t>
        <a:bodyPr/>
        <a:lstStyle/>
        <a:p>
          <a:r>
            <a:rPr lang="en-US" dirty="0"/>
            <a:t>Lorem Ipsum</a:t>
          </a:r>
        </a:p>
      </dgm:t>
    </dgm:pt>
    <dgm:pt modelId="{EAC9FC21-5112-4CCF-8070-06ED15ED24ED}" type="parTrans" cxnId="{40513FB0-F94C-499F-9A0B-9E0341D0A0C2}">
      <dgm:prSet/>
      <dgm:spPr/>
      <dgm:t>
        <a:bodyPr/>
        <a:lstStyle/>
        <a:p>
          <a:endParaRPr lang="en-US"/>
        </a:p>
      </dgm:t>
    </dgm:pt>
    <dgm:pt modelId="{B605B681-1ACB-4650-8600-F9223ABDDC16}" type="sibTrans" cxnId="{40513FB0-F94C-499F-9A0B-9E0341D0A0C2}">
      <dgm:prSet/>
      <dgm:spPr/>
      <dgm:t>
        <a:bodyPr/>
        <a:lstStyle/>
        <a:p>
          <a:endParaRPr lang="en-US"/>
        </a:p>
      </dgm:t>
    </dgm:pt>
    <dgm:pt modelId="{244CE93D-3CE9-480A-BC40-D5795AE4CC61}">
      <dgm:prSet phldrT="[Text]"/>
      <dgm:spPr/>
      <dgm:t>
        <a:bodyPr/>
        <a:lstStyle/>
        <a:p>
          <a:r>
            <a:rPr lang="en-US" dirty="0"/>
            <a:t>Lorem Ipsum</a:t>
          </a:r>
        </a:p>
      </dgm:t>
    </dgm:pt>
    <dgm:pt modelId="{B26CFE49-55EC-4B92-8D65-F00D6B48420B}" type="parTrans" cxnId="{746C65D4-0A32-4610-8B9B-A01592BB40A3}">
      <dgm:prSet/>
      <dgm:spPr/>
      <dgm:t>
        <a:bodyPr/>
        <a:lstStyle/>
        <a:p>
          <a:endParaRPr lang="en-US"/>
        </a:p>
      </dgm:t>
    </dgm:pt>
    <dgm:pt modelId="{AA2C577D-A278-4959-857E-CDA154440386}" type="sibTrans" cxnId="{746C65D4-0A32-4610-8B9B-A01592BB40A3}">
      <dgm:prSet/>
      <dgm:spPr/>
      <dgm:t>
        <a:bodyPr/>
        <a:lstStyle/>
        <a:p>
          <a:endParaRPr lang="en-US"/>
        </a:p>
      </dgm:t>
    </dgm:pt>
    <dgm:pt modelId="{6CF284C3-4A70-4432-8F33-E75A802B3330}">
      <dgm:prSet/>
      <dgm:spPr/>
      <dgm:t>
        <a:bodyPr/>
        <a:lstStyle/>
        <a:p>
          <a:r>
            <a:rPr lang="en-US" dirty="0"/>
            <a:t>Some text here</a:t>
          </a:r>
        </a:p>
      </dgm:t>
    </dgm:pt>
    <dgm:pt modelId="{044831E6-2FC9-4DDA-81FB-5FA418568D07}" type="parTrans" cxnId="{2DC24386-BC50-4BAB-8571-16CB10C2603C}">
      <dgm:prSet/>
      <dgm:spPr/>
      <dgm:t>
        <a:bodyPr/>
        <a:lstStyle/>
        <a:p>
          <a:endParaRPr lang="en-US"/>
        </a:p>
      </dgm:t>
    </dgm:pt>
    <dgm:pt modelId="{CD50B82D-84BB-4747-B282-ABB339EBA294}" type="sibTrans" cxnId="{2DC24386-BC50-4BAB-8571-16CB10C2603C}">
      <dgm:prSet/>
      <dgm:spPr/>
      <dgm:t>
        <a:bodyPr/>
        <a:lstStyle/>
        <a:p>
          <a:endParaRPr lang="en-US"/>
        </a:p>
      </dgm:t>
    </dgm:pt>
    <dgm:pt modelId="{3AF880A5-0F00-4315-A5DF-1FE656798601}">
      <dgm:prSet phldrT="[Text]"/>
      <dgm:spPr/>
      <dgm:t>
        <a:bodyPr/>
        <a:lstStyle/>
        <a:p>
          <a:r>
            <a:rPr lang="en-US" dirty="0"/>
            <a:t>Some text here</a:t>
          </a:r>
        </a:p>
      </dgm:t>
    </dgm:pt>
    <dgm:pt modelId="{A13BB1F9-5857-4B43-8BF5-6589AA2CB759}" type="parTrans" cxnId="{24F8CBE2-5003-4E69-A772-6B98F2B05181}">
      <dgm:prSet/>
      <dgm:spPr/>
      <dgm:t>
        <a:bodyPr/>
        <a:lstStyle/>
        <a:p>
          <a:endParaRPr lang="en-US"/>
        </a:p>
      </dgm:t>
    </dgm:pt>
    <dgm:pt modelId="{C198C41D-2640-4669-83ED-E0CD35701C8E}" type="sibTrans" cxnId="{24F8CBE2-5003-4E69-A772-6B98F2B05181}">
      <dgm:prSet/>
      <dgm:spPr/>
      <dgm:t>
        <a:bodyPr/>
        <a:lstStyle/>
        <a:p>
          <a:endParaRPr lang="en-US"/>
        </a:p>
      </dgm:t>
    </dgm:pt>
    <dgm:pt modelId="{8EA7219F-BDB2-48EB-9EEB-3133522D132E}">
      <dgm:prSet phldrT="[Text]"/>
      <dgm:spPr/>
      <dgm:t>
        <a:bodyPr/>
        <a:lstStyle/>
        <a:p>
          <a:r>
            <a:rPr lang="en-US" dirty="0"/>
            <a:t>Some text here</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BE788BF5-FE9F-4C7D-A1CD-9232D7860179}">
      <dgm:prSet phldrT="[Text]"/>
      <dgm:spPr/>
      <dgm:t>
        <a:bodyPr/>
        <a:lstStyle/>
        <a:p>
          <a:r>
            <a:rPr lang="en-US"/>
            <a:t>Some text here</a:t>
          </a:r>
          <a:endParaRPr lang="en-US" dirty="0"/>
        </a:p>
      </dgm:t>
    </dgm:pt>
    <dgm:pt modelId="{963A52CB-C772-45F2-8A30-8ABA6B14D3CE}" type="parTrans" cxnId="{35013F34-57BC-4E3C-A003-07C0E49926DB}">
      <dgm:prSet/>
      <dgm:spPr/>
      <dgm:t>
        <a:bodyPr/>
        <a:lstStyle/>
        <a:p>
          <a:endParaRPr lang="en-US"/>
        </a:p>
      </dgm:t>
    </dgm:pt>
    <dgm:pt modelId="{88191C5E-55BA-42F2-B842-FC86CBBADC0F}" type="sibTrans" cxnId="{35013F34-57BC-4E3C-A003-07C0E49926DB}">
      <dgm:prSet/>
      <dgm:spPr/>
      <dgm:t>
        <a:bodyPr/>
        <a:lstStyle/>
        <a:p>
          <a:endParaRPr lang="en-US"/>
        </a:p>
      </dgm:t>
    </dgm:pt>
    <dgm:pt modelId="{DDCF078C-D429-4F3D-A86A-601C37333F0E}">
      <dgm:prSet phldrT="[Text]"/>
      <dgm:spPr/>
      <dgm:t>
        <a:bodyPr/>
        <a:lstStyle/>
        <a:p>
          <a:r>
            <a:rPr lang="en-US"/>
            <a:t>Some text here</a:t>
          </a:r>
          <a:endParaRPr lang="en-US" dirty="0"/>
        </a:p>
      </dgm:t>
    </dgm:pt>
    <dgm:pt modelId="{1882E0FC-22B0-4EC0-AFEA-6913C3E42D04}" type="parTrans" cxnId="{8ED196F6-6553-443C-AAB2-40F72E795577}">
      <dgm:prSet/>
      <dgm:spPr/>
      <dgm:t>
        <a:bodyPr/>
        <a:lstStyle/>
        <a:p>
          <a:endParaRPr lang="en-US"/>
        </a:p>
      </dgm:t>
    </dgm:pt>
    <dgm:pt modelId="{E265BFA4-891C-408C-98FC-08B80CC170BD}" type="sibTrans" cxnId="{8ED196F6-6553-443C-AAB2-40F72E795577}">
      <dgm:prSet/>
      <dgm:spPr/>
      <dgm:t>
        <a:bodyPr/>
        <a:lstStyle/>
        <a:p>
          <a:endParaRPr lang="en-US"/>
        </a:p>
      </dgm:t>
    </dgm:pt>
    <dgm:pt modelId="{D416A02A-0A88-4E36-B734-A21335A8DD2D}">
      <dgm:prSet phldrT="[Text]"/>
      <dgm:spPr/>
      <dgm:t>
        <a:bodyPr/>
        <a:lstStyle/>
        <a:p>
          <a:r>
            <a:rPr lang="en-US"/>
            <a:t>Some text here</a:t>
          </a:r>
          <a:endParaRPr lang="en-US" dirty="0"/>
        </a:p>
      </dgm:t>
    </dgm:pt>
    <dgm:pt modelId="{FC806BFF-490C-4885-AC46-7E363DD85082}" type="parTrans" cxnId="{F5E63DE7-E621-486A-821D-56723B2BF235}">
      <dgm:prSet/>
      <dgm:spPr/>
      <dgm:t>
        <a:bodyPr/>
        <a:lstStyle/>
        <a:p>
          <a:endParaRPr lang="en-US"/>
        </a:p>
      </dgm:t>
    </dgm:pt>
    <dgm:pt modelId="{D3B5DA4F-29AB-46CB-9796-98FE9606C128}" type="sibTrans" cxnId="{F5E63DE7-E621-486A-821D-56723B2BF235}">
      <dgm:prSet/>
      <dgm:spPr/>
      <dgm:t>
        <a:bodyPr/>
        <a:lstStyle/>
        <a:p>
          <a:endParaRPr lang="en-US"/>
        </a:p>
      </dgm:t>
    </dgm:pt>
    <dgm:pt modelId="{0175455E-C54B-45D4-9F64-0589EB6B3316}">
      <dgm:prSet phldrT="[Text]"/>
      <dgm:spPr/>
      <dgm:t>
        <a:bodyPr/>
        <a:lstStyle/>
        <a:p>
          <a:r>
            <a:rPr lang="en-US"/>
            <a:t>Some text here</a:t>
          </a:r>
          <a:endParaRPr lang="en-US" dirty="0"/>
        </a:p>
      </dgm:t>
    </dgm:pt>
    <dgm:pt modelId="{88BD4BDB-1D85-4113-AFEC-21431AF63D5F}" type="parTrans" cxnId="{C8B436FC-B783-46B4-A145-3B3B3DD3B3F9}">
      <dgm:prSet/>
      <dgm:spPr/>
      <dgm:t>
        <a:bodyPr/>
        <a:lstStyle/>
        <a:p>
          <a:endParaRPr lang="en-US"/>
        </a:p>
      </dgm:t>
    </dgm:pt>
    <dgm:pt modelId="{814ADA3B-AA89-4AB7-868E-C824585A3ABB}" type="sibTrans" cxnId="{C8B436FC-B783-46B4-A145-3B3B3DD3B3F9}">
      <dgm:prSet/>
      <dgm:spPr/>
      <dgm:t>
        <a:bodyPr/>
        <a:lstStyle/>
        <a:p>
          <a:endParaRPr lang="en-US"/>
        </a:p>
      </dgm:t>
    </dgm:pt>
    <dgm:pt modelId="{D96BD766-7A45-44C2-B6DC-068AE128BF44}">
      <dgm:prSet phldrT="[Text]"/>
      <dgm:spPr/>
      <dgm:t>
        <a:bodyPr/>
        <a:lstStyle/>
        <a:p>
          <a:r>
            <a:rPr lang="en-US"/>
            <a:t>Some text here</a:t>
          </a:r>
          <a:endParaRPr lang="en-US" dirty="0"/>
        </a:p>
      </dgm:t>
    </dgm:pt>
    <dgm:pt modelId="{1723986A-39AC-4737-B675-843E1268E3F0}" type="parTrans" cxnId="{A8DB1F9F-8C0D-44C6-B0CF-E185E4743C27}">
      <dgm:prSet/>
      <dgm:spPr/>
      <dgm:t>
        <a:bodyPr/>
        <a:lstStyle/>
        <a:p>
          <a:endParaRPr lang="en-US"/>
        </a:p>
      </dgm:t>
    </dgm:pt>
    <dgm:pt modelId="{053D2587-FEB8-41DF-8458-0B353CDF3513}" type="sibTrans" cxnId="{A8DB1F9F-8C0D-44C6-B0CF-E185E4743C27}">
      <dgm:prSet/>
      <dgm:spPr/>
      <dgm:t>
        <a:bodyPr/>
        <a:lstStyle/>
        <a:p>
          <a:endParaRPr lang="en-US"/>
        </a:p>
      </dgm:t>
    </dgm:pt>
    <dgm:pt modelId="{FCDCB472-5D0D-441E-9A63-91F48E5C3B9A}">
      <dgm:prSet phldrT="[Text]"/>
      <dgm:spPr/>
      <dgm:t>
        <a:bodyPr/>
        <a:lstStyle/>
        <a:p>
          <a:r>
            <a:rPr lang="en-US"/>
            <a:t>Some text here</a:t>
          </a:r>
          <a:endParaRPr lang="en-US" dirty="0"/>
        </a:p>
      </dgm:t>
    </dgm:pt>
    <dgm:pt modelId="{F183F53E-B9E4-483E-BB59-E567579A1D20}" type="parTrans" cxnId="{E555CFC0-456A-41C0-853C-A5C184B6F026}">
      <dgm:prSet/>
      <dgm:spPr/>
      <dgm:t>
        <a:bodyPr/>
        <a:lstStyle/>
        <a:p>
          <a:endParaRPr lang="en-US"/>
        </a:p>
      </dgm:t>
    </dgm:pt>
    <dgm:pt modelId="{88085470-E458-46BB-9028-8CC37AAF17EF}" type="sibTrans" cxnId="{E555CFC0-456A-41C0-853C-A5C184B6F026}">
      <dgm:prSet/>
      <dgm:spPr/>
      <dgm:t>
        <a:bodyPr/>
        <a:lstStyle/>
        <a:p>
          <a:endParaRPr lang="en-US"/>
        </a:p>
      </dgm:t>
    </dgm:pt>
    <dgm:pt modelId="{CBD3BD06-5B52-457B-A709-959D97EA9FE5}">
      <dgm:prSet phldrT="[Text]"/>
      <dgm:spPr/>
      <dgm:t>
        <a:bodyPr/>
        <a:lstStyle/>
        <a:p>
          <a:r>
            <a:rPr lang="en-US"/>
            <a:t>Some text here</a:t>
          </a:r>
          <a:endParaRPr lang="en-US" dirty="0"/>
        </a:p>
      </dgm:t>
    </dgm:pt>
    <dgm:pt modelId="{BCA8D018-4FBF-4EC0-A8A7-2E733ECB7259}" type="parTrans" cxnId="{BC910C61-D6EF-4F01-BD12-BAC0DF60C0B1}">
      <dgm:prSet/>
      <dgm:spPr/>
      <dgm:t>
        <a:bodyPr/>
        <a:lstStyle/>
        <a:p>
          <a:endParaRPr lang="en-US"/>
        </a:p>
      </dgm:t>
    </dgm:pt>
    <dgm:pt modelId="{32702446-735B-4332-BAF3-71D165AF690E}" type="sibTrans" cxnId="{BC910C61-D6EF-4F01-BD12-BAC0DF60C0B1}">
      <dgm:prSet/>
      <dgm:spPr/>
      <dgm:t>
        <a:bodyPr/>
        <a:lstStyle/>
        <a:p>
          <a:endParaRPr lang="en-US"/>
        </a:p>
      </dgm:t>
    </dgm:pt>
    <dgm:pt modelId="{C708A7D6-77B7-44F0-9B99-FACB749D6EA3}" type="pres">
      <dgm:prSet presAssocID="{B9C32B05-62EA-407A-B21C-2310C7945705}" presName="diagram" presStyleCnt="0">
        <dgm:presLayoutVars>
          <dgm:dir/>
          <dgm:animLvl val="lvl"/>
          <dgm:resizeHandles val="exact"/>
        </dgm:presLayoutVars>
      </dgm:prSet>
      <dgm:spPr/>
    </dgm:pt>
    <dgm:pt modelId="{D6E734AD-51B4-4C6D-9348-9DF13191655A}" type="pres">
      <dgm:prSet presAssocID="{42D71409-67F9-455C-8C6D-716D284AAA6B}" presName="compNode" presStyleCnt="0"/>
      <dgm:spPr/>
    </dgm:pt>
    <dgm:pt modelId="{8C4AB05E-5BFF-4235-8AD5-0D7C67583321}" type="pres">
      <dgm:prSet presAssocID="{42D71409-67F9-455C-8C6D-716D284AAA6B}" presName="childRect" presStyleLbl="bgAcc1" presStyleIdx="0" presStyleCnt="5">
        <dgm:presLayoutVars>
          <dgm:bulletEnabled val="1"/>
        </dgm:presLayoutVars>
      </dgm:prSet>
      <dgm:spPr/>
    </dgm:pt>
    <dgm:pt modelId="{8B1D8085-B681-4258-92D5-34A81086CFA7}" type="pres">
      <dgm:prSet presAssocID="{42D71409-67F9-455C-8C6D-716D284AAA6B}" presName="parentText" presStyleLbl="node1" presStyleIdx="0" presStyleCnt="0">
        <dgm:presLayoutVars>
          <dgm:chMax val="0"/>
          <dgm:bulletEnabled val="1"/>
        </dgm:presLayoutVars>
      </dgm:prSet>
      <dgm:spPr/>
    </dgm:pt>
    <dgm:pt modelId="{658C6503-6F2C-4A55-A906-FA90C21F580A}" type="pres">
      <dgm:prSet presAssocID="{42D71409-67F9-455C-8C6D-716D284AAA6B}" presName="parentRect" presStyleLbl="alignNode1" presStyleIdx="0" presStyleCnt="5"/>
      <dgm:spPr/>
    </dgm:pt>
    <dgm:pt modelId="{33F7FFBE-3FB8-499F-BDA6-43EB4D16344F}" type="pres">
      <dgm:prSet presAssocID="{42D71409-67F9-455C-8C6D-716D284AAA6B}" presName="adorn" presStyleLbl="fgAccFollowNode1" presStyleIdx="0" presStyleCnt="5"/>
      <dgm:spPr/>
    </dgm:pt>
    <dgm:pt modelId="{BC36244B-D620-4F75-AF67-5B27F0FF0FED}" type="pres">
      <dgm:prSet presAssocID="{478B7D3C-9FB4-4BC6-90AC-49960560DECD}" presName="sibTrans" presStyleLbl="sibTrans2D1" presStyleIdx="0" presStyleCnt="0"/>
      <dgm:spPr/>
    </dgm:pt>
    <dgm:pt modelId="{B7C92E28-E9B1-4CFC-BA77-BE3BE213DC41}" type="pres">
      <dgm:prSet presAssocID="{F66099B6-DBBD-4AB0-82D2-877B80F846F7}" presName="compNode" presStyleCnt="0"/>
      <dgm:spPr/>
    </dgm:pt>
    <dgm:pt modelId="{17B4B85E-E3BC-487A-A560-5784A58E429F}" type="pres">
      <dgm:prSet presAssocID="{F66099B6-DBBD-4AB0-82D2-877B80F846F7}" presName="childRect" presStyleLbl="bgAcc1" presStyleIdx="1" presStyleCnt="5">
        <dgm:presLayoutVars>
          <dgm:bulletEnabled val="1"/>
        </dgm:presLayoutVars>
      </dgm:prSet>
      <dgm:spPr/>
    </dgm:pt>
    <dgm:pt modelId="{DA3211FB-EA9E-491D-B7F9-652B970913AE}" type="pres">
      <dgm:prSet presAssocID="{F66099B6-DBBD-4AB0-82D2-877B80F846F7}" presName="parentText" presStyleLbl="node1" presStyleIdx="0" presStyleCnt="0">
        <dgm:presLayoutVars>
          <dgm:chMax val="0"/>
          <dgm:bulletEnabled val="1"/>
        </dgm:presLayoutVars>
      </dgm:prSet>
      <dgm:spPr/>
    </dgm:pt>
    <dgm:pt modelId="{CFFF9E47-E9DC-4A90-A31C-C3DA5A8497E9}" type="pres">
      <dgm:prSet presAssocID="{F66099B6-DBBD-4AB0-82D2-877B80F846F7}" presName="parentRect" presStyleLbl="alignNode1" presStyleIdx="1" presStyleCnt="5"/>
      <dgm:spPr/>
    </dgm:pt>
    <dgm:pt modelId="{028E7887-8AAD-4180-B759-B811A3F36271}" type="pres">
      <dgm:prSet presAssocID="{F66099B6-DBBD-4AB0-82D2-877B80F846F7}" presName="adorn" presStyleLbl="fgAccFollowNode1" presStyleIdx="1" presStyleCnt="5"/>
      <dgm:spPr/>
    </dgm:pt>
    <dgm:pt modelId="{C777805D-627A-4836-86FE-01588AE2BA96}" type="pres">
      <dgm:prSet presAssocID="{BC531B32-9B0E-482E-BF91-65C61F17168D}" presName="sibTrans" presStyleLbl="sibTrans2D1" presStyleIdx="0" presStyleCnt="0"/>
      <dgm:spPr/>
    </dgm:pt>
    <dgm:pt modelId="{15463A23-E750-4A0E-B51B-0817B14B6B43}" type="pres">
      <dgm:prSet presAssocID="{EE62A4F6-4AC4-435B-990E-81A71CE8CAC7}" presName="compNode" presStyleCnt="0"/>
      <dgm:spPr/>
    </dgm:pt>
    <dgm:pt modelId="{202618DD-ECA1-4ACE-8F1D-55F115DDA975}" type="pres">
      <dgm:prSet presAssocID="{EE62A4F6-4AC4-435B-990E-81A71CE8CAC7}" presName="childRect" presStyleLbl="bgAcc1" presStyleIdx="2" presStyleCnt="5">
        <dgm:presLayoutVars>
          <dgm:bulletEnabled val="1"/>
        </dgm:presLayoutVars>
      </dgm:prSet>
      <dgm:spPr/>
    </dgm:pt>
    <dgm:pt modelId="{C5408178-BCFC-4D57-834E-58039319EACF}" type="pres">
      <dgm:prSet presAssocID="{EE62A4F6-4AC4-435B-990E-81A71CE8CAC7}" presName="parentText" presStyleLbl="node1" presStyleIdx="0" presStyleCnt="0">
        <dgm:presLayoutVars>
          <dgm:chMax val="0"/>
          <dgm:bulletEnabled val="1"/>
        </dgm:presLayoutVars>
      </dgm:prSet>
      <dgm:spPr/>
    </dgm:pt>
    <dgm:pt modelId="{24866608-D8A5-43A7-BDB0-9E2C56AD814C}" type="pres">
      <dgm:prSet presAssocID="{EE62A4F6-4AC4-435B-990E-81A71CE8CAC7}" presName="parentRect" presStyleLbl="alignNode1" presStyleIdx="2" presStyleCnt="5"/>
      <dgm:spPr/>
    </dgm:pt>
    <dgm:pt modelId="{99FD9895-744F-4590-AA72-E31A27F40A79}" type="pres">
      <dgm:prSet presAssocID="{EE62A4F6-4AC4-435B-990E-81A71CE8CAC7}" presName="adorn" presStyleLbl="fgAccFollowNode1" presStyleIdx="2" presStyleCnt="5"/>
      <dgm:spPr/>
    </dgm:pt>
    <dgm:pt modelId="{1B0ED9BC-A7B0-4232-950A-BD518B649B7B}" type="pres">
      <dgm:prSet presAssocID="{389F9A93-0231-4877-8C41-5D5B8DD7AAC0}" presName="sibTrans" presStyleLbl="sibTrans2D1" presStyleIdx="0" presStyleCnt="0"/>
      <dgm:spPr/>
    </dgm:pt>
    <dgm:pt modelId="{BAF6F536-EC67-457B-848F-B8A5D6EC6179}" type="pres">
      <dgm:prSet presAssocID="{B6D9DE15-697B-42C2-B6A1-CE31260EED93}" presName="compNode" presStyleCnt="0"/>
      <dgm:spPr/>
    </dgm:pt>
    <dgm:pt modelId="{915BEB58-1C8C-4C35-8D2E-55FE4BF2AE0A}" type="pres">
      <dgm:prSet presAssocID="{B6D9DE15-697B-42C2-B6A1-CE31260EED93}" presName="childRect" presStyleLbl="bgAcc1" presStyleIdx="3" presStyleCnt="5">
        <dgm:presLayoutVars>
          <dgm:bulletEnabled val="1"/>
        </dgm:presLayoutVars>
      </dgm:prSet>
      <dgm:spPr/>
    </dgm:pt>
    <dgm:pt modelId="{742703FC-BA26-474C-9415-8AFF22ABDF2E}" type="pres">
      <dgm:prSet presAssocID="{B6D9DE15-697B-42C2-B6A1-CE31260EED93}" presName="parentText" presStyleLbl="node1" presStyleIdx="0" presStyleCnt="0">
        <dgm:presLayoutVars>
          <dgm:chMax val="0"/>
          <dgm:bulletEnabled val="1"/>
        </dgm:presLayoutVars>
      </dgm:prSet>
      <dgm:spPr/>
    </dgm:pt>
    <dgm:pt modelId="{72B754A0-B920-48BE-8574-7CAA63AC40A3}" type="pres">
      <dgm:prSet presAssocID="{B6D9DE15-697B-42C2-B6A1-CE31260EED93}" presName="parentRect" presStyleLbl="alignNode1" presStyleIdx="3" presStyleCnt="5"/>
      <dgm:spPr/>
    </dgm:pt>
    <dgm:pt modelId="{B71F0121-8B8D-4C21-91B1-8D7184AC17F1}" type="pres">
      <dgm:prSet presAssocID="{B6D9DE15-697B-42C2-B6A1-CE31260EED93}" presName="adorn" presStyleLbl="fgAccFollowNode1" presStyleIdx="3" presStyleCnt="5"/>
      <dgm:spPr/>
    </dgm:pt>
    <dgm:pt modelId="{A77298C7-FE8A-432F-AB91-A965C7A4793E}" type="pres">
      <dgm:prSet presAssocID="{B605B681-1ACB-4650-8600-F9223ABDDC16}" presName="sibTrans" presStyleLbl="sibTrans2D1" presStyleIdx="0" presStyleCnt="0"/>
      <dgm:spPr/>
    </dgm:pt>
    <dgm:pt modelId="{3BFCCAAC-6DCF-4698-B1D4-8C6B88C0160D}" type="pres">
      <dgm:prSet presAssocID="{244CE93D-3CE9-480A-BC40-D5795AE4CC61}" presName="compNode" presStyleCnt="0"/>
      <dgm:spPr/>
    </dgm:pt>
    <dgm:pt modelId="{67B4435E-159F-4434-86DA-7F8D3917D15F}" type="pres">
      <dgm:prSet presAssocID="{244CE93D-3CE9-480A-BC40-D5795AE4CC61}" presName="childRect" presStyleLbl="bgAcc1" presStyleIdx="4" presStyleCnt="5">
        <dgm:presLayoutVars>
          <dgm:bulletEnabled val="1"/>
        </dgm:presLayoutVars>
      </dgm:prSet>
      <dgm:spPr/>
    </dgm:pt>
    <dgm:pt modelId="{AB94B2A0-C085-4EA3-B10B-04961CAD2CBE}" type="pres">
      <dgm:prSet presAssocID="{244CE93D-3CE9-480A-BC40-D5795AE4CC61}" presName="parentText" presStyleLbl="node1" presStyleIdx="0" presStyleCnt="0">
        <dgm:presLayoutVars>
          <dgm:chMax val="0"/>
          <dgm:bulletEnabled val="1"/>
        </dgm:presLayoutVars>
      </dgm:prSet>
      <dgm:spPr/>
    </dgm:pt>
    <dgm:pt modelId="{98224A4D-9F83-4841-913D-C6FB52C75167}" type="pres">
      <dgm:prSet presAssocID="{244CE93D-3CE9-480A-BC40-D5795AE4CC61}" presName="parentRect" presStyleLbl="alignNode1" presStyleIdx="4" presStyleCnt="5"/>
      <dgm:spPr/>
    </dgm:pt>
    <dgm:pt modelId="{51322A49-F642-43D9-9FB2-81C4F1B964F5}" type="pres">
      <dgm:prSet presAssocID="{244CE93D-3CE9-480A-BC40-D5795AE4CC61}" presName="adorn" presStyleLbl="fgAccFollowNode1" presStyleIdx="4" presStyleCnt="5"/>
      <dgm:spPr/>
    </dgm:pt>
  </dgm:ptLst>
  <dgm:cxnLst>
    <dgm:cxn modelId="{E3503B02-476E-41EE-80EE-6A14DBC1B712}" type="presOf" srcId="{244CE93D-3CE9-480A-BC40-D5795AE4CC61}" destId="{AB94B2A0-C085-4EA3-B10B-04961CAD2CBE}" srcOrd="0" destOrd="0" presId="urn:microsoft.com/office/officeart/2005/8/layout/bList2"/>
    <dgm:cxn modelId="{F9D0EE08-828E-4795-A694-BCB4D9ABBA41}" type="presOf" srcId="{6CF284C3-4A70-4432-8F33-E75A802B3330}" destId="{17B4B85E-E3BC-487A-A560-5784A58E429F}" srcOrd="0" destOrd="0" presId="urn:microsoft.com/office/officeart/2005/8/layout/bList2"/>
    <dgm:cxn modelId="{2AA9C11F-1F1D-428E-801A-47EAA766C99D}" srcId="{B9C32B05-62EA-407A-B21C-2310C7945705}" destId="{42D71409-67F9-455C-8C6D-716D284AAA6B}" srcOrd="0" destOrd="0" parTransId="{51680ED1-AF6E-4B28-AE94-92B0EFB0DF7D}" sibTransId="{478B7D3C-9FB4-4BC6-90AC-49960560DECD}"/>
    <dgm:cxn modelId="{B4F3EA32-CE64-4A92-9BAE-BC57E5392B05}" srcId="{B9C32B05-62EA-407A-B21C-2310C7945705}" destId="{F66099B6-DBBD-4AB0-82D2-877B80F846F7}" srcOrd="1" destOrd="0" parTransId="{B09C8BFB-F41C-4AC4-AB94-F216E3081C2D}" sibTransId="{BC531B32-9B0E-482E-BF91-65C61F17168D}"/>
    <dgm:cxn modelId="{35013F34-57BC-4E3C-A003-07C0E49926DB}" srcId="{F66099B6-DBBD-4AB0-82D2-877B80F846F7}" destId="{BE788BF5-FE9F-4C7D-A1CD-9232D7860179}" srcOrd="1" destOrd="0" parTransId="{963A52CB-C772-45F2-8A30-8ABA6B14D3CE}" sibTransId="{88191C5E-55BA-42F2-B842-FC86CBBADC0F}"/>
    <dgm:cxn modelId="{41188036-E812-44DB-BFE7-43A4BE9E4B43}" type="presOf" srcId="{3AF880A5-0F00-4315-A5DF-1FE656798601}" destId="{8C4AB05E-5BFF-4235-8AD5-0D7C67583321}" srcOrd="0" destOrd="1" presId="urn:microsoft.com/office/officeart/2005/8/layout/bList2"/>
    <dgm:cxn modelId="{B430F137-3515-42B2-95C2-2E29E4720B0A}" type="presOf" srcId="{EE62A4F6-4AC4-435B-990E-81A71CE8CAC7}" destId="{24866608-D8A5-43A7-BDB0-9E2C56AD814C}" srcOrd="1" destOrd="0" presId="urn:microsoft.com/office/officeart/2005/8/layout/bList2"/>
    <dgm:cxn modelId="{4B64F45B-984F-4018-90EB-94929BB1D809}" type="presOf" srcId="{D416A02A-0A88-4E36-B734-A21335A8DD2D}" destId="{202618DD-ECA1-4ACE-8F1D-55F115DDA975}" srcOrd="0" destOrd="1" presId="urn:microsoft.com/office/officeart/2005/8/layout/bList2"/>
    <dgm:cxn modelId="{BC910C61-D6EF-4F01-BD12-BAC0DF60C0B1}" srcId="{244CE93D-3CE9-480A-BC40-D5795AE4CC61}" destId="{CBD3BD06-5B52-457B-A709-959D97EA9FE5}" srcOrd="1" destOrd="0" parTransId="{BCA8D018-4FBF-4EC0-A8A7-2E733ECB7259}" sibTransId="{32702446-735B-4332-BAF3-71D165AF690E}"/>
    <dgm:cxn modelId="{813B1745-6527-43B4-837D-4F5D7C6C7A7A}" type="presOf" srcId="{8EA7219F-BDB2-48EB-9EEB-3133522D132E}" destId="{8C4AB05E-5BFF-4235-8AD5-0D7C67583321}" srcOrd="0" destOrd="0" presId="urn:microsoft.com/office/officeart/2005/8/layout/bList2"/>
    <dgm:cxn modelId="{529E5949-8EA4-4622-BEA2-9C5955E3F4AB}" type="presOf" srcId="{0175455E-C54B-45D4-9F64-0589EB6B3316}" destId="{915BEB58-1C8C-4C35-8D2E-55FE4BF2AE0A}" srcOrd="0" destOrd="0" presId="urn:microsoft.com/office/officeart/2005/8/layout/bList2"/>
    <dgm:cxn modelId="{9562E04F-00F6-47DD-ADE1-25457A76A846}" type="presOf" srcId="{BE788BF5-FE9F-4C7D-A1CD-9232D7860179}" destId="{17B4B85E-E3BC-487A-A560-5784A58E429F}" srcOrd="0" destOrd="1" presId="urn:microsoft.com/office/officeart/2005/8/layout/bList2"/>
    <dgm:cxn modelId="{1754CB71-14D2-4389-BCC9-9735B511DDFD}" type="presOf" srcId="{B6D9DE15-697B-42C2-B6A1-CE31260EED93}" destId="{72B754A0-B920-48BE-8574-7CAA63AC40A3}" srcOrd="1" destOrd="0" presId="urn:microsoft.com/office/officeart/2005/8/layout/bList2"/>
    <dgm:cxn modelId="{E7757552-03EC-47EF-99CF-CAA07DBE26A8}" type="presOf" srcId="{B9C32B05-62EA-407A-B21C-2310C7945705}" destId="{C708A7D6-77B7-44F0-9B99-FACB749D6EA3}" srcOrd="0" destOrd="0" presId="urn:microsoft.com/office/officeart/2005/8/layout/bList2"/>
    <dgm:cxn modelId="{37690376-4367-4177-9C47-59CBA0B9FCBA}" type="presOf" srcId="{DDCF078C-D429-4F3D-A86A-601C37333F0E}" destId="{202618DD-ECA1-4ACE-8F1D-55F115DDA975}" srcOrd="0" destOrd="0" presId="urn:microsoft.com/office/officeart/2005/8/layout/bList2"/>
    <dgm:cxn modelId="{6EE16977-1EA4-45AA-A9E2-3C34E96D2489}" type="presOf" srcId="{B6D9DE15-697B-42C2-B6A1-CE31260EED93}" destId="{742703FC-BA26-474C-9415-8AFF22ABDF2E}" srcOrd="0" destOrd="0" presId="urn:microsoft.com/office/officeart/2005/8/layout/bList2"/>
    <dgm:cxn modelId="{118C895A-D5CA-4230-B661-B90882F749D9}" type="presOf" srcId="{F66099B6-DBBD-4AB0-82D2-877B80F846F7}" destId="{CFFF9E47-E9DC-4A90-A31C-C3DA5A8497E9}" srcOrd="1" destOrd="0" presId="urn:microsoft.com/office/officeart/2005/8/layout/bList2"/>
    <dgm:cxn modelId="{341CE45A-60D7-4FC7-ACEF-AE0B2DE3B5AC}" type="presOf" srcId="{389F9A93-0231-4877-8C41-5D5B8DD7AAC0}" destId="{1B0ED9BC-A7B0-4232-950A-BD518B649B7B}" srcOrd="0" destOrd="0" presId="urn:microsoft.com/office/officeart/2005/8/layout/bList2"/>
    <dgm:cxn modelId="{66CDA97D-E1C2-4A69-BA68-8B2E243DC72F}" type="presOf" srcId="{BC531B32-9B0E-482E-BF91-65C61F17168D}" destId="{C777805D-627A-4836-86FE-01588AE2BA96}" srcOrd="0" destOrd="0" presId="urn:microsoft.com/office/officeart/2005/8/layout/bList2"/>
    <dgm:cxn modelId="{559EF47D-6978-4FA5-8BBA-AF650A99D530}" type="presOf" srcId="{42D71409-67F9-455C-8C6D-716D284AAA6B}" destId="{8B1D8085-B681-4258-92D5-34A81086CFA7}" srcOrd="0" destOrd="0" presId="urn:microsoft.com/office/officeart/2005/8/layout/bList2"/>
    <dgm:cxn modelId="{2DC24386-BC50-4BAB-8571-16CB10C2603C}" srcId="{F66099B6-DBBD-4AB0-82D2-877B80F846F7}" destId="{6CF284C3-4A70-4432-8F33-E75A802B3330}" srcOrd="0" destOrd="0" parTransId="{044831E6-2FC9-4DDA-81FB-5FA418568D07}" sibTransId="{CD50B82D-84BB-4747-B282-ABB339EBA294}"/>
    <dgm:cxn modelId="{A8DB1F9F-8C0D-44C6-B0CF-E185E4743C27}" srcId="{B6D9DE15-697B-42C2-B6A1-CE31260EED93}" destId="{D96BD766-7A45-44C2-B6DC-068AE128BF44}" srcOrd="1" destOrd="0" parTransId="{1723986A-39AC-4737-B675-843E1268E3F0}" sibTransId="{053D2587-FEB8-41DF-8458-0B353CDF3513}"/>
    <dgm:cxn modelId="{672DE9A6-1EA3-4493-A0A1-C2B05569799D}" type="presOf" srcId="{EE62A4F6-4AC4-435B-990E-81A71CE8CAC7}" destId="{C5408178-BCFC-4D57-834E-58039319EACF}" srcOrd="0" destOrd="0" presId="urn:microsoft.com/office/officeart/2005/8/layout/bList2"/>
    <dgm:cxn modelId="{3A2CECA6-0C5B-46BB-B7C6-7D37E9D210BD}" srcId="{B9C32B05-62EA-407A-B21C-2310C7945705}" destId="{EE62A4F6-4AC4-435B-990E-81A71CE8CAC7}" srcOrd="2" destOrd="0" parTransId="{F287B947-7343-4FA2-B288-B23A59FFAE31}" sibTransId="{389F9A93-0231-4877-8C41-5D5B8DD7AAC0}"/>
    <dgm:cxn modelId="{40513FB0-F94C-499F-9A0B-9E0341D0A0C2}" srcId="{B9C32B05-62EA-407A-B21C-2310C7945705}" destId="{B6D9DE15-697B-42C2-B6A1-CE31260EED93}" srcOrd="3" destOrd="0" parTransId="{EAC9FC21-5112-4CCF-8070-06ED15ED24ED}" sibTransId="{B605B681-1ACB-4650-8600-F9223ABDDC16}"/>
    <dgm:cxn modelId="{FF94CAB4-9286-4141-84EB-979B2FDA9A51}" type="presOf" srcId="{42D71409-67F9-455C-8C6D-716D284AAA6B}" destId="{658C6503-6F2C-4A55-A906-FA90C21F580A}" srcOrd="1" destOrd="0" presId="urn:microsoft.com/office/officeart/2005/8/layout/bList2"/>
    <dgm:cxn modelId="{81012CBE-36C2-47F9-8D51-53DE580B6B96}" type="presOf" srcId="{D96BD766-7A45-44C2-B6DC-068AE128BF44}" destId="{915BEB58-1C8C-4C35-8D2E-55FE4BF2AE0A}" srcOrd="0" destOrd="1" presId="urn:microsoft.com/office/officeart/2005/8/layout/bList2"/>
    <dgm:cxn modelId="{202A8BBE-35BE-4C0F-A744-3A6AA71EC868}" type="presOf" srcId="{244CE93D-3CE9-480A-BC40-D5795AE4CC61}" destId="{98224A4D-9F83-4841-913D-C6FB52C75167}" srcOrd="1" destOrd="0" presId="urn:microsoft.com/office/officeart/2005/8/layout/bList2"/>
    <dgm:cxn modelId="{E555CFC0-456A-41C0-853C-A5C184B6F026}" srcId="{244CE93D-3CE9-480A-BC40-D5795AE4CC61}" destId="{FCDCB472-5D0D-441E-9A63-91F48E5C3B9A}" srcOrd="0" destOrd="0" parTransId="{F183F53E-B9E4-483E-BB59-E567579A1D20}" sibTransId="{88085470-E458-46BB-9028-8CC37AAF17EF}"/>
    <dgm:cxn modelId="{B5563FC9-3FE2-4C67-9F49-35EE8BA2447E}" type="presOf" srcId="{F66099B6-DBBD-4AB0-82D2-877B80F846F7}" destId="{DA3211FB-EA9E-491D-B7F9-652B970913AE}" srcOrd="0" destOrd="0" presId="urn:microsoft.com/office/officeart/2005/8/layout/bList2"/>
    <dgm:cxn modelId="{746C65D4-0A32-4610-8B9B-A01592BB40A3}" srcId="{B9C32B05-62EA-407A-B21C-2310C7945705}" destId="{244CE93D-3CE9-480A-BC40-D5795AE4CC61}" srcOrd="4" destOrd="0" parTransId="{B26CFE49-55EC-4B92-8D65-F00D6B48420B}" sibTransId="{AA2C577D-A278-4959-857E-CDA154440386}"/>
    <dgm:cxn modelId="{24F8CBE2-5003-4E69-A772-6B98F2B05181}" srcId="{42D71409-67F9-455C-8C6D-716D284AAA6B}" destId="{3AF880A5-0F00-4315-A5DF-1FE656798601}" srcOrd="1" destOrd="0" parTransId="{A13BB1F9-5857-4B43-8BF5-6589AA2CB759}" sibTransId="{C198C41D-2640-4669-83ED-E0CD35701C8E}"/>
    <dgm:cxn modelId="{A2948AE6-950F-4289-A13F-1B5C08EFA883}" type="presOf" srcId="{B605B681-1ACB-4650-8600-F9223ABDDC16}" destId="{A77298C7-FE8A-432F-AB91-A965C7A4793E}" srcOrd="0" destOrd="0" presId="urn:microsoft.com/office/officeart/2005/8/layout/bList2"/>
    <dgm:cxn modelId="{F5E63DE7-E621-486A-821D-56723B2BF235}" srcId="{EE62A4F6-4AC4-435B-990E-81A71CE8CAC7}" destId="{D416A02A-0A88-4E36-B734-A21335A8DD2D}" srcOrd="1" destOrd="0" parTransId="{FC806BFF-490C-4885-AC46-7E363DD85082}" sibTransId="{D3B5DA4F-29AB-46CB-9796-98FE9606C128}"/>
    <dgm:cxn modelId="{B98ADFE7-AEB2-4A08-AB62-BA71689B1873}" type="presOf" srcId="{478B7D3C-9FB4-4BC6-90AC-49960560DECD}" destId="{BC36244B-D620-4F75-AF67-5B27F0FF0FED}" srcOrd="0" destOrd="0" presId="urn:microsoft.com/office/officeart/2005/8/layout/bList2"/>
    <dgm:cxn modelId="{58AD7EEF-D408-406B-87EE-4691D4C30668}" srcId="{42D71409-67F9-455C-8C6D-716D284AAA6B}" destId="{8EA7219F-BDB2-48EB-9EEB-3133522D132E}" srcOrd="0" destOrd="0" parTransId="{3EE8403A-CB7C-4815-85BD-AEBCAEB71B37}" sibTransId="{C94B7947-85DC-4B21-BB99-DF8438356F98}"/>
    <dgm:cxn modelId="{F1AF0AF4-6B4D-4476-BEE8-A584F791369C}" type="presOf" srcId="{CBD3BD06-5B52-457B-A709-959D97EA9FE5}" destId="{67B4435E-159F-4434-86DA-7F8D3917D15F}" srcOrd="0" destOrd="1" presId="urn:microsoft.com/office/officeart/2005/8/layout/bList2"/>
    <dgm:cxn modelId="{8ED196F6-6553-443C-AAB2-40F72E795577}" srcId="{EE62A4F6-4AC4-435B-990E-81A71CE8CAC7}" destId="{DDCF078C-D429-4F3D-A86A-601C37333F0E}" srcOrd="0" destOrd="0" parTransId="{1882E0FC-22B0-4EC0-AFEA-6913C3E42D04}" sibTransId="{E265BFA4-891C-408C-98FC-08B80CC170BD}"/>
    <dgm:cxn modelId="{BC40FFFB-B188-408E-A006-C8C37478D0D8}" type="presOf" srcId="{FCDCB472-5D0D-441E-9A63-91F48E5C3B9A}" destId="{67B4435E-159F-4434-86DA-7F8D3917D15F}" srcOrd="0" destOrd="0" presId="urn:microsoft.com/office/officeart/2005/8/layout/bList2"/>
    <dgm:cxn modelId="{C8B436FC-B783-46B4-A145-3B3B3DD3B3F9}" srcId="{B6D9DE15-697B-42C2-B6A1-CE31260EED93}" destId="{0175455E-C54B-45D4-9F64-0589EB6B3316}" srcOrd="0" destOrd="0" parTransId="{88BD4BDB-1D85-4113-AFEC-21431AF63D5F}" sibTransId="{814ADA3B-AA89-4AB7-868E-C824585A3ABB}"/>
    <dgm:cxn modelId="{5F683213-425B-4025-B9B5-650F7902321D}" type="presParOf" srcId="{C708A7D6-77B7-44F0-9B99-FACB749D6EA3}" destId="{D6E734AD-51B4-4C6D-9348-9DF13191655A}" srcOrd="0" destOrd="0" presId="urn:microsoft.com/office/officeart/2005/8/layout/bList2"/>
    <dgm:cxn modelId="{D9AF4BE6-A999-4E25-B20B-97FBA4A7FC87}" type="presParOf" srcId="{D6E734AD-51B4-4C6D-9348-9DF13191655A}" destId="{8C4AB05E-5BFF-4235-8AD5-0D7C67583321}" srcOrd="0" destOrd="0" presId="urn:microsoft.com/office/officeart/2005/8/layout/bList2"/>
    <dgm:cxn modelId="{E70CDFBA-9507-4927-9B2C-5FD5626D687F}" type="presParOf" srcId="{D6E734AD-51B4-4C6D-9348-9DF13191655A}" destId="{8B1D8085-B681-4258-92D5-34A81086CFA7}" srcOrd="1" destOrd="0" presId="urn:microsoft.com/office/officeart/2005/8/layout/bList2"/>
    <dgm:cxn modelId="{5C00C2CE-EB85-4D8C-A3AA-7AD233ABF2A6}" type="presParOf" srcId="{D6E734AD-51B4-4C6D-9348-9DF13191655A}" destId="{658C6503-6F2C-4A55-A906-FA90C21F580A}" srcOrd="2" destOrd="0" presId="urn:microsoft.com/office/officeart/2005/8/layout/bList2"/>
    <dgm:cxn modelId="{A8DE9E1D-9478-4FD5-9DAB-E69AFC740960}" type="presParOf" srcId="{D6E734AD-51B4-4C6D-9348-9DF13191655A}" destId="{33F7FFBE-3FB8-499F-BDA6-43EB4D16344F}" srcOrd="3" destOrd="0" presId="urn:microsoft.com/office/officeart/2005/8/layout/bList2"/>
    <dgm:cxn modelId="{27486160-A6E8-41E3-B231-83D3E85AB715}" type="presParOf" srcId="{C708A7D6-77B7-44F0-9B99-FACB749D6EA3}" destId="{BC36244B-D620-4F75-AF67-5B27F0FF0FED}" srcOrd="1" destOrd="0" presId="urn:microsoft.com/office/officeart/2005/8/layout/bList2"/>
    <dgm:cxn modelId="{819DAD4B-9159-48E1-A307-FEF9A71F59AB}" type="presParOf" srcId="{C708A7D6-77B7-44F0-9B99-FACB749D6EA3}" destId="{B7C92E28-E9B1-4CFC-BA77-BE3BE213DC41}" srcOrd="2" destOrd="0" presId="urn:microsoft.com/office/officeart/2005/8/layout/bList2"/>
    <dgm:cxn modelId="{B4C6DE8E-0569-47C7-AD18-88F9B9ABE126}" type="presParOf" srcId="{B7C92E28-E9B1-4CFC-BA77-BE3BE213DC41}" destId="{17B4B85E-E3BC-487A-A560-5784A58E429F}" srcOrd="0" destOrd="0" presId="urn:microsoft.com/office/officeart/2005/8/layout/bList2"/>
    <dgm:cxn modelId="{312669E8-C3D3-4DB2-AD17-67A91C64E78E}" type="presParOf" srcId="{B7C92E28-E9B1-4CFC-BA77-BE3BE213DC41}" destId="{DA3211FB-EA9E-491D-B7F9-652B970913AE}" srcOrd="1" destOrd="0" presId="urn:microsoft.com/office/officeart/2005/8/layout/bList2"/>
    <dgm:cxn modelId="{016675BF-F17A-4E2A-A19C-AC824E243B77}" type="presParOf" srcId="{B7C92E28-E9B1-4CFC-BA77-BE3BE213DC41}" destId="{CFFF9E47-E9DC-4A90-A31C-C3DA5A8497E9}" srcOrd="2" destOrd="0" presId="urn:microsoft.com/office/officeart/2005/8/layout/bList2"/>
    <dgm:cxn modelId="{BF3C62C4-A040-4D52-BB0F-649992A4493A}" type="presParOf" srcId="{B7C92E28-E9B1-4CFC-BA77-BE3BE213DC41}" destId="{028E7887-8AAD-4180-B759-B811A3F36271}" srcOrd="3" destOrd="0" presId="urn:microsoft.com/office/officeart/2005/8/layout/bList2"/>
    <dgm:cxn modelId="{704B1FBC-556E-47FA-B96A-EC9534B6B38D}" type="presParOf" srcId="{C708A7D6-77B7-44F0-9B99-FACB749D6EA3}" destId="{C777805D-627A-4836-86FE-01588AE2BA96}" srcOrd="3" destOrd="0" presId="urn:microsoft.com/office/officeart/2005/8/layout/bList2"/>
    <dgm:cxn modelId="{95C83F4D-B7AD-4790-BDD3-5EFC0AC9C317}" type="presParOf" srcId="{C708A7D6-77B7-44F0-9B99-FACB749D6EA3}" destId="{15463A23-E750-4A0E-B51B-0817B14B6B43}" srcOrd="4" destOrd="0" presId="urn:microsoft.com/office/officeart/2005/8/layout/bList2"/>
    <dgm:cxn modelId="{25B5C035-314D-4203-A40A-0FEB5A1013D4}" type="presParOf" srcId="{15463A23-E750-4A0E-B51B-0817B14B6B43}" destId="{202618DD-ECA1-4ACE-8F1D-55F115DDA975}" srcOrd="0" destOrd="0" presId="urn:microsoft.com/office/officeart/2005/8/layout/bList2"/>
    <dgm:cxn modelId="{3948DFCD-3C04-496F-A42A-66B85B6B3AA6}" type="presParOf" srcId="{15463A23-E750-4A0E-B51B-0817B14B6B43}" destId="{C5408178-BCFC-4D57-834E-58039319EACF}" srcOrd="1" destOrd="0" presId="urn:microsoft.com/office/officeart/2005/8/layout/bList2"/>
    <dgm:cxn modelId="{ABFC07D0-B64D-4CD6-B297-A57586E01C8D}" type="presParOf" srcId="{15463A23-E750-4A0E-B51B-0817B14B6B43}" destId="{24866608-D8A5-43A7-BDB0-9E2C56AD814C}" srcOrd="2" destOrd="0" presId="urn:microsoft.com/office/officeart/2005/8/layout/bList2"/>
    <dgm:cxn modelId="{79D7AA88-F21E-4651-A05F-6A5771EACF17}" type="presParOf" srcId="{15463A23-E750-4A0E-B51B-0817B14B6B43}" destId="{99FD9895-744F-4590-AA72-E31A27F40A79}" srcOrd="3" destOrd="0" presId="urn:microsoft.com/office/officeart/2005/8/layout/bList2"/>
    <dgm:cxn modelId="{46FBF2D1-B7D0-4B54-AFE9-AF554237BC0B}" type="presParOf" srcId="{C708A7D6-77B7-44F0-9B99-FACB749D6EA3}" destId="{1B0ED9BC-A7B0-4232-950A-BD518B649B7B}" srcOrd="5" destOrd="0" presId="urn:microsoft.com/office/officeart/2005/8/layout/bList2"/>
    <dgm:cxn modelId="{4DAF9832-0387-42D7-BCEB-2135FB03F47B}" type="presParOf" srcId="{C708A7D6-77B7-44F0-9B99-FACB749D6EA3}" destId="{BAF6F536-EC67-457B-848F-B8A5D6EC6179}" srcOrd="6" destOrd="0" presId="urn:microsoft.com/office/officeart/2005/8/layout/bList2"/>
    <dgm:cxn modelId="{B86461BE-908A-4544-BF65-4DD35394E18E}" type="presParOf" srcId="{BAF6F536-EC67-457B-848F-B8A5D6EC6179}" destId="{915BEB58-1C8C-4C35-8D2E-55FE4BF2AE0A}" srcOrd="0" destOrd="0" presId="urn:microsoft.com/office/officeart/2005/8/layout/bList2"/>
    <dgm:cxn modelId="{A0F72946-386A-4DE0-9E39-509228364B31}" type="presParOf" srcId="{BAF6F536-EC67-457B-848F-B8A5D6EC6179}" destId="{742703FC-BA26-474C-9415-8AFF22ABDF2E}" srcOrd="1" destOrd="0" presId="urn:microsoft.com/office/officeart/2005/8/layout/bList2"/>
    <dgm:cxn modelId="{3E659C4A-1E9F-4EE4-8C5A-694DE2FF94C5}" type="presParOf" srcId="{BAF6F536-EC67-457B-848F-B8A5D6EC6179}" destId="{72B754A0-B920-48BE-8574-7CAA63AC40A3}" srcOrd="2" destOrd="0" presId="urn:microsoft.com/office/officeart/2005/8/layout/bList2"/>
    <dgm:cxn modelId="{3797B424-E242-49E6-A68E-B9275E6585E4}" type="presParOf" srcId="{BAF6F536-EC67-457B-848F-B8A5D6EC6179}" destId="{B71F0121-8B8D-4C21-91B1-8D7184AC17F1}" srcOrd="3" destOrd="0" presId="urn:microsoft.com/office/officeart/2005/8/layout/bList2"/>
    <dgm:cxn modelId="{BBE13FA2-7148-4E54-BEFD-66EE31B3232C}" type="presParOf" srcId="{C708A7D6-77B7-44F0-9B99-FACB749D6EA3}" destId="{A77298C7-FE8A-432F-AB91-A965C7A4793E}" srcOrd="7" destOrd="0" presId="urn:microsoft.com/office/officeart/2005/8/layout/bList2"/>
    <dgm:cxn modelId="{BD6CED81-B53A-4558-91B0-62583C214673}" type="presParOf" srcId="{C708A7D6-77B7-44F0-9B99-FACB749D6EA3}" destId="{3BFCCAAC-6DCF-4698-B1D4-8C6B88C0160D}" srcOrd="8" destOrd="0" presId="urn:microsoft.com/office/officeart/2005/8/layout/bList2"/>
    <dgm:cxn modelId="{389C9E98-8AA6-45AD-A553-2F13C8B925E9}" type="presParOf" srcId="{3BFCCAAC-6DCF-4698-B1D4-8C6B88C0160D}" destId="{67B4435E-159F-4434-86DA-7F8D3917D15F}" srcOrd="0" destOrd="0" presId="urn:microsoft.com/office/officeart/2005/8/layout/bList2"/>
    <dgm:cxn modelId="{9E69BE5F-29F2-4E62-8602-BF5A2C30830A}" type="presParOf" srcId="{3BFCCAAC-6DCF-4698-B1D4-8C6B88C0160D}" destId="{AB94B2A0-C085-4EA3-B10B-04961CAD2CBE}" srcOrd="1" destOrd="0" presId="urn:microsoft.com/office/officeart/2005/8/layout/bList2"/>
    <dgm:cxn modelId="{52439393-67F6-43B6-84A4-583B9AAF193E}" type="presParOf" srcId="{3BFCCAAC-6DCF-4698-B1D4-8C6B88C0160D}" destId="{98224A4D-9F83-4841-913D-C6FB52C75167}" srcOrd="2" destOrd="0" presId="urn:microsoft.com/office/officeart/2005/8/layout/bList2"/>
    <dgm:cxn modelId="{97884455-E62E-4013-A0BE-65BAE9A7FDB2}" type="presParOf" srcId="{3BFCCAAC-6DCF-4698-B1D4-8C6B88C0160D}" destId="{51322A49-F642-43D9-9FB2-81C4F1B964F5}" srcOrd="3" destOrd="0" presId="urn:microsoft.com/office/officeart/2005/8/layout/bList2"/>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22.xml><?xml version="1.0" encoding="utf-8"?>
<dgm:dataModel xmlns:dgm="http://schemas.openxmlformats.org/drawingml/2006/diagram" xmlns:a="http://schemas.openxmlformats.org/drawingml/2006/main">
  <dgm:ptLst>
    <dgm:pt modelId="{B9C32B05-62EA-407A-B21C-2310C7945705}" type="doc">
      <dgm:prSet loTypeId="urn:microsoft.com/office/officeart/2005/8/layout/hList9" loCatId="list"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F66099B6-DBBD-4AB0-82D2-877B80F846F7}">
      <dgm:prSet phldrT="[Text]"/>
      <dgm:spPr/>
      <dgm:t>
        <a:bodyPr/>
        <a:lstStyle/>
        <a:p>
          <a:r>
            <a:rPr lang="en-US" dirty="0"/>
            <a:t>Lorem Ipsum</a:t>
          </a:r>
        </a:p>
      </dgm:t>
    </dgm:pt>
    <dgm:pt modelId="{B09C8BFB-F41C-4AC4-AB94-F216E3081C2D}" type="parTrans" cxnId="{B4F3EA32-CE64-4A92-9BAE-BC57E5392B05}">
      <dgm:prSet/>
      <dgm:spPr/>
      <dgm:t>
        <a:bodyPr/>
        <a:lstStyle/>
        <a:p>
          <a:endParaRPr lang="en-US"/>
        </a:p>
      </dgm:t>
    </dgm:pt>
    <dgm:pt modelId="{BC531B32-9B0E-482E-BF91-65C61F17168D}" type="sibTrans" cxnId="{B4F3EA32-CE64-4A92-9BAE-BC57E5392B05}">
      <dgm:prSet/>
      <dgm:spPr/>
      <dgm:t>
        <a:bodyPr/>
        <a:lstStyle/>
        <a:p>
          <a:endParaRPr lang="en-US"/>
        </a:p>
      </dgm:t>
    </dgm:pt>
    <dgm:pt modelId="{EE62A4F6-4AC4-435B-990E-81A71CE8CAC7}">
      <dgm:prSet phldrT="[Text]"/>
      <dgm:spPr/>
      <dgm:t>
        <a:bodyPr/>
        <a:lstStyle/>
        <a:p>
          <a:r>
            <a:rPr lang="en-US" dirty="0"/>
            <a:t>Lorem Ipsum</a:t>
          </a:r>
        </a:p>
      </dgm:t>
    </dgm:pt>
    <dgm:pt modelId="{F287B947-7343-4FA2-B288-B23A59FFAE31}" type="parTrans" cxnId="{3A2CECA6-0C5B-46BB-B7C6-7D37E9D210BD}">
      <dgm:prSet/>
      <dgm:spPr/>
      <dgm:t>
        <a:bodyPr/>
        <a:lstStyle/>
        <a:p>
          <a:endParaRPr lang="en-US"/>
        </a:p>
      </dgm:t>
    </dgm:pt>
    <dgm:pt modelId="{389F9A93-0231-4877-8C41-5D5B8DD7AAC0}" type="sibTrans" cxnId="{3A2CECA6-0C5B-46BB-B7C6-7D37E9D210BD}">
      <dgm:prSet/>
      <dgm:spPr/>
      <dgm:t>
        <a:bodyPr/>
        <a:lstStyle/>
        <a:p>
          <a:endParaRPr lang="en-US"/>
        </a:p>
      </dgm:t>
    </dgm:pt>
    <dgm:pt modelId="{B6D9DE15-697B-42C2-B6A1-CE31260EED93}">
      <dgm:prSet phldrT="[Text]"/>
      <dgm:spPr/>
      <dgm:t>
        <a:bodyPr/>
        <a:lstStyle/>
        <a:p>
          <a:r>
            <a:rPr lang="en-US" dirty="0"/>
            <a:t>Lorem Ipsum</a:t>
          </a:r>
        </a:p>
      </dgm:t>
    </dgm:pt>
    <dgm:pt modelId="{EAC9FC21-5112-4CCF-8070-06ED15ED24ED}" type="parTrans" cxnId="{40513FB0-F94C-499F-9A0B-9E0341D0A0C2}">
      <dgm:prSet/>
      <dgm:spPr/>
      <dgm:t>
        <a:bodyPr/>
        <a:lstStyle/>
        <a:p>
          <a:endParaRPr lang="en-US"/>
        </a:p>
      </dgm:t>
    </dgm:pt>
    <dgm:pt modelId="{B605B681-1ACB-4650-8600-F9223ABDDC16}" type="sibTrans" cxnId="{40513FB0-F94C-499F-9A0B-9E0341D0A0C2}">
      <dgm:prSet/>
      <dgm:spPr/>
      <dgm:t>
        <a:bodyPr/>
        <a:lstStyle/>
        <a:p>
          <a:endParaRPr lang="en-US"/>
        </a:p>
      </dgm:t>
    </dgm:pt>
    <dgm:pt modelId="{0EA745D5-428F-4D5C-AADF-1A96E85161E7}">
      <dgm:prSet phldrT="[Text]"/>
      <dgm:spPr/>
      <dgm:t>
        <a:bodyPr/>
        <a:lstStyle/>
        <a:p>
          <a:r>
            <a:rPr lang="en-US" dirty="0">
              <a:solidFill>
                <a:schemeClr val="tx2"/>
              </a:solidFill>
            </a:rPr>
            <a:t>Some text here</a:t>
          </a:r>
        </a:p>
      </dgm:t>
    </dgm:pt>
    <dgm:pt modelId="{DBA0E632-E894-43B8-B0AA-76DBC77522D8}" type="parTrans" cxnId="{65964460-54A2-44FA-AD79-A0268BB75281}">
      <dgm:prSet/>
      <dgm:spPr/>
      <dgm:t>
        <a:bodyPr/>
        <a:lstStyle/>
        <a:p>
          <a:endParaRPr lang="en-US"/>
        </a:p>
      </dgm:t>
    </dgm:pt>
    <dgm:pt modelId="{9D3AB27B-1908-461A-BEE2-969CA37A217E}" type="sibTrans" cxnId="{65964460-54A2-44FA-AD79-A0268BB75281}">
      <dgm:prSet/>
      <dgm:spPr/>
      <dgm:t>
        <a:bodyPr/>
        <a:lstStyle/>
        <a:p>
          <a:endParaRPr lang="en-US"/>
        </a:p>
      </dgm:t>
    </dgm:pt>
    <dgm:pt modelId="{9C04EBBD-0E55-476C-84D9-CBC1165B595D}">
      <dgm:prSet phldrT="[Text]"/>
      <dgm:spPr/>
      <dgm:t>
        <a:bodyPr/>
        <a:lstStyle/>
        <a:p>
          <a:r>
            <a:rPr lang="en-US" dirty="0">
              <a:solidFill>
                <a:schemeClr val="tx2"/>
              </a:solidFill>
            </a:rPr>
            <a:t>Some text here</a:t>
          </a:r>
        </a:p>
      </dgm:t>
    </dgm:pt>
    <dgm:pt modelId="{1952C8AA-5ECB-44E7-9B62-FC2B5553327C}" type="parTrans" cxnId="{A4F5A327-5D04-4212-8A73-47207EA277DA}">
      <dgm:prSet/>
      <dgm:spPr/>
      <dgm:t>
        <a:bodyPr/>
        <a:lstStyle/>
        <a:p>
          <a:endParaRPr lang="en-US"/>
        </a:p>
      </dgm:t>
    </dgm:pt>
    <dgm:pt modelId="{864DC512-3D32-4CE4-804B-7749D212AA67}" type="sibTrans" cxnId="{A4F5A327-5D04-4212-8A73-47207EA277DA}">
      <dgm:prSet/>
      <dgm:spPr/>
      <dgm:t>
        <a:bodyPr/>
        <a:lstStyle/>
        <a:p>
          <a:endParaRPr lang="en-US"/>
        </a:p>
      </dgm:t>
    </dgm:pt>
    <dgm:pt modelId="{FE393C91-63FB-4408-BF43-D1692D15205B}">
      <dgm:prSet phldrT="[Text]"/>
      <dgm:spPr/>
      <dgm:t>
        <a:bodyPr/>
        <a:lstStyle/>
        <a:p>
          <a:r>
            <a:rPr lang="en-US" dirty="0">
              <a:solidFill>
                <a:schemeClr val="tx2"/>
              </a:solidFill>
            </a:rPr>
            <a:t>Some text here</a:t>
          </a:r>
        </a:p>
      </dgm:t>
    </dgm:pt>
    <dgm:pt modelId="{C95BAB6F-D0B7-4837-8513-9422C5337751}" type="parTrans" cxnId="{3F646274-C124-44E0-B857-0593CEC2FC55}">
      <dgm:prSet/>
      <dgm:spPr/>
      <dgm:t>
        <a:bodyPr/>
        <a:lstStyle/>
        <a:p>
          <a:endParaRPr lang="en-US"/>
        </a:p>
      </dgm:t>
    </dgm:pt>
    <dgm:pt modelId="{1520A8BC-6153-42C0-956B-3D420C7BD4B5}" type="sibTrans" cxnId="{3F646274-C124-44E0-B857-0593CEC2FC55}">
      <dgm:prSet/>
      <dgm:spPr/>
      <dgm:t>
        <a:bodyPr/>
        <a:lstStyle/>
        <a:p>
          <a:endParaRPr lang="en-US"/>
        </a:p>
      </dgm:t>
    </dgm:pt>
    <dgm:pt modelId="{336AF9DC-C0A4-45F7-851B-F8E3CC735490}">
      <dgm:prSet phldrT="[Text]"/>
      <dgm:spPr/>
      <dgm:t>
        <a:bodyPr/>
        <a:lstStyle/>
        <a:p>
          <a:r>
            <a:rPr lang="en-US" dirty="0">
              <a:solidFill>
                <a:schemeClr val="tx2"/>
              </a:solidFill>
            </a:rPr>
            <a:t>Some text here</a:t>
          </a:r>
        </a:p>
      </dgm:t>
    </dgm:pt>
    <dgm:pt modelId="{5B441FF3-DDCC-4482-A7A1-A46C28FB200A}" type="parTrans" cxnId="{7DD4448B-BAE3-45FD-8060-4494DA3DF3F6}">
      <dgm:prSet/>
      <dgm:spPr/>
      <dgm:t>
        <a:bodyPr/>
        <a:lstStyle/>
        <a:p>
          <a:endParaRPr lang="en-US"/>
        </a:p>
      </dgm:t>
    </dgm:pt>
    <dgm:pt modelId="{31C3D743-FA24-4373-85C4-E50D0CD7C345}" type="sibTrans" cxnId="{7DD4448B-BAE3-45FD-8060-4494DA3DF3F6}">
      <dgm:prSet/>
      <dgm:spPr/>
      <dgm:t>
        <a:bodyPr/>
        <a:lstStyle/>
        <a:p>
          <a:endParaRPr lang="en-US"/>
        </a:p>
      </dgm:t>
    </dgm:pt>
    <dgm:pt modelId="{F0A0FC2F-7819-4CE1-96E4-A0A3943FEA1E}">
      <dgm:prSet phldrT="[Text]"/>
      <dgm:spPr/>
      <dgm:t>
        <a:bodyPr/>
        <a:lstStyle/>
        <a:p>
          <a:r>
            <a:rPr lang="en-US" dirty="0">
              <a:solidFill>
                <a:schemeClr val="tx2"/>
              </a:solidFill>
            </a:rPr>
            <a:t>Some text here</a:t>
          </a:r>
        </a:p>
      </dgm:t>
    </dgm:pt>
    <dgm:pt modelId="{8A0C3123-DB26-400E-B13D-C21ABD5D76BF}" type="parTrans" cxnId="{5FAAD310-A74B-470D-87FF-984D1AEF54BD}">
      <dgm:prSet/>
      <dgm:spPr/>
      <dgm:t>
        <a:bodyPr/>
        <a:lstStyle/>
        <a:p>
          <a:endParaRPr lang="en-US"/>
        </a:p>
      </dgm:t>
    </dgm:pt>
    <dgm:pt modelId="{64C4460E-74BF-4CD5-B194-3149A9750CB7}" type="sibTrans" cxnId="{5FAAD310-A74B-470D-87FF-984D1AEF54BD}">
      <dgm:prSet/>
      <dgm:spPr/>
      <dgm:t>
        <a:bodyPr/>
        <a:lstStyle/>
        <a:p>
          <a:endParaRPr lang="en-US"/>
        </a:p>
      </dgm:t>
    </dgm:pt>
    <dgm:pt modelId="{F8737C56-B5D3-4750-A692-744599879C31}">
      <dgm:prSet phldrT="[Text]"/>
      <dgm:spPr/>
      <dgm:t>
        <a:bodyPr/>
        <a:lstStyle/>
        <a:p>
          <a:r>
            <a:rPr lang="en-US" dirty="0">
              <a:solidFill>
                <a:schemeClr val="tx2"/>
              </a:solidFill>
            </a:rPr>
            <a:t>Some text here</a:t>
          </a:r>
        </a:p>
      </dgm:t>
    </dgm:pt>
    <dgm:pt modelId="{9A47DA4A-A153-4AE2-89ED-7941E3E9EB65}" type="parTrans" cxnId="{CF573B89-265F-40DC-A16C-3DD61632778F}">
      <dgm:prSet/>
      <dgm:spPr/>
      <dgm:t>
        <a:bodyPr/>
        <a:lstStyle/>
        <a:p>
          <a:endParaRPr lang="en-US"/>
        </a:p>
      </dgm:t>
    </dgm:pt>
    <dgm:pt modelId="{BC32E1B0-84AC-4D92-8483-55B3E81FDE51}" type="sibTrans" cxnId="{CF573B89-265F-40DC-A16C-3DD61632778F}">
      <dgm:prSet/>
      <dgm:spPr/>
      <dgm:t>
        <a:bodyPr/>
        <a:lstStyle/>
        <a:p>
          <a:endParaRPr lang="en-US"/>
        </a:p>
      </dgm:t>
    </dgm:pt>
    <dgm:pt modelId="{CEFF8792-976A-4FA2-9C3F-6EC7BEF69F66}">
      <dgm:prSet phldrT="[Text]"/>
      <dgm:spPr/>
      <dgm:t>
        <a:bodyPr/>
        <a:lstStyle/>
        <a:p>
          <a:r>
            <a:rPr lang="en-US" dirty="0">
              <a:solidFill>
                <a:schemeClr val="tx2"/>
              </a:solidFill>
            </a:rPr>
            <a:t>Some text here</a:t>
          </a:r>
        </a:p>
      </dgm:t>
    </dgm:pt>
    <dgm:pt modelId="{DDAEF2AF-969E-4A16-A0FD-939C066A4393}" type="parTrans" cxnId="{BEBC6F4B-5489-48C5-8BC2-BE1292A553EB}">
      <dgm:prSet/>
      <dgm:spPr/>
      <dgm:t>
        <a:bodyPr/>
        <a:lstStyle/>
        <a:p>
          <a:endParaRPr lang="en-US"/>
        </a:p>
      </dgm:t>
    </dgm:pt>
    <dgm:pt modelId="{9B90F760-530F-49BE-BC47-E438A55AECBD}" type="sibTrans" cxnId="{BEBC6F4B-5489-48C5-8BC2-BE1292A553EB}">
      <dgm:prSet/>
      <dgm:spPr/>
      <dgm:t>
        <a:bodyPr/>
        <a:lstStyle/>
        <a:p>
          <a:endParaRPr lang="en-US"/>
        </a:p>
      </dgm:t>
    </dgm:pt>
    <dgm:pt modelId="{728046C6-7762-43B4-9165-B8C39CEBFE8F}">
      <dgm:prSet phldrT="[Text]"/>
      <dgm:spPr/>
      <dgm:t>
        <a:bodyPr/>
        <a:lstStyle/>
        <a:p>
          <a:r>
            <a:rPr lang="en-US" dirty="0">
              <a:solidFill>
                <a:schemeClr val="tx2"/>
              </a:solidFill>
            </a:rPr>
            <a:t>Some text here</a:t>
          </a:r>
        </a:p>
      </dgm:t>
    </dgm:pt>
    <dgm:pt modelId="{17FF9547-C5C7-4F46-BE48-3177B6566DF3}" type="parTrans" cxnId="{7AF3CBB5-892E-49BB-AADA-74688E300136}">
      <dgm:prSet/>
      <dgm:spPr/>
      <dgm:t>
        <a:bodyPr/>
        <a:lstStyle/>
        <a:p>
          <a:endParaRPr lang="en-US"/>
        </a:p>
      </dgm:t>
    </dgm:pt>
    <dgm:pt modelId="{B80C0C01-B3CF-4AA2-9E2D-927960DA4174}" type="sibTrans" cxnId="{7AF3CBB5-892E-49BB-AADA-74688E300136}">
      <dgm:prSet/>
      <dgm:spPr/>
      <dgm:t>
        <a:bodyPr/>
        <a:lstStyle/>
        <a:p>
          <a:endParaRPr lang="en-US"/>
        </a:p>
      </dgm:t>
    </dgm:pt>
    <dgm:pt modelId="{9C337A07-A262-4765-B8C7-E5A34F15D6EF}">
      <dgm:prSet phldrT="[Text]"/>
      <dgm:spPr/>
      <dgm:t>
        <a:bodyPr/>
        <a:lstStyle/>
        <a:p>
          <a:r>
            <a:rPr lang="en-US" dirty="0">
              <a:solidFill>
                <a:schemeClr val="tx2"/>
              </a:solidFill>
            </a:rPr>
            <a:t>Some text here</a:t>
          </a:r>
        </a:p>
      </dgm:t>
    </dgm:pt>
    <dgm:pt modelId="{417B4E12-41AC-4ED3-9B5A-D9C07F0BB2E8}" type="parTrans" cxnId="{94541574-DE68-4B47-890C-93E76C8CA712}">
      <dgm:prSet/>
      <dgm:spPr/>
      <dgm:t>
        <a:bodyPr/>
        <a:lstStyle/>
        <a:p>
          <a:endParaRPr lang="en-US"/>
        </a:p>
      </dgm:t>
    </dgm:pt>
    <dgm:pt modelId="{04CBD4A0-C759-48AE-AF7F-1CA5B5E8C6D2}" type="sibTrans" cxnId="{94541574-DE68-4B47-890C-93E76C8CA712}">
      <dgm:prSet/>
      <dgm:spPr/>
      <dgm:t>
        <a:bodyPr/>
        <a:lstStyle/>
        <a:p>
          <a:endParaRPr lang="en-US"/>
        </a:p>
      </dgm:t>
    </dgm:pt>
    <dgm:pt modelId="{B45742A4-71D7-4426-BE12-E70522A21847}">
      <dgm:prSet phldrT="[Text]"/>
      <dgm:spPr/>
      <dgm:t>
        <a:bodyPr/>
        <a:lstStyle/>
        <a:p>
          <a:r>
            <a:rPr lang="en-US" dirty="0">
              <a:solidFill>
                <a:schemeClr val="tx2"/>
              </a:solidFill>
            </a:rPr>
            <a:t>Some text here</a:t>
          </a:r>
        </a:p>
      </dgm:t>
    </dgm:pt>
    <dgm:pt modelId="{523CD279-64A3-4AC2-85D1-5541C7334607}" type="parTrans" cxnId="{666300D2-D956-433F-B26B-83FBC6380B74}">
      <dgm:prSet/>
      <dgm:spPr/>
      <dgm:t>
        <a:bodyPr/>
        <a:lstStyle/>
        <a:p>
          <a:endParaRPr lang="en-US"/>
        </a:p>
      </dgm:t>
    </dgm:pt>
    <dgm:pt modelId="{11F0D363-051E-4380-9237-F4825F66D141}" type="sibTrans" cxnId="{666300D2-D956-433F-B26B-83FBC6380B74}">
      <dgm:prSet/>
      <dgm:spPr/>
      <dgm:t>
        <a:bodyPr/>
        <a:lstStyle/>
        <a:p>
          <a:endParaRPr lang="en-US"/>
        </a:p>
      </dgm:t>
    </dgm:pt>
    <dgm:pt modelId="{C14C564F-4F24-4D88-B15C-4EB232D69593}">
      <dgm:prSet phldrT="[Text]"/>
      <dgm:spPr/>
      <dgm:t>
        <a:bodyPr/>
        <a:lstStyle/>
        <a:p>
          <a:r>
            <a:rPr lang="en-US" dirty="0">
              <a:solidFill>
                <a:schemeClr val="tx2"/>
              </a:solidFill>
            </a:rPr>
            <a:t>Some text here</a:t>
          </a:r>
        </a:p>
      </dgm:t>
    </dgm:pt>
    <dgm:pt modelId="{D4F10852-9151-4D14-A079-24DCFBEFC6A2}" type="parTrans" cxnId="{3A2CA514-9A4A-494F-B775-9A3975A0737F}">
      <dgm:prSet/>
      <dgm:spPr/>
      <dgm:t>
        <a:bodyPr/>
        <a:lstStyle/>
        <a:p>
          <a:endParaRPr lang="en-US"/>
        </a:p>
      </dgm:t>
    </dgm:pt>
    <dgm:pt modelId="{97BED658-E0FA-4899-8DA3-D6D17241B4F9}" type="sibTrans" cxnId="{3A2CA514-9A4A-494F-B775-9A3975A0737F}">
      <dgm:prSet/>
      <dgm:spPr/>
      <dgm:t>
        <a:bodyPr/>
        <a:lstStyle/>
        <a:p>
          <a:endParaRPr lang="en-US"/>
        </a:p>
      </dgm:t>
    </dgm:pt>
    <dgm:pt modelId="{ACC3FAAF-0CD7-43DB-B4E4-6449C6113DA3}">
      <dgm:prSet phldrT="[Text]"/>
      <dgm:spPr/>
      <dgm:t>
        <a:bodyPr/>
        <a:lstStyle/>
        <a:p>
          <a:r>
            <a:rPr lang="en-US" dirty="0">
              <a:solidFill>
                <a:schemeClr val="tx2"/>
              </a:solidFill>
            </a:rPr>
            <a:t>Some text here</a:t>
          </a:r>
        </a:p>
      </dgm:t>
    </dgm:pt>
    <dgm:pt modelId="{61CEC2C9-E91A-493E-9C30-F7AC295F5960}" type="parTrans" cxnId="{502ABB81-8867-4E0D-AE59-4785A70A2777}">
      <dgm:prSet/>
      <dgm:spPr/>
      <dgm:t>
        <a:bodyPr/>
        <a:lstStyle/>
        <a:p>
          <a:endParaRPr lang="en-US"/>
        </a:p>
      </dgm:t>
    </dgm:pt>
    <dgm:pt modelId="{BA86A532-3971-488A-949F-0925BAB8BCC1}" type="sibTrans" cxnId="{502ABB81-8867-4E0D-AE59-4785A70A2777}">
      <dgm:prSet/>
      <dgm:spPr/>
      <dgm:t>
        <a:bodyPr/>
        <a:lstStyle/>
        <a:p>
          <a:endParaRPr lang="en-US"/>
        </a:p>
      </dgm:t>
    </dgm:pt>
    <dgm:pt modelId="{B8E51789-13F6-4EF3-A740-D992CE0E821D}">
      <dgm:prSet phldrT="[Text]"/>
      <dgm:spPr/>
      <dgm:t>
        <a:bodyPr/>
        <a:lstStyle/>
        <a:p>
          <a:r>
            <a:rPr lang="en-US" dirty="0">
              <a:solidFill>
                <a:schemeClr val="tx2"/>
              </a:solidFill>
            </a:rPr>
            <a:t>Some text here</a:t>
          </a:r>
        </a:p>
      </dgm:t>
    </dgm:pt>
    <dgm:pt modelId="{CA4EBCE5-72FB-4C6A-8F5E-22EE08EB9B8C}" type="parTrans" cxnId="{3AB61084-8201-4AB6-B9E8-9997316DFDC5}">
      <dgm:prSet/>
      <dgm:spPr/>
      <dgm:t>
        <a:bodyPr/>
        <a:lstStyle/>
        <a:p>
          <a:endParaRPr lang="en-US"/>
        </a:p>
      </dgm:t>
    </dgm:pt>
    <dgm:pt modelId="{0C122EDC-5FFD-4023-AF74-DE32CE8781FF}" type="sibTrans" cxnId="{3AB61084-8201-4AB6-B9E8-9997316DFDC5}">
      <dgm:prSet/>
      <dgm:spPr/>
      <dgm:t>
        <a:bodyPr/>
        <a:lstStyle/>
        <a:p>
          <a:endParaRPr lang="en-US"/>
        </a:p>
      </dgm:t>
    </dgm:pt>
    <dgm:pt modelId="{6135151B-8635-4FFD-8B1D-DADAF0BDA891}">
      <dgm:prSet phldrT="[Text]"/>
      <dgm:spPr/>
      <dgm:t>
        <a:bodyPr/>
        <a:lstStyle/>
        <a:p>
          <a:r>
            <a:rPr lang="en-US" dirty="0">
              <a:solidFill>
                <a:schemeClr val="tx2"/>
              </a:solidFill>
            </a:rPr>
            <a:t>Some text here</a:t>
          </a:r>
        </a:p>
      </dgm:t>
    </dgm:pt>
    <dgm:pt modelId="{E1019A25-4AA5-49AF-ADEB-8AFB046A37F6}" type="parTrans" cxnId="{B00C7ACC-0CDC-44CD-AF4E-109E3DE58723}">
      <dgm:prSet/>
      <dgm:spPr/>
      <dgm:t>
        <a:bodyPr/>
        <a:lstStyle/>
        <a:p>
          <a:endParaRPr lang="en-US"/>
        </a:p>
      </dgm:t>
    </dgm:pt>
    <dgm:pt modelId="{7F4A4BF5-4F3A-40B7-B9BA-035EC2B39151}" type="sibTrans" cxnId="{B00C7ACC-0CDC-44CD-AF4E-109E3DE58723}">
      <dgm:prSet/>
      <dgm:spPr/>
      <dgm:t>
        <a:bodyPr/>
        <a:lstStyle/>
        <a:p>
          <a:endParaRPr lang="en-US"/>
        </a:p>
      </dgm:t>
    </dgm:pt>
    <dgm:pt modelId="{21F97CC3-07D9-491B-ADCA-4227C2C8FFF7}">
      <dgm:prSet phldrT="[Text]"/>
      <dgm:spPr/>
      <dgm:t>
        <a:bodyPr/>
        <a:lstStyle/>
        <a:p>
          <a:r>
            <a:rPr lang="en-US" dirty="0">
              <a:solidFill>
                <a:schemeClr val="tx2"/>
              </a:solidFill>
            </a:rPr>
            <a:t>Some text here</a:t>
          </a:r>
        </a:p>
      </dgm:t>
    </dgm:pt>
    <dgm:pt modelId="{BEA26B5C-6FE7-43DD-A0F9-5FCB50131FB6}" type="parTrans" cxnId="{A2371543-D43E-4B32-B9E9-AED0215946CF}">
      <dgm:prSet/>
      <dgm:spPr/>
      <dgm:t>
        <a:bodyPr/>
        <a:lstStyle/>
        <a:p>
          <a:endParaRPr lang="en-US"/>
        </a:p>
      </dgm:t>
    </dgm:pt>
    <dgm:pt modelId="{00509C53-1F9B-4E17-88A3-2B90463C8279}" type="sibTrans" cxnId="{A2371543-D43E-4B32-B9E9-AED0215946CF}">
      <dgm:prSet/>
      <dgm:spPr/>
      <dgm:t>
        <a:bodyPr/>
        <a:lstStyle/>
        <a:p>
          <a:endParaRPr lang="en-US"/>
        </a:p>
      </dgm:t>
    </dgm:pt>
    <dgm:pt modelId="{DF604A20-4FB9-4045-8982-E0B3F36EA4B2}">
      <dgm:prSet phldrT="[Text]"/>
      <dgm:spPr/>
      <dgm:t>
        <a:bodyPr/>
        <a:lstStyle/>
        <a:p>
          <a:r>
            <a:rPr lang="en-US" dirty="0">
              <a:solidFill>
                <a:schemeClr val="tx2"/>
              </a:solidFill>
            </a:rPr>
            <a:t>Some text here</a:t>
          </a:r>
        </a:p>
      </dgm:t>
    </dgm:pt>
    <dgm:pt modelId="{9579386E-178C-4DF5-BC62-83800FF8CCD8}" type="parTrans" cxnId="{20B75E0B-3F62-4522-9255-9B04C9B28E97}">
      <dgm:prSet/>
      <dgm:spPr/>
      <dgm:t>
        <a:bodyPr/>
        <a:lstStyle/>
        <a:p>
          <a:endParaRPr lang="en-US"/>
        </a:p>
      </dgm:t>
    </dgm:pt>
    <dgm:pt modelId="{4960E0AC-2AE3-43E3-A745-6BCBAFDB00ED}" type="sibTrans" cxnId="{20B75E0B-3F62-4522-9255-9B04C9B28E97}">
      <dgm:prSet/>
      <dgm:spPr/>
      <dgm:t>
        <a:bodyPr/>
        <a:lstStyle/>
        <a:p>
          <a:endParaRPr lang="en-US"/>
        </a:p>
      </dgm:t>
    </dgm:pt>
    <dgm:pt modelId="{289E86CC-9757-42EC-B3EB-BE23E525281C}" type="pres">
      <dgm:prSet presAssocID="{B9C32B05-62EA-407A-B21C-2310C7945705}" presName="list" presStyleCnt="0">
        <dgm:presLayoutVars>
          <dgm:dir/>
          <dgm:animLvl val="lvl"/>
        </dgm:presLayoutVars>
      </dgm:prSet>
      <dgm:spPr/>
    </dgm:pt>
    <dgm:pt modelId="{B0BF442B-A6E6-445E-9243-B1AA1D42632B}" type="pres">
      <dgm:prSet presAssocID="{42D71409-67F9-455C-8C6D-716D284AAA6B}" presName="posSpace" presStyleCnt="0"/>
      <dgm:spPr/>
    </dgm:pt>
    <dgm:pt modelId="{822DDD33-4213-45F8-90C6-EC15A023E7AB}" type="pres">
      <dgm:prSet presAssocID="{42D71409-67F9-455C-8C6D-716D284AAA6B}" presName="vertFlow" presStyleCnt="0"/>
      <dgm:spPr/>
    </dgm:pt>
    <dgm:pt modelId="{3E006F65-6951-4664-A42C-A1CB1FA107B5}" type="pres">
      <dgm:prSet presAssocID="{42D71409-67F9-455C-8C6D-716D284AAA6B}" presName="topSpace" presStyleCnt="0"/>
      <dgm:spPr/>
    </dgm:pt>
    <dgm:pt modelId="{62164F14-B179-4BBE-A800-48362CEF9C50}" type="pres">
      <dgm:prSet presAssocID="{42D71409-67F9-455C-8C6D-716D284AAA6B}" presName="firstComp" presStyleCnt="0"/>
      <dgm:spPr/>
    </dgm:pt>
    <dgm:pt modelId="{9D2DA5AE-4152-4CC1-B75E-F387689D3DF0}" type="pres">
      <dgm:prSet presAssocID="{42D71409-67F9-455C-8C6D-716D284AAA6B}" presName="firstChild" presStyleLbl="bgAccFollowNode1" presStyleIdx="0" presStyleCnt="16"/>
      <dgm:spPr/>
    </dgm:pt>
    <dgm:pt modelId="{363B857E-C2E8-4F7B-87DD-E86FE5EE8A3E}" type="pres">
      <dgm:prSet presAssocID="{42D71409-67F9-455C-8C6D-716D284AAA6B}" presName="firstChildTx" presStyleLbl="bgAccFollowNode1" presStyleIdx="0" presStyleCnt="16">
        <dgm:presLayoutVars>
          <dgm:bulletEnabled val="1"/>
        </dgm:presLayoutVars>
      </dgm:prSet>
      <dgm:spPr/>
    </dgm:pt>
    <dgm:pt modelId="{957CEF71-DC81-4C3D-8F3A-BA621FE3BB42}" type="pres">
      <dgm:prSet presAssocID="{9C04EBBD-0E55-476C-84D9-CBC1165B595D}" presName="comp" presStyleCnt="0"/>
      <dgm:spPr/>
    </dgm:pt>
    <dgm:pt modelId="{8FB9636C-0411-4AF3-8259-9824D6BEF0EC}" type="pres">
      <dgm:prSet presAssocID="{9C04EBBD-0E55-476C-84D9-CBC1165B595D}" presName="child" presStyleLbl="bgAccFollowNode1" presStyleIdx="1" presStyleCnt="16"/>
      <dgm:spPr/>
    </dgm:pt>
    <dgm:pt modelId="{3F7A825D-AC07-4F70-BAC0-7BC9D5657167}" type="pres">
      <dgm:prSet presAssocID="{9C04EBBD-0E55-476C-84D9-CBC1165B595D}" presName="childTx" presStyleLbl="bgAccFollowNode1" presStyleIdx="1" presStyleCnt="16">
        <dgm:presLayoutVars>
          <dgm:bulletEnabled val="1"/>
        </dgm:presLayoutVars>
      </dgm:prSet>
      <dgm:spPr/>
    </dgm:pt>
    <dgm:pt modelId="{F7701BA5-A6F6-4C55-986F-95EF0717B562}" type="pres">
      <dgm:prSet presAssocID="{FE393C91-63FB-4408-BF43-D1692D15205B}" presName="comp" presStyleCnt="0"/>
      <dgm:spPr/>
    </dgm:pt>
    <dgm:pt modelId="{00FB1473-E296-4F1E-A5A8-0DD1DD9A91EA}" type="pres">
      <dgm:prSet presAssocID="{FE393C91-63FB-4408-BF43-D1692D15205B}" presName="child" presStyleLbl="bgAccFollowNode1" presStyleIdx="2" presStyleCnt="16"/>
      <dgm:spPr/>
    </dgm:pt>
    <dgm:pt modelId="{EEABF636-FFF5-45C3-B7C0-06943430318E}" type="pres">
      <dgm:prSet presAssocID="{FE393C91-63FB-4408-BF43-D1692D15205B}" presName="childTx" presStyleLbl="bgAccFollowNode1" presStyleIdx="2" presStyleCnt="16">
        <dgm:presLayoutVars>
          <dgm:bulletEnabled val="1"/>
        </dgm:presLayoutVars>
      </dgm:prSet>
      <dgm:spPr/>
    </dgm:pt>
    <dgm:pt modelId="{F04DDC71-83CE-4EB9-98A7-6CD15915ECEA}" type="pres">
      <dgm:prSet presAssocID="{336AF9DC-C0A4-45F7-851B-F8E3CC735490}" presName="comp" presStyleCnt="0"/>
      <dgm:spPr/>
    </dgm:pt>
    <dgm:pt modelId="{A92AD911-E583-4C4B-B079-7A825DCFEC66}" type="pres">
      <dgm:prSet presAssocID="{336AF9DC-C0A4-45F7-851B-F8E3CC735490}" presName="child" presStyleLbl="bgAccFollowNode1" presStyleIdx="3" presStyleCnt="16"/>
      <dgm:spPr/>
    </dgm:pt>
    <dgm:pt modelId="{A1F1D254-F041-4845-AC90-8CF8C39204F3}" type="pres">
      <dgm:prSet presAssocID="{336AF9DC-C0A4-45F7-851B-F8E3CC735490}" presName="childTx" presStyleLbl="bgAccFollowNode1" presStyleIdx="3" presStyleCnt="16">
        <dgm:presLayoutVars>
          <dgm:bulletEnabled val="1"/>
        </dgm:presLayoutVars>
      </dgm:prSet>
      <dgm:spPr/>
    </dgm:pt>
    <dgm:pt modelId="{2AE8B095-69DF-4AC4-BC60-1633571AC99F}" type="pres">
      <dgm:prSet presAssocID="{42D71409-67F9-455C-8C6D-716D284AAA6B}" presName="negSpace" presStyleCnt="0"/>
      <dgm:spPr/>
    </dgm:pt>
    <dgm:pt modelId="{A8AF6702-A732-46FD-BD02-E354E595B25A}" type="pres">
      <dgm:prSet presAssocID="{42D71409-67F9-455C-8C6D-716D284AAA6B}" presName="circle" presStyleLbl="node1" presStyleIdx="0" presStyleCnt="4"/>
      <dgm:spPr/>
    </dgm:pt>
    <dgm:pt modelId="{DD3A1A6E-8DD8-40DE-AD3C-F453FE7B1287}" type="pres">
      <dgm:prSet presAssocID="{478B7D3C-9FB4-4BC6-90AC-49960560DECD}" presName="transSpace" presStyleCnt="0"/>
      <dgm:spPr/>
    </dgm:pt>
    <dgm:pt modelId="{1F0E2443-3D9F-4DF8-9B23-736B6627C25A}" type="pres">
      <dgm:prSet presAssocID="{F66099B6-DBBD-4AB0-82D2-877B80F846F7}" presName="posSpace" presStyleCnt="0"/>
      <dgm:spPr/>
    </dgm:pt>
    <dgm:pt modelId="{D54D3BEC-6AAD-4365-BBA4-64EF7326EEB4}" type="pres">
      <dgm:prSet presAssocID="{F66099B6-DBBD-4AB0-82D2-877B80F846F7}" presName="vertFlow" presStyleCnt="0"/>
      <dgm:spPr/>
    </dgm:pt>
    <dgm:pt modelId="{F8A5E85E-FF86-4BA1-9A12-6C771F1D49D5}" type="pres">
      <dgm:prSet presAssocID="{F66099B6-DBBD-4AB0-82D2-877B80F846F7}" presName="topSpace" presStyleCnt="0"/>
      <dgm:spPr/>
    </dgm:pt>
    <dgm:pt modelId="{85DA8EB1-4AC7-4D0F-BA64-C95436719F51}" type="pres">
      <dgm:prSet presAssocID="{F66099B6-DBBD-4AB0-82D2-877B80F846F7}" presName="firstComp" presStyleCnt="0"/>
      <dgm:spPr/>
    </dgm:pt>
    <dgm:pt modelId="{6DEEF566-FDAD-43B3-B557-2194C32F3E74}" type="pres">
      <dgm:prSet presAssocID="{F66099B6-DBBD-4AB0-82D2-877B80F846F7}" presName="firstChild" presStyleLbl="bgAccFollowNode1" presStyleIdx="4" presStyleCnt="16"/>
      <dgm:spPr/>
    </dgm:pt>
    <dgm:pt modelId="{38467B9A-9473-4148-B8E9-F1E4B2E27788}" type="pres">
      <dgm:prSet presAssocID="{F66099B6-DBBD-4AB0-82D2-877B80F846F7}" presName="firstChildTx" presStyleLbl="bgAccFollowNode1" presStyleIdx="4" presStyleCnt="16">
        <dgm:presLayoutVars>
          <dgm:bulletEnabled val="1"/>
        </dgm:presLayoutVars>
      </dgm:prSet>
      <dgm:spPr/>
    </dgm:pt>
    <dgm:pt modelId="{0C8D5BD6-77A8-44C6-A450-C3C8F1F03034}" type="pres">
      <dgm:prSet presAssocID="{F8737C56-B5D3-4750-A692-744599879C31}" presName="comp" presStyleCnt="0"/>
      <dgm:spPr/>
    </dgm:pt>
    <dgm:pt modelId="{4EB6BC28-78F4-4E7F-B69A-DAA451C54E00}" type="pres">
      <dgm:prSet presAssocID="{F8737C56-B5D3-4750-A692-744599879C31}" presName="child" presStyleLbl="bgAccFollowNode1" presStyleIdx="5" presStyleCnt="16"/>
      <dgm:spPr/>
    </dgm:pt>
    <dgm:pt modelId="{80149511-C837-4774-BD69-5C4786266A13}" type="pres">
      <dgm:prSet presAssocID="{F8737C56-B5D3-4750-A692-744599879C31}" presName="childTx" presStyleLbl="bgAccFollowNode1" presStyleIdx="5" presStyleCnt="16">
        <dgm:presLayoutVars>
          <dgm:bulletEnabled val="1"/>
        </dgm:presLayoutVars>
      </dgm:prSet>
      <dgm:spPr/>
    </dgm:pt>
    <dgm:pt modelId="{9403AFE6-C7CC-4925-A13C-3D43DB136151}" type="pres">
      <dgm:prSet presAssocID="{CEFF8792-976A-4FA2-9C3F-6EC7BEF69F66}" presName="comp" presStyleCnt="0"/>
      <dgm:spPr/>
    </dgm:pt>
    <dgm:pt modelId="{B5863A7D-832D-44DB-BE5E-32200535D729}" type="pres">
      <dgm:prSet presAssocID="{CEFF8792-976A-4FA2-9C3F-6EC7BEF69F66}" presName="child" presStyleLbl="bgAccFollowNode1" presStyleIdx="6" presStyleCnt="16"/>
      <dgm:spPr/>
    </dgm:pt>
    <dgm:pt modelId="{E7FC1994-4695-4670-8C48-BA935A784524}" type="pres">
      <dgm:prSet presAssocID="{CEFF8792-976A-4FA2-9C3F-6EC7BEF69F66}" presName="childTx" presStyleLbl="bgAccFollowNode1" presStyleIdx="6" presStyleCnt="16">
        <dgm:presLayoutVars>
          <dgm:bulletEnabled val="1"/>
        </dgm:presLayoutVars>
      </dgm:prSet>
      <dgm:spPr/>
    </dgm:pt>
    <dgm:pt modelId="{03D1075D-3996-42C1-B1C1-89898A37C670}" type="pres">
      <dgm:prSet presAssocID="{728046C6-7762-43B4-9165-B8C39CEBFE8F}" presName="comp" presStyleCnt="0"/>
      <dgm:spPr/>
    </dgm:pt>
    <dgm:pt modelId="{9305FEAA-6A02-4A72-8A10-C95A6CDD6F13}" type="pres">
      <dgm:prSet presAssocID="{728046C6-7762-43B4-9165-B8C39CEBFE8F}" presName="child" presStyleLbl="bgAccFollowNode1" presStyleIdx="7" presStyleCnt="16"/>
      <dgm:spPr/>
    </dgm:pt>
    <dgm:pt modelId="{DA51E04A-769F-4A7B-B656-F0B89E6A66D2}" type="pres">
      <dgm:prSet presAssocID="{728046C6-7762-43B4-9165-B8C39CEBFE8F}" presName="childTx" presStyleLbl="bgAccFollowNode1" presStyleIdx="7" presStyleCnt="16">
        <dgm:presLayoutVars>
          <dgm:bulletEnabled val="1"/>
        </dgm:presLayoutVars>
      </dgm:prSet>
      <dgm:spPr/>
    </dgm:pt>
    <dgm:pt modelId="{DB5B5A43-CB7D-4B60-AB47-2B11F0239ACE}" type="pres">
      <dgm:prSet presAssocID="{F66099B6-DBBD-4AB0-82D2-877B80F846F7}" presName="negSpace" presStyleCnt="0"/>
      <dgm:spPr/>
    </dgm:pt>
    <dgm:pt modelId="{498AD947-E562-4084-B0B9-ED3847223A30}" type="pres">
      <dgm:prSet presAssocID="{F66099B6-DBBD-4AB0-82D2-877B80F846F7}" presName="circle" presStyleLbl="node1" presStyleIdx="1" presStyleCnt="4"/>
      <dgm:spPr/>
    </dgm:pt>
    <dgm:pt modelId="{9A525C93-8616-4DFA-8C40-0D89B46C280B}" type="pres">
      <dgm:prSet presAssocID="{BC531B32-9B0E-482E-BF91-65C61F17168D}" presName="transSpace" presStyleCnt="0"/>
      <dgm:spPr/>
    </dgm:pt>
    <dgm:pt modelId="{282131C8-4FE0-4E73-AD65-1D5EC5D4D2F0}" type="pres">
      <dgm:prSet presAssocID="{EE62A4F6-4AC4-435B-990E-81A71CE8CAC7}" presName="posSpace" presStyleCnt="0"/>
      <dgm:spPr/>
    </dgm:pt>
    <dgm:pt modelId="{E3FE386B-DA56-4287-9864-A40B7042DC3D}" type="pres">
      <dgm:prSet presAssocID="{EE62A4F6-4AC4-435B-990E-81A71CE8CAC7}" presName="vertFlow" presStyleCnt="0"/>
      <dgm:spPr/>
    </dgm:pt>
    <dgm:pt modelId="{BEC8EF35-8BAF-4AE0-BF96-C3DB54835F76}" type="pres">
      <dgm:prSet presAssocID="{EE62A4F6-4AC4-435B-990E-81A71CE8CAC7}" presName="topSpace" presStyleCnt="0"/>
      <dgm:spPr/>
    </dgm:pt>
    <dgm:pt modelId="{6A42D4A4-E2C7-4504-B5F7-A1737FF4C5A1}" type="pres">
      <dgm:prSet presAssocID="{EE62A4F6-4AC4-435B-990E-81A71CE8CAC7}" presName="firstComp" presStyleCnt="0"/>
      <dgm:spPr/>
    </dgm:pt>
    <dgm:pt modelId="{3194FC73-32E8-4C12-8B4D-ADC892F74309}" type="pres">
      <dgm:prSet presAssocID="{EE62A4F6-4AC4-435B-990E-81A71CE8CAC7}" presName="firstChild" presStyleLbl="bgAccFollowNode1" presStyleIdx="8" presStyleCnt="16"/>
      <dgm:spPr/>
    </dgm:pt>
    <dgm:pt modelId="{80580754-4B4D-4C0E-AED0-CCF4EBA6007B}" type="pres">
      <dgm:prSet presAssocID="{EE62A4F6-4AC4-435B-990E-81A71CE8CAC7}" presName="firstChildTx" presStyleLbl="bgAccFollowNode1" presStyleIdx="8" presStyleCnt="16">
        <dgm:presLayoutVars>
          <dgm:bulletEnabled val="1"/>
        </dgm:presLayoutVars>
      </dgm:prSet>
      <dgm:spPr/>
    </dgm:pt>
    <dgm:pt modelId="{F3FF011E-098C-489B-80AD-357894D09F95}" type="pres">
      <dgm:prSet presAssocID="{B45742A4-71D7-4426-BE12-E70522A21847}" presName="comp" presStyleCnt="0"/>
      <dgm:spPr/>
    </dgm:pt>
    <dgm:pt modelId="{3DDE5463-260D-4F58-8F97-DB33AE8D9345}" type="pres">
      <dgm:prSet presAssocID="{B45742A4-71D7-4426-BE12-E70522A21847}" presName="child" presStyleLbl="bgAccFollowNode1" presStyleIdx="9" presStyleCnt="16"/>
      <dgm:spPr/>
    </dgm:pt>
    <dgm:pt modelId="{BDD75C81-EDBD-41C6-99C4-4A3EA9317066}" type="pres">
      <dgm:prSet presAssocID="{B45742A4-71D7-4426-BE12-E70522A21847}" presName="childTx" presStyleLbl="bgAccFollowNode1" presStyleIdx="9" presStyleCnt="16">
        <dgm:presLayoutVars>
          <dgm:bulletEnabled val="1"/>
        </dgm:presLayoutVars>
      </dgm:prSet>
      <dgm:spPr/>
    </dgm:pt>
    <dgm:pt modelId="{2915A144-2DDB-49AE-9FAE-5461F7C2A744}" type="pres">
      <dgm:prSet presAssocID="{C14C564F-4F24-4D88-B15C-4EB232D69593}" presName="comp" presStyleCnt="0"/>
      <dgm:spPr/>
    </dgm:pt>
    <dgm:pt modelId="{BAE6C052-7133-40C0-9500-F9B0658E04A5}" type="pres">
      <dgm:prSet presAssocID="{C14C564F-4F24-4D88-B15C-4EB232D69593}" presName="child" presStyleLbl="bgAccFollowNode1" presStyleIdx="10" presStyleCnt="16"/>
      <dgm:spPr/>
    </dgm:pt>
    <dgm:pt modelId="{630A42B7-2E2F-47F5-8024-6A2D1D97FFB8}" type="pres">
      <dgm:prSet presAssocID="{C14C564F-4F24-4D88-B15C-4EB232D69593}" presName="childTx" presStyleLbl="bgAccFollowNode1" presStyleIdx="10" presStyleCnt="16">
        <dgm:presLayoutVars>
          <dgm:bulletEnabled val="1"/>
        </dgm:presLayoutVars>
      </dgm:prSet>
      <dgm:spPr/>
    </dgm:pt>
    <dgm:pt modelId="{FCBDC23E-6E7C-4F4D-AF9D-0550087F4FA6}" type="pres">
      <dgm:prSet presAssocID="{ACC3FAAF-0CD7-43DB-B4E4-6449C6113DA3}" presName="comp" presStyleCnt="0"/>
      <dgm:spPr/>
    </dgm:pt>
    <dgm:pt modelId="{E98AD484-4055-4397-BBFC-3C5BAB58F6A4}" type="pres">
      <dgm:prSet presAssocID="{ACC3FAAF-0CD7-43DB-B4E4-6449C6113DA3}" presName="child" presStyleLbl="bgAccFollowNode1" presStyleIdx="11" presStyleCnt="16"/>
      <dgm:spPr/>
    </dgm:pt>
    <dgm:pt modelId="{F91DDCD5-C4D6-4859-8F9F-1F61FD04778D}" type="pres">
      <dgm:prSet presAssocID="{ACC3FAAF-0CD7-43DB-B4E4-6449C6113DA3}" presName="childTx" presStyleLbl="bgAccFollowNode1" presStyleIdx="11" presStyleCnt="16">
        <dgm:presLayoutVars>
          <dgm:bulletEnabled val="1"/>
        </dgm:presLayoutVars>
      </dgm:prSet>
      <dgm:spPr/>
    </dgm:pt>
    <dgm:pt modelId="{9A8A71C9-7478-4EF6-A0E3-5C0CE95590EA}" type="pres">
      <dgm:prSet presAssocID="{EE62A4F6-4AC4-435B-990E-81A71CE8CAC7}" presName="negSpace" presStyleCnt="0"/>
      <dgm:spPr/>
    </dgm:pt>
    <dgm:pt modelId="{132A1238-5C75-4A54-846F-03DBDB7791BE}" type="pres">
      <dgm:prSet presAssocID="{EE62A4F6-4AC4-435B-990E-81A71CE8CAC7}" presName="circle" presStyleLbl="node1" presStyleIdx="2" presStyleCnt="4"/>
      <dgm:spPr/>
    </dgm:pt>
    <dgm:pt modelId="{A47A97F0-3458-422E-949E-DDBC3D105822}" type="pres">
      <dgm:prSet presAssocID="{389F9A93-0231-4877-8C41-5D5B8DD7AAC0}" presName="transSpace" presStyleCnt="0"/>
      <dgm:spPr/>
    </dgm:pt>
    <dgm:pt modelId="{50EFC5DC-7110-47CE-B541-5BF2C731667A}" type="pres">
      <dgm:prSet presAssocID="{B6D9DE15-697B-42C2-B6A1-CE31260EED93}" presName="posSpace" presStyleCnt="0"/>
      <dgm:spPr/>
    </dgm:pt>
    <dgm:pt modelId="{FB9424DA-EC00-4DBE-9382-1FFD55A43B1B}" type="pres">
      <dgm:prSet presAssocID="{B6D9DE15-697B-42C2-B6A1-CE31260EED93}" presName="vertFlow" presStyleCnt="0"/>
      <dgm:spPr/>
    </dgm:pt>
    <dgm:pt modelId="{F9D4DB69-985A-4D7F-8C4E-733A118085A0}" type="pres">
      <dgm:prSet presAssocID="{B6D9DE15-697B-42C2-B6A1-CE31260EED93}" presName="topSpace" presStyleCnt="0"/>
      <dgm:spPr/>
    </dgm:pt>
    <dgm:pt modelId="{CB541241-0D65-4C02-A732-21454340599D}" type="pres">
      <dgm:prSet presAssocID="{B6D9DE15-697B-42C2-B6A1-CE31260EED93}" presName="firstComp" presStyleCnt="0"/>
      <dgm:spPr/>
    </dgm:pt>
    <dgm:pt modelId="{57F7B866-635D-41F8-B1B3-DB6D4AC1C137}" type="pres">
      <dgm:prSet presAssocID="{B6D9DE15-697B-42C2-B6A1-CE31260EED93}" presName="firstChild" presStyleLbl="bgAccFollowNode1" presStyleIdx="12" presStyleCnt="16"/>
      <dgm:spPr/>
    </dgm:pt>
    <dgm:pt modelId="{5F4AF7DB-FE8B-4A6B-8DDE-E4D8027D31D4}" type="pres">
      <dgm:prSet presAssocID="{B6D9DE15-697B-42C2-B6A1-CE31260EED93}" presName="firstChildTx" presStyleLbl="bgAccFollowNode1" presStyleIdx="12" presStyleCnt="16">
        <dgm:presLayoutVars>
          <dgm:bulletEnabled val="1"/>
        </dgm:presLayoutVars>
      </dgm:prSet>
      <dgm:spPr/>
    </dgm:pt>
    <dgm:pt modelId="{32E41E1A-A0D7-4BC0-9A4C-B1CD04E1AFBE}" type="pres">
      <dgm:prSet presAssocID="{6135151B-8635-4FFD-8B1D-DADAF0BDA891}" presName="comp" presStyleCnt="0"/>
      <dgm:spPr/>
    </dgm:pt>
    <dgm:pt modelId="{85724EC0-EF89-43AB-B888-5F59220B88F1}" type="pres">
      <dgm:prSet presAssocID="{6135151B-8635-4FFD-8B1D-DADAF0BDA891}" presName="child" presStyleLbl="bgAccFollowNode1" presStyleIdx="13" presStyleCnt="16"/>
      <dgm:spPr/>
    </dgm:pt>
    <dgm:pt modelId="{A3E19BAC-135A-4405-9338-562DCA0FC866}" type="pres">
      <dgm:prSet presAssocID="{6135151B-8635-4FFD-8B1D-DADAF0BDA891}" presName="childTx" presStyleLbl="bgAccFollowNode1" presStyleIdx="13" presStyleCnt="16">
        <dgm:presLayoutVars>
          <dgm:bulletEnabled val="1"/>
        </dgm:presLayoutVars>
      </dgm:prSet>
      <dgm:spPr/>
    </dgm:pt>
    <dgm:pt modelId="{79542239-006F-44FF-A40A-10467E499B61}" type="pres">
      <dgm:prSet presAssocID="{21F97CC3-07D9-491B-ADCA-4227C2C8FFF7}" presName="comp" presStyleCnt="0"/>
      <dgm:spPr/>
    </dgm:pt>
    <dgm:pt modelId="{38BA0F0A-296F-4D67-B1E4-AACAB0B598C4}" type="pres">
      <dgm:prSet presAssocID="{21F97CC3-07D9-491B-ADCA-4227C2C8FFF7}" presName="child" presStyleLbl="bgAccFollowNode1" presStyleIdx="14" presStyleCnt="16"/>
      <dgm:spPr/>
    </dgm:pt>
    <dgm:pt modelId="{9EF478AD-4C4C-425C-9FEA-040A390566BF}" type="pres">
      <dgm:prSet presAssocID="{21F97CC3-07D9-491B-ADCA-4227C2C8FFF7}" presName="childTx" presStyleLbl="bgAccFollowNode1" presStyleIdx="14" presStyleCnt="16">
        <dgm:presLayoutVars>
          <dgm:bulletEnabled val="1"/>
        </dgm:presLayoutVars>
      </dgm:prSet>
      <dgm:spPr/>
    </dgm:pt>
    <dgm:pt modelId="{0F8CA744-4F2E-4E01-A27C-5405557589C0}" type="pres">
      <dgm:prSet presAssocID="{DF604A20-4FB9-4045-8982-E0B3F36EA4B2}" presName="comp" presStyleCnt="0"/>
      <dgm:spPr/>
    </dgm:pt>
    <dgm:pt modelId="{EBD74385-149B-4711-BE2E-B566C6F2C3B6}" type="pres">
      <dgm:prSet presAssocID="{DF604A20-4FB9-4045-8982-E0B3F36EA4B2}" presName="child" presStyleLbl="bgAccFollowNode1" presStyleIdx="15" presStyleCnt="16"/>
      <dgm:spPr/>
    </dgm:pt>
    <dgm:pt modelId="{42C4CC1F-E53F-48FE-81A3-4EC99A630590}" type="pres">
      <dgm:prSet presAssocID="{DF604A20-4FB9-4045-8982-E0B3F36EA4B2}" presName="childTx" presStyleLbl="bgAccFollowNode1" presStyleIdx="15" presStyleCnt="16">
        <dgm:presLayoutVars>
          <dgm:bulletEnabled val="1"/>
        </dgm:presLayoutVars>
      </dgm:prSet>
      <dgm:spPr/>
    </dgm:pt>
    <dgm:pt modelId="{55373FDE-81A6-4C97-A918-308B5F8D9CE3}" type="pres">
      <dgm:prSet presAssocID="{B6D9DE15-697B-42C2-B6A1-CE31260EED93}" presName="negSpace" presStyleCnt="0"/>
      <dgm:spPr/>
    </dgm:pt>
    <dgm:pt modelId="{D8417CDF-82CE-4B11-B224-BFC197962DE0}" type="pres">
      <dgm:prSet presAssocID="{B6D9DE15-697B-42C2-B6A1-CE31260EED93}" presName="circle" presStyleLbl="node1" presStyleIdx="3" presStyleCnt="4"/>
      <dgm:spPr/>
    </dgm:pt>
  </dgm:ptLst>
  <dgm:cxnLst>
    <dgm:cxn modelId="{54A93703-B482-4032-B42E-B55425442E16}" type="presOf" srcId="{B8E51789-13F6-4EF3-A740-D992CE0E821D}" destId="{57F7B866-635D-41F8-B1B3-DB6D4AC1C137}" srcOrd="0" destOrd="0" presId="urn:microsoft.com/office/officeart/2005/8/layout/hList9"/>
    <dgm:cxn modelId="{20B75E0B-3F62-4522-9255-9B04C9B28E97}" srcId="{B6D9DE15-697B-42C2-B6A1-CE31260EED93}" destId="{DF604A20-4FB9-4045-8982-E0B3F36EA4B2}" srcOrd="3" destOrd="0" parTransId="{9579386E-178C-4DF5-BC62-83800FF8CCD8}" sibTransId="{4960E0AC-2AE3-43E3-A745-6BCBAFDB00ED}"/>
    <dgm:cxn modelId="{1DA5110C-1CC4-485D-99A6-E272A343FC27}" type="presOf" srcId="{F0A0FC2F-7819-4CE1-96E4-A0A3943FEA1E}" destId="{38467B9A-9473-4148-B8E9-F1E4B2E27788}" srcOrd="1" destOrd="0" presId="urn:microsoft.com/office/officeart/2005/8/layout/hList9"/>
    <dgm:cxn modelId="{5FAAD310-A74B-470D-87FF-984D1AEF54BD}" srcId="{F66099B6-DBBD-4AB0-82D2-877B80F846F7}" destId="{F0A0FC2F-7819-4CE1-96E4-A0A3943FEA1E}" srcOrd="0" destOrd="0" parTransId="{8A0C3123-DB26-400E-B13D-C21ABD5D76BF}" sibTransId="{64C4460E-74BF-4CD5-B194-3149A9750CB7}"/>
    <dgm:cxn modelId="{3A2CA514-9A4A-494F-B775-9A3975A0737F}" srcId="{EE62A4F6-4AC4-435B-990E-81A71CE8CAC7}" destId="{C14C564F-4F24-4D88-B15C-4EB232D69593}" srcOrd="2" destOrd="0" parTransId="{D4F10852-9151-4D14-A079-24DCFBEFC6A2}" sibTransId="{97BED658-E0FA-4899-8DA3-D6D17241B4F9}"/>
    <dgm:cxn modelId="{80CDA71E-F03C-4130-AABB-540D6B3CBF09}" type="presOf" srcId="{FE393C91-63FB-4408-BF43-D1692D15205B}" destId="{00FB1473-E296-4F1E-A5A8-0DD1DD9A91EA}" srcOrd="0" destOrd="0" presId="urn:microsoft.com/office/officeart/2005/8/layout/hList9"/>
    <dgm:cxn modelId="{2AA9C11F-1F1D-428E-801A-47EAA766C99D}" srcId="{B9C32B05-62EA-407A-B21C-2310C7945705}" destId="{42D71409-67F9-455C-8C6D-716D284AAA6B}" srcOrd="0" destOrd="0" parTransId="{51680ED1-AF6E-4B28-AE94-92B0EFB0DF7D}" sibTransId="{478B7D3C-9FB4-4BC6-90AC-49960560DECD}"/>
    <dgm:cxn modelId="{A4F5A327-5D04-4212-8A73-47207EA277DA}" srcId="{42D71409-67F9-455C-8C6D-716D284AAA6B}" destId="{9C04EBBD-0E55-476C-84D9-CBC1165B595D}" srcOrd="1" destOrd="0" parTransId="{1952C8AA-5ECB-44E7-9B62-FC2B5553327C}" sibTransId="{864DC512-3D32-4CE4-804B-7749D212AA67}"/>
    <dgm:cxn modelId="{5078822C-1C7B-40F7-A314-51E5126D7E16}" type="presOf" srcId="{6135151B-8635-4FFD-8B1D-DADAF0BDA891}" destId="{85724EC0-EF89-43AB-B888-5F59220B88F1}" srcOrd="0" destOrd="0" presId="urn:microsoft.com/office/officeart/2005/8/layout/hList9"/>
    <dgm:cxn modelId="{B4F3EA32-CE64-4A92-9BAE-BC57E5392B05}" srcId="{B9C32B05-62EA-407A-B21C-2310C7945705}" destId="{F66099B6-DBBD-4AB0-82D2-877B80F846F7}" srcOrd="1" destOrd="0" parTransId="{B09C8BFB-F41C-4AC4-AB94-F216E3081C2D}" sibTransId="{BC531B32-9B0E-482E-BF91-65C61F17168D}"/>
    <dgm:cxn modelId="{3418663A-5AF6-40F1-864F-01AE75DE2FDE}" type="presOf" srcId="{ACC3FAAF-0CD7-43DB-B4E4-6449C6113DA3}" destId="{E98AD484-4055-4397-BBFC-3C5BAB58F6A4}" srcOrd="0" destOrd="0" presId="urn:microsoft.com/office/officeart/2005/8/layout/hList9"/>
    <dgm:cxn modelId="{7C700D5D-EF64-40B3-83D7-12B9A4BDAC30}" type="presOf" srcId="{B45742A4-71D7-4426-BE12-E70522A21847}" destId="{BDD75C81-EDBD-41C6-99C4-4A3EA9317066}" srcOrd="1" destOrd="0" presId="urn:microsoft.com/office/officeart/2005/8/layout/hList9"/>
    <dgm:cxn modelId="{C6E7705F-4F52-4267-9CAD-BB43EA8162D5}" type="presOf" srcId="{336AF9DC-C0A4-45F7-851B-F8E3CC735490}" destId="{A1F1D254-F041-4845-AC90-8CF8C39204F3}" srcOrd="1" destOrd="0" presId="urn:microsoft.com/office/officeart/2005/8/layout/hList9"/>
    <dgm:cxn modelId="{14E1A85F-32B6-4D7F-9869-0012B14D3DAA}" type="presOf" srcId="{B6D9DE15-697B-42C2-B6A1-CE31260EED93}" destId="{D8417CDF-82CE-4B11-B224-BFC197962DE0}" srcOrd="0" destOrd="0" presId="urn:microsoft.com/office/officeart/2005/8/layout/hList9"/>
    <dgm:cxn modelId="{65964460-54A2-44FA-AD79-A0268BB75281}" srcId="{42D71409-67F9-455C-8C6D-716D284AAA6B}" destId="{0EA745D5-428F-4D5C-AADF-1A96E85161E7}" srcOrd="0" destOrd="0" parTransId="{DBA0E632-E894-43B8-B0AA-76DBC77522D8}" sibTransId="{9D3AB27B-1908-461A-BEE2-969CA37A217E}"/>
    <dgm:cxn modelId="{BAE94562-1A12-4745-920E-AEA7AE44A9F1}" type="presOf" srcId="{21F97CC3-07D9-491B-ADCA-4227C2C8FFF7}" destId="{9EF478AD-4C4C-425C-9FEA-040A390566BF}" srcOrd="1" destOrd="0" presId="urn:microsoft.com/office/officeart/2005/8/layout/hList9"/>
    <dgm:cxn modelId="{A2371543-D43E-4B32-B9E9-AED0215946CF}" srcId="{B6D9DE15-697B-42C2-B6A1-CE31260EED93}" destId="{21F97CC3-07D9-491B-ADCA-4227C2C8FFF7}" srcOrd="2" destOrd="0" parTransId="{BEA26B5C-6FE7-43DD-A0F9-5FCB50131FB6}" sibTransId="{00509C53-1F9B-4E17-88A3-2B90463C8279}"/>
    <dgm:cxn modelId="{5425B664-B7E0-410A-AFF8-57F036E97FD5}" type="presOf" srcId="{B8E51789-13F6-4EF3-A740-D992CE0E821D}" destId="{5F4AF7DB-FE8B-4A6B-8DDE-E4D8027D31D4}" srcOrd="1" destOrd="0" presId="urn:microsoft.com/office/officeart/2005/8/layout/hList9"/>
    <dgm:cxn modelId="{70F93267-22AA-4E7D-BE63-0AEC8A44938C}" type="presOf" srcId="{0EA745D5-428F-4D5C-AADF-1A96E85161E7}" destId="{9D2DA5AE-4152-4CC1-B75E-F387689D3DF0}" srcOrd="0" destOrd="0" presId="urn:microsoft.com/office/officeart/2005/8/layout/hList9"/>
    <dgm:cxn modelId="{BEBC6F4B-5489-48C5-8BC2-BE1292A553EB}" srcId="{F66099B6-DBBD-4AB0-82D2-877B80F846F7}" destId="{CEFF8792-976A-4FA2-9C3F-6EC7BEF69F66}" srcOrd="2" destOrd="0" parTransId="{DDAEF2AF-969E-4A16-A0FD-939C066A4393}" sibTransId="{9B90F760-530F-49BE-BC47-E438A55AECBD}"/>
    <dgm:cxn modelId="{50A4D86C-0726-482F-9260-48F9E1A993C6}" type="presOf" srcId="{C14C564F-4F24-4D88-B15C-4EB232D69593}" destId="{630A42B7-2E2F-47F5-8024-6A2D1D97FFB8}" srcOrd="1" destOrd="0" presId="urn:microsoft.com/office/officeart/2005/8/layout/hList9"/>
    <dgm:cxn modelId="{59CFBE4F-0B9F-4BF7-9AAC-E67355F2E62E}" type="presOf" srcId="{F8737C56-B5D3-4750-A692-744599879C31}" destId="{4EB6BC28-78F4-4E7F-B69A-DAA451C54E00}" srcOrd="0" destOrd="0" presId="urn:microsoft.com/office/officeart/2005/8/layout/hList9"/>
    <dgm:cxn modelId="{94541574-DE68-4B47-890C-93E76C8CA712}" srcId="{EE62A4F6-4AC4-435B-990E-81A71CE8CAC7}" destId="{9C337A07-A262-4765-B8C7-E5A34F15D6EF}" srcOrd="0" destOrd="0" parTransId="{417B4E12-41AC-4ED3-9B5A-D9C07F0BB2E8}" sibTransId="{04CBD4A0-C759-48AE-AF7F-1CA5B5E8C6D2}"/>
    <dgm:cxn modelId="{D23C2954-7992-479E-ABBA-F437AA700CB4}" type="presOf" srcId="{CEFF8792-976A-4FA2-9C3F-6EC7BEF69F66}" destId="{B5863A7D-832D-44DB-BE5E-32200535D729}" srcOrd="0" destOrd="0" presId="urn:microsoft.com/office/officeart/2005/8/layout/hList9"/>
    <dgm:cxn modelId="{3F646274-C124-44E0-B857-0593CEC2FC55}" srcId="{42D71409-67F9-455C-8C6D-716D284AAA6B}" destId="{FE393C91-63FB-4408-BF43-D1692D15205B}" srcOrd="2" destOrd="0" parTransId="{C95BAB6F-D0B7-4837-8513-9422C5337751}" sibTransId="{1520A8BC-6153-42C0-956B-3D420C7BD4B5}"/>
    <dgm:cxn modelId="{54B4A057-D621-4F08-A6A6-ED0E9E6730DD}" type="presOf" srcId="{9C04EBBD-0E55-476C-84D9-CBC1165B595D}" destId="{8FB9636C-0411-4AF3-8259-9824D6BEF0EC}" srcOrd="0" destOrd="0" presId="urn:microsoft.com/office/officeart/2005/8/layout/hList9"/>
    <dgm:cxn modelId="{0376CB7B-2D21-4CEA-BFF4-1F1D452255D4}" type="presOf" srcId="{C14C564F-4F24-4D88-B15C-4EB232D69593}" destId="{BAE6C052-7133-40C0-9500-F9B0658E04A5}" srcOrd="0" destOrd="0" presId="urn:microsoft.com/office/officeart/2005/8/layout/hList9"/>
    <dgm:cxn modelId="{502ABB81-8867-4E0D-AE59-4785A70A2777}" srcId="{EE62A4F6-4AC4-435B-990E-81A71CE8CAC7}" destId="{ACC3FAAF-0CD7-43DB-B4E4-6449C6113DA3}" srcOrd="3" destOrd="0" parTransId="{61CEC2C9-E91A-493E-9C30-F7AC295F5960}" sibTransId="{BA86A532-3971-488A-949F-0925BAB8BCC1}"/>
    <dgm:cxn modelId="{3AB61084-8201-4AB6-B9E8-9997316DFDC5}" srcId="{B6D9DE15-697B-42C2-B6A1-CE31260EED93}" destId="{B8E51789-13F6-4EF3-A740-D992CE0E821D}" srcOrd="0" destOrd="0" parTransId="{CA4EBCE5-72FB-4C6A-8F5E-22EE08EB9B8C}" sibTransId="{0C122EDC-5FFD-4023-AF74-DE32CE8781FF}"/>
    <dgm:cxn modelId="{CF573B89-265F-40DC-A16C-3DD61632778F}" srcId="{F66099B6-DBBD-4AB0-82D2-877B80F846F7}" destId="{F8737C56-B5D3-4750-A692-744599879C31}" srcOrd="1" destOrd="0" parTransId="{9A47DA4A-A153-4AE2-89ED-7941E3E9EB65}" sibTransId="{BC32E1B0-84AC-4D92-8483-55B3E81FDE51}"/>
    <dgm:cxn modelId="{7DD4448B-BAE3-45FD-8060-4494DA3DF3F6}" srcId="{42D71409-67F9-455C-8C6D-716D284AAA6B}" destId="{336AF9DC-C0A4-45F7-851B-F8E3CC735490}" srcOrd="3" destOrd="0" parTransId="{5B441FF3-DDCC-4482-A7A1-A46C28FB200A}" sibTransId="{31C3D743-FA24-4373-85C4-E50D0CD7C345}"/>
    <dgm:cxn modelId="{4D6E099F-8FEF-4F12-B6CC-612799398B7A}" type="presOf" srcId="{B9C32B05-62EA-407A-B21C-2310C7945705}" destId="{289E86CC-9757-42EC-B3EB-BE23E525281C}" srcOrd="0" destOrd="0" presId="urn:microsoft.com/office/officeart/2005/8/layout/hList9"/>
    <dgm:cxn modelId="{6A9DD9A4-ADB1-4188-BA01-58A8660266BE}" type="presOf" srcId="{728046C6-7762-43B4-9165-B8C39CEBFE8F}" destId="{9305FEAA-6A02-4A72-8A10-C95A6CDD6F13}" srcOrd="0" destOrd="0" presId="urn:microsoft.com/office/officeart/2005/8/layout/hList9"/>
    <dgm:cxn modelId="{3A2CECA6-0C5B-46BB-B7C6-7D37E9D210BD}" srcId="{B9C32B05-62EA-407A-B21C-2310C7945705}" destId="{EE62A4F6-4AC4-435B-990E-81A71CE8CAC7}" srcOrd="2" destOrd="0" parTransId="{F287B947-7343-4FA2-B288-B23A59FFAE31}" sibTransId="{389F9A93-0231-4877-8C41-5D5B8DD7AAC0}"/>
    <dgm:cxn modelId="{413E73A9-58D0-4080-A274-94D1546A44E3}" type="presOf" srcId="{EE62A4F6-4AC4-435B-990E-81A71CE8CAC7}" destId="{132A1238-5C75-4A54-846F-03DBDB7791BE}" srcOrd="0" destOrd="0" presId="urn:microsoft.com/office/officeart/2005/8/layout/hList9"/>
    <dgm:cxn modelId="{40513FB0-F94C-499F-9A0B-9E0341D0A0C2}" srcId="{B9C32B05-62EA-407A-B21C-2310C7945705}" destId="{B6D9DE15-697B-42C2-B6A1-CE31260EED93}" srcOrd="3" destOrd="0" parTransId="{EAC9FC21-5112-4CCF-8070-06ED15ED24ED}" sibTransId="{B605B681-1ACB-4650-8600-F9223ABDDC16}"/>
    <dgm:cxn modelId="{AA9D2BB2-E585-4787-A4FA-31F43E45CAC3}" type="presOf" srcId="{728046C6-7762-43B4-9165-B8C39CEBFE8F}" destId="{DA51E04A-769F-4A7B-B656-F0B89E6A66D2}" srcOrd="1" destOrd="0" presId="urn:microsoft.com/office/officeart/2005/8/layout/hList9"/>
    <dgm:cxn modelId="{514406B4-872D-4403-80A6-58A803597630}" type="presOf" srcId="{B45742A4-71D7-4426-BE12-E70522A21847}" destId="{3DDE5463-260D-4F58-8F97-DB33AE8D9345}" srcOrd="0" destOrd="0" presId="urn:microsoft.com/office/officeart/2005/8/layout/hList9"/>
    <dgm:cxn modelId="{7AF3CBB5-892E-49BB-AADA-74688E300136}" srcId="{F66099B6-DBBD-4AB0-82D2-877B80F846F7}" destId="{728046C6-7762-43B4-9165-B8C39CEBFE8F}" srcOrd="3" destOrd="0" parTransId="{17FF9547-C5C7-4F46-BE48-3177B6566DF3}" sibTransId="{B80C0C01-B3CF-4AA2-9E2D-927960DA4174}"/>
    <dgm:cxn modelId="{F538A8B6-3582-4671-96B8-3BAC774A9C2A}" type="presOf" srcId="{F66099B6-DBBD-4AB0-82D2-877B80F846F7}" destId="{498AD947-E562-4084-B0B9-ED3847223A30}" srcOrd="0" destOrd="0" presId="urn:microsoft.com/office/officeart/2005/8/layout/hList9"/>
    <dgm:cxn modelId="{4DB4C7B6-8E57-464B-992D-2B97216EEA8C}" type="presOf" srcId="{0EA745D5-428F-4D5C-AADF-1A96E85161E7}" destId="{363B857E-C2E8-4F7B-87DD-E86FE5EE8A3E}" srcOrd="1" destOrd="0" presId="urn:microsoft.com/office/officeart/2005/8/layout/hList9"/>
    <dgm:cxn modelId="{98676EC4-419C-41CF-A60E-BD54CEFEB445}" type="presOf" srcId="{F0A0FC2F-7819-4CE1-96E4-A0A3943FEA1E}" destId="{6DEEF566-FDAD-43B3-B557-2194C32F3E74}" srcOrd="0" destOrd="0" presId="urn:microsoft.com/office/officeart/2005/8/layout/hList9"/>
    <dgm:cxn modelId="{20666BCA-EE1D-4C5E-984E-C576DFBB54DE}" type="presOf" srcId="{F8737C56-B5D3-4750-A692-744599879C31}" destId="{80149511-C837-4774-BD69-5C4786266A13}" srcOrd="1" destOrd="0" presId="urn:microsoft.com/office/officeart/2005/8/layout/hList9"/>
    <dgm:cxn modelId="{808C82CB-BF10-4C66-8B8A-122DBD3A50C0}" type="presOf" srcId="{CEFF8792-976A-4FA2-9C3F-6EC7BEF69F66}" destId="{E7FC1994-4695-4670-8C48-BA935A784524}" srcOrd="1" destOrd="0" presId="urn:microsoft.com/office/officeart/2005/8/layout/hList9"/>
    <dgm:cxn modelId="{1F0757CC-68A1-48D7-A539-9727D913E257}" type="presOf" srcId="{42D71409-67F9-455C-8C6D-716D284AAA6B}" destId="{A8AF6702-A732-46FD-BD02-E354E595B25A}" srcOrd="0" destOrd="0" presId="urn:microsoft.com/office/officeart/2005/8/layout/hList9"/>
    <dgm:cxn modelId="{B00C7ACC-0CDC-44CD-AF4E-109E3DE58723}" srcId="{B6D9DE15-697B-42C2-B6A1-CE31260EED93}" destId="{6135151B-8635-4FFD-8B1D-DADAF0BDA891}" srcOrd="1" destOrd="0" parTransId="{E1019A25-4AA5-49AF-ADEB-8AFB046A37F6}" sibTransId="{7F4A4BF5-4F3A-40B7-B9BA-035EC2B39151}"/>
    <dgm:cxn modelId="{B06140D0-ABE7-4143-9F3F-3A6E100BC1A4}" type="presOf" srcId="{9C04EBBD-0E55-476C-84D9-CBC1165B595D}" destId="{3F7A825D-AC07-4F70-BAC0-7BC9D5657167}" srcOrd="1" destOrd="0" presId="urn:microsoft.com/office/officeart/2005/8/layout/hList9"/>
    <dgm:cxn modelId="{666300D2-D956-433F-B26B-83FBC6380B74}" srcId="{EE62A4F6-4AC4-435B-990E-81A71CE8CAC7}" destId="{B45742A4-71D7-4426-BE12-E70522A21847}" srcOrd="1" destOrd="0" parTransId="{523CD279-64A3-4AC2-85D1-5541C7334607}" sibTransId="{11F0D363-051E-4380-9237-F4825F66D141}"/>
    <dgm:cxn modelId="{F80D02D6-ADA7-43C8-82DF-9BCB0B5D26EF}" type="presOf" srcId="{6135151B-8635-4FFD-8B1D-DADAF0BDA891}" destId="{A3E19BAC-135A-4405-9338-562DCA0FC866}" srcOrd="1" destOrd="0" presId="urn:microsoft.com/office/officeart/2005/8/layout/hList9"/>
    <dgm:cxn modelId="{5A8D81E1-ED66-4656-846E-540CAC734E21}" type="presOf" srcId="{9C337A07-A262-4765-B8C7-E5A34F15D6EF}" destId="{80580754-4B4D-4C0E-AED0-CCF4EBA6007B}" srcOrd="1" destOrd="0" presId="urn:microsoft.com/office/officeart/2005/8/layout/hList9"/>
    <dgm:cxn modelId="{8A9C3EE3-189D-48DC-AD5D-88D511E3E572}" type="presOf" srcId="{21F97CC3-07D9-491B-ADCA-4227C2C8FFF7}" destId="{38BA0F0A-296F-4D67-B1E4-AACAB0B598C4}" srcOrd="0" destOrd="0" presId="urn:microsoft.com/office/officeart/2005/8/layout/hList9"/>
    <dgm:cxn modelId="{43E001E4-4B1D-47D6-8638-52272FC45B12}" type="presOf" srcId="{ACC3FAAF-0CD7-43DB-B4E4-6449C6113DA3}" destId="{F91DDCD5-C4D6-4859-8F9F-1F61FD04778D}" srcOrd="1" destOrd="0" presId="urn:microsoft.com/office/officeart/2005/8/layout/hList9"/>
    <dgm:cxn modelId="{6DB922EA-4CF2-4C03-A160-33DD045A7CC0}" type="presOf" srcId="{DF604A20-4FB9-4045-8982-E0B3F36EA4B2}" destId="{EBD74385-149B-4711-BE2E-B566C6F2C3B6}" srcOrd="0" destOrd="0" presId="urn:microsoft.com/office/officeart/2005/8/layout/hList9"/>
    <dgm:cxn modelId="{2CE6A7EB-28D5-4B78-9C88-91DF7BAC210B}" type="presOf" srcId="{9C337A07-A262-4765-B8C7-E5A34F15D6EF}" destId="{3194FC73-32E8-4C12-8B4D-ADC892F74309}" srcOrd="0" destOrd="0" presId="urn:microsoft.com/office/officeart/2005/8/layout/hList9"/>
    <dgm:cxn modelId="{063014EE-36A7-4BC8-9E18-CE326DA816D5}" type="presOf" srcId="{336AF9DC-C0A4-45F7-851B-F8E3CC735490}" destId="{A92AD911-E583-4C4B-B079-7A825DCFEC66}" srcOrd="0" destOrd="0" presId="urn:microsoft.com/office/officeart/2005/8/layout/hList9"/>
    <dgm:cxn modelId="{9C5E60F2-C859-4063-B657-CDB471ECCD91}" type="presOf" srcId="{DF604A20-4FB9-4045-8982-E0B3F36EA4B2}" destId="{42C4CC1F-E53F-48FE-81A3-4EC99A630590}" srcOrd="1" destOrd="0" presId="urn:microsoft.com/office/officeart/2005/8/layout/hList9"/>
    <dgm:cxn modelId="{5245CFFC-4435-459B-B1EB-29EE4E7470C5}" type="presOf" srcId="{FE393C91-63FB-4408-BF43-D1692D15205B}" destId="{EEABF636-FFF5-45C3-B7C0-06943430318E}" srcOrd="1" destOrd="0" presId="urn:microsoft.com/office/officeart/2005/8/layout/hList9"/>
    <dgm:cxn modelId="{F2389C4A-6A20-450B-AE02-DD7E65175D54}" type="presParOf" srcId="{289E86CC-9757-42EC-B3EB-BE23E525281C}" destId="{B0BF442B-A6E6-445E-9243-B1AA1D42632B}" srcOrd="0" destOrd="0" presId="urn:microsoft.com/office/officeart/2005/8/layout/hList9"/>
    <dgm:cxn modelId="{5D81E09A-3176-4764-84AB-0C2AAB026FDE}" type="presParOf" srcId="{289E86CC-9757-42EC-B3EB-BE23E525281C}" destId="{822DDD33-4213-45F8-90C6-EC15A023E7AB}" srcOrd="1" destOrd="0" presId="urn:microsoft.com/office/officeart/2005/8/layout/hList9"/>
    <dgm:cxn modelId="{7D78555C-1578-47A0-AA20-4FC4390A77B3}" type="presParOf" srcId="{822DDD33-4213-45F8-90C6-EC15A023E7AB}" destId="{3E006F65-6951-4664-A42C-A1CB1FA107B5}" srcOrd="0" destOrd="0" presId="urn:microsoft.com/office/officeart/2005/8/layout/hList9"/>
    <dgm:cxn modelId="{0B8E72EA-FAAA-4688-ACA4-49464C52224D}" type="presParOf" srcId="{822DDD33-4213-45F8-90C6-EC15A023E7AB}" destId="{62164F14-B179-4BBE-A800-48362CEF9C50}" srcOrd="1" destOrd="0" presId="urn:microsoft.com/office/officeart/2005/8/layout/hList9"/>
    <dgm:cxn modelId="{714C0ECF-F119-464E-844B-5A46A67F435C}" type="presParOf" srcId="{62164F14-B179-4BBE-A800-48362CEF9C50}" destId="{9D2DA5AE-4152-4CC1-B75E-F387689D3DF0}" srcOrd="0" destOrd="0" presId="urn:microsoft.com/office/officeart/2005/8/layout/hList9"/>
    <dgm:cxn modelId="{BB77A928-3C9C-4EF6-8A22-883AE8AC2748}" type="presParOf" srcId="{62164F14-B179-4BBE-A800-48362CEF9C50}" destId="{363B857E-C2E8-4F7B-87DD-E86FE5EE8A3E}" srcOrd="1" destOrd="0" presId="urn:microsoft.com/office/officeart/2005/8/layout/hList9"/>
    <dgm:cxn modelId="{DA389486-8AD3-43F4-A47E-5479244D5EA3}" type="presParOf" srcId="{822DDD33-4213-45F8-90C6-EC15A023E7AB}" destId="{957CEF71-DC81-4C3D-8F3A-BA621FE3BB42}" srcOrd="2" destOrd="0" presId="urn:microsoft.com/office/officeart/2005/8/layout/hList9"/>
    <dgm:cxn modelId="{BF8F4ED8-3927-4365-812D-1D29EBB8D61A}" type="presParOf" srcId="{957CEF71-DC81-4C3D-8F3A-BA621FE3BB42}" destId="{8FB9636C-0411-4AF3-8259-9824D6BEF0EC}" srcOrd="0" destOrd="0" presId="urn:microsoft.com/office/officeart/2005/8/layout/hList9"/>
    <dgm:cxn modelId="{7157BD4F-BF32-4FC7-B703-73F8D0548183}" type="presParOf" srcId="{957CEF71-DC81-4C3D-8F3A-BA621FE3BB42}" destId="{3F7A825D-AC07-4F70-BAC0-7BC9D5657167}" srcOrd="1" destOrd="0" presId="urn:microsoft.com/office/officeart/2005/8/layout/hList9"/>
    <dgm:cxn modelId="{B20B6EBC-37A2-41C9-91B8-7A04E8585141}" type="presParOf" srcId="{822DDD33-4213-45F8-90C6-EC15A023E7AB}" destId="{F7701BA5-A6F6-4C55-986F-95EF0717B562}" srcOrd="3" destOrd="0" presId="urn:microsoft.com/office/officeart/2005/8/layout/hList9"/>
    <dgm:cxn modelId="{DDBBAFC1-91AA-45EB-91E3-4B3AAE9CB98F}" type="presParOf" srcId="{F7701BA5-A6F6-4C55-986F-95EF0717B562}" destId="{00FB1473-E296-4F1E-A5A8-0DD1DD9A91EA}" srcOrd="0" destOrd="0" presId="urn:microsoft.com/office/officeart/2005/8/layout/hList9"/>
    <dgm:cxn modelId="{5F6BC7DD-E992-42C5-B1DF-9E7E29F982CC}" type="presParOf" srcId="{F7701BA5-A6F6-4C55-986F-95EF0717B562}" destId="{EEABF636-FFF5-45C3-B7C0-06943430318E}" srcOrd="1" destOrd="0" presId="urn:microsoft.com/office/officeart/2005/8/layout/hList9"/>
    <dgm:cxn modelId="{A0F0B25F-FA21-4002-A083-E130AC9C9B68}" type="presParOf" srcId="{822DDD33-4213-45F8-90C6-EC15A023E7AB}" destId="{F04DDC71-83CE-4EB9-98A7-6CD15915ECEA}" srcOrd="4" destOrd="0" presId="urn:microsoft.com/office/officeart/2005/8/layout/hList9"/>
    <dgm:cxn modelId="{1BD97FC2-9070-40C2-8144-EB698FA2A54A}" type="presParOf" srcId="{F04DDC71-83CE-4EB9-98A7-6CD15915ECEA}" destId="{A92AD911-E583-4C4B-B079-7A825DCFEC66}" srcOrd="0" destOrd="0" presId="urn:microsoft.com/office/officeart/2005/8/layout/hList9"/>
    <dgm:cxn modelId="{52F3A2CB-BBC6-47A1-B2CC-4B6CF00099C4}" type="presParOf" srcId="{F04DDC71-83CE-4EB9-98A7-6CD15915ECEA}" destId="{A1F1D254-F041-4845-AC90-8CF8C39204F3}" srcOrd="1" destOrd="0" presId="urn:microsoft.com/office/officeart/2005/8/layout/hList9"/>
    <dgm:cxn modelId="{AC4F281C-E039-463A-A222-C78971635C3E}" type="presParOf" srcId="{289E86CC-9757-42EC-B3EB-BE23E525281C}" destId="{2AE8B095-69DF-4AC4-BC60-1633571AC99F}" srcOrd="2" destOrd="0" presId="urn:microsoft.com/office/officeart/2005/8/layout/hList9"/>
    <dgm:cxn modelId="{BDF3BBBF-EE95-4489-9F04-90A36B6E79AC}" type="presParOf" srcId="{289E86CC-9757-42EC-B3EB-BE23E525281C}" destId="{A8AF6702-A732-46FD-BD02-E354E595B25A}" srcOrd="3" destOrd="0" presId="urn:microsoft.com/office/officeart/2005/8/layout/hList9"/>
    <dgm:cxn modelId="{C589A2EB-D4F3-42F2-924E-8D102305B803}" type="presParOf" srcId="{289E86CC-9757-42EC-B3EB-BE23E525281C}" destId="{DD3A1A6E-8DD8-40DE-AD3C-F453FE7B1287}" srcOrd="4" destOrd="0" presId="urn:microsoft.com/office/officeart/2005/8/layout/hList9"/>
    <dgm:cxn modelId="{7E1C2857-1C33-442C-842A-E55F8A6A1CB7}" type="presParOf" srcId="{289E86CC-9757-42EC-B3EB-BE23E525281C}" destId="{1F0E2443-3D9F-4DF8-9B23-736B6627C25A}" srcOrd="5" destOrd="0" presId="urn:microsoft.com/office/officeart/2005/8/layout/hList9"/>
    <dgm:cxn modelId="{20490003-11F4-4AA7-8E90-98FACEAF4412}" type="presParOf" srcId="{289E86CC-9757-42EC-B3EB-BE23E525281C}" destId="{D54D3BEC-6AAD-4365-BBA4-64EF7326EEB4}" srcOrd="6" destOrd="0" presId="urn:microsoft.com/office/officeart/2005/8/layout/hList9"/>
    <dgm:cxn modelId="{3E9C7A13-E30E-4C89-817B-501C676236EF}" type="presParOf" srcId="{D54D3BEC-6AAD-4365-BBA4-64EF7326EEB4}" destId="{F8A5E85E-FF86-4BA1-9A12-6C771F1D49D5}" srcOrd="0" destOrd="0" presId="urn:microsoft.com/office/officeart/2005/8/layout/hList9"/>
    <dgm:cxn modelId="{9BC11B53-28BA-4BE2-9462-FCCEDF034283}" type="presParOf" srcId="{D54D3BEC-6AAD-4365-BBA4-64EF7326EEB4}" destId="{85DA8EB1-4AC7-4D0F-BA64-C95436719F51}" srcOrd="1" destOrd="0" presId="urn:microsoft.com/office/officeart/2005/8/layout/hList9"/>
    <dgm:cxn modelId="{DF0B8AD9-6BD4-4254-952A-D928EB3E1404}" type="presParOf" srcId="{85DA8EB1-4AC7-4D0F-BA64-C95436719F51}" destId="{6DEEF566-FDAD-43B3-B557-2194C32F3E74}" srcOrd="0" destOrd="0" presId="urn:microsoft.com/office/officeart/2005/8/layout/hList9"/>
    <dgm:cxn modelId="{44FB3DC1-6E41-4A4D-B834-3A72A8DAAB8C}" type="presParOf" srcId="{85DA8EB1-4AC7-4D0F-BA64-C95436719F51}" destId="{38467B9A-9473-4148-B8E9-F1E4B2E27788}" srcOrd="1" destOrd="0" presId="urn:microsoft.com/office/officeart/2005/8/layout/hList9"/>
    <dgm:cxn modelId="{718CCC6F-BD05-4490-AABE-EB4EC4BA0607}" type="presParOf" srcId="{D54D3BEC-6AAD-4365-BBA4-64EF7326EEB4}" destId="{0C8D5BD6-77A8-44C6-A450-C3C8F1F03034}" srcOrd="2" destOrd="0" presId="urn:microsoft.com/office/officeart/2005/8/layout/hList9"/>
    <dgm:cxn modelId="{A37AA40F-A6A1-4DE9-9511-51FE546624AB}" type="presParOf" srcId="{0C8D5BD6-77A8-44C6-A450-C3C8F1F03034}" destId="{4EB6BC28-78F4-4E7F-B69A-DAA451C54E00}" srcOrd="0" destOrd="0" presId="urn:microsoft.com/office/officeart/2005/8/layout/hList9"/>
    <dgm:cxn modelId="{FF8E883F-2A7F-4A59-8A0C-339528B8235D}" type="presParOf" srcId="{0C8D5BD6-77A8-44C6-A450-C3C8F1F03034}" destId="{80149511-C837-4774-BD69-5C4786266A13}" srcOrd="1" destOrd="0" presId="urn:microsoft.com/office/officeart/2005/8/layout/hList9"/>
    <dgm:cxn modelId="{14632EC9-8FFF-43C4-8F04-1DD7C504AED8}" type="presParOf" srcId="{D54D3BEC-6AAD-4365-BBA4-64EF7326EEB4}" destId="{9403AFE6-C7CC-4925-A13C-3D43DB136151}" srcOrd="3" destOrd="0" presId="urn:microsoft.com/office/officeart/2005/8/layout/hList9"/>
    <dgm:cxn modelId="{041CE7A0-196E-49BC-98AA-54A84783B8DF}" type="presParOf" srcId="{9403AFE6-C7CC-4925-A13C-3D43DB136151}" destId="{B5863A7D-832D-44DB-BE5E-32200535D729}" srcOrd="0" destOrd="0" presId="urn:microsoft.com/office/officeart/2005/8/layout/hList9"/>
    <dgm:cxn modelId="{0F024A57-3EE9-4AF2-BBF7-56A7911F4F32}" type="presParOf" srcId="{9403AFE6-C7CC-4925-A13C-3D43DB136151}" destId="{E7FC1994-4695-4670-8C48-BA935A784524}" srcOrd="1" destOrd="0" presId="urn:microsoft.com/office/officeart/2005/8/layout/hList9"/>
    <dgm:cxn modelId="{46E94A32-7F4E-47CF-9707-9E33383F63CD}" type="presParOf" srcId="{D54D3BEC-6AAD-4365-BBA4-64EF7326EEB4}" destId="{03D1075D-3996-42C1-B1C1-89898A37C670}" srcOrd="4" destOrd="0" presId="urn:microsoft.com/office/officeart/2005/8/layout/hList9"/>
    <dgm:cxn modelId="{F91CC118-EF55-4C72-AD08-26F023CF4101}" type="presParOf" srcId="{03D1075D-3996-42C1-B1C1-89898A37C670}" destId="{9305FEAA-6A02-4A72-8A10-C95A6CDD6F13}" srcOrd="0" destOrd="0" presId="urn:microsoft.com/office/officeart/2005/8/layout/hList9"/>
    <dgm:cxn modelId="{6B62B182-B455-4BB7-AC54-BBCEF03B1AD5}" type="presParOf" srcId="{03D1075D-3996-42C1-B1C1-89898A37C670}" destId="{DA51E04A-769F-4A7B-B656-F0B89E6A66D2}" srcOrd="1" destOrd="0" presId="urn:microsoft.com/office/officeart/2005/8/layout/hList9"/>
    <dgm:cxn modelId="{C79B3F00-2771-4D17-8A30-6FB48FDC140E}" type="presParOf" srcId="{289E86CC-9757-42EC-B3EB-BE23E525281C}" destId="{DB5B5A43-CB7D-4B60-AB47-2B11F0239ACE}" srcOrd="7" destOrd="0" presId="urn:microsoft.com/office/officeart/2005/8/layout/hList9"/>
    <dgm:cxn modelId="{244E8349-10F3-40E6-A029-2EA1312F561F}" type="presParOf" srcId="{289E86CC-9757-42EC-B3EB-BE23E525281C}" destId="{498AD947-E562-4084-B0B9-ED3847223A30}" srcOrd="8" destOrd="0" presId="urn:microsoft.com/office/officeart/2005/8/layout/hList9"/>
    <dgm:cxn modelId="{F59A0A06-96B7-4AE8-BA10-B1F7B11D0610}" type="presParOf" srcId="{289E86CC-9757-42EC-B3EB-BE23E525281C}" destId="{9A525C93-8616-4DFA-8C40-0D89B46C280B}" srcOrd="9" destOrd="0" presId="urn:microsoft.com/office/officeart/2005/8/layout/hList9"/>
    <dgm:cxn modelId="{884CA15D-F00F-4A70-9934-2D9C3A980849}" type="presParOf" srcId="{289E86CC-9757-42EC-B3EB-BE23E525281C}" destId="{282131C8-4FE0-4E73-AD65-1D5EC5D4D2F0}" srcOrd="10" destOrd="0" presId="urn:microsoft.com/office/officeart/2005/8/layout/hList9"/>
    <dgm:cxn modelId="{AFC79D2D-F8BE-448F-8D08-01DE03258CA0}" type="presParOf" srcId="{289E86CC-9757-42EC-B3EB-BE23E525281C}" destId="{E3FE386B-DA56-4287-9864-A40B7042DC3D}" srcOrd="11" destOrd="0" presId="urn:microsoft.com/office/officeart/2005/8/layout/hList9"/>
    <dgm:cxn modelId="{5F25B5DF-EDF4-4FA6-B5DD-1646FD65F54B}" type="presParOf" srcId="{E3FE386B-DA56-4287-9864-A40B7042DC3D}" destId="{BEC8EF35-8BAF-4AE0-BF96-C3DB54835F76}" srcOrd="0" destOrd="0" presId="urn:microsoft.com/office/officeart/2005/8/layout/hList9"/>
    <dgm:cxn modelId="{5B0A6ECD-9D6E-4260-A47B-53DFE5E2FB69}" type="presParOf" srcId="{E3FE386B-DA56-4287-9864-A40B7042DC3D}" destId="{6A42D4A4-E2C7-4504-B5F7-A1737FF4C5A1}" srcOrd="1" destOrd="0" presId="urn:microsoft.com/office/officeart/2005/8/layout/hList9"/>
    <dgm:cxn modelId="{D0A494AD-3F6F-4524-BFA5-32855F8825E5}" type="presParOf" srcId="{6A42D4A4-E2C7-4504-B5F7-A1737FF4C5A1}" destId="{3194FC73-32E8-4C12-8B4D-ADC892F74309}" srcOrd="0" destOrd="0" presId="urn:microsoft.com/office/officeart/2005/8/layout/hList9"/>
    <dgm:cxn modelId="{F9EF3079-EB2E-4BBC-8163-F90F357E2D6B}" type="presParOf" srcId="{6A42D4A4-E2C7-4504-B5F7-A1737FF4C5A1}" destId="{80580754-4B4D-4C0E-AED0-CCF4EBA6007B}" srcOrd="1" destOrd="0" presId="urn:microsoft.com/office/officeart/2005/8/layout/hList9"/>
    <dgm:cxn modelId="{6E38722F-5751-4C98-A906-FE67E5C31F28}" type="presParOf" srcId="{E3FE386B-DA56-4287-9864-A40B7042DC3D}" destId="{F3FF011E-098C-489B-80AD-357894D09F95}" srcOrd="2" destOrd="0" presId="urn:microsoft.com/office/officeart/2005/8/layout/hList9"/>
    <dgm:cxn modelId="{FC892BFF-B419-43AA-B053-3ED4562E264D}" type="presParOf" srcId="{F3FF011E-098C-489B-80AD-357894D09F95}" destId="{3DDE5463-260D-4F58-8F97-DB33AE8D9345}" srcOrd="0" destOrd="0" presId="urn:microsoft.com/office/officeart/2005/8/layout/hList9"/>
    <dgm:cxn modelId="{42245801-3150-4562-9663-92ABEF277B17}" type="presParOf" srcId="{F3FF011E-098C-489B-80AD-357894D09F95}" destId="{BDD75C81-EDBD-41C6-99C4-4A3EA9317066}" srcOrd="1" destOrd="0" presId="urn:microsoft.com/office/officeart/2005/8/layout/hList9"/>
    <dgm:cxn modelId="{ACA079B4-E04D-4BC8-ADA3-4CD9C9EBAA34}" type="presParOf" srcId="{E3FE386B-DA56-4287-9864-A40B7042DC3D}" destId="{2915A144-2DDB-49AE-9FAE-5461F7C2A744}" srcOrd="3" destOrd="0" presId="urn:microsoft.com/office/officeart/2005/8/layout/hList9"/>
    <dgm:cxn modelId="{B5059EF1-2AE1-4234-9A3D-4EFF3A14CCEF}" type="presParOf" srcId="{2915A144-2DDB-49AE-9FAE-5461F7C2A744}" destId="{BAE6C052-7133-40C0-9500-F9B0658E04A5}" srcOrd="0" destOrd="0" presId="urn:microsoft.com/office/officeart/2005/8/layout/hList9"/>
    <dgm:cxn modelId="{5D9F947B-B455-4B0F-B1CC-27501E768D42}" type="presParOf" srcId="{2915A144-2DDB-49AE-9FAE-5461F7C2A744}" destId="{630A42B7-2E2F-47F5-8024-6A2D1D97FFB8}" srcOrd="1" destOrd="0" presId="urn:microsoft.com/office/officeart/2005/8/layout/hList9"/>
    <dgm:cxn modelId="{69A368B3-5A19-4A19-9162-0D8783E5B85C}" type="presParOf" srcId="{E3FE386B-DA56-4287-9864-A40B7042DC3D}" destId="{FCBDC23E-6E7C-4F4D-AF9D-0550087F4FA6}" srcOrd="4" destOrd="0" presId="urn:microsoft.com/office/officeart/2005/8/layout/hList9"/>
    <dgm:cxn modelId="{03088310-AE44-4542-8C56-B1B0EE0B4002}" type="presParOf" srcId="{FCBDC23E-6E7C-4F4D-AF9D-0550087F4FA6}" destId="{E98AD484-4055-4397-BBFC-3C5BAB58F6A4}" srcOrd="0" destOrd="0" presId="urn:microsoft.com/office/officeart/2005/8/layout/hList9"/>
    <dgm:cxn modelId="{C29A5D24-27E2-4B66-98CE-46E78B639736}" type="presParOf" srcId="{FCBDC23E-6E7C-4F4D-AF9D-0550087F4FA6}" destId="{F91DDCD5-C4D6-4859-8F9F-1F61FD04778D}" srcOrd="1" destOrd="0" presId="urn:microsoft.com/office/officeart/2005/8/layout/hList9"/>
    <dgm:cxn modelId="{118EBA1C-9499-4EA1-AFC9-6B65B92EBC80}" type="presParOf" srcId="{289E86CC-9757-42EC-B3EB-BE23E525281C}" destId="{9A8A71C9-7478-4EF6-A0E3-5C0CE95590EA}" srcOrd="12" destOrd="0" presId="urn:microsoft.com/office/officeart/2005/8/layout/hList9"/>
    <dgm:cxn modelId="{5AF40B9E-F09A-4594-98B5-CC3A71C3D37D}" type="presParOf" srcId="{289E86CC-9757-42EC-B3EB-BE23E525281C}" destId="{132A1238-5C75-4A54-846F-03DBDB7791BE}" srcOrd="13" destOrd="0" presId="urn:microsoft.com/office/officeart/2005/8/layout/hList9"/>
    <dgm:cxn modelId="{53776CF7-2CF0-439A-9EC5-0E172133E522}" type="presParOf" srcId="{289E86CC-9757-42EC-B3EB-BE23E525281C}" destId="{A47A97F0-3458-422E-949E-DDBC3D105822}" srcOrd="14" destOrd="0" presId="urn:microsoft.com/office/officeart/2005/8/layout/hList9"/>
    <dgm:cxn modelId="{BEE8EBE1-B7BE-410C-8B9C-723337D3B7F8}" type="presParOf" srcId="{289E86CC-9757-42EC-B3EB-BE23E525281C}" destId="{50EFC5DC-7110-47CE-B541-5BF2C731667A}" srcOrd="15" destOrd="0" presId="urn:microsoft.com/office/officeart/2005/8/layout/hList9"/>
    <dgm:cxn modelId="{191BB6D5-D539-47AF-A1BC-9CB6D8F7DB8F}" type="presParOf" srcId="{289E86CC-9757-42EC-B3EB-BE23E525281C}" destId="{FB9424DA-EC00-4DBE-9382-1FFD55A43B1B}" srcOrd="16" destOrd="0" presId="urn:microsoft.com/office/officeart/2005/8/layout/hList9"/>
    <dgm:cxn modelId="{DBBB5C1D-EF46-4801-82DE-51EBCA45EECA}" type="presParOf" srcId="{FB9424DA-EC00-4DBE-9382-1FFD55A43B1B}" destId="{F9D4DB69-985A-4D7F-8C4E-733A118085A0}" srcOrd="0" destOrd="0" presId="urn:microsoft.com/office/officeart/2005/8/layout/hList9"/>
    <dgm:cxn modelId="{F36945DE-533A-4CC1-B438-A244CF0BDF4C}" type="presParOf" srcId="{FB9424DA-EC00-4DBE-9382-1FFD55A43B1B}" destId="{CB541241-0D65-4C02-A732-21454340599D}" srcOrd="1" destOrd="0" presId="urn:microsoft.com/office/officeart/2005/8/layout/hList9"/>
    <dgm:cxn modelId="{C2D46A67-A6F2-4B4B-A348-A0AD60064474}" type="presParOf" srcId="{CB541241-0D65-4C02-A732-21454340599D}" destId="{57F7B866-635D-41F8-B1B3-DB6D4AC1C137}" srcOrd="0" destOrd="0" presId="urn:microsoft.com/office/officeart/2005/8/layout/hList9"/>
    <dgm:cxn modelId="{23531D6A-8B1C-4927-8537-76F4B482CDE3}" type="presParOf" srcId="{CB541241-0D65-4C02-A732-21454340599D}" destId="{5F4AF7DB-FE8B-4A6B-8DDE-E4D8027D31D4}" srcOrd="1" destOrd="0" presId="urn:microsoft.com/office/officeart/2005/8/layout/hList9"/>
    <dgm:cxn modelId="{F2C15CD8-A95A-4108-826C-F8C16390915E}" type="presParOf" srcId="{FB9424DA-EC00-4DBE-9382-1FFD55A43B1B}" destId="{32E41E1A-A0D7-4BC0-9A4C-B1CD04E1AFBE}" srcOrd="2" destOrd="0" presId="urn:microsoft.com/office/officeart/2005/8/layout/hList9"/>
    <dgm:cxn modelId="{3378C209-1CEC-4E32-8DC9-573C5F27190A}" type="presParOf" srcId="{32E41E1A-A0D7-4BC0-9A4C-B1CD04E1AFBE}" destId="{85724EC0-EF89-43AB-B888-5F59220B88F1}" srcOrd="0" destOrd="0" presId="urn:microsoft.com/office/officeart/2005/8/layout/hList9"/>
    <dgm:cxn modelId="{0769656C-D927-4F39-9AD7-FD508EB03934}" type="presParOf" srcId="{32E41E1A-A0D7-4BC0-9A4C-B1CD04E1AFBE}" destId="{A3E19BAC-135A-4405-9338-562DCA0FC866}" srcOrd="1" destOrd="0" presId="urn:microsoft.com/office/officeart/2005/8/layout/hList9"/>
    <dgm:cxn modelId="{12019577-368D-4046-8AF2-3D2E400AE75C}" type="presParOf" srcId="{FB9424DA-EC00-4DBE-9382-1FFD55A43B1B}" destId="{79542239-006F-44FF-A40A-10467E499B61}" srcOrd="3" destOrd="0" presId="urn:microsoft.com/office/officeart/2005/8/layout/hList9"/>
    <dgm:cxn modelId="{2A2F1F66-1791-4B57-88FE-3A3ADBD051FC}" type="presParOf" srcId="{79542239-006F-44FF-A40A-10467E499B61}" destId="{38BA0F0A-296F-4D67-B1E4-AACAB0B598C4}" srcOrd="0" destOrd="0" presId="urn:microsoft.com/office/officeart/2005/8/layout/hList9"/>
    <dgm:cxn modelId="{45EEEBA1-306D-43A7-9CAE-76D3E200FF45}" type="presParOf" srcId="{79542239-006F-44FF-A40A-10467E499B61}" destId="{9EF478AD-4C4C-425C-9FEA-040A390566BF}" srcOrd="1" destOrd="0" presId="urn:microsoft.com/office/officeart/2005/8/layout/hList9"/>
    <dgm:cxn modelId="{6EC9C4F2-7965-4252-A3E6-3EED80FF1FA8}" type="presParOf" srcId="{FB9424DA-EC00-4DBE-9382-1FFD55A43B1B}" destId="{0F8CA744-4F2E-4E01-A27C-5405557589C0}" srcOrd="4" destOrd="0" presId="urn:microsoft.com/office/officeart/2005/8/layout/hList9"/>
    <dgm:cxn modelId="{C0F0123C-19A3-4B82-9D4C-9DE2585E83E8}" type="presParOf" srcId="{0F8CA744-4F2E-4E01-A27C-5405557589C0}" destId="{EBD74385-149B-4711-BE2E-B566C6F2C3B6}" srcOrd="0" destOrd="0" presId="urn:microsoft.com/office/officeart/2005/8/layout/hList9"/>
    <dgm:cxn modelId="{639D2472-5862-4561-8D2F-C19E90B39C78}" type="presParOf" srcId="{0F8CA744-4F2E-4E01-A27C-5405557589C0}" destId="{42C4CC1F-E53F-48FE-81A3-4EC99A630590}" srcOrd="1" destOrd="0" presId="urn:microsoft.com/office/officeart/2005/8/layout/hList9"/>
    <dgm:cxn modelId="{62439843-A18B-46F1-B876-2D00EA812C5E}" type="presParOf" srcId="{289E86CC-9757-42EC-B3EB-BE23E525281C}" destId="{55373FDE-81A6-4C97-A918-308B5F8D9CE3}" srcOrd="17" destOrd="0" presId="urn:microsoft.com/office/officeart/2005/8/layout/hList9"/>
    <dgm:cxn modelId="{369EC5B3-8F98-476B-A36C-FCE1CB951962}" type="presParOf" srcId="{289E86CC-9757-42EC-B3EB-BE23E525281C}" destId="{D8417CDF-82CE-4B11-B224-BFC197962DE0}" srcOrd="18" destOrd="0" presId="urn:microsoft.com/office/officeart/2005/8/layout/hList9"/>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23.xml><?xml version="1.0" encoding="utf-8"?>
<dgm:dataModel xmlns:dgm="http://schemas.openxmlformats.org/drawingml/2006/diagram" xmlns:a="http://schemas.openxmlformats.org/drawingml/2006/main">
  <dgm:ptLst>
    <dgm:pt modelId="{B9C32B05-62EA-407A-B21C-2310C7945705}" type="doc">
      <dgm:prSet loTypeId="urn:microsoft.com/office/officeart/2005/8/layout/lProcess2" loCatId="list"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F66099B6-DBBD-4AB0-82D2-877B80F846F7}">
      <dgm:prSet phldrT="[Text]"/>
      <dgm:spPr/>
      <dgm:t>
        <a:bodyPr/>
        <a:lstStyle/>
        <a:p>
          <a:r>
            <a:rPr lang="en-US" dirty="0"/>
            <a:t>Lorem Ipsum</a:t>
          </a:r>
        </a:p>
      </dgm:t>
    </dgm:pt>
    <dgm:pt modelId="{B09C8BFB-F41C-4AC4-AB94-F216E3081C2D}" type="parTrans" cxnId="{B4F3EA32-CE64-4A92-9BAE-BC57E5392B05}">
      <dgm:prSet/>
      <dgm:spPr/>
      <dgm:t>
        <a:bodyPr/>
        <a:lstStyle/>
        <a:p>
          <a:endParaRPr lang="en-US"/>
        </a:p>
      </dgm:t>
    </dgm:pt>
    <dgm:pt modelId="{BC531B32-9B0E-482E-BF91-65C61F17168D}" type="sibTrans" cxnId="{B4F3EA32-CE64-4A92-9BAE-BC57E5392B05}">
      <dgm:prSet/>
      <dgm:spPr/>
      <dgm:t>
        <a:bodyPr/>
        <a:lstStyle/>
        <a:p>
          <a:endParaRPr lang="en-US"/>
        </a:p>
      </dgm:t>
    </dgm:pt>
    <dgm:pt modelId="{EE62A4F6-4AC4-435B-990E-81A71CE8CAC7}">
      <dgm:prSet phldrT="[Text]"/>
      <dgm:spPr/>
      <dgm:t>
        <a:bodyPr/>
        <a:lstStyle/>
        <a:p>
          <a:r>
            <a:rPr lang="en-US" dirty="0"/>
            <a:t>Lorem Ipsum</a:t>
          </a:r>
        </a:p>
      </dgm:t>
    </dgm:pt>
    <dgm:pt modelId="{F287B947-7343-4FA2-B288-B23A59FFAE31}" type="parTrans" cxnId="{3A2CECA6-0C5B-46BB-B7C6-7D37E9D210BD}">
      <dgm:prSet/>
      <dgm:spPr/>
      <dgm:t>
        <a:bodyPr/>
        <a:lstStyle/>
        <a:p>
          <a:endParaRPr lang="en-US"/>
        </a:p>
      </dgm:t>
    </dgm:pt>
    <dgm:pt modelId="{389F9A93-0231-4877-8C41-5D5B8DD7AAC0}" type="sibTrans" cxnId="{3A2CECA6-0C5B-46BB-B7C6-7D37E9D210BD}">
      <dgm:prSet/>
      <dgm:spPr/>
      <dgm:t>
        <a:bodyPr/>
        <a:lstStyle/>
        <a:p>
          <a:endParaRPr lang="en-US"/>
        </a:p>
      </dgm:t>
    </dgm:pt>
    <dgm:pt modelId="{B6D9DE15-697B-42C2-B6A1-CE31260EED93}">
      <dgm:prSet phldrT="[Text]"/>
      <dgm:spPr/>
      <dgm:t>
        <a:bodyPr/>
        <a:lstStyle/>
        <a:p>
          <a:r>
            <a:rPr lang="en-US" dirty="0"/>
            <a:t>Lorem Ipsum</a:t>
          </a:r>
        </a:p>
      </dgm:t>
    </dgm:pt>
    <dgm:pt modelId="{EAC9FC21-5112-4CCF-8070-06ED15ED24ED}" type="parTrans" cxnId="{40513FB0-F94C-499F-9A0B-9E0341D0A0C2}">
      <dgm:prSet/>
      <dgm:spPr/>
      <dgm:t>
        <a:bodyPr/>
        <a:lstStyle/>
        <a:p>
          <a:endParaRPr lang="en-US"/>
        </a:p>
      </dgm:t>
    </dgm:pt>
    <dgm:pt modelId="{B605B681-1ACB-4650-8600-F9223ABDDC16}" type="sibTrans" cxnId="{40513FB0-F94C-499F-9A0B-9E0341D0A0C2}">
      <dgm:prSet/>
      <dgm:spPr/>
      <dgm:t>
        <a:bodyPr/>
        <a:lstStyle/>
        <a:p>
          <a:endParaRPr lang="en-US"/>
        </a:p>
      </dgm:t>
    </dgm:pt>
    <dgm:pt modelId="{244CE93D-3CE9-480A-BC40-D5795AE4CC61}">
      <dgm:prSet phldrT="[Text]"/>
      <dgm:spPr/>
      <dgm:t>
        <a:bodyPr/>
        <a:lstStyle/>
        <a:p>
          <a:r>
            <a:rPr lang="en-US" dirty="0"/>
            <a:t>Lorem Ipsum</a:t>
          </a:r>
        </a:p>
      </dgm:t>
    </dgm:pt>
    <dgm:pt modelId="{B26CFE49-55EC-4B92-8D65-F00D6B48420B}" type="parTrans" cxnId="{746C65D4-0A32-4610-8B9B-A01592BB40A3}">
      <dgm:prSet/>
      <dgm:spPr/>
      <dgm:t>
        <a:bodyPr/>
        <a:lstStyle/>
        <a:p>
          <a:endParaRPr lang="en-US"/>
        </a:p>
      </dgm:t>
    </dgm:pt>
    <dgm:pt modelId="{AA2C577D-A278-4959-857E-CDA154440386}" type="sibTrans" cxnId="{746C65D4-0A32-4610-8B9B-A01592BB40A3}">
      <dgm:prSet/>
      <dgm:spPr/>
      <dgm:t>
        <a:bodyPr/>
        <a:lstStyle/>
        <a:p>
          <a:endParaRPr lang="en-US"/>
        </a:p>
      </dgm:t>
    </dgm:pt>
    <dgm:pt modelId="{FCDCB472-5D0D-441E-9A63-91F48E5C3B9A}">
      <dgm:prSet phldrT="[Text]"/>
      <dgm:spPr/>
      <dgm:t>
        <a:bodyPr/>
        <a:lstStyle/>
        <a:p>
          <a:r>
            <a:rPr lang="en-US"/>
            <a:t>Some text here</a:t>
          </a:r>
          <a:endParaRPr lang="en-US" dirty="0"/>
        </a:p>
      </dgm:t>
    </dgm:pt>
    <dgm:pt modelId="{F183F53E-B9E4-483E-BB59-E567579A1D20}" type="parTrans" cxnId="{E555CFC0-456A-41C0-853C-A5C184B6F026}">
      <dgm:prSet/>
      <dgm:spPr/>
      <dgm:t>
        <a:bodyPr/>
        <a:lstStyle/>
        <a:p>
          <a:endParaRPr lang="en-US"/>
        </a:p>
      </dgm:t>
    </dgm:pt>
    <dgm:pt modelId="{88085470-E458-46BB-9028-8CC37AAF17EF}" type="sibTrans" cxnId="{E555CFC0-456A-41C0-853C-A5C184B6F026}">
      <dgm:prSet/>
      <dgm:spPr/>
      <dgm:t>
        <a:bodyPr/>
        <a:lstStyle/>
        <a:p>
          <a:endParaRPr lang="en-US"/>
        </a:p>
      </dgm:t>
    </dgm:pt>
    <dgm:pt modelId="{CBD3BD06-5B52-457B-A709-959D97EA9FE5}">
      <dgm:prSet phldrT="[Text]"/>
      <dgm:spPr/>
      <dgm:t>
        <a:bodyPr/>
        <a:lstStyle/>
        <a:p>
          <a:r>
            <a:rPr lang="en-US"/>
            <a:t>Some text here</a:t>
          </a:r>
          <a:endParaRPr lang="en-US" dirty="0"/>
        </a:p>
      </dgm:t>
    </dgm:pt>
    <dgm:pt modelId="{BCA8D018-4FBF-4EC0-A8A7-2E733ECB7259}" type="parTrans" cxnId="{BC910C61-D6EF-4F01-BD12-BAC0DF60C0B1}">
      <dgm:prSet/>
      <dgm:spPr/>
      <dgm:t>
        <a:bodyPr/>
        <a:lstStyle/>
        <a:p>
          <a:endParaRPr lang="en-US"/>
        </a:p>
      </dgm:t>
    </dgm:pt>
    <dgm:pt modelId="{32702446-735B-4332-BAF3-71D165AF690E}" type="sibTrans" cxnId="{BC910C61-D6EF-4F01-BD12-BAC0DF60C0B1}">
      <dgm:prSet/>
      <dgm:spPr/>
      <dgm:t>
        <a:bodyPr/>
        <a:lstStyle/>
        <a:p>
          <a:endParaRPr lang="en-US"/>
        </a:p>
      </dgm:t>
    </dgm:pt>
    <dgm:pt modelId="{55345467-7439-459F-9D32-84E57716971D}">
      <dgm:prSet phldrT="[Text]"/>
      <dgm:spPr/>
      <dgm:t>
        <a:bodyPr/>
        <a:lstStyle/>
        <a:p>
          <a:r>
            <a:rPr lang="en-US" dirty="0"/>
            <a:t>Some text here</a:t>
          </a:r>
        </a:p>
      </dgm:t>
    </dgm:pt>
    <dgm:pt modelId="{0737C780-5216-4B9B-BACA-8D4E85B06B36}" type="parTrans" cxnId="{F1AB2A5C-201F-462A-A240-FFAC262C2CEE}">
      <dgm:prSet/>
      <dgm:spPr/>
      <dgm:t>
        <a:bodyPr/>
        <a:lstStyle/>
        <a:p>
          <a:endParaRPr lang="en-US"/>
        </a:p>
      </dgm:t>
    </dgm:pt>
    <dgm:pt modelId="{29B05D16-84E0-4EDC-B74F-1C60872377F0}" type="sibTrans" cxnId="{F1AB2A5C-201F-462A-A240-FFAC262C2CEE}">
      <dgm:prSet/>
      <dgm:spPr/>
      <dgm:t>
        <a:bodyPr/>
        <a:lstStyle/>
        <a:p>
          <a:endParaRPr lang="en-US"/>
        </a:p>
      </dgm:t>
    </dgm:pt>
    <dgm:pt modelId="{6BBA00E4-8F38-402D-9E21-28917F39FA0B}">
      <dgm:prSet phldrT="[Text]"/>
      <dgm:spPr/>
      <dgm:t>
        <a:bodyPr/>
        <a:lstStyle/>
        <a:p>
          <a:r>
            <a:rPr lang="en-US" dirty="0"/>
            <a:t>Some text here</a:t>
          </a:r>
        </a:p>
      </dgm:t>
    </dgm:pt>
    <dgm:pt modelId="{AB8D638D-440F-4880-9D2E-8784A6BB36D5}" type="parTrans" cxnId="{547CCEB4-2A2E-4E2A-9FEB-F89470794690}">
      <dgm:prSet/>
      <dgm:spPr/>
      <dgm:t>
        <a:bodyPr/>
        <a:lstStyle/>
        <a:p>
          <a:endParaRPr lang="en-US"/>
        </a:p>
      </dgm:t>
    </dgm:pt>
    <dgm:pt modelId="{C7ED7FE4-B5AF-4FC0-AF2B-23AFF5AAECA5}" type="sibTrans" cxnId="{547CCEB4-2A2E-4E2A-9FEB-F89470794690}">
      <dgm:prSet/>
      <dgm:spPr/>
      <dgm:t>
        <a:bodyPr/>
        <a:lstStyle/>
        <a:p>
          <a:endParaRPr lang="en-US"/>
        </a:p>
      </dgm:t>
    </dgm:pt>
    <dgm:pt modelId="{9AEF9C15-53CA-4DBF-AF19-33789D86587B}">
      <dgm:prSet phldrT="[Text]"/>
      <dgm:spPr/>
      <dgm:t>
        <a:bodyPr/>
        <a:lstStyle/>
        <a:p>
          <a:r>
            <a:rPr lang="en-US" dirty="0"/>
            <a:t>Some text here</a:t>
          </a:r>
        </a:p>
      </dgm:t>
    </dgm:pt>
    <dgm:pt modelId="{96F963A8-82AD-480E-8BB5-7D7CFA2DFE54}" type="parTrans" cxnId="{D4894B5D-3625-4EA8-B189-49409C3D0693}">
      <dgm:prSet/>
      <dgm:spPr/>
      <dgm:t>
        <a:bodyPr/>
        <a:lstStyle/>
        <a:p>
          <a:endParaRPr lang="en-US"/>
        </a:p>
      </dgm:t>
    </dgm:pt>
    <dgm:pt modelId="{7A18DFDF-5395-4378-8162-7921730AAB5A}" type="sibTrans" cxnId="{D4894B5D-3625-4EA8-B189-49409C3D0693}">
      <dgm:prSet/>
      <dgm:spPr/>
      <dgm:t>
        <a:bodyPr/>
        <a:lstStyle/>
        <a:p>
          <a:endParaRPr lang="en-US"/>
        </a:p>
      </dgm:t>
    </dgm:pt>
    <dgm:pt modelId="{CB00007A-65D6-424E-8BB0-3E14704B9A13}">
      <dgm:prSet phldrT="[Text]"/>
      <dgm:spPr/>
      <dgm:t>
        <a:bodyPr/>
        <a:lstStyle/>
        <a:p>
          <a:r>
            <a:rPr lang="en-US" dirty="0"/>
            <a:t>Some text here</a:t>
          </a:r>
        </a:p>
      </dgm:t>
    </dgm:pt>
    <dgm:pt modelId="{466CE22B-0CFA-43DB-9600-D235CFCCABFC}" type="parTrans" cxnId="{F3320DF9-C030-4B82-8E2D-BF12232F3D35}">
      <dgm:prSet/>
      <dgm:spPr/>
      <dgm:t>
        <a:bodyPr/>
        <a:lstStyle/>
        <a:p>
          <a:endParaRPr lang="en-US"/>
        </a:p>
      </dgm:t>
    </dgm:pt>
    <dgm:pt modelId="{C08F46C1-FC79-474C-B641-4E551DF6FDF7}" type="sibTrans" cxnId="{F3320DF9-C030-4B82-8E2D-BF12232F3D35}">
      <dgm:prSet/>
      <dgm:spPr/>
      <dgm:t>
        <a:bodyPr/>
        <a:lstStyle/>
        <a:p>
          <a:endParaRPr lang="en-US"/>
        </a:p>
      </dgm:t>
    </dgm:pt>
    <dgm:pt modelId="{91DD788C-F1E2-4B1F-BE23-20BF202CA5EA}">
      <dgm:prSet phldrT="[Text]"/>
      <dgm:spPr/>
      <dgm:t>
        <a:bodyPr/>
        <a:lstStyle/>
        <a:p>
          <a:r>
            <a:rPr lang="en-US" dirty="0"/>
            <a:t>Some text here</a:t>
          </a:r>
        </a:p>
      </dgm:t>
    </dgm:pt>
    <dgm:pt modelId="{80DB5CEE-8C3A-4FE1-AF4D-70661B0192DF}" type="parTrans" cxnId="{22CD83A8-A8B7-480D-B9B0-495DC9358CB8}">
      <dgm:prSet/>
      <dgm:spPr/>
      <dgm:t>
        <a:bodyPr/>
        <a:lstStyle/>
        <a:p>
          <a:endParaRPr lang="en-US"/>
        </a:p>
      </dgm:t>
    </dgm:pt>
    <dgm:pt modelId="{EC0367D6-6D7B-4303-A696-737D87910AA8}" type="sibTrans" cxnId="{22CD83A8-A8B7-480D-B9B0-495DC9358CB8}">
      <dgm:prSet/>
      <dgm:spPr/>
      <dgm:t>
        <a:bodyPr/>
        <a:lstStyle/>
        <a:p>
          <a:endParaRPr lang="en-US"/>
        </a:p>
      </dgm:t>
    </dgm:pt>
    <dgm:pt modelId="{5C2B6E48-7505-4939-BCE1-0C2C24666572}">
      <dgm:prSet phldrT="[Text]"/>
      <dgm:spPr/>
      <dgm:t>
        <a:bodyPr/>
        <a:lstStyle/>
        <a:p>
          <a:r>
            <a:rPr lang="en-US"/>
            <a:t>Some text here</a:t>
          </a:r>
          <a:endParaRPr lang="en-US" dirty="0"/>
        </a:p>
      </dgm:t>
    </dgm:pt>
    <dgm:pt modelId="{90431088-7A7F-42BD-938A-6BD4A734BEE5}" type="parTrans" cxnId="{E89DFEE8-70E7-4D29-9FB4-141AE47DC2B7}">
      <dgm:prSet/>
      <dgm:spPr/>
      <dgm:t>
        <a:bodyPr/>
        <a:lstStyle/>
        <a:p>
          <a:endParaRPr lang="en-US"/>
        </a:p>
      </dgm:t>
    </dgm:pt>
    <dgm:pt modelId="{7F766CE0-C931-4791-A502-02B0140E2CD0}" type="sibTrans" cxnId="{E89DFEE8-70E7-4D29-9FB4-141AE47DC2B7}">
      <dgm:prSet/>
      <dgm:spPr/>
      <dgm:t>
        <a:bodyPr/>
        <a:lstStyle/>
        <a:p>
          <a:endParaRPr lang="en-US"/>
        </a:p>
      </dgm:t>
    </dgm:pt>
    <dgm:pt modelId="{3BCC77B6-607E-4093-A013-62C241E828BD}">
      <dgm:prSet phldrT="[Text]"/>
      <dgm:spPr/>
      <dgm:t>
        <a:bodyPr/>
        <a:lstStyle/>
        <a:p>
          <a:r>
            <a:rPr lang="en-US" dirty="0"/>
            <a:t>Some text here</a:t>
          </a:r>
        </a:p>
      </dgm:t>
    </dgm:pt>
    <dgm:pt modelId="{FD57F1A1-1CA7-4E57-8045-14BC148EE2DC}" type="parTrans" cxnId="{AC66FB97-DFF0-49C8-8DED-85756EDFE03F}">
      <dgm:prSet/>
      <dgm:spPr/>
      <dgm:t>
        <a:bodyPr/>
        <a:lstStyle/>
        <a:p>
          <a:endParaRPr lang="en-US"/>
        </a:p>
      </dgm:t>
    </dgm:pt>
    <dgm:pt modelId="{D01EDBB7-29DF-4930-9344-629C63FCE92E}" type="sibTrans" cxnId="{AC66FB97-DFF0-49C8-8DED-85756EDFE03F}">
      <dgm:prSet/>
      <dgm:spPr/>
      <dgm:t>
        <a:bodyPr/>
        <a:lstStyle/>
        <a:p>
          <a:endParaRPr lang="en-US"/>
        </a:p>
      </dgm:t>
    </dgm:pt>
    <dgm:pt modelId="{43BC421A-3F4B-4FEC-A18F-70BFD24EA168}">
      <dgm:prSet phldrT="[Text]"/>
      <dgm:spPr/>
      <dgm:t>
        <a:bodyPr/>
        <a:lstStyle/>
        <a:p>
          <a:r>
            <a:rPr lang="en-US" dirty="0"/>
            <a:t>Some text here</a:t>
          </a:r>
        </a:p>
      </dgm:t>
    </dgm:pt>
    <dgm:pt modelId="{1391A937-498E-47A9-AEE3-0C78287A357F}" type="parTrans" cxnId="{F802DC65-2456-4917-A534-6C2BE2A55E62}">
      <dgm:prSet/>
      <dgm:spPr/>
      <dgm:t>
        <a:bodyPr/>
        <a:lstStyle/>
        <a:p>
          <a:endParaRPr lang="en-US"/>
        </a:p>
      </dgm:t>
    </dgm:pt>
    <dgm:pt modelId="{A14F36DA-E37F-4A42-A895-6572EB100CC1}" type="sibTrans" cxnId="{F802DC65-2456-4917-A534-6C2BE2A55E62}">
      <dgm:prSet/>
      <dgm:spPr/>
      <dgm:t>
        <a:bodyPr/>
        <a:lstStyle/>
        <a:p>
          <a:endParaRPr lang="en-US"/>
        </a:p>
      </dgm:t>
    </dgm:pt>
    <dgm:pt modelId="{283161CC-9A94-4B9E-BED1-ECFE603011DD}">
      <dgm:prSet phldrT="[Text]"/>
      <dgm:spPr/>
      <dgm:t>
        <a:bodyPr/>
        <a:lstStyle/>
        <a:p>
          <a:r>
            <a:rPr lang="en-US" dirty="0"/>
            <a:t>Some text here</a:t>
          </a:r>
        </a:p>
      </dgm:t>
    </dgm:pt>
    <dgm:pt modelId="{E8880C1D-6DDC-4718-B304-BC32699386FE}" type="parTrans" cxnId="{90A25764-E799-4BE0-9BB7-8628D6D9B0FB}">
      <dgm:prSet/>
      <dgm:spPr/>
      <dgm:t>
        <a:bodyPr/>
        <a:lstStyle/>
        <a:p>
          <a:endParaRPr lang="en-US"/>
        </a:p>
      </dgm:t>
    </dgm:pt>
    <dgm:pt modelId="{1D6D5C1A-C896-4C43-82C3-F229F588499D}" type="sibTrans" cxnId="{90A25764-E799-4BE0-9BB7-8628D6D9B0FB}">
      <dgm:prSet/>
      <dgm:spPr/>
      <dgm:t>
        <a:bodyPr/>
        <a:lstStyle/>
        <a:p>
          <a:endParaRPr lang="en-US"/>
        </a:p>
      </dgm:t>
    </dgm:pt>
    <dgm:pt modelId="{9CC3C0B3-62CE-4D42-AA8B-F4C39E9832C5}">
      <dgm:prSet phldrT="[Text]"/>
      <dgm:spPr/>
      <dgm:t>
        <a:bodyPr/>
        <a:lstStyle/>
        <a:p>
          <a:r>
            <a:rPr lang="en-US" dirty="0"/>
            <a:t>Some text here</a:t>
          </a:r>
        </a:p>
      </dgm:t>
    </dgm:pt>
    <dgm:pt modelId="{7B6D5615-2D60-4F9F-A59A-73444C23053E}" type="parTrans" cxnId="{8D3A74B8-F741-4E3D-B573-F2F078E36E4E}">
      <dgm:prSet/>
      <dgm:spPr/>
      <dgm:t>
        <a:bodyPr/>
        <a:lstStyle/>
        <a:p>
          <a:endParaRPr lang="en-US"/>
        </a:p>
      </dgm:t>
    </dgm:pt>
    <dgm:pt modelId="{9DDC8A5C-B7C4-4F0D-B7FE-A541976461A4}" type="sibTrans" cxnId="{8D3A74B8-F741-4E3D-B573-F2F078E36E4E}">
      <dgm:prSet/>
      <dgm:spPr/>
      <dgm:t>
        <a:bodyPr/>
        <a:lstStyle/>
        <a:p>
          <a:endParaRPr lang="en-US"/>
        </a:p>
      </dgm:t>
    </dgm:pt>
    <dgm:pt modelId="{62E52B4D-D9E0-414F-9C59-B452934A3355}" type="pres">
      <dgm:prSet presAssocID="{B9C32B05-62EA-407A-B21C-2310C7945705}" presName="theList" presStyleCnt="0">
        <dgm:presLayoutVars>
          <dgm:dir/>
          <dgm:animLvl val="lvl"/>
          <dgm:resizeHandles val="exact"/>
        </dgm:presLayoutVars>
      </dgm:prSet>
      <dgm:spPr/>
    </dgm:pt>
    <dgm:pt modelId="{557B3108-885C-48A3-BAEF-C1F375B4B9D0}" type="pres">
      <dgm:prSet presAssocID="{42D71409-67F9-455C-8C6D-716D284AAA6B}" presName="compNode" presStyleCnt="0"/>
      <dgm:spPr/>
    </dgm:pt>
    <dgm:pt modelId="{82BB24F0-5010-4D40-A51A-23A0D530C327}" type="pres">
      <dgm:prSet presAssocID="{42D71409-67F9-455C-8C6D-716D284AAA6B}" presName="aNode" presStyleLbl="bgShp" presStyleIdx="0" presStyleCnt="5"/>
      <dgm:spPr/>
    </dgm:pt>
    <dgm:pt modelId="{64355E48-6062-4158-A8FC-A5A47F4C501B}" type="pres">
      <dgm:prSet presAssocID="{42D71409-67F9-455C-8C6D-716D284AAA6B}" presName="textNode" presStyleLbl="bgShp" presStyleIdx="0" presStyleCnt="5"/>
      <dgm:spPr/>
    </dgm:pt>
    <dgm:pt modelId="{AE9521A1-02B5-4175-9846-68CF3C096DBD}" type="pres">
      <dgm:prSet presAssocID="{42D71409-67F9-455C-8C6D-716D284AAA6B}" presName="compChildNode" presStyleCnt="0"/>
      <dgm:spPr/>
    </dgm:pt>
    <dgm:pt modelId="{A3929E55-4A06-4524-8CC5-26D57D3BE7F5}" type="pres">
      <dgm:prSet presAssocID="{42D71409-67F9-455C-8C6D-716D284AAA6B}" presName="theInnerList" presStyleCnt="0"/>
      <dgm:spPr/>
    </dgm:pt>
    <dgm:pt modelId="{4D8B04AB-52C7-4344-BACA-83A4C7D69B53}" type="pres">
      <dgm:prSet presAssocID="{55345467-7439-459F-9D32-84E57716971D}" presName="childNode" presStyleLbl="node1" presStyleIdx="0" presStyleCnt="12">
        <dgm:presLayoutVars>
          <dgm:bulletEnabled val="1"/>
        </dgm:presLayoutVars>
      </dgm:prSet>
      <dgm:spPr/>
    </dgm:pt>
    <dgm:pt modelId="{9C5990A4-BA59-417D-A1A1-4A5CF3D288DB}" type="pres">
      <dgm:prSet presAssocID="{55345467-7439-459F-9D32-84E57716971D}" presName="aSpace2" presStyleCnt="0"/>
      <dgm:spPr/>
    </dgm:pt>
    <dgm:pt modelId="{F48E94C2-E32A-402D-96C2-59F3D717F548}" type="pres">
      <dgm:prSet presAssocID="{6BBA00E4-8F38-402D-9E21-28917F39FA0B}" presName="childNode" presStyleLbl="node1" presStyleIdx="1" presStyleCnt="12">
        <dgm:presLayoutVars>
          <dgm:bulletEnabled val="1"/>
        </dgm:presLayoutVars>
      </dgm:prSet>
      <dgm:spPr/>
    </dgm:pt>
    <dgm:pt modelId="{919D42E0-618B-4E00-936B-E7768CB44348}" type="pres">
      <dgm:prSet presAssocID="{6BBA00E4-8F38-402D-9E21-28917F39FA0B}" presName="aSpace2" presStyleCnt="0"/>
      <dgm:spPr/>
    </dgm:pt>
    <dgm:pt modelId="{72D5B000-2230-4875-8DC5-F564FA2F79AF}" type="pres">
      <dgm:prSet presAssocID="{9AEF9C15-53CA-4DBF-AF19-33789D86587B}" presName="childNode" presStyleLbl="node1" presStyleIdx="2" presStyleCnt="12">
        <dgm:presLayoutVars>
          <dgm:bulletEnabled val="1"/>
        </dgm:presLayoutVars>
      </dgm:prSet>
      <dgm:spPr/>
    </dgm:pt>
    <dgm:pt modelId="{784D60B9-DB5F-49EB-84E1-E1F10925CAAC}" type="pres">
      <dgm:prSet presAssocID="{42D71409-67F9-455C-8C6D-716D284AAA6B}" presName="aSpace" presStyleCnt="0"/>
      <dgm:spPr/>
    </dgm:pt>
    <dgm:pt modelId="{B4301414-06C8-46AC-8DC9-994CFADBECA9}" type="pres">
      <dgm:prSet presAssocID="{F66099B6-DBBD-4AB0-82D2-877B80F846F7}" presName="compNode" presStyleCnt="0"/>
      <dgm:spPr/>
    </dgm:pt>
    <dgm:pt modelId="{9CC8307B-6FF7-4966-83AE-6B6F931618CF}" type="pres">
      <dgm:prSet presAssocID="{F66099B6-DBBD-4AB0-82D2-877B80F846F7}" presName="aNode" presStyleLbl="bgShp" presStyleIdx="1" presStyleCnt="5"/>
      <dgm:spPr/>
    </dgm:pt>
    <dgm:pt modelId="{C7B74667-5393-4588-85B8-E5EE9F58ADD6}" type="pres">
      <dgm:prSet presAssocID="{F66099B6-DBBD-4AB0-82D2-877B80F846F7}" presName="textNode" presStyleLbl="bgShp" presStyleIdx="1" presStyleCnt="5"/>
      <dgm:spPr/>
    </dgm:pt>
    <dgm:pt modelId="{94F05491-7666-46B0-886A-B2D5DCB659E9}" type="pres">
      <dgm:prSet presAssocID="{F66099B6-DBBD-4AB0-82D2-877B80F846F7}" presName="compChildNode" presStyleCnt="0"/>
      <dgm:spPr/>
    </dgm:pt>
    <dgm:pt modelId="{BE2DD75D-786B-4E79-9C95-D977F3C052DD}" type="pres">
      <dgm:prSet presAssocID="{F66099B6-DBBD-4AB0-82D2-877B80F846F7}" presName="theInnerList" presStyleCnt="0"/>
      <dgm:spPr/>
    </dgm:pt>
    <dgm:pt modelId="{413675F6-2BE7-4CB7-8A90-B5A1D70A2D3E}" type="pres">
      <dgm:prSet presAssocID="{CB00007A-65D6-424E-8BB0-3E14704B9A13}" presName="childNode" presStyleLbl="node1" presStyleIdx="3" presStyleCnt="12">
        <dgm:presLayoutVars>
          <dgm:bulletEnabled val="1"/>
        </dgm:presLayoutVars>
      </dgm:prSet>
      <dgm:spPr/>
    </dgm:pt>
    <dgm:pt modelId="{EE2689AA-A535-418B-BA91-61EEBA52D4D7}" type="pres">
      <dgm:prSet presAssocID="{CB00007A-65D6-424E-8BB0-3E14704B9A13}" presName="aSpace2" presStyleCnt="0"/>
      <dgm:spPr/>
    </dgm:pt>
    <dgm:pt modelId="{8222B9B5-D975-47B4-8CCF-AB18F96028BE}" type="pres">
      <dgm:prSet presAssocID="{91DD788C-F1E2-4B1F-BE23-20BF202CA5EA}" presName="childNode" presStyleLbl="node1" presStyleIdx="4" presStyleCnt="12">
        <dgm:presLayoutVars>
          <dgm:bulletEnabled val="1"/>
        </dgm:presLayoutVars>
      </dgm:prSet>
      <dgm:spPr/>
    </dgm:pt>
    <dgm:pt modelId="{8F970779-1B5C-4A94-8419-DEB01DDFA810}" type="pres">
      <dgm:prSet presAssocID="{F66099B6-DBBD-4AB0-82D2-877B80F846F7}" presName="aSpace" presStyleCnt="0"/>
      <dgm:spPr/>
    </dgm:pt>
    <dgm:pt modelId="{68CFADFB-EC06-4B38-93B4-0ED8168A31A5}" type="pres">
      <dgm:prSet presAssocID="{EE62A4F6-4AC4-435B-990E-81A71CE8CAC7}" presName="compNode" presStyleCnt="0"/>
      <dgm:spPr/>
    </dgm:pt>
    <dgm:pt modelId="{34CA08D9-73B4-41B4-8A76-D90D89F2FB6E}" type="pres">
      <dgm:prSet presAssocID="{EE62A4F6-4AC4-435B-990E-81A71CE8CAC7}" presName="aNode" presStyleLbl="bgShp" presStyleIdx="2" presStyleCnt="5"/>
      <dgm:spPr/>
    </dgm:pt>
    <dgm:pt modelId="{1B12A0FD-771B-4725-8466-AAEB55B44CE6}" type="pres">
      <dgm:prSet presAssocID="{EE62A4F6-4AC4-435B-990E-81A71CE8CAC7}" presName="textNode" presStyleLbl="bgShp" presStyleIdx="2" presStyleCnt="5"/>
      <dgm:spPr/>
    </dgm:pt>
    <dgm:pt modelId="{31A04E85-8F55-43A3-AF3A-A38A3EFBECD1}" type="pres">
      <dgm:prSet presAssocID="{EE62A4F6-4AC4-435B-990E-81A71CE8CAC7}" presName="compChildNode" presStyleCnt="0"/>
      <dgm:spPr/>
    </dgm:pt>
    <dgm:pt modelId="{3E8F504C-F927-4D27-BD80-A0DCF8D9C3E9}" type="pres">
      <dgm:prSet presAssocID="{EE62A4F6-4AC4-435B-990E-81A71CE8CAC7}" presName="theInnerList" presStyleCnt="0"/>
      <dgm:spPr/>
    </dgm:pt>
    <dgm:pt modelId="{E67F175F-C090-407A-8EE3-CC812ED7461C}" type="pres">
      <dgm:prSet presAssocID="{5C2B6E48-7505-4939-BCE1-0C2C24666572}" presName="childNode" presStyleLbl="node1" presStyleIdx="5" presStyleCnt="12">
        <dgm:presLayoutVars>
          <dgm:bulletEnabled val="1"/>
        </dgm:presLayoutVars>
      </dgm:prSet>
      <dgm:spPr/>
    </dgm:pt>
    <dgm:pt modelId="{4896A6D8-C69E-4EE2-8629-E2C177BCEE6D}" type="pres">
      <dgm:prSet presAssocID="{EE62A4F6-4AC4-435B-990E-81A71CE8CAC7}" presName="aSpace" presStyleCnt="0"/>
      <dgm:spPr/>
    </dgm:pt>
    <dgm:pt modelId="{EB6BC30A-2029-4E32-9FF4-47517DC76BB1}" type="pres">
      <dgm:prSet presAssocID="{B6D9DE15-697B-42C2-B6A1-CE31260EED93}" presName="compNode" presStyleCnt="0"/>
      <dgm:spPr/>
    </dgm:pt>
    <dgm:pt modelId="{C66E4169-D906-45BF-897C-916E09AF42F2}" type="pres">
      <dgm:prSet presAssocID="{B6D9DE15-697B-42C2-B6A1-CE31260EED93}" presName="aNode" presStyleLbl="bgShp" presStyleIdx="3" presStyleCnt="5"/>
      <dgm:spPr/>
    </dgm:pt>
    <dgm:pt modelId="{A15D6210-02AB-462F-9FDD-EAA8285FB413}" type="pres">
      <dgm:prSet presAssocID="{B6D9DE15-697B-42C2-B6A1-CE31260EED93}" presName="textNode" presStyleLbl="bgShp" presStyleIdx="3" presStyleCnt="5"/>
      <dgm:spPr/>
    </dgm:pt>
    <dgm:pt modelId="{36B2F77C-1228-454D-B0EB-7E2B16D237E8}" type="pres">
      <dgm:prSet presAssocID="{B6D9DE15-697B-42C2-B6A1-CE31260EED93}" presName="compChildNode" presStyleCnt="0"/>
      <dgm:spPr/>
    </dgm:pt>
    <dgm:pt modelId="{21FF18FE-CA8C-4D9D-AB30-749D55FB868C}" type="pres">
      <dgm:prSet presAssocID="{B6D9DE15-697B-42C2-B6A1-CE31260EED93}" presName="theInnerList" presStyleCnt="0"/>
      <dgm:spPr/>
    </dgm:pt>
    <dgm:pt modelId="{891BA266-52A6-4E5B-9F95-8F616F2749CF}" type="pres">
      <dgm:prSet presAssocID="{3BCC77B6-607E-4093-A013-62C241E828BD}" presName="childNode" presStyleLbl="node1" presStyleIdx="6" presStyleCnt="12">
        <dgm:presLayoutVars>
          <dgm:bulletEnabled val="1"/>
        </dgm:presLayoutVars>
      </dgm:prSet>
      <dgm:spPr/>
    </dgm:pt>
    <dgm:pt modelId="{2080DA9D-8F54-4D90-ADE2-F30C7FA4FB37}" type="pres">
      <dgm:prSet presAssocID="{3BCC77B6-607E-4093-A013-62C241E828BD}" presName="aSpace2" presStyleCnt="0"/>
      <dgm:spPr/>
    </dgm:pt>
    <dgm:pt modelId="{838AD002-F011-4C8F-8FF2-BFE792722F22}" type="pres">
      <dgm:prSet presAssocID="{43BC421A-3F4B-4FEC-A18F-70BFD24EA168}" presName="childNode" presStyleLbl="node1" presStyleIdx="7" presStyleCnt="12">
        <dgm:presLayoutVars>
          <dgm:bulletEnabled val="1"/>
        </dgm:presLayoutVars>
      </dgm:prSet>
      <dgm:spPr/>
    </dgm:pt>
    <dgm:pt modelId="{B96270AC-9874-4635-99D6-41261C616086}" type="pres">
      <dgm:prSet presAssocID="{43BC421A-3F4B-4FEC-A18F-70BFD24EA168}" presName="aSpace2" presStyleCnt="0"/>
      <dgm:spPr/>
    </dgm:pt>
    <dgm:pt modelId="{1A9D02CD-AC22-4013-913E-A67739C71D01}" type="pres">
      <dgm:prSet presAssocID="{283161CC-9A94-4B9E-BED1-ECFE603011DD}" presName="childNode" presStyleLbl="node1" presStyleIdx="8" presStyleCnt="12">
        <dgm:presLayoutVars>
          <dgm:bulletEnabled val="1"/>
        </dgm:presLayoutVars>
      </dgm:prSet>
      <dgm:spPr/>
    </dgm:pt>
    <dgm:pt modelId="{2CB6B812-2CD1-49E5-9F6F-7AA330741E68}" type="pres">
      <dgm:prSet presAssocID="{283161CC-9A94-4B9E-BED1-ECFE603011DD}" presName="aSpace2" presStyleCnt="0"/>
      <dgm:spPr/>
    </dgm:pt>
    <dgm:pt modelId="{48DB566F-60E9-45DE-8D0C-1A0429B534F1}" type="pres">
      <dgm:prSet presAssocID="{9CC3C0B3-62CE-4D42-AA8B-F4C39E9832C5}" presName="childNode" presStyleLbl="node1" presStyleIdx="9" presStyleCnt="12">
        <dgm:presLayoutVars>
          <dgm:bulletEnabled val="1"/>
        </dgm:presLayoutVars>
      </dgm:prSet>
      <dgm:spPr/>
    </dgm:pt>
    <dgm:pt modelId="{A11107FD-526A-4935-AA98-9F8D4062EDAF}" type="pres">
      <dgm:prSet presAssocID="{B6D9DE15-697B-42C2-B6A1-CE31260EED93}" presName="aSpace" presStyleCnt="0"/>
      <dgm:spPr/>
    </dgm:pt>
    <dgm:pt modelId="{11CFAD81-8283-49BD-8EF7-828AA5C4B218}" type="pres">
      <dgm:prSet presAssocID="{244CE93D-3CE9-480A-BC40-D5795AE4CC61}" presName="compNode" presStyleCnt="0"/>
      <dgm:spPr/>
    </dgm:pt>
    <dgm:pt modelId="{F403F2E1-B208-4850-99CA-B1FAF1036C3C}" type="pres">
      <dgm:prSet presAssocID="{244CE93D-3CE9-480A-BC40-D5795AE4CC61}" presName="aNode" presStyleLbl="bgShp" presStyleIdx="4" presStyleCnt="5"/>
      <dgm:spPr/>
    </dgm:pt>
    <dgm:pt modelId="{DDD032FF-C6BB-4349-9295-3FB848B91459}" type="pres">
      <dgm:prSet presAssocID="{244CE93D-3CE9-480A-BC40-D5795AE4CC61}" presName="textNode" presStyleLbl="bgShp" presStyleIdx="4" presStyleCnt="5"/>
      <dgm:spPr/>
    </dgm:pt>
    <dgm:pt modelId="{70D0028B-5799-41F2-81F4-998E1B242378}" type="pres">
      <dgm:prSet presAssocID="{244CE93D-3CE9-480A-BC40-D5795AE4CC61}" presName="compChildNode" presStyleCnt="0"/>
      <dgm:spPr/>
    </dgm:pt>
    <dgm:pt modelId="{22916512-442C-4EBE-B394-B412201275BC}" type="pres">
      <dgm:prSet presAssocID="{244CE93D-3CE9-480A-BC40-D5795AE4CC61}" presName="theInnerList" presStyleCnt="0"/>
      <dgm:spPr/>
    </dgm:pt>
    <dgm:pt modelId="{0F91CF4A-AE6C-4E8D-9661-70F6F708C5FE}" type="pres">
      <dgm:prSet presAssocID="{FCDCB472-5D0D-441E-9A63-91F48E5C3B9A}" presName="childNode" presStyleLbl="node1" presStyleIdx="10" presStyleCnt="12">
        <dgm:presLayoutVars>
          <dgm:bulletEnabled val="1"/>
        </dgm:presLayoutVars>
      </dgm:prSet>
      <dgm:spPr/>
    </dgm:pt>
    <dgm:pt modelId="{F2E2F2CE-F54A-4F32-9763-CF72EDAA1D54}" type="pres">
      <dgm:prSet presAssocID="{FCDCB472-5D0D-441E-9A63-91F48E5C3B9A}" presName="aSpace2" presStyleCnt="0"/>
      <dgm:spPr/>
    </dgm:pt>
    <dgm:pt modelId="{46120EFD-F16A-4A85-8ECE-0AD918499657}" type="pres">
      <dgm:prSet presAssocID="{CBD3BD06-5B52-457B-A709-959D97EA9FE5}" presName="childNode" presStyleLbl="node1" presStyleIdx="11" presStyleCnt="12">
        <dgm:presLayoutVars>
          <dgm:bulletEnabled val="1"/>
        </dgm:presLayoutVars>
      </dgm:prSet>
      <dgm:spPr/>
    </dgm:pt>
  </dgm:ptLst>
  <dgm:cxnLst>
    <dgm:cxn modelId="{3F901C04-6E2F-4602-B528-51BA485B6F33}" type="presOf" srcId="{42D71409-67F9-455C-8C6D-716D284AAA6B}" destId="{82BB24F0-5010-4D40-A51A-23A0D530C327}" srcOrd="0" destOrd="0" presId="urn:microsoft.com/office/officeart/2005/8/layout/lProcess2"/>
    <dgm:cxn modelId="{233FC704-001E-4AFD-9D21-54B3CFE64B8A}" type="presOf" srcId="{43BC421A-3F4B-4FEC-A18F-70BFD24EA168}" destId="{838AD002-F011-4C8F-8FF2-BFE792722F22}" srcOrd="0" destOrd="0" presId="urn:microsoft.com/office/officeart/2005/8/layout/lProcess2"/>
    <dgm:cxn modelId="{6818B00D-5573-4557-846C-2040BC12B620}" type="presOf" srcId="{B9C32B05-62EA-407A-B21C-2310C7945705}" destId="{62E52B4D-D9E0-414F-9C59-B452934A3355}" srcOrd="0" destOrd="0" presId="urn:microsoft.com/office/officeart/2005/8/layout/lProcess2"/>
    <dgm:cxn modelId="{9CDD1211-6617-4348-A87B-24D9AF6DDB2D}" type="presOf" srcId="{55345467-7439-459F-9D32-84E57716971D}" destId="{4D8B04AB-52C7-4344-BACA-83A4C7D69B53}" srcOrd="0" destOrd="0" presId="urn:microsoft.com/office/officeart/2005/8/layout/lProcess2"/>
    <dgm:cxn modelId="{2143DA15-0CEF-4FC8-AFC6-F3B7A0638082}" type="presOf" srcId="{244CE93D-3CE9-480A-BC40-D5795AE4CC61}" destId="{F403F2E1-B208-4850-99CA-B1FAF1036C3C}" srcOrd="0" destOrd="0" presId="urn:microsoft.com/office/officeart/2005/8/layout/lProcess2"/>
    <dgm:cxn modelId="{97890C1E-96FF-4555-8937-9D4D9F5A0488}" type="presOf" srcId="{91DD788C-F1E2-4B1F-BE23-20BF202CA5EA}" destId="{8222B9B5-D975-47B4-8CCF-AB18F96028BE}" srcOrd="0" destOrd="0" presId="urn:microsoft.com/office/officeart/2005/8/layout/lProcess2"/>
    <dgm:cxn modelId="{2AA9C11F-1F1D-428E-801A-47EAA766C99D}" srcId="{B9C32B05-62EA-407A-B21C-2310C7945705}" destId="{42D71409-67F9-455C-8C6D-716D284AAA6B}" srcOrd="0" destOrd="0" parTransId="{51680ED1-AF6E-4B28-AE94-92B0EFB0DF7D}" sibTransId="{478B7D3C-9FB4-4BC6-90AC-49960560DECD}"/>
    <dgm:cxn modelId="{16A96524-6192-4E3B-BC02-FA89F2C90DA0}" type="presOf" srcId="{B6D9DE15-697B-42C2-B6A1-CE31260EED93}" destId="{C66E4169-D906-45BF-897C-916E09AF42F2}" srcOrd="0" destOrd="0" presId="urn:microsoft.com/office/officeart/2005/8/layout/lProcess2"/>
    <dgm:cxn modelId="{62B0A331-F2FD-491F-B773-68409F7D2676}" type="presOf" srcId="{CBD3BD06-5B52-457B-A709-959D97EA9FE5}" destId="{46120EFD-F16A-4A85-8ECE-0AD918499657}" srcOrd="0" destOrd="0" presId="urn:microsoft.com/office/officeart/2005/8/layout/lProcess2"/>
    <dgm:cxn modelId="{B4F3EA32-CE64-4A92-9BAE-BC57E5392B05}" srcId="{B9C32B05-62EA-407A-B21C-2310C7945705}" destId="{F66099B6-DBBD-4AB0-82D2-877B80F846F7}" srcOrd="1" destOrd="0" parTransId="{B09C8BFB-F41C-4AC4-AB94-F216E3081C2D}" sibTransId="{BC531B32-9B0E-482E-BF91-65C61F17168D}"/>
    <dgm:cxn modelId="{E5967739-A127-4774-A16C-E7CF2CD9BF45}" type="presOf" srcId="{244CE93D-3CE9-480A-BC40-D5795AE4CC61}" destId="{DDD032FF-C6BB-4349-9295-3FB848B91459}" srcOrd="1" destOrd="0" presId="urn:microsoft.com/office/officeart/2005/8/layout/lProcess2"/>
    <dgm:cxn modelId="{DE086A3D-9184-49F6-A8C4-38754E8621C4}" type="presOf" srcId="{9CC3C0B3-62CE-4D42-AA8B-F4C39E9832C5}" destId="{48DB566F-60E9-45DE-8D0C-1A0429B534F1}" srcOrd="0" destOrd="0" presId="urn:microsoft.com/office/officeart/2005/8/layout/lProcess2"/>
    <dgm:cxn modelId="{F1AB2A5C-201F-462A-A240-FFAC262C2CEE}" srcId="{42D71409-67F9-455C-8C6D-716D284AAA6B}" destId="{55345467-7439-459F-9D32-84E57716971D}" srcOrd="0" destOrd="0" parTransId="{0737C780-5216-4B9B-BACA-8D4E85B06B36}" sibTransId="{29B05D16-84E0-4EDC-B74F-1C60872377F0}"/>
    <dgm:cxn modelId="{DB6D2F5C-E917-49A7-8E65-67A7FD57C35B}" type="presOf" srcId="{CB00007A-65D6-424E-8BB0-3E14704B9A13}" destId="{413675F6-2BE7-4CB7-8A90-B5A1D70A2D3E}" srcOrd="0" destOrd="0" presId="urn:microsoft.com/office/officeart/2005/8/layout/lProcess2"/>
    <dgm:cxn modelId="{D4894B5D-3625-4EA8-B189-49409C3D0693}" srcId="{42D71409-67F9-455C-8C6D-716D284AAA6B}" destId="{9AEF9C15-53CA-4DBF-AF19-33789D86587B}" srcOrd="2" destOrd="0" parTransId="{96F963A8-82AD-480E-8BB5-7D7CFA2DFE54}" sibTransId="{7A18DFDF-5395-4378-8162-7921730AAB5A}"/>
    <dgm:cxn modelId="{BC910C61-D6EF-4F01-BD12-BAC0DF60C0B1}" srcId="{244CE93D-3CE9-480A-BC40-D5795AE4CC61}" destId="{CBD3BD06-5B52-457B-A709-959D97EA9FE5}" srcOrd="1" destOrd="0" parTransId="{BCA8D018-4FBF-4EC0-A8A7-2E733ECB7259}" sibTransId="{32702446-735B-4332-BAF3-71D165AF690E}"/>
    <dgm:cxn modelId="{2C6A5C61-CDC7-4055-93AD-FC061F6AEF27}" type="presOf" srcId="{5C2B6E48-7505-4939-BCE1-0C2C24666572}" destId="{E67F175F-C090-407A-8EE3-CC812ED7461C}" srcOrd="0" destOrd="0" presId="urn:microsoft.com/office/officeart/2005/8/layout/lProcess2"/>
    <dgm:cxn modelId="{90A25764-E799-4BE0-9BB7-8628D6D9B0FB}" srcId="{B6D9DE15-697B-42C2-B6A1-CE31260EED93}" destId="{283161CC-9A94-4B9E-BED1-ECFE603011DD}" srcOrd="2" destOrd="0" parTransId="{E8880C1D-6DDC-4718-B304-BC32699386FE}" sibTransId="{1D6D5C1A-C896-4C43-82C3-F229F588499D}"/>
    <dgm:cxn modelId="{D964A044-2384-498E-9D40-DA163E9E6CBC}" type="presOf" srcId="{EE62A4F6-4AC4-435B-990E-81A71CE8CAC7}" destId="{1B12A0FD-771B-4725-8466-AAEB55B44CE6}" srcOrd="1" destOrd="0" presId="urn:microsoft.com/office/officeart/2005/8/layout/lProcess2"/>
    <dgm:cxn modelId="{F802DC65-2456-4917-A534-6C2BE2A55E62}" srcId="{B6D9DE15-697B-42C2-B6A1-CE31260EED93}" destId="{43BC421A-3F4B-4FEC-A18F-70BFD24EA168}" srcOrd="1" destOrd="0" parTransId="{1391A937-498E-47A9-AEE3-0C78287A357F}" sibTransId="{A14F36DA-E37F-4A42-A895-6572EB100CC1}"/>
    <dgm:cxn modelId="{710E7656-F1D6-47AF-A660-97F6C14309E1}" type="presOf" srcId="{6BBA00E4-8F38-402D-9E21-28917F39FA0B}" destId="{F48E94C2-E32A-402D-96C2-59F3D717F548}" srcOrd="0" destOrd="0" presId="urn:microsoft.com/office/officeart/2005/8/layout/lProcess2"/>
    <dgm:cxn modelId="{E3CEE185-3D0D-4D01-8DCC-7657CB73CB79}" type="presOf" srcId="{9AEF9C15-53CA-4DBF-AF19-33789D86587B}" destId="{72D5B000-2230-4875-8DC5-F564FA2F79AF}" srcOrd="0" destOrd="0" presId="urn:microsoft.com/office/officeart/2005/8/layout/lProcess2"/>
    <dgm:cxn modelId="{AC66FB97-DFF0-49C8-8DED-85756EDFE03F}" srcId="{B6D9DE15-697B-42C2-B6A1-CE31260EED93}" destId="{3BCC77B6-607E-4093-A013-62C241E828BD}" srcOrd="0" destOrd="0" parTransId="{FD57F1A1-1CA7-4E57-8045-14BC148EE2DC}" sibTransId="{D01EDBB7-29DF-4930-9344-629C63FCE92E}"/>
    <dgm:cxn modelId="{D49CC59F-52DF-4A10-8B73-3DEDDA2720EB}" type="presOf" srcId="{F66099B6-DBBD-4AB0-82D2-877B80F846F7}" destId="{C7B74667-5393-4588-85B8-E5EE9F58ADD6}" srcOrd="1" destOrd="0" presId="urn:microsoft.com/office/officeart/2005/8/layout/lProcess2"/>
    <dgm:cxn modelId="{3A2CECA6-0C5B-46BB-B7C6-7D37E9D210BD}" srcId="{B9C32B05-62EA-407A-B21C-2310C7945705}" destId="{EE62A4F6-4AC4-435B-990E-81A71CE8CAC7}" srcOrd="2" destOrd="0" parTransId="{F287B947-7343-4FA2-B288-B23A59FFAE31}" sibTransId="{389F9A93-0231-4877-8C41-5D5B8DD7AAC0}"/>
    <dgm:cxn modelId="{22CD83A8-A8B7-480D-B9B0-495DC9358CB8}" srcId="{F66099B6-DBBD-4AB0-82D2-877B80F846F7}" destId="{91DD788C-F1E2-4B1F-BE23-20BF202CA5EA}" srcOrd="1" destOrd="0" parTransId="{80DB5CEE-8C3A-4FE1-AF4D-70661B0192DF}" sibTransId="{EC0367D6-6D7B-4303-A696-737D87910AA8}"/>
    <dgm:cxn modelId="{40513FB0-F94C-499F-9A0B-9E0341D0A0C2}" srcId="{B9C32B05-62EA-407A-B21C-2310C7945705}" destId="{B6D9DE15-697B-42C2-B6A1-CE31260EED93}" srcOrd="3" destOrd="0" parTransId="{EAC9FC21-5112-4CCF-8070-06ED15ED24ED}" sibTransId="{B605B681-1ACB-4650-8600-F9223ABDDC16}"/>
    <dgm:cxn modelId="{547CCEB4-2A2E-4E2A-9FEB-F89470794690}" srcId="{42D71409-67F9-455C-8C6D-716D284AAA6B}" destId="{6BBA00E4-8F38-402D-9E21-28917F39FA0B}" srcOrd="1" destOrd="0" parTransId="{AB8D638D-440F-4880-9D2E-8784A6BB36D5}" sibTransId="{C7ED7FE4-B5AF-4FC0-AF2B-23AFF5AAECA5}"/>
    <dgm:cxn modelId="{8D3A74B8-F741-4E3D-B573-F2F078E36E4E}" srcId="{B6D9DE15-697B-42C2-B6A1-CE31260EED93}" destId="{9CC3C0B3-62CE-4D42-AA8B-F4C39E9832C5}" srcOrd="3" destOrd="0" parTransId="{7B6D5615-2D60-4F9F-A59A-73444C23053E}" sibTransId="{9DDC8A5C-B7C4-4F0D-B7FE-A541976461A4}"/>
    <dgm:cxn modelId="{8362BBBD-692D-42AA-B079-643ABB01B57F}" type="presOf" srcId="{F66099B6-DBBD-4AB0-82D2-877B80F846F7}" destId="{9CC8307B-6FF7-4966-83AE-6B6F931618CF}" srcOrd="0" destOrd="0" presId="urn:microsoft.com/office/officeart/2005/8/layout/lProcess2"/>
    <dgm:cxn modelId="{E555CFC0-456A-41C0-853C-A5C184B6F026}" srcId="{244CE93D-3CE9-480A-BC40-D5795AE4CC61}" destId="{FCDCB472-5D0D-441E-9A63-91F48E5C3B9A}" srcOrd="0" destOrd="0" parTransId="{F183F53E-B9E4-483E-BB59-E567579A1D20}" sibTransId="{88085470-E458-46BB-9028-8CC37AAF17EF}"/>
    <dgm:cxn modelId="{000BEDCB-EAB5-48F1-A428-A70DC25238DA}" type="presOf" srcId="{B6D9DE15-697B-42C2-B6A1-CE31260EED93}" destId="{A15D6210-02AB-462F-9FDD-EAA8285FB413}" srcOrd="1" destOrd="0" presId="urn:microsoft.com/office/officeart/2005/8/layout/lProcess2"/>
    <dgm:cxn modelId="{08B28BCF-4BC6-4BA4-BCB9-41D88B04AB57}" type="presOf" srcId="{42D71409-67F9-455C-8C6D-716D284AAA6B}" destId="{64355E48-6062-4158-A8FC-A5A47F4C501B}" srcOrd="1" destOrd="0" presId="urn:microsoft.com/office/officeart/2005/8/layout/lProcess2"/>
    <dgm:cxn modelId="{746C65D4-0A32-4610-8B9B-A01592BB40A3}" srcId="{B9C32B05-62EA-407A-B21C-2310C7945705}" destId="{244CE93D-3CE9-480A-BC40-D5795AE4CC61}" srcOrd="4" destOrd="0" parTransId="{B26CFE49-55EC-4B92-8D65-F00D6B48420B}" sibTransId="{AA2C577D-A278-4959-857E-CDA154440386}"/>
    <dgm:cxn modelId="{4631B0E5-E07E-4C9A-80FB-09E9809A24C8}" type="presOf" srcId="{3BCC77B6-607E-4093-A013-62C241E828BD}" destId="{891BA266-52A6-4E5B-9F95-8F616F2749CF}" srcOrd="0" destOrd="0" presId="urn:microsoft.com/office/officeart/2005/8/layout/lProcess2"/>
    <dgm:cxn modelId="{E89DFEE8-70E7-4D29-9FB4-141AE47DC2B7}" srcId="{EE62A4F6-4AC4-435B-990E-81A71CE8CAC7}" destId="{5C2B6E48-7505-4939-BCE1-0C2C24666572}" srcOrd="0" destOrd="0" parTransId="{90431088-7A7F-42BD-938A-6BD4A734BEE5}" sibTransId="{7F766CE0-C931-4791-A502-02B0140E2CD0}"/>
    <dgm:cxn modelId="{184D72F0-956A-46F2-AC76-8871192F307F}" type="presOf" srcId="{283161CC-9A94-4B9E-BED1-ECFE603011DD}" destId="{1A9D02CD-AC22-4013-913E-A67739C71D01}" srcOrd="0" destOrd="0" presId="urn:microsoft.com/office/officeart/2005/8/layout/lProcess2"/>
    <dgm:cxn modelId="{A55FE7F0-2E7C-4F24-B2B4-8D3D55D8D0F5}" type="presOf" srcId="{FCDCB472-5D0D-441E-9A63-91F48E5C3B9A}" destId="{0F91CF4A-AE6C-4E8D-9661-70F6F708C5FE}" srcOrd="0" destOrd="0" presId="urn:microsoft.com/office/officeart/2005/8/layout/lProcess2"/>
    <dgm:cxn modelId="{7B6B7CF6-A830-413A-AE26-C83EB5F9DB65}" type="presOf" srcId="{EE62A4F6-4AC4-435B-990E-81A71CE8CAC7}" destId="{34CA08D9-73B4-41B4-8A76-D90D89F2FB6E}" srcOrd="0" destOrd="0" presId="urn:microsoft.com/office/officeart/2005/8/layout/lProcess2"/>
    <dgm:cxn modelId="{F3320DF9-C030-4B82-8E2D-BF12232F3D35}" srcId="{F66099B6-DBBD-4AB0-82D2-877B80F846F7}" destId="{CB00007A-65D6-424E-8BB0-3E14704B9A13}" srcOrd="0" destOrd="0" parTransId="{466CE22B-0CFA-43DB-9600-D235CFCCABFC}" sibTransId="{C08F46C1-FC79-474C-B641-4E551DF6FDF7}"/>
    <dgm:cxn modelId="{539F6AD6-49C6-44E6-B352-81698D97D7DE}" type="presParOf" srcId="{62E52B4D-D9E0-414F-9C59-B452934A3355}" destId="{557B3108-885C-48A3-BAEF-C1F375B4B9D0}" srcOrd="0" destOrd="0" presId="urn:microsoft.com/office/officeart/2005/8/layout/lProcess2"/>
    <dgm:cxn modelId="{9DC29078-272A-4087-8139-85876468640A}" type="presParOf" srcId="{557B3108-885C-48A3-BAEF-C1F375B4B9D0}" destId="{82BB24F0-5010-4D40-A51A-23A0D530C327}" srcOrd="0" destOrd="0" presId="urn:microsoft.com/office/officeart/2005/8/layout/lProcess2"/>
    <dgm:cxn modelId="{55CA8602-13E9-4028-B095-AF326CF83789}" type="presParOf" srcId="{557B3108-885C-48A3-BAEF-C1F375B4B9D0}" destId="{64355E48-6062-4158-A8FC-A5A47F4C501B}" srcOrd="1" destOrd="0" presId="urn:microsoft.com/office/officeart/2005/8/layout/lProcess2"/>
    <dgm:cxn modelId="{61D8D9AC-CD58-4C34-A005-03071A1D558C}" type="presParOf" srcId="{557B3108-885C-48A3-BAEF-C1F375B4B9D0}" destId="{AE9521A1-02B5-4175-9846-68CF3C096DBD}" srcOrd="2" destOrd="0" presId="urn:microsoft.com/office/officeart/2005/8/layout/lProcess2"/>
    <dgm:cxn modelId="{EB12CC1F-6ACB-4CB6-96DC-029D1926E61B}" type="presParOf" srcId="{AE9521A1-02B5-4175-9846-68CF3C096DBD}" destId="{A3929E55-4A06-4524-8CC5-26D57D3BE7F5}" srcOrd="0" destOrd="0" presId="urn:microsoft.com/office/officeart/2005/8/layout/lProcess2"/>
    <dgm:cxn modelId="{1E00496E-3019-4B0D-96AC-6CAFBDFB6809}" type="presParOf" srcId="{A3929E55-4A06-4524-8CC5-26D57D3BE7F5}" destId="{4D8B04AB-52C7-4344-BACA-83A4C7D69B53}" srcOrd="0" destOrd="0" presId="urn:microsoft.com/office/officeart/2005/8/layout/lProcess2"/>
    <dgm:cxn modelId="{B1D1696F-3366-49B0-89BC-3AC471AFFE34}" type="presParOf" srcId="{A3929E55-4A06-4524-8CC5-26D57D3BE7F5}" destId="{9C5990A4-BA59-417D-A1A1-4A5CF3D288DB}" srcOrd="1" destOrd="0" presId="urn:microsoft.com/office/officeart/2005/8/layout/lProcess2"/>
    <dgm:cxn modelId="{A5673B03-6B35-4081-8C69-1FC60D29DA31}" type="presParOf" srcId="{A3929E55-4A06-4524-8CC5-26D57D3BE7F5}" destId="{F48E94C2-E32A-402D-96C2-59F3D717F548}" srcOrd="2" destOrd="0" presId="urn:microsoft.com/office/officeart/2005/8/layout/lProcess2"/>
    <dgm:cxn modelId="{FD7B8BB2-D1A9-4FE2-A32B-FD235531ADB4}" type="presParOf" srcId="{A3929E55-4A06-4524-8CC5-26D57D3BE7F5}" destId="{919D42E0-618B-4E00-936B-E7768CB44348}" srcOrd="3" destOrd="0" presId="urn:microsoft.com/office/officeart/2005/8/layout/lProcess2"/>
    <dgm:cxn modelId="{80EC8FF2-DF1F-41FF-ADBD-6B6B27BF3C85}" type="presParOf" srcId="{A3929E55-4A06-4524-8CC5-26D57D3BE7F5}" destId="{72D5B000-2230-4875-8DC5-F564FA2F79AF}" srcOrd="4" destOrd="0" presId="urn:microsoft.com/office/officeart/2005/8/layout/lProcess2"/>
    <dgm:cxn modelId="{846ECE0B-17AC-4430-A0B5-EBDEEA670A58}" type="presParOf" srcId="{62E52B4D-D9E0-414F-9C59-B452934A3355}" destId="{784D60B9-DB5F-49EB-84E1-E1F10925CAAC}" srcOrd="1" destOrd="0" presId="urn:microsoft.com/office/officeart/2005/8/layout/lProcess2"/>
    <dgm:cxn modelId="{CBD02401-BF4A-499F-8970-6E03753F65D4}" type="presParOf" srcId="{62E52B4D-D9E0-414F-9C59-B452934A3355}" destId="{B4301414-06C8-46AC-8DC9-994CFADBECA9}" srcOrd="2" destOrd="0" presId="urn:microsoft.com/office/officeart/2005/8/layout/lProcess2"/>
    <dgm:cxn modelId="{4C4B9C07-F338-4B27-B053-C4970185D3B2}" type="presParOf" srcId="{B4301414-06C8-46AC-8DC9-994CFADBECA9}" destId="{9CC8307B-6FF7-4966-83AE-6B6F931618CF}" srcOrd="0" destOrd="0" presId="urn:microsoft.com/office/officeart/2005/8/layout/lProcess2"/>
    <dgm:cxn modelId="{0D6AF61F-1F2E-4E06-9CA5-4EB3C146EC8F}" type="presParOf" srcId="{B4301414-06C8-46AC-8DC9-994CFADBECA9}" destId="{C7B74667-5393-4588-85B8-E5EE9F58ADD6}" srcOrd="1" destOrd="0" presId="urn:microsoft.com/office/officeart/2005/8/layout/lProcess2"/>
    <dgm:cxn modelId="{68F3796C-264F-46C2-A447-D54833CE0BF4}" type="presParOf" srcId="{B4301414-06C8-46AC-8DC9-994CFADBECA9}" destId="{94F05491-7666-46B0-886A-B2D5DCB659E9}" srcOrd="2" destOrd="0" presId="urn:microsoft.com/office/officeart/2005/8/layout/lProcess2"/>
    <dgm:cxn modelId="{D3EEB899-90F0-4693-BCA7-885CEBE749A2}" type="presParOf" srcId="{94F05491-7666-46B0-886A-B2D5DCB659E9}" destId="{BE2DD75D-786B-4E79-9C95-D977F3C052DD}" srcOrd="0" destOrd="0" presId="urn:microsoft.com/office/officeart/2005/8/layout/lProcess2"/>
    <dgm:cxn modelId="{ADADFB81-BE84-45C8-B12C-576A23D78D4D}" type="presParOf" srcId="{BE2DD75D-786B-4E79-9C95-D977F3C052DD}" destId="{413675F6-2BE7-4CB7-8A90-B5A1D70A2D3E}" srcOrd="0" destOrd="0" presId="urn:microsoft.com/office/officeart/2005/8/layout/lProcess2"/>
    <dgm:cxn modelId="{C1DEA342-DFFB-4C71-B6B5-8B2F0E5F13F1}" type="presParOf" srcId="{BE2DD75D-786B-4E79-9C95-D977F3C052DD}" destId="{EE2689AA-A535-418B-BA91-61EEBA52D4D7}" srcOrd="1" destOrd="0" presId="urn:microsoft.com/office/officeart/2005/8/layout/lProcess2"/>
    <dgm:cxn modelId="{56BF9D9F-C8A0-47B4-8560-CA6E23FC7D49}" type="presParOf" srcId="{BE2DD75D-786B-4E79-9C95-D977F3C052DD}" destId="{8222B9B5-D975-47B4-8CCF-AB18F96028BE}" srcOrd="2" destOrd="0" presId="urn:microsoft.com/office/officeart/2005/8/layout/lProcess2"/>
    <dgm:cxn modelId="{CB2D52AF-2E85-42A3-9287-248860AF6188}" type="presParOf" srcId="{62E52B4D-D9E0-414F-9C59-B452934A3355}" destId="{8F970779-1B5C-4A94-8419-DEB01DDFA810}" srcOrd="3" destOrd="0" presId="urn:microsoft.com/office/officeart/2005/8/layout/lProcess2"/>
    <dgm:cxn modelId="{33360173-4200-4165-9FF0-FD61C9B5110F}" type="presParOf" srcId="{62E52B4D-D9E0-414F-9C59-B452934A3355}" destId="{68CFADFB-EC06-4B38-93B4-0ED8168A31A5}" srcOrd="4" destOrd="0" presId="urn:microsoft.com/office/officeart/2005/8/layout/lProcess2"/>
    <dgm:cxn modelId="{098D9099-BC2C-4D2C-878F-7C31D684EB12}" type="presParOf" srcId="{68CFADFB-EC06-4B38-93B4-0ED8168A31A5}" destId="{34CA08D9-73B4-41B4-8A76-D90D89F2FB6E}" srcOrd="0" destOrd="0" presId="urn:microsoft.com/office/officeart/2005/8/layout/lProcess2"/>
    <dgm:cxn modelId="{9C72C008-2F0C-4096-AE68-55D487BDBEE7}" type="presParOf" srcId="{68CFADFB-EC06-4B38-93B4-0ED8168A31A5}" destId="{1B12A0FD-771B-4725-8466-AAEB55B44CE6}" srcOrd="1" destOrd="0" presId="urn:microsoft.com/office/officeart/2005/8/layout/lProcess2"/>
    <dgm:cxn modelId="{86B3B6EF-A36C-4B05-AAC6-A3935425598F}" type="presParOf" srcId="{68CFADFB-EC06-4B38-93B4-0ED8168A31A5}" destId="{31A04E85-8F55-43A3-AF3A-A38A3EFBECD1}" srcOrd="2" destOrd="0" presId="urn:microsoft.com/office/officeart/2005/8/layout/lProcess2"/>
    <dgm:cxn modelId="{36CAD693-E534-4ED3-8BF7-59E4D46CA22C}" type="presParOf" srcId="{31A04E85-8F55-43A3-AF3A-A38A3EFBECD1}" destId="{3E8F504C-F927-4D27-BD80-A0DCF8D9C3E9}" srcOrd="0" destOrd="0" presId="urn:microsoft.com/office/officeart/2005/8/layout/lProcess2"/>
    <dgm:cxn modelId="{FFEFB9D3-A6BD-4C5F-BF5C-A9A5A101AD6C}" type="presParOf" srcId="{3E8F504C-F927-4D27-BD80-A0DCF8D9C3E9}" destId="{E67F175F-C090-407A-8EE3-CC812ED7461C}" srcOrd="0" destOrd="0" presId="urn:microsoft.com/office/officeart/2005/8/layout/lProcess2"/>
    <dgm:cxn modelId="{E1779F13-FF03-4996-8FCE-C627A1D5214D}" type="presParOf" srcId="{62E52B4D-D9E0-414F-9C59-B452934A3355}" destId="{4896A6D8-C69E-4EE2-8629-E2C177BCEE6D}" srcOrd="5" destOrd="0" presId="urn:microsoft.com/office/officeart/2005/8/layout/lProcess2"/>
    <dgm:cxn modelId="{E3298A51-EABC-487E-AC07-E935C134F472}" type="presParOf" srcId="{62E52B4D-D9E0-414F-9C59-B452934A3355}" destId="{EB6BC30A-2029-4E32-9FF4-47517DC76BB1}" srcOrd="6" destOrd="0" presId="urn:microsoft.com/office/officeart/2005/8/layout/lProcess2"/>
    <dgm:cxn modelId="{7C2422AF-CB5B-43B9-B44C-F7890C439FAD}" type="presParOf" srcId="{EB6BC30A-2029-4E32-9FF4-47517DC76BB1}" destId="{C66E4169-D906-45BF-897C-916E09AF42F2}" srcOrd="0" destOrd="0" presId="urn:microsoft.com/office/officeart/2005/8/layout/lProcess2"/>
    <dgm:cxn modelId="{B98D1420-9C72-4F2E-A332-C7E38082574A}" type="presParOf" srcId="{EB6BC30A-2029-4E32-9FF4-47517DC76BB1}" destId="{A15D6210-02AB-462F-9FDD-EAA8285FB413}" srcOrd="1" destOrd="0" presId="urn:microsoft.com/office/officeart/2005/8/layout/lProcess2"/>
    <dgm:cxn modelId="{8549D8F2-87FB-4FB0-ABE9-6D43C8F69816}" type="presParOf" srcId="{EB6BC30A-2029-4E32-9FF4-47517DC76BB1}" destId="{36B2F77C-1228-454D-B0EB-7E2B16D237E8}" srcOrd="2" destOrd="0" presId="urn:microsoft.com/office/officeart/2005/8/layout/lProcess2"/>
    <dgm:cxn modelId="{89C8A64F-ADEB-435B-B126-5C352C39BE27}" type="presParOf" srcId="{36B2F77C-1228-454D-B0EB-7E2B16D237E8}" destId="{21FF18FE-CA8C-4D9D-AB30-749D55FB868C}" srcOrd="0" destOrd="0" presId="urn:microsoft.com/office/officeart/2005/8/layout/lProcess2"/>
    <dgm:cxn modelId="{0E467DD6-39AD-40D6-9A50-A39FA5747AEC}" type="presParOf" srcId="{21FF18FE-CA8C-4D9D-AB30-749D55FB868C}" destId="{891BA266-52A6-4E5B-9F95-8F616F2749CF}" srcOrd="0" destOrd="0" presId="urn:microsoft.com/office/officeart/2005/8/layout/lProcess2"/>
    <dgm:cxn modelId="{EFAFABCA-7E1C-4903-AF79-AB84C5D7A29C}" type="presParOf" srcId="{21FF18FE-CA8C-4D9D-AB30-749D55FB868C}" destId="{2080DA9D-8F54-4D90-ADE2-F30C7FA4FB37}" srcOrd="1" destOrd="0" presId="urn:microsoft.com/office/officeart/2005/8/layout/lProcess2"/>
    <dgm:cxn modelId="{4F05FA06-A782-4BB4-8429-3DAE654F2A80}" type="presParOf" srcId="{21FF18FE-CA8C-4D9D-AB30-749D55FB868C}" destId="{838AD002-F011-4C8F-8FF2-BFE792722F22}" srcOrd="2" destOrd="0" presId="urn:microsoft.com/office/officeart/2005/8/layout/lProcess2"/>
    <dgm:cxn modelId="{856D9446-C63B-4B26-B29E-08F5F8D145D8}" type="presParOf" srcId="{21FF18FE-CA8C-4D9D-AB30-749D55FB868C}" destId="{B96270AC-9874-4635-99D6-41261C616086}" srcOrd="3" destOrd="0" presId="urn:microsoft.com/office/officeart/2005/8/layout/lProcess2"/>
    <dgm:cxn modelId="{54B4E080-9EA6-4D19-8758-C9880BA724DF}" type="presParOf" srcId="{21FF18FE-CA8C-4D9D-AB30-749D55FB868C}" destId="{1A9D02CD-AC22-4013-913E-A67739C71D01}" srcOrd="4" destOrd="0" presId="urn:microsoft.com/office/officeart/2005/8/layout/lProcess2"/>
    <dgm:cxn modelId="{66FF076C-FC2C-4DD9-8FBF-D6DFC25B5BD6}" type="presParOf" srcId="{21FF18FE-CA8C-4D9D-AB30-749D55FB868C}" destId="{2CB6B812-2CD1-49E5-9F6F-7AA330741E68}" srcOrd="5" destOrd="0" presId="urn:microsoft.com/office/officeart/2005/8/layout/lProcess2"/>
    <dgm:cxn modelId="{F742C9C4-2D7B-47B1-8B85-CBD5FF2A72A0}" type="presParOf" srcId="{21FF18FE-CA8C-4D9D-AB30-749D55FB868C}" destId="{48DB566F-60E9-45DE-8D0C-1A0429B534F1}" srcOrd="6" destOrd="0" presId="urn:microsoft.com/office/officeart/2005/8/layout/lProcess2"/>
    <dgm:cxn modelId="{E671C2D8-C25A-45B5-B9D8-603B1E0324C4}" type="presParOf" srcId="{62E52B4D-D9E0-414F-9C59-B452934A3355}" destId="{A11107FD-526A-4935-AA98-9F8D4062EDAF}" srcOrd="7" destOrd="0" presId="urn:microsoft.com/office/officeart/2005/8/layout/lProcess2"/>
    <dgm:cxn modelId="{E26D24C6-09DF-4E7E-BB6F-1AD6E2B68DB7}" type="presParOf" srcId="{62E52B4D-D9E0-414F-9C59-B452934A3355}" destId="{11CFAD81-8283-49BD-8EF7-828AA5C4B218}" srcOrd="8" destOrd="0" presId="urn:microsoft.com/office/officeart/2005/8/layout/lProcess2"/>
    <dgm:cxn modelId="{477418C4-5A19-4D51-842B-9970E9EAD302}" type="presParOf" srcId="{11CFAD81-8283-49BD-8EF7-828AA5C4B218}" destId="{F403F2E1-B208-4850-99CA-B1FAF1036C3C}" srcOrd="0" destOrd="0" presId="urn:microsoft.com/office/officeart/2005/8/layout/lProcess2"/>
    <dgm:cxn modelId="{7F309CBA-327D-4325-B488-01A8970E5EEF}" type="presParOf" srcId="{11CFAD81-8283-49BD-8EF7-828AA5C4B218}" destId="{DDD032FF-C6BB-4349-9295-3FB848B91459}" srcOrd="1" destOrd="0" presId="urn:microsoft.com/office/officeart/2005/8/layout/lProcess2"/>
    <dgm:cxn modelId="{ECC5FA0D-E0A4-46D3-A944-6E87C20815B3}" type="presParOf" srcId="{11CFAD81-8283-49BD-8EF7-828AA5C4B218}" destId="{70D0028B-5799-41F2-81F4-998E1B242378}" srcOrd="2" destOrd="0" presId="urn:microsoft.com/office/officeart/2005/8/layout/lProcess2"/>
    <dgm:cxn modelId="{FB734496-DE13-4CCD-BD85-FE24C3A63028}" type="presParOf" srcId="{70D0028B-5799-41F2-81F4-998E1B242378}" destId="{22916512-442C-4EBE-B394-B412201275BC}" srcOrd="0" destOrd="0" presId="urn:microsoft.com/office/officeart/2005/8/layout/lProcess2"/>
    <dgm:cxn modelId="{121E9B34-6AED-41E7-9421-8BA6A8828E83}" type="presParOf" srcId="{22916512-442C-4EBE-B394-B412201275BC}" destId="{0F91CF4A-AE6C-4E8D-9661-70F6F708C5FE}" srcOrd="0" destOrd="0" presId="urn:microsoft.com/office/officeart/2005/8/layout/lProcess2"/>
    <dgm:cxn modelId="{0CB566CB-18FE-4D50-9830-8D34A2D3B897}" type="presParOf" srcId="{22916512-442C-4EBE-B394-B412201275BC}" destId="{F2E2F2CE-F54A-4F32-9763-CF72EDAA1D54}" srcOrd="1" destOrd="0" presId="urn:microsoft.com/office/officeart/2005/8/layout/lProcess2"/>
    <dgm:cxn modelId="{3BE0144E-0D42-4849-BFF2-369D33178CBD}" type="presParOf" srcId="{22916512-442C-4EBE-B394-B412201275BC}" destId="{46120EFD-F16A-4A85-8ECE-0AD918499657}" srcOrd="2" destOrd="0" presId="urn:microsoft.com/office/officeart/2005/8/layout/lProcess2"/>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24.xml><?xml version="1.0" encoding="utf-8"?>
<dgm:dataModel xmlns:dgm="http://schemas.openxmlformats.org/drawingml/2006/diagram" xmlns:a="http://schemas.openxmlformats.org/drawingml/2006/main">
  <dgm:ptLst>
    <dgm:pt modelId="{B9C32B05-62EA-407A-B21C-2310C7945705}" type="doc">
      <dgm:prSet loTypeId="urn:microsoft.com/office/officeart/2005/8/layout/pList2" loCatId="list"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a:t>Lorem Ipsum</a:t>
          </a:r>
          <a:endParaRPr lang="en-US" dirty="0"/>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F66099B6-DBBD-4AB0-82D2-877B80F846F7}">
      <dgm:prSet phldrT="[Text]"/>
      <dgm:spPr/>
      <dgm:t>
        <a:bodyPr/>
        <a:lstStyle/>
        <a:p>
          <a:r>
            <a:rPr lang="en-US" dirty="0"/>
            <a:t>Lorem Ipsum</a:t>
          </a:r>
        </a:p>
      </dgm:t>
    </dgm:pt>
    <dgm:pt modelId="{B09C8BFB-F41C-4AC4-AB94-F216E3081C2D}" type="parTrans" cxnId="{B4F3EA32-CE64-4A92-9BAE-BC57E5392B05}">
      <dgm:prSet/>
      <dgm:spPr/>
      <dgm:t>
        <a:bodyPr/>
        <a:lstStyle/>
        <a:p>
          <a:endParaRPr lang="en-US"/>
        </a:p>
      </dgm:t>
    </dgm:pt>
    <dgm:pt modelId="{BC531B32-9B0E-482E-BF91-65C61F17168D}" type="sibTrans" cxnId="{B4F3EA32-CE64-4A92-9BAE-BC57E5392B05}">
      <dgm:prSet/>
      <dgm:spPr/>
      <dgm:t>
        <a:bodyPr/>
        <a:lstStyle/>
        <a:p>
          <a:endParaRPr lang="en-US"/>
        </a:p>
      </dgm:t>
    </dgm:pt>
    <dgm:pt modelId="{EE62A4F6-4AC4-435B-990E-81A71CE8CAC7}">
      <dgm:prSet phldrT="[Text]"/>
      <dgm:spPr/>
      <dgm:t>
        <a:bodyPr/>
        <a:lstStyle/>
        <a:p>
          <a:r>
            <a:rPr lang="en-US" dirty="0"/>
            <a:t>Lorem Ipsum</a:t>
          </a:r>
        </a:p>
      </dgm:t>
    </dgm:pt>
    <dgm:pt modelId="{F287B947-7343-4FA2-B288-B23A59FFAE31}" type="parTrans" cxnId="{3A2CECA6-0C5B-46BB-B7C6-7D37E9D210BD}">
      <dgm:prSet/>
      <dgm:spPr/>
      <dgm:t>
        <a:bodyPr/>
        <a:lstStyle/>
        <a:p>
          <a:endParaRPr lang="en-US"/>
        </a:p>
      </dgm:t>
    </dgm:pt>
    <dgm:pt modelId="{389F9A93-0231-4877-8C41-5D5B8DD7AAC0}" type="sibTrans" cxnId="{3A2CECA6-0C5B-46BB-B7C6-7D37E9D210BD}">
      <dgm:prSet/>
      <dgm:spPr/>
      <dgm:t>
        <a:bodyPr/>
        <a:lstStyle/>
        <a:p>
          <a:endParaRPr lang="en-US"/>
        </a:p>
      </dgm:t>
    </dgm:pt>
    <dgm:pt modelId="{B6D9DE15-697B-42C2-B6A1-CE31260EED93}">
      <dgm:prSet phldrT="[Text]"/>
      <dgm:spPr/>
      <dgm:t>
        <a:bodyPr/>
        <a:lstStyle/>
        <a:p>
          <a:r>
            <a:rPr lang="en-US" dirty="0"/>
            <a:t>Lorem Ipsum</a:t>
          </a:r>
        </a:p>
      </dgm:t>
    </dgm:pt>
    <dgm:pt modelId="{EAC9FC21-5112-4CCF-8070-06ED15ED24ED}" type="parTrans" cxnId="{40513FB0-F94C-499F-9A0B-9E0341D0A0C2}">
      <dgm:prSet/>
      <dgm:spPr/>
      <dgm:t>
        <a:bodyPr/>
        <a:lstStyle/>
        <a:p>
          <a:endParaRPr lang="en-US"/>
        </a:p>
      </dgm:t>
    </dgm:pt>
    <dgm:pt modelId="{B605B681-1ACB-4650-8600-F9223ABDDC16}" type="sibTrans" cxnId="{40513FB0-F94C-499F-9A0B-9E0341D0A0C2}">
      <dgm:prSet/>
      <dgm:spPr/>
      <dgm:t>
        <a:bodyPr/>
        <a:lstStyle/>
        <a:p>
          <a:endParaRPr lang="en-US"/>
        </a:p>
      </dgm:t>
    </dgm:pt>
    <dgm:pt modelId="{6CF284C3-4A70-4432-8F33-E75A802B3330}">
      <dgm:prSet/>
      <dgm:spPr/>
      <dgm:t>
        <a:bodyPr/>
        <a:lstStyle/>
        <a:p>
          <a:r>
            <a:rPr lang="en-US" dirty="0"/>
            <a:t>Some text here</a:t>
          </a:r>
        </a:p>
      </dgm:t>
    </dgm:pt>
    <dgm:pt modelId="{044831E6-2FC9-4DDA-81FB-5FA418568D07}" type="parTrans" cxnId="{2DC24386-BC50-4BAB-8571-16CB10C2603C}">
      <dgm:prSet/>
      <dgm:spPr/>
      <dgm:t>
        <a:bodyPr/>
        <a:lstStyle/>
        <a:p>
          <a:endParaRPr lang="en-US"/>
        </a:p>
      </dgm:t>
    </dgm:pt>
    <dgm:pt modelId="{CD50B82D-84BB-4747-B282-ABB339EBA294}" type="sibTrans" cxnId="{2DC24386-BC50-4BAB-8571-16CB10C2603C}">
      <dgm:prSet/>
      <dgm:spPr/>
      <dgm:t>
        <a:bodyPr/>
        <a:lstStyle/>
        <a:p>
          <a:endParaRPr lang="en-US"/>
        </a:p>
      </dgm:t>
    </dgm:pt>
    <dgm:pt modelId="{BE788BF5-FE9F-4C7D-A1CD-9232D7860179}">
      <dgm:prSet phldrT="[Text]"/>
      <dgm:spPr/>
      <dgm:t>
        <a:bodyPr/>
        <a:lstStyle/>
        <a:p>
          <a:r>
            <a:rPr lang="en-US" dirty="0"/>
            <a:t>Some text here</a:t>
          </a:r>
        </a:p>
      </dgm:t>
    </dgm:pt>
    <dgm:pt modelId="{963A52CB-C772-45F2-8A30-8ABA6B14D3CE}" type="parTrans" cxnId="{35013F34-57BC-4E3C-A003-07C0E49926DB}">
      <dgm:prSet/>
      <dgm:spPr/>
      <dgm:t>
        <a:bodyPr/>
        <a:lstStyle/>
        <a:p>
          <a:endParaRPr lang="en-US"/>
        </a:p>
      </dgm:t>
    </dgm:pt>
    <dgm:pt modelId="{88191C5E-55BA-42F2-B842-FC86CBBADC0F}" type="sibTrans" cxnId="{35013F34-57BC-4E3C-A003-07C0E49926DB}">
      <dgm:prSet/>
      <dgm:spPr/>
      <dgm:t>
        <a:bodyPr/>
        <a:lstStyle/>
        <a:p>
          <a:endParaRPr lang="en-US"/>
        </a:p>
      </dgm:t>
    </dgm:pt>
    <dgm:pt modelId="{DDCF078C-D429-4F3D-A86A-601C37333F0E}">
      <dgm:prSet phldrT="[Text]"/>
      <dgm:spPr/>
      <dgm:t>
        <a:bodyPr/>
        <a:lstStyle/>
        <a:p>
          <a:r>
            <a:rPr lang="en-US"/>
            <a:t>Some text here</a:t>
          </a:r>
          <a:endParaRPr lang="en-US" dirty="0"/>
        </a:p>
      </dgm:t>
    </dgm:pt>
    <dgm:pt modelId="{1882E0FC-22B0-4EC0-AFEA-6913C3E42D04}" type="parTrans" cxnId="{8ED196F6-6553-443C-AAB2-40F72E795577}">
      <dgm:prSet/>
      <dgm:spPr/>
      <dgm:t>
        <a:bodyPr/>
        <a:lstStyle/>
        <a:p>
          <a:endParaRPr lang="en-US"/>
        </a:p>
      </dgm:t>
    </dgm:pt>
    <dgm:pt modelId="{E265BFA4-891C-408C-98FC-08B80CC170BD}" type="sibTrans" cxnId="{8ED196F6-6553-443C-AAB2-40F72E795577}">
      <dgm:prSet/>
      <dgm:spPr/>
      <dgm:t>
        <a:bodyPr/>
        <a:lstStyle/>
        <a:p>
          <a:endParaRPr lang="en-US"/>
        </a:p>
      </dgm:t>
    </dgm:pt>
    <dgm:pt modelId="{D416A02A-0A88-4E36-B734-A21335A8DD2D}">
      <dgm:prSet phldrT="[Text]"/>
      <dgm:spPr/>
      <dgm:t>
        <a:bodyPr/>
        <a:lstStyle/>
        <a:p>
          <a:r>
            <a:rPr lang="en-US"/>
            <a:t>Some text here</a:t>
          </a:r>
          <a:endParaRPr lang="en-US" dirty="0"/>
        </a:p>
      </dgm:t>
    </dgm:pt>
    <dgm:pt modelId="{FC806BFF-490C-4885-AC46-7E363DD85082}" type="parTrans" cxnId="{F5E63DE7-E621-486A-821D-56723B2BF235}">
      <dgm:prSet/>
      <dgm:spPr/>
      <dgm:t>
        <a:bodyPr/>
        <a:lstStyle/>
        <a:p>
          <a:endParaRPr lang="en-US"/>
        </a:p>
      </dgm:t>
    </dgm:pt>
    <dgm:pt modelId="{D3B5DA4F-29AB-46CB-9796-98FE9606C128}" type="sibTrans" cxnId="{F5E63DE7-E621-486A-821D-56723B2BF235}">
      <dgm:prSet/>
      <dgm:spPr/>
      <dgm:t>
        <a:bodyPr/>
        <a:lstStyle/>
        <a:p>
          <a:endParaRPr lang="en-US"/>
        </a:p>
      </dgm:t>
    </dgm:pt>
    <dgm:pt modelId="{0175455E-C54B-45D4-9F64-0589EB6B3316}">
      <dgm:prSet phldrT="[Text]"/>
      <dgm:spPr/>
      <dgm:t>
        <a:bodyPr/>
        <a:lstStyle/>
        <a:p>
          <a:r>
            <a:rPr lang="en-US"/>
            <a:t>Some text here</a:t>
          </a:r>
          <a:endParaRPr lang="en-US" dirty="0"/>
        </a:p>
      </dgm:t>
    </dgm:pt>
    <dgm:pt modelId="{88BD4BDB-1D85-4113-AFEC-21431AF63D5F}" type="parTrans" cxnId="{C8B436FC-B783-46B4-A145-3B3B3DD3B3F9}">
      <dgm:prSet/>
      <dgm:spPr/>
      <dgm:t>
        <a:bodyPr/>
        <a:lstStyle/>
        <a:p>
          <a:endParaRPr lang="en-US"/>
        </a:p>
      </dgm:t>
    </dgm:pt>
    <dgm:pt modelId="{814ADA3B-AA89-4AB7-868E-C824585A3ABB}" type="sibTrans" cxnId="{C8B436FC-B783-46B4-A145-3B3B3DD3B3F9}">
      <dgm:prSet/>
      <dgm:spPr/>
      <dgm:t>
        <a:bodyPr/>
        <a:lstStyle/>
        <a:p>
          <a:endParaRPr lang="en-US"/>
        </a:p>
      </dgm:t>
    </dgm:pt>
    <dgm:pt modelId="{D96BD766-7A45-44C2-B6DC-068AE128BF44}">
      <dgm:prSet phldrT="[Text]"/>
      <dgm:spPr/>
      <dgm:t>
        <a:bodyPr/>
        <a:lstStyle/>
        <a:p>
          <a:r>
            <a:rPr lang="en-US"/>
            <a:t>Some text here</a:t>
          </a:r>
          <a:endParaRPr lang="en-US" dirty="0"/>
        </a:p>
      </dgm:t>
    </dgm:pt>
    <dgm:pt modelId="{1723986A-39AC-4737-B675-843E1268E3F0}" type="parTrans" cxnId="{A8DB1F9F-8C0D-44C6-B0CF-E185E4743C27}">
      <dgm:prSet/>
      <dgm:spPr/>
      <dgm:t>
        <a:bodyPr/>
        <a:lstStyle/>
        <a:p>
          <a:endParaRPr lang="en-US"/>
        </a:p>
      </dgm:t>
    </dgm:pt>
    <dgm:pt modelId="{053D2587-FEB8-41DF-8458-0B353CDF3513}" type="sibTrans" cxnId="{A8DB1F9F-8C0D-44C6-B0CF-E185E4743C27}">
      <dgm:prSet/>
      <dgm:spPr/>
      <dgm:t>
        <a:bodyPr/>
        <a:lstStyle/>
        <a:p>
          <a:endParaRPr lang="en-US"/>
        </a:p>
      </dgm:t>
    </dgm:pt>
    <dgm:pt modelId="{CBD3BD06-5B52-457B-A709-959D97EA9FE5}">
      <dgm:prSet phldrT="[Text]"/>
      <dgm:spPr/>
      <dgm:t>
        <a:bodyPr/>
        <a:lstStyle/>
        <a:p>
          <a:r>
            <a:rPr lang="en-US" dirty="0"/>
            <a:t>Some text here</a:t>
          </a:r>
        </a:p>
      </dgm:t>
    </dgm:pt>
    <dgm:pt modelId="{FCDCB472-5D0D-441E-9A63-91F48E5C3B9A}">
      <dgm:prSet phldrT="[Text]"/>
      <dgm:spPr/>
      <dgm:t>
        <a:bodyPr/>
        <a:lstStyle/>
        <a:p>
          <a:r>
            <a:rPr lang="en-US" dirty="0"/>
            <a:t>Some text here</a:t>
          </a:r>
        </a:p>
      </dgm:t>
    </dgm:pt>
    <dgm:pt modelId="{244CE93D-3CE9-480A-BC40-D5795AE4CC61}">
      <dgm:prSet phldrT="[Text]"/>
      <dgm:spPr/>
      <dgm:t>
        <a:bodyPr/>
        <a:lstStyle/>
        <a:p>
          <a:r>
            <a:rPr lang="en-US" dirty="0"/>
            <a:t>Lorem Ipsum</a:t>
          </a:r>
        </a:p>
      </dgm:t>
    </dgm:pt>
    <dgm:pt modelId="{AA2C577D-A278-4959-857E-CDA154440386}" type="sibTrans" cxnId="{746C65D4-0A32-4610-8B9B-A01592BB40A3}">
      <dgm:prSet/>
      <dgm:spPr/>
      <dgm:t>
        <a:bodyPr/>
        <a:lstStyle/>
        <a:p>
          <a:endParaRPr lang="en-US"/>
        </a:p>
      </dgm:t>
    </dgm:pt>
    <dgm:pt modelId="{B26CFE49-55EC-4B92-8D65-F00D6B48420B}" type="parTrans" cxnId="{746C65D4-0A32-4610-8B9B-A01592BB40A3}">
      <dgm:prSet/>
      <dgm:spPr/>
      <dgm:t>
        <a:bodyPr/>
        <a:lstStyle/>
        <a:p>
          <a:endParaRPr lang="en-US"/>
        </a:p>
      </dgm:t>
    </dgm:pt>
    <dgm:pt modelId="{32702446-735B-4332-BAF3-71D165AF690E}" type="sibTrans" cxnId="{BC910C61-D6EF-4F01-BD12-BAC0DF60C0B1}">
      <dgm:prSet/>
      <dgm:spPr/>
      <dgm:t>
        <a:bodyPr/>
        <a:lstStyle/>
        <a:p>
          <a:endParaRPr lang="en-US"/>
        </a:p>
      </dgm:t>
    </dgm:pt>
    <dgm:pt modelId="{BCA8D018-4FBF-4EC0-A8A7-2E733ECB7259}" type="parTrans" cxnId="{BC910C61-D6EF-4F01-BD12-BAC0DF60C0B1}">
      <dgm:prSet/>
      <dgm:spPr/>
      <dgm:t>
        <a:bodyPr/>
        <a:lstStyle/>
        <a:p>
          <a:endParaRPr lang="en-US"/>
        </a:p>
      </dgm:t>
    </dgm:pt>
    <dgm:pt modelId="{88085470-E458-46BB-9028-8CC37AAF17EF}" type="sibTrans" cxnId="{E555CFC0-456A-41C0-853C-A5C184B6F026}">
      <dgm:prSet/>
      <dgm:spPr/>
      <dgm:t>
        <a:bodyPr/>
        <a:lstStyle/>
        <a:p>
          <a:endParaRPr lang="en-US"/>
        </a:p>
      </dgm:t>
    </dgm:pt>
    <dgm:pt modelId="{F183F53E-B9E4-483E-BB59-E567579A1D20}" type="parTrans" cxnId="{E555CFC0-456A-41C0-853C-A5C184B6F026}">
      <dgm:prSet/>
      <dgm:spPr/>
      <dgm:t>
        <a:bodyPr/>
        <a:lstStyle/>
        <a:p>
          <a:endParaRPr lang="en-US"/>
        </a:p>
      </dgm:t>
    </dgm:pt>
    <dgm:pt modelId="{3AF880A5-0F00-4315-A5DF-1FE656798601}">
      <dgm:prSet phldrT="[Text]"/>
      <dgm:spPr/>
      <dgm:t>
        <a:bodyPr/>
        <a:lstStyle/>
        <a:p>
          <a:r>
            <a:rPr lang="en-US" dirty="0"/>
            <a:t>Some text here</a:t>
          </a:r>
        </a:p>
      </dgm:t>
    </dgm:pt>
    <dgm:pt modelId="{C198C41D-2640-4669-83ED-E0CD35701C8E}" type="sibTrans" cxnId="{24F8CBE2-5003-4E69-A772-6B98F2B05181}">
      <dgm:prSet/>
      <dgm:spPr/>
      <dgm:t>
        <a:bodyPr/>
        <a:lstStyle/>
        <a:p>
          <a:endParaRPr lang="en-US"/>
        </a:p>
      </dgm:t>
    </dgm:pt>
    <dgm:pt modelId="{A13BB1F9-5857-4B43-8BF5-6589AA2CB759}" type="parTrans" cxnId="{24F8CBE2-5003-4E69-A772-6B98F2B05181}">
      <dgm:prSet/>
      <dgm:spPr/>
      <dgm:t>
        <a:bodyPr/>
        <a:lstStyle/>
        <a:p>
          <a:endParaRPr lang="en-US"/>
        </a:p>
      </dgm:t>
    </dgm:pt>
    <dgm:pt modelId="{8EA7219F-BDB2-48EB-9EEB-3133522D132E}">
      <dgm:prSet phldrT="[Text]"/>
      <dgm:spPr/>
      <dgm:t>
        <a:bodyPr/>
        <a:lstStyle/>
        <a:p>
          <a:r>
            <a:rPr lang="en-US" dirty="0"/>
            <a:t>Some text here</a:t>
          </a:r>
        </a:p>
      </dgm:t>
    </dgm:pt>
    <dgm:pt modelId="{C94B7947-85DC-4B21-BB99-DF8438356F98}" type="sibTrans" cxnId="{58AD7EEF-D408-406B-87EE-4691D4C30668}">
      <dgm:prSet/>
      <dgm:spPr/>
      <dgm:t>
        <a:bodyPr/>
        <a:lstStyle/>
        <a:p>
          <a:endParaRPr lang="en-US"/>
        </a:p>
      </dgm:t>
    </dgm:pt>
    <dgm:pt modelId="{3EE8403A-CB7C-4815-85BD-AEBCAEB71B37}" type="parTrans" cxnId="{58AD7EEF-D408-406B-87EE-4691D4C30668}">
      <dgm:prSet/>
      <dgm:spPr/>
      <dgm:t>
        <a:bodyPr/>
        <a:lstStyle/>
        <a:p>
          <a:endParaRPr lang="en-US"/>
        </a:p>
      </dgm:t>
    </dgm:pt>
    <dgm:pt modelId="{13948CF2-B454-4565-9D44-9606356EB7E1}" type="pres">
      <dgm:prSet presAssocID="{B9C32B05-62EA-407A-B21C-2310C7945705}" presName="Name0" presStyleCnt="0">
        <dgm:presLayoutVars>
          <dgm:dir/>
          <dgm:resizeHandles val="exact"/>
        </dgm:presLayoutVars>
      </dgm:prSet>
      <dgm:spPr/>
    </dgm:pt>
    <dgm:pt modelId="{C8AC3D4F-B987-4D15-A369-6E0B897DD74F}" type="pres">
      <dgm:prSet presAssocID="{B9C32B05-62EA-407A-B21C-2310C7945705}" presName="bkgdShp" presStyleLbl="alignAccFollowNode1" presStyleIdx="0" presStyleCnt="1"/>
      <dgm:spPr/>
    </dgm:pt>
    <dgm:pt modelId="{A00091F0-C18E-45B8-AFD0-1389EA033865}" type="pres">
      <dgm:prSet presAssocID="{B9C32B05-62EA-407A-B21C-2310C7945705}" presName="linComp" presStyleCnt="0"/>
      <dgm:spPr/>
    </dgm:pt>
    <dgm:pt modelId="{2999C709-A180-4211-B0C1-1BC2D51F5D8E}" type="pres">
      <dgm:prSet presAssocID="{42D71409-67F9-455C-8C6D-716D284AAA6B}" presName="compNode" presStyleCnt="0"/>
      <dgm:spPr/>
    </dgm:pt>
    <dgm:pt modelId="{48DF6792-DEED-4A9A-97C5-04EB6CE1AD5B}" type="pres">
      <dgm:prSet presAssocID="{42D71409-67F9-455C-8C6D-716D284AAA6B}" presName="node" presStyleLbl="node1" presStyleIdx="0" presStyleCnt="5">
        <dgm:presLayoutVars>
          <dgm:bulletEnabled val="1"/>
        </dgm:presLayoutVars>
      </dgm:prSet>
      <dgm:spPr/>
    </dgm:pt>
    <dgm:pt modelId="{CC2B5049-CD30-47D9-833E-B5AA559F6CC9}" type="pres">
      <dgm:prSet presAssocID="{42D71409-67F9-455C-8C6D-716D284AAA6B}" presName="invisiNode" presStyleLbl="node1" presStyleIdx="0" presStyleCnt="5"/>
      <dgm:spPr/>
    </dgm:pt>
    <dgm:pt modelId="{A005F97A-E98B-42BF-A35C-B1BFA0C0B601}" type="pres">
      <dgm:prSet presAssocID="{42D71409-67F9-455C-8C6D-716D284AAA6B}" presName="imagNode" presStyleLbl="fgImgPlace1" presStyleIdx="0" presStyleCnt="5"/>
      <dgm:spPr/>
    </dgm:pt>
    <dgm:pt modelId="{285860D0-D095-459E-BAA5-D33D6F04A979}" type="pres">
      <dgm:prSet presAssocID="{478B7D3C-9FB4-4BC6-90AC-49960560DECD}" presName="sibTrans" presStyleLbl="sibTrans2D1" presStyleIdx="0" presStyleCnt="0"/>
      <dgm:spPr/>
    </dgm:pt>
    <dgm:pt modelId="{F33F2AF2-1F0F-4711-AF35-DE8A0786482A}" type="pres">
      <dgm:prSet presAssocID="{F66099B6-DBBD-4AB0-82D2-877B80F846F7}" presName="compNode" presStyleCnt="0"/>
      <dgm:spPr/>
    </dgm:pt>
    <dgm:pt modelId="{810F2F39-EA6B-4134-9745-218435444AF0}" type="pres">
      <dgm:prSet presAssocID="{F66099B6-DBBD-4AB0-82D2-877B80F846F7}" presName="node" presStyleLbl="node1" presStyleIdx="1" presStyleCnt="5">
        <dgm:presLayoutVars>
          <dgm:bulletEnabled val="1"/>
        </dgm:presLayoutVars>
      </dgm:prSet>
      <dgm:spPr/>
    </dgm:pt>
    <dgm:pt modelId="{CBCF5E15-AA15-4399-A0B1-530F65330D4E}" type="pres">
      <dgm:prSet presAssocID="{F66099B6-DBBD-4AB0-82D2-877B80F846F7}" presName="invisiNode" presStyleLbl="node1" presStyleIdx="1" presStyleCnt="5"/>
      <dgm:spPr/>
    </dgm:pt>
    <dgm:pt modelId="{8FE0476E-19C2-4AA2-B923-2B45B2BCEBE8}" type="pres">
      <dgm:prSet presAssocID="{F66099B6-DBBD-4AB0-82D2-877B80F846F7}" presName="imagNode" presStyleLbl="fgImgPlace1" presStyleIdx="1" presStyleCnt="5"/>
      <dgm:spPr/>
    </dgm:pt>
    <dgm:pt modelId="{F7B3A609-FED6-4632-98F4-265F4BC0939F}" type="pres">
      <dgm:prSet presAssocID="{BC531B32-9B0E-482E-BF91-65C61F17168D}" presName="sibTrans" presStyleLbl="sibTrans2D1" presStyleIdx="0" presStyleCnt="0"/>
      <dgm:spPr/>
    </dgm:pt>
    <dgm:pt modelId="{9DC2745F-BB60-429B-AEAC-0954A497B98C}" type="pres">
      <dgm:prSet presAssocID="{EE62A4F6-4AC4-435B-990E-81A71CE8CAC7}" presName="compNode" presStyleCnt="0"/>
      <dgm:spPr/>
    </dgm:pt>
    <dgm:pt modelId="{00904015-F569-4EA6-8B4F-A0DB505E6C15}" type="pres">
      <dgm:prSet presAssocID="{EE62A4F6-4AC4-435B-990E-81A71CE8CAC7}" presName="node" presStyleLbl="node1" presStyleIdx="2" presStyleCnt="5">
        <dgm:presLayoutVars>
          <dgm:bulletEnabled val="1"/>
        </dgm:presLayoutVars>
      </dgm:prSet>
      <dgm:spPr/>
    </dgm:pt>
    <dgm:pt modelId="{74E1C56D-D7C1-4250-BD2A-D7AE2314EE82}" type="pres">
      <dgm:prSet presAssocID="{EE62A4F6-4AC4-435B-990E-81A71CE8CAC7}" presName="invisiNode" presStyleLbl="node1" presStyleIdx="2" presStyleCnt="5"/>
      <dgm:spPr/>
    </dgm:pt>
    <dgm:pt modelId="{786923BF-F5BD-4960-95BB-EB4DF284F2B0}" type="pres">
      <dgm:prSet presAssocID="{EE62A4F6-4AC4-435B-990E-81A71CE8CAC7}" presName="imagNode" presStyleLbl="fgImgPlace1" presStyleIdx="2" presStyleCnt="5"/>
      <dgm:spPr/>
    </dgm:pt>
    <dgm:pt modelId="{FF8AC4CF-E686-41C9-BF83-7816497CA13B}" type="pres">
      <dgm:prSet presAssocID="{389F9A93-0231-4877-8C41-5D5B8DD7AAC0}" presName="sibTrans" presStyleLbl="sibTrans2D1" presStyleIdx="0" presStyleCnt="0"/>
      <dgm:spPr/>
    </dgm:pt>
    <dgm:pt modelId="{E7B66A32-69F1-46D7-B4C2-CC1A40BD9303}" type="pres">
      <dgm:prSet presAssocID="{B6D9DE15-697B-42C2-B6A1-CE31260EED93}" presName="compNode" presStyleCnt="0"/>
      <dgm:spPr/>
    </dgm:pt>
    <dgm:pt modelId="{693177CC-58A7-4F99-910F-E16474CFDEBC}" type="pres">
      <dgm:prSet presAssocID="{B6D9DE15-697B-42C2-B6A1-CE31260EED93}" presName="node" presStyleLbl="node1" presStyleIdx="3" presStyleCnt="5">
        <dgm:presLayoutVars>
          <dgm:bulletEnabled val="1"/>
        </dgm:presLayoutVars>
      </dgm:prSet>
      <dgm:spPr/>
    </dgm:pt>
    <dgm:pt modelId="{C7EC685E-88CA-4DED-9970-B67D763F596A}" type="pres">
      <dgm:prSet presAssocID="{B6D9DE15-697B-42C2-B6A1-CE31260EED93}" presName="invisiNode" presStyleLbl="node1" presStyleIdx="3" presStyleCnt="5"/>
      <dgm:spPr/>
    </dgm:pt>
    <dgm:pt modelId="{772ACB62-A545-4514-9C51-3481B41CD546}" type="pres">
      <dgm:prSet presAssocID="{B6D9DE15-697B-42C2-B6A1-CE31260EED93}" presName="imagNode" presStyleLbl="fgImgPlace1" presStyleIdx="3" presStyleCnt="5"/>
      <dgm:spPr/>
    </dgm:pt>
    <dgm:pt modelId="{6C180799-4842-4F56-A51F-B0472498DD6C}" type="pres">
      <dgm:prSet presAssocID="{B605B681-1ACB-4650-8600-F9223ABDDC16}" presName="sibTrans" presStyleLbl="sibTrans2D1" presStyleIdx="0" presStyleCnt="0"/>
      <dgm:spPr/>
    </dgm:pt>
    <dgm:pt modelId="{F3371C42-50DA-44BF-AC72-1792196F7A49}" type="pres">
      <dgm:prSet presAssocID="{244CE93D-3CE9-480A-BC40-D5795AE4CC61}" presName="compNode" presStyleCnt="0"/>
      <dgm:spPr/>
    </dgm:pt>
    <dgm:pt modelId="{08302B13-1332-459A-9EB5-5ED00F7DA77C}" type="pres">
      <dgm:prSet presAssocID="{244CE93D-3CE9-480A-BC40-D5795AE4CC61}" presName="node" presStyleLbl="node1" presStyleIdx="4" presStyleCnt="5">
        <dgm:presLayoutVars>
          <dgm:bulletEnabled val="1"/>
        </dgm:presLayoutVars>
      </dgm:prSet>
      <dgm:spPr/>
    </dgm:pt>
    <dgm:pt modelId="{1DE3A785-DC63-4CD7-A0BA-4C4679ACA0B6}" type="pres">
      <dgm:prSet presAssocID="{244CE93D-3CE9-480A-BC40-D5795AE4CC61}" presName="invisiNode" presStyleLbl="node1" presStyleIdx="4" presStyleCnt="5"/>
      <dgm:spPr/>
    </dgm:pt>
    <dgm:pt modelId="{BEC06730-B5E5-4330-BBB0-704F76499467}" type="pres">
      <dgm:prSet presAssocID="{244CE93D-3CE9-480A-BC40-D5795AE4CC61}" presName="imagNode" presStyleLbl="fgImgPlace1" presStyleIdx="4" presStyleCnt="5"/>
      <dgm:spPr/>
    </dgm:pt>
  </dgm:ptLst>
  <dgm:cxnLst>
    <dgm:cxn modelId="{FB0B0C10-A257-4A70-95AE-42BEE965D183}" type="presOf" srcId="{244CE93D-3CE9-480A-BC40-D5795AE4CC61}" destId="{08302B13-1332-459A-9EB5-5ED00F7DA77C}" srcOrd="0" destOrd="0" presId="urn:microsoft.com/office/officeart/2005/8/layout/pList2"/>
    <dgm:cxn modelId="{5C63B114-A984-436A-B49F-E88C1C3D55C4}" type="presOf" srcId="{D96BD766-7A45-44C2-B6DC-068AE128BF44}" destId="{693177CC-58A7-4F99-910F-E16474CFDEBC}" srcOrd="0" destOrd="2" presId="urn:microsoft.com/office/officeart/2005/8/layout/pList2"/>
    <dgm:cxn modelId="{2AA9C11F-1F1D-428E-801A-47EAA766C99D}" srcId="{B9C32B05-62EA-407A-B21C-2310C7945705}" destId="{42D71409-67F9-455C-8C6D-716D284AAA6B}" srcOrd="0" destOrd="0" parTransId="{51680ED1-AF6E-4B28-AE94-92B0EFB0DF7D}" sibTransId="{478B7D3C-9FB4-4BC6-90AC-49960560DECD}"/>
    <dgm:cxn modelId="{2B209E22-0515-4B5E-9313-AD1BEA29FD5F}" type="presOf" srcId="{B6D9DE15-697B-42C2-B6A1-CE31260EED93}" destId="{693177CC-58A7-4F99-910F-E16474CFDEBC}" srcOrd="0" destOrd="0" presId="urn:microsoft.com/office/officeart/2005/8/layout/pList2"/>
    <dgm:cxn modelId="{0D066F25-1EB9-4769-B408-6D0107CD9569}" type="presOf" srcId="{42D71409-67F9-455C-8C6D-716D284AAA6B}" destId="{48DF6792-DEED-4A9A-97C5-04EB6CE1AD5B}" srcOrd="0" destOrd="0" presId="urn:microsoft.com/office/officeart/2005/8/layout/pList2"/>
    <dgm:cxn modelId="{6A9C5B29-5DC7-44A1-A1A6-61179327C9E4}" type="presOf" srcId="{8EA7219F-BDB2-48EB-9EEB-3133522D132E}" destId="{48DF6792-DEED-4A9A-97C5-04EB6CE1AD5B}" srcOrd="0" destOrd="1" presId="urn:microsoft.com/office/officeart/2005/8/layout/pList2"/>
    <dgm:cxn modelId="{07DA0D2A-D7CD-4753-8DED-D177844F39EC}" type="presOf" srcId="{0175455E-C54B-45D4-9F64-0589EB6B3316}" destId="{693177CC-58A7-4F99-910F-E16474CFDEBC}" srcOrd="0" destOrd="1" presId="urn:microsoft.com/office/officeart/2005/8/layout/pList2"/>
    <dgm:cxn modelId="{B4F3EA32-CE64-4A92-9BAE-BC57E5392B05}" srcId="{B9C32B05-62EA-407A-B21C-2310C7945705}" destId="{F66099B6-DBBD-4AB0-82D2-877B80F846F7}" srcOrd="1" destOrd="0" parTransId="{B09C8BFB-F41C-4AC4-AB94-F216E3081C2D}" sibTransId="{BC531B32-9B0E-482E-BF91-65C61F17168D}"/>
    <dgm:cxn modelId="{35013F34-57BC-4E3C-A003-07C0E49926DB}" srcId="{F66099B6-DBBD-4AB0-82D2-877B80F846F7}" destId="{BE788BF5-FE9F-4C7D-A1CD-9232D7860179}" srcOrd="1" destOrd="0" parTransId="{963A52CB-C772-45F2-8A30-8ABA6B14D3CE}" sibTransId="{88191C5E-55BA-42F2-B842-FC86CBBADC0F}"/>
    <dgm:cxn modelId="{BC910C61-D6EF-4F01-BD12-BAC0DF60C0B1}" srcId="{244CE93D-3CE9-480A-BC40-D5795AE4CC61}" destId="{CBD3BD06-5B52-457B-A709-959D97EA9FE5}" srcOrd="1" destOrd="0" parTransId="{BCA8D018-4FBF-4EC0-A8A7-2E733ECB7259}" sibTransId="{32702446-735B-4332-BAF3-71D165AF690E}"/>
    <dgm:cxn modelId="{9EE94C43-E422-4A8C-80C7-89F63D454B8E}" type="presOf" srcId="{EE62A4F6-4AC4-435B-990E-81A71CE8CAC7}" destId="{00904015-F569-4EA6-8B4F-A0DB505E6C15}" srcOrd="0" destOrd="0" presId="urn:microsoft.com/office/officeart/2005/8/layout/pList2"/>
    <dgm:cxn modelId="{2DC24386-BC50-4BAB-8571-16CB10C2603C}" srcId="{F66099B6-DBBD-4AB0-82D2-877B80F846F7}" destId="{6CF284C3-4A70-4432-8F33-E75A802B3330}" srcOrd="0" destOrd="0" parTransId="{044831E6-2FC9-4DDA-81FB-5FA418568D07}" sibTransId="{CD50B82D-84BB-4747-B282-ABB339EBA294}"/>
    <dgm:cxn modelId="{04A4B889-7505-4012-B1A3-AE48A232B46F}" type="presOf" srcId="{F66099B6-DBBD-4AB0-82D2-877B80F846F7}" destId="{810F2F39-EA6B-4134-9745-218435444AF0}" srcOrd="0" destOrd="0" presId="urn:microsoft.com/office/officeart/2005/8/layout/pList2"/>
    <dgm:cxn modelId="{53815E9B-BB67-4D8A-975E-4082C43CC1BC}" type="presOf" srcId="{D416A02A-0A88-4E36-B734-A21335A8DD2D}" destId="{00904015-F569-4EA6-8B4F-A0DB505E6C15}" srcOrd="0" destOrd="2" presId="urn:microsoft.com/office/officeart/2005/8/layout/pList2"/>
    <dgm:cxn modelId="{CC92469B-35E7-47F1-9A3E-996395B08CE7}" type="presOf" srcId="{FCDCB472-5D0D-441E-9A63-91F48E5C3B9A}" destId="{08302B13-1332-459A-9EB5-5ED00F7DA77C}" srcOrd="0" destOrd="1" presId="urn:microsoft.com/office/officeart/2005/8/layout/pList2"/>
    <dgm:cxn modelId="{A8DB1F9F-8C0D-44C6-B0CF-E185E4743C27}" srcId="{B6D9DE15-697B-42C2-B6A1-CE31260EED93}" destId="{D96BD766-7A45-44C2-B6DC-068AE128BF44}" srcOrd="1" destOrd="0" parTransId="{1723986A-39AC-4737-B675-843E1268E3F0}" sibTransId="{053D2587-FEB8-41DF-8458-0B353CDF3513}"/>
    <dgm:cxn modelId="{438A7AA4-87CC-4B55-88DF-A28EC60F5997}" type="presOf" srcId="{BC531B32-9B0E-482E-BF91-65C61F17168D}" destId="{F7B3A609-FED6-4632-98F4-265F4BC0939F}" srcOrd="0" destOrd="0" presId="urn:microsoft.com/office/officeart/2005/8/layout/pList2"/>
    <dgm:cxn modelId="{3A2CECA6-0C5B-46BB-B7C6-7D37E9D210BD}" srcId="{B9C32B05-62EA-407A-B21C-2310C7945705}" destId="{EE62A4F6-4AC4-435B-990E-81A71CE8CAC7}" srcOrd="2" destOrd="0" parTransId="{F287B947-7343-4FA2-B288-B23A59FFAE31}" sibTransId="{389F9A93-0231-4877-8C41-5D5B8DD7AAC0}"/>
    <dgm:cxn modelId="{FE06AAA8-9B99-4EDA-BC11-BB58585E3395}" type="presOf" srcId="{389F9A93-0231-4877-8C41-5D5B8DD7AAC0}" destId="{FF8AC4CF-E686-41C9-BF83-7816497CA13B}" srcOrd="0" destOrd="0" presId="urn:microsoft.com/office/officeart/2005/8/layout/pList2"/>
    <dgm:cxn modelId="{33D653AB-1579-4643-84EB-8E771DA05E81}" type="presOf" srcId="{DDCF078C-D429-4F3D-A86A-601C37333F0E}" destId="{00904015-F569-4EA6-8B4F-A0DB505E6C15}" srcOrd="0" destOrd="1" presId="urn:microsoft.com/office/officeart/2005/8/layout/pList2"/>
    <dgm:cxn modelId="{AA103AAC-8E96-4FF9-8A23-C6A608240F2C}" type="presOf" srcId="{3AF880A5-0F00-4315-A5DF-1FE656798601}" destId="{48DF6792-DEED-4A9A-97C5-04EB6CE1AD5B}" srcOrd="0" destOrd="2" presId="urn:microsoft.com/office/officeart/2005/8/layout/pList2"/>
    <dgm:cxn modelId="{40513FB0-F94C-499F-9A0B-9E0341D0A0C2}" srcId="{B9C32B05-62EA-407A-B21C-2310C7945705}" destId="{B6D9DE15-697B-42C2-B6A1-CE31260EED93}" srcOrd="3" destOrd="0" parTransId="{EAC9FC21-5112-4CCF-8070-06ED15ED24ED}" sibTransId="{B605B681-1ACB-4650-8600-F9223ABDDC16}"/>
    <dgm:cxn modelId="{A00C0AB4-B9E0-4289-8CDA-9D24B0BC4FAF}" type="presOf" srcId="{6CF284C3-4A70-4432-8F33-E75A802B3330}" destId="{810F2F39-EA6B-4134-9745-218435444AF0}" srcOrd="0" destOrd="1" presId="urn:microsoft.com/office/officeart/2005/8/layout/pList2"/>
    <dgm:cxn modelId="{E555CFC0-456A-41C0-853C-A5C184B6F026}" srcId="{244CE93D-3CE9-480A-BC40-D5795AE4CC61}" destId="{FCDCB472-5D0D-441E-9A63-91F48E5C3B9A}" srcOrd="0" destOrd="0" parTransId="{F183F53E-B9E4-483E-BB59-E567579A1D20}" sibTransId="{88085470-E458-46BB-9028-8CC37AAF17EF}"/>
    <dgm:cxn modelId="{357D8ACD-046A-45E1-9BCD-CC41DFB4C837}" type="presOf" srcId="{CBD3BD06-5B52-457B-A709-959D97EA9FE5}" destId="{08302B13-1332-459A-9EB5-5ED00F7DA77C}" srcOrd="0" destOrd="2" presId="urn:microsoft.com/office/officeart/2005/8/layout/pList2"/>
    <dgm:cxn modelId="{746C65D4-0A32-4610-8B9B-A01592BB40A3}" srcId="{B9C32B05-62EA-407A-B21C-2310C7945705}" destId="{244CE93D-3CE9-480A-BC40-D5795AE4CC61}" srcOrd="4" destOrd="0" parTransId="{B26CFE49-55EC-4B92-8D65-F00D6B48420B}" sibTransId="{AA2C577D-A278-4959-857E-CDA154440386}"/>
    <dgm:cxn modelId="{E32609D9-B12D-4296-BE0D-377E229C11C7}" type="presOf" srcId="{B9C32B05-62EA-407A-B21C-2310C7945705}" destId="{13948CF2-B454-4565-9D44-9606356EB7E1}" srcOrd="0" destOrd="0" presId="urn:microsoft.com/office/officeart/2005/8/layout/pList2"/>
    <dgm:cxn modelId="{976FACDC-E9B3-457E-A013-A9B33EC25A8D}" type="presOf" srcId="{BE788BF5-FE9F-4C7D-A1CD-9232D7860179}" destId="{810F2F39-EA6B-4134-9745-218435444AF0}" srcOrd="0" destOrd="2" presId="urn:microsoft.com/office/officeart/2005/8/layout/pList2"/>
    <dgm:cxn modelId="{24F8CBE2-5003-4E69-A772-6B98F2B05181}" srcId="{42D71409-67F9-455C-8C6D-716D284AAA6B}" destId="{3AF880A5-0F00-4315-A5DF-1FE656798601}" srcOrd="1" destOrd="0" parTransId="{A13BB1F9-5857-4B43-8BF5-6589AA2CB759}" sibTransId="{C198C41D-2640-4669-83ED-E0CD35701C8E}"/>
    <dgm:cxn modelId="{F5E63DE7-E621-486A-821D-56723B2BF235}" srcId="{EE62A4F6-4AC4-435B-990E-81A71CE8CAC7}" destId="{D416A02A-0A88-4E36-B734-A21335A8DD2D}" srcOrd="1" destOrd="0" parTransId="{FC806BFF-490C-4885-AC46-7E363DD85082}" sibTransId="{D3B5DA4F-29AB-46CB-9796-98FE9606C128}"/>
    <dgm:cxn modelId="{58AD7EEF-D408-406B-87EE-4691D4C30668}" srcId="{42D71409-67F9-455C-8C6D-716D284AAA6B}" destId="{8EA7219F-BDB2-48EB-9EEB-3133522D132E}" srcOrd="0" destOrd="0" parTransId="{3EE8403A-CB7C-4815-85BD-AEBCAEB71B37}" sibTransId="{C94B7947-85DC-4B21-BB99-DF8438356F98}"/>
    <dgm:cxn modelId="{0395AEF4-9CAC-4A6C-B3CB-1FD21D4FDDC9}" type="presOf" srcId="{B605B681-1ACB-4650-8600-F9223ABDDC16}" destId="{6C180799-4842-4F56-A51F-B0472498DD6C}" srcOrd="0" destOrd="0" presId="urn:microsoft.com/office/officeart/2005/8/layout/pList2"/>
    <dgm:cxn modelId="{8ED196F6-6553-443C-AAB2-40F72E795577}" srcId="{EE62A4F6-4AC4-435B-990E-81A71CE8CAC7}" destId="{DDCF078C-D429-4F3D-A86A-601C37333F0E}" srcOrd="0" destOrd="0" parTransId="{1882E0FC-22B0-4EC0-AFEA-6913C3E42D04}" sibTransId="{E265BFA4-891C-408C-98FC-08B80CC170BD}"/>
    <dgm:cxn modelId="{C8B436FC-B783-46B4-A145-3B3B3DD3B3F9}" srcId="{B6D9DE15-697B-42C2-B6A1-CE31260EED93}" destId="{0175455E-C54B-45D4-9F64-0589EB6B3316}" srcOrd="0" destOrd="0" parTransId="{88BD4BDB-1D85-4113-AFEC-21431AF63D5F}" sibTransId="{814ADA3B-AA89-4AB7-868E-C824585A3ABB}"/>
    <dgm:cxn modelId="{4BC262FD-B205-4276-AB3A-5C3065966FB2}" type="presOf" srcId="{478B7D3C-9FB4-4BC6-90AC-49960560DECD}" destId="{285860D0-D095-459E-BAA5-D33D6F04A979}" srcOrd="0" destOrd="0" presId="urn:microsoft.com/office/officeart/2005/8/layout/pList2"/>
    <dgm:cxn modelId="{389FD6A6-E75C-4C31-881C-AFC2E0C3B338}" type="presParOf" srcId="{13948CF2-B454-4565-9D44-9606356EB7E1}" destId="{C8AC3D4F-B987-4D15-A369-6E0B897DD74F}" srcOrd="0" destOrd="0" presId="urn:microsoft.com/office/officeart/2005/8/layout/pList2"/>
    <dgm:cxn modelId="{8664341A-3C5F-4833-B1CF-57E76338F657}" type="presParOf" srcId="{13948CF2-B454-4565-9D44-9606356EB7E1}" destId="{A00091F0-C18E-45B8-AFD0-1389EA033865}" srcOrd="1" destOrd="0" presId="urn:microsoft.com/office/officeart/2005/8/layout/pList2"/>
    <dgm:cxn modelId="{45110E63-E7DA-401D-9644-CC79BAFE1B7B}" type="presParOf" srcId="{A00091F0-C18E-45B8-AFD0-1389EA033865}" destId="{2999C709-A180-4211-B0C1-1BC2D51F5D8E}" srcOrd="0" destOrd="0" presId="urn:microsoft.com/office/officeart/2005/8/layout/pList2"/>
    <dgm:cxn modelId="{6E5A4C57-5620-47C3-951A-623DE592F169}" type="presParOf" srcId="{2999C709-A180-4211-B0C1-1BC2D51F5D8E}" destId="{48DF6792-DEED-4A9A-97C5-04EB6CE1AD5B}" srcOrd="0" destOrd="0" presId="urn:microsoft.com/office/officeart/2005/8/layout/pList2"/>
    <dgm:cxn modelId="{EC841BA3-3453-4D13-9388-E2D5E7E793D7}" type="presParOf" srcId="{2999C709-A180-4211-B0C1-1BC2D51F5D8E}" destId="{CC2B5049-CD30-47D9-833E-B5AA559F6CC9}" srcOrd="1" destOrd="0" presId="urn:microsoft.com/office/officeart/2005/8/layout/pList2"/>
    <dgm:cxn modelId="{DC2546D1-DF7B-4E12-8E33-40B9E8C075E9}" type="presParOf" srcId="{2999C709-A180-4211-B0C1-1BC2D51F5D8E}" destId="{A005F97A-E98B-42BF-A35C-B1BFA0C0B601}" srcOrd="2" destOrd="0" presId="urn:microsoft.com/office/officeart/2005/8/layout/pList2"/>
    <dgm:cxn modelId="{68C7B4C7-0CF5-4C1D-B275-5E91E5DF68AB}" type="presParOf" srcId="{A00091F0-C18E-45B8-AFD0-1389EA033865}" destId="{285860D0-D095-459E-BAA5-D33D6F04A979}" srcOrd="1" destOrd="0" presId="urn:microsoft.com/office/officeart/2005/8/layout/pList2"/>
    <dgm:cxn modelId="{86F16F6F-FDC5-465F-8115-14AAC02F88BD}" type="presParOf" srcId="{A00091F0-C18E-45B8-AFD0-1389EA033865}" destId="{F33F2AF2-1F0F-4711-AF35-DE8A0786482A}" srcOrd="2" destOrd="0" presId="urn:microsoft.com/office/officeart/2005/8/layout/pList2"/>
    <dgm:cxn modelId="{1D5EDECF-395C-4C67-9DD2-64D69B347ED1}" type="presParOf" srcId="{F33F2AF2-1F0F-4711-AF35-DE8A0786482A}" destId="{810F2F39-EA6B-4134-9745-218435444AF0}" srcOrd="0" destOrd="0" presId="urn:microsoft.com/office/officeart/2005/8/layout/pList2"/>
    <dgm:cxn modelId="{83F7BBCF-AB7A-4052-BA03-CCEA95045A4B}" type="presParOf" srcId="{F33F2AF2-1F0F-4711-AF35-DE8A0786482A}" destId="{CBCF5E15-AA15-4399-A0B1-530F65330D4E}" srcOrd="1" destOrd="0" presId="urn:microsoft.com/office/officeart/2005/8/layout/pList2"/>
    <dgm:cxn modelId="{B371C990-FD35-4314-ABDE-5536A92FA152}" type="presParOf" srcId="{F33F2AF2-1F0F-4711-AF35-DE8A0786482A}" destId="{8FE0476E-19C2-4AA2-B923-2B45B2BCEBE8}" srcOrd="2" destOrd="0" presId="urn:microsoft.com/office/officeart/2005/8/layout/pList2"/>
    <dgm:cxn modelId="{889E141F-3CE3-4EFC-A71E-5A8D5901B6F0}" type="presParOf" srcId="{A00091F0-C18E-45B8-AFD0-1389EA033865}" destId="{F7B3A609-FED6-4632-98F4-265F4BC0939F}" srcOrd="3" destOrd="0" presId="urn:microsoft.com/office/officeart/2005/8/layout/pList2"/>
    <dgm:cxn modelId="{1C49135D-4B05-46A2-A0A3-3C845EF8EF41}" type="presParOf" srcId="{A00091F0-C18E-45B8-AFD0-1389EA033865}" destId="{9DC2745F-BB60-429B-AEAC-0954A497B98C}" srcOrd="4" destOrd="0" presId="urn:microsoft.com/office/officeart/2005/8/layout/pList2"/>
    <dgm:cxn modelId="{D994FE05-FBE3-411D-A7F2-E681917DF1B6}" type="presParOf" srcId="{9DC2745F-BB60-429B-AEAC-0954A497B98C}" destId="{00904015-F569-4EA6-8B4F-A0DB505E6C15}" srcOrd="0" destOrd="0" presId="urn:microsoft.com/office/officeart/2005/8/layout/pList2"/>
    <dgm:cxn modelId="{7B31C6E6-3848-4AF5-BF8D-120459D37657}" type="presParOf" srcId="{9DC2745F-BB60-429B-AEAC-0954A497B98C}" destId="{74E1C56D-D7C1-4250-BD2A-D7AE2314EE82}" srcOrd="1" destOrd="0" presId="urn:microsoft.com/office/officeart/2005/8/layout/pList2"/>
    <dgm:cxn modelId="{27410AD1-D9AA-4076-A746-AB5B913B4CCA}" type="presParOf" srcId="{9DC2745F-BB60-429B-AEAC-0954A497B98C}" destId="{786923BF-F5BD-4960-95BB-EB4DF284F2B0}" srcOrd="2" destOrd="0" presId="urn:microsoft.com/office/officeart/2005/8/layout/pList2"/>
    <dgm:cxn modelId="{6C2CF99A-AB52-4BE4-BEE7-B128EC8E3F70}" type="presParOf" srcId="{A00091F0-C18E-45B8-AFD0-1389EA033865}" destId="{FF8AC4CF-E686-41C9-BF83-7816497CA13B}" srcOrd="5" destOrd="0" presId="urn:microsoft.com/office/officeart/2005/8/layout/pList2"/>
    <dgm:cxn modelId="{C9F3C3ED-3A31-45EB-BE6B-E47E4CD2DED4}" type="presParOf" srcId="{A00091F0-C18E-45B8-AFD0-1389EA033865}" destId="{E7B66A32-69F1-46D7-B4C2-CC1A40BD9303}" srcOrd="6" destOrd="0" presId="urn:microsoft.com/office/officeart/2005/8/layout/pList2"/>
    <dgm:cxn modelId="{11B95CB3-6F2B-4430-926B-E41BBBE8C18C}" type="presParOf" srcId="{E7B66A32-69F1-46D7-B4C2-CC1A40BD9303}" destId="{693177CC-58A7-4F99-910F-E16474CFDEBC}" srcOrd="0" destOrd="0" presId="urn:microsoft.com/office/officeart/2005/8/layout/pList2"/>
    <dgm:cxn modelId="{50074E0F-D17C-4691-AFEF-4351DAC023BC}" type="presParOf" srcId="{E7B66A32-69F1-46D7-B4C2-CC1A40BD9303}" destId="{C7EC685E-88CA-4DED-9970-B67D763F596A}" srcOrd="1" destOrd="0" presId="urn:microsoft.com/office/officeart/2005/8/layout/pList2"/>
    <dgm:cxn modelId="{4E27DF53-5D2C-4DF7-B911-3DEDA66A1812}" type="presParOf" srcId="{E7B66A32-69F1-46D7-B4C2-CC1A40BD9303}" destId="{772ACB62-A545-4514-9C51-3481B41CD546}" srcOrd="2" destOrd="0" presId="urn:microsoft.com/office/officeart/2005/8/layout/pList2"/>
    <dgm:cxn modelId="{A8C32149-9437-4178-9F32-3893C7FD34E4}" type="presParOf" srcId="{A00091F0-C18E-45B8-AFD0-1389EA033865}" destId="{6C180799-4842-4F56-A51F-B0472498DD6C}" srcOrd="7" destOrd="0" presId="urn:microsoft.com/office/officeart/2005/8/layout/pList2"/>
    <dgm:cxn modelId="{2374F71D-A480-4CA5-9EE7-D7773DD99772}" type="presParOf" srcId="{A00091F0-C18E-45B8-AFD0-1389EA033865}" destId="{F3371C42-50DA-44BF-AC72-1792196F7A49}" srcOrd="8" destOrd="0" presId="urn:microsoft.com/office/officeart/2005/8/layout/pList2"/>
    <dgm:cxn modelId="{427CB687-15F2-4C83-B02C-5F17928AB32A}" type="presParOf" srcId="{F3371C42-50DA-44BF-AC72-1792196F7A49}" destId="{08302B13-1332-459A-9EB5-5ED00F7DA77C}" srcOrd="0" destOrd="0" presId="urn:microsoft.com/office/officeart/2005/8/layout/pList2"/>
    <dgm:cxn modelId="{88FA543A-AEA5-4D40-896C-5400BB969321}" type="presParOf" srcId="{F3371C42-50DA-44BF-AC72-1792196F7A49}" destId="{1DE3A785-DC63-4CD7-A0BA-4C4679ACA0B6}" srcOrd="1" destOrd="0" presId="urn:microsoft.com/office/officeart/2005/8/layout/pList2"/>
    <dgm:cxn modelId="{5675764C-E795-48BE-92B2-C29E43EADD36}" type="presParOf" srcId="{F3371C42-50DA-44BF-AC72-1792196F7A49}" destId="{BEC06730-B5E5-4330-BBB0-704F76499467}" srcOrd="2" destOrd="0" presId="urn:microsoft.com/office/officeart/2005/8/layout/pList2"/>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25.xml><?xml version="1.0" encoding="utf-8"?>
<dgm:dataModel xmlns:dgm="http://schemas.openxmlformats.org/drawingml/2006/diagram" xmlns:a="http://schemas.openxmlformats.org/drawingml/2006/main">
  <dgm:ptLst>
    <dgm:pt modelId="{B9C32B05-62EA-407A-B21C-2310C7945705}" type="doc">
      <dgm:prSet loTypeId="urn:microsoft.com/office/officeart/2005/8/layout/hList7" loCatId="list"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F66099B6-DBBD-4AB0-82D2-877B80F846F7}">
      <dgm:prSet phldrT="[Text]"/>
      <dgm:spPr/>
      <dgm:t>
        <a:bodyPr/>
        <a:lstStyle/>
        <a:p>
          <a:r>
            <a:rPr lang="en-US" dirty="0"/>
            <a:t>Lorem Ipsum</a:t>
          </a:r>
        </a:p>
      </dgm:t>
    </dgm:pt>
    <dgm:pt modelId="{B09C8BFB-F41C-4AC4-AB94-F216E3081C2D}" type="parTrans" cxnId="{B4F3EA32-CE64-4A92-9BAE-BC57E5392B05}">
      <dgm:prSet/>
      <dgm:spPr/>
      <dgm:t>
        <a:bodyPr/>
        <a:lstStyle/>
        <a:p>
          <a:endParaRPr lang="en-US"/>
        </a:p>
      </dgm:t>
    </dgm:pt>
    <dgm:pt modelId="{BC531B32-9B0E-482E-BF91-65C61F17168D}" type="sibTrans" cxnId="{B4F3EA32-CE64-4A92-9BAE-BC57E5392B05}">
      <dgm:prSet/>
      <dgm:spPr/>
      <dgm:t>
        <a:bodyPr/>
        <a:lstStyle/>
        <a:p>
          <a:endParaRPr lang="en-US"/>
        </a:p>
      </dgm:t>
    </dgm:pt>
    <dgm:pt modelId="{EE62A4F6-4AC4-435B-990E-81A71CE8CAC7}">
      <dgm:prSet phldrT="[Text]"/>
      <dgm:spPr/>
      <dgm:t>
        <a:bodyPr/>
        <a:lstStyle/>
        <a:p>
          <a:r>
            <a:rPr lang="en-US" dirty="0"/>
            <a:t>Lorem Ipsum</a:t>
          </a:r>
        </a:p>
      </dgm:t>
    </dgm:pt>
    <dgm:pt modelId="{F287B947-7343-4FA2-B288-B23A59FFAE31}" type="parTrans" cxnId="{3A2CECA6-0C5B-46BB-B7C6-7D37E9D210BD}">
      <dgm:prSet/>
      <dgm:spPr/>
      <dgm:t>
        <a:bodyPr/>
        <a:lstStyle/>
        <a:p>
          <a:endParaRPr lang="en-US"/>
        </a:p>
      </dgm:t>
    </dgm:pt>
    <dgm:pt modelId="{389F9A93-0231-4877-8C41-5D5B8DD7AAC0}" type="sibTrans" cxnId="{3A2CECA6-0C5B-46BB-B7C6-7D37E9D210BD}">
      <dgm:prSet/>
      <dgm:spPr/>
      <dgm:t>
        <a:bodyPr/>
        <a:lstStyle/>
        <a:p>
          <a:endParaRPr lang="en-US"/>
        </a:p>
      </dgm:t>
    </dgm:pt>
    <dgm:pt modelId="{B6D9DE15-697B-42C2-B6A1-CE31260EED93}">
      <dgm:prSet phldrT="[Text]"/>
      <dgm:spPr/>
      <dgm:t>
        <a:bodyPr/>
        <a:lstStyle/>
        <a:p>
          <a:r>
            <a:rPr lang="en-US" dirty="0"/>
            <a:t>Lorem Ipsum</a:t>
          </a:r>
        </a:p>
      </dgm:t>
    </dgm:pt>
    <dgm:pt modelId="{EAC9FC21-5112-4CCF-8070-06ED15ED24ED}" type="parTrans" cxnId="{40513FB0-F94C-499F-9A0B-9E0341D0A0C2}">
      <dgm:prSet/>
      <dgm:spPr/>
      <dgm:t>
        <a:bodyPr/>
        <a:lstStyle/>
        <a:p>
          <a:endParaRPr lang="en-US"/>
        </a:p>
      </dgm:t>
    </dgm:pt>
    <dgm:pt modelId="{B605B681-1ACB-4650-8600-F9223ABDDC16}" type="sibTrans" cxnId="{40513FB0-F94C-499F-9A0B-9E0341D0A0C2}">
      <dgm:prSet/>
      <dgm:spPr/>
      <dgm:t>
        <a:bodyPr/>
        <a:lstStyle/>
        <a:p>
          <a:endParaRPr lang="en-US"/>
        </a:p>
      </dgm:t>
    </dgm:pt>
    <dgm:pt modelId="{244CE93D-3CE9-480A-BC40-D5795AE4CC61}">
      <dgm:prSet phldrT="[Text]"/>
      <dgm:spPr/>
      <dgm:t>
        <a:bodyPr/>
        <a:lstStyle/>
        <a:p>
          <a:r>
            <a:rPr lang="en-US" dirty="0"/>
            <a:t>Lorem Ipsum</a:t>
          </a:r>
        </a:p>
      </dgm:t>
    </dgm:pt>
    <dgm:pt modelId="{B26CFE49-55EC-4B92-8D65-F00D6B48420B}" type="parTrans" cxnId="{746C65D4-0A32-4610-8B9B-A01592BB40A3}">
      <dgm:prSet/>
      <dgm:spPr/>
      <dgm:t>
        <a:bodyPr/>
        <a:lstStyle/>
        <a:p>
          <a:endParaRPr lang="en-US"/>
        </a:p>
      </dgm:t>
    </dgm:pt>
    <dgm:pt modelId="{AA2C577D-A278-4959-857E-CDA154440386}" type="sibTrans" cxnId="{746C65D4-0A32-4610-8B9B-A01592BB40A3}">
      <dgm:prSet/>
      <dgm:spPr/>
      <dgm:t>
        <a:bodyPr/>
        <a:lstStyle/>
        <a:p>
          <a:endParaRPr lang="en-US"/>
        </a:p>
      </dgm:t>
    </dgm:pt>
    <dgm:pt modelId="{6CF284C3-4A70-4432-8F33-E75A802B3330}">
      <dgm:prSet/>
      <dgm:spPr/>
      <dgm:t>
        <a:bodyPr/>
        <a:lstStyle/>
        <a:p>
          <a:r>
            <a:rPr lang="en-US" dirty="0"/>
            <a:t>Some text here</a:t>
          </a:r>
        </a:p>
      </dgm:t>
    </dgm:pt>
    <dgm:pt modelId="{044831E6-2FC9-4DDA-81FB-5FA418568D07}" type="parTrans" cxnId="{2DC24386-BC50-4BAB-8571-16CB10C2603C}">
      <dgm:prSet/>
      <dgm:spPr/>
      <dgm:t>
        <a:bodyPr/>
        <a:lstStyle/>
        <a:p>
          <a:endParaRPr lang="en-US"/>
        </a:p>
      </dgm:t>
    </dgm:pt>
    <dgm:pt modelId="{CD50B82D-84BB-4747-B282-ABB339EBA294}" type="sibTrans" cxnId="{2DC24386-BC50-4BAB-8571-16CB10C2603C}">
      <dgm:prSet/>
      <dgm:spPr/>
      <dgm:t>
        <a:bodyPr/>
        <a:lstStyle/>
        <a:p>
          <a:endParaRPr lang="en-US"/>
        </a:p>
      </dgm:t>
    </dgm:pt>
    <dgm:pt modelId="{3AF880A5-0F00-4315-A5DF-1FE656798601}">
      <dgm:prSet phldrT="[Text]"/>
      <dgm:spPr/>
      <dgm:t>
        <a:bodyPr/>
        <a:lstStyle/>
        <a:p>
          <a:r>
            <a:rPr lang="en-US" dirty="0"/>
            <a:t>Some text here</a:t>
          </a:r>
        </a:p>
      </dgm:t>
    </dgm:pt>
    <dgm:pt modelId="{A13BB1F9-5857-4B43-8BF5-6589AA2CB759}" type="parTrans" cxnId="{24F8CBE2-5003-4E69-A772-6B98F2B05181}">
      <dgm:prSet/>
      <dgm:spPr/>
      <dgm:t>
        <a:bodyPr/>
        <a:lstStyle/>
        <a:p>
          <a:endParaRPr lang="en-US"/>
        </a:p>
      </dgm:t>
    </dgm:pt>
    <dgm:pt modelId="{C198C41D-2640-4669-83ED-E0CD35701C8E}" type="sibTrans" cxnId="{24F8CBE2-5003-4E69-A772-6B98F2B05181}">
      <dgm:prSet/>
      <dgm:spPr/>
      <dgm:t>
        <a:bodyPr/>
        <a:lstStyle/>
        <a:p>
          <a:endParaRPr lang="en-US"/>
        </a:p>
      </dgm:t>
    </dgm:pt>
    <dgm:pt modelId="{8EA7219F-BDB2-48EB-9EEB-3133522D132E}">
      <dgm:prSet phldrT="[Text]"/>
      <dgm:spPr/>
      <dgm:t>
        <a:bodyPr/>
        <a:lstStyle/>
        <a:p>
          <a:r>
            <a:rPr lang="en-US" dirty="0"/>
            <a:t>Some text here</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BE788BF5-FE9F-4C7D-A1CD-9232D7860179}">
      <dgm:prSet phldrT="[Text]"/>
      <dgm:spPr/>
      <dgm:t>
        <a:bodyPr/>
        <a:lstStyle/>
        <a:p>
          <a:r>
            <a:rPr lang="en-US"/>
            <a:t>Some text here</a:t>
          </a:r>
          <a:endParaRPr lang="en-US" dirty="0"/>
        </a:p>
      </dgm:t>
    </dgm:pt>
    <dgm:pt modelId="{963A52CB-C772-45F2-8A30-8ABA6B14D3CE}" type="parTrans" cxnId="{35013F34-57BC-4E3C-A003-07C0E49926DB}">
      <dgm:prSet/>
      <dgm:spPr/>
      <dgm:t>
        <a:bodyPr/>
        <a:lstStyle/>
        <a:p>
          <a:endParaRPr lang="en-US"/>
        </a:p>
      </dgm:t>
    </dgm:pt>
    <dgm:pt modelId="{88191C5E-55BA-42F2-B842-FC86CBBADC0F}" type="sibTrans" cxnId="{35013F34-57BC-4E3C-A003-07C0E49926DB}">
      <dgm:prSet/>
      <dgm:spPr/>
      <dgm:t>
        <a:bodyPr/>
        <a:lstStyle/>
        <a:p>
          <a:endParaRPr lang="en-US"/>
        </a:p>
      </dgm:t>
    </dgm:pt>
    <dgm:pt modelId="{DDCF078C-D429-4F3D-A86A-601C37333F0E}">
      <dgm:prSet phldrT="[Text]"/>
      <dgm:spPr/>
      <dgm:t>
        <a:bodyPr/>
        <a:lstStyle/>
        <a:p>
          <a:r>
            <a:rPr lang="en-US"/>
            <a:t>Some text here</a:t>
          </a:r>
          <a:endParaRPr lang="en-US" dirty="0"/>
        </a:p>
      </dgm:t>
    </dgm:pt>
    <dgm:pt modelId="{1882E0FC-22B0-4EC0-AFEA-6913C3E42D04}" type="parTrans" cxnId="{8ED196F6-6553-443C-AAB2-40F72E795577}">
      <dgm:prSet/>
      <dgm:spPr/>
      <dgm:t>
        <a:bodyPr/>
        <a:lstStyle/>
        <a:p>
          <a:endParaRPr lang="en-US"/>
        </a:p>
      </dgm:t>
    </dgm:pt>
    <dgm:pt modelId="{E265BFA4-891C-408C-98FC-08B80CC170BD}" type="sibTrans" cxnId="{8ED196F6-6553-443C-AAB2-40F72E795577}">
      <dgm:prSet/>
      <dgm:spPr/>
      <dgm:t>
        <a:bodyPr/>
        <a:lstStyle/>
        <a:p>
          <a:endParaRPr lang="en-US"/>
        </a:p>
      </dgm:t>
    </dgm:pt>
    <dgm:pt modelId="{D416A02A-0A88-4E36-B734-A21335A8DD2D}">
      <dgm:prSet phldrT="[Text]"/>
      <dgm:spPr/>
      <dgm:t>
        <a:bodyPr/>
        <a:lstStyle/>
        <a:p>
          <a:r>
            <a:rPr lang="en-US"/>
            <a:t>Some text here</a:t>
          </a:r>
          <a:endParaRPr lang="en-US" dirty="0"/>
        </a:p>
      </dgm:t>
    </dgm:pt>
    <dgm:pt modelId="{FC806BFF-490C-4885-AC46-7E363DD85082}" type="parTrans" cxnId="{F5E63DE7-E621-486A-821D-56723B2BF235}">
      <dgm:prSet/>
      <dgm:spPr/>
      <dgm:t>
        <a:bodyPr/>
        <a:lstStyle/>
        <a:p>
          <a:endParaRPr lang="en-US"/>
        </a:p>
      </dgm:t>
    </dgm:pt>
    <dgm:pt modelId="{D3B5DA4F-29AB-46CB-9796-98FE9606C128}" type="sibTrans" cxnId="{F5E63DE7-E621-486A-821D-56723B2BF235}">
      <dgm:prSet/>
      <dgm:spPr/>
      <dgm:t>
        <a:bodyPr/>
        <a:lstStyle/>
        <a:p>
          <a:endParaRPr lang="en-US"/>
        </a:p>
      </dgm:t>
    </dgm:pt>
    <dgm:pt modelId="{0175455E-C54B-45D4-9F64-0589EB6B3316}">
      <dgm:prSet phldrT="[Text]"/>
      <dgm:spPr/>
      <dgm:t>
        <a:bodyPr/>
        <a:lstStyle/>
        <a:p>
          <a:r>
            <a:rPr lang="en-US"/>
            <a:t>Some text here</a:t>
          </a:r>
          <a:endParaRPr lang="en-US" dirty="0"/>
        </a:p>
      </dgm:t>
    </dgm:pt>
    <dgm:pt modelId="{88BD4BDB-1D85-4113-AFEC-21431AF63D5F}" type="parTrans" cxnId="{C8B436FC-B783-46B4-A145-3B3B3DD3B3F9}">
      <dgm:prSet/>
      <dgm:spPr/>
      <dgm:t>
        <a:bodyPr/>
        <a:lstStyle/>
        <a:p>
          <a:endParaRPr lang="en-US"/>
        </a:p>
      </dgm:t>
    </dgm:pt>
    <dgm:pt modelId="{814ADA3B-AA89-4AB7-868E-C824585A3ABB}" type="sibTrans" cxnId="{C8B436FC-B783-46B4-A145-3B3B3DD3B3F9}">
      <dgm:prSet/>
      <dgm:spPr/>
      <dgm:t>
        <a:bodyPr/>
        <a:lstStyle/>
        <a:p>
          <a:endParaRPr lang="en-US"/>
        </a:p>
      </dgm:t>
    </dgm:pt>
    <dgm:pt modelId="{D96BD766-7A45-44C2-B6DC-068AE128BF44}">
      <dgm:prSet phldrT="[Text]"/>
      <dgm:spPr/>
      <dgm:t>
        <a:bodyPr/>
        <a:lstStyle/>
        <a:p>
          <a:r>
            <a:rPr lang="en-US"/>
            <a:t>Some text here</a:t>
          </a:r>
          <a:endParaRPr lang="en-US" dirty="0"/>
        </a:p>
      </dgm:t>
    </dgm:pt>
    <dgm:pt modelId="{1723986A-39AC-4737-B675-843E1268E3F0}" type="parTrans" cxnId="{A8DB1F9F-8C0D-44C6-B0CF-E185E4743C27}">
      <dgm:prSet/>
      <dgm:spPr/>
      <dgm:t>
        <a:bodyPr/>
        <a:lstStyle/>
        <a:p>
          <a:endParaRPr lang="en-US"/>
        </a:p>
      </dgm:t>
    </dgm:pt>
    <dgm:pt modelId="{053D2587-FEB8-41DF-8458-0B353CDF3513}" type="sibTrans" cxnId="{A8DB1F9F-8C0D-44C6-B0CF-E185E4743C27}">
      <dgm:prSet/>
      <dgm:spPr/>
      <dgm:t>
        <a:bodyPr/>
        <a:lstStyle/>
        <a:p>
          <a:endParaRPr lang="en-US"/>
        </a:p>
      </dgm:t>
    </dgm:pt>
    <dgm:pt modelId="{FCDCB472-5D0D-441E-9A63-91F48E5C3B9A}">
      <dgm:prSet phldrT="[Text]"/>
      <dgm:spPr/>
      <dgm:t>
        <a:bodyPr/>
        <a:lstStyle/>
        <a:p>
          <a:r>
            <a:rPr lang="en-US"/>
            <a:t>Some text here</a:t>
          </a:r>
          <a:endParaRPr lang="en-US" dirty="0"/>
        </a:p>
      </dgm:t>
    </dgm:pt>
    <dgm:pt modelId="{F183F53E-B9E4-483E-BB59-E567579A1D20}" type="parTrans" cxnId="{E555CFC0-456A-41C0-853C-A5C184B6F026}">
      <dgm:prSet/>
      <dgm:spPr/>
      <dgm:t>
        <a:bodyPr/>
        <a:lstStyle/>
        <a:p>
          <a:endParaRPr lang="en-US"/>
        </a:p>
      </dgm:t>
    </dgm:pt>
    <dgm:pt modelId="{88085470-E458-46BB-9028-8CC37AAF17EF}" type="sibTrans" cxnId="{E555CFC0-456A-41C0-853C-A5C184B6F026}">
      <dgm:prSet/>
      <dgm:spPr/>
      <dgm:t>
        <a:bodyPr/>
        <a:lstStyle/>
        <a:p>
          <a:endParaRPr lang="en-US"/>
        </a:p>
      </dgm:t>
    </dgm:pt>
    <dgm:pt modelId="{CBD3BD06-5B52-457B-A709-959D97EA9FE5}">
      <dgm:prSet phldrT="[Text]"/>
      <dgm:spPr/>
      <dgm:t>
        <a:bodyPr/>
        <a:lstStyle/>
        <a:p>
          <a:r>
            <a:rPr lang="en-US"/>
            <a:t>Some text here</a:t>
          </a:r>
          <a:endParaRPr lang="en-US" dirty="0"/>
        </a:p>
      </dgm:t>
    </dgm:pt>
    <dgm:pt modelId="{BCA8D018-4FBF-4EC0-A8A7-2E733ECB7259}" type="parTrans" cxnId="{BC910C61-D6EF-4F01-BD12-BAC0DF60C0B1}">
      <dgm:prSet/>
      <dgm:spPr/>
      <dgm:t>
        <a:bodyPr/>
        <a:lstStyle/>
        <a:p>
          <a:endParaRPr lang="en-US"/>
        </a:p>
      </dgm:t>
    </dgm:pt>
    <dgm:pt modelId="{32702446-735B-4332-BAF3-71D165AF690E}" type="sibTrans" cxnId="{BC910C61-D6EF-4F01-BD12-BAC0DF60C0B1}">
      <dgm:prSet/>
      <dgm:spPr/>
      <dgm:t>
        <a:bodyPr/>
        <a:lstStyle/>
        <a:p>
          <a:endParaRPr lang="en-US"/>
        </a:p>
      </dgm:t>
    </dgm:pt>
    <dgm:pt modelId="{ABF7AEC2-9455-402B-B978-4CD87A3A0B60}" type="pres">
      <dgm:prSet presAssocID="{B9C32B05-62EA-407A-B21C-2310C7945705}" presName="Name0" presStyleCnt="0">
        <dgm:presLayoutVars>
          <dgm:dir/>
          <dgm:resizeHandles val="exact"/>
        </dgm:presLayoutVars>
      </dgm:prSet>
      <dgm:spPr/>
    </dgm:pt>
    <dgm:pt modelId="{9FC5FB4D-BCD2-4ED8-AEDD-BCAE3BE930BC}" type="pres">
      <dgm:prSet presAssocID="{B9C32B05-62EA-407A-B21C-2310C7945705}" presName="fgShape" presStyleLbl="fgShp" presStyleIdx="0" presStyleCnt="1"/>
      <dgm:spPr/>
    </dgm:pt>
    <dgm:pt modelId="{301F34D6-1506-4399-82A5-40B52C61A29F}" type="pres">
      <dgm:prSet presAssocID="{B9C32B05-62EA-407A-B21C-2310C7945705}" presName="linComp" presStyleCnt="0"/>
      <dgm:spPr/>
    </dgm:pt>
    <dgm:pt modelId="{D33308C0-CF54-49C7-BCFD-2D84CFDF380D}" type="pres">
      <dgm:prSet presAssocID="{42D71409-67F9-455C-8C6D-716D284AAA6B}" presName="compNode" presStyleCnt="0"/>
      <dgm:spPr/>
    </dgm:pt>
    <dgm:pt modelId="{2CDEA8B3-4A4C-4D2A-BB89-909F542EAF96}" type="pres">
      <dgm:prSet presAssocID="{42D71409-67F9-455C-8C6D-716D284AAA6B}" presName="bkgdShape" presStyleLbl="node1" presStyleIdx="0" presStyleCnt="5"/>
      <dgm:spPr/>
    </dgm:pt>
    <dgm:pt modelId="{282D6346-FEB1-497A-A7D4-74CD35430204}" type="pres">
      <dgm:prSet presAssocID="{42D71409-67F9-455C-8C6D-716D284AAA6B}" presName="nodeTx" presStyleLbl="node1" presStyleIdx="0" presStyleCnt="5">
        <dgm:presLayoutVars>
          <dgm:bulletEnabled val="1"/>
        </dgm:presLayoutVars>
      </dgm:prSet>
      <dgm:spPr/>
    </dgm:pt>
    <dgm:pt modelId="{77E1DE6F-F434-4A71-A35A-A4BA0E87A4C2}" type="pres">
      <dgm:prSet presAssocID="{42D71409-67F9-455C-8C6D-716D284AAA6B}" presName="invisiNode" presStyleLbl="node1" presStyleIdx="0" presStyleCnt="5"/>
      <dgm:spPr/>
    </dgm:pt>
    <dgm:pt modelId="{EB95469C-7057-4B5C-8C40-531788F76AD9}" type="pres">
      <dgm:prSet presAssocID="{42D71409-67F9-455C-8C6D-716D284AAA6B}" presName="imagNode" presStyleLbl="fgImgPlace1" presStyleIdx="0" presStyleCnt="5"/>
      <dgm:spPr/>
    </dgm:pt>
    <dgm:pt modelId="{EEC1E8A7-C6A8-45EA-992A-D1E89061284B}" type="pres">
      <dgm:prSet presAssocID="{478B7D3C-9FB4-4BC6-90AC-49960560DECD}" presName="sibTrans" presStyleLbl="sibTrans2D1" presStyleIdx="0" presStyleCnt="0"/>
      <dgm:spPr/>
    </dgm:pt>
    <dgm:pt modelId="{6E64CE86-CCB5-475C-B2A1-DCDA48D31436}" type="pres">
      <dgm:prSet presAssocID="{F66099B6-DBBD-4AB0-82D2-877B80F846F7}" presName="compNode" presStyleCnt="0"/>
      <dgm:spPr/>
    </dgm:pt>
    <dgm:pt modelId="{E14A7ACF-3A90-4555-91E4-403BD1095C5C}" type="pres">
      <dgm:prSet presAssocID="{F66099B6-DBBD-4AB0-82D2-877B80F846F7}" presName="bkgdShape" presStyleLbl="node1" presStyleIdx="1" presStyleCnt="5"/>
      <dgm:spPr/>
    </dgm:pt>
    <dgm:pt modelId="{08995890-0E56-4C61-80D6-F0A1ED4E3B58}" type="pres">
      <dgm:prSet presAssocID="{F66099B6-DBBD-4AB0-82D2-877B80F846F7}" presName="nodeTx" presStyleLbl="node1" presStyleIdx="1" presStyleCnt="5">
        <dgm:presLayoutVars>
          <dgm:bulletEnabled val="1"/>
        </dgm:presLayoutVars>
      </dgm:prSet>
      <dgm:spPr/>
    </dgm:pt>
    <dgm:pt modelId="{5A7C09DF-B4BE-48A6-95F5-EF817C071484}" type="pres">
      <dgm:prSet presAssocID="{F66099B6-DBBD-4AB0-82D2-877B80F846F7}" presName="invisiNode" presStyleLbl="node1" presStyleIdx="1" presStyleCnt="5"/>
      <dgm:spPr/>
    </dgm:pt>
    <dgm:pt modelId="{C4833423-7EC3-4C51-A87B-D15B3679E084}" type="pres">
      <dgm:prSet presAssocID="{F66099B6-DBBD-4AB0-82D2-877B80F846F7}" presName="imagNode" presStyleLbl="fgImgPlace1" presStyleIdx="1" presStyleCnt="5"/>
      <dgm:spPr/>
    </dgm:pt>
    <dgm:pt modelId="{74A7E5FA-C98C-4814-9B08-8BB65B1E5D63}" type="pres">
      <dgm:prSet presAssocID="{BC531B32-9B0E-482E-BF91-65C61F17168D}" presName="sibTrans" presStyleLbl="sibTrans2D1" presStyleIdx="0" presStyleCnt="0"/>
      <dgm:spPr/>
    </dgm:pt>
    <dgm:pt modelId="{B485878D-A9E7-4D26-96F9-50532D769B0A}" type="pres">
      <dgm:prSet presAssocID="{EE62A4F6-4AC4-435B-990E-81A71CE8CAC7}" presName="compNode" presStyleCnt="0"/>
      <dgm:spPr/>
    </dgm:pt>
    <dgm:pt modelId="{C3F99AA2-DEBD-47CB-AB79-3036D11247D6}" type="pres">
      <dgm:prSet presAssocID="{EE62A4F6-4AC4-435B-990E-81A71CE8CAC7}" presName="bkgdShape" presStyleLbl="node1" presStyleIdx="2" presStyleCnt="5"/>
      <dgm:spPr/>
    </dgm:pt>
    <dgm:pt modelId="{E41F0031-2F3B-411F-86BA-DF29C04C0966}" type="pres">
      <dgm:prSet presAssocID="{EE62A4F6-4AC4-435B-990E-81A71CE8CAC7}" presName="nodeTx" presStyleLbl="node1" presStyleIdx="2" presStyleCnt="5">
        <dgm:presLayoutVars>
          <dgm:bulletEnabled val="1"/>
        </dgm:presLayoutVars>
      </dgm:prSet>
      <dgm:spPr/>
    </dgm:pt>
    <dgm:pt modelId="{6F959D8E-E27B-45BE-8EAE-EECC30F4963A}" type="pres">
      <dgm:prSet presAssocID="{EE62A4F6-4AC4-435B-990E-81A71CE8CAC7}" presName="invisiNode" presStyleLbl="node1" presStyleIdx="2" presStyleCnt="5"/>
      <dgm:spPr/>
    </dgm:pt>
    <dgm:pt modelId="{79888659-AF49-4DC4-B3C0-C33B0AAAF85D}" type="pres">
      <dgm:prSet presAssocID="{EE62A4F6-4AC4-435B-990E-81A71CE8CAC7}" presName="imagNode" presStyleLbl="fgImgPlace1" presStyleIdx="2" presStyleCnt="5"/>
      <dgm:spPr/>
    </dgm:pt>
    <dgm:pt modelId="{2C5CEB8B-2745-4664-A158-A0C46C015EF1}" type="pres">
      <dgm:prSet presAssocID="{389F9A93-0231-4877-8C41-5D5B8DD7AAC0}" presName="sibTrans" presStyleLbl="sibTrans2D1" presStyleIdx="0" presStyleCnt="0"/>
      <dgm:spPr/>
    </dgm:pt>
    <dgm:pt modelId="{FDD529D2-1F6E-41CC-8A4F-F6D30CEDAB25}" type="pres">
      <dgm:prSet presAssocID="{B6D9DE15-697B-42C2-B6A1-CE31260EED93}" presName="compNode" presStyleCnt="0"/>
      <dgm:spPr/>
    </dgm:pt>
    <dgm:pt modelId="{20B002E9-1E2B-4E89-B9B4-ECC20230F333}" type="pres">
      <dgm:prSet presAssocID="{B6D9DE15-697B-42C2-B6A1-CE31260EED93}" presName="bkgdShape" presStyleLbl="node1" presStyleIdx="3" presStyleCnt="5"/>
      <dgm:spPr/>
    </dgm:pt>
    <dgm:pt modelId="{053BA712-3399-44E2-A66A-75EF9C1F4C79}" type="pres">
      <dgm:prSet presAssocID="{B6D9DE15-697B-42C2-B6A1-CE31260EED93}" presName="nodeTx" presStyleLbl="node1" presStyleIdx="3" presStyleCnt="5">
        <dgm:presLayoutVars>
          <dgm:bulletEnabled val="1"/>
        </dgm:presLayoutVars>
      </dgm:prSet>
      <dgm:spPr/>
    </dgm:pt>
    <dgm:pt modelId="{2931CD2E-1261-4C07-A7A7-D3A45CF61A39}" type="pres">
      <dgm:prSet presAssocID="{B6D9DE15-697B-42C2-B6A1-CE31260EED93}" presName="invisiNode" presStyleLbl="node1" presStyleIdx="3" presStyleCnt="5"/>
      <dgm:spPr/>
    </dgm:pt>
    <dgm:pt modelId="{25F0EADA-4821-451A-85D3-43BCEB15FFD4}" type="pres">
      <dgm:prSet presAssocID="{B6D9DE15-697B-42C2-B6A1-CE31260EED93}" presName="imagNode" presStyleLbl="fgImgPlace1" presStyleIdx="3" presStyleCnt="5"/>
      <dgm:spPr/>
    </dgm:pt>
    <dgm:pt modelId="{0649064A-48CA-4920-BA77-0583C2565E59}" type="pres">
      <dgm:prSet presAssocID="{B605B681-1ACB-4650-8600-F9223ABDDC16}" presName="sibTrans" presStyleLbl="sibTrans2D1" presStyleIdx="0" presStyleCnt="0"/>
      <dgm:spPr/>
    </dgm:pt>
    <dgm:pt modelId="{58E601CE-A767-41C5-8368-40C555FBA8B7}" type="pres">
      <dgm:prSet presAssocID="{244CE93D-3CE9-480A-BC40-D5795AE4CC61}" presName="compNode" presStyleCnt="0"/>
      <dgm:spPr/>
    </dgm:pt>
    <dgm:pt modelId="{C642B738-A3A8-4F6A-86A2-5E350F949977}" type="pres">
      <dgm:prSet presAssocID="{244CE93D-3CE9-480A-BC40-D5795AE4CC61}" presName="bkgdShape" presStyleLbl="node1" presStyleIdx="4" presStyleCnt="5"/>
      <dgm:spPr/>
    </dgm:pt>
    <dgm:pt modelId="{0DBDD025-CD40-436F-9002-ECE280705330}" type="pres">
      <dgm:prSet presAssocID="{244CE93D-3CE9-480A-BC40-D5795AE4CC61}" presName="nodeTx" presStyleLbl="node1" presStyleIdx="4" presStyleCnt="5">
        <dgm:presLayoutVars>
          <dgm:bulletEnabled val="1"/>
        </dgm:presLayoutVars>
      </dgm:prSet>
      <dgm:spPr/>
    </dgm:pt>
    <dgm:pt modelId="{263C0827-D58B-4E9D-AF15-93BE8A8B99E9}" type="pres">
      <dgm:prSet presAssocID="{244CE93D-3CE9-480A-BC40-D5795AE4CC61}" presName="invisiNode" presStyleLbl="node1" presStyleIdx="4" presStyleCnt="5"/>
      <dgm:spPr/>
    </dgm:pt>
    <dgm:pt modelId="{8528A45A-76F5-46E2-8CCD-E414DF6709AA}" type="pres">
      <dgm:prSet presAssocID="{244CE93D-3CE9-480A-BC40-D5795AE4CC61}" presName="imagNode" presStyleLbl="fgImgPlace1" presStyleIdx="4" presStyleCnt="5"/>
      <dgm:spPr/>
    </dgm:pt>
  </dgm:ptLst>
  <dgm:cxnLst>
    <dgm:cxn modelId="{C259190C-8927-4FD0-B9AF-E0B2BD8A8B54}" type="presOf" srcId="{478B7D3C-9FB4-4BC6-90AC-49960560DECD}" destId="{EEC1E8A7-C6A8-45EA-992A-D1E89061284B}" srcOrd="0" destOrd="0" presId="urn:microsoft.com/office/officeart/2005/8/layout/hList7"/>
    <dgm:cxn modelId="{6CDC0311-96FD-4552-B17B-0C6EF2DF6EC9}" type="presOf" srcId="{B6D9DE15-697B-42C2-B6A1-CE31260EED93}" destId="{20B002E9-1E2B-4E89-B9B4-ECC20230F333}" srcOrd="0" destOrd="0" presId="urn:microsoft.com/office/officeart/2005/8/layout/hList7"/>
    <dgm:cxn modelId="{3E839A14-26B9-48B4-A4CB-8F443467A0C6}" type="presOf" srcId="{244CE93D-3CE9-480A-BC40-D5795AE4CC61}" destId="{0DBDD025-CD40-436F-9002-ECE280705330}" srcOrd="1" destOrd="0" presId="urn:microsoft.com/office/officeart/2005/8/layout/hList7"/>
    <dgm:cxn modelId="{3FBDA017-0248-443C-9338-9ED6C5FECF78}" type="presOf" srcId="{8EA7219F-BDB2-48EB-9EEB-3133522D132E}" destId="{2CDEA8B3-4A4C-4D2A-BB89-909F542EAF96}" srcOrd="0" destOrd="1" presId="urn:microsoft.com/office/officeart/2005/8/layout/hList7"/>
    <dgm:cxn modelId="{D5308819-40ED-4207-BD7D-594F5723E67C}" type="presOf" srcId="{D416A02A-0A88-4E36-B734-A21335A8DD2D}" destId="{E41F0031-2F3B-411F-86BA-DF29C04C0966}" srcOrd="1" destOrd="2" presId="urn:microsoft.com/office/officeart/2005/8/layout/hList7"/>
    <dgm:cxn modelId="{2AA9C11F-1F1D-428E-801A-47EAA766C99D}" srcId="{B9C32B05-62EA-407A-B21C-2310C7945705}" destId="{42D71409-67F9-455C-8C6D-716D284AAA6B}" srcOrd="0" destOrd="0" parTransId="{51680ED1-AF6E-4B28-AE94-92B0EFB0DF7D}" sibTransId="{478B7D3C-9FB4-4BC6-90AC-49960560DECD}"/>
    <dgm:cxn modelId="{72A77028-8958-4E2B-A0BB-4D177A784369}" type="presOf" srcId="{42D71409-67F9-455C-8C6D-716D284AAA6B}" destId="{282D6346-FEB1-497A-A7D4-74CD35430204}" srcOrd="1" destOrd="0" presId="urn:microsoft.com/office/officeart/2005/8/layout/hList7"/>
    <dgm:cxn modelId="{76844730-44AC-411D-9897-50A3880F2F6F}" type="presOf" srcId="{FCDCB472-5D0D-441E-9A63-91F48E5C3B9A}" destId="{C642B738-A3A8-4F6A-86A2-5E350F949977}" srcOrd="0" destOrd="1" presId="urn:microsoft.com/office/officeart/2005/8/layout/hList7"/>
    <dgm:cxn modelId="{B4F3EA32-CE64-4A92-9BAE-BC57E5392B05}" srcId="{B9C32B05-62EA-407A-B21C-2310C7945705}" destId="{F66099B6-DBBD-4AB0-82D2-877B80F846F7}" srcOrd="1" destOrd="0" parTransId="{B09C8BFB-F41C-4AC4-AB94-F216E3081C2D}" sibTransId="{BC531B32-9B0E-482E-BF91-65C61F17168D}"/>
    <dgm:cxn modelId="{3CDF2334-EB9C-4D2A-9F8B-85FB302ECC2D}" type="presOf" srcId="{D96BD766-7A45-44C2-B6DC-068AE128BF44}" destId="{053BA712-3399-44E2-A66A-75EF9C1F4C79}" srcOrd="1" destOrd="2" presId="urn:microsoft.com/office/officeart/2005/8/layout/hList7"/>
    <dgm:cxn modelId="{35013F34-57BC-4E3C-A003-07C0E49926DB}" srcId="{F66099B6-DBBD-4AB0-82D2-877B80F846F7}" destId="{BE788BF5-FE9F-4C7D-A1CD-9232D7860179}" srcOrd="1" destOrd="0" parTransId="{963A52CB-C772-45F2-8A30-8ABA6B14D3CE}" sibTransId="{88191C5E-55BA-42F2-B842-FC86CBBADC0F}"/>
    <dgm:cxn modelId="{C7E88635-F331-4F25-87CF-D04613D3E2BE}" type="presOf" srcId="{D96BD766-7A45-44C2-B6DC-068AE128BF44}" destId="{20B002E9-1E2B-4E89-B9B4-ECC20230F333}" srcOrd="0" destOrd="2" presId="urn:microsoft.com/office/officeart/2005/8/layout/hList7"/>
    <dgm:cxn modelId="{15A42F3F-004B-47F3-853F-A9197913FD07}" type="presOf" srcId="{D416A02A-0A88-4E36-B734-A21335A8DD2D}" destId="{C3F99AA2-DEBD-47CB-AB79-3036D11247D6}" srcOrd="0" destOrd="2" presId="urn:microsoft.com/office/officeart/2005/8/layout/hList7"/>
    <dgm:cxn modelId="{BC910C61-D6EF-4F01-BD12-BAC0DF60C0B1}" srcId="{244CE93D-3CE9-480A-BC40-D5795AE4CC61}" destId="{CBD3BD06-5B52-457B-A709-959D97EA9FE5}" srcOrd="1" destOrd="0" parTransId="{BCA8D018-4FBF-4EC0-A8A7-2E733ECB7259}" sibTransId="{32702446-735B-4332-BAF3-71D165AF690E}"/>
    <dgm:cxn modelId="{8C1D4642-9F79-4FD1-8F99-FF982879B07A}" type="presOf" srcId="{B9C32B05-62EA-407A-B21C-2310C7945705}" destId="{ABF7AEC2-9455-402B-B978-4CD87A3A0B60}" srcOrd="0" destOrd="0" presId="urn:microsoft.com/office/officeart/2005/8/layout/hList7"/>
    <dgm:cxn modelId="{5952486E-35F3-49FA-A3DD-D6AA0E962B2F}" type="presOf" srcId="{DDCF078C-D429-4F3D-A86A-601C37333F0E}" destId="{E41F0031-2F3B-411F-86BA-DF29C04C0966}" srcOrd="1" destOrd="1" presId="urn:microsoft.com/office/officeart/2005/8/layout/hList7"/>
    <dgm:cxn modelId="{DA9CF44F-730B-4E0C-ACD4-6F38F8B91163}" type="presOf" srcId="{B605B681-1ACB-4650-8600-F9223ABDDC16}" destId="{0649064A-48CA-4920-BA77-0583C2565E59}" srcOrd="0" destOrd="0" presId="urn:microsoft.com/office/officeart/2005/8/layout/hList7"/>
    <dgm:cxn modelId="{676B5076-9625-4A6E-8192-C9B9EC12D629}" type="presOf" srcId="{BE788BF5-FE9F-4C7D-A1CD-9232D7860179}" destId="{E14A7ACF-3A90-4555-91E4-403BD1095C5C}" srcOrd="0" destOrd="2" presId="urn:microsoft.com/office/officeart/2005/8/layout/hList7"/>
    <dgm:cxn modelId="{9297B758-321A-446B-B573-9DD49394BBFC}" type="presOf" srcId="{BC531B32-9B0E-482E-BF91-65C61F17168D}" destId="{74A7E5FA-C98C-4814-9B08-8BB65B1E5D63}" srcOrd="0" destOrd="0" presId="urn:microsoft.com/office/officeart/2005/8/layout/hList7"/>
    <dgm:cxn modelId="{DD30627E-5211-4851-A600-8C899E888D7A}" type="presOf" srcId="{244CE93D-3CE9-480A-BC40-D5795AE4CC61}" destId="{C642B738-A3A8-4F6A-86A2-5E350F949977}" srcOrd="0" destOrd="0" presId="urn:microsoft.com/office/officeart/2005/8/layout/hList7"/>
    <dgm:cxn modelId="{2DC24386-BC50-4BAB-8571-16CB10C2603C}" srcId="{F66099B6-DBBD-4AB0-82D2-877B80F846F7}" destId="{6CF284C3-4A70-4432-8F33-E75A802B3330}" srcOrd="0" destOrd="0" parTransId="{044831E6-2FC9-4DDA-81FB-5FA418568D07}" sibTransId="{CD50B82D-84BB-4747-B282-ABB339EBA294}"/>
    <dgm:cxn modelId="{FADCD186-6EF3-406D-A545-75170362CF3D}" type="presOf" srcId="{B6D9DE15-697B-42C2-B6A1-CE31260EED93}" destId="{053BA712-3399-44E2-A66A-75EF9C1F4C79}" srcOrd="1" destOrd="0" presId="urn:microsoft.com/office/officeart/2005/8/layout/hList7"/>
    <dgm:cxn modelId="{7967DC8A-7892-48C8-90BE-13ED05010C6C}" type="presOf" srcId="{8EA7219F-BDB2-48EB-9EEB-3133522D132E}" destId="{282D6346-FEB1-497A-A7D4-74CD35430204}" srcOrd="1" destOrd="1" presId="urn:microsoft.com/office/officeart/2005/8/layout/hList7"/>
    <dgm:cxn modelId="{DF985B8E-7640-4337-A6E4-6F8D5BEB6844}" type="presOf" srcId="{3AF880A5-0F00-4315-A5DF-1FE656798601}" destId="{2CDEA8B3-4A4C-4D2A-BB89-909F542EAF96}" srcOrd="0" destOrd="2" presId="urn:microsoft.com/office/officeart/2005/8/layout/hList7"/>
    <dgm:cxn modelId="{438C968F-6FFB-4B3C-96F9-28B94230629C}" type="presOf" srcId="{6CF284C3-4A70-4432-8F33-E75A802B3330}" destId="{08995890-0E56-4C61-80D6-F0A1ED4E3B58}" srcOrd="1" destOrd="1" presId="urn:microsoft.com/office/officeart/2005/8/layout/hList7"/>
    <dgm:cxn modelId="{060D8C93-6275-4E50-9A9E-1192E7DA2C7E}" type="presOf" srcId="{F66099B6-DBBD-4AB0-82D2-877B80F846F7}" destId="{08995890-0E56-4C61-80D6-F0A1ED4E3B58}" srcOrd="1" destOrd="0" presId="urn:microsoft.com/office/officeart/2005/8/layout/hList7"/>
    <dgm:cxn modelId="{4E67B093-F177-4396-8BBD-15126B5E9C9C}" type="presOf" srcId="{0175455E-C54B-45D4-9F64-0589EB6B3316}" destId="{053BA712-3399-44E2-A66A-75EF9C1F4C79}" srcOrd="1" destOrd="1" presId="urn:microsoft.com/office/officeart/2005/8/layout/hList7"/>
    <dgm:cxn modelId="{C063F998-5BE5-4CD5-B5A1-BD680AAE1EDE}" type="presOf" srcId="{42D71409-67F9-455C-8C6D-716D284AAA6B}" destId="{2CDEA8B3-4A4C-4D2A-BB89-909F542EAF96}" srcOrd="0" destOrd="0" presId="urn:microsoft.com/office/officeart/2005/8/layout/hList7"/>
    <dgm:cxn modelId="{A8DB1F9F-8C0D-44C6-B0CF-E185E4743C27}" srcId="{B6D9DE15-697B-42C2-B6A1-CE31260EED93}" destId="{D96BD766-7A45-44C2-B6DC-068AE128BF44}" srcOrd="1" destOrd="0" parTransId="{1723986A-39AC-4737-B675-843E1268E3F0}" sibTransId="{053D2587-FEB8-41DF-8458-0B353CDF3513}"/>
    <dgm:cxn modelId="{1243C8A6-12A6-4AD2-949E-0356F20E887E}" type="presOf" srcId="{CBD3BD06-5B52-457B-A709-959D97EA9FE5}" destId="{0DBDD025-CD40-436F-9002-ECE280705330}" srcOrd="1" destOrd="2" presId="urn:microsoft.com/office/officeart/2005/8/layout/hList7"/>
    <dgm:cxn modelId="{3A2CECA6-0C5B-46BB-B7C6-7D37E9D210BD}" srcId="{B9C32B05-62EA-407A-B21C-2310C7945705}" destId="{EE62A4F6-4AC4-435B-990E-81A71CE8CAC7}" srcOrd="2" destOrd="0" parTransId="{F287B947-7343-4FA2-B288-B23A59FFAE31}" sibTransId="{389F9A93-0231-4877-8C41-5D5B8DD7AAC0}"/>
    <dgm:cxn modelId="{10BE47A7-C5DB-4CCF-9F1A-173596986240}" type="presOf" srcId="{0175455E-C54B-45D4-9F64-0589EB6B3316}" destId="{20B002E9-1E2B-4E89-B9B4-ECC20230F333}" srcOrd="0" destOrd="1" presId="urn:microsoft.com/office/officeart/2005/8/layout/hList7"/>
    <dgm:cxn modelId="{354501AE-FC76-4653-B820-EA1F40C3FA5B}" type="presOf" srcId="{EE62A4F6-4AC4-435B-990E-81A71CE8CAC7}" destId="{E41F0031-2F3B-411F-86BA-DF29C04C0966}" srcOrd="1" destOrd="0" presId="urn:microsoft.com/office/officeart/2005/8/layout/hList7"/>
    <dgm:cxn modelId="{40513FB0-F94C-499F-9A0B-9E0341D0A0C2}" srcId="{B9C32B05-62EA-407A-B21C-2310C7945705}" destId="{B6D9DE15-697B-42C2-B6A1-CE31260EED93}" srcOrd="3" destOrd="0" parTransId="{EAC9FC21-5112-4CCF-8070-06ED15ED24ED}" sibTransId="{B605B681-1ACB-4650-8600-F9223ABDDC16}"/>
    <dgm:cxn modelId="{B8E83EB3-0FBB-45C0-9685-C9AE16EC52EE}" type="presOf" srcId="{3AF880A5-0F00-4315-A5DF-1FE656798601}" destId="{282D6346-FEB1-497A-A7D4-74CD35430204}" srcOrd="1" destOrd="2" presId="urn:microsoft.com/office/officeart/2005/8/layout/hList7"/>
    <dgm:cxn modelId="{0EEEF7BC-AC88-4F2E-AE02-BC6657D409D8}" type="presOf" srcId="{BE788BF5-FE9F-4C7D-A1CD-9232D7860179}" destId="{08995890-0E56-4C61-80D6-F0A1ED4E3B58}" srcOrd="1" destOrd="2" presId="urn:microsoft.com/office/officeart/2005/8/layout/hList7"/>
    <dgm:cxn modelId="{E555CFC0-456A-41C0-853C-A5C184B6F026}" srcId="{244CE93D-3CE9-480A-BC40-D5795AE4CC61}" destId="{FCDCB472-5D0D-441E-9A63-91F48E5C3B9A}" srcOrd="0" destOrd="0" parTransId="{F183F53E-B9E4-483E-BB59-E567579A1D20}" sibTransId="{88085470-E458-46BB-9028-8CC37AAF17EF}"/>
    <dgm:cxn modelId="{DE35FEC6-05F8-42F2-AE8D-39E95624260A}" type="presOf" srcId="{EE62A4F6-4AC4-435B-990E-81A71CE8CAC7}" destId="{C3F99AA2-DEBD-47CB-AB79-3036D11247D6}" srcOrd="0" destOrd="0" presId="urn:microsoft.com/office/officeart/2005/8/layout/hList7"/>
    <dgm:cxn modelId="{746C65D4-0A32-4610-8B9B-A01592BB40A3}" srcId="{B9C32B05-62EA-407A-B21C-2310C7945705}" destId="{244CE93D-3CE9-480A-BC40-D5795AE4CC61}" srcOrd="4" destOrd="0" parTransId="{B26CFE49-55EC-4B92-8D65-F00D6B48420B}" sibTransId="{AA2C577D-A278-4959-857E-CDA154440386}"/>
    <dgm:cxn modelId="{A649A0D4-A204-4E62-A725-6100251C8A5C}" type="presOf" srcId="{389F9A93-0231-4877-8C41-5D5B8DD7AAC0}" destId="{2C5CEB8B-2745-4664-A158-A0C46C015EF1}" srcOrd="0" destOrd="0" presId="urn:microsoft.com/office/officeart/2005/8/layout/hList7"/>
    <dgm:cxn modelId="{24F8CBE2-5003-4E69-A772-6B98F2B05181}" srcId="{42D71409-67F9-455C-8C6D-716D284AAA6B}" destId="{3AF880A5-0F00-4315-A5DF-1FE656798601}" srcOrd="1" destOrd="0" parTransId="{A13BB1F9-5857-4B43-8BF5-6589AA2CB759}" sibTransId="{C198C41D-2640-4669-83ED-E0CD35701C8E}"/>
    <dgm:cxn modelId="{F5E63DE7-E621-486A-821D-56723B2BF235}" srcId="{EE62A4F6-4AC4-435B-990E-81A71CE8CAC7}" destId="{D416A02A-0A88-4E36-B734-A21335A8DD2D}" srcOrd="1" destOrd="0" parTransId="{FC806BFF-490C-4885-AC46-7E363DD85082}" sibTransId="{D3B5DA4F-29AB-46CB-9796-98FE9606C128}"/>
    <dgm:cxn modelId="{B04084EC-BD8A-4024-A224-5D4FDE35D647}" type="presOf" srcId="{CBD3BD06-5B52-457B-A709-959D97EA9FE5}" destId="{C642B738-A3A8-4F6A-86A2-5E350F949977}" srcOrd="0" destOrd="2" presId="urn:microsoft.com/office/officeart/2005/8/layout/hList7"/>
    <dgm:cxn modelId="{EF6BC1EC-CE51-4886-B487-CEA127FACB78}" type="presOf" srcId="{FCDCB472-5D0D-441E-9A63-91F48E5C3B9A}" destId="{0DBDD025-CD40-436F-9002-ECE280705330}" srcOrd="1" destOrd="1" presId="urn:microsoft.com/office/officeart/2005/8/layout/hList7"/>
    <dgm:cxn modelId="{58AD7EEF-D408-406B-87EE-4691D4C30668}" srcId="{42D71409-67F9-455C-8C6D-716D284AAA6B}" destId="{8EA7219F-BDB2-48EB-9EEB-3133522D132E}" srcOrd="0" destOrd="0" parTransId="{3EE8403A-CB7C-4815-85BD-AEBCAEB71B37}" sibTransId="{C94B7947-85DC-4B21-BB99-DF8438356F98}"/>
    <dgm:cxn modelId="{17E925F1-1A3E-4881-8DBC-BB5E2C9E2584}" type="presOf" srcId="{F66099B6-DBBD-4AB0-82D2-877B80F846F7}" destId="{E14A7ACF-3A90-4555-91E4-403BD1095C5C}" srcOrd="0" destOrd="0" presId="urn:microsoft.com/office/officeart/2005/8/layout/hList7"/>
    <dgm:cxn modelId="{8AAEE6F1-4EAE-4282-8820-42CC8C376F1F}" type="presOf" srcId="{DDCF078C-D429-4F3D-A86A-601C37333F0E}" destId="{C3F99AA2-DEBD-47CB-AB79-3036D11247D6}" srcOrd="0" destOrd="1" presId="urn:microsoft.com/office/officeart/2005/8/layout/hList7"/>
    <dgm:cxn modelId="{8ED196F6-6553-443C-AAB2-40F72E795577}" srcId="{EE62A4F6-4AC4-435B-990E-81A71CE8CAC7}" destId="{DDCF078C-D429-4F3D-A86A-601C37333F0E}" srcOrd="0" destOrd="0" parTransId="{1882E0FC-22B0-4EC0-AFEA-6913C3E42D04}" sibTransId="{E265BFA4-891C-408C-98FC-08B80CC170BD}"/>
    <dgm:cxn modelId="{C8B436FC-B783-46B4-A145-3B3B3DD3B3F9}" srcId="{B6D9DE15-697B-42C2-B6A1-CE31260EED93}" destId="{0175455E-C54B-45D4-9F64-0589EB6B3316}" srcOrd="0" destOrd="0" parTransId="{88BD4BDB-1D85-4113-AFEC-21431AF63D5F}" sibTransId="{814ADA3B-AA89-4AB7-868E-C824585A3ABB}"/>
    <dgm:cxn modelId="{BC2778FF-9FC2-4D6F-962D-B52240C3A8C8}" type="presOf" srcId="{6CF284C3-4A70-4432-8F33-E75A802B3330}" destId="{E14A7ACF-3A90-4555-91E4-403BD1095C5C}" srcOrd="0" destOrd="1" presId="urn:microsoft.com/office/officeart/2005/8/layout/hList7"/>
    <dgm:cxn modelId="{F22295A4-A654-4403-AAF8-44C484CDB878}" type="presParOf" srcId="{ABF7AEC2-9455-402B-B978-4CD87A3A0B60}" destId="{9FC5FB4D-BCD2-4ED8-AEDD-BCAE3BE930BC}" srcOrd="0" destOrd="0" presId="urn:microsoft.com/office/officeart/2005/8/layout/hList7"/>
    <dgm:cxn modelId="{BC032716-D9CA-4B88-B4C5-DD0523665908}" type="presParOf" srcId="{ABF7AEC2-9455-402B-B978-4CD87A3A0B60}" destId="{301F34D6-1506-4399-82A5-40B52C61A29F}" srcOrd="1" destOrd="0" presId="urn:microsoft.com/office/officeart/2005/8/layout/hList7"/>
    <dgm:cxn modelId="{26D31331-5423-486A-94EC-C224763C42E7}" type="presParOf" srcId="{301F34D6-1506-4399-82A5-40B52C61A29F}" destId="{D33308C0-CF54-49C7-BCFD-2D84CFDF380D}" srcOrd="0" destOrd="0" presId="urn:microsoft.com/office/officeart/2005/8/layout/hList7"/>
    <dgm:cxn modelId="{7635642D-19F2-4B11-B76B-7619F6691A19}" type="presParOf" srcId="{D33308C0-CF54-49C7-BCFD-2D84CFDF380D}" destId="{2CDEA8B3-4A4C-4D2A-BB89-909F542EAF96}" srcOrd="0" destOrd="0" presId="urn:microsoft.com/office/officeart/2005/8/layout/hList7"/>
    <dgm:cxn modelId="{954F7559-488C-48F1-9D47-EA0AB1E7E26B}" type="presParOf" srcId="{D33308C0-CF54-49C7-BCFD-2D84CFDF380D}" destId="{282D6346-FEB1-497A-A7D4-74CD35430204}" srcOrd="1" destOrd="0" presId="urn:microsoft.com/office/officeart/2005/8/layout/hList7"/>
    <dgm:cxn modelId="{9F2C5E3C-0A46-4518-B0FB-ECF188741D70}" type="presParOf" srcId="{D33308C0-CF54-49C7-BCFD-2D84CFDF380D}" destId="{77E1DE6F-F434-4A71-A35A-A4BA0E87A4C2}" srcOrd="2" destOrd="0" presId="urn:microsoft.com/office/officeart/2005/8/layout/hList7"/>
    <dgm:cxn modelId="{D84E55A4-058D-4312-9A93-88A425AEED63}" type="presParOf" srcId="{D33308C0-CF54-49C7-BCFD-2D84CFDF380D}" destId="{EB95469C-7057-4B5C-8C40-531788F76AD9}" srcOrd="3" destOrd="0" presId="urn:microsoft.com/office/officeart/2005/8/layout/hList7"/>
    <dgm:cxn modelId="{399358F7-F8EC-4D74-B6EC-CADC00C47EB2}" type="presParOf" srcId="{301F34D6-1506-4399-82A5-40B52C61A29F}" destId="{EEC1E8A7-C6A8-45EA-992A-D1E89061284B}" srcOrd="1" destOrd="0" presId="urn:microsoft.com/office/officeart/2005/8/layout/hList7"/>
    <dgm:cxn modelId="{3B04A0DB-12B8-475C-AA83-B392B46C35DC}" type="presParOf" srcId="{301F34D6-1506-4399-82A5-40B52C61A29F}" destId="{6E64CE86-CCB5-475C-B2A1-DCDA48D31436}" srcOrd="2" destOrd="0" presId="urn:microsoft.com/office/officeart/2005/8/layout/hList7"/>
    <dgm:cxn modelId="{4432EE90-ADA3-4B25-9BFB-E76804CF1822}" type="presParOf" srcId="{6E64CE86-CCB5-475C-B2A1-DCDA48D31436}" destId="{E14A7ACF-3A90-4555-91E4-403BD1095C5C}" srcOrd="0" destOrd="0" presId="urn:microsoft.com/office/officeart/2005/8/layout/hList7"/>
    <dgm:cxn modelId="{37DB7D30-5526-42AA-BDA8-604F96F0FB20}" type="presParOf" srcId="{6E64CE86-CCB5-475C-B2A1-DCDA48D31436}" destId="{08995890-0E56-4C61-80D6-F0A1ED4E3B58}" srcOrd="1" destOrd="0" presId="urn:microsoft.com/office/officeart/2005/8/layout/hList7"/>
    <dgm:cxn modelId="{A3154118-0E0E-4703-AD37-F8B918866513}" type="presParOf" srcId="{6E64CE86-CCB5-475C-B2A1-DCDA48D31436}" destId="{5A7C09DF-B4BE-48A6-95F5-EF817C071484}" srcOrd="2" destOrd="0" presId="urn:microsoft.com/office/officeart/2005/8/layout/hList7"/>
    <dgm:cxn modelId="{E6E591DD-62F7-4D45-8C5A-D066B518231C}" type="presParOf" srcId="{6E64CE86-CCB5-475C-B2A1-DCDA48D31436}" destId="{C4833423-7EC3-4C51-A87B-D15B3679E084}" srcOrd="3" destOrd="0" presId="urn:microsoft.com/office/officeart/2005/8/layout/hList7"/>
    <dgm:cxn modelId="{0D7F084C-8941-4F5F-839D-09084E9054A6}" type="presParOf" srcId="{301F34D6-1506-4399-82A5-40B52C61A29F}" destId="{74A7E5FA-C98C-4814-9B08-8BB65B1E5D63}" srcOrd="3" destOrd="0" presId="urn:microsoft.com/office/officeart/2005/8/layout/hList7"/>
    <dgm:cxn modelId="{722A7D99-3E07-43FC-9F4D-AFDFF35D581A}" type="presParOf" srcId="{301F34D6-1506-4399-82A5-40B52C61A29F}" destId="{B485878D-A9E7-4D26-96F9-50532D769B0A}" srcOrd="4" destOrd="0" presId="urn:microsoft.com/office/officeart/2005/8/layout/hList7"/>
    <dgm:cxn modelId="{370E2857-2FA1-47F4-9747-6E9F62885A90}" type="presParOf" srcId="{B485878D-A9E7-4D26-96F9-50532D769B0A}" destId="{C3F99AA2-DEBD-47CB-AB79-3036D11247D6}" srcOrd="0" destOrd="0" presId="urn:microsoft.com/office/officeart/2005/8/layout/hList7"/>
    <dgm:cxn modelId="{A2A0E2CB-5643-47FF-B1E7-CF18EEA27E10}" type="presParOf" srcId="{B485878D-A9E7-4D26-96F9-50532D769B0A}" destId="{E41F0031-2F3B-411F-86BA-DF29C04C0966}" srcOrd="1" destOrd="0" presId="urn:microsoft.com/office/officeart/2005/8/layout/hList7"/>
    <dgm:cxn modelId="{95BA403F-F5CB-4399-897A-A97462932BE2}" type="presParOf" srcId="{B485878D-A9E7-4D26-96F9-50532D769B0A}" destId="{6F959D8E-E27B-45BE-8EAE-EECC30F4963A}" srcOrd="2" destOrd="0" presId="urn:microsoft.com/office/officeart/2005/8/layout/hList7"/>
    <dgm:cxn modelId="{9D95CBE6-C24C-4D39-8A8A-88B3A74C72A7}" type="presParOf" srcId="{B485878D-A9E7-4D26-96F9-50532D769B0A}" destId="{79888659-AF49-4DC4-B3C0-C33B0AAAF85D}" srcOrd="3" destOrd="0" presId="urn:microsoft.com/office/officeart/2005/8/layout/hList7"/>
    <dgm:cxn modelId="{88322DAC-9D22-41B1-A617-749FFA71CEDA}" type="presParOf" srcId="{301F34D6-1506-4399-82A5-40B52C61A29F}" destId="{2C5CEB8B-2745-4664-A158-A0C46C015EF1}" srcOrd="5" destOrd="0" presId="urn:microsoft.com/office/officeart/2005/8/layout/hList7"/>
    <dgm:cxn modelId="{1824E3DB-E0A0-4540-BB9A-230C2731A158}" type="presParOf" srcId="{301F34D6-1506-4399-82A5-40B52C61A29F}" destId="{FDD529D2-1F6E-41CC-8A4F-F6D30CEDAB25}" srcOrd="6" destOrd="0" presId="urn:microsoft.com/office/officeart/2005/8/layout/hList7"/>
    <dgm:cxn modelId="{A0810DF6-9592-41CA-AE19-7FBB20584F9D}" type="presParOf" srcId="{FDD529D2-1F6E-41CC-8A4F-F6D30CEDAB25}" destId="{20B002E9-1E2B-4E89-B9B4-ECC20230F333}" srcOrd="0" destOrd="0" presId="urn:microsoft.com/office/officeart/2005/8/layout/hList7"/>
    <dgm:cxn modelId="{2BDFC73C-CD50-481D-84E6-63187F2E8325}" type="presParOf" srcId="{FDD529D2-1F6E-41CC-8A4F-F6D30CEDAB25}" destId="{053BA712-3399-44E2-A66A-75EF9C1F4C79}" srcOrd="1" destOrd="0" presId="urn:microsoft.com/office/officeart/2005/8/layout/hList7"/>
    <dgm:cxn modelId="{AF7135A3-14C6-4D16-9063-394102F6FE66}" type="presParOf" srcId="{FDD529D2-1F6E-41CC-8A4F-F6D30CEDAB25}" destId="{2931CD2E-1261-4C07-A7A7-D3A45CF61A39}" srcOrd="2" destOrd="0" presId="urn:microsoft.com/office/officeart/2005/8/layout/hList7"/>
    <dgm:cxn modelId="{753F470A-2C2C-41A7-921B-62D3C0456923}" type="presParOf" srcId="{FDD529D2-1F6E-41CC-8A4F-F6D30CEDAB25}" destId="{25F0EADA-4821-451A-85D3-43BCEB15FFD4}" srcOrd="3" destOrd="0" presId="urn:microsoft.com/office/officeart/2005/8/layout/hList7"/>
    <dgm:cxn modelId="{004B2911-19C8-4112-8A41-6F15607295BB}" type="presParOf" srcId="{301F34D6-1506-4399-82A5-40B52C61A29F}" destId="{0649064A-48CA-4920-BA77-0583C2565E59}" srcOrd="7" destOrd="0" presId="urn:microsoft.com/office/officeart/2005/8/layout/hList7"/>
    <dgm:cxn modelId="{3C6CCBC4-99BC-4701-9591-928ED358A562}" type="presParOf" srcId="{301F34D6-1506-4399-82A5-40B52C61A29F}" destId="{58E601CE-A767-41C5-8368-40C555FBA8B7}" srcOrd="8" destOrd="0" presId="urn:microsoft.com/office/officeart/2005/8/layout/hList7"/>
    <dgm:cxn modelId="{1C7BBDDF-792C-4526-91DB-077415EEC77C}" type="presParOf" srcId="{58E601CE-A767-41C5-8368-40C555FBA8B7}" destId="{C642B738-A3A8-4F6A-86A2-5E350F949977}" srcOrd="0" destOrd="0" presId="urn:microsoft.com/office/officeart/2005/8/layout/hList7"/>
    <dgm:cxn modelId="{ED92A2FB-5AD2-45FE-ACDA-3D952AE75184}" type="presParOf" srcId="{58E601CE-A767-41C5-8368-40C555FBA8B7}" destId="{0DBDD025-CD40-436F-9002-ECE280705330}" srcOrd="1" destOrd="0" presId="urn:microsoft.com/office/officeart/2005/8/layout/hList7"/>
    <dgm:cxn modelId="{FEE2D107-DEAC-4DCE-BB6B-F366943B08CA}" type="presParOf" srcId="{58E601CE-A767-41C5-8368-40C555FBA8B7}" destId="{263C0827-D58B-4E9D-AF15-93BE8A8B99E9}" srcOrd="2" destOrd="0" presId="urn:microsoft.com/office/officeart/2005/8/layout/hList7"/>
    <dgm:cxn modelId="{946440ED-4D5E-45EF-AF5F-ACC26A334BB2}" type="presParOf" srcId="{58E601CE-A767-41C5-8368-40C555FBA8B7}" destId="{8528A45A-76F5-46E2-8CCD-E414DF6709AA}" srcOrd="3" destOrd="0" presId="urn:microsoft.com/office/officeart/2005/8/layout/hList7"/>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26.xml><?xml version="1.0" encoding="utf-8"?>
<dgm:dataModel xmlns:dgm="http://schemas.openxmlformats.org/drawingml/2006/diagram" xmlns:a="http://schemas.openxmlformats.org/drawingml/2006/main">
  <dgm:ptLst>
    <dgm:pt modelId="{B9C32B05-62EA-407A-B21C-2310C7945705}" type="doc">
      <dgm:prSet loTypeId="urn:microsoft.com/office/officeart/2008/layout/PictureStrips" loCatId="picture" qsTypeId="urn:microsoft.com/office/officeart/2005/8/quickstyle/simple4" qsCatId="simple" csTypeId="urn:microsoft.com/office/officeart/2005/8/colors/colorful1" csCatId="colorful" phldr="1"/>
      <dgm:spPr/>
      <dgm:t>
        <a:bodyPr/>
        <a:lstStyle/>
        <a:p>
          <a:endParaRPr lang="en-US"/>
        </a:p>
      </dgm:t>
    </dgm:pt>
    <dgm:pt modelId="{8EA7219F-BDB2-48EB-9EEB-3133522D132E}">
      <dgm:prSet phldrT="[Text]"/>
      <dgm:spPr/>
      <dgm:t>
        <a:bodyPr/>
        <a:lstStyle/>
        <a:p>
          <a:r>
            <a:rPr lang="en-US" dirty="0">
              <a:solidFill>
                <a:schemeClr val="tx2"/>
              </a:solidFill>
            </a:rPr>
            <a:t>Lorem Ipsum</a:t>
          </a:r>
        </a:p>
      </dgm:t>
    </dgm:pt>
    <dgm:pt modelId="{3EE8403A-CB7C-4815-85BD-AEBCAEB71B37}" type="parTrans" cxnId="{58AD7EEF-D408-406B-87EE-4691D4C30668}">
      <dgm:prSet/>
      <dgm:spPr/>
      <dgm:t>
        <a:bodyPr/>
        <a:lstStyle/>
        <a:p>
          <a:endParaRPr lang="en-US">
            <a:solidFill>
              <a:schemeClr val="tx2"/>
            </a:solidFill>
          </a:endParaRPr>
        </a:p>
      </dgm:t>
    </dgm:pt>
    <dgm:pt modelId="{C94B7947-85DC-4B21-BB99-DF8438356F98}" type="sibTrans" cxnId="{58AD7EEF-D408-406B-87EE-4691D4C30668}">
      <dgm:prSet/>
      <dgm:spPr/>
      <dgm:t>
        <a:bodyPr/>
        <a:lstStyle/>
        <a:p>
          <a:endParaRPr lang="en-US">
            <a:solidFill>
              <a:schemeClr val="tx2"/>
            </a:solidFill>
          </a:endParaRPr>
        </a:p>
      </dgm:t>
    </dgm:pt>
    <dgm:pt modelId="{F3FA86F7-575E-4FDD-B637-1D7276F725A4}">
      <dgm:prSet phldrT="[Text]"/>
      <dgm:spPr/>
      <dgm:t>
        <a:bodyPr/>
        <a:lstStyle/>
        <a:p>
          <a:r>
            <a:rPr lang="en-US" dirty="0">
              <a:solidFill>
                <a:schemeClr val="tx2"/>
              </a:solidFill>
            </a:rPr>
            <a:t>Lorem Ipsum</a:t>
          </a:r>
        </a:p>
      </dgm:t>
    </dgm:pt>
    <dgm:pt modelId="{192CD16B-FA85-49AB-96EA-80094BA41ED5}" type="parTrans" cxnId="{B38DB338-3B1E-4324-A45E-8025E9D81450}">
      <dgm:prSet/>
      <dgm:spPr/>
      <dgm:t>
        <a:bodyPr/>
        <a:lstStyle/>
        <a:p>
          <a:endParaRPr lang="en-US">
            <a:solidFill>
              <a:schemeClr val="tx2"/>
            </a:solidFill>
          </a:endParaRPr>
        </a:p>
      </dgm:t>
    </dgm:pt>
    <dgm:pt modelId="{BEF45895-E33A-456A-85CE-5D5DFC2CF2C9}" type="sibTrans" cxnId="{B38DB338-3B1E-4324-A45E-8025E9D81450}">
      <dgm:prSet/>
      <dgm:spPr/>
      <dgm:t>
        <a:bodyPr/>
        <a:lstStyle/>
        <a:p>
          <a:endParaRPr lang="en-US">
            <a:solidFill>
              <a:schemeClr val="tx2"/>
            </a:solidFill>
          </a:endParaRPr>
        </a:p>
      </dgm:t>
    </dgm:pt>
    <dgm:pt modelId="{8D3744A8-1883-4930-8E0D-B57E26D003C6}">
      <dgm:prSet phldrT="[Text]"/>
      <dgm:spPr/>
      <dgm:t>
        <a:bodyPr/>
        <a:lstStyle/>
        <a:p>
          <a:r>
            <a:rPr lang="en-US">
              <a:solidFill>
                <a:schemeClr val="tx2"/>
              </a:solidFill>
            </a:rPr>
            <a:t>Lorem Ipsum</a:t>
          </a:r>
          <a:endParaRPr lang="en-US" dirty="0">
            <a:solidFill>
              <a:schemeClr val="tx2"/>
            </a:solidFill>
          </a:endParaRPr>
        </a:p>
      </dgm:t>
    </dgm:pt>
    <dgm:pt modelId="{AC9EAF57-EBF1-4FB7-8ED0-6ECFF59ADE74}" type="parTrans" cxnId="{C8FCCD3C-805E-4A27-964D-25DE1206ADCA}">
      <dgm:prSet/>
      <dgm:spPr/>
      <dgm:t>
        <a:bodyPr/>
        <a:lstStyle/>
        <a:p>
          <a:endParaRPr lang="en-US">
            <a:solidFill>
              <a:schemeClr val="tx2"/>
            </a:solidFill>
          </a:endParaRPr>
        </a:p>
      </dgm:t>
    </dgm:pt>
    <dgm:pt modelId="{D40CF7D9-D0C3-4084-8D2D-359654C28D0F}" type="sibTrans" cxnId="{C8FCCD3C-805E-4A27-964D-25DE1206ADCA}">
      <dgm:prSet/>
      <dgm:spPr/>
      <dgm:t>
        <a:bodyPr/>
        <a:lstStyle/>
        <a:p>
          <a:endParaRPr lang="en-US">
            <a:solidFill>
              <a:schemeClr val="tx2"/>
            </a:solidFill>
          </a:endParaRPr>
        </a:p>
      </dgm:t>
    </dgm:pt>
    <dgm:pt modelId="{BB36F745-62BA-4892-99D7-E4239B0F3843}">
      <dgm:prSet phldrT="[Text]"/>
      <dgm:spPr/>
      <dgm:t>
        <a:bodyPr/>
        <a:lstStyle/>
        <a:p>
          <a:r>
            <a:rPr lang="en-US" dirty="0">
              <a:solidFill>
                <a:schemeClr val="tx2"/>
              </a:solidFill>
            </a:rPr>
            <a:t>Lorem Ipsum</a:t>
          </a:r>
        </a:p>
      </dgm:t>
    </dgm:pt>
    <dgm:pt modelId="{CE269D49-A2E4-44F1-A948-9BE1FE5D6140}" type="parTrans" cxnId="{C96A1F07-338B-48CD-B344-80BE34A6C9DF}">
      <dgm:prSet/>
      <dgm:spPr/>
      <dgm:t>
        <a:bodyPr/>
        <a:lstStyle/>
        <a:p>
          <a:endParaRPr lang="en-US">
            <a:solidFill>
              <a:schemeClr val="tx2"/>
            </a:solidFill>
          </a:endParaRPr>
        </a:p>
      </dgm:t>
    </dgm:pt>
    <dgm:pt modelId="{5CE5B550-A310-4948-9BA1-267AF81C5FA4}" type="sibTrans" cxnId="{C96A1F07-338B-48CD-B344-80BE34A6C9DF}">
      <dgm:prSet/>
      <dgm:spPr/>
      <dgm:t>
        <a:bodyPr/>
        <a:lstStyle/>
        <a:p>
          <a:endParaRPr lang="en-US">
            <a:solidFill>
              <a:schemeClr val="tx2"/>
            </a:solidFill>
          </a:endParaRPr>
        </a:p>
      </dgm:t>
    </dgm:pt>
    <dgm:pt modelId="{C9AAC837-F2B0-40E5-8679-D365145CD32D}">
      <dgm:prSet phldrT="[Text]"/>
      <dgm:spPr/>
      <dgm:t>
        <a:bodyPr/>
        <a:lstStyle/>
        <a:p>
          <a:r>
            <a:rPr lang="en-US" dirty="0">
              <a:solidFill>
                <a:schemeClr val="tx2"/>
              </a:solidFill>
            </a:rPr>
            <a:t>Lorem Ipsum</a:t>
          </a:r>
        </a:p>
      </dgm:t>
    </dgm:pt>
    <dgm:pt modelId="{BF762BC7-3A73-465D-85A6-3BCDF9B94784}" type="parTrans" cxnId="{D2F8513A-5886-4FAB-9494-6D284BD96A29}">
      <dgm:prSet/>
      <dgm:spPr/>
      <dgm:t>
        <a:bodyPr/>
        <a:lstStyle/>
        <a:p>
          <a:endParaRPr lang="en-US">
            <a:solidFill>
              <a:schemeClr val="tx2"/>
            </a:solidFill>
          </a:endParaRPr>
        </a:p>
      </dgm:t>
    </dgm:pt>
    <dgm:pt modelId="{0CEADA81-66C0-4096-BEDE-B88D7687450C}" type="sibTrans" cxnId="{D2F8513A-5886-4FAB-9494-6D284BD96A29}">
      <dgm:prSet/>
      <dgm:spPr/>
      <dgm:t>
        <a:bodyPr/>
        <a:lstStyle/>
        <a:p>
          <a:endParaRPr lang="en-US">
            <a:solidFill>
              <a:schemeClr val="tx2"/>
            </a:solidFill>
          </a:endParaRPr>
        </a:p>
      </dgm:t>
    </dgm:pt>
    <dgm:pt modelId="{A267F940-FA6A-4840-BDD9-7CAACF441861}">
      <dgm:prSet phldrT="[Text]"/>
      <dgm:spPr/>
      <dgm:t>
        <a:bodyPr/>
        <a:lstStyle/>
        <a:p>
          <a:r>
            <a:rPr lang="en-US">
              <a:solidFill>
                <a:schemeClr val="tx2"/>
              </a:solidFill>
            </a:rPr>
            <a:t>Lorem Ipsum</a:t>
          </a:r>
          <a:endParaRPr lang="en-US" dirty="0">
            <a:solidFill>
              <a:schemeClr val="tx2"/>
            </a:solidFill>
          </a:endParaRPr>
        </a:p>
      </dgm:t>
    </dgm:pt>
    <dgm:pt modelId="{DE6C4F38-F93E-4C7C-B9DB-970BCA7D744D}" type="parTrans" cxnId="{1CAFD235-971B-4FC2-9D37-7AAF749F4196}">
      <dgm:prSet/>
      <dgm:spPr/>
      <dgm:t>
        <a:bodyPr/>
        <a:lstStyle/>
        <a:p>
          <a:endParaRPr lang="en-US">
            <a:solidFill>
              <a:schemeClr val="tx2"/>
            </a:solidFill>
          </a:endParaRPr>
        </a:p>
      </dgm:t>
    </dgm:pt>
    <dgm:pt modelId="{2EE757F3-F881-4707-843E-86B0C12EB988}" type="sibTrans" cxnId="{1CAFD235-971B-4FC2-9D37-7AAF749F4196}">
      <dgm:prSet/>
      <dgm:spPr/>
      <dgm:t>
        <a:bodyPr/>
        <a:lstStyle/>
        <a:p>
          <a:endParaRPr lang="en-US">
            <a:solidFill>
              <a:schemeClr val="tx2"/>
            </a:solidFill>
          </a:endParaRPr>
        </a:p>
      </dgm:t>
    </dgm:pt>
    <dgm:pt modelId="{C120AEDA-1B4A-43E6-974B-FD4D64E0AE06}">
      <dgm:prSet phldrT="[Text]"/>
      <dgm:spPr/>
      <dgm:t>
        <a:bodyPr/>
        <a:lstStyle/>
        <a:p>
          <a:r>
            <a:rPr lang="en-US">
              <a:solidFill>
                <a:schemeClr val="tx2"/>
              </a:solidFill>
            </a:rPr>
            <a:t>Lorem Ipsum</a:t>
          </a:r>
          <a:endParaRPr lang="en-US" dirty="0">
            <a:solidFill>
              <a:schemeClr val="tx2"/>
            </a:solidFill>
          </a:endParaRPr>
        </a:p>
      </dgm:t>
    </dgm:pt>
    <dgm:pt modelId="{62BEA4C1-06FC-4349-A156-836E7B9480CC}" type="parTrans" cxnId="{C4EE3E3F-60F0-4FBB-B8ED-64F344AA0C6B}">
      <dgm:prSet/>
      <dgm:spPr/>
      <dgm:t>
        <a:bodyPr/>
        <a:lstStyle/>
        <a:p>
          <a:endParaRPr lang="en-US">
            <a:solidFill>
              <a:schemeClr val="tx2"/>
            </a:solidFill>
          </a:endParaRPr>
        </a:p>
      </dgm:t>
    </dgm:pt>
    <dgm:pt modelId="{9B57686D-D413-4591-AD3A-054D3749173B}" type="sibTrans" cxnId="{C4EE3E3F-60F0-4FBB-B8ED-64F344AA0C6B}">
      <dgm:prSet/>
      <dgm:spPr/>
      <dgm:t>
        <a:bodyPr/>
        <a:lstStyle/>
        <a:p>
          <a:endParaRPr lang="en-US">
            <a:solidFill>
              <a:schemeClr val="tx2"/>
            </a:solidFill>
          </a:endParaRPr>
        </a:p>
      </dgm:t>
    </dgm:pt>
    <dgm:pt modelId="{721A4E6E-FFE0-4505-B10F-6F71641D7D0B}">
      <dgm:prSet phldrT="[Text]"/>
      <dgm:spPr/>
      <dgm:t>
        <a:bodyPr/>
        <a:lstStyle/>
        <a:p>
          <a:r>
            <a:rPr lang="en-US">
              <a:solidFill>
                <a:schemeClr val="tx2"/>
              </a:solidFill>
            </a:rPr>
            <a:t>Lorem Ipsum</a:t>
          </a:r>
          <a:endParaRPr lang="en-US" dirty="0">
            <a:solidFill>
              <a:schemeClr val="tx2"/>
            </a:solidFill>
          </a:endParaRPr>
        </a:p>
      </dgm:t>
    </dgm:pt>
    <dgm:pt modelId="{CC3D162B-11E8-48F8-8842-4E850FDC0750}" type="parTrans" cxnId="{9EFD6643-9E43-45C9-BAA5-0FA958BA0A95}">
      <dgm:prSet/>
      <dgm:spPr/>
      <dgm:t>
        <a:bodyPr/>
        <a:lstStyle/>
        <a:p>
          <a:endParaRPr lang="en-US">
            <a:solidFill>
              <a:schemeClr val="tx2"/>
            </a:solidFill>
          </a:endParaRPr>
        </a:p>
      </dgm:t>
    </dgm:pt>
    <dgm:pt modelId="{912557AA-F55C-46DE-8F2A-BFFBAC531336}" type="sibTrans" cxnId="{9EFD6643-9E43-45C9-BAA5-0FA958BA0A95}">
      <dgm:prSet/>
      <dgm:spPr/>
      <dgm:t>
        <a:bodyPr/>
        <a:lstStyle/>
        <a:p>
          <a:endParaRPr lang="en-US">
            <a:solidFill>
              <a:schemeClr val="tx2"/>
            </a:solidFill>
          </a:endParaRPr>
        </a:p>
      </dgm:t>
    </dgm:pt>
    <dgm:pt modelId="{03457B18-57BC-4304-82CB-37174148AA31}">
      <dgm:prSet phldrT="[Text]"/>
      <dgm:spPr/>
      <dgm:t>
        <a:bodyPr/>
        <a:lstStyle/>
        <a:p>
          <a:r>
            <a:rPr lang="en-US">
              <a:solidFill>
                <a:schemeClr val="tx2"/>
              </a:solidFill>
            </a:rPr>
            <a:t>Lorem Ipsum</a:t>
          </a:r>
          <a:endParaRPr lang="en-US" dirty="0">
            <a:solidFill>
              <a:schemeClr val="tx2"/>
            </a:solidFill>
          </a:endParaRPr>
        </a:p>
      </dgm:t>
    </dgm:pt>
    <dgm:pt modelId="{7BC6DE0D-CD03-4234-A948-016C67791468}" type="parTrans" cxnId="{E8457FF0-1188-42F0-B669-EEFA22F33C67}">
      <dgm:prSet/>
      <dgm:spPr/>
      <dgm:t>
        <a:bodyPr/>
        <a:lstStyle/>
        <a:p>
          <a:endParaRPr lang="en-US">
            <a:solidFill>
              <a:schemeClr val="tx2"/>
            </a:solidFill>
          </a:endParaRPr>
        </a:p>
      </dgm:t>
    </dgm:pt>
    <dgm:pt modelId="{971F64A8-6A06-471F-966C-6B4C569EEFF8}" type="sibTrans" cxnId="{E8457FF0-1188-42F0-B669-EEFA22F33C67}">
      <dgm:prSet/>
      <dgm:spPr/>
      <dgm:t>
        <a:bodyPr/>
        <a:lstStyle/>
        <a:p>
          <a:endParaRPr lang="en-US">
            <a:solidFill>
              <a:schemeClr val="tx2"/>
            </a:solidFill>
          </a:endParaRPr>
        </a:p>
      </dgm:t>
    </dgm:pt>
    <dgm:pt modelId="{8FA0FF6E-5D30-4117-920F-852F553B6BFB}">
      <dgm:prSet phldrT="[Text]"/>
      <dgm:spPr/>
      <dgm:t>
        <a:bodyPr/>
        <a:lstStyle/>
        <a:p>
          <a:r>
            <a:rPr lang="en-US">
              <a:solidFill>
                <a:schemeClr val="tx2"/>
              </a:solidFill>
            </a:rPr>
            <a:t>Lorem Ipsum</a:t>
          </a:r>
          <a:endParaRPr lang="en-US" dirty="0">
            <a:solidFill>
              <a:schemeClr val="tx2"/>
            </a:solidFill>
          </a:endParaRPr>
        </a:p>
      </dgm:t>
    </dgm:pt>
    <dgm:pt modelId="{F67E87B4-6EC4-448E-B9A1-6B9F240EB0D0}" type="parTrans" cxnId="{E3268312-EB93-4490-A6AA-A82E57632399}">
      <dgm:prSet/>
      <dgm:spPr/>
      <dgm:t>
        <a:bodyPr/>
        <a:lstStyle/>
        <a:p>
          <a:endParaRPr lang="en-US">
            <a:solidFill>
              <a:schemeClr val="tx2"/>
            </a:solidFill>
          </a:endParaRPr>
        </a:p>
      </dgm:t>
    </dgm:pt>
    <dgm:pt modelId="{904B9DEE-5F06-465B-8D38-7F9A011FA8A5}" type="sibTrans" cxnId="{E3268312-EB93-4490-A6AA-A82E57632399}">
      <dgm:prSet/>
      <dgm:spPr/>
      <dgm:t>
        <a:bodyPr/>
        <a:lstStyle/>
        <a:p>
          <a:endParaRPr lang="en-US">
            <a:solidFill>
              <a:schemeClr val="tx2"/>
            </a:solidFill>
          </a:endParaRPr>
        </a:p>
      </dgm:t>
    </dgm:pt>
    <dgm:pt modelId="{CBB6A737-E59B-4C09-8CF6-DEE00BFACDEB}">
      <dgm:prSet phldrT="[Text]"/>
      <dgm:spPr/>
      <dgm:t>
        <a:bodyPr/>
        <a:lstStyle/>
        <a:p>
          <a:r>
            <a:rPr lang="en-US">
              <a:solidFill>
                <a:schemeClr val="tx2"/>
              </a:solidFill>
            </a:rPr>
            <a:t>Lorem Ipsum</a:t>
          </a:r>
          <a:endParaRPr lang="en-US" dirty="0">
            <a:solidFill>
              <a:schemeClr val="tx2"/>
            </a:solidFill>
          </a:endParaRPr>
        </a:p>
      </dgm:t>
    </dgm:pt>
    <dgm:pt modelId="{6563E9CF-7489-46A9-BF37-A43937D0F86B}" type="parTrans" cxnId="{AAEC2955-BC6A-4E68-B205-66B70CE2AB8B}">
      <dgm:prSet/>
      <dgm:spPr/>
      <dgm:t>
        <a:bodyPr/>
        <a:lstStyle/>
        <a:p>
          <a:endParaRPr lang="en-US">
            <a:solidFill>
              <a:schemeClr val="tx2"/>
            </a:solidFill>
          </a:endParaRPr>
        </a:p>
      </dgm:t>
    </dgm:pt>
    <dgm:pt modelId="{EE95F631-17BF-4CF0-83C0-10A8ACDD4D2A}" type="sibTrans" cxnId="{AAEC2955-BC6A-4E68-B205-66B70CE2AB8B}">
      <dgm:prSet/>
      <dgm:spPr/>
      <dgm:t>
        <a:bodyPr/>
        <a:lstStyle/>
        <a:p>
          <a:endParaRPr lang="en-US">
            <a:solidFill>
              <a:schemeClr val="tx2"/>
            </a:solidFill>
          </a:endParaRPr>
        </a:p>
      </dgm:t>
    </dgm:pt>
    <dgm:pt modelId="{D37E7AC5-F134-41B4-ADE5-5083E7737BC9}">
      <dgm:prSet phldrT="[Text]"/>
      <dgm:spPr/>
      <dgm:t>
        <a:bodyPr/>
        <a:lstStyle/>
        <a:p>
          <a:r>
            <a:rPr lang="en-US">
              <a:solidFill>
                <a:schemeClr val="tx2"/>
              </a:solidFill>
            </a:rPr>
            <a:t>Lorem Ipsum</a:t>
          </a:r>
          <a:endParaRPr lang="en-US" dirty="0">
            <a:solidFill>
              <a:schemeClr val="tx2"/>
            </a:solidFill>
          </a:endParaRPr>
        </a:p>
      </dgm:t>
    </dgm:pt>
    <dgm:pt modelId="{8002F696-BD6F-42DC-BADA-AA1578A42D75}" type="parTrans" cxnId="{01A0474E-F687-4907-96D9-25D8E3C96C95}">
      <dgm:prSet/>
      <dgm:spPr/>
      <dgm:t>
        <a:bodyPr/>
        <a:lstStyle/>
        <a:p>
          <a:endParaRPr lang="en-US">
            <a:solidFill>
              <a:schemeClr val="tx2"/>
            </a:solidFill>
          </a:endParaRPr>
        </a:p>
      </dgm:t>
    </dgm:pt>
    <dgm:pt modelId="{5BF3D0FA-7884-4DE6-B41B-16C4A94696FC}" type="sibTrans" cxnId="{01A0474E-F687-4907-96D9-25D8E3C96C95}">
      <dgm:prSet/>
      <dgm:spPr/>
      <dgm:t>
        <a:bodyPr/>
        <a:lstStyle/>
        <a:p>
          <a:endParaRPr lang="en-US">
            <a:solidFill>
              <a:schemeClr val="tx2"/>
            </a:solidFill>
          </a:endParaRPr>
        </a:p>
      </dgm:t>
    </dgm:pt>
    <dgm:pt modelId="{38CB35A2-74A2-4BE4-BB6A-12DB3335C89F}" type="pres">
      <dgm:prSet presAssocID="{B9C32B05-62EA-407A-B21C-2310C7945705}" presName="Name0" presStyleCnt="0">
        <dgm:presLayoutVars>
          <dgm:dir/>
          <dgm:resizeHandles val="exact"/>
        </dgm:presLayoutVars>
      </dgm:prSet>
      <dgm:spPr/>
    </dgm:pt>
    <dgm:pt modelId="{CCA8AC93-6B93-4B69-9B5C-86C4E548F958}" type="pres">
      <dgm:prSet presAssocID="{8EA7219F-BDB2-48EB-9EEB-3133522D132E}" presName="composite" presStyleCnt="0"/>
      <dgm:spPr/>
    </dgm:pt>
    <dgm:pt modelId="{D04F5166-579E-4619-A51F-97636BB7285F}" type="pres">
      <dgm:prSet presAssocID="{8EA7219F-BDB2-48EB-9EEB-3133522D132E}" presName="rect1" presStyleLbl="trAlignAcc1" presStyleIdx="0" presStyleCnt="5">
        <dgm:presLayoutVars>
          <dgm:bulletEnabled val="1"/>
        </dgm:presLayoutVars>
      </dgm:prSet>
      <dgm:spPr/>
    </dgm:pt>
    <dgm:pt modelId="{0E4E8DD1-CCA2-42D8-BC71-9E6B2B3F54AD}" type="pres">
      <dgm:prSet presAssocID="{8EA7219F-BDB2-48EB-9EEB-3133522D132E}" presName="rect2" presStyleLbl="fgImgPlace1" presStyleIdx="0" presStyleCnt="5"/>
      <dgm:spPr/>
    </dgm:pt>
    <dgm:pt modelId="{8A459E28-E250-4B21-8FEA-D707B90B44F4}" type="pres">
      <dgm:prSet presAssocID="{C94B7947-85DC-4B21-BB99-DF8438356F98}" presName="sibTrans" presStyleCnt="0"/>
      <dgm:spPr/>
    </dgm:pt>
    <dgm:pt modelId="{5FE62D2F-4E50-47F1-8BAF-17CB11FA15AA}" type="pres">
      <dgm:prSet presAssocID="{F3FA86F7-575E-4FDD-B637-1D7276F725A4}" presName="composite" presStyleCnt="0"/>
      <dgm:spPr/>
    </dgm:pt>
    <dgm:pt modelId="{40C0CCCB-52C8-4434-921A-599BB09D140B}" type="pres">
      <dgm:prSet presAssocID="{F3FA86F7-575E-4FDD-B637-1D7276F725A4}" presName="rect1" presStyleLbl="trAlignAcc1" presStyleIdx="1" presStyleCnt="5">
        <dgm:presLayoutVars>
          <dgm:bulletEnabled val="1"/>
        </dgm:presLayoutVars>
      </dgm:prSet>
      <dgm:spPr/>
    </dgm:pt>
    <dgm:pt modelId="{CE4D1051-C75B-4921-A841-8610C8541C81}" type="pres">
      <dgm:prSet presAssocID="{F3FA86F7-575E-4FDD-B637-1D7276F725A4}" presName="rect2" presStyleLbl="fgImgPlace1" presStyleIdx="1" presStyleCnt="5"/>
      <dgm:spPr/>
    </dgm:pt>
    <dgm:pt modelId="{68D15677-E1B1-40BE-85D5-5C264A83B2E4}" type="pres">
      <dgm:prSet presAssocID="{BEF45895-E33A-456A-85CE-5D5DFC2CF2C9}" presName="sibTrans" presStyleCnt="0"/>
      <dgm:spPr/>
    </dgm:pt>
    <dgm:pt modelId="{B44E4532-6C9D-4780-8E1F-A2AD6A22D3B8}" type="pres">
      <dgm:prSet presAssocID="{8D3744A8-1883-4930-8E0D-B57E26D003C6}" presName="composite" presStyleCnt="0"/>
      <dgm:spPr/>
    </dgm:pt>
    <dgm:pt modelId="{FD6095FC-3689-46C6-B422-02653BDFCC99}" type="pres">
      <dgm:prSet presAssocID="{8D3744A8-1883-4930-8E0D-B57E26D003C6}" presName="rect1" presStyleLbl="trAlignAcc1" presStyleIdx="2" presStyleCnt="5">
        <dgm:presLayoutVars>
          <dgm:bulletEnabled val="1"/>
        </dgm:presLayoutVars>
      </dgm:prSet>
      <dgm:spPr/>
    </dgm:pt>
    <dgm:pt modelId="{162E2C37-27BF-45FB-AE1B-3ED29710337A}" type="pres">
      <dgm:prSet presAssocID="{8D3744A8-1883-4930-8E0D-B57E26D003C6}" presName="rect2" presStyleLbl="fgImgPlace1" presStyleIdx="2" presStyleCnt="5"/>
      <dgm:spPr/>
    </dgm:pt>
    <dgm:pt modelId="{D1D3D3CB-0EA1-43ED-BC9C-05C9FD7843F1}" type="pres">
      <dgm:prSet presAssocID="{D40CF7D9-D0C3-4084-8D2D-359654C28D0F}" presName="sibTrans" presStyleCnt="0"/>
      <dgm:spPr/>
    </dgm:pt>
    <dgm:pt modelId="{FE086BD4-4954-4EA3-BFC7-E8002ABA443E}" type="pres">
      <dgm:prSet presAssocID="{C9AAC837-F2B0-40E5-8679-D365145CD32D}" presName="composite" presStyleCnt="0"/>
      <dgm:spPr/>
    </dgm:pt>
    <dgm:pt modelId="{1450FF72-85FC-46C7-9580-D75F4813712A}" type="pres">
      <dgm:prSet presAssocID="{C9AAC837-F2B0-40E5-8679-D365145CD32D}" presName="rect1" presStyleLbl="trAlignAcc1" presStyleIdx="3" presStyleCnt="5">
        <dgm:presLayoutVars>
          <dgm:bulletEnabled val="1"/>
        </dgm:presLayoutVars>
      </dgm:prSet>
      <dgm:spPr/>
    </dgm:pt>
    <dgm:pt modelId="{7584F812-38BD-4FD6-8250-22712B0FBEB2}" type="pres">
      <dgm:prSet presAssocID="{C9AAC837-F2B0-40E5-8679-D365145CD32D}" presName="rect2" presStyleLbl="fgImgPlace1" presStyleIdx="3" presStyleCnt="5"/>
      <dgm:spPr/>
    </dgm:pt>
    <dgm:pt modelId="{3CAC14D0-0F57-49CF-964E-51CC418625F8}" type="pres">
      <dgm:prSet presAssocID="{0CEADA81-66C0-4096-BEDE-B88D7687450C}" presName="sibTrans" presStyleCnt="0"/>
      <dgm:spPr/>
    </dgm:pt>
    <dgm:pt modelId="{4B4E5F61-4BC4-466B-AC69-67D17025406A}" type="pres">
      <dgm:prSet presAssocID="{BB36F745-62BA-4892-99D7-E4239B0F3843}" presName="composite" presStyleCnt="0"/>
      <dgm:spPr/>
    </dgm:pt>
    <dgm:pt modelId="{DDD771A6-4DDE-4BEC-99F8-AFF649B58496}" type="pres">
      <dgm:prSet presAssocID="{BB36F745-62BA-4892-99D7-E4239B0F3843}" presName="rect1" presStyleLbl="trAlignAcc1" presStyleIdx="4" presStyleCnt="5">
        <dgm:presLayoutVars>
          <dgm:bulletEnabled val="1"/>
        </dgm:presLayoutVars>
      </dgm:prSet>
      <dgm:spPr/>
    </dgm:pt>
    <dgm:pt modelId="{1D94C921-E9C5-4F38-8E8D-FA87C31EC255}" type="pres">
      <dgm:prSet presAssocID="{BB36F745-62BA-4892-99D7-E4239B0F3843}" presName="rect2" presStyleLbl="fgImgPlace1" presStyleIdx="4" presStyleCnt="5"/>
      <dgm:spPr/>
    </dgm:pt>
  </dgm:ptLst>
  <dgm:cxnLst>
    <dgm:cxn modelId="{C96A1F07-338B-48CD-B344-80BE34A6C9DF}" srcId="{B9C32B05-62EA-407A-B21C-2310C7945705}" destId="{BB36F745-62BA-4892-99D7-E4239B0F3843}" srcOrd="4" destOrd="0" parTransId="{CE269D49-A2E4-44F1-A948-9BE1FE5D6140}" sibTransId="{5CE5B550-A310-4948-9BA1-267AF81C5FA4}"/>
    <dgm:cxn modelId="{ACC18010-DEF1-41FF-A253-8891E795E1B6}" type="presOf" srcId="{8EA7219F-BDB2-48EB-9EEB-3133522D132E}" destId="{D04F5166-579E-4619-A51F-97636BB7285F}" srcOrd="0" destOrd="0" presId="urn:microsoft.com/office/officeart/2008/layout/PictureStrips"/>
    <dgm:cxn modelId="{E3268312-EB93-4490-A6AA-A82E57632399}" srcId="{F3FA86F7-575E-4FDD-B637-1D7276F725A4}" destId="{8FA0FF6E-5D30-4117-920F-852F553B6BFB}" srcOrd="1" destOrd="0" parTransId="{F67E87B4-6EC4-448E-B9A1-6B9F240EB0D0}" sibTransId="{904B9DEE-5F06-465B-8D38-7F9A011FA8A5}"/>
    <dgm:cxn modelId="{23DA3921-2238-4C19-BC8F-2ABDF1403A86}" type="presOf" srcId="{8FA0FF6E-5D30-4117-920F-852F553B6BFB}" destId="{40C0CCCB-52C8-4434-921A-599BB09D140B}" srcOrd="0" destOrd="2" presId="urn:microsoft.com/office/officeart/2008/layout/PictureStrips"/>
    <dgm:cxn modelId="{E58D5C2F-34BC-4B0D-8188-FE15FF57FEB8}" type="presOf" srcId="{03457B18-57BC-4304-82CB-37174148AA31}" destId="{40C0CCCB-52C8-4434-921A-599BB09D140B}" srcOrd="0" destOrd="1" presId="urn:microsoft.com/office/officeart/2008/layout/PictureStrips"/>
    <dgm:cxn modelId="{1CAFD235-971B-4FC2-9D37-7AAF749F4196}" srcId="{8EA7219F-BDB2-48EB-9EEB-3133522D132E}" destId="{A267F940-FA6A-4840-BDD9-7CAACF441861}" srcOrd="0" destOrd="0" parTransId="{DE6C4F38-F93E-4C7C-B9DB-970BCA7D744D}" sibTransId="{2EE757F3-F881-4707-843E-86B0C12EB988}"/>
    <dgm:cxn modelId="{B38DB338-3B1E-4324-A45E-8025E9D81450}" srcId="{B9C32B05-62EA-407A-B21C-2310C7945705}" destId="{F3FA86F7-575E-4FDD-B637-1D7276F725A4}" srcOrd="1" destOrd="0" parTransId="{192CD16B-FA85-49AB-96EA-80094BA41ED5}" sibTransId="{BEF45895-E33A-456A-85CE-5D5DFC2CF2C9}"/>
    <dgm:cxn modelId="{D2F8513A-5886-4FAB-9494-6D284BD96A29}" srcId="{B9C32B05-62EA-407A-B21C-2310C7945705}" destId="{C9AAC837-F2B0-40E5-8679-D365145CD32D}" srcOrd="3" destOrd="0" parTransId="{BF762BC7-3A73-465D-85A6-3BCDF9B94784}" sibTransId="{0CEADA81-66C0-4096-BEDE-B88D7687450C}"/>
    <dgm:cxn modelId="{C8FCCD3C-805E-4A27-964D-25DE1206ADCA}" srcId="{B9C32B05-62EA-407A-B21C-2310C7945705}" destId="{8D3744A8-1883-4930-8E0D-B57E26D003C6}" srcOrd="2" destOrd="0" parTransId="{AC9EAF57-EBF1-4FB7-8ED0-6ECFF59ADE74}" sibTransId="{D40CF7D9-D0C3-4084-8D2D-359654C28D0F}"/>
    <dgm:cxn modelId="{C4EE3E3F-60F0-4FBB-B8ED-64F344AA0C6B}" srcId="{8EA7219F-BDB2-48EB-9EEB-3133522D132E}" destId="{C120AEDA-1B4A-43E6-974B-FD4D64E0AE06}" srcOrd="1" destOrd="0" parTransId="{62BEA4C1-06FC-4349-A156-836E7B9480CC}" sibTransId="{9B57686D-D413-4591-AD3A-054D3749173B}"/>
    <dgm:cxn modelId="{9EFD6643-9E43-45C9-BAA5-0FA958BA0A95}" srcId="{8EA7219F-BDB2-48EB-9EEB-3133522D132E}" destId="{721A4E6E-FFE0-4505-B10F-6F71641D7D0B}" srcOrd="2" destOrd="0" parTransId="{CC3D162B-11E8-48F8-8842-4E850FDC0750}" sibTransId="{912557AA-F55C-46DE-8F2A-BFFBAC531336}"/>
    <dgm:cxn modelId="{F308F367-1AD0-469F-B0DF-8099C3EDE775}" type="presOf" srcId="{C120AEDA-1B4A-43E6-974B-FD4D64E0AE06}" destId="{D04F5166-579E-4619-A51F-97636BB7285F}" srcOrd="0" destOrd="2" presId="urn:microsoft.com/office/officeart/2008/layout/PictureStrips"/>
    <dgm:cxn modelId="{7A3C0A48-FEDC-45A8-8BC1-9DA9B0488A30}" type="presOf" srcId="{CBB6A737-E59B-4C09-8CF6-DEE00BFACDEB}" destId="{DDD771A6-4DDE-4BEC-99F8-AFF649B58496}" srcOrd="0" destOrd="1" presId="urn:microsoft.com/office/officeart/2008/layout/PictureStrips"/>
    <dgm:cxn modelId="{CA8A4F49-DF45-4196-9081-3D147A6B61BE}" type="presOf" srcId="{721A4E6E-FFE0-4505-B10F-6F71641D7D0B}" destId="{D04F5166-579E-4619-A51F-97636BB7285F}" srcOrd="0" destOrd="3" presId="urn:microsoft.com/office/officeart/2008/layout/PictureStrips"/>
    <dgm:cxn modelId="{994CF669-B206-4FC6-8153-9264F34399E6}" type="presOf" srcId="{F3FA86F7-575E-4FDD-B637-1D7276F725A4}" destId="{40C0CCCB-52C8-4434-921A-599BB09D140B}" srcOrd="0" destOrd="0" presId="urn:microsoft.com/office/officeart/2008/layout/PictureStrips"/>
    <dgm:cxn modelId="{01A0474E-F687-4907-96D9-25D8E3C96C95}" srcId="{BB36F745-62BA-4892-99D7-E4239B0F3843}" destId="{D37E7AC5-F134-41B4-ADE5-5083E7737BC9}" srcOrd="1" destOrd="0" parTransId="{8002F696-BD6F-42DC-BADA-AA1578A42D75}" sibTransId="{5BF3D0FA-7884-4DE6-B41B-16C4A94696FC}"/>
    <dgm:cxn modelId="{AAEC2955-BC6A-4E68-B205-66B70CE2AB8B}" srcId="{BB36F745-62BA-4892-99D7-E4239B0F3843}" destId="{CBB6A737-E59B-4C09-8CF6-DEE00BFACDEB}" srcOrd="0" destOrd="0" parTransId="{6563E9CF-7489-46A9-BF37-A43937D0F86B}" sibTransId="{EE95F631-17BF-4CF0-83C0-10A8ACDD4D2A}"/>
    <dgm:cxn modelId="{8715EE76-9136-491F-BA45-72BAD56158CC}" type="presOf" srcId="{A267F940-FA6A-4840-BDD9-7CAACF441861}" destId="{D04F5166-579E-4619-A51F-97636BB7285F}" srcOrd="0" destOrd="1" presId="urn:microsoft.com/office/officeart/2008/layout/PictureStrips"/>
    <dgm:cxn modelId="{EF20BD77-93D6-428D-89A3-D0C1B41A1CA6}" type="presOf" srcId="{8D3744A8-1883-4930-8E0D-B57E26D003C6}" destId="{FD6095FC-3689-46C6-B422-02653BDFCC99}" srcOrd="0" destOrd="0" presId="urn:microsoft.com/office/officeart/2008/layout/PictureStrips"/>
    <dgm:cxn modelId="{78B022C2-63CB-4FC6-ADF9-875B75C104C7}" type="presOf" srcId="{C9AAC837-F2B0-40E5-8679-D365145CD32D}" destId="{1450FF72-85FC-46C7-9580-D75F4813712A}" srcOrd="0" destOrd="0" presId="urn:microsoft.com/office/officeart/2008/layout/PictureStrips"/>
    <dgm:cxn modelId="{9887DCC2-C754-4AFA-806B-0ECCEF1971F9}" type="presOf" srcId="{B9C32B05-62EA-407A-B21C-2310C7945705}" destId="{38CB35A2-74A2-4BE4-BB6A-12DB3335C89F}" srcOrd="0" destOrd="0" presId="urn:microsoft.com/office/officeart/2008/layout/PictureStrips"/>
    <dgm:cxn modelId="{D0FF34D0-FC46-4F91-A475-344D8F7CBF87}" type="presOf" srcId="{D37E7AC5-F134-41B4-ADE5-5083E7737BC9}" destId="{DDD771A6-4DDE-4BEC-99F8-AFF649B58496}" srcOrd="0" destOrd="2" presId="urn:microsoft.com/office/officeart/2008/layout/PictureStrips"/>
    <dgm:cxn modelId="{02BBB0D0-17A3-44F4-8593-4D89E6C3EC44}" type="presOf" srcId="{BB36F745-62BA-4892-99D7-E4239B0F3843}" destId="{DDD771A6-4DDE-4BEC-99F8-AFF649B58496}" srcOrd="0" destOrd="0" presId="urn:microsoft.com/office/officeart/2008/layout/PictureStrips"/>
    <dgm:cxn modelId="{58AD7EEF-D408-406B-87EE-4691D4C30668}" srcId="{B9C32B05-62EA-407A-B21C-2310C7945705}" destId="{8EA7219F-BDB2-48EB-9EEB-3133522D132E}" srcOrd="0" destOrd="0" parTransId="{3EE8403A-CB7C-4815-85BD-AEBCAEB71B37}" sibTransId="{C94B7947-85DC-4B21-BB99-DF8438356F98}"/>
    <dgm:cxn modelId="{E8457FF0-1188-42F0-B669-EEFA22F33C67}" srcId="{F3FA86F7-575E-4FDD-B637-1D7276F725A4}" destId="{03457B18-57BC-4304-82CB-37174148AA31}" srcOrd="0" destOrd="0" parTransId="{7BC6DE0D-CD03-4234-A948-016C67791468}" sibTransId="{971F64A8-6A06-471F-966C-6B4C569EEFF8}"/>
    <dgm:cxn modelId="{C3CAFE26-264F-4FE0-89D5-FEDA55F8012F}" type="presParOf" srcId="{38CB35A2-74A2-4BE4-BB6A-12DB3335C89F}" destId="{CCA8AC93-6B93-4B69-9B5C-86C4E548F958}" srcOrd="0" destOrd="0" presId="urn:microsoft.com/office/officeart/2008/layout/PictureStrips"/>
    <dgm:cxn modelId="{A6C00644-E58A-48E5-A82D-959ED654C5D7}" type="presParOf" srcId="{CCA8AC93-6B93-4B69-9B5C-86C4E548F958}" destId="{D04F5166-579E-4619-A51F-97636BB7285F}" srcOrd="0" destOrd="0" presId="urn:microsoft.com/office/officeart/2008/layout/PictureStrips"/>
    <dgm:cxn modelId="{0BBCF3E7-63C7-4682-BC9C-58D3F29D7B7B}" type="presParOf" srcId="{CCA8AC93-6B93-4B69-9B5C-86C4E548F958}" destId="{0E4E8DD1-CCA2-42D8-BC71-9E6B2B3F54AD}" srcOrd="1" destOrd="0" presId="urn:microsoft.com/office/officeart/2008/layout/PictureStrips"/>
    <dgm:cxn modelId="{ECE8BED3-F386-4CBF-AF28-A6A939AA7E47}" type="presParOf" srcId="{38CB35A2-74A2-4BE4-BB6A-12DB3335C89F}" destId="{8A459E28-E250-4B21-8FEA-D707B90B44F4}" srcOrd="1" destOrd="0" presId="urn:microsoft.com/office/officeart/2008/layout/PictureStrips"/>
    <dgm:cxn modelId="{23A39CAD-8446-43E0-B0CB-4B5DA209B069}" type="presParOf" srcId="{38CB35A2-74A2-4BE4-BB6A-12DB3335C89F}" destId="{5FE62D2F-4E50-47F1-8BAF-17CB11FA15AA}" srcOrd="2" destOrd="0" presId="urn:microsoft.com/office/officeart/2008/layout/PictureStrips"/>
    <dgm:cxn modelId="{E6BA2173-09A7-47DD-A58F-7808CAA9AFC5}" type="presParOf" srcId="{5FE62D2F-4E50-47F1-8BAF-17CB11FA15AA}" destId="{40C0CCCB-52C8-4434-921A-599BB09D140B}" srcOrd="0" destOrd="0" presId="urn:microsoft.com/office/officeart/2008/layout/PictureStrips"/>
    <dgm:cxn modelId="{1B5436FB-F009-446B-861E-17BD869FCAF8}" type="presParOf" srcId="{5FE62D2F-4E50-47F1-8BAF-17CB11FA15AA}" destId="{CE4D1051-C75B-4921-A841-8610C8541C81}" srcOrd="1" destOrd="0" presId="urn:microsoft.com/office/officeart/2008/layout/PictureStrips"/>
    <dgm:cxn modelId="{7D94F886-AA9E-4A50-86C7-909E29D36D24}" type="presParOf" srcId="{38CB35A2-74A2-4BE4-BB6A-12DB3335C89F}" destId="{68D15677-E1B1-40BE-85D5-5C264A83B2E4}" srcOrd="3" destOrd="0" presId="urn:microsoft.com/office/officeart/2008/layout/PictureStrips"/>
    <dgm:cxn modelId="{A868C876-78A7-439D-8538-4D977E6792CA}" type="presParOf" srcId="{38CB35A2-74A2-4BE4-BB6A-12DB3335C89F}" destId="{B44E4532-6C9D-4780-8E1F-A2AD6A22D3B8}" srcOrd="4" destOrd="0" presId="urn:microsoft.com/office/officeart/2008/layout/PictureStrips"/>
    <dgm:cxn modelId="{16FBF549-53CB-4DC9-AA43-81C0F0BFACEC}" type="presParOf" srcId="{B44E4532-6C9D-4780-8E1F-A2AD6A22D3B8}" destId="{FD6095FC-3689-46C6-B422-02653BDFCC99}" srcOrd="0" destOrd="0" presId="urn:microsoft.com/office/officeart/2008/layout/PictureStrips"/>
    <dgm:cxn modelId="{7EED709B-B45D-46C4-99C5-5EFFA833E714}" type="presParOf" srcId="{B44E4532-6C9D-4780-8E1F-A2AD6A22D3B8}" destId="{162E2C37-27BF-45FB-AE1B-3ED29710337A}" srcOrd="1" destOrd="0" presId="urn:microsoft.com/office/officeart/2008/layout/PictureStrips"/>
    <dgm:cxn modelId="{77A75AAB-FE2B-4016-B968-2B286FF74206}" type="presParOf" srcId="{38CB35A2-74A2-4BE4-BB6A-12DB3335C89F}" destId="{D1D3D3CB-0EA1-43ED-BC9C-05C9FD7843F1}" srcOrd="5" destOrd="0" presId="urn:microsoft.com/office/officeart/2008/layout/PictureStrips"/>
    <dgm:cxn modelId="{71A50552-E582-4053-A7C5-B8A7964958AC}" type="presParOf" srcId="{38CB35A2-74A2-4BE4-BB6A-12DB3335C89F}" destId="{FE086BD4-4954-4EA3-BFC7-E8002ABA443E}" srcOrd="6" destOrd="0" presId="urn:microsoft.com/office/officeart/2008/layout/PictureStrips"/>
    <dgm:cxn modelId="{1E63B09A-42A8-485E-A453-05DB69E6C796}" type="presParOf" srcId="{FE086BD4-4954-4EA3-BFC7-E8002ABA443E}" destId="{1450FF72-85FC-46C7-9580-D75F4813712A}" srcOrd="0" destOrd="0" presId="urn:microsoft.com/office/officeart/2008/layout/PictureStrips"/>
    <dgm:cxn modelId="{35E12E6F-295F-476B-90C3-55901A241E9B}" type="presParOf" srcId="{FE086BD4-4954-4EA3-BFC7-E8002ABA443E}" destId="{7584F812-38BD-4FD6-8250-22712B0FBEB2}" srcOrd="1" destOrd="0" presId="urn:microsoft.com/office/officeart/2008/layout/PictureStrips"/>
    <dgm:cxn modelId="{E4124D2B-5138-47A5-B627-888A91DADA0D}" type="presParOf" srcId="{38CB35A2-74A2-4BE4-BB6A-12DB3335C89F}" destId="{3CAC14D0-0F57-49CF-964E-51CC418625F8}" srcOrd="7" destOrd="0" presId="urn:microsoft.com/office/officeart/2008/layout/PictureStrips"/>
    <dgm:cxn modelId="{7CE5BD30-6183-483F-A04D-4D88CFE371F4}" type="presParOf" srcId="{38CB35A2-74A2-4BE4-BB6A-12DB3335C89F}" destId="{4B4E5F61-4BC4-466B-AC69-67D17025406A}" srcOrd="8" destOrd="0" presId="urn:microsoft.com/office/officeart/2008/layout/PictureStrips"/>
    <dgm:cxn modelId="{D6716BE8-B739-434F-A6FF-06E977809391}" type="presParOf" srcId="{4B4E5F61-4BC4-466B-AC69-67D17025406A}" destId="{DDD771A6-4DDE-4BEC-99F8-AFF649B58496}" srcOrd="0" destOrd="0" presId="urn:microsoft.com/office/officeart/2008/layout/PictureStrips"/>
    <dgm:cxn modelId="{5D1D1358-C20D-45A7-AFEC-5621E54881CA}" type="presParOf" srcId="{4B4E5F61-4BC4-466B-AC69-67D17025406A}" destId="{1D94C921-E9C5-4F38-8E8D-FA87C31EC255}" srcOrd="1" destOrd="0" presId="urn:microsoft.com/office/officeart/2008/layout/PictureStrips"/>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27.xml><?xml version="1.0" encoding="utf-8"?>
<dgm:dataModel xmlns:dgm="http://schemas.openxmlformats.org/drawingml/2006/diagram" xmlns:a="http://schemas.openxmlformats.org/drawingml/2006/main">
  <dgm:ptLst>
    <dgm:pt modelId="{B9C32B05-62EA-407A-B21C-2310C7945705}" type="doc">
      <dgm:prSet loTypeId="urn:microsoft.com/office/officeart/2005/8/layout/vList4" loCatId="list"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F66099B6-DBBD-4AB0-82D2-877B80F846F7}">
      <dgm:prSet phldrT="[Text]"/>
      <dgm:spPr/>
      <dgm:t>
        <a:bodyPr/>
        <a:lstStyle/>
        <a:p>
          <a:r>
            <a:rPr lang="en-US" dirty="0"/>
            <a:t>Lorem Ipsum</a:t>
          </a:r>
        </a:p>
      </dgm:t>
    </dgm:pt>
    <dgm:pt modelId="{B09C8BFB-F41C-4AC4-AB94-F216E3081C2D}" type="parTrans" cxnId="{B4F3EA32-CE64-4A92-9BAE-BC57E5392B05}">
      <dgm:prSet/>
      <dgm:spPr/>
      <dgm:t>
        <a:bodyPr/>
        <a:lstStyle/>
        <a:p>
          <a:endParaRPr lang="en-US"/>
        </a:p>
      </dgm:t>
    </dgm:pt>
    <dgm:pt modelId="{BC531B32-9B0E-482E-BF91-65C61F17168D}" type="sibTrans" cxnId="{B4F3EA32-CE64-4A92-9BAE-BC57E5392B05}">
      <dgm:prSet/>
      <dgm:spPr/>
      <dgm:t>
        <a:bodyPr/>
        <a:lstStyle/>
        <a:p>
          <a:endParaRPr lang="en-US"/>
        </a:p>
      </dgm:t>
    </dgm:pt>
    <dgm:pt modelId="{EE62A4F6-4AC4-435B-990E-81A71CE8CAC7}">
      <dgm:prSet phldrT="[Text]"/>
      <dgm:spPr/>
      <dgm:t>
        <a:bodyPr/>
        <a:lstStyle/>
        <a:p>
          <a:r>
            <a:rPr lang="en-US" dirty="0"/>
            <a:t>Lorem Ipsum</a:t>
          </a:r>
        </a:p>
      </dgm:t>
    </dgm:pt>
    <dgm:pt modelId="{F287B947-7343-4FA2-B288-B23A59FFAE31}" type="parTrans" cxnId="{3A2CECA6-0C5B-46BB-B7C6-7D37E9D210BD}">
      <dgm:prSet/>
      <dgm:spPr/>
      <dgm:t>
        <a:bodyPr/>
        <a:lstStyle/>
        <a:p>
          <a:endParaRPr lang="en-US"/>
        </a:p>
      </dgm:t>
    </dgm:pt>
    <dgm:pt modelId="{389F9A93-0231-4877-8C41-5D5B8DD7AAC0}" type="sibTrans" cxnId="{3A2CECA6-0C5B-46BB-B7C6-7D37E9D210BD}">
      <dgm:prSet/>
      <dgm:spPr/>
      <dgm:t>
        <a:bodyPr/>
        <a:lstStyle/>
        <a:p>
          <a:endParaRPr lang="en-US"/>
        </a:p>
      </dgm:t>
    </dgm:pt>
    <dgm:pt modelId="{B6D9DE15-697B-42C2-B6A1-CE31260EED93}">
      <dgm:prSet phldrT="[Text]"/>
      <dgm:spPr/>
      <dgm:t>
        <a:bodyPr/>
        <a:lstStyle/>
        <a:p>
          <a:r>
            <a:rPr lang="en-US" dirty="0"/>
            <a:t>Lorem Ipsum</a:t>
          </a:r>
        </a:p>
      </dgm:t>
    </dgm:pt>
    <dgm:pt modelId="{EAC9FC21-5112-4CCF-8070-06ED15ED24ED}" type="parTrans" cxnId="{40513FB0-F94C-499F-9A0B-9E0341D0A0C2}">
      <dgm:prSet/>
      <dgm:spPr/>
      <dgm:t>
        <a:bodyPr/>
        <a:lstStyle/>
        <a:p>
          <a:endParaRPr lang="en-US"/>
        </a:p>
      </dgm:t>
    </dgm:pt>
    <dgm:pt modelId="{B605B681-1ACB-4650-8600-F9223ABDDC16}" type="sibTrans" cxnId="{40513FB0-F94C-499F-9A0B-9E0341D0A0C2}">
      <dgm:prSet/>
      <dgm:spPr/>
      <dgm:t>
        <a:bodyPr/>
        <a:lstStyle/>
        <a:p>
          <a:endParaRPr lang="en-US"/>
        </a:p>
      </dgm:t>
    </dgm:pt>
    <dgm:pt modelId="{6CF284C3-4A70-4432-8F33-E75A802B3330}">
      <dgm:prSet/>
      <dgm:spPr/>
      <dgm:t>
        <a:bodyPr/>
        <a:lstStyle/>
        <a:p>
          <a:r>
            <a:rPr lang="en-US" dirty="0"/>
            <a:t>Some text here</a:t>
          </a:r>
        </a:p>
      </dgm:t>
    </dgm:pt>
    <dgm:pt modelId="{044831E6-2FC9-4DDA-81FB-5FA418568D07}" type="parTrans" cxnId="{2DC24386-BC50-4BAB-8571-16CB10C2603C}">
      <dgm:prSet/>
      <dgm:spPr/>
      <dgm:t>
        <a:bodyPr/>
        <a:lstStyle/>
        <a:p>
          <a:endParaRPr lang="en-US"/>
        </a:p>
      </dgm:t>
    </dgm:pt>
    <dgm:pt modelId="{CD50B82D-84BB-4747-B282-ABB339EBA294}" type="sibTrans" cxnId="{2DC24386-BC50-4BAB-8571-16CB10C2603C}">
      <dgm:prSet/>
      <dgm:spPr/>
      <dgm:t>
        <a:bodyPr/>
        <a:lstStyle/>
        <a:p>
          <a:endParaRPr lang="en-US"/>
        </a:p>
      </dgm:t>
    </dgm:pt>
    <dgm:pt modelId="{3AF880A5-0F00-4315-A5DF-1FE656798601}">
      <dgm:prSet phldrT="[Text]"/>
      <dgm:spPr/>
      <dgm:t>
        <a:bodyPr/>
        <a:lstStyle/>
        <a:p>
          <a:r>
            <a:rPr lang="en-US" dirty="0"/>
            <a:t>Some text here</a:t>
          </a:r>
        </a:p>
      </dgm:t>
    </dgm:pt>
    <dgm:pt modelId="{A13BB1F9-5857-4B43-8BF5-6589AA2CB759}" type="parTrans" cxnId="{24F8CBE2-5003-4E69-A772-6B98F2B05181}">
      <dgm:prSet/>
      <dgm:spPr/>
      <dgm:t>
        <a:bodyPr/>
        <a:lstStyle/>
        <a:p>
          <a:endParaRPr lang="en-US"/>
        </a:p>
      </dgm:t>
    </dgm:pt>
    <dgm:pt modelId="{C198C41D-2640-4669-83ED-E0CD35701C8E}" type="sibTrans" cxnId="{24F8CBE2-5003-4E69-A772-6B98F2B05181}">
      <dgm:prSet/>
      <dgm:spPr/>
      <dgm:t>
        <a:bodyPr/>
        <a:lstStyle/>
        <a:p>
          <a:endParaRPr lang="en-US"/>
        </a:p>
      </dgm:t>
    </dgm:pt>
    <dgm:pt modelId="{8EA7219F-BDB2-48EB-9EEB-3133522D132E}">
      <dgm:prSet phldrT="[Text]"/>
      <dgm:spPr/>
      <dgm:t>
        <a:bodyPr/>
        <a:lstStyle/>
        <a:p>
          <a:r>
            <a:rPr lang="en-US" dirty="0"/>
            <a:t>Some text here</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BE788BF5-FE9F-4C7D-A1CD-9232D7860179}">
      <dgm:prSet phldrT="[Text]"/>
      <dgm:spPr/>
      <dgm:t>
        <a:bodyPr/>
        <a:lstStyle/>
        <a:p>
          <a:r>
            <a:rPr lang="en-US"/>
            <a:t>Some text here</a:t>
          </a:r>
          <a:endParaRPr lang="en-US" dirty="0"/>
        </a:p>
      </dgm:t>
    </dgm:pt>
    <dgm:pt modelId="{963A52CB-C772-45F2-8A30-8ABA6B14D3CE}" type="parTrans" cxnId="{35013F34-57BC-4E3C-A003-07C0E49926DB}">
      <dgm:prSet/>
      <dgm:spPr/>
      <dgm:t>
        <a:bodyPr/>
        <a:lstStyle/>
        <a:p>
          <a:endParaRPr lang="en-US"/>
        </a:p>
      </dgm:t>
    </dgm:pt>
    <dgm:pt modelId="{88191C5E-55BA-42F2-B842-FC86CBBADC0F}" type="sibTrans" cxnId="{35013F34-57BC-4E3C-A003-07C0E49926DB}">
      <dgm:prSet/>
      <dgm:spPr/>
      <dgm:t>
        <a:bodyPr/>
        <a:lstStyle/>
        <a:p>
          <a:endParaRPr lang="en-US"/>
        </a:p>
      </dgm:t>
    </dgm:pt>
    <dgm:pt modelId="{DDCF078C-D429-4F3D-A86A-601C37333F0E}">
      <dgm:prSet phldrT="[Text]"/>
      <dgm:spPr/>
      <dgm:t>
        <a:bodyPr/>
        <a:lstStyle/>
        <a:p>
          <a:r>
            <a:rPr lang="en-US"/>
            <a:t>Some text here</a:t>
          </a:r>
          <a:endParaRPr lang="en-US" dirty="0"/>
        </a:p>
      </dgm:t>
    </dgm:pt>
    <dgm:pt modelId="{1882E0FC-22B0-4EC0-AFEA-6913C3E42D04}" type="parTrans" cxnId="{8ED196F6-6553-443C-AAB2-40F72E795577}">
      <dgm:prSet/>
      <dgm:spPr/>
      <dgm:t>
        <a:bodyPr/>
        <a:lstStyle/>
        <a:p>
          <a:endParaRPr lang="en-US"/>
        </a:p>
      </dgm:t>
    </dgm:pt>
    <dgm:pt modelId="{E265BFA4-891C-408C-98FC-08B80CC170BD}" type="sibTrans" cxnId="{8ED196F6-6553-443C-AAB2-40F72E795577}">
      <dgm:prSet/>
      <dgm:spPr/>
      <dgm:t>
        <a:bodyPr/>
        <a:lstStyle/>
        <a:p>
          <a:endParaRPr lang="en-US"/>
        </a:p>
      </dgm:t>
    </dgm:pt>
    <dgm:pt modelId="{D416A02A-0A88-4E36-B734-A21335A8DD2D}">
      <dgm:prSet phldrT="[Text]"/>
      <dgm:spPr/>
      <dgm:t>
        <a:bodyPr/>
        <a:lstStyle/>
        <a:p>
          <a:r>
            <a:rPr lang="en-US"/>
            <a:t>Some text here</a:t>
          </a:r>
          <a:endParaRPr lang="en-US" dirty="0"/>
        </a:p>
      </dgm:t>
    </dgm:pt>
    <dgm:pt modelId="{FC806BFF-490C-4885-AC46-7E363DD85082}" type="parTrans" cxnId="{F5E63DE7-E621-486A-821D-56723B2BF235}">
      <dgm:prSet/>
      <dgm:spPr/>
      <dgm:t>
        <a:bodyPr/>
        <a:lstStyle/>
        <a:p>
          <a:endParaRPr lang="en-US"/>
        </a:p>
      </dgm:t>
    </dgm:pt>
    <dgm:pt modelId="{D3B5DA4F-29AB-46CB-9796-98FE9606C128}" type="sibTrans" cxnId="{F5E63DE7-E621-486A-821D-56723B2BF235}">
      <dgm:prSet/>
      <dgm:spPr/>
      <dgm:t>
        <a:bodyPr/>
        <a:lstStyle/>
        <a:p>
          <a:endParaRPr lang="en-US"/>
        </a:p>
      </dgm:t>
    </dgm:pt>
    <dgm:pt modelId="{0175455E-C54B-45D4-9F64-0589EB6B3316}">
      <dgm:prSet phldrT="[Text]"/>
      <dgm:spPr/>
      <dgm:t>
        <a:bodyPr/>
        <a:lstStyle/>
        <a:p>
          <a:r>
            <a:rPr lang="en-US"/>
            <a:t>Some text here</a:t>
          </a:r>
          <a:endParaRPr lang="en-US" dirty="0"/>
        </a:p>
      </dgm:t>
    </dgm:pt>
    <dgm:pt modelId="{88BD4BDB-1D85-4113-AFEC-21431AF63D5F}" type="parTrans" cxnId="{C8B436FC-B783-46B4-A145-3B3B3DD3B3F9}">
      <dgm:prSet/>
      <dgm:spPr/>
      <dgm:t>
        <a:bodyPr/>
        <a:lstStyle/>
        <a:p>
          <a:endParaRPr lang="en-US"/>
        </a:p>
      </dgm:t>
    </dgm:pt>
    <dgm:pt modelId="{814ADA3B-AA89-4AB7-868E-C824585A3ABB}" type="sibTrans" cxnId="{C8B436FC-B783-46B4-A145-3B3B3DD3B3F9}">
      <dgm:prSet/>
      <dgm:spPr/>
      <dgm:t>
        <a:bodyPr/>
        <a:lstStyle/>
        <a:p>
          <a:endParaRPr lang="en-US"/>
        </a:p>
      </dgm:t>
    </dgm:pt>
    <dgm:pt modelId="{D96BD766-7A45-44C2-B6DC-068AE128BF44}">
      <dgm:prSet phldrT="[Text]"/>
      <dgm:spPr/>
      <dgm:t>
        <a:bodyPr/>
        <a:lstStyle/>
        <a:p>
          <a:r>
            <a:rPr lang="en-US"/>
            <a:t>Some text here</a:t>
          </a:r>
          <a:endParaRPr lang="en-US" dirty="0"/>
        </a:p>
      </dgm:t>
    </dgm:pt>
    <dgm:pt modelId="{1723986A-39AC-4737-B675-843E1268E3F0}" type="parTrans" cxnId="{A8DB1F9F-8C0D-44C6-B0CF-E185E4743C27}">
      <dgm:prSet/>
      <dgm:spPr/>
      <dgm:t>
        <a:bodyPr/>
        <a:lstStyle/>
        <a:p>
          <a:endParaRPr lang="en-US"/>
        </a:p>
      </dgm:t>
    </dgm:pt>
    <dgm:pt modelId="{053D2587-FEB8-41DF-8458-0B353CDF3513}" type="sibTrans" cxnId="{A8DB1F9F-8C0D-44C6-B0CF-E185E4743C27}">
      <dgm:prSet/>
      <dgm:spPr/>
      <dgm:t>
        <a:bodyPr/>
        <a:lstStyle/>
        <a:p>
          <a:endParaRPr lang="en-US"/>
        </a:p>
      </dgm:t>
    </dgm:pt>
    <dgm:pt modelId="{C10C161E-68BA-44CA-AF77-FB7627812EFD}" type="pres">
      <dgm:prSet presAssocID="{B9C32B05-62EA-407A-B21C-2310C7945705}" presName="linear" presStyleCnt="0">
        <dgm:presLayoutVars>
          <dgm:dir/>
          <dgm:resizeHandles val="exact"/>
        </dgm:presLayoutVars>
      </dgm:prSet>
      <dgm:spPr/>
    </dgm:pt>
    <dgm:pt modelId="{286273EC-E8AC-422F-8B1C-7F1086877436}" type="pres">
      <dgm:prSet presAssocID="{42D71409-67F9-455C-8C6D-716D284AAA6B}" presName="comp" presStyleCnt="0"/>
      <dgm:spPr/>
    </dgm:pt>
    <dgm:pt modelId="{B4D5D5DB-9E92-47EC-82B6-328DEA059B7F}" type="pres">
      <dgm:prSet presAssocID="{42D71409-67F9-455C-8C6D-716D284AAA6B}" presName="box" presStyleLbl="node1" presStyleIdx="0" presStyleCnt="4"/>
      <dgm:spPr/>
    </dgm:pt>
    <dgm:pt modelId="{769BD7E0-841D-458D-869D-6DFFBC65F61E}" type="pres">
      <dgm:prSet presAssocID="{42D71409-67F9-455C-8C6D-716D284AAA6B}" presName="img" presStyleLbl="fgImgPlace1" presStyleIdx="0" presStyleCnt="4"/>
      <dgm:spPr/>
    </dgm:pt>
    <dgm:pt modelId="{C1AFB4DA-F087-46B0-B530-5B2D500A6603}" type="pres">
      <dgm:prSet presAssocID="{42D71409-67F9-455C-8C6D-716D284AAA6B}" presName="text" presStyleLbl="node1" presStyleIdx="0" presStyleCnt="4">
        <dgm:presLayoutVars>
          <dgm:bulletEnabled val="1"/>
        </dgm:presLayoutVars>
      </dgm:prSet>
      <dgm:spPr/>
    </dgm:pt>
    <dgm:pt modelId="{F70D86FA-8F03-416F-8F55-E8EF322FE5AF}" type="pres">
      <dgm:prSet presAssocID="{478B7D3C-9FB4-4BC6-90AC-49960560DECD}" presName="spacer" presStyleCnt="0"/>
      <dgm:spPr/>
    </dgm:pt>
    <dgm:pt modelId="{1AF61D90-D6B8-463D-8C70-C497424652A8}" type="pres">
      <dgm:prSet presAssocID="{F66099B6-DBBD-4AB0-82D2-877B80F846F7}" presName="comp" presStyleCnt="0"/>
      <dgm:spPr/>
    </dgm:pt>
    <dgm:pt modelId="{87C8B1C3-43D5-4D1D-82C1-DBAAD173F726}" type="pres">
      <dgm:prSet presAssocID="{F66099B6-DBBD-4AB0-82D2-877B80F846F7}" presName="box" presStyleLbl="node1" presStyleIdx="1" presStyleCnt="4"/>
      <dgm:spPr/>
    </dgm:pt>
    <dgm:pt modelId="{A54932CD-C4C3-4800-AE8E-5E6A99FE3355}" type="pres">
      <dgm:prSet presAssocID="{F66099B6-DBBD-4AB0-82D2-877B80F846F7}" presName="img" presStyleLbl="fgImgPlace1" presStyleIdx="1" presStyleCnt="4"/>
      <dgm:spPr/>
    </dgm:pt>
    <dgm:pt modelId="{6F129142-DBEC-4CCE-9E4B-DE98DD8EE862}" type="pres">
      <dgm:prSet presAssocID="{F66099B6-DBBD-4AB0-82D2-877B80F846F7}" presName="text" presStyleLbl="node1" presStyleIdx="1" presStyleCnt="4">
        <dgm:presLayoutVars>
          <dgm:bulletEnabled val="1"/>
        </dgm:presLayoutVars>
      </dgm:prSet>
      <dgm:spPr/>
    </dgm:pt>
    <dgm:pt modelId="{46AA54E2-C1AE-4D84-A0BB-825304E50FEC}" type="pres">
      <dgm:prSet presAssocID="{BC531B32-9B0E-482E-BF91-65C61F17168D}" presName="spacer" presStyleCnt="0"/>
      <dgm:spPr/>
    </dgm:pt>
    <dgm:pt modelId="{05143A85-8C3D-484E-B7BA-FAAF3F5180BC}" type="pres">
      <dgm:prSet presAssocID="{EE62A4F6-4AC4-435B-990E-81A71CE8CAC7}" presName="comp" presStyleCnt="0"/>
      <dgm:spPr/>
    </dgm:pt>
    <dgm:pt modelId="{833297FD-AD9E-4A5B-BCCE-455BFA5F80D7}" type="pres">
      <dgm:prSet presAssocID="{EE62A4F6-4AC4-435B-990E-81A71CE8CAC7}" presName="box" presStyleLbl="node1" presStyleIdx="2" presStyleCnt="4"/>
      <dgm:spPr/>
    </dgm:pt>
    <dgm:pt modelId="{6C09F558-4CCD-48F7-A58A-2A98D4A8851D}" type="pres">
      <dgm:prSet presAssocID="{EE62A4F6-4AC4-435B-990E-81A71CE8CAC7}" presName="img" presStyleLbl="fgImgPlace1" presStyleIdx="2" presStyleCnt="4"/>
      <dgm:spPr/>
    </dgm:pt>
    <dgm:pt modelId="{E1206A26-D2A6-4A66-996E-9F5681FF9529}" type="pres">
      <dgm:prSet presAssocID="{EE62A4F6-4AC4-435B-990E-81A71CE8CAC7}" presName="text" presStyleLbl="node1" presStyleIdx="2" presStyleCnt="4">
        <dgm:presLayoutVars>
          <dgm:bulletEnabled val="1"/>
        </dgm:presLayoutVars>
      </dgm:prSet>
      <dgm:spPr/>
    </dgm:pt>
    <dgm:pt modelId="{2CD5CEF4-E109-46E9-9990-55CD7019C6B8}" type="pres">
      <dgm:prSet presAssocID="{389F9A93-0231-4877-8C41-5D5B8DD7AAC0}" presName="spacer" presStyleCnt="0"/>
      <dgm:spPr/>
    </dgm:pt>
    <dgm:pt modelId="{D3FFAF95-60F3-4DA7-8784-FCA0CEEF4A5D}" type="pres">
      <dgm:prSet presAssocID="{B6D9DE15-697B-42C2-B6A1-CE31260EED93}" presName="comp" presStyleCnt="0"/>
      <dgm:spPr/>
    </dgm:pt>
    <dgm:pt modelId="{CC42B4BE-FABE-47D2-92A0-27F5DB06D939}" type="pres">
      <dgm:prSet presAssocID="{B6D9DE15-697B-42C2-B6A1-CE31260EED93}" presName="box" presStyleLbl="node1" presStyleIdx="3" presStyleCnt="4"/>
      <dgm:spPr/>
    </dgm:pt>
    <dgm:pt modelId="{E88C3C9E-FE0D-4FC3-A98D-5E06B5497FF3}" type="pres">
      <dgm:prSet presAssocID="{B6D9DE15-697B-42C2-B6A1-CE31260EED93}" presName="img" presStyleLbl="fgImgPlace1" presStyleIdx="3" presStyleCnt="4"/>
      <dgm:spPr/>
    </dgm:pt>
    <dgm:pt modelId="{6662E1B4-BD5D-4C92-990B-CCC2DCE8A771}" type="pres">
      <dgm:prSet presAssocID="{B6D9DE15-697B-42C2-B6A1-CE31260EED93}" presName="text" presStyleLbl="node1" presStyleIdx="3" presStyleCnt="4">
        <dgm:presLayoutVars>
          <dgm:bulletEnabled val="1"/>
        </dgm:presLayoutVars>
      </dgm:prSet>
      <dgm:spPr/>
    </dgm:pt>
  </dgm:ptLst>
  <dgm:cxnLst>
    <dgm:cxn modelId="{B1AF6200-4CF4-45CB-9EA6-D037943C1645}" type="presOf" srcId="{F66099B6-DBBD-4AB0-82D2-877B80F846F7}" destId="{87C8B1C3-43D5-4D1D-82C1-DBAAD173F726}" srcOrd="0" destOrd="0" presId="urn:microsoft.com/office/officeart/2005/8/layout/vList4"/>
    <dgm:cxn modelId="{BC21B504-6ED0-43F2-90EC-68FCC8E987A4}" type="presOf" srcId="{3AF880A5-0F00-4315-A5DF-1FE656798601}" destId="{B4D5D5DB-9E92-47EC-82B6-328DEA059B7F}" srcOrd="0" destOrd="2" presId="urn:microsoft.com/office/officeart/2005/8/layout/vList4"/>
    <dgm:cxn modelId="{A333BF1D-DEEB-46E5-A69F-5211375A60BA}" type="presOf" srcId="{8EA7219F-BDB2-48EB-9EEB-3133522D132E}" destId="{C1AFB4DA-F087-46B0-B530-5B2D500A6603}" srcOrd="1" destOrd="1" presId="urn:microsoft.com/office/officeart/2005/8/layout/vList4"/>
    <dgm:cxn modelId="{2AA9C11F-1F1D-428E-801A-47EAA766C99D}" srcId="{B9C32B05-62EA-407A-B21C-2310C7945705}" destId="{42D71409-67F9-455C-8C6D-716D284AAA6B}" srcOrd="0" destOrd="0" parTransId="{51680ED1-AF6E-4B28-AE94-92B0EFB0DF7D}" sibTransId="{478B7D3C-9FB4-4BC6-90AC-49960560DECD}"/>
    <dgm:cxn modelId="{3EE1D929-729F-4CC6-8BC3-94C62C9002AE}" type="presOf" srcId="{B9C32B05-62EA-407A-B21C-2310C7945705}" destId="{C10C161E-68BA-44CA-AF77-FB7627812EFD}" srcOrd="0" destOrd="0" presId="urn:microsoft.com/office/officeart/2005/8/layout/vList4"/>
    <dgm:cxn modelId="{BE3CF829-FF19-4B63-8CBE-8E65B0832020}" type="presOf" srcId="{EE62A4F6-4AC4-435B-990E-81A71CE8CAC7}" destId="{E1206A26-D2A6-4A66-996E-9F5681FF9529}" srcOrd="1" destOrd="0" presId="urn:microsoft.com/office/officeart/2005/8/layout/vList4"/>
    <dgm:cxn modelId="{E3CAB62A-64BD-4AA7-9D56-3CF3B5B1EE10}" type="presOf" srcId="{F66099B6-DBBD-4AB0-82D2-877B80F846F7}" destId="{6F129142-DBEC-4CCE-9E4B-DE98DD8EE862}" srcOrd="1" destOrd="0" presId="urn:microsoft.com/office/officeart/2005/8/layout/vList4"/>
    <dgm:cxn modelId="{B4F3EA32-CE64-4A92-9BAE-BC57E5392B05}" srcId="{B9C32B05-62EA-407A-B21C-2310C7945705}" destId="{F66099B6-DBBD-4AB0-82D2-877B80F846F7}" srcOrd="1" destOrd="0" parTransId="{B09C8BFB-F41C-4AC4-AB94-F216E3081C2D}" sibTransId="{BC531B32-9B0E-482E-BF91-65C61F17168D}"/>
    <dgm:cxn modelId="{35013F34-57BC-4E3C-A003-07C0E49926DB}" srcId="{F66099B6-DBBD-4AB0-82D2-877B80F846F7}" destId="{BE788BF5-FE9F-4C7D-A1CD-9232D7860179}" srcOrd="1" destOrd="0" parTransId="{963A52CB-C772-45F2-8A30-8ABA6B14D3CE}" sibTransId="{88191C5E-55BA-42F2-B842-FC86CBBADC0F}"/>
    <dgm:cxn modelId="{BCB6FA36-7E99-4AE5-9981-FB10B37A6D8E}" type="presOf" srcId="{DDCF078C-D429-4F3D-A86A-601C37333F0E}" destId="{E1206A26-D2A6-4A66-996E-9F5681FF9529}" srcOrd="1" destOrd="1" presId="urn:microsoft.com/office/officeart/2005/8/layout/vList4"/>
    <dgm:cxn modelId="{EEA5E03A-559B-41BE-BF0C-8C56077B3FE8}" type="presOf" srcId="{B6D9DE15-697B-42C2-B6A1-CE31260EED93}" destId="{CC42B4BE-FABE-47D2-92A0-27F5DB06D939}" srcOrd="0" destOrd="0" presId="urn:microsoft.com/office/officeart/2005/8/layout/vList4"/>
    <dgm:cxn modelId="{9E37CE3E-6271-4F65-B1D1-54B68C8B0840}" type="presOf" srcId="{BE788BF5-FE9F-4C7D-A1CD-9232D7860179}" destId="{6F129142-DBEC-4CCE-9E4B-DE98DD8EE862}" srcOrd="1" destOrd="2" presId="urn:microsoft.com/office/officeart/2005/8/layout/vList4"/>
    <dgm:cxn modelId="{103E9540-9013-46F5-BA0E-D4595281C75B}" type="presOf" srcId="{8EA7219F-BDB2-48EB-9EEB-3133522D132E}" destId="{B4D5D5DB-9E92-47EC-82B6-328DEA059B7F}" srcOrd="0" destOrd="1" presId="urn:microsoft.com/office/officeart/2005/8/layout/vList4"/>
    <dgm:cxn modelId="{E513E342-5AD9-4F8B-8102-D1591D13B668}" type="presOf" srcId="{42D71409-67F9-455C-8C6D-716D284AAA6B}" destId="{C1AFB4DA-F087-46B0-B530-5B2D500A6603}" srcOrd="1" destOrd="0" presId="urn:microsoft.com/office/officeart/2005/8/layout/vList4"/>
    <dgm:cxn modelId="{9DE89346-7E33-4DD8-AC49-BAD12C4C6973}" type="presOf" srcId="{B6D9DE15-697B-42C2-B6A1-CE31260EED93}" destId="{6662E1B4-BD5D-4C92-990B-CCC2DCE8A771}" srcOrd="1" destOrd="0" presId="urn:microsoft.com/office/officeart/2005/8/layout/vList4"/>
    <dgm:cxn modelId="{85664767-E66B-4945-8E49-5CE11C612D33}" type="presOf" srcId="{D416A02A-0A88-4E36-B734-A21335A8DD2D}" destId="{E1206A26-D2A6-4A66-996E-9F5681FF9529}" srcOrd="1" destOrd="2" presId="urn:microsoft.com/office/officeart/2005/8/layout/vList4"/>
    <dgm:cxn modelId="{DB12004C-01BB-47CD-9AB4-29EFF6B1B533}" type="presOf" srcId="{0175455E-C54B-45D4-9F64-0589EB6B3316}" destId="{CC42B4BE-FABE-47D2-92A0-27F5DB06D939}" srcOrd="0" destOrd="1" presId="urn:microsoft.com/office/officeart/2005/8/layout/vList4"/>
    <dgm:cxn modelId="{2075934E-92AA-479B-B673-EF413FBEBE06}" type="presOf" srcId="{6CF284C3-4A70-4432-8F33-E75A802B3330}" destId="{6F129142-DBEC-4CCE-9E4B-DE98DD8EE862}" srcOrd="1" destOrd="1" presId="urn:microsoft.com/office/officeart/2005/8/layout/vList4"/>
    <dgm:cxn modelId="{76B30F7F-5DC6-4B8D-B299-0ED2111B5BAE}" type="presOf" srcId="{0175455E-C54B-45D4-9F64-0589EB6B3316}" destId="{6662E1B4-BD5D-4C92-990B-CCC2DCE8A771}" srcOrd="1" destOrd="1" presId="urn:microsoft.com/office/officeart/2005/8/layout/vList4"/>
    <dgm:cxn modelId="{2DC24386-BC50-4BAB-8571-16CB10C2603C}" srcId="{F66099B6-DBBD-4AB0-82D2-877B80F846F7}" destId="{6CF284C3-4A70-4432-8F33-E75A802B3330}" srcOrd="0" destOrd="0" parTransId="{044831E6-2FC9-4DDA-81FB-5FA418568D07}" sibTransId="{CD50B82D-84BB-4747-B282-ABB339EBA294}"/>
    <dgm:cxn modelId="{A8DB1F9F-8C0D-44C6-B0CF-E185E4743C27}" srcId="{B6D9DE15-697B-42C2-B6A1-CE31260EED93}" destId="{D96BD766-7A45-44C2-B6DC-068AE128BF44}" srcOrd="1" destOrd="0" parTransId="{1723986A-39AC-4737-B675-843E1268E3F0}" sibTransId="{053D2587-FEB8-41DF-8458-0B353CDF3513}"/>
    <dgm:cxn modelId="{3A2CECA6-0C5B-46BB-B7C6-7D37E9D210BD}" srcId="{B9C32B05-62EA-407A-B21C-2310C7945705}" destId="{EE62A4F6-4AC4-435B-990E-81A71CE8CAC7}" srcOrd="2" destOrd="0" parTransId="{F287B947-7343-4FA2-B288-B23A59FFAE31}" sibTransId="{389F9A93-0231-4877-8C41-5D5B8DD7AAC0}"/>
    <dgm:cxn modelId="{6048C8AC-EE32-4965-996D-A8E6926C8806}" type="presOf" srcId="{BE788BF5-FE9F-4C7D-A1CD-9232D7860179}" destId="{87C8B1C3-43D5-4D1D-82C1-DBAAD173F726}" srcOrd="0" destOrd="2" presId="urn:microsoft.com/office/officeart/2005/8/layout/vList4"/>
    <dgm:cxn modelId="{6F47D9AF-8D2E-4C0F-ACEE-B9A3EC141696}" type="presOf" srcId="{D416A02A-0A88-4E36-B734-A21335A8DD2D}" destId="{833297FD-AD9E-4A5B-BCCE-455BFA5F80D7}" srcOrd="0" destOrd="2" presId="urn:microsoft.com/office/officeart/2005/8/layout/vList4"/>
    <dgm:cxn modelId="{40513FB0-F94C-499F-9A0B-9E0341D0A0C2}" srcId="{B9C32B05-62EA-407A-B21C-2310C7945705}" destId="{B6D9DE15-697B-42C2-B6A1-CE31260EED93}" srcOrd="3" destOrd="0" parTransId="{EAC9FC21-5112-4CCF-8070-06ED15ED24ED}" sibTransId="{B605B681-1ACB-4650-8600-F9223ABDDC16}"/>
    <dgm:cxn modelId="{C47369BA-FB53-484B-A73B-5B5CDA6B8AD2}" type="presOf" srcId="{EE62A4F6-4AC4-435B-990E-81A71CE8CAC7}" destId="{833297FD-AD9E-4A5B-BCCE-455BFA5F80D7}" srcOrd="0" destOrd="0" presId="urn:microsoft.com/office/officeart/2005/8/layout/vList4"/>
    <dgm:cxn modelId="{A5DCE8BD-DB6E-498E-82C5-31F6306C5D84}" type="presOf" srcId="{D96BD766-7A45-44C2-B6DC-068AE128BF44}" destId="{CC42B4BE-FABE-47D2-92A0-27F5DB06D939}" srcOrd="0" destOrd="2" presId="urn:microsoft.com/office/officeart/2005/8/layout/vList4"/>
    <dgm:cxn modelId="{691A85C7-CF19-4572-9FD1-94CB016894EB}" type="presOf" srcId="{DDCF078C-D429-4F3D-A86A-601C37333F0E}" destId="{833297FD-AD9E-4A5B-BCCE-455BFA5F80D7}" srcOrd="0" destOrd="1" presId="urn:microsoft.com/office/officeart/2005/8/layout/vList4"/>
    <dgm:cxn modelId="{24F8CBE2-5003-4E69-A772-6B98F2B05181}" srcId="{42D71409-67F9-455C-8C6D-716D284AAA6B}" destId="{3AF880A5-0F00-4315-A5DF-1FE656798601}" srcOrd="1" destOrd="0" parTransId="{A13BB1F9-5857-4B43-8BF5-6589AA2CB759}" sibTransId="{C198C41D-2640-4669-83ED-E0CD35701C8E}"/>
    <dgm:cxn modelId="{623AA7E5-BC3B-4D73-B750-A5BEA8A7CE2F}" type="presOf" srcId="{6CF284C3-4A70-4432-8F33-E75A802B3330}" destId="{87C8B1C3-43D5-4D1D-82C1-DBAAD173F726}" srcOrd="0" destOrd="1" presId="urn:microsoft.com/office/officeart/2005/8/layout/vList4"/>
    <dgm:cxn modelId="{F5E63DE7-E621-486A-821D-56723B2BF235}" srcId="{EE62A4F6-4AC4-435B-990E-81A71CE8CAC7}" destId="{D416A02A-0A88-4E36-B734-A21335A8DD2D}" srcOrd="1" destOrd="0" parTransId="{FC806BFF-490C-4885-AC46-7E363DD85082}" sibTransId="{D3B5DA4F-29AB-46CB-9796-98FE9606C128}"/>
    <dgm:cxn modelId="{335195EB-5BC5-49D2-BEAC-0E96AB6D1007}" type="presOf" srcId="{D96BD766-7A45-44C2-B6DC-068AE128BF44}" destId="{6662E1B4-BD5D-4C92-990B-CCC2DCE8A771}" srcOrd="1" destOrd="2" presId="urn:microsoft.com/office/officeart/2005/8/layout/vList4"/>
    <dgm:cxn modelId="{38CAC3EB-5A6B-4904-9AA0-2451AB9FCF5C}" type="presOf" srcId="{42D71409-67F9-455C-8C6D-716D284AAA6B}" destId="{B4D5D5DB-9E92-47EC-82B6-328DEA059B7F}" srcOrd="0" destOrd="0" presId="urn:microsoft.com/office/officeart/2005/8/layout/vList4"/>
    <dgm:cxn modelId="{9F772BEC-7E63-4349-9D7B-B4D88A2256AB}" type="presOf" srcId="{3AF880A5-0F00-4315-A5DF-1FE656798601}" destId="{C1AFB4DA-F087-46B0-B530-5B2D500A6603}" srcOrd="1" destOrd="2" presId="urn:microsoft.com/office/officeart/2005/8/layout/vList4"/>
    <dgm:cxn modelId="{58AD7EEF-D408-406B-87EE-4691D4C30668}" srcId="{42D71409-67F9-455C-8C6D-716D284AAA6B}" destId="{8EA7219F-BDB2-48EB-9EEB-3133522D132E}" srcOrd="0" destOrd="0" parTransId="{3EE8403A-CB7C-4815-85BD-AEBCAEB71B37}" sibTransId="{C94B7947-85DC-4B21-BB99-DF8438356F98}"/>
    <dgm:cxn modelId="{8ED196F6-6553-443C-AAB2-40F72E795577}" srcId="{EE62A4F6-4AC4-435B-990E-81A71CE8CAC7}" destId="{DDCF078C-D429-4F3D-A86A-601C37333F0E}" srcOrd="0" destOrd="0" parTransId="{1882E0FC-22B0-4EC0-AFEA-6913C3E42D04}" sibTransId="{E265BFA4-891C-408C-98FC-08B80CC170BD}"/>
    <dgm:cxn modelId="{C8B436FC-B783-46B4-A145-3B3B3DD3B3F9}" srcId="{B6D9DE15-697B-42C2-B6A1-CE31260EED93}" destId="{0175455E-C54B-45D4-9F64-0589EB6B3316}" srcOrd="0" destOrd="0" parTransId="{88BD4BDB-1D85-4113-AFEC-21431AF63D5F}" sibTransId="{814ADA3B-AA89-4AB7-868E-C824585A3ABB}"/>
    <dgm:cxn modelId="{BA6ED756-95C1-45E5-AA40-41BDEBA16E54}" type="presParOf" srcId="{C10C161E-68BA-44CA-AF77-FB7627812EFD}" destId="{286273EC-E8AC-422F-8B1C-7F1086877436}" srcOrd="0" destOrd="0" presId="urn:microsoft.com/office/officeart/2005/8/layout/vList4"/>
    <dgm:cxn modelId="{59821D98-39C4-48C9-89A8-478925472611}" type="presParOf" srcId="{286273EC-E8AC-422F-8B1C-7F1086877436}" destId="{B4D5D5DB-9E92-47EC-82B6-328DEA059B7F}" srcOrd="0" destOrd="0" presId="urn:microsoft.com/office/officeart/2005/8/layout/vList4"/>
    <dgm:cxn modelId="{8C470FCC-7E9E-4824-8ED6-0086A42FF2B9}" type="presParOf" srcId="{286273EC-E8AC-422F-8B1C-7F1086877436}" destId="{769BD7E0-841D-458D-869D-6DFFBC65F61E}" srcOrd="1" destOrd="0" presId="urn:microsoft.com/office/officeart/2005/8/layout/vList4"/>
    <dgm:cxn modelId="{382C1450-CBF0-44CD-A697-D63C4D84F535}" type="presParOf" srcId="{286273EC-E8AC-422F-8B1C-7F1086877436}" destId="{C1AFB4DA-F087-46B0-B530-5B2D500A6603}" srcOrd="2" destOrd="0" presId="urn:microsoft.com/office/officeart/2005/8/layout/vList4"/>
    <dgm:cxn modelId="{8CDAA6C7-D543-4531-B807-A66F0C74DF4E}" type="presParOf" srcId="{C10C161E-68BA-44CA-AF77-FB7627812EFD}" destId="{F70D86FA-8F03-416F-8F55-E8EF322FE5AF}" srcOrd="1" destOrd="0" presId="urn:microsoft.com/office/officeart/2005/8/layout/vList4"/>
    <dgm:cxn modelId="{5DF6E59C-D572-46C4-8088-646475919C93}" type="presParOf" srcId="{C10C161E-68BA-44CA-AF77-FB7627812EFD}" destId="{1AF61D90-D6B8-463D-8C70-C497424652A8}" srcOrd="2" destOrd="0" presId="urn:microsoft.com/office/officeart/2005/8/layout/vList4"/>
    <dgm:cxn modelId="{A864E0A1-4685-4280-A208-C4EB1C06181E}" type="presParOf" srcId="{1AF61D90-D6B8-463D-8C70-C497424652A8}" destId="{87C8B1C3-43D5-4D1D-82C1-DBAAD173F726}" srcOrd="0" destOrd="0" presId="urn:microsoft.com/office/officeart/2005/8/layout/vList4"/>
    <dgm:cxn modelId="{BD863740-8271-4D7E-8E99-48FB14541B4F}" type="presParOf" srcId="{1AF61D90-D6B8-463D-8C70-C497424652A8}" destId="{A54932CD-C4C3-4800-AE8E-5E6A99FE3355}" srcOrd="1" destOrd="0" presId="urn:microsoft.com/office/officeart/2005/8/layout/vList4"/>
    <dgm:cxn modelId="{FE98C990-0B25-4BF9-A279-D2872BA17E05}" type="presParOf" srcId="{1AF61D90-D6B8-463D-8C70-C497424652A8}" destId="{6F129142-DBEC-4CCE-9E4B-DE98DD8EE862}" srcOrd="2" destOrd="0" presId="urn:microsoft.com/office/officeart/2005/8/layout/vList4"/>
    <dgm:cxn modelId="{AB0D204A-4DBB-4E29-BA06-64BF51E13743}" type="presParOf" srcId="{C10C161E-68BA-44CA-AF77-FB7627812EFD}" destId="{46AA54E2-C1AE-4D84-A0BB-825304E50FEC}" srcOrd="3" destOrd="0" presId="urn:microsoft.com/office/officeart/2005/8/layout/vList4"/>
    <dgm:cxn modelId="{7AF215F7-F431-4809-9B2F-79EABBB9017F}" type="presParOf" srcId="{C10C161E-68BA-44CA-AF77-FB7627812EFD}" destId="{05143A85-8C3D-484E-B7BA-FAAF3F5180BC}" srcOrd="4" destOrd="0" presId="urn:microsoft.com/office/officeart/2005/8/layout/vList4"/>
    <dgm:cxn modelId="{217B64E9-C496-4DEF-AE16-F667DF43915A}" type="presParOf" srcId="{05143A85-8C3D-484E-B7BA-FAAF3F5180BC}" destId="{833297FD-AD9E-4A5B-BCCE-455BFA5F80D7}" srcOrd="0" destOrd="0" presId="urn:microsoft.com/office/officeart/2005/8/layout/vList4"/>
    <dgm:cxn modelId="{2036BE0B-8CD5-4C6A-8C2D-B83D44FABDD1}" type="presParOf" srcId="{05143A85-8C3D-484E-B7BA-FAAF3F5180BC}" destId="{6C09F558-4CCD-48F7-A58A-2A98D4A8851D}" srcOrd="1" destOrd="0" presId="urn:microsoft.com/office/officeart/2005/8/layout/vList4"/>
    <dgm:cxn modelId="{B79DE6E6-3512-42A5-8C22-BFEDECD8DE3F}" type="presParOf" srcId="{05143A85-8C3D-484E-B7BA-FAAF3F5180BC}" destId="{E1206A26-D2A6-4A66-996E-9F5681FF9529}" srcOrd="2" destOrd="0" presId="urn:microsoft.com/office/officeart/2005/8/layout/vList4"/>
    <dgm:cxn modelId="{3C843D82-D905-4D1C-B792-BC85D8B213E6}" type="presParOf" srcId="{C10C161E-68BA-44CA-AF77-FB7627812EFD}" destId="{2CD5CEF4-E109-46E9-9990-55CD7019C6B8}" srcOrd="5" destOrd="0" presId="urn:microsoft.com/office/officeart/2005/8/layout/vList4"/>
    <dgm:cxn modelId="{A5E6D2A2-C748-4302-B4A1-88BA6143339C}" type="presParOf" srcId="{C10C161E-68BA-44CA-AF77-FB7627812EFD}" destId="{D3FFAF95-60F3-4DA7-8784-FCA0CEEF4A5D}" srcOrd="6" destOrd="0" presId="urn:microsoft.com/office/officeart/2005/8/layout/vList4"/>
    <dgm:cxn modelId="{C5CAB512-CF56-4119-A0FE-09D5B88D6E8F}" type="presParOf" srcId="{D3FFAF95-60F3-4DA7-8784-FCA0CEEF4A5D}" destId="{CC42B4BE-FABE-47D2-92A0-27F5DB06D939}" srcOrd="0" destOrd="0" presId="urn:microsoft.com/office/officeart/2005/8/layout/vList4"/>
    <dgm:cxn modelId="{7D628B6F-E93A-4C30-AE06-0D09C49C2729}" type="presParOf" srcId="{D3FFAF95-60F3-4DA7-8784-FCA0CEEF4A5D}" destId="{E88C3C9E-FE0D-4FC3-A98D-5E06B5497FF3}" srcOrd="1" destOrd="0" presId="urn:microsoft.com/office/officeart/2005/8/layout/vList4"/>
    <dgm:cxn modelId="{CEB966BC-E57E-4ACA-8D3B-CED9EF53FBCB}" type="presParOf" srcId="{D3FFAF95-60F3-4DA7-8784-FCA0CEEF4A5D}" destId="{6662E1B4-BD5D-4C92-990B-CCC2DCE8A771}" srcOrd="2" destOrd="0" presId="urn:microsoft.com/office/officeart/2005/8/layout/vList4"/>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28.xml><?xml version="1.0" encoding="utf-8"?>
<dgm:dataModel xmlns:dgm="http://schemas.openxmlformats.org/drawingml/2006/diagram" xmlns:a="http://schemas.openxmlformats.org/drawingml/2006/main">
  <dgm:ptLst>
    <dgm:pt modelId="{B9C32B05-62EA-407A-B21C-2310C7945705}" type="doc">
      <dgm:prSet loTypeId="urn:microsoft.com/office/officeart/2008/layout/AlternatingPictureBlocks" loCatId="list"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F66099B6-DBBD-4AB0-82D2-877B80F846F7}">
      <dgm:prSet phldrT="[Text]"/>
      <dgm:spPr/>
      <dgm:t>
        <a:bodyPr/>
        <a:lstStyle/>
        <a:p>
          <a:r>
            <a:rPr lang="en-US" dirty="0"/>
            <a:t>Lorem Ipsum</a:t>
          </a:r>
        </a:p>
      </dgm:t>
    </dgm:pt>
    <dgm:pt modelId="{B09C8BFB-F41C-4AC4-AB94-F216E3081C2D}" type="parTrans" cxnId="{B4F3EA32-CE64-4A92-9BAE-BC57E5392B05}">
      <dgm:prSet/>
      <dgm:spPr/>
      <dgm:t>
        <a:bodyPr/>
        <a:lstStyle/>
        <a:p>
          <a:endParaRPr lang="en-US"/>
        </a:p>
      </dgm:t>
    </dgm:pt>
    <dgm:pt modelId="{BC531B32-9B0E-482E-BF91-65C61F17168D}" type="sibTrans" cxnId="{B4F3EA32-CE64-4A92-9BAE-BC57E5392B05}">
      <dgm:prSet/>
      <dgm:spPr/>
      <dgm:t>
        <a:bodyPr/>
        <a:lstStyle/>
        <a:p>
          <a:endParaRPr lang="en-US"/>
        </a:p>
      </dgm:t>
    </dgm:pt>
    <dgm:pt modelId="{EE62A4F6-4AC4-435B-990E-81A71CE8CAC7}">
      <dgm:prSet phldrT="[Text]"/>
      <dgm:spPr/>
      <dgm:t>
        <a:bodyPr/>
        <a:lstStyle/>
        <a:p>
          <a:r>
            <a:rPr lang="en-US" dirty="0"/>
            <a:t>Lorem Ipsum</a:t>
          </a:r>
        </a:p>
      </dgm:t>
    </dgm:pt>
    <dgm:pt modelId="{F287B947-7343-4FA2-B288-B23A59FFAE31}" type="parTrans" cxnId="{3A2CECA6-0C5B-46BB-B7C6-7D37E9D210BD}">
      <dgm:prSet/>
      <dgm:spPr/>
      <dgm:t>
        <a:bodyPr/>
        <a:lstStyle/>
        <a:p>
          <a:endParaRPr lang="en-US"/>
        </a:p>
      </dgm:t>
    </dgm:pt>
    <dgm:pt modelId="{389F9A93-0231-4877-8C41-5D5B8DD7AAC0}" type="sibTrans" cxnId="{3A2CECA6-0C5B-46BB-B7C6-7D37E9D210BD}">
      <dgm:prSet/>
      <dgm:spPr/>
      <dgm:t>
        <a:bodyPr/>
        <a:lstStyle/>
        <a:p>
          <a:endParaRPr lang="en-US"/>
        </a:p>
      </dgm:t>
    </dgm:pt>
    <dgm:pt modelId="{B6D9DE15-697B-42C2-B6A1-CE31260EED93}">
      <dgm:prSet phldrT="[Text]"/>
      <dgm:spPr/>
      <dgm:t>
        <a:bodyPr/>
        <a:lstStyle/>
        <a:p>
          <a:r>
            <a:rPr lang="en-US" dirty="0"/>
            <a:t>Lorem Ipsum</a:t>
          </a:r>
        </a:p>
      </dgm:t>
    </dgm:pt>
    <dgm:pt modelId="{EAC9FC21-5112-4CCF-8070-06ED15ED24ED}" type="parTrans" cxnId="{40513FB0-F94C-499F-9A0B-9E0341D0A0C2}">
      <dgm:prSet/>
      <dgm:spPr/>
      <dgm:t>
        <a:bodyPr/>
        <a:lstStyle/>
        <a:p>
          <a:endParaRPr lang="en-US"/>
        </a:p>
      </dgm:t>
    </dgm:pt>
    <dgm:pt modelId="{B605B681-1ACB-4650-8600-F9223ABDDC16}" type="sibTrans" cxnId="{40513FB0-F94C-499F-9A0B-9E0341D0A0C2}">
      <dgm:prSet/>
      <dgm:spPr/>
      <dgm:t>
        <a:bodyPr/>
        <a:lstStyle/>
        <a:p>
          <a:endParaRPr lang="en-US"/>
        </a:p>
      </dgm:t>
    </dgm:pt>
    <dgm:pt modelId="{244CE93D-3CE9-480A-BC40-D5795AE4CC61}">
      <dgm:prSet phldrT="[Text]"/>
      <dgm:spPr/>
      <dgm:t>
        <a:bodyPr/>
        <a:lstStyle/>
        <a:p>
          <a:r>
            <a:rPr lang="en-US" dirty="0"/>
            <a:t>Lorem Ipsum</a:t>
          </a:r>
        </a:p>
      </dgm:t>
    </dgm:pt>
    <dgm:pt modelId="{B26CFE49-55EC-4B92-8D65-F00D6B48420B}" type="parTrans" cxnId="{746C65D4-0A32-4610-8B9B-A01592BB40A3}">
      <dgm:prSet/>
      <dgm:spPr/>
      <dgm:t>
        <a:bodyPr/>
        <a:lstStyle/>
        <a:p>
          <a:endParaRPr lang="en-US"/>
        </a:p>
      </dgm:t>
    </dgm:pt>
    <dgm:pt modelId="{AA2C577D-A278-4959-857E-CDA154440386}" type="sibTrans" cxnId="{746C65D4-0A32-4610-8B9B-A01592BB40A3}">
      <dgm:prSet/>
      <dgm:spPr/>
      <dgm:t>
        <a:bodyPr/>
        <a:lstStyle/>
        <a:p>
          <a:endParaRPr lang="en-US"/>
        </a:p>
      </dgm:t>
    </dgm:pt>
    <dgm:pt modelId="{6CF284C3-4A70-4432-8F33-E75A802B3330}">
      <dgm:prSet/>
      <dgm:spPr/>
      <dgm:t>
        <a:bodyPr/>
        <a:lstStyle/>
        <a:p>
          <a:r>
            <a:rPr lang="en-US" dirty="0"/>
            <a:t>Some text here</a:t>
          </a:r>
        </a:p>
      </dgm:t>
    </dgm:pt>
    <dgm:pt modelId="{044831E6-2FC9-4DDA-81FB-5FA418568D07}" type="parTrans" cxnId="{2DC24386-BC50-4BAB-8571-16CB10C2603C}">
      <dgm:prSet/>
      <dgm:spPr/>
      <dgm:t>
        <a:bodyPr/>
        <a:lstStyle/>
        <a:p>
          <a:endParaRPr lang="en-US"/>
        </a:p>
      </dgm:t>
    </dgm:pt>
    <dgm:pt modelId="{CD50B82D-84BB-4747-B282-ABB339EBA294}" type="sibTrans" cxnId="{2DC24386-BC50-4BAB-8571-16CB10C2603C}">
      <dgm:prSet/>
      <dgm:spPr/>
      <dgm:t>
        <a:bodyPr/>
        <a:lstStyle/>
        <a:p>
          <a:endParaRPr lang="en-US"/>
        </a:p>
      </dgm:t>
    </dgm:pt>
    <dgm:pt modelId="{3AF880A5-0F00-4315-A5DF-1FE656798601}">
      <dgm:prSet phldrT="[Text]"/>
      <dgm:spPr/>
      <dgm:t>
        <a:bodyPr/>
        <a:lstStyle/>
        <a:p>
          <a:r>
            <a:rPr lang="en-US" dirty="0"/>
            <a:t>Some text here</a:t>
          </a:r>
        </a:p>
      </dgm:t>
    </dgm:pt>
    <dgm:pt modelId="{A13BB1F9-5857-4B43-8BF5-6589AA2CB759}" type="parTrans" cxnId="{24F8CBE2-5003-4E69-A772-6B98F2B05181}">
      <dgm:prSet/>
      <dgm:spPr/>
      <dgm:t>
        <a:bodyPr/>
        <a:lstStyle/>
        <a:p>
          <a:endParaRPr lang="en-US"/>
        </a:p>
      </dgm:t>
    </dgm:pt>
    <dgm:pt modelId="{C198C41D-2640-4669-83ED-E0CD35701C8E}" type="sibTrans" cxnId="{24F8CBE2-5003-4E69-A772-6B98F2B05181}">
      <dgm:prSet/>
      <dgm:spPr/>
      <dgm:t>
        <a:bodyPr/>
        <a:lstStyle/>
        <a:p>
          <a:endParaRPr lang="en-US"/>
        </a:p>
      </dgm:t>
    </dgm:pt>
    <dgm:pt modelId="{8EA7219F-BDB2-48EB-9EEB-3133522D132E}">
      <dgm:prSet phldrT="[Text]"/>
      <dgm:spPr/>
      <dgm:t>
        <a:bodyPr/>
        <a:lstStyle/>
        <a:p>
          <a:r>
            <a:rPr lang="en-US" dirty="0"/>
            <a:t>Some text here</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BE788BF5-FE9F-4C7D-A1CD-9232D7860179}">
      <dgm:prSet phldrT="[Text]"/>
      <dgm:spPr/>
      <dgm:t>
        <a:bodyPr/>
        <a:lstStyle/>
        <a:p>
          <a:r>
            <a:rPr lang="en-US"/>
            <a:t>Some text here</a:t>
          </a:r>
          <a:endParaRPr lang="en-US" dirty="0"/>
        </a:p>
      </dgm:t>
    </dgm:pt>
    <dgm:pt modelId="{963A52CB-C772-45F2-8A30-8ABA6B14D3CE}" type="parTrans" cxnId="{35013F34-57BC-4E3C-A003-07C0E49926DB}">
      <dgm:prSet/>
      <dgm:spPr/>
      <dgm:t>
        <a:bodyPr/>
        <a:lstStyle/>
        <a:p>
          <a:endParaRPr lang="en-US"/>
        </a:p>
      </dgm:t>
    </dgm:pt>
    <dgm:pt modelId="{88191C5E-55BA-42F2-B842-FC86CBBADC0F}" type="sibTrans" cxnId="{35013F34-57BC-4E3C-A003-07C0E49926DB}">
      <dgm:prSet/>
      <dgm:spPr/>
      <dgm:t>
        <a:bodyPr/>
        <a:lstStyle/>
        <a:p>
          <a:endParaRPr lang="en-US"/>
        </a:p>
      </dgm:t>
    </dgm:pt>
    <dgm:pt modelId="{DDCF078C-D429-4F3D-A86A-601C37333F0E}">
      <dgm:prSet phldrT="[Text]"/>
      <dgm:spPr/>
      <dgm:t>
        <a:bodyPr/>
        <a:lstStyle/>
        <a:p>
          <a:r>
            <a:rPr lang="en-US"/>
            <a:t>Some text here</a:t>
          </a:r>
          <a:endParaRPr lang="en-US" dirty="0"/>
        </a:p>
      </dgm:t>
    </dgm:pt>
    <dgm:pt modelId="{1882E0FC-22B0-4EC0-AFEA-6913C3E42D04}" type="parTrans" cxnId="{8ED196F6-6553-443C-AAB2-40F72E795577}">
      <dgm:prSet/>
      <dgm:spPr/>
      <dgm:t>
        <a:bodyPr/>
        <a:lstStyle/>
        <a:p>
          <a:endParaRPr lang="en-US"/>
        </a:p>
      </dgm:t>
    </dgm:pt>
    <dgm:pt modelId="{E265BFA4-891C-408C-98FC-08B80CC170BD}" type="sibTrans" cxnId="{8ED196F6-6553-443C-AAB2-40F72E795577}">
      <dgm:prSet/>
      <dgm:spPr/>
      <dgm:t>
        <a:bodyPr/>
        <a:lstStyle/>
        <a:p>
          <a:endParaRPr lang="en-US"/>
        </a:p>
      </dgm:t>
    </dgm:pt>
    <dgm:pt modelId="{D416A02A-0A88-4E36-B734-A21335A8DD2D}">
      <dgm:prSet phldrT="[Text]"/>
      <dgm:spPr/>
      <dgm:t>
        <a:bodyPr/>
        <a:lstStyle/>
        <a:p>
          <a:r>
            <a:rPr lang="en-US"/>
            <a:t>Some text here</a:t>
          </a:r>
          <a:endParaRPr lang="en-US" dirty="0"/>
        </a:p>
      </dgm:t>
    </dgm:pt>
    <dgm:pt modelId="{FC806BFF-490C-4885-AC46-7E363DD85082}" type="parTrans" cxnId="{F5E63DE7-E621-486A-821D-56723B2BF235}">
      <dgm:prSet/>
      <dgm:spPr/>
      <dgm:t>
        <a:bodyPr/>
        <a:lstStyle/>
        <a:p>
          <a:endParaRPr lang="en-US"/>
        </a:p>
      </dgm:t>
    </dgm:pt>
    <dgm:pt modelId="{D3B5DA4F-29AB-46CB-9796-98FE9606C128}" type="sibTrans" cxnId="{F5E63DE7-E621-486A-821D-56723B2BF235}">
      <dgm:prSet/>
      <dgm:spPr/>
      <dgm:t>
        <a:bodyPr/>
        <a:lstStyle/>
        <a:p>
          <a:endParaRPr lang="en-US"/>
        </a:p>
      </dgm:t>
    </dgm:pt>
    <dgm:pt modelId="{0175455E-C54B-45D4-9F64-0589EB6B3316}">
      <dgm:prSet phldrT="[Text]"/>
      <dgm:spPr/>
      <dgm:t>
        <a:bodyPr/>
        <a:lstStyle/>
        <a:p>
          <a:r>
            <a:rPr lang="en-US"/>
            <a:t>Some text here</a:t>
          </a:r>
          <a:endParaRPr lang="en-US" dirty="0"/>
        </a:p>
      </dgm:t>
    </dgm:pt>
    <dgm:pt modelId="{88BD4BDB-1D85-4113-AFEC-21431AF63D5F}" type="parTrans" cxnId="{C8B436FC-B783-46B4-A145-3B3B3DD3B3F9}">
      <dgm:prSet/>
      <dgm:spPr/>
      <dgm:t>
        <a:bodyPr/>
        <a:lstStyle/>
        <a:p>
          <a:endParaRPr lang="en-US"/>
        </a:p>
      </dgm:t>
    </dgm:pt>
    <dgm:pt modelId="{814ADA3B-AA89-4AB7-868E-C824585A3ABB}" type="sibTrans" cxnId="{C8B436FC-B783-46B4-A145-3B3B3DD3B3F9}">
      <dgm:prSet/>
      <dgm:spPr/>
      <dgm:t>
        <a:bodyPr/>
        <a:lstStyle/>
        <a:p>
          <a:endParaRPr lang="en-US"/>
        </a:p>
      </dgm:t>
    </dgm:pt>
    <dgm:pt modelId="{D96BD766-7A45-44C2-B6DC-068AE128BF44}">
      <dgm:prSet phldrT="[Text]"/>
      <dgm:spPr/>
      <dgm:t>
        <a:bodyPr/>
        <a:lstStyle/>
        <a:p>
          <a:r>
            <a:rPr lang="en-US"/>
            <a:t>Some text here</a:t>
          </a:r>
          <a:endParaRPr lang="en-US" dirty="0"/>
        </a:p>
      </dgm:t>
    </dgm:pt>
    <dgm:pt modelId="{1723986A-39AC-4737-B675-843E1268E3F0}" type="parTrans" cxnId="{A8DB1F9F-8C0D-44C6-B0CF-E185E4743C27}">
      <dgm:prSet/>
      <dgm:spPr/>
      <dgm:t>
        <a:bodyPr/>
        <a:lstStyle/>
        <a:p>
          <a:endParaRPr lang="en-US"/>
        </a:p>
      </dgm:t>
    </dgm:pt>
    <dgm:pt modelId="{053D2587-FEB8-41DF-8458-0B353CDF3513}" type="sibTrans" cxnId="{A8DB1F9F-8C0D-44C6-B0CF-E185E4743C27}">
      <dgm:prSet/>
      <dgm:spPr/>
      <dgm:t>
        <a:bodyPr/>
        <a:lstStyle/>
        <a:p>
          <a:endParaRPr lang="en-US"/>
        </a:p>
      </dgm:t>
    </dgm:pt>
    <dgm:pt modelId="{FCDCB472-5D0D-441E-9A63-91F48E5C3B9A}">
      <dgm:prSet phldrT="[Text]"/>
      <dgm:spPr/>
      <dgm:t>
        <a:bodyPr/>
        <a:lstStyle/>
        <a:p>
          <a:r>
            <a:rPr lang="en-US" dirty="0"/>
            <a:t>Some text here</a:t>
          </a:r>
        </a:p>
      </dgm:t>
    </dgm:pt>
    <dgm:pt modelId="{F183F53E-B9E4-483E-BB59-E567579A1D20}" type="parTrans" cxnId="{E555CFC0-456A-41C0-853C-A5C184B6F026}">
      <dgm:prSet/>
      <dgm:spPr/>
      <dgm:t>
        <a:bodyPr/>
        <a:lstStyle/>
        <a:p>
          <a:endParaRPr lang="en-US"/>
        </a:p>
      </dgm:t>
    </dgm:pt>
    <dgm:pt modelId="{88085470-E458-46BB-9028-8CC37AAF17EF}" type="sibTrans" cxnId="{E555CFC0-456A-41C0-853C-A5C184B6F026}">
      <dgm:prSet/>
      <dgm:spPr/>
      <dgm:t>
        <a:bodyPr/>
        <a:lstStyle/>
        <a:p>
          <a:endParaRPr lang="en-US"/>
        </a:p>
      </dgm:t>
    </dgm:pt>
    <dgm:pt modelId="{CBD3BD06-5B52-457B-A709-959D97EA9FE5}">
      <dgm:prSet phldrT="[Text]"/>
      <dgm:spPr/>
      <dgm:t>
        <a:bodyPr/>
        <a:lstStyle/>
        <a:p>
          <a:r>
            <a:rPr lang="en-US"/>
            <a:t>Some text here</a:t>
          </a:r>
          <a:endParaRPr lang="en-US" dirty="0"/>
        </a:p>
      </dgm:t>
    </dgm:pt>
    <dgm:pt modelId="{BCA8D018-4FBF-4EC0-A8A7-2E733ECB7259}" type="parTrans" cxnId="{BC910C61-D6EF-4F01-BD12-BAC0DF60C0B1}">
      <dgm:prSet/>
      <dgm:spPr/>
      <dgm:t>
        <a:bodyPr/>
        <a:lstStyle/>
        <a:p>
          <a:endParaRPr lang="en-US"/>
        </a:p>
      </dgm:t>
    </dgm:pt>
    <dgm:pt modelId="{32702446-735B-4332-BAF3-71D165AF690E}" type="sibTrans" cxnId="{BC910C61-D6EF-4F01-BD12-BAC0DF60C0B1}">
      <dgm:prSet/>
      <dgm:spPr/>
      <dgm:t>
        <a:bodyPr/>
        <a:lstStyle/>
        <a:p>
          <a:endParaRPr lang="en-US"/>
        </a:p>
      </dgm:t>
    </dgm:pt>
    <dgm:pt modelId="{2DF72360-A0B8-49F1-9AB4-4996C6E239FE}" type="pres">
      <dgm:prSet presAssocID="{B9C32B05-62EA-407A-B21C-2310C7945705}" presName="linearFlow" presStyleCnt="0">
        <dgm:presLayoutVars>
          <dgm:dir/>
          <dgm:resizeHandles val="exact"/>
        </dgm:presLayoutVars>
      </dgm:prSet>
      <dgm:spPr/>
    </dgm:pt>
    <dgm:pt modelId="{04217665-757A-4050-8F9A-11C7F8D27D4D}" type="pres">
      <dgm:prSet presAssocID="{42D71409-67F9-455C-8C6D-716D284AAA6B}" presName="comp" presStyleCnt="0"/>
      <dgm:spPr/>
    </dgm:pt>
    <dgm:pt modelId="{F52BB09D-824B-4794-8AD4-EE81D43AA01A}" type="pres">
      <dgm:prSet presAssocID="{42D71409-67F9-455C-8C6D-716D284AAA6B}" presName="rect2" presStyleLbl="node1" presStyleIdx="0" presStyleCnt="4">
        <dgm:presLayoutVars>
          <dgm:bulletEnabled val="1"/>
        </dgm:presLayoutVars>
      </dgm:prSet>
      <dgm:spPr/>
    </dgm:pt>
    <dgm:pt modelId="{3CD77968-1869-4388-8A2C-F456417D2054}" type="pres">
      <dgm:prSet presAssocID="{42D71409-67F9-455C-8C6D-716D284AAA6B}" presName="rect1" presStyleLbl="lnNode1" presStyleIdx="0" presStyleCnt="4"/>
      <dgm:spPr/>
    </dgm:pt>
    <dgm:pt modelId="{1F3EDA97-F28F-4183-AB4A-A00578061211}" type="pres">
      <dgm:prSet presAssocID="{478B7D3C-9FB4-4BC6-90AC-49960560DECD}" presName="sibTrans" presStyleCnt="0"/>
      <dgm:spPr/>
    </dgm:pt>
    <dgm:pt modelId="{D13774D7-7D00-4F7A-83C1-D1E241C31BBD}" type="pres">
      <dgm:prSet presAssocID="{F66099B6-DBBD-4AB0-82D2-877B80F846F7}" presName="comp" presStyleCnt="0"/>
      <dgm:spPr/>
    </dgm:pt>
    <dgm:pt modelId="{19E70928-1033-4460-A49F-92FEDBF8E76E}" type="pres">
      <dgm:prSet presAssocID="{F66099B6-DBBD-4AB0-82D2-877B80F846F7}" presName="rect2" presStyleLbl="node1" presStyleIdx="1" presStyleCnt="4">
        <dgm:presLayoutVars>
          <dgm:bulletEnabled val="1"/>
        </dgm:presLayoutVars>
      </dgm:prSet>
      <dgm:spPr/>
    </dgm:pt>
    <dgm:pt modelId="{FC5133FD-1F5C-40C6-B575-4F15DC383B7F}" type="pres">
      <dgm:prSet presAssocID="{F66099B6-DBBD-4AB0-82D2-877B80F846F7}" presName="rect1" presStyleLbl="lnNode1" presStyleIdx="1" presStyleCnt="4"/>
      <dgm:spPr/>
    </dgm:pt>
    <dgm:pt modelId="{F81C6A2E-6DE6-47AD-B7EA-2CEF32C960F1}" type="pres">
      <dgm:prSet presAssocID="{BC531B32-9B0E-482E-BF91-65C61F17168D}" presName="sibTrans" presStyleCnt="0"/>
      <dgm:spPr/>
    </dgm:pt>
    <dgm:pt modelId="{F1690D5C-8901-4578-BF6D-47034F597F1F}" type="pres">
      <dgm:prSet presAssocID="{EE62A4F6-4AC4-435B-990E-81A71CE8CAC7}" presName="comp" presStyleCnt="0"/>
      <dgm:spPr/>
    </dgm:pt>
    <dgm:pt modelId="{35C36C49-65EC-403E-BA49-B50EF8450769}" type="pres">
      <dgm:prSet presAssocID="{EE62A4F6-4AC4-435B-990E-81A71CE8CAC7}" presName="rect2" presStyleLbl="node1" presStyleIdx="2" presStyleCnt="4">
        <dgm:presLayoutVars>
          <dgm:bulletEnabled val="1"/>
        </dgm:presLayoutVars>
      </dgm:prSet>
      <dgm:spPr/>
    </dgm:pt>
    <dgm:pt modelId="{6721DB9D-01D4-4564-9287-5FFE3A0E3617}" type="pres">
      <dgm:prSet presAssocID="{EE62A4F6-4AC4-435B-990E-81A71CE8CAC7}" presName="rect1" presStyleLbl="lnNode1" presStyleIdx="2" presStyleCnt="4"/>
      <dgm:spPr/>
    </dgm:pt>
    <dgm:pt modelId="{4D9F32B1-CF7E-4C3F-BE27-EE9060BE5C37}" type="pres">
      <dgm:prSet presAssocID="{389F9A93-0231-4877-8C41-5D5B8DD7AAC0}" presName="sibTrans" presStyleCnt="0"/>
      <dgm:spPr/>
    </dgm:pt>
    <dgm:pt modelId="{F3273856-70CA-47CB-A1B8-847133C601FC}" type="pres">
      <dgm:prSet presAssocID="{B6D9DE15-697B-42C2-B6A1-CE31260EED93}" presName="comp" presStyleCnt="0"/>
      <dgm:spPr/>
    </dgm:pt>
    <dgm:pt modelId="{ABAB616A-70EF-42F6-A707-D778BC1DDBE2}" type="pres">
      <dgm:prSet presAssocID="{B6D9DE15-697B-42C2-B6A1-CE31260EED93}" presName="rect2" presStyleLbl="node1" presStyleIdx="3" presStyleCnt="4">
        <dgm:presLayoutVars>
          <dgm:bulletEnabled val="1"/>
        </dgm:presLayoutVars>
      </dgm:prSet>
      <dgm:spPr/>
    </dgm:pt>
    <dgm:pt modelId="{C121F083-7AE1-4671-AA99-3C37F7572A83}" type="pres">
      <dgm:prSet presAssocID="{B6D9DE15-697B-42C2-B6A1-CE31260EED93}" presName="rect1" presStyleLbl="lnNode1" presStyleIdx="3" presStyleCnt="4"/>
      <dgm:spPr/>
    </dgm:pt>
  </dgm:ptLst>
  <dgm:cxnLst>
    <dgm:cxn modelId="{1B12330B-DCF7-4E30-B41D-02F8A35BC1DB}" type="presOf" srcId="{244CE93D-3CE9-480A-BC40-D5795AE4CC61}" destId="{ABAB616A-70EF-42F6-A707-D778BC1DDBE2}" srcOrd="0" destOrd="3" presId="urn:microsoft.com/office/officeart/2008/layout/AlternatingPictureBlocks"/>
    <dgm:cxn modelId="{BD0EAB11-63CC-460F-8F84-021358C0E3AD}" type="presOf" srcId="{6CF284C3-4A70-4432-8F33-E75A802B3330}" destId="{19E70928-1033-4460-A49F-92FEDBF8E76E}" srcOrd="0" destOrd="1" presId="urn:microsoft.com/office/officeart/2008/layout/AlternatingPictureBlocks"/>
    <dgm:cxn modelId="{2AA9C11F-1F1D-428E-801A-47EAA766C99D}" srcId="{B9C32B05-62EA-407A-B21C-2310C7945705}" destId="{42D71409-67F9-455C-8C6D-716D284AAA6B}" srcOrd="0" destOrd="0" parTransId="{51680ED1-AF6E-4B28-AE94-92B0EFB0DF7D}" sibTransId="{478B7D3C-9FB4-4BC6-90AC-49960560DECD}"/>
    <dgm:cxn modelId="{B4F3EA32-CE64-4A92-9BAE-BC57E5392B05}" srcId="{B9C32B05-62EA-407A-B21C-2310C7945705}" destId="{F66099B6-DBBD-4AB0-82D2-877B80F846F7}" srcOrd="1" destOrd="0" parTransId="{B09C8BFB-F41C-4AC4-AB94-F216E3081C2D}" sibTransId="{BC531B32-9B0E-482E-BF91-65C61F17168D}"/>
    <dgm:cxn modelId="{35013F34-57BC-4E3C-A003-07C0E49926DB}" srcId="{F66099B6-DBBD-4AB0-82D2-877B80F846F7}" destId="{BE788BF5-FE9F-4C7D-A1CD-9232D7860179}" srcOrd="1" destOrd="0" parTransId="{963A52CB-C772-45F2-8A30-8ABA6B14D3CE}" sibTransId="{88191C5E-55BA-42F2-B842-FC86CBBADC0F}"/>
    <dgm:cxn modelId="{BC910C61-D6EF-4F01-BD12-BAC0DF60C0B1}" srcId="{244CE93D-3CE9-480A-BC40-D5795AE4CC61}" destId="{CBD3BD06-5B52-457B-A709-959D97EA9FE5}" srcOrd="1" destOrd="0" parTransId="{BCA8D018-4FBF-4EC0-A8A7-2E733ECB7259}" sibTransId="{32702446-735B-4332-BAF3-71D165AF690E}"/>
    <dgm:cxn modelId="{B65A1B44-5238-43B5-B7BE-BB2108819621}" type="presOf" srcId="{FCDCB472-5D0D-441E-9A63-91F48E5C3B9A}" destId="{ABAB616A-70EF-42F6-A707-D778BC1DDBE2}" srcOrd="0" destOrd="4" presId="urn:microsoft.com/office/officeart/2008/layout/AlternatingPictureBlocks"/>
    <dgm:cxn modelId="{E8C2206E-1D42-4A48-A68C-1D3C584F138A}" type="presOf" srcId="{D96BD766-7A45-44C2-B6DC-068AE128BF44}" destId="{ABAB616A-70EF-42F6-A707-D778BC1DDBE2}" srcOrd="0" destOrd="2" presId="urn:microsoft.com/office/officeart/2008/layout/AlternatingPictureBlocks"/>
    <dgm:cxn modelId="{4417E872-C800-4818-9BF2-09849CE07F31}" type="presOf" srcId="{DDCF078C-D429-4F3D-A86A-601C37333F0E}" destId="{35C36C49-65EC-403E-BA49-B50EF8450769}" srcOrd="0" destOrd="1" presId="urn:microsoft.com/office/officeart/2008/layout/AlternatingPictureBlocks"/>
    <dgm:cxn modelId="{8A777C7A-FA95-45DF-841D-E251134A7CD6}" type="presOf" srcId="{EE62A4F6-4AC4-435B-990E-81A71CE8CAC7}" destId="{35C36C49-65EC-403E-BA49-B50EF8450769}" srcOrd="0" destOrd="0" presId="urn:microsoft.com/office/officeart/2008/layout/AlternatingPictureBlocks"/>
    <dgm:cxn modelId="{2DC24386-BC50-4BAB-8571-16CB10C2603C}" srcId="{F66099B6-DBBD-4AB0-82D2-877B80F846F7}" destId="{6CF284C3-4A70-4432-8F33-E75A802B3330}" srcOrd="0" destOrd="0" parTransId="{044831E6-2FC9-4DDA-81FB-5FA418568D07}" sibTransId="{CD50B82D-84BB-4747-B282-ABB339EBA294}"/>
    <dgm:cxn modelId="{A9866988-3CE1-4F24-8CF0-7081269502D7}" type="presOf" srcId="{42D71409-67F9-455C-8C6D-716D284AAA6B}" destId="{F52BB09D-824B-4794-8AD4-EE81D43AA01A}" srcOrd="0" destOrd="0" presId="urn:microsoft.com/office/officeart/2008/layout/AlternatingPictureBlocks"/>
    <dgm:cxn modelId="{FF20448C-58EB-4A1E-AD73-E442F6C50995}" type="presOf" srcId="{B6D9DE15-697B-42C2-B6A1-CE31260EED93}" destId="{ABAB616A-70EF-42F6-A707-D778BC1DDBE2}" srcOrd="0" destOrd="0" presId="urn:microsoft.com/office/officeart/2008/layout/AlternatingPictureBlocks"/>
    <dgm:cxn modelId="{48F3A39D-64B7-467B-B510-00D71D426D04}" type="presOf" srcId="{D416A02A-0A88-4E36-B734-A21335A8DD2D}" destId="{35C36C49-65EC-403E-BA49-B50EF8450769}" srcOrd="0" destOrd="2" presId="urn:microsoft.com/office/officeart/2008/layout/AlternatingPictureBlocks"/>
    <dgm:cxn modelId="{A8DB1F9F-8C0D-44C6-B0CF-E185E4743C27}" srcId="{B6D9DE15-697B-42C2-B6A1-CE31260EED93}" destId="{D96BD766-7A45-44C2-B6DC-068AE128BF44}" srcOrd="1" destOrd="0" parTransId="{1723986A-39AC-4737-B675-843E1268E3F0}" sibTransId="{053D2587-FEB8-41DF-8458-0B353CDF3513}"/>
    <dgm:cxn modelId="{3A2CECA6-0C5B-46BB-B7C6-7D37E9D210BD}" srcId="{B9C32B05-62EA-407A-B21C-2310C7945705}" destId="{EE62A4F6-4AC4-435B-990E-81A71CE8CAC7}" srcOrd="2" destOrd="0" parTransId="{F287B947-7343-4FA2-B288-B23A59FFAE31}" sibTransId="{389F9A93-0231-4877-8C41-5D5B8DD7AAC0}"/>
    <dgm:cxn modelId="{DBE9EEAB-A3CE-4E01-91B7-8D060B26EB02}" type="presOf" srcId="{F66099B6-DBBD-4AB0-82D2-877B80F846F7}" destId="{19E70928-1033-4460-A49F-92FEDBF8E76E}" srcOrd="0" destOrd="0" presId="urn:microsoft.com/office/officeart/2008/layout/AlternatingPictureBlocks"/>
    <dgm:cxn modelId="{E88B75AD-C39B-4285-BC4C-9D53C0A6F80F}" type="presOf" srcId="{CBD3BD06-5B52-457B-A709-959D97EA9FE5}" destId="{ABAB616A-70EF-42F6-A707-D778BC1DDBE2}" srcOrd="0" destOrd="5" presId="urn:microsoft.com/office/officeart/2008/layout/AlternatingPictureBlocks"/>
    <dgm:cxn modelId="{40513FB0-F94C-499F-9A0B-9E0341D0A0C2}" srcId="{B9C32B05-62EA-407A-B21C-2310C7945705}" destId="{B6D9DE15-697B-42C2-B6A1-CE31260EED93}" srcOrd="3" destOrd="0" parTransId="{EAC9FC21-5112-4CCF-8070-06ED15ED24ED}" sibTransId="{B605B681-1ACB-4650-8600-F9223ABDDC16}"/>
    <dgm:cxn modelId="{6B3831B1-C340-4C4D-AF22-C208BACA0085}" type="presOf" srcId="{3AF880A5-0F00-4315-A5DF-1FE656798601}" destId="{F52BB09D-824B-4794-8AD4-EE81D43AA01A}" srcOrd="0" destOrd="2" presId="urn:microsoft.com/office/officeart/2008/layout/AlternatingPictureBlocks"/>
    <dgm:cxn modelId="{CCC5B5BB-56E8-4675-A35B-A685B8E1D93B}" type="presOf" srcId="{0175455E-C54B-45D4-9F64-0589EB6B3316}" destId="{ABAB616A-70EF-42F6-A707-D778BC1DDBE2}" srcOrd="0" destOrd="1" presId="urn:microsoft.com/office/officeart/2008/layout/AlternatingPictureBlocks"/>
    <dgm:cxn modelId="{E555CFC0-456A-41C0-853C-A5C184B6F026}" srcId="{244CE93D-3CE9-480A-BC40-D5795AE4CC61}" destId="{FCDCB472-5D0D-441E-9A63-91F48E5C3B9A}" srcOrd="0" destOrd="0" parTransId="{F183F53E-B9E4-483E-BB59-E567579A1D20}" sibTransId="{88085470-E458-46BB-9028-8CC37AAF17EF}"/>
    <dgm:cxn modelId="{312853C4-683E-4078-8D6F-79715882A59F}" type="presOf" srcId="{B9C32B05-62EA-407A-B21C-2310C7945705}" destId="{2DF72360-A0B8-49F1-9AB4-4996C6E239FE}" srcOrd="0" destOrd="0" presId="urn:microsoft.com/office/officeart/2008/layout/AlternatingPictureBlocks"/>
    <dgm:cxn modelId="{E4A158CA-A62C-47FF-AE77-46A2B98DEC4C}" type="presOf" srcId="{8EA7219F-BDB2-48EB-9EEB-3133522D132E}" destId="{F52BB09D-824B-4794-8AD4-EE81D43AA01A}" srcOrd="0" destOrd="1" presId="urn:microsoft.com/office/officeart/2008/layout/AlternatingPictureBlocks"/>
    <dgm:cxn modelId="{746C65D4-0A32-4610-8B9B-A01592BB40A3}" srcId="{B6D9DE15-697B-42C2-B6A1-CE31260EED93}" destId="{244CE93D-3CE9-480A-BC40-D5795AE4CC61}" srcOrd="2" destOrd="0" parTransId="{B26CFE49-55EC-4B92-8D65-F00D6B48420B}" sibTransId="{AA2C577D-A278-4959-857E-CDA154440386}"/>
    <dgm:cxn modelId="{24F8CBE2-5003-4E69-A772-6B98F2B05181}" srcId="{42D71409-67F9-455C-8C6D-716D284AAA6B}" destId="{3AF880A5-0F00-4315-A5DF-1FE656798601}" srcOrd="1" destOrd="0" parTransId="{A13BB1F9-5857-4B43-8BF5-6589AA2CB759}" sibTransId="{C198C41D-2640-4669-83ED-E0CD35701C8E}"/>
    <dgm:cxn modelId="{ED7A51E6-CC64-454C-8610-1CC82663A42B}" type="presOf" srcId="{BE788BF5-FE9F-4C7D-A1CD-9232D7860179}" destId="{19E70928-1033-4460-A49F-92FEDBF8E76E}" srcOrd="0" destOrd="2" presId="urn:microsoft.com/office/officeart/2008/layout/AlternatingPictureBlocks"/>
    <dgm:cxn modelId="{F5E63DE7-E621-486A-821D-56723B2BF235}" srcId="{EE62A4F6-4AC4-435B-990E-81A71CE8CAC7}" destId="{D416A02A-0A88-4E36-B734-A21335A8DD2D}" srcOrd="1" destOrd="0" parTransId="{FC806BFF-490C-4885-AC46-7E363DD85082}" sibTransId="{D3B5DA4F-29AB-46CB-9796-98FE9606C128}"/>
    <dgm:cxn modelId="{58AD7EEF-D408-406B-87EE-4691D4C30668}" srcId="{42D71409-67F9-455C-8C6D-716D284AAA6B}" destId="{8EA7219F-BDB2-48EB-9EEB-3133522D132E}" srcOrd="0" destOrd="0" parTransId="{3EE8403A-CB7C-4815-85BD-AEBCAEB71B37}" sibTransId="{C94B7947-85DC-4B21-BB99-DF8438356F98}"/>
    <dgm:cxn modelId="{8ED196F6-6553-443C-AAB2-40F72E795577}" srcId="{EE62A4F6-4AC4-435B-990E-81A71CE8CAC7}" destId="{DDCF078C-D429-4F3D-A86A-601C37333F0E}" srcOrd="0" destOrd="0" parTransId="{1882E0FC-22B0-4EC0-AFEA-6913C3E42D04}" sibTransId="{E265BFA4-891C-408C-98FC-08B80CC170BD}"/>
    <dgm:cxn modelId="{C8B436FC-B783-46B4-A145-3B3B3DD3B3F9}" srcId="{B6D9DE15-697B-42C2-B6A1-CE31260EED93}" destId="{0175455E-C54B-45D4-9F64-0589EB6B3316}" srcOrd="0" destOrd="0" parTransId="{88BD4BDB-1D85-4113-AFEC-21431AF63D5F}" sibTransId="{814ADA3B-AA89-4AB7-868E-C824585A3ABB}"/>
    <dgm:cxn modelId="{470BF4B2-DA12-4097-92F7-A9F7E250B6B8}" type="presParOf" srcId="{2DF72360-A0B8-49F1-9AB4-4996C6E239FE}" destId="{04217665-757A-4050-8F9A-11C7F8D27D4D}" srcOrd="0" destOrd="0" presId="urn:microsoft.com/office/officeart/2008/layout/AlternatingPictureBlocks"/>
    <dgm:cxn modelId="{CB8FB4E8-BD31-4232-801A-C83D40B7DFF4}" type="presParOf" srcId="{04217665-757A-4050-8F9A-11C7F8D27D4D}" destId="{F52BB09D-824B-4794-8AD4-EE81D43AA01A}" srcOrd="0" destOrd="0" presId="urn:microsoft.com/office/officeart/2008/layout/AlternatingPictureBlocks"/>
    <dgm:cxn modelId="{C341D8BE-116E-4945-B408-FF59572FA54F}" type="presParOf" srcId="{04217665-757A-4050-8F9A-11C7F8D27D4D}" destId="{3CD77968-1869-4388-8A2C-F456417D2054}" srcOrd="1" destOrd="0" presId="urn:microsoft.com/office/officeart/2008/layout/AlternatingPictureBlocks"/>
    <dgm:cxn modelId="{F10BC089-21B8-4C2D-A155-A425F778EFF8}" type="presParOf" srcId="{2DF72360-A0B8-49F1-9AB4-4996C6E239FE}" destId="{1F3EDA97-F28F-4183-AB4A-A00578061211}" srcOrd="1" destOrd="0" presId="urn:microsoft.com/office/officeart/2008/layout/AlternatingPictureBlocks"/>
    <dgm:cxn modelId="{1CDEB877-7755-4E82-832C-DD9CC8EBE190}" type="presParOf" srcId="{2DF72360-A0B8-49F1-9AB4-4996C6E239FE}" destId="{D13774D7-7D00-4F7A-83C1-D1E241C31BBD}" srcOrd="2" destOrd="0" presId="urn:microsoft.com/office/officeart/2008/layout/AlternatingPictureBlocks"/>
    <dgm:cxn modelId="{688C6FC0-BF6F-4D77-8AF6-6571B0AE61BC}" type="presParOf" srcId="{D13774D7-7D00-4F7A-83C1-D1E241C31BBD}" destId="{19E70928-1033-4460-A49F-92FEDBF8E76E}" srcOrd="0" destOrd="0" presId="urn:microsoft.com/office/officeart/2008/layout/AlternatingPictureBlocks"/>
    <dgm:cxn modelId="{3641CD50-AD53-4482-97DE-2F9553655A00}" type="presParOf" srcId="{D13774D7-7D00-4F7A-83C1-D1E241C31BBD}" destId="{FC5133FD-1F5C-40C6-B575-4F15DC383B7F}" srcOrd="1" destOrd="0" presId="urn:microsoft.com/office/officeart/2008/layout/AlternatingPictureBlocks"/>
    <dgm:cxn modelId="{BDD3F066-33BD-498B-AED7-070C7DCB5051}" type="presParOf" srcId="{2DF72360-A0B8-49F1-9AB4-4996C6E239FE}" destId="{F81C6A2E-6DE6-47AD-B7EA-2CEF32C960F1}" srcOrd="3" destOrd="0" presId="urn:microsoft.com/office/officeart/2008/layout/AlternatingPictureBlocks"/>
    <dgm:cxn modelId="{E219B8B6-11E4-4B2B-A68D-B18E8E9C2E7E}" type="presParOf" srcId="{2DF72360-A0B8-49F1-9AB4-4996C6E239FE}" destId="{F1690D5C-8901-4578-BF6D-47034F597F1F}" srcOrd="4" destOrd="0" presId="urn:microsoft.com/office/officeart/2008/layout/AlternatingPictureBlocks"/>
    <dgm:cxn modelId="{F2647398-9AF5-4154-988C-D95619EC0935}" type="presParOf" srcId="{F1690D5C-8901-4578-BF6D-47034F597F1F}" destId="{35C36C49-65EC-403E-BA49-B50EF8450769}" srcOrd="0" destOrd="0" presId="urn:microsoft.com/office/officeart/2008/layout/AlternatingPictureBlocks"/>
    <dgm:cxn modelId="{7A201B30-08FD-440E-8F68-C5A642B4BFF9}" type="presParOf" srcId="{F1690D5C-8901-4578-BF6D-47034F597F1F}" destId="{6721DB9D-01D4-4564-9287-5FFE3A0E3617}" srcOrd="1" destOrd="0" presId="urn:microsoft.com/office/officeart/2008/layout/AlternatingPictureBlocks"/>
    <dgm:cxn modelId="{0225989F-9460-4285-81BF-DEC364989906}" type="presParOf" srcId="{2DF72360-A0B8-49F1-9AB4-4996C6E239FE}" destId="{4D9F32B1-CF7E-4C3F-BE27-EE9060BE5C37}" srcOrd="5" destOrd="0" presId="urn:microsoft.com/office/officeart/2008/layout/AlternatingPictureBlocks"/>
    <dgm:cxn modelId="{66CEB173-A933-4979-B956-EF54818D38B1}" type="presParOf" srcId="{2DF72360-A0B8-49F1-9AB4-4996C6E239FE}" destId="{F3273856-70CA-47CB-A1B8-847133C601FC}" srcOrd="6" destOrd="0" presId="urn:microsoft.com/office/officeart/2008/layout/AlternatingPictureBlocks"/>
    <dgm:cxn modelId="{205174D6-764D-4EC9-AFA6-85B32B8B7720}" type="presParOf" srcId="{F3273856-70CA-47CB-A1B8-847133C601FC}" destId="{ABAB616A-70EF-42F6-A707-D778BC1DDBE2}" srcOrd="0" destOrd="0" presId="urn:microsoft.com/office/officeart/2008/layout/AlternatingPictureBlocks"/>
    <dgm:cxn modelId="{DF50EA08-014D-487E-ACAD-287F515F0183}" type="presParOf" srcId="{F3273856-70CA-47CB-A1B8-847133C601FC}" destId="{C121F083-7AE1-4671-AA99-3C37F7572A83}" srcOrd="1" destOrd="0" presId="urn:microsoft.com/office/officeart/2008/layout/AlternatingPictureBlocks"/>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29.xml><?xml version="1.0" encoding="utf-8"?>
<dgm:dataModel xmlns:dgm="http://schemas.openxmlformats.org/drawingml/2006/diagram" xmlns:a="http://schemas.openxmlformats.org/drawingml/2006/main">
  <dgm:ptLst>
    <dgm:pt modelId="{B9C32B05-62EA-407A-B21C-2310C7945705}" type="doc">
      <dgm:prSet loTypeId="urn:microsoft.com/office/officeart/2005/8/layout/vList3" loCatId="list"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F66099B6-DBBD-4AB0-82D2-877B80F846F7}">
      <dgm:prSet phldrT="[Text]"/>
      <dgm:spPr/>
      <dgm:t>
        <a:bodyPr/>
        <a:lstStyle/>
        <a:p>
          <a:r>
            <a:rPr lang="en-US" dirty="0"/>
            <a:t>Lorem Ipsum</a:t>
          </a:r>
        </a:p>
      </dgm:t>
    </dgm:pt>
    <dgm:pt modelId="{B09C8BFB-F41C-4AC4-AB94-F216E3081C2D}" type="parTrans" cxnId="{B4F3EA32-CE64-4A92-9BAE-BC57E5392B05}">
      <dgm:prSet/>
      <dgm:spPr/>
      <dgm:t>
        <a:bodyPr/>
        <a:lstStyle/>
        <a:p>
          <a:endParaRPr lang="en-US"/>
        </a:p>
      </dgm:t>
    </dgm:pt>
    <dgm:pt modelId="{BC531B32-9B0E-482E-BF91-65C61F17168D}" type="sibTrans" cxnId="{B4F3EA32-CE64-4A92-9BAE-BC57E5392B05}">
      <dgm:prSet/>
      <dgm:spPr/>
      <dgm:t>
        <a:bodyPr/>
        <a:lstStyle/>
        <a:p>
          <a:endParaRPr lang="en-US"/>
        </a:p>
      </dgm:t>
    </dgm:pt>
    <dgm:pt modelId="{EE62A4F6-4AC4-435B-990E-81A71CE8CAC7}">
      <dgm:prSet phldrT="[Text]"/>
      <dgm:spPr/>
      <dgm:t>
        <a:bodyPr/>
        <a:lstStyle/>
        <a:p>
          <a:r>
            <a:rPr lang="en-US" dirty="0"/>
            <a:t>Lorem Ipsum</a:t>
          </a:r>
        </a:p>
      </dgm:t>
    </dgm:pt>
    <dgm:pt modelId="{F287B947-7343-4FA2-B288-B23A59FFAE31}" type="parTrans" cxnId="{3A2CECA6-0C5B-46BB-B7C6-7D37E9D210BD}">
      <dgm:prSet/>
      <dgm:spPr/>
      <dgm:t>
        <a:bodyPr/>
        <a:lstStyle/>
        <a:p>
          <a:endParaRPr lang="en-US"/>
        </a:p>
      </dgm:t>
    </dgm:pt>
    <dgm:pt modelId="{389F9A93-0231-4877-8C41-5D5B8DD7AAC0}" type="sibTrans" cxnId="{3A2CECA6-0C5B-46BB-B7C6-7D37E9D210BD}">
      <dgm:prSet/>
      <dgm:spPr/>
      <dgm:t>
        <a:bodyPr/>
        <a:lstStyle/>
        <a:p>
          <a:endParaRPr lang="en-US"/>
        </a:p>
      </dgm:t>
    </dgm:pt>
    <dgm:pt modelId="{B6D9DE15-697B-42C2-B6A1-CE31260EED93}">
      <dgm:prSet phldrT="[Text]"/>
      <dgm:spPr/>
      <dgm:t>
        <a:bodyPr/>
        <a:lstStyle/>
        <a:p>
          <a:r>
            <a:rPr lang="en-US" dirty="0"/>
            <a:t>Lorem Ipsum</a:t>
          </a:r>
        </a:p>
      </dgm:t>
    </dgm:pt>
    <dgm:pt modelId="{EAC9FC21-5112-4CCF-8070-06ED15ED24ED}" type="parTrans" cxnId="{40513FB0-F94C-499F-9A0B-9E0341D0A0C2}">
      <dgm:prSet/>
      <dgm:spPr/>
      <dgm:t>
        <a:bodyPr/>
        <a:lstStyle/>
        <a:p>
          <a:endParaRPr lang="en-US"/>
        </a:p>
      </dgm:t>
    </dgm:pt>
    <dgm:pt modelId="{B605B681-1ACB-4650-8600-F9223ABDDC16}" type="sibTrans" cxnId="{40513FB0-F94C-499F-9A0B-9E0341D0A0C2}">
      <dgm:prSet/>
      <dgm:spPr/>
      <dgm:t>
        <a:bodyPr/>
        <a:lstStyle/>
        <a:p>
          <a:endParaRPr lang="en-US"/>
        </a:p>
      </dgm:t>
    </dgm:pt>
    <dgm:pt modelId="{244CE93D-3CE9-480A-BC40-D5795AE4CC61}">
      <dgm:prSet phldrT="[Text]"/>
      <dgm:spPr/>
      <dgm:t>
        <a:bodyPr/>
        <a:lstStyle/>
        <a:p>
          <a:r>
            <a:rPr lang="en-US" dirty="0"/>
            <a:t>Lorem Ipsum</a:t>
          </a:r>
        </a:p>
      </dgm:t>
    </dgm:pt>
    <dgm:pt modelId="{B26CFE49-55EC-4B92-8D65-F00D6B48420B}" type="parTrans" cxnId="{746C65D4-0A32-4610-8B9B-A01592BB40A3}">
      <dgm:prSet/>
      <dgm:spPr/>
      <dgm:t>
        <a:bodyPr/>
        <a:lstStyle/>
        <a:p>
          <a:endParaRPr lang="en-US"/>
        </a:p>
      </dgm:t>
    </dgm:pt>
    <dgm:pt modelId="{AA2C577D-A278-4959-857E-CDA154440386}" type="sibTrans" cxnId="{746C65D4-0A32-4610-8B9B-A01592BB40A3}">
      <dgm:prSet/>
      <dgm:spPr/>
      <dgm:t>
        <a:bodyPr/>
        <a:lstStyle/>
        <a:p>
          <a:endParaRPr lang="en-US"/>
        </a:p>
      </dgm:t>
    </dgm:pt>
    <dgm:pt modelId="{6CF284C3-4A70-4432-8F33-E75A802B3330}">
      <dgm:prSet/>
      <dgm:spPr/>
      <dgm:t>
        <a:bodyPr/>
        <a:lstStyle/>
        <a:p>
          <a:r>
            <a:rPr lang="en-US" dirty="0"/>
            <a:t>Some text here</a:t>
          </a:r>
        </a:p>
      </dgm:t>
    </dgm:pt>
    <dgm:pt modelId="{044831E6-2FC9-4DDA-81FB-5FA418568D07}" type="parTrans" cxnId="{2DC24386-BC50-4BAB-8571-16CB10C2603C}">
      <dgm:prSet/>
      <dgm:spPr/>
      <dgm:t>
        <a:bodyPr/>
        <a:lstStyle/>
        <a:p>
          <a:endParaRPr lang="en-US"/>
        </a:p>
      </dgm:t>
    </dgm:pt>
    <dgm:pt modelId="{CD50B82D-84BB-4747-B282-ABB339EBA294}" type="sibTrans" cxnId="{2DC24386-BC50-4BAB-8571-16CB10C2603C}">
      <dgm:prSet/>
      <dgm:spPr/>
      <dgm:t>
        <a:bodyPr/>
        <a:lstStyle/>
        <a:p>
          <a:endParaRPr lang="en-US"/>
        </a:p>
      </dgm:t>
    </dgm:pt>
    <dgm:pt modelId="{3AF880A5-0F00-4315-A5DF-1FE656798601}">
      <dgm:prSet phldrT="[Text]"/>
      <dgm:spPr/>
      <dgm:t>
        <a:bodyPr/>
        <a:lstStyle/>
        <a:p>
          <a:r>
            <a:rPr lang="en-US" dirty="0"/>
            <a:t>Some text here</a:t>
          </a:r>
        </a:p>
      </dgm:t>
    </dgm:pt>
    <dgm:pt modelId="{A13BB1F9-5857-4B43-8BF5-6589AA2CB759}" type="parTrans" cxnId="{24F8CBE2-5003-4E69-A772-6B98F2B05181}">
      <dgm:prSet/>
      <dgm:spPr/>
      <dgm:t>
        <a:bodyPr/>
        <a:lstStyle/>
        <a:p>
          <a:endParaRPr lang="en-US"/>
        </a:p>
      </dgm:t>
    </dgm:pt>
    <dgm:pt modelId="{C198C41D-2640-4669-83ED-E0CD35701C8E}" type="sibTrans" cxnId="{24F8CBE2-5003-4E69-A772-6B98F2B05181}">
      <dgm:prSet/>
      <dgm:spPr/>
      <dgm:t>
        <a:bodyPr/>
        <a:lstStyle/>
        <a:p>
          <a:endParaRPr lang="en-US"/>
        </a:p>
      </dgm:t>
    </dgm:pt>
    <dgm:pt modelId="{8EA7219F-BDB2-48EB-9EEB-3133522D132E}">
      <dgm:prSet phldrT="[Text]"/>
      <dgm:spPr/>
      <dgm:t>
        <a:bodyPr/>
        <a:lstStyle/>
        <a:p>
          <a:r>
            <a:rPr lang="en-US" dirty="0"/>
            <a:t>Some text here</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BE788BF5-FE9F-4C7D-A1CD-9232D7860179}">
      <dgm:prSet phldrT="[Text]"/>
      <dgm:spPr/>
      <dgm:t>
        <a:bodyPr/>
        <a:lstStyle/>
        <a:p>
          <a:r>
            <a:rPr lang="en-US"/>
            <a:t>Some text here</a:t>
          </a:r>
          <a:endParaRPr lang="en-US" dirty="0"/>
        </a:p>
      </dgm:t>
    </dgm:pt>
    <dgm:pt modelId="{963A52CB-C772-45F2-8A30-8ABA6B14D3CE}" type="parTrans" cxnId="{35013F34-57BC-4E3C-A003-07C0E49926DB}">
      <dgm:prSet/>
      <dgm:spPr/>
      <dgm:t>
        <a:bodyPr/>
        <a:lstStyle/>
        <a:p>
          <a:endParaRPr lang="en-US"/>
        </a:p>
      </dgm:t>
    </dgm:pt>
    <dgm:pt modelId="{88191C5E-55BA-42F2-B842-FC86CBBADC0F}" type="sibTrans" cxnId="{35013F34-57BC-4E3C-A003-07C0E49926DB}">
      <dgm:prSet/>
      <dgm:spPr/>
      <dgm:t>
        <a:bodyPr/>
        <a:lstStyle/>
        <a:p>
          <a:endParaRPr lang="en-US"/>
        </a:p>
      </dgm:t>
    </dgm:pt>
    <dgm:pt modelId="{DDCF078C-D429-4F3D-A86A-601C37333F0E}">
      <dgm:prSet phldrT="[Text]"/>
      <dgm:spPr/>
      <dgm:t>
        <a:bodyPr/>
        <a:lstStyle/>
        <a:p>
          <a:r>
            <a:rPr lang="en-US"/>
            <a:t>Some text here</a:t>
          </a:r>
          <a:endParaRPr lang="en-US" dirty="0"/>
        </a:p>
      </dgm:t>
    </dgm:pt>
    <dgm:pt modelId="{1882E0FC-22B0-4EC0-AFEA-6913C3E42D04}" type="parTrans" cxnId="{8ED196F6-6553-443C-AAB2-40F72E795577}">
      <dgm:prSet/>
      <dgm:spPr/>
      <dgm:t>
        <a:bodyPr/>
        <a:lstStyle/>
        <a:p>
          <a:endParaRPr lang="en-US"/>
        </a:p>
      </dgm:t>
    </dgm:pt>
    <dgm:pt modelId="{E265BFA4-891C-408C-98FC-08B80CC170BD}" type="sibTrans" cxnId="{8ED196F6-6553-443C-AAB2-40F72E795577}">
      <dgm:prSet/>
      <dgm:spPr/>
      <dgm:t>
        <a:bodyPr/>
        <a:lstStyle/>
        <a:p>
          <a:endParaRPr lang="en-US"/>
        </a:p>
      </dgm:t>
    </dgm:pt>
    <dgm:pt modelId="{D416A02A-0A88-4E36-B734-A21335A8DD2D}">
      <dgm:prSet phldrT="[Text]"/>
      <dgm:spPr/>
      <dgm:t>
        <a:bodyPr/>
        <a:lstStyle/>
        <a:p>
          <a:r>
            <a:rPr lang="en-US"/>
            <a:t>Some text here</a:t>
          </a:r>
          <a:endParaRPr lang="en-US" dirty="0"/>
        </a:p>
      </dgm:t>
    </dgm:pt>
    <dgm:pt modelId="{FC806BFF-490C-4885-AC46-7E363DD85082}" type="parTrans" cxnId="{F5E63DE7-E621-486A-821D-56723B2BF235}">
      <dgm:prSet/>
      <dgm:spPr/>
      <dgm:t>
        <a:bodyPr/>
        <a:lstStyle/>
        <a:p>
          <a:endParaRPr lang="en-US"/>
        </a:p>
      </dgm:t>
    </dgm:pt>
    <dgm:pt modelId="{D3B5DA4F-29AB-46CB-9796-98FE9606C128}" type="sibTrans" cxnId="{F5E63DE7-E621-486A-821D-56723B2BF235}">
      <dgm:prSet/>
      <dgm:spPr/>
      <dgm:t>
        <a:bodyPr/>
        <a:lstStyle/>
        <a:p>
          <a:endParaRPr lang="en-US"/>
        </a:p>
      </dgm:t>
    </dgm:pt>
    <dgm:pt modelId="{0175455E-C54B-45D4-9F64-0589EB6B3316}">
      <dgm:prSet phldrT="[Text]"/>
      <dgm:spPr/>
      <dgm:t>
        <a:bodyPr/>
        <a:lstStyle/>
        <a:p>
          <a:r>
            <a:rPr lang="en-US"/>
            <a:t>Some text here</a:t>
          </a:r>
          <a:endParaRPr lang="en-US" dirty="0"/>
        </a:p>
      </dgm:t>
    </dgm:pt>
    <dgm:pt modelId="{88BD4BDB-1D85-4113-AFEC-21431AF63D5F}" type="parTrans" cxnId="{C8B436FC-B783-46B4-A145-3B3B3DD3B3F9}">
      <dgm:prSet/>
      <dgm:spPr/>
      <dgm:t>
        <a:bodyPr/>
        <a:lstStyle/>
        <a:p>
          <a:endParaRPr lang="en-US"/>
        </a:p>
      </dgm:t>
    </dgm:pt>
    <dgm:pt modelId="{814ADA3B-AA89-4AB7-868E-C824585A3ABB}" type="sibTrans" cxnId="{C8B436FC-B783-46B4-A145-3B3B3DD3B3F9}">
      <dgm:prSet/>
      <dgm:spPr/>
      <dgm:t>
        <a:bodyPr/>
        <a:lstStyle/>
        <a:p>
          <a:endParaRPr lang="en-US"/>
        </a:p>
      </dgm:t>
    </dgm:pt>
    <dgm:pt modelId="{D96BD766-7A45-44C2-B6DC-068AE128BF44}">
      <dgm:prSet phldrT="[Text]"/>
      <dgm:spPr/>
      <dgm:t>
        <a:bodyPr/>
        <a:lstStyle/>
        <a:p>
          <a:r>
            <a:rPr lang="en-US"/>
            <a:t>Some text here</a:t>
          </a:r>
          <a:endParaRPr lang="en-US" dirty="0"/>
        </a:p>
      </dgm:t>
    </dgm:pt>
    <dgm:pt modelId="{1723986A-39AC-4737-B675-843E1268E3F0}" type="parTrans" cxnId="{A8DB1F9F-8C0D-44C6-B0CF-E185E4743C27}">
      <dgm:prSet/>
      <dgm:spPr/>
      <dgm:t>
        <a:bodyPr/>
        <a:lstStyle/>
        <a:p>
          <a:endParaRPr lang="en-US"/>
        </a:p>
      </dgm:t>
    </dgm:pt>
    <dgm:pt modelId="{053D2587-FEB8-41DF-8458-0B353CDF3513}" type="sibTrans" cxnId="{A8DB1F9F-8C0D-44C6-B0CF-E185E4743C27}">
      <dgm:prSet/>
      <dgm:spPr/>
      <dgm:t>
        <a:bodyPr/>
        <a:lstStyle/>
        <a:p>
          <a:endParaRPr lang="en-US"/>
        </a:p>
      </dgm:t>
    </dgm:pt>
    <dgm:pt modelId="{FCDCB472-5D0D-441E-9A63-91F48E5C3B9A}">
      <dgm:prSet phldrT="[Text]"/>
      <dgm:spPr/>
      <dgm:t>
        <a:bodyPr/>
        <a:lstStyle/>
        <a:p>
          <a:r>
            <a:rPr lang="en-US"/>
            <a:t>Some text here</a:t>
          </a:r>
          <a:endParaRPr lang="en-US" dirty="0"/>
        </a:p>
      </dgm:t>
    </dgm:pt>
    <dgm:pt modelId="{F183F53E-B9E4-483E-BB59-E567579A1D20}" type="parTrans" cxnId="{E555CFC0-456A-41C0-853C-A5C184B6F026}">
      <dgm:prSet/>
      <dgm:spPr/>
      <dgm:t>
        <a:bodyPr/>
        <a:lstStyle/>
        <a:p>
          <a:endParaRPr lang="en-US"/>
        </a:p>
      </dgm:t>
    </dgm:pt>
    <dgm:pt modelId="{88085470-E458-46BB-9028-8CC37AAF17EF}" type="sibTrans" cxnId="{E555CFC0-456A-41C0-853C-A5C184B6F026}">
      <dgm:prSet/>
      <dgm:spPr/>
      <dgm:t>
        <a:bodyPr/>
        <a:lstStyle/>
        <a:p>
          <a:endParaRPr lang="en-US"/>
        </a:p>
      </dgm:t>
    </dgm:pt>
    <dgm:pt modelId="{CBD3BD06-5B52-457B-A709-959D97EA9FE5}">
      <dgm:prSet phldrT="[Text]"/>
      <dgm:spPr/>
      <dgm:t>
        <a:bodyPr/>
        <a:lstStyle/>
        <a:p>
          <a:r>
            <a:rPr lang="en-US"/>
            <a:t>Some text here</a:t>
          </a:r>
          <a:endParaRPr lang="en-US" dirty="0"/>
        </a:p>
      </dgm:t>
    </dgm:pt>
    <dgm:pt modelId="{BCA8D018-4FBF-4EC0-A8A7-2E733ECB7259}" type="parTrans" cxnId="{BC910C61-D6EF-4F01-BD12-BAC0DF60C0B1}">
      <dgm:prSet/>
      <dgm:spPr/>
      <dgm:t>
        <a:bodyPr/>
        <a:lstStyle/>
        <a:p>
          <a:endParaRPr lang="en-US"/>
        </a:p>
      </dgm:t>
    </dgm:pt>
    <dgm:pt modelId="{32702446-735B-4332-BAF3-71D165AF690E}" type="sibTrans" cxnId="{BC910C61-D6EF-4F01-BD12-BAC0DF60C0B1}">
      <dgm:prSet/>
      <dgm:spPr/>
      <dgm:t>
        <a:bodyPr/>
        <a:lstStyle/>
        <a:p>
          <a:endParaRPr lang="en-US"/>
        </a:p>
      </dgm:t>
    </dgm:pt>
    <dgm:pt modelId="{38505CD6-558A-4F64-B996-4C26239E8FB6}" type="pres">
      <dgm:prSet presAssocID="{B9C32B05-62EA-407A-B21C-2310C7945705}" presName="linearFlow" presStyleCnt="0">
        <dgm:presLayoutVars>
          <dgm:dir/>
          <dgm:resizeHandles val="exact"/>
        </dgm:presLayoutVars>
      </dgm:prSet>
      <dgm:spPr/>
    </dgm:pt>
    <dgm:pt modelId="{CD67E1EB-9F82-4180-8A29-01F04C4248CB}" type="pres">
      <dgm:prSet presAssocID="{42D71409-67F9-455C-8C6D-716D284AAA6B}" presName="composite" presStyleCnt="0"/>
      <dgm:spPr/>
    </dgm:pt>
    <dgm:pt modelId="{26E63D25-FE5F-48C4-8812-EF82FC348605}" type="pres">
      <dgm:prSet presAssocID="{42D71409-67F9-455C-8C6D-716D284AAA6B}" presName="imgShp" presStyleLbl="fgImgPlace1" presStyleIdx="0" presStyleCnt="5"/>
      <dgm:spPr/>
    </dgm:pt>
    <dgm:pt modelId="{2E016B83-DD1A-455C-81BB-0220AC6DCEAB}" type="pres">
      <dgm:prSet presAssocID="{42D71409-67F9-455C-8C6D-716D284AAA6B}" presName="txShp" presStyleLbl="node1" presStyleIdx="0" presStyleCnt="5">
        <dgm:presLayoutVars>
          <dgm:bulletEnabled val="1"/>
        </dgm:presLayoutVars>
      </dgm:prSet>
      <dgm:spPr/>
    </dgm:pt>
    <dgm:pt modelId="{C82A2FCA-0A2A-4C8A-8F3A-3FAFAD2E0389}" type="pres">
      <dgm:prSet presAssocID="{478B7D3C-9FB4-4BC6-90AC-49960560DECD}" presName="spacing" presStyleCnt="0"/>
      <dgm:spPr/>
    </dgm:pt>
    <dgm:pt modelId="{C1F1EECD-17AE-404D-9378-54BAE754754C}" type="pres">
      <dgm:prSet presAssocID="{F66099B6-DBBD-4AB0-82D2-877B80F846F7}" presName="composite" presStyleCnt="0"/>
      <dgm:spPr/>
    </dgm:pt>
    <dgm:pt modelId="{3F3A2B1C-8C9E-4835-A95C-EBE2B8C80C4D}" type="pres">
      <dgm:prSet presAssocID="{F66099B6-DBBD-4AB0-82D2-877B80F846F7}" presName="imgShp" presStyleLbl="fgImgPlace1" presStyleIdx="1" presStyleCnt="5"/>
      <dgm:spPr/>
    </dgm:pt>
    <dgm:pt modelId="{428C1413-CDDA-48AD-B40A-3A30B1573B2F}" type="pres">
      <dgm:prSet presAssocID="{F66099B6-DBBD-4AB0-82D2-877B80F846F7}" presName="txShp" presStyleLbl="node1" presStyleIdx="1" presStyleCnt="5">
        <dgm:presLayoutVars>
          <dgm:bulletEnabled val="1"/>
        </dgm:presLayoutVars>
      </dgm:prSet>
      <dgm:spPr/>
    </dgm:pt>
    <dgm:pt modelId="{55C52DF1-9937-4B89-8CE5-136EF6D0A260}" type="pres">
      <dgm:prSet presAssocID="{BC531B32-9B0E-482E-BF91-65C61F17168D}" presName="spacing" presStyleCnt="0"/>
      <dgm:spPr/>
    </dgm:pt>
    <dgm:pt modelId="{3F5D82E8-A3A7-4FD2-8FF4-25F05A5C02A5}" type="pres">
      <dgm:prSet presAssocID="{EE62A4F6-4AC4-435B-990E-81A71CE8CAC7}" presName="composite" presStyleCnt="0"/>
      <dgm:spPr/>
    </dgm:pt>
    <dgm:pt modelId="{2E32418D-F4C7-4C9A-8D23-519D6980DD62}" type="pres">
      <dgm:prSet presAssocID="{EE62A4F6-4AC4-435B-990E-81A71CE8CAC7}" presName="imgShp" presStyleLbl="fgImgPlace1" presStyleIdx="2" presStyleCnt="5"/>
      <dgm:spPr/>
    </dgm:pt>
    <dgm:pt modelId="{FA9ACE2F-CCF3-4B3F-BC07-77478A72EB0D}" type="pres">
      <dgm:prSet presAssocID="{EE62A4F6-4AC4-435B-990E-81A71CE8CAC7}" presName="txShp" presStyleLbl="node1" presStyleIdx="2" presStyleCnt="5">
        <dgm:presLayoutVars>
          <dgm:bulletEnabled val="1"/>
        </dgm:presLayoutVars>
      </dgm:prSet>
      <dgm:spPr/>
    </dgm:pt>
    <dgm:pt modelId="{27DC73FF-2A4B-4AFD-9477-2176320C6E5C}" type="pres">
      <dgm:prSet presAssocID="{389F9A93-0231-4877-8C41-5D5B8DD7AAC0}" presName="spacing" presStyleCnt="0"/>
      <dgm:spPr/>
    </dgm:pt>
    <dgm:pt modelId="{5E1C4FD4-B6DD-4695-85E3-D11FABB29585}" type="pres">
      <dgm:prSet presAssocID="{B6D9DE15-697B-42C2-B6A1-CE31260EED93}" presName="composite" presStyleCnt="0"/>
      <dgm:spPr/>
    </dgm:pt>
    <dgm:pt modelId="{1D8DACDA-D66A-4F0E-A476-1E8F27CAB261}" type="pres">
      <dgm:prSet presAssocID="{B6D9DE15-697B-42C2-B6A1-CE31260EED93}" presName="imgShp" presStyleLbl="fgImgPlace1" presStyleIdx="3" presStyleCnt="5"/>
      <dgm:spPr/>
    </dgm:pt>
    <dgm:pt modelId="{2D9A0C13-B6AF-42A0-9A2E-AEDA9A0AEDE3}" type="pres">
      <dgm:prSet presAssocID="{B6D9DE15-697B-42C2-B6A1-CE31260EED93}" presName="txShp" presStyleLbl="node1" presStyleIdx="3" presStyleCnt="5">
        <dgm:presLayoutVars>
          <dgm:bulletEnabled val="1"/>
        </dgm:presLayoutVars>
      </dgm:prSet>
      <dgm:spPr/>
    </dgm:pt>
    <dgm:pt modelId="{7C4579B6-13DB-426B-8FA2-CC751F77CCD8}" type="pres">
      <dgm:prSet presAssocID="{B605B681-1ACB-4650-8600-F9223ABDDC16}" presName="spacing" presStyleCnt="0"/>
      <dgm:spPr/>
    </dgm:pt>
    <dgm:pt modelId="{9B3BCCC0-4858-4356-9BFF-06C02E87AF12}" type="pres">
      <dgm:prSet presAssocID="{244CE93D-3CE9-480A-BC40-D5795AE4CC61}" presName="composite" presStyleCnt="0"/>
      <dgm:spPr/>
    </dgm:pt>
    <dgm:pt modelId="{EA4DB8EC-49F5-47E9-ADDB-08A260C4EF68}" type="pres">
      <dgm:prSet presAssocID="{244CE93D-3CE9-480A-BC40-D5795AE4CC61}" presName="imgShp" presStyleLbl="fgImgPlace1" presStyleIdx="4" presStyleCnt="5"/>
      <dgm:spPr/>
    </dgm:pt>
    <dgm:pt modelId="{E4F331A9-78D3-4F98-A0E6-2B0594A10437}" type="pres">
      <dgm:prSet presAssocID="{244CE93D-3CE9-480A-BC40-D5795AE4CC61}" presName="txShp" presStyleLbl="node1" presStyleIdx="4" presStyleCnt="5">
        <dgm:presLayoutVars>
          <dgm:bulletEnabled val="1"/>
        </dgm:presLayoutVars>
      </dgm:prSet>
      <dgm:spPr/>
    </dgm:pt>
  </dgm:ptLst>
  <dgm:cxnLst>
    <dgm:cxn modelId="{7300CE06-8CBB-4B76-AFFD-BCC0CBBE2261}" type="presOf" srcId="{F66099B6-DBBD-4AB0-82D2-877B80F846F7}" destId="{428C1413-CDDA-48AD-B40A-3A30B1573B2F}" srcOrd="0" destOrd="0" presId="urn:microsoft.com/office/officeart/2005/8/layout/vList3"/>
    <dgm:cxn modelId="{A59C1F0A-A45B-42BA-B336-115330A5A23E}" type="presOf" srcId="{D96BD766-7A45-44C2-B6DC-068AE128BF44}" destId="{2D9A0C13-B6AF-42A0-9A2E-AEDA9A0AEDE3}" srcOrd="0" destOrd="2" presId="urn:microsoft.com/office/officeart/2005/8/layout/vList3"/>
    <dgm:cxn modelId="{880FE817-EC7F-4E97-A025-B418F90562F4}" type="presOf" srcId="{EE62A4F6-4AC4-435B-990E-81A71CE8CAC7}" destId="{FA9ACE2F-CCF3-4B3F-BC07-77478A72EB0D}" srcOrd="0" destOrd="0" presId="urn:microsoft.com/office/officeart/2005/8/layout/vList3"/>
    <dgm:cxn modelId="{5D8AA11A-3556-4810-BD0F-3A1D91D367C8}" type="presOf" srcId="{CBD3BD06-5B52-457B-A709-959D97EA9FE5}" destId="{E4F331A9-78D3-4F98-A0E6-2B0594A10437}" srcOrd="0" destOrd="2" presId="urn:microsoft.com/office/officeart/2005/8/layout/vList3"/>
    <dgm:cxn modelId="{2AA9C11F-1F1D-428E-801A-47EAA766C99D}" srcId="{B9C32B05-62EA-407A-B21C-2310C7945705}" destId="{42D71409-67F9-455C-8C6D-716D284AAA6B}" srcOrd="0" destOrd="0" parTransId="{51680ED1-AF6E-4B28-AE94-92B0EFB0DF7D}" sibTransId="{478B7D3C-9FB4-4BC6-90AC-49960560DECD}"/>
    <dgm:cxn modelId="{532FB22C-861E-42E4-97A6-9A39587DAE28}" type="presOf" srcId="{42D71409-67F9-455C-8C6D-716D284AAA6B}" destId="{2E016B83-DD1A-455C-81BB-0220AC6DCEAB}" srcOrd="0" destOrd="0" presId="urn:microsoft.com/office/officeart/2005/8/layout/vList3"/>
    <dgm:cxn modelId="{B4F3EA32-CE64-4A92-9BAE-BC57E5392B05}" srcId="{B9C32B05-62EA-407A-B21C-2310C7945705}" destId="{F66099B6-DBBD-4AB0-82D2-877B80F846F7}" srcOrd="1" destOrd="0" parTransId="{B09C8BFB-F41C-4AC4-AB94-F216E3081C2D}" sibTransId="{BC531B32-9B0E-482E-BF91-65C61F17168D}"/>
    <dgm:cxn modelId="{4EC0FD33-6D06-42FF-A3EF-DB83DAEB6009}" type="presOf" srcId="{FCDCB472-5D0D-441E-9A63-91F48E5C3B9A}" destId="{E4F331A9-78D3-4F98-A0E6-2B0594A10437}" srcOrd="0" destOrd="1" presId="urn:microsoft.com/office/officeart/2005/8/layout/vList3"/>
    <dgm:cxn modelId="{35013F34-57BC-4E3C-A003-07C0E49926DB}" srcId="{F66099B6-DBBD-4AB0-82D2-877B80F846F7}" destId="{BE788BF5-FE9F-4C7D-A1CD-9232D7860179}" srcOrd="1" destOrd="0" parTransId="{963A52CB-C772-45F2-8A30-8ABA6B14D3CE}" sibTransId="{88191C5E-55BA-42F2-B842-FC86CBBADC0F}"/>
    <dgm:cxn modelId="{BC910C61-D6EF-4F01-BD12-BAC0DF60C0B1}" srcId="{244CE93D-3CE9-480A-BC40-D5795AE4CC61}" destId="{CBD3BD06-5B52-457B-A709-959D97EA9FE5}" srcOrd="1" destOrd="0" parTransId="{BCA8D018-4FBF-4EC0-A8A7-2E733ECB7259}" sibTransId="{32702446-735B-4332-BAF3-71D165AF690E}"/>
    <dgm:cxn modelId="{83CF5370-4348-4A2D-A3B9-CFBC579D3D65}" type="presOf" srcId="{8EA7219F-BDB2-48EB-9EEB-3133522D132E}" destId="{2E016B83-DD1A-455C-81BB-0220AC6DCEAB}" srcOrd="0" destOrd="1" presId="urn:microsoft.com/office/officeart/2005/8/layout/vList3"/>
    <dgm:cxn modelId="{6353CA81-E52D-428C-8026-6F28EE5506DB}" type="presOf" srcId="{6CF284C3-4A70-4432-8F33-E75A802B3330}" destId="{428C1413-CDDA-48AD-B40A-3A30B1573B2F}" srcOrd="0" destOrd="1" presId="urn:microsoft.com/office/officeart/2005/8/layout/vList3"/>
    <dgm:cxn modelId="{2DC24386-BC50-4BAB-8571-16CB10C2603C}" srcId="{F66099B6-DBBD-4AB0-82D2-877B80F846F7}" destId="{6CF284C3-4A70-4432-8F33-E75A802B3330}" srcOrd="0" destOrd="0" parTransId="{044831E6-2FC9-4DDA-81FB-5FA418568D07}" sibTransId="{CD50B82D-84BB-4747-B282-ABB339EBA294}"/>
    <dgm:cxn modelId="{A8DB1F9F-8C0D-44C6-B0CF-E185E4743C27}" srcId="{B6D9DE15-697B-42C2-B6A1-CE31260EED93}" destId="{D96BD766-7A45-44C2-B6DC-068AE128BF44}" srcOrd="1" destOrd="0" parTransId="{1723986A-39AC-4737-B675-843E1268E3F0}" sibTransId="{053D2587-FEB8-41DF-8458-0B353CDF3513}"/>
    <dgm:cxn modelId="{528400A2-7C19-4022-9A56-202D16D74781}" type="presOf" srcId="{D416A02A-0A88-4E36-B734-A21335A8DD2D}" destId="{FA9ACE2F-CCF3-4B3F-BC07-77478A72EB0D}" srcOrd="0" destOrd="2" presId="urn:microsoft.com/office/officeart/2005/8/layout/vList3"/>
    <dgm:cxn modelId="{3A2CECA6-0C5B-46BB-B7C6-7D37E9D210BD}" srcId="{B9C32B05-62EA-407A-B21C-2310C7945705}" destId="{EE62A4F6-4AC4-435B-990E-81A71CE8CAC7}" srcOrd="2" destOrd="0" parTransId="{F287B947-7343-4FA2-B288-B23A59FFAE31}" sibTransId="{389F9A93-0231-4877-8C41-5D5B8DD7AAC0}"/>
    <dgm:cxn modelId="{40513FB0-F94C-499F-9A0B-9E0341D0A0C2}" srcId="{B9C32B05-62EA-407A-B21C-2310C7945705}" destId="{B6D9DE15-697B-42C2-B6A1-CE31260EED93}" srcOrd="3" destOrd="0" parTransId="{EAC9FC21-5112-4CCF-8070-06ED15ED24ED}" sibTransId="{B605B681-1ACB-4650-8600-F9223ABDDC16}"/>
    <dgm:cxn modelId="{216622B1-CA3F-4193-BD07-505133997134}" type="presOf" srcId="{244CE93D-3CE9-480A-BC40-D5795AE4CC61}" destId="{E4F331A9-78D3-4F98-A0E6-2B0594A10437}" srcOrd="0" destOrd="0" presId="urn:microsoft.com/office/officeart/2005/8/layout/vList3"/>
    <dgm:cxn modelId="{E555CFC0-456A-41C0-853C-A5C184B6F026}" srcId="{244CE93D-3CE9-480A-BC40-D5795AE4CC61}" destId="{FCDCB472-5D0D-441E-9A63-91F48E5C3B9A}" srcOrd="0" destOrd="0" parTransId="{F183F53E-B9E4-483E-BB59-E567579A1D20}" sibTransId="{88085470-E458-46BB-9028-8CC37AAF17EF}"/>
    <dgm:cxn modelId="{9E3987C4-4D4F-418A-B86A-D421F8179C03}" type="presOf" srcId="{B9C32B05-62EA-407A-B21C-2310C7945705}" destId="{38505CD6-558A-4F64-B996-4C26239E8FB6}" srcOrd="0" destOrd="0" presId="urn:microsoft.com/office/officeart/2005/8/layout/vList3"/>
    <dgm:cxn modelId="{58D0E3CA-82A7-4070-B514-201486E5ECF7}" type="presOf" srcId="{BE788BF5-FE9F-4C7D-A1CD-9232D7860179}" destId="{428C1413-CDDA-48AD-B40A-3A30B1573B2F}" srcOrd="0" destOrd="2" presId="urn:microsoft.com/office/officeart/2005/8/layout/vList3"/>
    <dgm:cxn modelId="{68BC73CB-1CC8-4FAB-8622-9AF434226766}" type="presOf" srcId="{B6D9DE15-697B-42C2-B6A1-CE31260EED93}" destId="{2D9A0C13-B6AF-42A0-9A2E-AEDA9A0AEDE3}" srcOrd="0" destOrd="0" presId="urn:microsoft.com/office/officeart/2005/8/layout/vList3"/>
    <dgm:cxn modelId="{2DF698D0-A1F3-4E69-A226-978062DD4C76}" type="presOf" srcId="{0175455E-C54B-45D4-9F64-0589EB6B3316}" destId="{2D9A0C13-B6AF-42A0-9A2E-AEDA9A0AEDE3}" srcOrd="0" destOrd="1" presId="urn:microsoft.com/office/officeart/2005/8/layout/vList3"/>
    <dgm:cxn modelId="{746C65D4-0A32-4610-8B9B-A01592BB40A3}" srcId="{B9C32B05-62EA-407A-B21C-2310C7945705}" destId="{244CE93D-3CE9-480A-BC40-D5795AE4CC61}" srcOrd="4" destOrd="0" parTransId="{B26CFE49-55EC-4B92-8D65-F00D6B48420B}" sibTransId="{AA2C577D-A278-4959-857E-CDA154440386}"/>
    <dgm:cxn modelId="{BC4F9EDF-FCEB-459B-BF2A-950AC85BE791}" type="presOf" srcId="{3AF880A5-0F00-4315-A5DF-1FE656798601}" destId="{2E016B83-DD1A-455C-81BB-0220AC6DCEAB}" srcOrd="0" destOrd="2" presId="urn:microsoft.com/office/officeart/2005/8/layout/vList3"/>
    <dgm:cxn modelId="{24F8CBE2-5003-4E69-A772-6B98F2B05181}" srcId="{42D71409-67F9-455C-8C6D-716D284AAA6B}" destId="{3AF880A5-0F00-4315-A5DF-1FE656798601}" srcOrd="1" destOrd="0" parTransId="{A13BB1F9-5857-4B43-8BF5-6589AA2CB759}" sibTransId="{C198C41D-2640-4669-83ED-E0CD35701C8E}"/>
    <dgm:cxn modelId="{F5E63DE7-E621-486A-821D-56723B2BF235}" srcId="{EE62A4F6-4AC4-435B-990E-81A71CE8CAC7}" destId="{D416A02A-0A88-4E36-B734-A21335A8DD2D}" srcOrd="1" destOrd="0" parTransId="{FC806BFF-490C-4885-AC46-7E363DD85082}" sibTransId="{D3B5DA4F-29AB-46CB-9796-98FE9606C128}"/>
    <dgm:cxn modelId="{58AD7EEF-D408-406B-87EE-4691D4C30668}" srcId="{42D71409-67F9-455C-8C6D-716D284AAA6B}" destId="{8EA7219F-BDB2-48EB-9EEB-3133522D132E}" srcOrd="0" destOrd="0" parTransId="{3EE8403A-CB7C-4815-85BD-AEBCAEB71B37}" sibTransId="{C94B7947-85DC-4B21-BB99-DF8438356F98}"/>
    <dgm:cxn modelId="{ACE867F1-A6C4-4020-ABED-FB1606410E60}" type="presOf" srcId="{DDCF078C-D429-4F3D-A86A-601C37333F0E}" destId="{FA9ACE2F-CCF3-4B3F-BC07-77478A72EB0D}" srcOrd="0" destOrd="1" presId="urn:microsoft.com/office/officeart/2005/8/layout/vList3"/>
    <dgm:cxn modelId="{8ED196F6-6553-443C-AAB2-40F72E795577}" srcId="{EE62A4F6-4AC4-435B-990E-81A71CE8CAC7}" destId="{DDCF078C-D429-4F3D-A86A-601C37333F0E}" srcOrd="0" destOrd="0" parTransId="{1882E0FC-22B0-4EC0-AFEA-6913C3E42D04}" sibTransId="{E265BFA4-891C-408C-98FC-08B80CC170BD}"/>
    <dgm:cxn modelId="{C8B436FC-B783-46B4-A145-3B3B3DD3B3F9}" srcId="{B6D9DE15-697B-42C2-B6A1-CE31260EED93}" destId="{0175455E-C54B-45D4-9F64-0589EB6B3316}" srcOrd="0" destOrd="0" parTransId="{88BD4BDB-1D85-4113-AFEC-21431AF63D5F}" sibTransId="{814ADA3B-AA89-4AB7-868E-C824585A3ABB}"/>
    <dgm:cxn modelId="{C3D027D0-A8E7-4B19-A53F-A995DCBBED1B}" type="presParOf" srcId="{38505CD6-558A-4F64-B996-4C26239E8FB6}" destId="{CD67E1EB-9F82-4180-8A29-01F04C4248CB}" srcOrd="0" destOrd="0" presId="urn:microsoft.com/office/officeart/2005/8/layout/vList3"/>
    <dgm:cxn modelId="{2345C188-37E5-4DD7-99B3-8F5C91D671FC}" type="presParOf" srcId="{CD67E1EB-9F82-4180-8A29-01F04C4248CB}" destId="{26E63D25-FE5F-48C4-8812-EF82FC348605}" srcOrd="0" destOrd="0" presId="urn:microsoft.com/office/officeart/2005/8/layout/vList3"/>
    <dgm:cxn modelId="{8385A731-27B0-487D-A561-E6932CC3CA37}" type="presParOf" srcId="{CD67E1EB-9F82-4180-8A29-01F04C4248CB}" destId="{2E016B83-DD1A-455C-81BB-0220AC6DCEAB}" srcOrd="1" destOrd="0" presId="urn:microsoft.com/office/officeart/2005/8/layout/vList3"/>
    <dgm:cxn modelId="{B6806283-B6B3-4F10-86DF-CA06DBFCFA17}" type="presParOf" srcId="{38505CD6-558A-4F64-B996-4C26239E8FB6}" destId="{C82A2FCA-0A2A-4C8A-8F3A-3FAFAD2E0389}" srcOrd="1" destOrd="0" presId="urn:microsoft.com/office/officeart/2005/8/layout/vList3"/>
    <dgm:cxn modelId="{F9127D36-12B2-4541-918A-946B27B833F2}" type="presParOf" srcId="{38505CD6-558A-4F64-B996-4C26239E8FB6}" destId="{C1F1EECD-17AE-404D-9378-54BAE754754C}" srcOrd="2" destOrd="0" presId="urn:microsoft.com/office/officeart/2005/8/layout/vList3"/>
    <dgm:cxn modelId="{E5D9799D-BC0D-4A0E-8625-ED444DB8565D}" type="presParOf" srcId="{C1F1EECD-17AE-404D-9378-54BAE754754C}" destId="{3F3A2B1C-8C9E-4835-A95C-EBE2B8C80C4D}" srcOrd="0" destOrd="0" presId="urn:microsoft.com/office/officeart/2005/8/layout/vList3"/>
    <dgm:cxn modelId="{02599846-1CFD-4C91-A088-EE098E606898}" type="presParOf" srcId="{C1F1EECD-17AE-404D-9378-54BAE754754C}" destId="{428C1413-CDDA-48AD-B40A-3A30B1573B2F}" srcOrd="1" destOrd="0" presId="urn:microsoft.com/office/officeart/2005/8/layout/vList3"/>
    <dgm:cxn modelId="{804AA931-EFD8-4D6C-982F-7438BE893D46}" type="presParOf" srcId="{38505CD6-558A-4F64-B996-4C26239E8FB6}" destId="{55C52DF1-9937-4B89-8CE5-136EF6D0A260}" srcOrd="3" destOrd="0" presId="urn:microsoft.com/office/officeart/2005/8/layout/vList3"/>
    <dgm:cxn modelId="{677D587E-6142-45CF-BA8E-C1D526E6AFC4}" type="presParOf" srcId="{38505CD6-558A-4F64-B996-4C26239E8FB6}" destId="{3F5D82E8-A3A7-4FD2-8FF4-25F05A5C02A5}" srcOrd="4" destOrd="0" presId="urn:microsoft.com/office/officeart/2005/8/layout/vList3"/>
    <dgm:cxn modelId="{4AAC73A7-8010-4A1B-A9D6-A7E8E78F52E1}" type="presParOf" srcId="{3F5D82E8-A3A7-4FD2-8FF4-25F05A5C02A5}" destId="{2E32418D-F4C7-4C9A-8D23-519D6980DD62}" srcOrd="0" destOrd="0" presId="urn:microsoft.com/office/officeart/2005/8/layout/vList3"/>
    <dgm:cxn modelId="{A4488699-3838-448C-9FB3-1FBD58742410}" type="presParOf" srcId="{3F5D82E8-A3A7-4FD2-8FF4-25F05A5C02A5}" destId="{FA9ACE2F-CCF3-4B3F-BC07-77478A72EB0D}" srcOrd="1" destOrd="0" presId="urn:microsoft.com/office/officeart/2005/8/layout/vList3"/>
    <dgm:cxn modelId="{9754F99D-B0AF-4C05-AD22-3957AF70B082}" type="presParOf" srcId="{38505CD6-558A-4F64-B996-4C26239E8FB6}" destId="{27DC73FF-2A4B-4AFD-9477-2176320C6E5C}" srcOrd="5" destOrd="0" presId="urn:microsoft.com/office/officeart/2005/8/layout/vList3"/>
    <dgm:cxn modelId="{B2AEC0C2-B702-4D7D-ACC3-09F00B32664D}" type="presParOf" srcId="{38505CD6-558A-4F64-B996-4C26239E8FB6}" destId="{5E1C4FD4-B6DD-4695-85E3-D11FABB29585}" srcOrd="6" destOrd="0" presId="urn:microsoft.com/office/officeart/2005/8/layout/vList3"/>
    <dgm:cxn modelId="{1FE0CE5C-A399-4176-B9A2-A99AC02600F6}" type="presParOf" srcId="{5E1C4FD4-B6DD-4695-85E3-D11FABB29585}" destId="{1D8DACDA-D66A-4F0E-A476-1E8F27CAB261}" srcOrd="0" destOrd="0" presId="urn:microsoft.com/office/officeart/2005/8/layout/vList3"/>
    <dgm:cxn modelId="{7FF4A5EC-8992-449B-9CF6-C24E43F2C5E8}" type="presParOf" srcId="{5E1C4FD4-B6DD-4695-85E3-D11FABB29585}" destId="{2D9A0C13-B6AF-42A0-9A2E-AEDA9A0AEDE3}" srcOrd="1" destOrd="0" presId="urn:microsoft.com/office/officeart/2005/8/layout/vList3"/>
    <dgm:cxn modelId="{E6938AF0-CC8F-4FF7-B185-30FCE936C421}" type="presParOf" srcId="{38505CD6-558A-4F64-B996-4C26239E8FB6}" destId="{7C4579B6-13DB-426B-8FA2-CC751F77CCD8}" srcOrd="7" destOrd="0" presId="urn:microsoft.com/office/officeart/2005/8/layout/vList3"/>
    <dgm:cxn modelId="{4A7B70F7-290F-4249-8FD2-B9D15A674386}" type="presParOf" srcId="{38505CD6-558A-4F64-B996-4C26239E8FB6}" destId="{9B3BCCC0-4858-4356-9BFF-06C02E87AF12}" srcOrd="8" destOrd="0" presId="urn:microsoft.com/office/officeart/2005/8/layout/vList3"/>
    <dgm:cxn modelId="{570F710D-6A9D-408B-BB2D-784B7E375258}" type="presParOf" srcId="{9B3BCCC0-4858-4356-9BFF-06C02E87AF12}" destId="{EA4DB8EC-49F5-47E9-ADDB-08A260C4EF68}" srcOrd="0" destOrd="0" presId="urn:microsoft.com/office/officeart/2005/8/layout/vList3"/>
    <dgm:cxn modelId="{BA6940F3-5978-4D7E-BE12-F00E016B0985}" type="presParOf" srcId="{9B3BCCC0-4858-4356-9BFF-06C02E87AF12}" destId="{E4F331A9-78D3-4F98-A0E6-2B0594A10437}" srcOrd="1" destOrd="0" presId="urn:microsoft.com/office/officeart/2005/8/layout/vList3"/>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30.xml><?xml version="1.0" encoding="utf-8"?>
<dgm:dataModel xmlns:dgm="http://schemas.openxmlformats.org/drawingml/2006/diagram" xmlns:a="http://schemas.openxmlformats.org/drawingml/2006/main">
  <dgm:ptLst>
    <dgm:pt modelId="{B9C32B05-62EA-407A-B21C-2310C7945705}" type="doc">
      <dgm:prSet loTypeId="urn:microsoft.com/office/officeart/2008/layout/PictureAccentList" loCatId="list"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F66099B6-DBBD-4AB0-82D2-877B80F846F7}">
      <dgm:prSet phldrT="[Text]"/>
      <dgm:spPr/>
      <dgm:t>
        <a:bodyPr/>
        <a:lstStyle/>
        <a:p>
          <a:r>
            <a:rPr lang="en-US" dirty="0"/>
            <a:t>Lorem Ipsum</a:t>
          </a:r>
        </a:p>
      </dgm:t>
    </dgm:pt>
    <dgm:pt modelId="{B09C8BFB-F41C-4AC4-AB94-F216E3081C2D}" type="parTrans" cxnId="{B4F3EA32-CE64-4A92-9BAE-BC57E5392B05}">
      <dgm:prSet/>
      <dgm:spPr/>
      <dgm:t>
        <a:bodyPr/>
        <a:lstStyle/>
        <a:p>
          <a:endParaRPr lang="en-US"/>
        </a:p>
      </dgm:t>
    </dgm:pt>
    <dgm:pt modelId="{BC531B32-9B0E-482E-BF91-65C61F17168D}" type="sibTrans" cxnId="{B4F3EA32-CE64-4A92-9BAE-BC57E5392B05}">
      <dgm:prSet/>
      <dgm:spPr/>
      <dgm:t>
        <a:bodyPr/>
        <a:lstStyle/>
        <a:p>
          <a:endParaRPr lang="en-US"/>
        </a:p>
      </dgm:t>
    </dgm:pt>
    <dgm:pt modelId="{B17E243C-7C2A-4497-B9FD-482B359D0E96}">
      <dgm:prSet phldrT="[Text]"/>
      <dgm:spPr/>
      <dgm:t>
        <a:bodyPr/>
        <a:lstStyle/>
        <a:p>
          <a:r>
            <a:rPr lang="en-US" dirty="0"/>
            <a:t>Some text here</a:t>
          </a:r>
        </a:p>
      </dgm:t>
    </dgm:pt>
    <dgm:pt modelId="{F4C2A7AC-34E8-4D4B-8CAD-30BF80238ED3}" type="parTrans" cxnId="{0597D6FD-4CF2-4637-AF70-2E5616A37BE9}">
      <dgm:prSet/>
      <dgm:spPr/>
      <dgm:t>
        <a:bodyPr/>
        <a:lstStyle/>
        <a:p>
          <a:endParaRPr lang="en-US"/>
        </a:p>
      </dgm:t>
    </dgm:pt>
    <dgm:pt modelId="{E7F060AA-45D7-4369-8C24-1AC91630B148}" type="sibTrans" cxnId="{0597D6FD-4CF2-4637-AF70-2E5616A37BE9}">
      <dgm:prSet/>
      <dgm:spPr/>
      <dgm:t>
        <a:bodyPr/>
        <a:lstStyle/>
        <a:p>
          <a:endParaRPr lang="en-US"/>
        </a:p>
      </dgm:t>
    </dgm:pt>
    <dgm:pt modelId="{4C4A3CB7-DBB9-4565-BC61-1FDDCF34F6ED}">
      <dgm:prSet phldrT="[Text]"/>
      <dgm:spPr/>
      <dgm:t>
        <a:bodyPr/>
        <a:lstStyle/>
        <a:p>
          <a:r>
            <a:rPr lang="en-US" dirty="0"/>
            <a:t>Some text here</a:t>
          </a:r>
        </a:p>
      </dgm:t>
    </dgm:pt>
    <dgm:pt modelId="{2BEC9C80-EDC6-4CFE-8BC5-6D3B134D8DCB}" type="parTrans" cxnId="{ADEB0A01-AE6C-45F2-9F4B-8197DE8621B1}">
      <dgm:prSet/>
      <dgm:spPr/>
      <dgm:t>
        <a:bodyPr/>
        <a:lstStyle/>
        <a:p>
          <a:endParaRPr lang="en-US"/>
        </a:p>
      </dgm:t>
    </dgm:pt>
    <dgm:pt modelId="{957AF5A0-9A87-47C1-9915-684B01851EB2}" type="sibTrans" cxnId="{ADEB0A01-AE6C-45F2-9F4B-8197DE8621B1}">
      <dgm:prSet/>
      <dgm:spPr/>
      <dgm:t>
        <a:bodyPr/>
        <a:lstStyle/>
        <a:p>
          <a:endParaRPr lang="en-US"/>
        </a:p>
      </dgm:t>
    </dgm:pt>
    <dgm:pt modelId="{AC7C33C3-C5CF-4C2F-9B04-A63CEBAB6E60}">
      <dgm:prSet phldrT="[Text]"/>
      <dgm:spPr/>
      <dgm:t>
        <a:bodyPr/>
        <a:lstStyle/>
        <a:p>
          <a:r>
            <a:rPr lang="en-US" dirty="0"/>
            <a:t>Some text here</a:t>
          </a:r>
        </a:p>
      </dgm:t>
    </dgm:pt>
    <dgm:pt modelId="{7A56565C-F2D6-49F8-BEA2-70904860281D}" type="parTrans" cxnId="{C5E3E1E1-37BC-4936-B1E8-2C8545B6D104}">
      <dgm:prSet/>
      <dgm:spPr/>
      <dgm:t>
        <a:bodyPr/>
        <a:lstStyle/>
        <a:p>
          <a:endParaRPr lang="en-US"/>
        </a:p>
      </dgm:t>
    </dgm:pt>
    <dgm:pt modelId="{050B6C86-4C33-4897-BB57-AD5B514B95A8}" type="sibTrans" cxnId="{C5E3E1E1-37BC-4936-B1E8-2C8545B6D104}">
      <dgm:prSet/>
      <dgm:spPr/>
      <dgm:t>
        <a:bodyPr/>
        <a:lstStyle/>
        <a:p>
          <a:endParaRPr lang="en-US"/>
        </a:p>
      </dgm:t>
    </dgm:pt>
    <dgm:pt modelId="{C4116586-CCBE-4106-91AD-F93FD5742867}">
      <dgm:prSet phldrT="[Text]"/>
      <dgm:spPr/>
      <dgm:t>
        <a:bodyPr/>
        <a:lstStyle/>
        <a:p>
          <a:r>
            <a:rPr lang="en-US" dirty="0"/>
            <a:t>Some text here</a:t>
          </a:r>
        </a:p>
      </dgm:t>
    </dgm:pt>
    <dgm:pt modelId="{0F94EDBC-B693-4288-B37C-056D920045B8}" type="parTrans" cxnId="{3D46DF59-9FBC-4988-B9AC-7E77FBC7A81C}">
      <dgm:prSet/>
      <dgm:spPr/>
      <dgm:t>
        <a:bodyPr/>
        <a:lstStyle/>
        <a:p>
          <a:endParaRPr lang="en-US"/>
        </a:p>
      </dgm:t>
    </dgm:pt>
    <dgm:pt modelId="{3C835BBF-480A-4A9F-92C3-11A43F4B3F27}" type="sibTrans" cxnId="{3D46DF59-9FBC-4988-B9AC-7E77FBC7A81C}">
      <dgm:prSet/>
      <dgm:spPr/>
      <dgm:t>
        <a:bodyPr/>
        <a:lstStyle/>
        <a:p>
          <a:endParaRPr lang="en-US"/>
        </a:p>
      </dgm:t>
    </dgm:pt>
    <dgm:pt modelId="{DF3FDA3A-1B31-45D6-ACC1-0542B2F1C554}">
      <dgm:prSet phldrT="[Text]"/>
      <dgm:spPr/>
      <dgm:t>
        <a:bodyPr/>
        <a:lstStyle/>
        <a:p>
          <a:r>
            <a:rPr lang="en-US" dirty="0"/>
            <a:t>Some text here</a:t>
          </a:r>
        </a:p>
      </dgm:t>
    </dgm:pt>
    <dgm:pt modelId="{80FF9A55-59DB-4DF8-BD6F-933493647152}" type="parTrans" cxnId="{C5CAAD37-B56E-45AF-BE25-98B45F0F57C0}">
      <dgm:prSet/>
      <dgm:spPr/>
      <dgm:t>
        <a:bodyPr/>
        <a:lstStyle/>
        <a:p>
          <a:endParaRPr lang="en-US"/>
        </a:p>
      </dgm:t>
    </dgm:pt>
    <dgm:pt modelId="{1180C60F-6FCC-4203-93C9-41AA5CE295E6}" type="sibTrans" cxnId="{C5CAAD37-B56E-45AF-BE25-98B45F0F57C0}">
      <dgm:prSet/>
      <dgm:spPr/>
      <dgm:t>
        <a:bodyPr/>
        <a:lstStyle/>
        <a:p>
          <a:endParaRPr lang="en-US"/>
        </a:p>
      </dgm:t>
    </dgm:pt>
    <dgm:pt modelId="{E192DF30-04FE-4E12-AAE1-0DAB17B3D20B}">
      <dgm:prSet phldrT="[Text]"/>
      <dgm:spPr/>
      <dgm:t>
        <a:bodyPr/>
        <a:lstStyle/>
        <a:p>
          <a:r>
            <a:rPr lang="en-US" dirty="0"/>
            <a:t>Some text here</a:t>
          </a:r>
        </a:p>
      </dgm:t>
    </dgm:pt>
    <dgm:pt modelId="{EF615724-B00F-42B5-8DA8-8FFD8AC0B100}" type="parTrans" cxnId="{55A3CA1A-6CCD-4A66-88D0-E1D0332DAA66}">
      <dgm:prSet/>
      <dgm:spPr/>
      <dgm:t>
        <a:bodyPr/>
        <a:lstStyle/>
        <a:p>
          <a:endParaRPr lang="en-US"/>
        </a:p>
      </dgm:t>
    </dgm:pt>
    <dgm:pt modelId="{F6D68A83-D6E8-44AD-A527-C68DFD50B877}" type="sibTrans" cxnId="{55A3CA1A-6CCD-4A66-88D0-E1D0332DAA66}">
      <dgm:prSet/>
      <dgm:spPr/>
      <dgm:t>
        <a:bodyPr/>
        <a:lstStyle/>
        <a:p>
          <a:endParaRPr lang="en-US"/>
        </a:p>
      </dgm:t>
    </dgm:pt>
    <dgm:pt modelId="{256D9216-BFD0-403A-8DAB-AA31607E052B}">
      <dgm:prSet phldrT="[Text]"/>
      <dgm:spPr/>
      <dgm:t>
        <a:bodyPr/>
        <a:lstStyle/>
        <a:p>
          <a:r>
            <a:rPr lang="en-US" dirty="0"/>
            <a:t>Some text here</a:t>
          </a:r>
        </a:p>
      </dgm:t>
    </dgm:pt>
    <dgm:pt modelId="{5EFB47B4-E1D9-4853-ADCF-457E5B2FCAED}" type="parTrans" cxnId="{0225DF5C-907B-47C1-9A22-BFC80BA191A8}">
      <dgm:prSet/>
      <dgm:spPr/>
      <dgm:t>
        <a:bodyPr/>
        <a:lstStyle/>
        <a:p>
          <a:endParaRPr lang="en-US"/>
        </a:p>
      </dgm:t>
    </dgm:pt>
    <dgm:pt modelId="{C1385610-8945-4B59-860D-F17517226EC2}" type="sibTrans" cxnId="{0225DF5C-907B-47C1-9A22-BFC80BA191A8}">
      <dgm:prSet/>
      <dgm:spPr/>
      <dgm:t>
        <a:bodyPr/>
        <a:lstStyle/>
        <a:p>
          <a:endParaRPr lang="en-US"/>
        </a:p>
      </dgm:t>
    </dgm:pt>
    <dgm:pt modelId="{DD3AAE3A-B958-433E-88E6-4C5BC6122905}">
      <dgm:prSet phldrT="[Text]"/>
      <dgm:spPr/>
      <dgm:t>
        <a:bodyPr/>
        <a:lstStyle/>
        <a:p>
          <a:r>
            <a:rPr lang="en-US" dirty="0"/>
            <a:t>Some text here</a:t>
          </a:r>
        </a:p>
      </dgm:t>
    </dgm:pt>
    <dgm:pt modelId="{075E931A-D910-48FF-9BCE-3773ED067283}" type="parTrans" cxnId="{E8C93842-ABD8-4105-AB93-A060745CE021}">
      <dgm:prSet/>
      <dgm:spPr/>
      <dgm:t>
        <a:bodyPr/>
        <a:lstStyle/>
        <a:p>
          <a:endParaRPr lang="en-US"/>
        </a:p>
      </dgm:t>
    </dgm:pt>
    <dgm:pt modelId="{7ED81C40-A43C-40C7-A9BB-A940664C2F42}" type="sibTrans" cxnId="{E8C93842-ABD8-4105-AB93-A060745CE021}">
      <dgm:prSet/>
      <dgm:spPr/>
      <dgm:t>
        <a:bodyPr/>
        <a:lstStyle/>
        <a:p>
          <a:endParaRPr lang="en-US"/>
        </a:p>
      </dgm:t>
    </dgm:pt>
    <dgm:pt modelId="{2AC9E542-8A55-4C7B-8A74-8D8DE322FB8F}" type="pres">
      <dgm:prSet presAssocID="{B9C32B05-62EA-407A-B21C-2310C7945705}" presName="layout" presStyleCnt="0">
        <dgm:presLayoutVars>
          <dgm:chMax/>
          <dgm:chPref/>
          <dgm:dir/>
          <dgm:animOne val="branch"/>
          <dgm:animLvl val="lvl"/>
          <dgm:resizeHandles/>
        </dgm:presLayoutVars>
      </dgm:prSet>
      <dgm:spPr/>
    </dgm:pt>
    <dgm:pt modelId="{AC9B2E63-BD03-490A-B50E-64C9DB5A87E8}" type="pres">
      <dgm:prSet presAssocID="{42D71409-67F9-455C-8C6D-716D284AAA6B}" presName="root" presStyleCnt="0">
        <dgm:presLayoutVars>
          <dgm:chMax/>
          <dgm:chPref val="4"/>
        </dgm:presLayoutVars>
      </dgm:prSet>
      <dgm:spPr/>
    </dgm:pt>
    <dgm:pt modelId="{A7E3E50B-332C-4D36-8A43-0A2C5DA377AF}" type="pres">
      <dgm:prSet presAssocID="{42D71409-67F9-455C-8C6D-716D284AAA6B}" presName="rootComposite" presStyleCnt="0">
        <dgm:presLayoutVars/>
      </dgm:prSet>
      <dgm:spPr/>
    </dgm:pt>
    <dgm:pt modelId="{8078184F-24B8-4545-BA03-C7C6937BE4DB}" type="pres">
      <dgm:prSet presAssocID="{42D71409-67F9-455C-8C6D-716D284AAA6B}" presName="rootText" presStyleLbl="node0" presStyleIdx="0" presStyleCnt="2">
        <dgm:presLayoutVars>
          <dgm:chMax/>
          <dgm:chPref val="4"/>
        </dgm:presLayoutVars>
      </dgm:prSet>
      <dgm:spPr/>
    </dgm:pt>
    <dgm:pt modelId="{F1B2B005-7DFC-4277-9D69-68B008ED1BB3}" type="pres">
      <dgm:prSet presAssocID="{42D71409-67F9-455C-8C6D-716D284AAA6B}" presName="childShape" presStyleCnt="0">
        <dgm:presLayoutVars>
          <dgm:chMax val="0"/>
          <dgm:chPref val="0"/>
        </dgm:presLayoutVars>
      </dgm:prSet>
      <dgm:spPr/>
    </dgm:pt>
    <dgm:pt modelId="{5C002414-F8F0-4CE2-BE3F-9C6F56B84795}" type="pres">
      <dgm:prSet presAssocID="{B17E243C-7C2A-4497-B9FD-482B359D0E96}" presName="childComposite" presStyleCnt="0">
        <dgm:presLayoutVars>
          <dgm:chMax val="0"/>
          <dgm:chPref val="0"/>
        </dgm:presLayoutVars>
      </dgm:prSet>
      <dgm:spPr/>
    </dgm:pt>
    <dgm:pt modelId="{D0D23D67-FC3E-48F1-AB0A-4E193A13C166}" type="pres">
      <dgm:prSet presAssocID="{B17E243C-7C2A-4497-B9FD-482B359D0E96}" presName="Image" presStyleLbl="node1" presStyleIdx="0" presStyleCnt="8"/>
      <dgm:spPr/>
    </dgm:pt>
    <dgm:pt modelId="{A19925E6-FDB3-4F2F-A450-EC88D366F3E3}" type="pres">
      <dgm:prSet presAssocID="{B17E243C-7C2A-4497-B9FD-482B359D0E96}" presName="childText" presStyleLbl="lnNode1" presStyleIdx="0" presStyleCnt="8">
        <dgm:presLayoutVars>
          <dgm:chMax val="0"/>
          <dgm:chPref val="0"/>
          <dgm:bulletEnabled val="1"/>
        </dgm:presLayoutVars>
      </dgm:prSet>
      <dgm:spPr/>
    </dgm:pt>
    <dgm:pt modelId="{E22E0DAC-0C1A-45A5-B085-66446F4DBE69}" type="pres">
      <dgm:prSet presAssocID="{4C4A3CB7-DBB9-4565-BC61-1FDDCF34F6ED}" presName="childComposite" presStyleCnt="0">
        <dgm:presLayoutVars>
          <dgm:chMax val="0"/>
          <dgm:chPref val="0"/>
        </dgm:presLayoutVars>
      </dgm:prSet>
      <dgm:spPr/>
    </dgm:pt>
    <dgm:pt modelId="{DA939A89-6207-4A02-9111-A8680F7E8D21}" type="pres">
      <dgm:prSet presAssocID="{4C4A3CB7-DBB9-4565-BC61-1FDDCF34F6ED}" presName="Image" presStyleLbl="node1" presStyleIdx="1" presStyleCnt="8"/>
      <dgm:spPr/>
    </dgm:pt>
    <dgm:pt modelId="{3836AB6B-1022-4237-A25F-BB07BD7F6FCA}" type="pres">
      <dgm:prSet presAssocID="{4C4A3CB7-DBB9-4565-BC61-1FDDCF34F6ED}" presName="childText" presStyleLbl="lnNode1" presStyleIdx="1" presStyleCnt="8">
        <dgm:presLayoutVars>
          <dgm:chMax val="0"/>
          <dgm:chPref val="0"/>
          <dgm:bulletEnabled val="1"/>
        </dgm:presLayoutVars>
      </dgm:prSet>
      <dgm:spPr/>
    </dgm:pt>
    <dgm:pt modelId="{5012F163-8B4B-4F64-8A24-4329F5AE3D48}" type="pres">
      <dgm:prSet presAssocID="{AC7C33C3-C5CF-4C2F-9B04-A63CEBAB6E60}" presName="childComposite" presStyleCnt="0">
        <dgm:presLayoutVars>
          <dgm:chMax val="0"/>
          <dgm:chPref val="0"/>
        </dgm:presLayoutVars>
      </dgm:prSet>
      <dgm:spPr/>
    </dgm:pt>
    <dgm:pt modelId="{5879BD05-E0D0-4D30-904C-8EEB030B9CAF}" type="pres">
      <dgm:prSet presAssocID="{AC7C33C3-C5CF-4C2F-9B04-A63CEBAB6E60}" presName="Image" presStyleLbl="node1" presStyleIdx="2" presStyleCnt="8"/>
      <dgm:spPr/>
    </dgm:pt>
    <dgm:pt modelId="{187FEF94-62CB-4504-805A-B9AF57839461}" type="pres">
      <dgm:prSet presAssocID="{AC7C33C3-C5CF-4C2F-9B04-A63CEBAB6E60}" presName="childText" presStyleLbl="lnNode1" presStyleIdx="2" presStyleCnt="8">
        <dgm:presLayoutVars>
          <dgm:chMax val="0"/>
          <dgm:chPref val="0"/>
          <dgm:bulletEnabled val="1"/>
        </dgm:presLayoutVars>
      </dgm:prSet>
      <dgm:spPr/>
    </dgm:pt>
    <dgm:pt modelId="{DE02B4DE-A76F-4F11-A604-5E3BB66A60FA}" type="pres">
      <dgm:prSet presAssocID="{C4116586-CCBE-4106-91AD-F93FD5742867}" presName="childComposite" presStyleCnt="0">
        <dgm:presLayoutVars>
          <dgm:chMax val="0"/>
          <dgm:chPref val="0"/>
        </dgm:presLayoutVars>
      </dgm:prSet>
      <dgm:spPr/>
    </dgm:pt>
    <dgm:pt modelId="{BEE90C18-57B8-4FDE-A34C-B465A9C9F4D5}" type="pres">
      <dgm:prSet presAssocID="{C4116586-CCBE-4106-91AD-F93FD5742867}" presName="Image" presStyleLbl="node1" presStyleIdx="3" presStyleCnt="8"/>
      <dgm:spPr/>
    </dgm:pt>
    <dgm:pt modelId="{0AEBEBE7-A6CB-458A-BCBF-CFAD956698B4}" type="pres">
      <dgm:prSet presAssocID="{C4116586-CCBE-4106-91AD-F93FD5742867}" presName="childText" presStyleLbl="lnNode1" presStyleIdx="3" presStyleCnt="8">
        <dgm:presLayoutVars>
          <dgm:chMax val="0"/>
          <dgm:chPref val="0"/>
          <dgm:bulletEnabled val="1"/>
        </dgm:presLayoutVars>
      </dgm:prSet>
      <dgm:spPr/>
    </dgm:pt>
    <dgm:pt modelId="{15387AFD-FA1E-477C-B38E-1AC407B8312C}" type="pres">
      <dgm:prSet presAssocID="{F66099B6-DBBD-4AB0-82D2-877B80F846F7}" presName="root" presStyleCnt="0">
        <dgm:presLayoutVars>
          <dgm:chMax/>
          <dgm:chPref val="4"/>
        </dgm:presLayoutVars>
      </dgm:prSet>
      <dgm:spPr/>
    </dgm:pt>
    <dgm:pt modelId="{5E3E5687-C87D-4E8E-9CC3-9BDBF92F2220}" type="pres">
      <dgm:prSet presAssocID="{F66099B6-DBBD-4AB0-82D2-877B80F846F7}" presName="rootComposite" presStyleCnt="0">
        <dgm:presLayoutVars/>
      </dgm:prSet>
      <dgm:spPr/>
    </dgm:pt>
    <dgm:pt modelId="{96C5A095-E701-40BA-92F5-D6ECEB0E775F}" type="pres">
      <dgm:prSet presAssocID="{F66099B6-DBBD-4AB0-82D2-877B80F846F7}" presName="rootText" presStyleLbl="node0" presStyleIdx="1" presStyleCnt="2">
        <dgm:presLayoutVars>
          <dgm:chMax/>
          <dgm:chPref val="4"/>
        </dgm:presLayoutVars>
      </dgm:prSet>
      <dgm:spPr/>
    </dgm:pt>
    <dgm:pt modelId="{5A39E87B-1BEA-4316-827C-293287632BCE}" type="pres">
      <dgm:prSet presAssocID="{F66099B6-DBBD-4AB0-82D2-877B80F846F7}" presName="childShape" presStyleCnt="0">
        <dgm:presLayoutVars>
          <dgm:chMax val="0"/>
          <dgm:chPref val="0"/>
        </dgm:presLayoutVars>
      </dgm:prSet>
      <dgm:spPr/>
    </dgm:pt>
    <dgm:pt modelId="{F5259ED7-4A0F-4E10-8B19-7F9860A6F8EA}" type="pres">
      <dgm:prSet presAssocID="{DF3FDA3A-1B31-45D6-ACC1-0542B2F1C554}" presName="childComposite" presStyleCnt="0">
        <dgm:presLayoutVars>
          <dgm:chMax val="0"/>
          <dgm:chPref val="0"/>
        </dgm:presLayoutVars>
      </dgm:prSet>
      <dgm:spPr/>
    </dgm:pt>
    <dgm:pt modelId="{FA940E67-1DED-4FF3-AC0C-6C11BAC61200}" type="pres">
      <dgm:prSet presAssocID="{DF3FDA3A-1B31-45D6-ACC1-0542B2F1C554}" presName="Image" presStyleLbl="node1" presStyleIdx="4" presStyleCnt="8"/>
      <dgm:spPr/>
    </dgm:pt>
    <dgm:pt modelId="{334AEAE1-F73B-42E9-A3EA-E79A8067213C}" type="pres">
      <dgm:prSet presAssocID="{DF3FDA3A-1B31-45D6-ACC1-0542B2F1C554}" presName="childText" presStyleLbl="lnNode1" presStyleIdx="4" presStyleCnt="8">
        <dgm:presLayoutVars>
          <dgm:chMax val="0"/>
          <dgm:chPref val="0"/>
          <dgm:bulletEnabled val="1"/>
        </dgm:presLayoutVars>
      </dgm:prSet>
      <dgm:spPr/>
    </dgm:pt>
    <dgm:pt modelId="{18E96DBC-EC4B-4846-B47B-6956C96A06FE}" type="pres">
      <dgm:prSet presAssocID="{E192DF30-04FE-4E12-AAE1-0DAB17B3D20B}" presName="childComposite" presStyleCnt="0">
        <dgm:presLayoutVars>
          <dgm:chMax val="0"/>
          <dgm:chPref val="0"/>
        </dgm:presLayoutVars>
      </dgm:prSet>
      <dgm:spPr/>
    </dgm:pt>
    <dgm:pt modelId="{CDFC69DD-CBDD-476C-989C-DC6B4D6D1D63}" type="pres">
      <dgm:prSet presAssocID="{E192DF30-04FE-4E12-AAE1-0DAB17B3D20B}" presName="Image" presStyleLbl="node1" presStyleIdx="5" presStyleCnt="8"/>
      <dgm:spPr/>
    </dgm:pt>
    <dgm:pt modelId="{F62C7DC8-8B7F-4D6D-8BD3-0D36B41166B4}" type="pres">
      <dgm:prSet presAssocID="{E192DF30-04FE-4E12-AAE1-0DAB17B3D20B}" presName="childText" presStyleLbl="lnNode1" presStyleIdx="5" presStyleCnt="8">
        <dgm:presLayoutVars>
          <dgm:chMax val="0"/>
          <dgm:chPref val="0"/>
          <dgm:bulletEnabled val="1"/>
        </dgm:presLayoutVars>
      </dgm:prSet>
      <dgm:spPr/>
    </dgm:pt>
    <dgm:pt modelId="{FA20B46D-EE68-43E2-BD0D-A3DE8DEDB25C}" type="pres">
      <dgm:prSet presAssocID="{256D9216-BFD0-403A-8DAB-AA31607E052B}" presName="childComposite" presStyleCnt="0">
        <dgm:presLayoutVars>
          <dgm:chMax val="0"/>
          <dgm:chPref val="0"/>
        </dgm:presLayoutVars>
      </dgm:prSet>
      <dgm:spPr/>
    </dgm:pt>
    <dgm:pt modelId="{9E6E8F5A-E7B7-43CF-9B81-5A3277670910}" type="pres">
      <dgm:prSet presAssocID="{256D9216-BFD0-403A-8DAB-AA31607E052B}" presName="Image" presStyleLbl="node1" presStyleIdx="6" presStyleCnt="8"/>
      <dgm:spPr/>
    </dgm:pt>
    <dgm:pt modelId="{014B3254-1301-4067-8A2D-92A5963BD94A}" type="pres">
      <dgm:prSet presAssocID="{256D9216-BFD0-403A-8DAB-AA31607E052B}" presName="childText" presStyleLbl="lnNode1" presStyleIdx="6" presStyleCnt="8">
        <dgm:presLayoutVars>
          <dgm:chMax val="0"/>
          <dgm:chPref val="0"/>
          <dgm:bulletEnabled val="1"/>
        </dgm:presLayoutVars>
      </dgm:prSet>
      <dgm:spPr/>
    </dgm:pt>
    <dgm:pt modelId="{45633B64-3D78-49E3-8572-AFCBE15BF1F6}" type="pres">
      <dgm:prSet presAssocID="{DD3AAE3A-B958-433E-88E6-4C5BC6122905}" presName="childComposite" presStyleCnt="0">
        <dgm:presLayoutVars>
          <dgm:chMax val="0"/>
          <dgm:chPref val="0"/>
        </dgm:presLayoutVars>
      </dgm:prSet>
      <dgm:spPr/>
    </dgm:pt>
    <dgm:pt modelId="{438AC64A-5098-43C3-80FE-DFA4545CEE0D}" type="pres">
      <dgm:prSet presAssocID="{DD3AAE3A-B958-433E-88E6-4C5BC6122905}" presName="Image" presStyleLbl="node1" presStyleIdx="7" presStyleCnt="8"/>
      <dgm:spPr/>
    </dgm:pt>
    <dgm:pt modelId="{FD14EF6F-EAD1-46B8-A0AE-CF1745E45C97}" type="pres">
      <dgm:prSet presAssocID="{DD3AAE3A-B958-433E-88E6-4C5BC6122905}" presName="childText" presStyleLbl="lnNode1" presStyleIdx="7" presStyleCnt="8">
        <dgm:presLayoutVars>
          <dgm:chMax val="0"/>
          <dgm:chPref val="0"/>
          <dgm:bulletEnabled val="1"/>
        </dgm:presLayoutVars>
      </dgm:prSet>
      <dgm:spPr/>
    </dgm:pt>
  </dgm:ptLst>
  <dgm:cxnLst>
    <dgm:cxn modelId="{ADEB0A01-AE6C-45F2-9F4B-8197DE8621B1}" srcId="{42D71409-67F9-455C-8C6D-716D284AAA6B}" destId="{4C4A3CB7-DBB9-4565-BC61-1FDDCF34F6ED}" srcOrd="1" destOrd="0" parTransId="{2BEC9C80-EDC6-4CFE-8BC5-6D3B134D8DCB}" sibTransId="{957AF5A0-9A87-47C1-9915-684B01851EB2}"/>
    <dgm:cxn modelId="{02C70409-1F42-49D1-967B-6D957939AF86}" type="presOf" srcId="{DD3AAE3A-B958-433E-88E6-4C5BC6122905}" destId="{FD14EF6F-EAD1-46B8-A0AE-CF1745E45C97}" srcOrd="0" destOrd="0" presId="urn:microsoft.com/office/officeart/2008/layout/PictureAccentList"/>
    <dgm:cxn modelId="{55A3CA1A-6CCD-4A66-88D0-E1D0332DAA66}" srcId="{F66099B6-DBBD-4AB0-82D2-877B80F846F7}" destId="{E192DF30-04FE-4E12-AAE1-0DAB17B3D20B}" srcOrd="1" destOrd="0" parTransId="{EF615724-B00F-42B5-8DA8-8FFD8AC0B100}" sibTransId="{F6D68A83-D6E8-44AD-A527-C68DFD50B877}"/>
    <dgm:cxn modelId="{0693681E-71A0-4AC7-B815-F497326D824D}" type="presOf" srcId="{42D71409-67F9-455C-8C6D-716D284AAA6B}" destId="{8078184F-24B8-4545-BA03-C7C6937BE4DB}" srcOrd="0" destOrd="0" presId="urn:microsoft.com/office/officeart/2008/layout/PictureAccentList"/>
    <dgm:cxn modelId="{2AA9C11F-1F1D-428E-801A-47EAA766C99D}" srcId="{B9C32B05-62EA-407A-B21C-2310C7945705}" destId="{42D71409-67F9-455C-8C6D-716D284AAA6B}" srcOrd="0" destOrd="0" parTransId="{51680ED1-AF6E-4B28-AE94-92B0EFB0DF7D}" sibTransId="{478B7D3C-9FB4-4BC6-90AC-49960560DECD}"/>
    <dgm:cxn modelId="{8A36582F-35F0-40B3-B36E-4B9BEA784978}" type="presOf" srcId="{F66099B6-DBBD-4AB0-82D2-877B80F846F7}" destId="{96C5A095-E701-40BA-92F5-D6ECEB0E775F}" srcOrd="0" destOrd="0" presId="urn:microsoft.com/office/officeart/2008/layout/PictureAccentList"/>
    <dgm:cxn modelId="{B4F3EA32-CE64-4A92-9BAE-BC57E5392B05}" srcId="{B9C32B05-62EA-407A-B21C-2310C7945705}" destId="{F66099B6-DBBD-4AB0-82D2-877B80F846F7}" srcOrd="1" destOrd="0" parTransId="{B09C8BFB-F41C-4AC4-AB94-F216E3081C2D}" sibTransId="{BC531B32-9B0E-482E-BF91-65C61F17168D}"/>
    <dgm:cxn modelId="{C5CAAD37-B56E-45AF-BE25-98B45F0F57C0}" srcId="{F66099B6-DBBD-4AB0-82D2-877B80F846F7}" destId="{DF3FDA3A-1B31-45D6-ACC1-0542B2F1C554}" srcOrd="0" destOrd="0" parTransId="{80FF9A55-59DB-4DF8-BD6F-933493647152}" sibTransId="{1180C60F-6FCC-4203-93C9-41AA5CE295E6}"/>
    <dgm:cxn modelId="{5856D83C-BC52-4A7B-A204-9A1A52C37B12}" type="presOf" srcId="{4C4A3CB7-DBB9-4565-BC61-1FDDCF34F6ED}" destId="{3836AB6B-1022-4237-A25F-BB07BD7F6FCA}" srcOrd="0" destOrd="0" presId="urn:microsoft.com/office/officeart/2008/layout/PictureAccentList"/>
    <dgm:cxn modelId="{5A79EC3F-237A-4459-89E9-FDF50255663C}" type="presOf" srcId="{B17E243C-7C2A-4497-B9FD-482B359D0E96}" destId="{A19925E6-FDB3-4F2F-A450-EC88D366F3E3}" srcOrd="0" destOrd="0" presId="urn:microsoft.com/office/officeart/2008/layout/PictureAccentList"/>
    <dgm:cxn modelId="{0225DF5C-907B-47C1-9A22-BFC80BA191A8}" srcId="{F66099B6-DBBD-4AB0-82D2-877B80F846F7}" destId="{256D9216-BFD0-403A-8DAB-AA31607E052B}" srcOrd="2" destOrd="0" parTransId="{5EFB47B4-E1D9-4853-ADCF-457E5B2FCAED}" sibTransId="{C1385610-8945-4B59-860D-F17517226EC2}"/>
    <dgm:cxn modelId="{1DABAE5D-C85C-43D8-A75D-20C7670C82F9}" type="presOf" srcId="{DF3FDA3A-1B31-45D6-ACC1-0542B2F1C554}" destId="{334AEAE1-F73B-42E9-A3EA-E79A8067213C}" srcOrd="0" destOrd="0" presId="urn:microsoft.com/office/officeart/2008/layout/PictureAccentList"/>
    <dgm:cxn modelId="{E8C93842-ABD8-4105-AB93-A060745CE021}" srcId="{F66099B6-DBBD-4AB0-82D2-877B80F846F7}" destId="{DD3AAE3A-B958-433E-88E6-4C5BC6122905}" srcOrd="3" destOrd="0" parTransId="{075E931A-D910-48FF-9BCE-3773ED067283}" sibTransId="{7ED81C40-A43C-40C7-A9BB-A940664C2F42}"/>
    <dgm:cxn modelId="{5F338773-24BF-4FAD-B67D-6AFC23A84FDF}" type="presOf" srcId="{E192DF30-04FE-4E12-AAE1-0DAB17B3D20B}" destId="{F62C7DC8-8B7F-4D6D-8BD3-0D36B41166B4}" srcOrd="0" destOrd="0" presId="urn:microsoft.com/office/officeart/2008/layout/PictureAccentList"/>
    <dgm:cxn modelId="{3D46DF59-9FBC-4988-B9AC-7E77FBC7A81C}" srcId="{42D71409-67F9-455C-8C6D-716D284AAA6B}" destId="{C4116586-CCBE-4106-91AD-F93FD5742867}" srcOrd="3" destOrd="0" parTransId="{0F94EDBC-B693-4288-B37C-056D920045B8}" sibTransId="{3C835BBF-480A-4A9F-92C3-11A43F4B3F27}"/>
    <dgm:cxn modelId="{0B758B7C-3C88-4362-B528-570DBF85D7BE}" type="presOf" srcId="{B9C32B05-62EA-407A-B21C-2310C7945705}" destId="{2AC9E542-8A55-4C7B-8A74-8D8DE322FB8F}" srcOrd="0" destOrd="0" presId="urn:microsoft.com/office/officeart/2008/layout/PictureAccentList"/>
    <dgm:cxn modelId="{F87717C3-6ABF-4426-B840-52303CBB0564}" type="presOf" srcId="{C4116586-CCBE-4106-91AD-F93FD5742867}" destId="{0AEBEBE7-A6CB-458A-BCBF-CFAD956698B4}" srcOrd="0" destOrd="0" presId="urn:microsoft.com/office/officeart/2008/layout/PictureAccentList"/>
    <dgm:cxn modelId="{323DB2D7-B2B1-40D4-A4BA-EC3D80A3E98D}" type="presOf" srcId="{256D9216-BFD0-403A-8DAB-AA31607E052B}" destId="{014B3254-1301-4067-8A2D-92A5963BD94A}" srcOrd="0" destOrd="0" presId="urn:microsoft.com/office/officeart/2008/layout/PictureAccentList"/>
    <dgm:cxn modelId="{C5E3E1E1-37BC-4936-B1E8-2C8545B6D104}" srcId="{42D71409-67F9-455C-8C6D-716D284AAA6B}" destId="{AC7C33C3-C5CF-4C2F-9B04-A63CEBAB6E60}" srcOrd="2" destOrd="0" parTransId="{7A56565C-F2D6-49F8-BEA2-70904860281D}" sibTransId="{050B6C86-4C33-4897-BB57-AD5B514B95A8}"/>
    <dgm:cxn modelId="{0597D6FD-4CF2-4637-AF70-2E5616A37BE9}" srcId="{42D71409-67F9-455C-8C6D-716D284AAA6B}" destId="{B17E243C-7C2A-4497-B9FD-482B359D0E96}" srcOrd="0" destOrd="0" parTransId="{F4C2A7AC-34E8-4D4B-8CAD-30BF80238ED3}" sibTransId="{E7F060AA-45D7-4369-8C24-1AC91630B148}"/>
    <dgm:cxn modelId="{0C987FFE-75E0-4E87-8FD1-235A8A515AE2}" type="presOf" srcId="{AC7C33C3-C5CF-4C2F-9B04-A63CEBAB6E60}" destId="{187FEF94-62CB-4504-805A-B9AF57839461}" srcOrd="0" destOrd="0" presId="urn:microsoft.com/office/officeart/2008/layout/PictureAccentList"/>
    <dgm:cxn modelId="{1D16829C-38D9-435C-B44E-71D1058376F9}" type="presParOf" srcId="{2AC9E542-8A55-4C7B-8A74-8D8DE322FB8F}" destId="{AC9B2E63-BD03-490A-B50E-64C9DB5A87E8}" srcOrd="0" destOrd="0" presId="urn:microsoft.com/office/officeart/2008/layout/PictureAccentList"/>
    <dgm:cxn modelId="{EE6BF168-DA8B-45A5-B459-1C962886EDFB}" type="presParOf" srcId="{AC9B2E63-BD03-490A-B50E-64C9DB5A87E8}" destId="{A7E3E50B-332C-4D36-8A43-0A2C5DA377AF}" srcOrd="0" destOrd="0" presId="urn:microsoft.com/office/officeart/2008/layout/PictureAccentList"/>
    <dgm:cxn modelId="{D5D27D49-2F5C-46AD-ABCA-68AE584FB325}" type="presParOf" srcId="{A7E3E50B-332C-4D36-8A43-0A2C5DA377AF}" destId="{8078184F-24B8-4545-BA03-C7C6937BE4DB}" srcOrd="0" destOrd="0" presId="urn:microsoft.com/office/officeart/2008/layout/PictureAccentList"/>
    <dgm:cxn modelId="{31F6126A-3988-437D-BC2A-40A1A1F6F2A8}" type="presParOf" srcId="{AC9B2E63-BD03-490A-B50E-64C9DB5A87E8}" destId="{F1B2B005-7DFC-4277-9D69-68B008ED1BB3}" srcOrd="1" destOrd="0" presId="urn:microsoft.com/office/officeart/2008/layout/PictureAccentList"/>
    <dgm:cxn modelId="{AE4B9F1D-7E5F-4E3F-8038-B40DB41B9950}" type="presParOf" srcId="{F1B2B005-7DFC-4277-9D69-68B008ED1BB3}" destId="{5C002414-F8F0-4CE2-BE3F-9C6F56B84795}" srcOrd="0" destOrd="0" presId="urn:microsoft.com/office/officeart/2008/layout/PictureAccentList"/>
    <dgm:cxn modelId="{A8B1F07A-204D-4431-A7AB-A0AA0828CF6C}" type="presParOf" srcId="{5C002414-F8F0-4CE2-BE3F-9C6F56B84795}" destId="{D0D23D67-FC3E-48F1-AB0A-4E193A13C166}" srcOrd="0" destOrd="0" presId="urn:microsoft.com/office/officeart/2008/layout/PictureAccentList"/>
    <dgm:cxn modelId="{8C7F0A86-2AD0-4718-87FF-EA8640A909C1}" type="presParOf" srcId="{5C002414-F8F0-4CE2-BE3F-9C6F56B84795}" destId="{A19925E6-FDB3-4F2F-A450-EC88D366F3E3}" srcOrd="1" destOrd="0" presId="urn:microsoft.com/office/officeart/2008/layout/PictureAccentList"/>
    <dgm:cxn modelId="{BF8C367A-AAAF-494D-AAC1-4A8392DC3C42}" type="presParOf" srcId="{F1B2B005-7DFC-4277-9D69-68B008ED1BB3}" destId="{E22E0DAC-0C1A-45A5-B085-66446F4DBE69}" srcOrd="1" destOrd="0" presId="urn:microsoft.com/office/officeart/2008/layout/PictureAccentList"/>
    <dgm:cxn modelId="{6929EA1B-3617-4114-B214-F932A9D0D528}" type="presParOf" srcId="{E22E0DAC-0C1A-45A5-B085-66446F4DBE69}" destId="{DA939A89-6207-4A02-9111-A8680F7E8D21}" srcOrd="0" destOrd="0" presId="urn:microsoft.com/office/officeart/2008/layout/PictureAccentList"/>
    <dgm:cxn modelId="{A5A0E543-E769-48AD-9981-F535B7D1C352}" type="presParOf" srcId="{E22E0DAC-0C1A-45A5-B085-66446F4DBE69}" destId="{3836AB6B-1022-4237-A25F-BB07BD7F6FCA}" srcOrd="1" destOrd="0" presId="urn:microsoft.com/office/officeart/2008/layout/PictureAccentList"/>
    <dgm:cxn modelId="{F2CBDD2F-1681-4C3B-8A92-B9616483FEB5}" type="presParOf" srcId="{F1B2B005-7DFC-4277-9D69-68B008ED1BB3}" destId="{5012F163-8B4B-4F64-8A24-4329F5AE3D48}" srcOrd="2" destOrd="0" presId="urn:microsoft.com/office/officeart/2008/layout/PictureAccentList"/>
    <dgm:cxn modelId="{E4B3E2B7-D5AC-4043-AAB0-1C8A3D3459E0}" type="presParOf" srcId="{5012F163-8B4B-4F64-8A24-4329F5AE3D48}" destId="{5879BD05-E0D0-4D30-904C-8EEB030B9CAF}" srcOrd="0" destOrd="0" presId="urn:microsoft.com/office/officeart/2008/layout/PictureAccentList"/>
    <dgm:cxn modelId="{F48CAA3E-DCF3-46BF-8542-4580979498DF}" type="presParOf" srcId="{5012F163-8B4B-4F64-8A24-4329F5AE3D48}" destId="{187FEF94-62CB-4504-805A-B9AF57839461}" srcOrd="1" destOrd="0" presId="urn:microsoft.com/office/officeart/2008/layout/PictureAccentList"/>
    <dgm:cxn modelId="{EC179EDA-FF22-495D-9A40-D1448E88CB43}" type="presParOf" srcId="{F1B2B005-7DFC-4277-9D69-68B008ED1BB3}" destId="{DE02B4DE-A76F-4F11-A604-5E3BB66A60FA}" srcOrd="3" destOrd="0" presId="urn:microsoft.com/office/officeart/2008/layout/PictureAccentList"/>
    <dgm:cxn modelId="{31F103CF-CADD-473E-A812-1F1ED82C2EDF}" type="presParOf" srcId="{DE02B4DE-A76F-4F11-A604-5E3BB66A60FA}" destId="{BEE90C18-57B8-4FDE-A34C-B465A9C9F4D5}" srcOrd="0" destOrd="0" presId="urn:microsoft.com/office/officeart/2008/layout/PictureAccentList"/>
    <dgm:cxn modelId="{6953CE4B-EE9C-4A99-A918-F3A7394AE629}" type="presParOf" srcId="{DE02B4DE-A76F-4F11-A604-5E3BB66A60FA}" destId="{0AEBEBE7-A6CB-458A-BCBF-CFAD956698B4}" srcOrd="1" destOrd="0" presId="urn:microsoft.com/office/officeart/2008/layout/PictureAccentList"/>
    <dgm:cxn modelId="{298B1C68-D39B-4F5B-8EBF-1EDF6994F9EC}" type="presParOf" srcId="{2AC9E542-8A55-4C7B-8A74-8D8DE322FB8F}" destId="{15387AFD-FA1E-477C-B38E-1AC407B8312C}" srcOrd="1" destOrd="0" presId="urn:microsoft.com/office/officeart/2008/layout/PictureAccentList"/>
    <dgm:cxn modelId="{2805FE1A-3082-40A6-B17D-06114EA64044}" type="presParOf" srcId="{15387AFD-FA1E-477C-B38E-1AC407B8312C}" destId="{5E3E5687-C87D-4E8E-9CC3-9BDBF92F2220}" srcOrd="0" destOrd="0" presId="urn:microsoft.com/office/officeart/2008/layout/PictureAccentList"/>
    <dgm:cxn modelId="{EC26DB6D-DDEE-4C29-AFBC-1DF471DF3996}" type="presParOf" srcId="{5E3E5687-C87D-4E8E-9CC3-9BDBF92F2220}" destId="{96C5A095-E701-40BA-92F5-D6ECEB0E775F}" srcOrd="0" destOrd="0" presId="urn:microsoft.com/office/officeart/2008/layout/PictureAccentList"/>
    <dgm:cxn modelId="{5A62C4A4-8F68-4C89-B919-C4499288181A}" type="presParOf" srcId="{15387AFD-FA1E-477C-B38E-1AC407B8312C}" destId="{5A39E87B-1BEA-4316-827C-293287632BCE}" srcOrd="1" destOrd="0" presId="urn:microsoft.com/office/officeart/2008/layout/PictureAccentList"/>
    <dgm:cxn modelId="{AEDA0DF2-A19C-4D06-BDD5-DE7F65BF2429}" type="presParOf" srcId="{5A39E87B-1BEA-4316-827C-293287632BCE}" destId="{F5259ED7-4A0F-4E10-8B19-7F9860A6F8EA}" srcOrd="0" destOrd="0" presId="urn:microsoft.com/office/officeart/2008/layout/PictureAccentList"/>
    <dgm:cxn modelId="{C8428565-3306-4A37-81A5-CE29FBD79025}" type="presParOf" srcId="{F5259ED7-4A0F-4E10-8B19-7F9860A6F8EA}" destId="{FA940E67-1DED-4FF3-AC0C-6C11BAC61200}" srcOrd="0" destOrd="0" presId="urn:microsoft.com/office/officeart/2008/layout/PictureAccentList"/>
    <dgm:cxn modelId="{0149886E-EEB6-4824-B3FF-199C0EA4F868}" type="presParOf" srcId="{F5259ED7-4A0F-4E10-8B19-7F9860A6F8EA}" destId="{334AEAE1-F73B-42E9-A3EA-E79A8067213C}" srcOrd="1" destOrd="0" presId="urn:microsoft.com/office/officeart/2008/layout/PictureAccentList"/>
    <dgm:cxn modelId="{95721FC3-29BC-491B-9CB8-942BC99E438C}" type="presParOf" srcId="{5A39E87B-1BEA-4316-827C-293287632BCE}" destId="{18E96DBC-EC4B-4846-B47B-6956C96A06FE}" srcOrd="1" destOrd="0" presId="urn:microsoft.com/office/officeart/2008/layout/PictureAccentList"/>
    <dgm:cxn modelId="{B6C9738C-0C6E-4E6C-A1CF-2CC3F31E988D}" type="presParOf" srcId="{18E96DBC-EC4B-4846-B47B-6956C96A06FE}" destId="{CDFC69DD-CBDD-476C-989C-DC6B4D6D1D63}" srcOrd="0" destOrd="0" presId="urn:microsoft.com/office/officeart/2008/layout/PictureAccentList"/>
    <dgm:cxn modelId="{7A40D633-AADC-474F-9741-3E2D9C82507C}" type="presParOf" srcId="{18E96DBC-EC4B-4846-B47B-6956C96A06FE}" destId="{F62C7DC8-8B7F-4D6D-8BD3-0D36B41166B4}" srcOrd="1" destOrd="0" presId="urn:microsoft.com/office/officeart/2008/layout/PictureAccentList"/>
    <dgm:cxn modelId="{3B87DF30-D9D1-4C46-8A69-DC2428487415}" type="presParOf" srcId="{5A39E87B-1BEA-4316-827C-293287632BCE}" destId="{FA20B46D-EE68-43E2-BD0D-A3DE8DEDB25C}" srcOrd="2" destOrd="0" presId="urn:microsoft.com/office/officeart/2008/layout/PictureAccentList"/>
    <dgm:cxn modelId="{DD8C8043-C428-4535-914B-33683E35630E}" type="presParOf" srcId="{FA20B46D-EE68-43E2-BD0D-A3DE8DEDB25C}" destId="{9E6E8F5A-E7B7-43CF-9B81-5A3277670910}" srcOrd="0" destOrd="0" presId="urn:microsoft.com/office/officeart/2008/layout/PictureAccentList"/>
    <dgm:cxn modelId="{8ED0EB13-0DDD-4D9E-B77B-88C118A9AE59}" type="presParOf" srcId="{FA20B46D-EE68-43E2-BD0D-A3DE8DEDB25C}" destId="{014B3254-1301-4067-8A2D-92A5963BD94A}" srcOrd="1" destOrd="0" presId="urn:microsoft.com/office/officeart/2008/layout/PictureAccentList"/>
    <dgm:cxn modelId="{00C6DA8D-9051-4ABE-B5AB-A18A84C9AE92}" type="presParOf" srcId="{5A39E87B-1BEA-4316-827C-293287632BCE}" destId="{45633B64-3D78-49E3-8572-AFCBE15BF1F6}" srcOrd="3" destOrd="0" presId="urn:microsoft.com/office/officeart/2008/layout/PictureAccentList"/>
    <dgm:cxn modelId="{819DD930-2836-49AD-A0EB-5D40CCCA497C}" type="presParOf" srcId="{45633B64-3D78-49E3-8572-AFCBE15BF1F6}" destId="{438AC64A-5098-43C3-80FE-DFA4545CEE0D}" srcOrd="0" destOrd="0" presId="urn:microsoft.com/office/officeart/2008/layout/PictureAccentList"/>
    <dgm:cxn modelId="{9F9436EA-120F-4DEE-90ED-D282FDAE16A9}" type="presParOf" srcId="{45633B64-3D78-49E3-8572-AFCBE15BF1F6}" destId="{FD14EF6F-EAD1-46B8-A0AE-CF1745E45C97}" srcOrd="1" destOrd="0" presId="urn:microsoft.com/office/officeart/2008/layout/PictureAccentList"/>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31.xml><?xml version="1.0" encoding="utf-8"?>
<dgm:dataModel xmlns:dgm="http://schemas.openxmlformats.org/drawingml/2006/diagram" xmlns:a="http://schemas.openxmlformats.org/drawingml/2006/main">
  <dgm:ptLst>
    <dgm:pt modelId="{B9C32B05-62EA-407A-B21C-2310C7945705}" type="doc">
      <dgm:prSet loTypeId="urn:microsoft.com/office/officeart/2005/8/layout/vList5" loCatId="list"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F66099B6-DBBD-4AB0-82D2-877B80F846F7}">
      <dgm:prSet phldrT="[Text]"/>
      <dgm:spPr/>
      <dgm:t>
        <a:bodyPr/>
        <a:lstStyle/>
        <a:p>
          <a:r>
            <a:rPr lang="en-US" dirty="0"/>
            <a:t>Lorem Ipsum</a:t>
          </a:r>
        </a:p>
      </dgm:t>
    </dgm:pt>
    <dgm:pt modelId="{B09C8BFB-F41C-4AC4-AB94-F216E3081C2D}" type="parTrans" cxnId="{B4F3EA32-CE64-4A92-9BAE-BC57E5392B05}">
      <dgm:prSet/>
      <dgm:spPr/>
      <dgm:t>
        <a:bodyPr/>
        <a:lstStyle/>
        <a:p>
          <a:endParaRPr lang="en-US"/>
        </a:p>
      </dgm:t>
    </dgm:pt>
    <dgm:pt modelId="{BC531B32-9B0E-482E-BF91-65C61F17168D}" type="sibTrans" cxnId="{B4F3EA32-CE64-4A92-9BAE-BC57E5392B05}">
      <dgm:prSet/>
      <dgm:spPr/>
      <dgm:t>
        <a:bodyPr/>
        <a:lstStyle/>
        <a:p>
          <a:endParaRPr lang="en-US"/>
        </a:p>
      </dgm:t>
    </dgm:pt>
    <dgm:pt modelId="{EE62A4F6-4AC4-435B-990E-81A71CE8CAC7}">
      <dgm:prSet phldrT="[Text]"/>
      <dgm:spPr/>
      <dgm:t>
        <a:bodyPr/>
        <a:lstStyle/>
        <a:p>
          <a:r>
            <a:rPr lang="en-US" dirty="0"/>
            <a:t>Lorem Ipsum</a:t>
          </a:r>
        </a:p>
      </dgm:t>
    </dgm:pt>
    <dgm:pt modelId="{F287B947-7343-4FA2-B288-B23A59FFAE31}" type="parTrans" cxnId="{3A2CECA6-0C5B-46BB-B7C6-7D37E9D210BD}">
      <dgm:prSet/>
      <dgm:spPr/>
      <dgm:t>
        <a:bodyPr/>
        <a:lstStyle/>
        <a:p>
          <a:endParaRPr lang="en-US"/>
        </a:p>
      </dgm:t>
    </dgm:pt>
    <dgm:pt modelId="{389F9A93-0231-4877-8C41-5D5B8DD7AAC0}" type="sibTrans" cxnId="{3A2CECA6-0C5B-46BB-B7C6-7D37E9D210BD}">
      <dgm:prSet/>
      <dgm:spPr/>
      <dgm:t>
        <a:bodyPr/>
        <a:lstStyle/>
        <a:p>
          <a:endParaRPr lang="en-US"/>
        </a:p>
      </dgm:t>
    </dgm:pt>
    <dgm:pt modelId="{B6D9DE15-697B-42C2-B6A1-CE31260EED93}">
      <dgm:prSet phldrT="[Text]"/>
      <dgm:spPr/>
      <dgm:t>
        <a:bodyPr/>
        <a:lstStyle/>
        <a:p>
          <a:r>
            <a:rPr lang="en-US" dirty="0"/>
            <a:t>Lorem Ipsum</a:t>
          </a:r>
        </a:p>
      </dgm:t>
    </dgm:pt>
    <dgm:pt modelId="{EAC9FC21-5112-4CCF-8070-06ED15ED24ED}" type="parTrans" cxnId="{40513FB0-F94C-499F-9A0B-9E0341D0A0C2}">
      <dgm:prSet/>
      <dgm:spPr/>
      <dgm:t>
        <a:bodyPr/>
        <a:lstStyle/>
        <a:p>
          <a:endParaRPr lang="en-US"/>
        </a:p>
      </dgm:t>
    </dgm:pt>
    <dgm:pt modelId="{B605B681-1ACB-4650-8600-F9223ABDDC16}" type="sibTrans" cxnId="{40513FB0-F94C-499F-9A0B-9E0341D0A0C2}">
      <dgm:prSet/>
      <dgm:spPr/>
      <dgm:t>
        <a:bodyPr/>
        <a:lstStyle/>
        <a:p>
          <a:endParaRPr lang="en-US"/>
        </a:p>
      </dgm:t>
    </dgm:pt>
    <dgm:pt modelId="{244CE93D-3CE9-480A-BC40-D5795AE4CC61}">
      <dgm:prSet phldrT="[Text]"/>
      <dgm:spPr/>
      <dgm:t>
        <a:bodyPr/>
        <a:lstStyle/>
        <a:p>
          <a:r>
            <a:rPr lang="en-US" dirty="0"/>
            <a:t>Lorem Ipsum</a:t>
          </a:r>
        </a:p>
      </dgm:t>
    </dgm:pt>
    <dgm:pt modelId="{B26CFE49-55EC-4B92-8D65-F00D6B48420B}" type="parTrans" cxnId="{746C65D4-0A32-4610-8B9B-A01592BB40A3}">
      <dgm:prSet/>
      <dgm:spPr/>
      <dgm:t>
        <a:bodyPr/>
        <a:lstStyle/>
        <a:p>
          <a:endParaRPr lang="en-US"/>
        </a:p>
      </dgm:t>
    </dgm:pt>
    <dgm:pt modelId="{AA2C577D-A278-4959-857E-CDA154440386}" type="sibTrans" cxnId="{746C65D4-0A32-4610-8B9B-A01592BB40A3}">
      <dgm:prSet/>
      <dgm:spPr/>
      <dgm:t>
        <a:bodyPr/>
        <a:lstStyle/>
        <a:p>
          <a:endParaRPr lang="en-US"/>
        </a:p>
      </dgm:t>
    </dgm:pt>
    <dgm:pt modelId="{6CF284C3-4A70-4432-8F33-E75A802B3330}">
      <dgm:prSet/>
      <dgm:spPr/>
      <dgm:t>
        <a:bodyPr/>
        <a:lstStyle/>
        <a:p>
          <a:r>
            <a:rPr lang="en-US" dirty="0">
              <a:solidFill>
                <a:schemeClr val="tx2"/>
              </a:solidFill>
            </a:rPr>
            <a:t>Some text here</a:t>
          </a:r>
        </a:p>
      </dgm:t>
    </dgm:pt>
    <dgm:pt modelId="{044831E6-2FC9-4DDA-81FB-5FA418568D07}" type="parTrans" cxnId="{2DC24386-BC50-4BAB-8571-16CB10C2603C}">
      <dgm:prSet/>
      <dgm:spPr/>
      <dgm:t>
        <a:bodyPr/>
        <a:lstStyle/>
        <a:p>
          <a:endParaRPr lang="en-US"/>
        </a:p>
      </dgm:t>
    </dgm:pt>
    <dgm:pt modelId="{CD50B82D-84BB-4747-B282-ABB339EBA294}" type="sibTrans" cxnId="{2DC24386-BC50-4BAB-8571-16CB10C2603C}">
      <dgm:prSet/>
      <dgm:spPr/>
      <dgm:t>
        <a:bodyPr/>
        <a:lstStyle/>
        <a:p>
          <a:endParaRPr lang="en-US"/>
        </a:p>
      </dgm:t>
    </dgm:pt>
    <dgm:pt modelId="{BE788BF5-FE9F-4C7D-A1CD-9232D7860179}">
      <dgm:prSet phldrT="[Text]"/>
      <dgm:spPr/>
      <dgm:t>
        <a:bodyPr/>
        <a:lstStyle/>
        <a:p>
          <a:r>
            <a:rPr lang="en-US">
              <a:solidFill>
                <a:schemeClr val="tx2"/>
              </a:solidFill>
            </a:rPr>
            <a:t>Some text here</a:t>
          </a:r>
          <a:endParaRPr lang="en-US" dirty="0">
            <a:solidFill>
              <a:schemeClr val="tx2"/>
            </a:solidFill>
          </a:endParaRPr>
        </a:p>
      </dgm:t>
    </dgm:pt>
    <dgm:pt modelId="{963A52CB-C772-45F2-8A30-8ABA6B14D3CE}" type="parTrans" cxnId="{35013F34-57BC-4E3C-A003-07C0E49926DB}">
      <dgm:prSet/>
      <dgm:spPr/>
      <dgm:t>
        <a:bodyPr/>
        <a:lstStyle/>
        <a:p>
          <a:endParaRPr lang="en-US"/>
        </a:p>
      </dgm:t>
    </dgm:pt>
    <dgm:pt modelId="{88191C5E-55BA-42F2-B842-FC86CBBADC0F}" type="sibTrans" cxnId="{35013F34-57BC-4E3C-A003-07C0E49926DB}">
      <dgm:prSet/>
      <dgm:spPr/>
      <dgm:t>
        <a:bodyPr/>
        <a:lstStyle/>
        <a:p>
          <a:endParaRPr lang="en-US"/>
        </a:p>
      </dgm:t>
    </dgm:pt>
    <dgm:pt modelId="{DDCF078C-D429-4F3D-A86A-601C37333F0E}">
      <dgm:prSet phldrT="[Text]"/>
      <dgm:spPr/>
      <dgm:t>
        <a:bodyPr/>
        <a:lstStyle/>
        <a:p>
          <a:r>
            <a:rPr lang="en-US">
              <a:solidFill>
                <a:schemeClr val="tx2"/>
              </a:solidFill>
            </a:rPr>
            <a:t>Some text here</a:t>
          </a:r>
          <a:endParaRPr lang="en-US" dirty="0">
            <a:solidFill>
              <a:schemeClr val="tx2"/>
            </a:solidFill>
          </a:endParaRPr>
        </a:p>
      </dgm:t>
    </dgm:pt>
    <dgm:pt modelId="{1882E0FC-22B0-4EC0-AFEA-6913C3E42D04}" type="parTrans" cxnId="{8ED196F6-6553-443C-AAB2-40F72E795577}">
      <dgm:prSet/>
      <dgm:spPr/>
      <dgm:t>
        <a:bodyPr/>
        <a:lstStyle/>
        <a:p>
          <a:endParaRPr lang="en-US"/>
        </a:p>
      </dgm:t>
    </dgm:pt>
    <dgm:pt modelId="{E265BFA4-891C-408C-98FC-08B80CC170BD}" type="sibTrans" cxnId="{8ED196F6-6553-443C-AAB2-40F72E795577}">
      <dgm:prSet/>
      <dgm:spPr/>
      <dgm:t>
        <a:bodyPr/>
        <a:lstStyle/>
        <a:p>
          <a:endParaRPr lang="en-US"/>
        </a:p>
      </dgm:t>
    </dgm:pt>
    <dgm:pt modelId="{D416A02A-0A88-4E36-B734-A21335A8DD2D}">
      <dgm:prSet phldrT="[Text]"/>
      <dgm:spPr/>
      <dgm:t>
        <a:bodyPr/>
        <a:lstStyle/>
        <a:p>
          <a:r>
            <a:rPr lang="en-US">
              <a:solidFill>
                <a:schemeClr val="tx2"/>
              </a:solidFill>
            </a:rPr>
            <a:t>Some text here</a:t>
          </a:r>
          <a:endParaRPr lang="en-US" dirty="0">
            <a:solidFill>
              <a:schemeClr val="tx2"/>
            </a:solidFill>
          </a:endParaRPr>
        </a:p>
      </dgm:t>
    </dgm:pt>
    <dgm:pt modelId="{FC806BFF-490C-4885-AC46-7E363DD85082}" type="parTrans" cxnId="{F5E63DE7-E621-486A-821D-56723B2BF235}">
      <dgm:prSet/>
      <dgm:spPr/>
      <dgm:t>
        <a:bodyPr/>
        <a:lstStyle/>
        <a:p>
          <a:endParaRPr lang="en-US"/>
        </a:p>
      </dgm:t>
    </dgm:pt>
    <dgm:pt modelId="{D3B5DA4F-29AB-46CB-9796-98FE9606C128}" type="sibTrans" cxnId="{F5E63DE7-E621-486A-821D-56723B2BF235}">
      <dgm:prSet/>
      <dgm:spPr/>
      <dgm:t>
        <a:bodyPr/>
        <a:lstStyle/>
        <a:p>
          <a:endParaRPr lang="en-US"/>
        </a:p>
      </dgm:t>
    </dgm:pt>
    <dgm:pt modelId="{0175455E-C54B-45D4-9F64-0589EB6B3316}">
      <dgm:prSet phldrT="[Text]"/>
      <dgm:spPr/>
      <dgm:t>
        <a:bodyPr/>
        <a:lstStyle/>
        <a:p>
          <a:r>
            <a:rPr lang="en-US">
              <a:solidFill>
                <a:schemeClr val="tx2"/>
              </a:solidFill>
            </a:rPr>
            <a:t>Some text here</a:t>
          </a:r>
          <a:endParaRPr lang="en-US" dirty="0">
            <a:solidFill>
              <a:schemeClr val="tx2"/>
            </a:solidFill>
          </a:endParaRPr>
        </a:p>
      </dgm:t>
    </dgm:pt>
    <dgm:pt modelId="{88BD4BDB-1D85-4113-AFEC-21431AF63D5F}" type="parTrans" cxnId="{C8B436FC-B783-46B4-A145-3B3B3DD3B3F9}">
      <dgm:prSet/>
      <dgm:spPr/>
      <dgm:t>
        <a:bodyPr/>
        <a:lstStyle/>
        <a:p>
          <a:endParaRPr lang="en-US"/>
        </a:p>
      </dgm:t>
    </dgm:pt>
    <dgm:pt modelId="{814ADA3B-AA89-4AB7-868E-C824585A3ABB}" type="sibTrans" cxnId="{C8B436FC-B783-46B4-A145-3B3B3DD3B3F9}">
      <dgm:prSet/>
      <dgm:spPr/>
      <dgm:t>
        <a:bodyPr/>
        <a:lstStyle/>
        <a:p>
          <a:endParaRPr lang="en-US"/>
        </a:p>
      </dgm:t>
    </dgm:pt>
    <dgm:pt modelId="{D96BD766-7A45-44C2-B6DC-068AE128BF44}">
      <dgm:prSet phldrT="[Text]"/>
      <dgm:spPr/>
      <dgm:t>
        <a:bodyPr/>
        <a:lstStyle/>
        <a:p>
          <a:r>
            <a:rPr lang="en-US">
              <a:solidFill>
                <a:schemeClr val="tx2"/>
              </a:solidFill>
            </a:rPr>
            <a:t>Some text here</a:t>
          </a:r>
          <a:endParaRPr lang="en-US" dirty="0">
            <a:solidFill>
              <a:schemeClr val="tx2"/>
            </a:solidFill>
          </a:endParaRPr>
        </a:p>
      </dgm:t>
    </dgm:pt>
    <dgm:pt modelId="{1723986A-39AC-4737-B675-843E1268E3F0}" type="parTrans" cxnId="{A8DB1F9F-8C0D-44C6-B0CF-E185E4743C27}">
      <dgm:prSet/>
      <dgm:spPr/>
      <dgm:t>
        <a:bodyPr/>
        <a:lstStyle/>
        <a:p>
          <a:endParaRPr lang="en-US"/>
        </a:p>
      </dgm:t>
    </dgm:pt>
    <dgm:pt modelId="{053D2587-FEB8-41DF-8458-0B353CDF3513}" type="sibTrans" cxnId="{A8DB1F9F-8C0D-44C6-B0CF-E185E4743C27}">
      <dgm:prSet/>
      <dgm:spPr/>
      <dgm:t>
        <a:bodyPr/>
        <a:lstStyle/>
        <a:p>
          <a:endParaRPr lang="en-US"/>
        </a:p>
      </dgm:t>
    </dgm:pt>
    <dgm:pt modelId="{FCDCB472-5D0D-441E-9A63-91F48E5C3B9A}">
      <dgm:prSet phldrT="[Text]"/>
      <dgm:spPr/>
      <dgm:t>
        <a:bodyPr/>
        <a:lstStyle/>
        <a:p>
          <a:r>
            <a:rPr lang="en-US">
              <a:solidFill>
                <a:schemeClr val="tx2"/>
              </a:solidFill>
            </a:rPr>
            <a:t>Some text here</a:t>
          </a:r>
          <a:endParaRPr lang="en-US" dirty="0">
            <a:solidFill>
              <a:schemeClr val="tx2"/>
            </a:solidFill>
          </a:endParaRPr>
        </a:p>
      </dgm:t>
    </dgm:pt>
    <dgm:pt modelId="{F183F53E-B9E4-483E-BB59-E567579A1D20}" type="parTrans" cxnId="{E555CFC0-456A-41C0-853C-A5C184B6F026}">
      <dgm:prSet/>
      <dgm:spPr/>
      <dgm:t>
        <a:bodyPr/>
        <a:lstStyle/>
        <a:p>
          <a:endParaRPr lang="en-US"/>
        </a:p>
      </dgm:t>
    </dgm:pt>
    <dgm:pt modelId="{88085470-E458-46BB-9028-8CC37AAF17EF}" type="sibTrans" cxnId="{E555CFC0-456A-41C0-853C-A5C184B6F026}">
      <dgm:prSet/>
      <dgm:spPr/>
      <dgm:t>
        <a:bodyPr/>
        <a:lstStyle/>
        <a:p>
          <a:endParaRPr lang="en-US"/>
        </a:p>
      </dgm:t>
    </dgm:pt>
    <dgm:pt modelId="{CBD3BD06-5B52-457B-A709-959D97EA9FE5}">
      <dgm:prSet phldrT="[Text]"/>
      <dgm:spPr/>
      <dgm:t>
        <a:bodyPr/>
        <a:lstStyle/>
        <a:p>
          <a:r>
            <a:rPr lang="en-US">
              <a:solidFill>
                <a:schemeClr val="tx2"/>
              </a:solidFill>
            </a:rPr>
            <a:t>Some text here</a:t>
          </a:r>
          <a:endParaRPr lang="en-US" dirty="0">
            <a:solidFill>
              <a:schemeClr val="tx2"/>
            </a:solidFill>
          </a:endParaRPr>
        </a:p>
      </dgm:t>
    </dgm:pt>
    <dgm:pt modelId="{BCA8D018-4FBF-4EC0-A8A7-2E733ECB7259}" type="parTrans" cxnId="{BC910C61-D6EF-4F01-BD12-BAC0DF60C0B1}">
      <dgm:prSet/>
      <dgm:spPr/>
      <dgm:t>
        <a:bodyPr/>
        <a:lstStyle/>
        <a:p>
          <a:endParaRPr lang="en-US"/>
        </a:p>
      </dgm:t>
    </dgm:pt>
    <dgm:pt modelId="{32702446-735B-4332-BAF3-71D165AF690E}" type="sibTrans" cxnId="{BC910C61-D6EF-4F01-BD12-BAC0DF60C0B1}">
      <dgm:prSet/>
      <dgm:spPr/>
      <dgm:t>
        <a:bodyPr/>
        <a:lstStyle/>
        <a:p>
          <a:endParaRPr lang="en-US"/>
        </a:p>
      </dgm:t>
    </dgm:pt>
    <dgm:pt modelId="{3AF880A5-0F00-4315-A5DF-1FE656798601}">
      <dgm:prSet phldrT="[Text]"/>
      <dgm:spPr/>
      <dgm:t>
        <a:bodyPr/>
        <a:lstStyle/>
        <a:p>
          <a:r>
            <a:rPr lang="en-US" dirty="0">
              <a:solidFill>
                <a:schemeClr val="tx2"/>
              </a:solidFill>
            </a:rPr>
            <a:t>Some text here</a:t>
          </a:r>
        </a:p>
      </dgm:t>
    </dgm:pt>
    <dgm:pt modelId="{C198C41D-2640-4669-83ED-E0CD35701C8E}" type="sibTrans" cxnId="{24F8CBE2-5003-4E69-A772-6B98F2B05181}">
      <dgm:prSet/>
      <dgm:spPr/>
      <dgm:t>
        <a:bodyPr/>
        <a:lstStyle/>
        <a:p>
          <a:endParaRPr lang="en-US"/>
        </a:p>
      </dgm:t>
    </dgm:pt>
    <dgm:pt modelId="{A13BB1F9-5857-4B43-8BF5-6589AA2CB759}" type="parTrans" cxnId="{24F8CBE2-5003-4E69-A772-6B98F2B05181}">
      <dgm:prSet/>
      <dgm:spPr/>
      <dgm:t>
        <a:bodyPr/>
        <a:lstStyle/>
        <a:p>
          <a:endParaRPr lang="en-US"/>
        </a:p>
      </dgm:t>
    </dgm:pt>
    <dgm:pt modelId="{8EA7219F-BDB2-48EB-9EEB-3133522D132E}">
      <dgm:prSet phldrT="[Text]"/>
      <dgm:spPr/>
      <dgm:t>
        <a:bodyPr/>
        <a:lstStyle/>
        <a:p>
          <a:r>
            <a:rPr lang="en-US" dirty="0">
              <a:solidFill>
                <a:schemeClr val="tx2"/>
              </a:solidFill>
            </a:rPr>
            <a:t>Some text here</a:t>
          </a:r>
        </a:p>
      </dgm:t>
    </dgm:pt>
    <dgm:pt modelId="{C94B7947-85DC-4B21-BB99-DF8438356F98}" type="sibTrans" cxnId="{58AD7EEF-D408-406B-87EE-4691D4C30668}">
      <dgm:prSet/>
      <dgm:spPr/>
      <dgm:t>
        <a:bodyPr/>
        <a:lstStyle/>
        <a:p>
          <a:endParaRPr lang="en-US"/>
        </a:p>
      </dgm:t>
    </dgm:pt>
    <dgm:pt modelId="{3EE8403A-CB7C-4815-85BD-AEBCAEB71B37}" type="parTrans" cxnId="{58AD7EEF-D408-406B-87EE-4691D4C30668}">
      <dgm:prSet/>
      <dgm:spPr/>
      <dgm:t>
        <a:bodyPr/>
        <a:lstStyle/>
        <a:p>
          <a:endParaRPr lang="en-US"/>
        </a:p>
      </dgm:t>
    </dgm:pt>
    <dgm:pt modelId="{916267AA-4A39-4ADC-93B7-3D217075F5DD}" type="pres">
      <dgm:prSet presAssocID="{B9C32B05-62EA-407A-B21C-2310C7945705}" presName="Name0" presStyleCnt="0">
        <dgm:presLayoutVars>
          <dgm:dir/>
          <dgm:animLvl val="lvl"/>
          <dgm:resizeHandles val="exact"/>
        </dgm:presLayoutVars>
      </dgm:prSet>
      <dgm:spPr/>
    </dgm:pt>
    <dgm:pt modelId="{BCA2FDBA-F55F-4832-9A52-5246E19C6506}" type="pres">
      <dgm:prSet presAssocID="{42D71409-67F9-455C-8C6D-716D284AAA6B}" presName="linNode" presStyleCnt="0"/>
      <dgm:spPr/>
    </dgm:pt>
    <dgm:pt modelId="{9AB51666-48FF-4F20-8A98-26B73854CE32}" type="pres">
      <dgm:prSet presAssocID="{42D71409-67F9-455C-8C6D-716D284AAA6B}" presName="parentText" presStyleLbl="node1" presStyleIdx="0" presStyleCnt="5">
        <dgm:presLayoutVars>
          <dgm:chMax val="1"/>
          <dgm:bulletEnabled val="1"/>
        </dgm:presLayoutVars>
      </dgm:prSet>
      <dgm:spPr/>
    </dgm:pt>
    <dgm:pt modelId="{4667C653-681F-4ECF-B010-9E292AA1AF6F}" type="pres">
      <dgm:prSet presAssocID="{42D71409-67F9-455C-8C6D-716D284AAA6B}" presName="descendantText" presStyleLbl="alignAccFollowNode1" presStyleIdx="0" presStyleCnt="5">
        <dgm:presLayoutVars>
          <dgm:bulletEnabled val="1"/>
        </dgm:presLayoutVars>
      </dgm:prSet>
      <dgm:spPr/>
    </dgm:pt>
    <dgm:pt modelId="{37ABDA52-CDE3-4472-B330-750D4802F3D0}" type="pres">
      <dgm:prSet presAssocID="{478B7D3C-9FB4-4BC6-90AC-49960560DECD}" presName="sp" presStyleCnt="0"/>
      <dgm:spPr/>
    </dgm:pt>
    <dgm:pt modelId="{359F22C4-9892-4484-9677-F3CA99241DDE}" type="pres">
      <dgm:prSet presAssocID="{F66099B6-DBBD-4AB0-82D2-877B80F846F7}" presName="linNode" presStyleCnt="0"/>
      <dgm:spPr/>
    </dgm:pt>
    <dgm:pt modelId="{0F827D5D-7F21-4BEF-A102-47C64E91352C}" type="pres">
      <dgm:prSet presAssocID="{F66099B6-DBBD-4AB0-82D2-877B80F846F7}" presName="parentText" presStyleLbl="node1" presStyleIdx="1" presStyleCnt="5">
        <dgm:presLayoutVars>
          <dgm:chMax val="1"/>
          <dgm:bulletEnabled val="1"/>
        </dgm:presLayoutVars>
      </dgm:prSet>
      <dgm:spPr/>
    </dgm:pt>
    <dgm:pt modelId="{8AF496D8-89A4-49F1-B591-96EE4F6C6E14}" type="pres">
      <dgm:prSet presAssocID="{F66099B6-DBBD-4AB0-82D2-877B80F846F7}" presName="descendantText" presStyleLbl="alignAccFollowNode1" presStyleIdx="1" presStyleCnt="5">
        <dgm:presLayoutVars>
          <dgm:bulletEnabled val="1"/>
        </dgm:presLayoutVars>
      </dgm:prSet>
      <dgm:spPr/>
    </dgm:pt>
    <dgm:pt modelId="{FEC3DA91-5335-4664-9C95-D4ECC3AF06A7}" type="pres">
      <dgm:prSet presAssocID="{BC531B32-9B0E-482E-BF91-65C61F17168D}" presName="sp" presStyleCnt="0"/>
      <dgm:spPr/>
    </dgm:pt>
    <dgm:pt modelId="{B35CB561-A6FC-4BDF-B187-2515CA365B75}" type="pres">
      <dgm:prSet presAssocID="{EE62A4F6-4AC4-435B-990E-81A71CE8CAC7}" presName="linNode" presStyleCnt="0"/>
      <dgm:spPr/>
    </dgm:pt>
    <dgm:pt modelId="{05987F72-554B-4E59-8821-222F2010FE24}" type="pres">
      <dgm:prSet presAssocID="{EE62A4F6-4AC4-435B-990E-81A71CE8CAC7}" presName="parentText" presStyleLbl="node1" presStyleIdx="2" presStyleCnt="5">
        <dgm:presLayoutVars>
          <dgm:chMax val="1"/>
          <dgm:bulletEnabled val="1"/>
        </dgm:presLayoutVars>
      </dgm:prSet>
      <dgm:spPr/>
    </dgm:pt>
    <dgm:pt modelId="{CA9FB3D2-9B4E-4889-946B-F6D475ACE6C1}" type="pres">
      <dgm:prSet presAssocID="{EE62A4F6-4AC4-435B-990E-81A71CE8CAC7}" presName="descendantText" presStyleLbl="alignAccFollowNode1" presStyleIdx="2" presStyleCnt="5">
        <dgm:presLayoutVars>
          <dgm:bulletEnabled val="1"/>
        </dgm:presLayoutVars>
      </dgm:prSet>
      <dgm:spPr/>
    </dgm:pt>
    <dgm:pt modelId="{1BC60D3C-4F1A-4934-9572-FE1AACE845A9}" type="pres">
      <dgm:prSet presAssocID="{389F9A93-0231-4877-8C41-5D5B8DD7AAC0}" presName="sp" presStyleCnt="0"/>
      <dgm:spPr/>
    </dgm:pt>
    <dgm:pt modelId="{AD0FD89C-C742-4F64-8D61-99BBA2D524B9}" type="pres">
      <dgm:prSet presAssocID="{B6D9DE15-697B-42C2-B6A1-CE31260EED93}" presName="linNode" presStyleCnt="0"/>
      <dgm:spPr/>
    </dgm:pt>
    <dgm:pt modelId="{B77ED579-1174-4833-A02C-24E1C924A899}" type="pres">
      <dgm:prSet presAssocID="{B6D9DE15-697B-42C2-B6A1-CE31260EED93}" presName="parentText" presStyleLbl="node1" presStyleIdx="3" presStyleCnt="5">
        <dgm:presLayoutVars>
          <dgm:chMax val="1"/>
          <dgm:bulletEnabled val="1"/>
        </dgm:presLayoutVars>
      </dgm:prSet>
      <dgm:spPr/>
    </dgm:pt>
    <dgm:pt modelId="{D472FB88-F4A6-4733-BBD6-FCCD74C804B9}" type="pres">
      <dgm:prSet presAssocID="{B6D9DE15-697B-42C2-B6A1-CE31260EED93}" presName="descendantText" presStyleLbl="alignAccFollowNode1" presStyleIdx="3" presStyleCnt="5">
        <dgm:presLayoutVars>
          <dgm:bulletEnabled val="1"/>
        </dgm:presLayoutVars>
      </dgm:prSet>
      <dgm:spPr/>
    </dgm:pt>
    <dgm:pt modelId="{4C26B9B9-82C4-46EE-8E00-2778D730DF38}" type="pres">
      <dgm:prSet presAssocID="{B605B681-1ACB-4650-8600-F9223ABDDC16}" presName="sp" presStyleCnt="0"/>
      <dgm:spPr/>
    </dgm:pt>
    <dgm:pt modelId="{2FE588C9-E69E-49F0-8DFC-DF3A448B94FA}" type="pres">
      <dgm:prSet presAssocID="{244CE93D-3CE9-480A-BC40-D5795AE4CC61}" presName="linNode" presStyleCnt="0"/>
      <dgm:spPr/>
    </dgm:pt>
    <dgm:pt modelId="{94569F91-208B-4BDC-8751-A9895D45EAF8}" type="pres">
      <dgm:prSet presAssocID="{244CE93D-3CE9-480A-BC40-D5795AE4CC61}" presName="parentText" presStyleLbl="node1" presStyleIdx="4" presStyleCnt="5">
        <dgm:presLayoutVars>
          <dgm:chMax val="1"/>
          <dgm:bulletEnabled val="1"/>
        </dgm:presLayoutVars>
      </dgm:prSet>
      <dgm:spPr/>
    </dgm:pt>
    <dgm:pt modelId="{B600E709-DF12-4A8F-ADF3-337F9DA08A67}" type="pres">
      <dgm:prSet presAssocID="{244CE93D-3CE9-480A-BC40-D5795AE4CC61}" presName="descendantText" presStyleLbl="alignAccFollowNode1" presStyleIdx="4" presStyleCnt="5">
        <dgm:presLayoutVars>
          <dgm:bulletEnabled val="1"/>
        </dgm:presLayoutVars>
      </dgm:prSet>
      <dgm:spPr/>
    </dgm:pt>
  </dgm:ptLst>
  <dgm:cxnLst>
    <dgm:cxn modelId="{2AA9C11F-1F1D-428E-801A-47EAA766C99D}" srcId="{B9C32B05-62EA-407A-B21C-2310C7945705}" destId="{42D71409-67F9-455C-8C6D-716D284AAA6B}" srcOrd="0" destOrd="0" parTransId="{51680ED1-AF6E-4B28-AE94-92B0EFB0DF7D}" sibTransId="{478B7D3C-9FB4-4BC6-90AC-49960560DECD}"/>
    <dgm:cxn modelId="{B4F3EA32-CE64-4A92-9BAE-BC57E5392B05}" srcId="{B9C32B05-62EA-407A-B21C-2310C7945705}" destId="{F66099B6-DBBD-4AB0-82D2-877B80F846F7}" srcOrd="1" destOrd="0" parTransId="{B09C8BFB-F41C-4AC4-AB94-F216E3081C2D}" sibTransId="{BC531B32-9B0E-482E-BF91-65C61F17168D}"/>
    <dgm:cxn modelId="{35013F34-57BC-4E3C-A003-07C0E49926DB}" srcId="{F66099B6-DBBD-4AB0-82D2-877B80F846F7}" destId="{BE788BF5-FE9F-4C7D-A1CD-9232D7860179}" srcOrd="1" destOrd="0" parTransId="{963A52CB-C772-45F2-8A30-8ABA6B14D3CE}" sibTransId="{88191C5E-55BA-42F2-B842-FC86CBBADC0F}"/>
    <dgm:cxn modelId="{C3ECEF3D-4828-46A7-A9CE-989D59FE9C26}" type="presOf" srcId="{8EA7219F-BDB2-48EB-9EEB-3133522D132E}" destId="{4667C653-681F-4ECF-B010-9E292AA1AF6F}" srcOrd="0" destOrd="0" presId="urn:microsoft.com/office/officeart/2005/8/layout/vList5"/>
    <dgm:cxn modelId="{3AD04F40-977B-497B-9082-EDE1D095E443}" type="presOf" srcId="{244CE93D-3CE9-480A-BC40-D5795AE4CC61}" destId="{94569F91-208B-4BDC-8751-A9895D45EAF8}" srcOrd="0" destOrd="0" presId="urn:microsoft.com/office/officeart/2005/8/layout/vList5"/>
    <dgm:cxn modelId="{BC910C61-D6EF-4F01-BD12-BAC0DF60C0B1}" srcId="{244CE93D-3CE9-480A-BC40-D5795AE4CC61}" destId="{CBD3BD06-5B52-457B-A709-959D97EA9FE5}" srcOrd="1" destOrd="0" parTransId="{BCA8D018-4FBF-4EC0-A8A7-2E733ECB7259}" sibTransId="{32702446-735B-4332-BAF3-71D165AF690E}"/>
    <dgm:cxn modelId="{F55B3648-21A6-4884-89A1-4A78FAC78BBF}" type="presOf" srcId="{EE62A4F6-4AC4-435B-990E-81A71CE8CAC7}" destId="{05987F72-554B-4E59-8821-222F2010FE24}" srcOrd="0" destOrd="0" presId="urn:microsoft.com/office/officeart/2005/8/layout/vList5"/>
    <dgm:cxn modelId="{8A512354-6582-4E5E-A6F6-AA418BE46332}" type="presOf" srcId="{6CF284C3-4A70-4432-8F33-E75A802B3330}" destId="{8AF496D8-89A4-49F1-B591-96EE4F6C6E14}" srcOrd="0" destOrd="0" presId="urn:microsoft.com/office/officeart/2005/8/layout/vList5"/>
    <dgm:cxn modelId="{3B20D754-5C9A-487B-AF31-85B80B0F3981}" type="presOf" srcId="{B6D9DE15-697B-42C2-B6A1-CE31260EED93}" destId="{B77ED579-1174-4833-A02C-24E1C924A899}" srcOrd="0" destOrd="0" presId="urn:microsoft.com/office/officeart/2005/8/layout/vList5"/>
    <dgm:cxn modelId="{2DC24386-BC50-4BAB-8571-16CB10C2603C}" srcId="{F66099B6-DBBD-4AB0-82D2-877B80F846F7}" destId="{6CF284C3-4A70-4432-8F33-E75A802B3330}" srcOrd="0" destOrd="0" parTransId="{044831E6-2FC9-4DDA-81FB-5FA418568D07}" sibTransId="{CD50B82D-84BB-4747-B282-ABB339EBA294}"/>
    <dgm:cxn modelId="{089D3189-309E-45BB-8E02-066ACD844987}" type="presOf" srcId="{D416A02A-0A88-4E36-B734-A21335A8DD2D}" destId="{CA9FB3D2-9B4E-4889-946B-F6D475ACE6C1}" srcOrd="0" destOrd="1" presId="urn:microsoft.com/office/officeart/2005/8/layout/vList5"/>
    <dgm:cxn modelId="{A8DB1F9F-8C0D-44C6-B0CF-E185E4743C27}" srcId="{B6D9DE15-697B-42C2-B6A1-CE31260EED93}" destId="{D96BD766-7A45-44C2-B6DC-068AE128BF44}" srcOrd="1" destOrd="0" parTransId="{1723986A-39AC-4737-B675-843E1268E3F0}" sibTransId="{053D2587-FEB8-41DF-8458-0B353CDF3513}"/>
    <dgm:cxn modelId="{3A2CECA6-0C5B-46BB-B7C6-7D37E9D210BD}" srcId="{B9C32B05-62EA-407A-B21C-2310C7945705}" destId="{EE62A4F6-4AC4-435B-990E-81A71CE8CAC7}" srcOrd="2" destOrd="0" parTransId="{F287B947-7343-4FA2-B288-B23A59FFAE31}" sibTransId="{389F9A93-0231-4877-8C41-5D5B8DD7AAC0}"/>
    <dgm:cxn modelId="{40513FB0-F94C-499F-9A0B-9E0341D0A0C2}" srcId="{B9C32B05-62EA-407A-B21C-2310C7945705}" destId="{B6D9DE15-697B-42C2-B6A1-CE31260EED93}" srcOrd="3" destOrd="0" parTransId="{EAC9FC21-5112-4CCF-8070-06ED15ED24ED}" sibTransId="{B605B681-1ACB-4650-8600-F9223ABDDC16}"/>
    <dgm:cxn modelId="{E555CFC0-456A-41C0-853C-A5C184B6F026}" srcId="{244CE93D-3CE9-480A-BC40-D5795AE4CC61}" destId="{FCDCB472-5D0D-441E-9A63-91F48E5C3B9A}" srcOrd="0" destOrd="0" parTransId="{F183F53E-B9E4-483E-BB59-E567579A1D20}" sibTransId="{88085470-E458-46BB-9028-8CC37AAF17EF}"/>
    <dgm:cxn modelId="{A7EE1CC4-ADAA-43A4-9B5C-1C048DE76F9C}" type="presOf" srcId="{0175455E-C54B-45D4-9F64-0589EB6B3316}" destId="{D472FB88-F4A6-4733-BBD6-FCCD74C804B9}" srcOrd="0" destOrd="0" presId="urn:microsoft.com/office/officeart/2005/8/layout/vList5"/>
    <dgm:cxn modelId="{E67EFBCD-F8FA-4305-8594-A5431F9B3B20}" type="presOf" srcId="{CBD3BD06-5B52-457B-A709-959D97EA9FE5}" destId="{B600E709-DF12-4A8F-ADF3-337F9DA08A67}" srcOrd="0" destOrd="1" presId="urn:microsoft.com/office/officeart/2005/8/layout/vList5"/>
    <dgm:cxn modelId="{746C65D4-0A32-4610-8B9B-A01592BB40A3}" srcId="{B9C32B05-62EA-407A-B21C-2310C7945705}" destId="{244CE93D-3CE9-480A-BC40-D5795AE4CC61}" srcOrd="4" destOrd="0" parTransId="{B26CFE49-55EC-4B92-8D65-F00D6B48420B}" sibTransId="{AA2C577D-A278-4959-857E-CDA154440386}"/>
    <dgm:cxn modelId="{624AB3D4-4154-4159-990A-B352B8FC2831}" type="presOf" srcId="{DDCF078C-D429-4F3D-A86A-601C37333F0E}" destId="{CA9FB3D2-9B4E-4889-946B-F6D475ACE6C1}" srcOrd="0" destOrd="0" presId="urn:microsoft.com/office/officeart/2005/8/layout/vList5"/>
    <dgm:cxn modelId="{28AC90D5-6580-47A9-9744-76A2D139FC5D}" type="presOf" srcId="{B9C32B05-62EA-407A-B21C-2310C7945705}" destId="{916267AA-4A39-4ADC-93B7-3D217075F5DD}" srcOrd="0" destOrd="0" presId="urn:microsoft.com/office/officeart/2005/8/layout/vList5"/>
    <dgm:cxn modelId="{E6790BDA-BA16-40DC-9F78-A1D1D2872D02}" type="presOf" srcId="{D96BD766-7A45-44C2-B6DC-068AE128BF44}" destId="{D472FB88-F4A6-4733-BBD6-FCCD74C804B9}" srcOrd="0" destOrd="1" presId="urn:microsoft.com/office/officeart/2005/8/layout/vList5"/>
    <dgm:cxn modelId="{24F8CBE2-5003-4E69-A772-6B98F2B05181}" srcId="{42D71409-67F9-455C-8C6D-716D284AAA6B}" destId="{3AF880A5-0F00-4315-A5DF-1FE656798601}" srcOrd="1" destOrd="0" parTransId="{A13BB1F9-5857-4B43-8BF5-6589AA2CB759}" sibTransId="{C198C41D-2640-4669-83ED-E0CD35701C8E}"/>
    <dgm:cxn modelId="{F5E63DE7-E621-486A-821D-56723B2BF235}" srcId="{EE62A4F6-4AC4-435B-990E-81A71CE8CAC7}" destId="{D416A02A-0A88-4E36-B734-A21335A8DD2D}" srcOrd="1" destOrd="0" parTransId="{FC806BFF-490C-4885-AC46-7E363DD85082}" sibTransId="{D3B5DA4F-29AB-46CB-9796-98FE9606C128}"/>
    <dgm:cxn modelId="{7A5721E8-1459-4B4F-A9D0-71A17192BAC8}" type="presOf" srcId="{F66099B6-DBBD-4AB0-82D2-877B80F846F7}" destId="{0F827D5D-7F21-4BEF-A102-47C64E91352C}" srcOrd="0" destOrd="0" presId="urn:microsoft.com/office/officeart/2005/8/layout/vList5"/>
    <dgm:cxn modelId="{9C13F3ED-72AB-4967-A9FD-82B207A78768}" type="presOf" srcId="{3AF880A5-0F00-4315-A5DF-1FE656798601}" destId="{4667C653-681F-4ECF-B010-9E292AA1AF6F}" srcOrd="0" destOrd="1" presId="urn:microsoft.com/office/officeart/2005/8/layout/vList5"/>
    <dgm:cxn modelId="{58AD7EEF-D408-406B-87EE-4691D4C30668}" srcId="{42D71409-67F9-455C-8C6D-716D284AAA6B}" destId="{8EA7219F-BDB2-48EB-9EEB-3133522D132E}" srcOrd="0" destOrd="0" parTransId="{3EE8403A-CB7C-4815-85BD-AEBCAEB71B37}" sibTransId="{C94B7947-85DC-4B21-BB99-DF8438356F98}"/>
    <dgm:cxn modelId="{7336A1F4-B052-4B0B-B455-41E545AD754E}" type="presOf" srcId="{BE788BF5-FE9F-4C7D-A1CD-9232D7860179}" destId="{8AF496D8-89A4-49F1-B591-96EE4F6C6E14}" srcOrd="0" destOrd="1" presId="urn:microsoft.com/office/officeart/2005/8/layout/vList5"/>
    <dgm:cxn modelId="{5E38DDF4-547A-4FD0-8A4D-326E3C70C54C}" type="presOf" srcId="{42D71409-67F9-455C-8C6D-716D284AAA6B}" destId="{9AB51666-48FF-4F20-8A98-26B73854CE32}" srcOrd="0" destOrd="0" presId="urn:microsoft.com/office/officeart/2005/8/layout/vList5"/>
    <dgm:cxn modelId="{8ED196F6-6553-443C-AAB2-40F72E795577}" srcId="{EE62A4F6-4AC4-435B-990E-81A71CE8CAC7}" destId="{DDCF078C-D429-4F3D-A86A-601C37333F0E}" srcOrd="0" destOrd="0" parTransId="{1882E0FC-22B0-4EC0-AFEA-6913C3E42D04}" sibTransId="{E265BFA4-891C-408C-98FC-08B80CC170BD}"/>
    <dgm:cxn modelId="{C8B436FC-B783-46B4-A145-3B3B3DD3B3F9}" srcId="{B6D9DE15-697B-42C2-B6A1-CE31260EED93}" destId="{0175455E-C54B-45D4-9F64-0589EB6B3316}" srcOrd="0" destOrd="0" parTransId="{88BD4BDB-1D85-4113-AFEC-21431AF63D5F}" sibTransId="{814ADA3B-AA89-4AB7-868E-C824585A3ABB}"/>
    <dgm:cxn modelId="{FF9CA4FE-7B1A-4E37-8955-2FC4C0719B5B}" type="presOf" srcId="{FCDCB472-5D0D-441E-9A63-91F48E5C3B9A}" destId="{B600E709-DF12-4A8F-ADF3-337F9DA08A67}" srcOrd="0" destOrd="0" presId="urn:microsoft.com/office/officeart/2005/8/layout/vList5"/>
    <dgm:cxn modelId="{BFAE2039-323F-4510-BE4A-BD1E9B334191}" type="presParOf" srcId="{916267AA-4A39-4ADC-93B7-3D217075F5DD}" destId="{BCA2FDBA-F55F-4832-9A52-5246E19C6506}" srcOrd="0" destOrd="0" presId="urn:microsoft.com/office/officeart/2005/8/layout/vList5"/>
    <dgm:cxn modelId="{8D5077DF-2FC3-492A-810E-B6C6C100157F}" type="presParOf" srcId="{BCA2FDBA-F55F-4832-9A52-5246E19C6506}" destId="{9AB51666-48FF-4F20-8A98-26B73854CE32}" srcOrd="0" destOrd="0" presId="urn:microsoft.com/office/officeart/2005/8/layout/vList5"/>
    <dgm:cxn modelId="{9D40CE5A-3ED1-4892-8480-D310C7BBF542}" type="presParOf" srcId="{BCA2FDBA-F55F-4832-9A52-5246E19C6506}" destId="{4667C653-681F-4ECF-B010-9E292AA1AF6F}" srcOrd="1" destOrd="0" presId="urn:microsoft.com/office/officeart/2005/8/layout/vList5"/>
    <dgm:cxn modelId="{B3C439E6-6BFE-4CA5-B34A-D4478C0ADB62}" type="presParOf" srcId="{916267AA-4A39-4ADC-93B7-3D217075F5DD}" destId="{37ABDA52-CDE3-4472-B330-750D4802F3D0}" srcOrd="1" destOrd="0" presId="urn:microsoft.com/office/officeart/2005/8/layout/vList5"/>
    <dgm:cxn modelId="{F8BE2C44-C2CF-4532-B41F-E5A8289F0D92}" type="presParOf" srcId="{916267AA-4A39-4ADC-93B7-3D217075F5DD}" destId="{359F22C4-9892-4484-9677-F3CA99241DDE}" srcOrd="2" destOrd="0" presId="urn:microsoft.com/office/officeart/2005/8/layout/vList5"/>
    <dgm:cxn modelId="{50D279F1-AB45-4921-9BCF-4C8F8837AFEE}" type="presParOf" srcId="{359F22C4-9892-4484-9677-F3CA99241DDE}" destId="{0F827D5D-7F21-4BEF-A102-47C64E91352C}" srcOrd="0" destOrd="0" presId="urn:microsoft.com/office/officeart/2005/8/layout/vList5"/>
    <dgm:cxn modelId="{34A317A9-1882-405A-9C59-76F612F4B896}" type="presParOf" srcId="{359F22C4-9892-4484-9677-F3CA99241DDE}" destId="{8AF496D8-89A4-49F1-B591-96EE4F6C6E14}" srcOrd="1" destOrd="0" presId="urn:microsoft.com/office/officeart/2005/8/layout/vList5"/>
    <dgm:cxn modelId="{288CBF49-9945-4779-8895-FF2A804D999D}" type="presParOf" srcId="{916267AA-4A39-4ADC-93B7-3D217075F5DD}" destId="{FEC3DA91-5335-4664-9C95-D4ECC3AF06A7}" srcOrd="3" destOrd="0" presId="urn:microsoft.com/office/officeart/2005/8/layout/vList5"/>
    <dgm:cxn modelId="{C93A149C-CDDC-469B-8A37-3B09FC889114}" type="presParOf" srcId="{916267AA-4A39-4ADC-93B7-3D217075F5DD}" destId="{B35CB561-A6FC-4BDF-B187-2515CA365B75}" srcOrd="4" destOrd="0" presId="urn:microsoft.com/office/officeart/2005/8/layout/vList5"/>
    <dgm:cxn modelId="{F0E124D8-82D2-4F9D-A974-58504C03DCFE}" type="presParOf" srcId="{B35CB561-A6FC-4BDF-B187-2515CA365B75}" destId="{05987F72-554B-4E59-8821-222F2010FE24}" srcOrd="0" destOrd="0" presId="urn:microsoft.com/office/officeart/2005/8/layout/vList5"/>
    <dgm:cxn modelId="{189FDC81-7A04-4D8F-83F9-1FD3936C0941}" type="presParOf" srcId="{B35CB561-A6FC-4BDF-B187-2515CA365B75}" destId="{CA9FB3D2-9B4E-4889-946B-F6D475ACE6C1}" srcOrd="1" destOrd="0" presId="urn:microsoft.com/office/officeart/2005/8/layout/vList5"/>
    <dgm:cxn modelId="{49227D21-B147-46D3-A14C-474729F4CCEE}" type="presParOf" srcId="{916267AA-4A39-4ADC-93B7-3D217075F5DD}" destId="{1BC60D3C-4F1A-4934-9572-FE1AACE845A9}" srcOrd="5" destOrd="0" presId="urn:microsoft.com/office/officeart/2005/8/layout/vList5"/>
    <dgm:cxn modelId="{4038FFA9-E4C1-4F78-B435-64C58CF229AF}" type="presParOf" srcId="{916267AA-4A39-4ADC-93B7-3D217075F5DD}" destId="{AD0FD89C-C742-4F64-8D61-99BBA2D524B9}" srcOrd="6" destOrd="0" presId="urn:microsoft.com/office/officeart/2005/8/layout/vList5"/>
    <dgm:cxn modelId="{0A901C5B-5F97-4FD5-80A2-F8FCD0DDF652}" type="presParOf" srcId="{AD0FD89C-C742-4F64-8D61-99BBA2D524B9}" destId="{B77ED579-1174-4833-A02C-24E1C924A899}" srcOrd="0" destOrd="0" presId="urn:microsoft.com/office/officeart/2005/8/layout/vList5"/>
    <dgm:cxn modelId="{4388B1FB-F415-42F8-95C4-FE1D8BBC590E}" type="presParOf" srcId="{AD0FD89C-C742-4F64-8D61-99BBA2D524B9}" destId="{D472FB88-F4A6-4733-BBD6-FCCD74C804B9}" srcOrd="1" destOrd="0" presId="urn:microsoft.com/office/officeart/2005/8/layout/vList5"/>
    <dgm:cxn modelId="{45A55224-B2CC-4943-A798-B1081B730609}" type="presParOf" srcId="{916267AA-4A39-4ADC-93B7-3D217075F5DD}" destId="{4C26B9B9-82C4-46EE-8E00-2778D730DF38}" srcOrd="7" destOrd="0" presId="urn:microsoft.com/office/officeart/2005/8/layout/vList5"/>
    <dgm:cxn modelId="{79A13680-2EC7-4DF0-9FA5-8BA418671742}" type="presParOf" srcId="{916267AA-4A39-4ADC-93B7-3D217075F5DD}" destId="{2FE588C9-E69E-49F0-8DFC-DF3A448B94FA}" srcOrd="8" destOrd="0" presId="urn:microsoft.com/office/officeart/2005/8/layout/vList5"/>
    <dgm:cxn modelId="{EFC396CE-AC0E-471A-BED0-7433D6058462}" type="presParOf" srcId="{2FE588C9-E69E-49F0-8DFC-DF3A448B94FA}" destId="{94569F91-208B-4BDC-8751-A9895D45EAF8}" srcOrd="0" destOrd="0" presId="urn:microsoft.com/office/officeart/2005/8/layout/vList5"/>
    <dgm:cxn modelId="{B856C9F0-3BA5-4CDC-9ED5-65AAADD13230}" type="presParOf" srcId="{2FE588C9-E69E-49F0-8DFC-DF3A448B94FA}" destId="{B600E709-DF12-4A8F-ADF3-337F9DA08A67}" srcOrd="1" destOrd="0" presId="urn:microsoft.com/office/officeart/2005/8/layout/vList5"/>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32.xml><?xml version="1.0" encoding="utf-8"?>
<dgm:dataModel xmlns:dgm="http://schemas.openxmlformats.org/drawingml/2006/diagram" xmlns:a="http://schemas.openxmlformats.org/drawingml/2006/main">
  <dgm:ptLst>
    <dgm:pt modelId="{B9C32B05-62EA-407A-B21C-2310C7945705}" type="doc">
      <dgm:prSet loTypeId="urn:microsoft.com/office/officeart/2008/layout/VerticalAccentList" loCatId="list"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b="1" dirty="0">
              <a:solidFill>
                <a:schemeClr val="tx2"/>
              </a:solidFill>
            </a:rPr>
            <a:t>Lorem Ipsum</a:t>
          </a:r>
        </a:p>
      </dgm:t>
    </dgm:pt>
    <dgm:pt modelId="{51680ED1-AF6E-4B28-AE94-92B0EFB0DF7D}" type="parTrans" cxnId="{2AA9C11F-1F1D-428E-801A-47EAA766C99D}">
      <dgm:prSet/>
      <dgm:spPr/>
      <dgm:t>
        <a:bodyPr/>
        <a:lstStyle/>
        <a:p>
          <a:endParaRPr lang="en-US">
            <a:solidFill>
              <a:schemeClr val="tx2"/>
            </a:solidFill>
          </a:endParaRPr>
        </a:p>
      </dgm:t>
    </dgm:pt>
    <dgm:pt modelId="{478B7D3C-9FB4-4BC6-90AC-49960560DECD}" type="sibTrans" cxnId="{2AA9C11F-1F1D-428E-801A-47EAA766C99D}">
      <dgm:prSet/>
      <dgm:spPr/>
      <dgm:t>
        <a:bodyPr/>
        <a:lstStyle/>
        <a:p>
          <a:endParaRPr lang="en-US">
            <a:solidFill>
              <a:schemeClr val="tx2"/>
            </a:solidFill>
          </a:endParaRPr>
        </a:p>
      </dgm:t>
    </dgm:pt>
    <dgm:pt modelId="{F66099B6-DBBD-4AB0-82D2-877B80F846F7}">
      <dgm:prSet phldrT="[Text]"/>
      <dgm:spPr/>
      <dgm:t>
        <a:bodyPr/>
        <a:lstStyle/>
        <a:p>
          <a:r>
            <a:rPr lang="en-US" b="1" dirty="0">
              <a:solidFill>
                <a:schemeClr val="tx2"/>
              </a:solidFill>
            </a:rPr>
            <a:t>Lorem Ipsum</a:t>
          </a:r>
        </a:p>
      </dgm:t>
    </dgm:pt>
    <dgm:pt modelId="{B09C8BFB-F41C-4AC4-AB94-F216E3081C2D}" type="parTrans" cxnId="{B4F3EA32-CE64-4A92-9BAE-BC57E5392B05}">
      <dgm:prSet/>
      <dgm:spPr/>
      <dgm:t>
        <a:bodyPr/>
        <a:lstStyle/>
        <a:p>
          <a:endParaRPr lang="en-US">
            <a:solidFill>
              <a:schemeClr val="tx2"/>
            </a:solidFill>
          </a:endParaRPr>
        </a:p>
      </dgm:t>
    </dgm:pt>
    <dgm:pt modelId="{BC531B32-9B0E-482E-BF91-65C61F17168D}" type="sibTrans" cxnId="{B4F3EA32-CE64-4A92-9BAE-BC57E5392B05}">
      <dgm:prSet/>
      <dgm:spPr/>
      <dgm:t>
        <a:bodyPr/>
        <a:lstStyle/>
        <a:p>
          <a:endParaRPr lang="en-US">
            <a:solidFill>
              <a:schemeClr val="tx2"/>
            </a:solidFill>
          </a:endParaRPr>
        </a:p>
      </dgm:t>
    </dgm:pt>
    <dgm:pt modelId="{EE62A4F6-4AC4-435B-990E-81A71CE8CAC7}">
      <dgm:prSet phldrT="[Text]"/>
      <dgm:spPr/>
      <dgm:t>
        <a:bodyPr/>
        <a:lstStyle/>
        <a:p>
          <a:r>
            <a:rPr lang="en-US" b="1" dirty="0">
              <a:solidFill>
                <a:schemeClr val="tx2"/>
              </a:solidFill>
            </a:rPr>
            <a:t>Lorem Ipsum</a:t>
          </a:r>
        </a:p>
      </dgm:t>
    </dgm:pt>
    <dgm:pt modelId="{F287B947-7343-4FA2-B288-B23A59FFAE31}" type="parTrans" cxnId="{3A2CECA6-0C5B-46BB-B7C6-7D37E9D210BD}">
      <dgm:prSet/>
      <dgm:spPr/>
      <dgm:t>
        <a:bodyPr/>
        <a:lstStyle/>
        <a:p>
          <a:endParaRPr lang="en-US">
            <a:solidFill>
              <a:schemeClr val="tx2"/>
            </a:solidFill>
          </a:endParaRPr>
        </a:p>
      </dgm:t>
    </dgm:pt>
    <dgm:pt modelId="{389F9A93-0231-4877-8C41-5D5B8DD7AAC0}" type="sibTrans" cxnId="{3A2CECA6-0C5B-46BB-B7C6-7D37E9D210BD}">
      <dgm:prSet/>
      <dgm:spPr/>
      <dgm:t>
        <a:bodyPr/>
        <a:lstStyle/>
        <a:p>
          <a:endParaRPr lang="en-US">
            <a:solidFill>
              <a:schemeClr val="tx2"/>
            </a:solidFill>
          </a:endParaRPr>
        </a:p>
      </dgm:t>
    </dgm:pt>
    <dgm:pt modelId="{6CF284C3-4A70-4432-8F33-E75A802B3330}">
      <dgm:prSet/>
      <dgm:spPr/>
      <dgm:t>
        <a:bodyPr/>
        <a:lstStyle/>
        <a:p>
          <a:r>
            <a:rPr lang="en-US" dirty="0">
              <a:solidFill>
                <a:schemeClr val="tx2"/>
              </a:solidFill>
            </a:rPr>
            <a:t>Some text here</a:t>
          </a:r>
        </a:p>
      </dgm:t>
    </dgm:pt>
    <dgm:pt modelId="{044831E6-2FC9-4DDA-81FB-5FA418568D07}" type="parTrans" cxnId="{2DC24386-BC50-4BAB-8571-16CB10C2603C}">
      <dgm:prSet/>
      <dgm:spPr/>
      <dgm:t>
        <a:bodyPr/>
        <a:lstStyle/>
        <a:p>
          <a:endParaRPr lang="en-US">
            <a:solidFill>
              <a:schemeClr val="tx2"/>
            </a:solidFill>
          </a:endParaRPr>
        </a:p>
      </dgm:t>
    </dgm:pt>
    <dgm:pt modelId="{CD50B82D-84BB-4747-B282-ABB339EBA294}" type="sibTrans" cxnId="{2DC24386-BC50-4BAB-8571-16CB10C2603C}">
      <dgm:prSet/>
      <dgm:spPr/>
      <dgm:t>
        <a:bodyPr/>
        <a:lstStyle/>
        <a:p>
          <a:endParaRPr lang="en-US">
            <a:solidFill>
              <a:schemeClr val="tx2"/>
            </a:solidFill>
          </a:endParaRPr>
        </a:p>
      </dgm:t>
    </dgm:pt>
    <dgm:pt modelId="{3AF880A5-0F00-4315-A5DF-1FE656798601}">
      <dgm:prSet phldrT="[Text]"/>
      <dgm:spPr/>
      <dgm:t>
        <a:bodyPr/>
        <a:lstStyle/>
        <a:p>
          <a:r>
            <a:rPr lang="en-US" dirty="0">
              <a:solidFill>
                <a:schemeClr val="tx2"/>
              </a:solidFill>
            </a:rPr>
            <a:t>Some text here</a:t>
          </a:r>
        </a:p>
      </dgm:t>
    </dgm:pt>
    <dgm:pt modelId="{A13BB1F9-5857-4B43-8BF5-6589AA2CB759}" type="parTrans" cxnId="{24F8CBE2-5003-4E69-A772-6B98F2B05181}">
      <dgm:prSet/>
      <dgm:spPr/>
      <dgm:t>
        <a:bodyPr/>
        <a:lstStyle/>
        <a:p>
          <a:endParaRPr lang="en-US">
            <a:solidFill>
              <a:schemeClr val="tx2"/>
            </a:solidFill>
          </a:endParaRPr>
        </a:p>
      </dgm:t>
    </dgm:pt>
    <dgm:pt modelId="{C198C41D-2640-4669-83ED-E0CD35701C8E}" type="sibTrans" cxnId="{24F8CBE2-5003-4E69-A772-6B98F2B05181}">
      <dgm:prSet/>
      <dgm:spPr/>
      <dgm:t>
        <a:bodyPr/>
        <a:lstStyle/>
        <a:p>
          <a:endParaRPr lang="en-US">
            <a:solidFill>
              <a:schemeClr val="tx2"/>
            </a:solidFill>
          </a:endParaRPr>
        </a:p>
      </dgm:t>
    </dgm:pt>
    <dgm:pt modelId="{8EA7219F-BDB2-48EB-9EEB-3133522D132E}">
      <dgm:prSet phldrT="[Text]"/>
      <dgm:spPr/>
      <dgm:t>
        <a:bodyPr/>
        <a:lstStyle/>
        <a:p>
          <a:r>
            <a:rPr lang="en-US" dirty="0">
              <a:solidFill>
                <a:schemeClr val="tx2"/>
              </a:solidFill>
            </a:rPr>
            <a:t>Some text here</a:t>
          </a:r>
        </a:p>
      </dgm:t>
    </dgm:pt>
    <dgm:pt modelId="{3EE8403A-CB7C-4815-85BD-AEBCAEB71B37}" type="parTrans" cxnId="{58AD7EEF-D408-406B-87EE-4691D4C30668}">
      <dgm:prSet/>
      <dgm:spPr/>
      <dgm:t>
        <a:bodyPr/>
        <a:lstStyle/>
        <a:p>
          <a:endParaRPr lang="en-US">
            <a:solidFill>
              <a:schemeClr val="tx2"/>
            </a:solidFill>
          </a:endParaRPr>
        </a:p>
      </dgm:t>
    </dgm:pt>
    <dgm:pt modelId="{C94B7947-85DC-4B21-BB99-DF8438356F98}" type="sibTrans" cxnId="{58AD7EEF-D408-406B-87EE-4691D4C30668}">
      <dgm:prSet/>
      <dgm:spPr/>
      <dgm:t>
        <a:bodyPr/>
        <a:lstStyle/>
        <a:p>
          <a:endParaRPr lang="en-US">
            <a:solidFill>
              <a:schemeClr val="tx2"/>
            </a:solidFill>
          </a:endParaRPr>
        </a:p>
      </dgm:t>
    </dgm:pt>
    <dgm:pt modelId="{BE788BF5-FE9F-4C7D-A1CD-9232D7860179}">
      <dgm:prSet phldrT="[Text]"/>
      <dgm:spPr/>
      <dgm:t>
        <a:bodyPr/>
        <a:lstStyle/>
        <a:p>
          <a:r>
            <a:rPr lang="en-US">
              <a:solidFill>
                <a:schemeClr val="tx2"/>
              </a:solidFill>
            </a:rPr>
            <a:t>Some text here</a:t>
          </a:r>
          <a:endParaRPr lang="en-US" dirty="0">
            <a:solidFill>
              <a:schemeClr val="tx2"/>
            </a:solidFill>
          </a:endParaRPr>
        </a:p>
      </dgm:t>
    </dgm:pt>
    <dgm:pt modelId="{963A52CB-C772-45F2-8A30-8ABA6B14D3CE}" type="parTrans" cxnId="{35013F34-57BC-4E3C-A003-07C0E49926DB}">
      <dgm:prSet/>
      <dgm:spPr/>
      <dgm:t>
        <a:bodyPr/>
        <a:lstStyle/>
        <a:p>
          <a:endParaRPr lang="en-US">
            <a:solidFill>
              <a:schemeClr val="tx2"/>
            </a:solidFill>
          </a:endParaRPr>
        </a:p>
      </dgm:t>
    </dgm:pt>
    <dgm:pt modelId="{88191C5E-55BA-42F2-B842-FC86CBBADC0F}" type="sibTrans" cxnId="{35013F34-57BC-4E3C-A003-07C0E49926DB}">
      <dgm:prSet/>
      <dgm:spPr/>
      <dgm:t>
        <a:bodyPr/>
        <a:lstStyle/>
        <a:p>
          <a:endParaRPr lang="en-US">
            <a:solidFill>
              <a:schemeClr val="tx2"/>
            </a:solidFill>
          </a:endParaRPr>
        </a:p>
      </dgm:t>
    </dgm:pt>
    <dgm:pt modelId="{DDCF078C-D429-4F3D-A86A-601C37333F0E}">
      <dgm:prSet phldrT="[Text]"/>
      <dgm:spPr/>
      <dgm:t>
        <a:bodyPr/>
        <a:lstStyle/>
        <a:p>
          <a:r>
            <a:rPr lang="en-US">
              <a:solidFill>
                <a:schemeClr val="tx2"/>
              </a:solidFill>
            </a:rPr>
            <a:t>Some text here</a:t>
          </a:r>
          <a:endParaRPr lang="en-US" dirty="0">
            <a:solidFill>
              <a:schemeClr val="tx2"/>
            </a:solidFill>
          </a:endParaRPr>
        </a:p>
      </dgm:t>
    </dgm:pt>
    <dgm:pt modelId="{1882E0FC-22B0-4EC0-AFEA-6913C3E42D04}" type="parTrans" cxnId="{8ED196F6-6553-443C-AAB2-40F72E795577}">
      <dgm:prSet/>
      <dgm:spPr/>
      <dgm:t>
        <a:bodyPr/>
        <a:lstStyle/>
        <a:p>
          <a:endParaRPr lang="en-US">
            <a:solidFill>
              <a:schemeClr val="tx2"/>
            </a:solidFill>
          </a:endParaRPr>
        </a:p>
      </dgm:t>
    </dgm:pt>
    <dgm:pt modelId="{E265BFA4-891C-408C-98FC-08B80CC170BD}" type="sibTrans" cxnId="{8ED196F6-6553-443C-AAB2-40F72E795577}">
      <dgm:prSet/>
      <dgm:spPr/>
      <dgm:t>
        <a:bodyPr/>
        <a:lstStyle/>
        <a:p>
          <a:endParaRPr lang="en-US">
            <a:solidFill>
              <a:schemeClr val="tx2"/>
            </a:solidFill>
          </a:endParaRPr>
        </a:p>
      </dgm:t>
    </dgm:pt>
    <dgm:pt modelId="{D416A02A-0A88-4E36-B734-A21335A8DD2D}">
      <dgm:prSet phldrT="[Text]"/>
      <dgm:spPr/>
      <dgm:t>
        <a:bodyPr/>
        <a:lstStyle/>
        <a:p>
          <a:r>
            <a:rPr lang="en-US">
              <a:solidFill>
                <a:schemeClr val="tx2"/>
              </a:solidFill>
            </a:rPr>
            <a:t>Some text here</a:t>
          </a:r>
          <a:endParaRPr lang="en-US" dirty="0">
            <a:solidFill>
              <a:schemeClr val="tx2"/>
            </a:solidFill>
          </a:endParaRPr>
        </a:p>
      </dgm:t>
    </dgm:pt>
    <dgm:pt modelId="{FC806BFF-490C-4885-AC46-7E363DD85082}" type="parTrans" cxnId="{F5E63DE7-E621-486A-821D-56723B2BF235}">
      <dgm:prSet/>
      <dgm:spPr/>
      <dgm:t>
        <a:bodyPr/>
        <a:lstStyle/>
        <a:p>
          <a:endParaRPr lang="en-US">
            <a:solidFill>
              <a:schemeClr val="tx2"/>
            </a:solidFill>
          </a:endParaRPr>
        </a:p>
      </dgm:t>
    </dgm:pt>
    <dgm:pt modelId="{D3B5DA4F-29AB-46CB-9796-98FE9606C128}" type="sibTrans" cxnId="{F5E63DE7-E621-486A-821D-56723B2BF235}">
      <dgm:prSet/>
      <dgm:spPr/>
      <dgm:t>
        <a:bodyPr/>
        <a:lstStyle/>
        <a:p>
          <a:endParaRPr lang="en-US">
            <a:solidFill>
              <a:schemeClr val="tx2"/>
            </a:solidFill>
          </a:endParaRPr>
        </a:p>
      </dgm:t>
    </dgm:pt>
    <dgm:pt modelId="{6E350F53-2F40-42B0-93EB-217AA666251C}" type="pres">
      <dgm:prSet presAssocID="{B9C32B05-62EA-407A-B21C-2310C7945705}" presName="Name0" presStyleCnt="0">
        <dgm:presLayoutVars>
          <dgm:chMax/>
          <dgm:chPref/>
          <dgm:dir/>
        </dgm:presLayoutVars>
      </dgm:prSet>
      <dgm:spPr/>
    </dgm:pt>
    <dgm:pt modelId="{63451780-755B-48B3-9875-F87DDA8C4E17}" type="pres">
      <dgm:prSet presAssocID="{42D71409-67F9-455C-8C6D-716D284AAA6B}" presName="parenttextcomposite" presStyleCnt="0"/>
      <dgm:spPr/>
    </dgm:pt>
    <dgm:pt modelId="{773D3CBE-402A-4356-8ADF-52F7FCE0E389}" type="pres">
      <dgm:prSet presAssocID="{42D71409-67F9-455C-8C6D-716D284AAA6B}" presName="parenttext" presStyleLbl="revTx" presStyleIdx="0" presStyleCnt="3">
        <dgm:presLayoutVars>
          <dgm:chMax/>
          <dgm:chPref val="2"/>
          <dgm:bulletEnabled val="1"/>
        </dgm:presLayoutVars>
      </dgm:prSet>
      <dgm:spPr/>
    </dgm:pt>
    <dgm:pt modelId="{02CE234B-15FC-4A2E-92AE-364E073148DD}" type="pres">
      <dgm:prSet presAssocID="{42D71409-67F9-455C-8C6D-716D284AAA6B}" presName="composite" presStyleCnt="0"/>
      <dgm:spPr/>
    </dgm:pt>
    <dgm:pt modelId="{F211F803-D71A-4BFC-8713-557ADF214BF6}" type="pres">
      <dgm:prSet presAssocID="{42D71409-67F9-455C-8C6D-716D284AAA6B}" presName="chevron1" presStyleLbl="alignNode1" presStyleIdx="0" presStyleCnt="21"/>
      <dgm:spPr/>
    </dgm:pt>
    <dgm:pt modelId="{167272A2-6553-4DAA-9611-4C70C6E82D61}" type="pres">
      <dgm:prSet presAssocID="{42D71409-67F9-455C-8C6D-716D284AAA6B}" presName="chevron2" presStyleLbl="alignNode1" presStyleIdx="1" presStyleCnt="21"/>
      <dgm:spPr/>
    </dgm:pt>
    <dgm:pt modelId="{82D05C7E-D0ED-4C5A-B883-DDFA34FCD113}" type="pres">
      <dgm:prSet presAssocID="{42D71409-67F9-455C-8C6D-716D284AAA6B}" presName="chevron3" presStyleLbl="alignNode1" presStyleIdx="2" presStyleCnt="21"/>
      <dgm:spPr/>
    </dgm:pt>
    <dgm:pt modelId="{75013289-0CFC-4766-8088-3000F72AFF4D}" type="pres">
      <dgm:prSet presAssocID="{42D71409-67F9-455C-8C6D-716D284AAA6B}" presName="chevron4" presStyleLbl="alignNode1" presStyleIdx="3" presStyleCnt="21"/>
      <dgm:spPr/>
    </dgm:pt>
    <dgm:pt modelId="{9A1EA300-10AB-46FC-8093-2B6B8AE368EE}" type="pres">
      <dgm:prSet presAssocID="{42D71409-67F9-455C-8C6D-716D284AAA6B}" presName="chevron5" presStyleLbl="alignNode1" presStyleIdx="4" presStyleCnt="21"/>
      <dgm:spPr/>
    </dgm:pt>
    <dgm:pt modelId="{E09EC256-B490-4B8B-8D53-8D0D1079C3A5}" type="pres">
      <dgm:prSet presAssocID="{42D71409-67F9-455C-8C6D-716D284AAA6B}" presName="chevron6" presStyleLbl="alignNode1" presStyleIdx="5" presStyleCnt="21"/>
      <dgm:spPr/>
    </dgm:pt>
    <dgm:pt modelId="{6E3F8E97-C77E-4B15-961C-2B6194E4EEFB}" type="pres">
      <dgm:prSet presAssocID="{42D71409-67F9-455C-8C6D-716D284AAA6B}" presName="chevron7" presStyleLbl="alignNode1" presStyleIdx="6" presStyleCnt="21"/>
      <dgm:spPr/>
    </dgm:pt>
    <dgm:pt modelId="{480ADC9E-DD60-4BD1-B31C-FD3389E563BA}" type="pres">
      <dgm:prSet presAssocID="{42D71409-67F9-455C-8C6D-716D284AAA6B}" presName="childtext" presStyleLbl="solidFgAcc1" presStyleIdx="0" presStyleCnt="3">
        <dgm:presLayoutVars>
          <dgm:chMax/>
          <dgm:chPref val="0"/>
          <dgm:bulletEnabled val="1"/>
        </dgm:presLayoutVars>
      </dgm:prSet>
      <dgm:spPr/>
    </dgm:pt>
    <dgm:pt modelId="{44A09F6B-97E3-4C04-A324-5D0B01D325EB}" type="pres">
      <dgm:prSet presAssocID="{478B7D3C-9FB4-4BC6-90AC-49960560DECD}" presName="sibTrans" presStyleCnt="0"/>
      <dgm:spPr/>
    </dgm:pt>
    <dgm:pt modelId="{1DE2320A-707E-4A77-A04A-A7B21B2F66E8}" type="pres">
      <dgm:prSet presAssocID="{F66099B6-DBBD-4AB0-82D2-877B80F846F7}" presName="parenttextcomposite" presStyleCnt="0"/>
      <dgm:spPr/>
    </dgm:pt>
    <dgm:pt modelId="{5E77A7A9-6B15-4596-9230-D7E64BDB3266}" type="pres">
      <dgm:prSet presAssocID="{F66099B6-DBBD-4AB0-82D2-877B80F846F7}" presName="parenttext" presStyleLbl="revTx" presStyleIdx="1" presStyleCnt="3">
        <dgm:presLayoutVars>
          <dgm:chMax/>
          <dgm:chPref val="2"/>
          <dgm:bulletEnabled val="1"/>
        </dgm:presLayoutVars>
      </dgm:prSet>
      <dgm:spPr/>
    </dgm:pt>
    <dgm:pt modelId="{644EABF4-702A-425A-AAC1-B0DBC9690702}" type="pres">
      <dgm:prSet presAssocID="{F66099B6-DBBD-4AB0-82D2-877B80F846F7}" presName="composite" presStyleCnt="0"/>
      <dgm:spPr/>
    </dgm:pt>
    <dgm:pt modelId="{400EF0A9-779D-4449-B57D-AC2FCB40AEA4}" type="pres">
      <dgm:prSet presAssocID="{F66099B6-DBBD-4AB0-82D2-877B80F846F7}" presName="chevron1" presStyleLbl="alignNode1" presStyleIdx="7" presStyleCnt="21"/>
      <dgm:spPr/>
    </dgm:pt>
    <dgm:pt modelId="{421F67C3-0C81-4EA8-A189-54D8695C40E2}" type="pres">
      <dgm:prSet presAssocID="{F66099B6-DBBD-4AB0-82D2-877B80F846F7}" presName="chevron2" presStyleLbl="alignNode1" presStyleIdx="8" presStyleCnt="21"/>
      <dgm:spPr/>
    </dgm:pt>
    <dgm:pt modelId="{26BE877E-DD58-4DCC-B4EC-105B4D63A524}" type="pres">
      <dgm:prSet presAssocID="{F66099B6-DBBD-4AB0-82D2-877B80F846F7}" presName="chevron3" presStyleLbl="alignNode1" presStyleIdx="9" presStyleCnt="21"/>
      <dgm:spPr/>
    </dgm:pt>
    <dgm:pt modelId="{381D7BDB-76C0-4A06-8AF5-CF0171945769}" type="pres">
      <dgm:prSet presAssocID="{F66099B6-DBBD-4AB0-82D2-877B80F846F7}" presName="chevron4" presStyleLbl="alignNode1" presStyleIdx="10" presStyleCnt="21"/>
      <dgm:spPr/>
    </dgm:pt>
    <dgm:pt modelId="{1B0EBE90-868F-485E-806B-7057AA804D08}" type="pres">
      <dgm:prSet presAssocID="{F66099B6-DBBD-4AB0-82D2-877B80F846F7}" presName="chevron5" presStyleLbl="alignNode1" presStyleIdx="11" presStyleCnt="21"/>
      <dgm:spPr/>
    </dgm:pt>
    <dgm:pt modelId="{7423C653-F397-4520-AAA0-F9DF2041D466}" type="pres">
      <dgm:prSet presAssocID="{F66099B6-DBBD-4AB0-82D2-877B80F846F7}" presName="chevron6" presStyleLbl="alignNode1" presStyleIdx="12" presStyleCnt="21"/>
      <dgm:spPr/>
    </dgm:pt>
    <dgm:pt modelId="{156D0330-6A09-491B-A857-651C8783598E}" type="pres">
      <dgm:prSet presAssocID="{F66099B6-DBBD-4AB0-82D2-877B80F846F7}" presName="chevron7" presStyleLbl="alignNode1" presStyleIdx="13" presStyleCnt="21"/>
      <dgm:spPr/>
    </dgm:pt>
    <dgm:pt modelId="{F3F7F4AD-C5B6-4618-84B1-B32D6128BA10}" type="pres">
      <dgm:prSet presAssocID="{F66099B6-DBBD-4AB0-82D2-877B80F846F7}" presName="childtext" presStyleLbl="solidFgAcc1" presStyleIdx="1" presStyleCnt="3">
        <dgm:presLayoutVars>
          <dgm:chMax/>
          <dgm:chPref val="0"/>
          <dgm:bulletEnabled val="1"/>
        </dgm:presLayoutVars>
      </dgm:prSet>
      <dgm:spPr/>
    </dgm:pt>
    <dgm:pt modelId="{C279D2FA-F9C4-4439-9EB1-78DA3AD9B9C4}" type="pres">
      <dgm:prSet presAssocID="{BC531B32-9B0E-482E-BF91-65C61F17168D}" presName="sibTrans" presStyleCnt="0"/>
      <dgm:spPr/>
    </dgm:pt>
    <dgm:pt modelId="{16069D64-AF18-4B83-AA7A-55F81AF59D78}" type="pres">
      <dgm:prSet presAssocID="{EE62A4F6-4AC4-435B-990E-81A71CE8CAC7}" presName="parenttextcomposite" presStyleCnt="0"/>
      <dgm:spPr/>
    </dgm:pt>
    <dgm:pt modelId="{A15AECB9-0DD0-42BF-8BF4-563F89F5E0EC}" type="pres">
      <dgm:prSet presAssocID="{EE62A4F6-4AC4-435B-990E-81A71CE8CAC7}" presName="parenttext" presStyleLbl="revTx" presStyleIdx="2" presStyleCnt="3">
        <dgm:presLayoutVars>
          <dgm:chMax/>
          <dgm:chPref val="2"/>
          <dgm:bulletEnabled val="1"/>
        </dgm:presLayoutVars>
      </dgm:prSet>
      <dgm:spPr/>
    </dgm:pt>
    <dgm:pt modelId="{C4BC44CA-30FE-4411-96D3-F6757D82ADF5}" type="pres">
      <dgm:prSet presAssocID="{EE62A4F6-4AC4-435B-990E-81A71CE8CAC7}" presName="composite" presStyleCnt="0"/>
      <dgm:spPr/>
    </dgm:pt>
    <dgm:pt modelId="{B9C2C834-4BF2-45A1-A86E-4102242C961E}" type="pres">
      <dgm:prSet presAssocID="{EE62A4F6-4AC4-435B-990E-81A71CE8CAC7}" presName="chevron1" presStyleLbl="alignNode1" presStyleIdx="14" presStyleCnt="21"/>
      <dgm:spPr/>
    </dgm:pt>
    <dgm:pt modelId="{0BC99D3B-7D94-4394-8E64-1BAB6967D2FF}" type="pres">
      <dgm:prSet presAssocID="{EE62A4F6-4AC4-435B-990E-81A71CE8CAC7}" presName="chevron2" presStyleLbl="alignNode1" presStyleIdx="15" presStyleCnt="21"/>
      <dgm:spPr/>
    </dgm:pt>
    <dgm:pt modelId="{C92CE4FD-B1A5-4F7D-AA6F-40EFFF04CC8A}" type="pres">
      <dgm:prSet presAssocID="{EE62A4F6-4AC4-435B-990E-81A71CE8CAC7}" presName="chevron3" presStyleLbl="alignNode1" presStyleIdx="16" presStyleCnt="21"/>
      <dgm:spPr/>
    </dgm:pt>
    <dgm:pt modelId="{AEFE3FBE-578D-4A40-B07F-8D108E2CCCDB}" type="pres">
      <dgm:prSet presAssocID="{EE62A4F6-4AC4-435B-990E-81A71CE8CAC7}" presName="chevron4" presStyleLbl="alignNode1" presStyleIdx="17" presStyleCnt="21"/>
      <dgm:spPr/>
    </dgm:pt>
    <dgm:pt modelId="{3153438D-53FE-4C9B-838D-64B288CEF6C1}" type="pres">
      <dgm:prSet presAssocID="{EE62A4F6-4AC4-435B-990E-81A71CE8CAC7}" presName="chevron5" presStyleLbl="alignNode1" presStyleIdx="18" presStyleCnt="21"/>
      <dgm:spPr/>
    </dgm:pt>
    <dgm:pt modelId="{249A6FEA-994C-404F-884C-E0C1DF65E0CE}" type="pres">
      <dgm:prSet presAssocID="{EE62A4F6-4AC4-435B-990E-81A71CE8CAC7}" presName="chevron6" presStyleLbl="alignNode1" presStyleIdx="19" presStyleCnt="21"/>
      <dgm:spPr/>
    </dgm:pt>
    <dgm:pt modelId="{020071C5-5250-4CB4-B1AC-7F65A1D6F7D0}" type="pres">
      <dgm:prSet presAssocID="{EE62A4F6-4AC4-435B-990E-81A71CE8CAC7}" presName="chevron7" presStyleLbl="alignNode1" presStyleIdx="20" presStyleCnt="21"/>
      <dgm:spPr/>
    </dgm:pt>
    <dgm:pt modelId="{AE9A2A55-8CD8-4CD3-BFB7-6F70BC08A9A0}" type="pres">
      <dgm:prSet presAssocID="{EE62A4F6-4AC4-435B-990E-81A71CE8CAC7}" presName="childtext" presStyleLbl="solidFgAcc1" presStyleIdx="2" presStyleCnt="3">
        <dgm:presLayoutVars>
          <dgm:chMax/>
          <dgm:chPref val="0"/>
          <dgm:bulletEnabled val="1"/>
        </dgm:presLayoutVars>
      </dgm:prSet>
      <dgm:spPr/>
    </dgm:pt>
  </dgm:ptLst>
  <dgm:cxnLst>
    <dgm:cxn modelId="{2AA9C11F-1F1D-428E-801A-47EAA766C99D}" srcId="{B9C32B05-62EA-407A-B21C-2310C7945705}" destId="{42D71409-67F9-455C-8C6D-716D284AAA6B}" srcOrd="0" destOrd="0" parTransId="{51680ED1-AF6E-4B28-AE94-92B0EFB0DF7D}" sibTransId="{478B7D3C-9FB4-4BC6-90AC-49960560DECD}"/>
    <dgm:cxn modelId="{77122B20-9188-4A2C-8516-29FE416E593F}" type="presOf" srcId="{EE62A4F6-4AC4-435B-990E-81A71CE8CAC7}" destId="{A15AECB9-0DD0-42BF-8BF4-563F89F5E0EC}" srcOrd="0" destOrd="0" presId="urn:microsoft.com/office/officeart/2008/layout/VerticalAccentList"/>
    <dgm:cxn modelId="{B4F3EA32-CE64-4A92-9BAE-BC57E5392B05}" srcId="{B9C32B05-62EA-407A-B21C-2310C7945705}" destId="{F66099B6-DBBD-4AB0-82D2-877B80F846F7}" srcOrd="1" destOrd="0" parTransId="{B09C8BFB-F41C-4AC4-AB94-F216E3081C2D}" sibTransId="{BC531B32-9B0E-482E-BF91-65C61F17168D}"/>
    <dgm:cxn modelId="{35013F34-57BC-4E3C-A003-07C0E49926DB}" srcId="{F66099B6-DBBD-4AB0-82D2-877B80F846F7}" destId="{BE788BF5-FE9F-4C7D-A1CD-9232D7860179}" srcOrd="1" destOrd="0" parTransId="{963A52CB-C772-45F2-8A30-8ABA6B14D3CE}" sibTransId="{88191C5E-55BA-42F2-B842-FC86CBBADC0F}"/>
    <dgm:cxn modelId="{6A8D3378-B7C6-4873-A408-8B6F5D7441CB}" type="presOf" srcId="{42D71409-67F9-455C-8C6D-716D284AAA6B}" destId="{773D3CBE-402A-4356-8ADF-52F7FCE0E389}" srcOrd="0" destOrd="0" presId="urn:microsoft.com/office/officeart/2008/layout/VerticalAccentList"/>
    <dgm:cxn modelId="{2DC24386-BC50-4BAB-8571-16CB10C2603C}" srcId="{F66099B6-DBBD-4AB0-82D2-877B80F846F7}" destId="{6CF284C3-4A70-4432-8F33-E75A802B3330}" srcOrd="0" destOrd="0" parTransId="{044831E6-2FC9-4DDA-81FB-5FA418568D07}" sibTransId="{CD50B82D-84BB-4747-B282-ABB339EBA294}"/>
    <dgm:cxn modelId="{9717AB87-BD1C-47A0-9CA8-295EB9BB6E5F}" type="presOf" srcId="{D416A02A-0A88-4E36-B734-A21335A8DD2D}" destId="{AE9A2A55-8CD8-4CD3-BFB7-6F70BC08A9A0}" srcOrd="0" destOrd="1" presId="urn:microsoft.com/office/officeart/2008/layout/VerticalAccentList"/>
    <dgm:cxn modelId="{3A2CECA6-0C5B-46BB-B7C6-7D37E9D210BD}" srcId="{B9C32B05-62EA-407A-B21C-2310C7945705}" destId="{EE62A4F6-4AC4-435B-990E-81A71CE8CAC7}" srcOrd="2" destOrd="0" parTransId="{F287B947-7343-4FA2-B288-B23A59FFAE31}" sibTransId="{389F9A93-0231-4877-8C41-5D5B8DD7AAC0}"/>
    <dgm:cxn modelId="{AE4CFBB0-210B-4D12-8ABF-DFF6F3C0270A}" type="presOf" srcId="{6CF284C3-4A70-4432-8F33-E75A802B3330}" destId="{F3F7F4AD-C5B6-4618-84B1-B32D6128BA10}" srcOrd="0" destOrd="0" presId="urn:microsoft.com/office/officeart/2008/layout/VerticalAccentList"/>
    <dgm:cxn modelId="{E7377BB7-EFCE-4836-AD1E-77A567D18D02}" type="presOf" srcId="{DDCF078C-D429-4F3D-A86A-601C37333F0E}" destId="{AE9A2A55-8CD8-4CD3-BFB7-6F70BC08A9A0}" srcOrd="0" destOrd="0" presId="urn:microsoft.com/office/officeart/2008/layout/VerticalAccentList"/>
    <dgm:cxn modelId="{215594B8-F9CD-443E-BE17-94BD6D73CE01}" type="presOf" srcId="{3AF880A5-0F00-4315-A5DF-1FE656798601}" destId="{480ADC9E-DD60-4BD1-B31C-FD3389E563BA}" srcOrd="0" destOrd="1" presId="urn:microsoft.com/office/officeart/2008/layout/VerticalAccentList"/>
    <dgm:cxn modelId="{4D20B6B9-B01C-4C80-8B22-DD3AF3DBC4DD}" type="presOf" srcId="{F66099B6-DBBD-4AB0-82D2-877B80F846F7}" destId="{5E77A7A9-6B15-4596-9230-D7E64BDB3266}" srcOrd="0" destOrd="0" presId="urn:microsoft.com/office/officeart/2008/layout/VerticalAccentList"/>
    <dgm:cxn modelId="{5688D7CF-920C-4EF5-9716-948EB11EA87B}" type="presOf" srcId="{B9C32B05-62EA-407A-B21C-2310C7945705}" destId="{6E350F53-2F40-42B0-93EB-217AA666251C}" srcOrd="0" destOrd="0" presId="urn:microsoft.com/office/officeart/2008/layout/VerticalAccentList"/>
    <dgm:cxn modelId="{24F8CBE2-5003-4E69-A772-6B98F2B05181}" srcId="{42D71409-67F9-455C-8C6D-716D284AAA6B}" destId="{3AF880A5-0F00-4315-A5DF-1FE656798601}" srcOrd="1" destOrd="0" parTransId="{A13BB1F9-5857-4B43-8BF5-6589AA2CB759}" sibTransId="{C198C41D-2640-4669-83ED-E0CD35701C8E}"/>
    <dgm:cxn modelId="{F5E63DE7-E621-486A-821D-56723B2BF235}" srcId="{EE62A4F6-4AC4-435B-990E-81A71CE8CAC7}" destId="{D416A02A-0A88-4E36-B734-A21335A8DD2D}" srcOrd="1" destOrd="0" parTransId="{FC806BFF-490C-4885-AC46-7E363DD85082}" sibTransId="{D3B5DA4F-29AB-46CB-9796-98FE9606C128}"/>
    <dgm:cxn modelId="{58AD7EEF-D408-406B-87EE-4691D4C30668}" srcId="{42D71409-67F9-455C-8C6D-716D284AAA6B}" destId="{8EA7219F-BDB2-48EB-9EEB-3133522D132E}" srcOrd="0" destOrd="0" parTransId="{3EE8403A-CB7C-4815-85BD-AEBCAEB71B37}" sibTransId="{C94B7947-85DC-4B21-BB99-DF8438356F98}"/>
    <dgm:cxn modelId="{C5F48DF6-2BCB-4D96-960B-860CD459AF5C}" type="presOf" srcId="{8EA7219F-BDB2-48EB-9EEB-3133522D132E}" destId="{480ADC9E-DD60-4BD1-B31C-FD3389E563BA}" srcOrd="0" destOrd="0" presId="urn:microsoft.com/office/officeart/2008/layout/VerticalAccentList"/>
    <dgm:cxn modelId="{8ED196F6-6553-443C-AAB2-40F72E795577}" srcId="{EE62A4F6-4AC4-435B-990E-81A71CE8CAC7}" destId="{DDCF078C-D429-4F3D-A86A-601C37333F0E}" srcOrd="0" destOrd="0" parTransId="{1882E0FC-22B0-4EC0-AFEA-6913C3E42D04}" sibTransId="{E265BFA4-891C-408C-98FC-08B80CC170BD}"/>
    <dgm:cxn modelId="{C256E9FC-5F55-4465-BBEE-774E6B4C5018}" type="presOf" srcId="{BE788BF5-FE9F-4C7D-A1CD-9232D7860179}" destId="{F3F7F4AD-C5B6-4618-84B1-B32D6128BA10}" srcOrd="0" destOrd="1" presId="urn:microsoft.com/office/officeart/2008/layout/VerticalAccentList"/>
    <dgm:cxn modelId="{B0515091-F4B7-4D2C-BE2F-1A93F88D8E0F}" type="presParOf" srcId="{6E350F53-2F40-42B0-93EB-217AA666251C}" destId="{63451780-755B-48B3-9875-F87DDA8C4E17}" srcOrd="0" destOrd="0" presId="urn:microsoft.com/office/officeart/2008/layout/VerticalAccentList"/>
    <dgm:cxn modelId="{1EDD0461-0AA1-4E48-AC5D-1D7F5C179CDC}" type="presParOf" srcId="{63451780-755B-48B3-9875-F87DDA8C4E17}" destId="{773D3CBE-402A-4356-8ADF-52F7FCE0E389}" srcOrd="0" destOrd="0" presId="urn:microsoft.com/office/officeart/2008/layout/VerticalAccentList"/>
    <dgm:cxn modelId="{B366627F-430F-45A3-A56D-BD7AB94CB61C}" type="presParOf" srcId="{6E350F53-2F40-42B0-93EB-217AA666251C}" destId="{02CE234B-15FC-4A2E-92AE-364E073148DD}" srcOrd="1" destOrd="0" presId="urn:microsoft.com/office/officeart/2008/layout/VerticalAccentList"/>
    <dgm:cxn modelId="{66C4D4F1-58A4-48A4-96D7-AD9EC683432C}" type="presParOf" srcId="{02CE234B-15FC-4A2E-92AE-364E073148DD}" destId="{F211F803-D71A-4BFC-8713-557ADF214BF6}" srcOrd="0" destOrd="0" presId="urn:microsoft.com/office/officeart/2008/layout/VerticalAccentList"/>
    <dgm:cxn modelId="{8C546E43-D441-45E9-8B63-004FBDA47179}" type="presParOf" srcId="{02CE234B-15FC-4A2E-92AE-364E073148DD}" destId="{167272A2-6553-4DAA-9611-4C70C6E82D61}" srcOrd="1" destOrd="0" presId="urn:microsoft.com/office/officeart/2008/layout/VerticalAccentList"/>
    <dgm:cxn modelId="{897E9731-596C-4750-87B2-806370D94125}" type="presParOf" srcId="{02CE234B-15FC-4A2E-92AE-364E073148DD}" destId="{82D05C7E-D0ED-4C5A-B883-DDFA34FCD113}" srcOrd="2" destOrd="0" presId="urn:microsoft.com/office/officeart/2008/layout/VerticalAccentList"/>
    <dgm:cxn modelId="{51DB78BB-99E3-47B8-B30E-71CDA1A9D19A}" type="presParOf" srcId="{02CE234B-15FC-4A2E-92AE-364E073148DD}" destId="{75013289-0CFC-4766-8088-3000F72AFF4D}" srcOrd="3" destOrd="0" presId="urn:microsoft.com/office/officeart/2008/layout/VerticalAccentList"/>
    <dgm:cxn modelId="{115D7420-9355-4A86-BEB3-FF45EE991897}" type="presParOf" srcId="{02CE234B-15FC-4A2E-92AE-364E073148DD}" destId="{9A1EA300-10AB-46FC-8093-2B6B8AE368EE}" srcOrd="4" destOrd="0" presId="urn:microsoft.com/office/officeart/2008/layout/VerticalAccentList"/>
    <dgm:cxn modelId="{205F6235-81FD-4319-B86C-0977FAF425BD}" type="presParOf" srcId="{02CE234B-15FC-4A2E-92AE-364E073148DD}" destId="{E09EC256-B490-4B8B-8D53-8D0D1079C3A5}" srcOrd="5" destOrd="0" presId="urn:microsoft.com/office/officeart/2008/layout/VerticalAccentList"/>
    <dgm:cxn modelId="{EDACEA27-50C4-49DE-9A1F-60DCDB6F5EB9}" type="presParOf" srcId="{02CE234B-15FC-4A2E-92AE-364E073148DD}" destId="{6E3F8E97-C77E-4B15-961C-2B6194E4EEFB}" srcOrd="6" destOrd="0" presId="urn:microsoft.com/office/officeart/2008/layout/VerticalAccentList"/>
    <dgm:cxn modelId="{2C09E8F7-5E82-470F-9548-C7C7A8CEE13B}" type="presParOf" srcId="{02CE234B-15FC-4A2E-92AE-364E073148DD}" destId="{480ADC9E-DD60-4BD1-B31C-FD3389E563BA}" srcOrd="7" destOrd="0" presId="urn:microsoft.com/office/officeart/2008/layout/VerticalAccentList"/>
    <dgm:cxn modelId="{E6C99865-6E32-4232-9996-2DD06E3650CA}" type="presParOf" srcId="{6E350F53-2F40-42B0-93EB-217AA666251C}" destId="{44A09F6B-97E3-4C04-A324-5D0B01D325EB}" srcOrd="2" destOrd="0" presId="urn:microsoft.com/office/officeart/2008/layout/VerticalAccentList"/>
    <dgm:cxn modelId="{7661965B-7D00-4392-B9D0-22E01A35F49A}" type="presParOf" srcId="{6E350F53-2F40-42B0-93EB-217AA666251C}" destId="{1DE2320A-707E-4A77-A04A-A7B21B2F66E8}" srcOrd="3" destOrd="0" presId="urn:microsoft.com/office/officeart/2008/layout/VerticalAccentList"/>
    <dgm:cxn modelId="{6699D926-D284-4EB9-9830-911C91A661FB}" type="presParOf" srcId="{1DE2320A-707E-4A77-A04A-A7B21B2F66E8}" destId="{5E77A7A9-6B15-4596-9230-D7E64BDB3266}" srcOrd="0" destOrd="0" presId="urn:microsoft.com/office/officeart/2008/layout/VerticalAccentList"/>
    <dgm:cxn modelId="{9941F999-C131-4AF7-B0B4-0196637E5ABC}" type="presParOf" srcId="{6E350F53-2F40-42B0-93EB-217AA666251C}" destId="{644EABF4-702A-425A-AAC1-B0DBC9690702}" srcOrd="4" destOrd="0" presId="urn:microsoft.com/office/officeart/2008/layout/VerticalAccentList"/>
    <dgm:cxn modelId="{5E4004CF-74D4-45FF-8FA5-11A32B0BE6C1}" type="presParOf" srcId="{644EABF4-702A-425A-AAC1-B0DBC9690702}" destId="{400EF0A9-779D-4449-B57D-AC2FCB40AEA4}" srcOrd="0" destOrd="0" presId="urn:microsoft.com/office/officeart/2008/layout/VerticalAccentList"/>
    <dgm:cxn modelId="{7B611B21-78C8-436F-92F4-570493F2712C}" type="presParOf" srcId="{644EABF4-702A-425A-AAC1-B0DBC9690702}" destId="{421F67C3-0C81-4EA8-A189-54D8695C40E2}" srcOrd="1" destOrd="0" presId="urn:microsoft.com/office/officeart/2008/layout/VerticalAccentList"/>
    <dgm:cxn modelId="{6562D1AE-0BEF-4F41-8AC8-4C2C1C0EACB5}" type="presParOf" srcId="{644EABF4-702A-425A-AAC1-B0DBC9690702}" destId="{26BE877E-DD58-4DCC-B4EC-105B4D63A524}" srcOrd="2" destOrd="0" presId="urn:microsoft.com/office/officeart/2008/layout/VerticalAccentList"/>
    <dgm:cxn modelId="{BE107F6A-DCB6-406A-80D2-7ADA82381A8D}" type="presParOf" srcId="{644EABF4-702A-425A-AAC1-B0DBC9690702}" destId="{381D7BDB-76C0-4A06-8AF5-CF0171945769}" srcOrd="3" destOrd="0" presId="urn:microsoft.com/office/officeart/2008/layout/VerticalAccentList"/>
    <dgm:cxn modelId="{CD00D2C5-F4C5-41DD-8685-B3046B3E3168}" type="presParOf" srcId="{644EABF4-702A-425A-AAC1-B0DBC9690702}" destId="{1B0EBE90-868F-485E-806B-7057AA804D08}" srcOrd="4" destOrd="0" presId="urn:microsoft.com/office/officeart/2008/layout/VerticalAccentList"/>
    <dgm:cxn modelId="{2F7A26C5-F202-4F47-A0BB-63B1E4BAFCB9}" type="presParOf" srcId="{644EABF4-702A-425A-AAC1-B0DBC9690702}" destId="{7423C653-F397-4520-AAA0-F9DF2041D466}" srcOrd="5" destOrd="0" presId="urn:microsoft.com/office/officeart/2008/layout/VerticalAccentList"/>
    <dgm:cxn modelId="{C95BA273-1E83-4789-9328-7AF47D093332}" type="presParOf" srcId="{644EABF4-702A-425A-AAC1-B0DBC9690702}" destId="{156D0330-6A09-491B-A857-651C8783598E}" srcOrd="6" destOrd="0" presId="urn:microsoft.com/office/officeart/2008/layout/VerticalAccentList"/>
    <dgm:cxn modelId="{61655BA5-56E3-477B-A824-F8A8A28E70A2}" type="presParOf" srcId="{644EABF4-702A-425A-AAC1-B0DBC9690702}" destId="{F3F7F4AD-C5B6-4618-84B1-B32D6128BA10}" srcOrd="7" destOrd="0" presId="urn:microsoft.com/office/officeart/2008/layout/VerticalAccentList"/>
    <dgm:cxn modelId="{AA802FF8-FC7B-43F4-AD88-B398E11E1D47}" type="presParOf" srcId="{6E350F53-2F40-42B0-93EB-217AA666251C}" destId="{C279D2FA-F9C4-4439-9EB1-78DA3AD9B9C4}" srcOrd="5" destOrd="0" presId="urn:microsoft.com/office/officeart/2008/layout/VerticalAccentList"/>
    <dgm:cxn modelId="{75069909-48E4-4A7D-9F96-0FB2DB3E9D30}" type="presParOf" srcId="{6E350F53-2F40-42B0-93EB-217AA666251C}" destId="{16069D64-AF18-4B83-AA7A-55F81AF59D78}" srcOrd="6" destOrd="0" presId="urn:microsoft.com/office/officeart/2008/layout/VerticalAccentList"/>
    <dgm:cxn modelId="{55346B77-39F2-400A-9C6B-7D7AB7F5746B}" type="presParOf" srcId="{16069D64-AF18-4B83-AA7A-55F81AF59D78}" destId="{A15AECB9-0DD0-42BF-8BF4-563F89F5E0EC}" srcOrd="0" destOrd="0" presId="urn:microsoft.com/office/officeart/2008/layout/VerticalAccentList"/>
    <dgm:cxn modelId="{5C5BE894-6EED-4671-8C31-EB83880C2897}" type="presParOf" srcId="{6E350F53-2F40-42B0-93EB-217AA666251C}" destId="{C4BC44CA-30FE-4411-96D3-F6757D82ADF5}" srcOrd="7" destOrd="0" presId="urn:microsoft.com/office/officeart/2008/layout/VerticalAccentList"/>
    <dgm:cxn modelId="{FA0099CE-FDE9-4E6C-9681-5E0B238428B7}" type="presParOf" srcId="{C4BC44CA-30FE-4411-96D3-F6757D82ADF5}" destId="{B9C2C834-4BF2-45A1-A86E-4102242C961E}" srcOrd="0" destOrd="0" presId="urn:microsoft.com/office/officeart/2008/layout/VerticalAccentList"/>
    <dgm:cxn modelId="{BA304CFA-2372-4356-9378-397DD76A58C2}" type="presParOf" srcId="{C4BC44CA-30FE-4411-96D3-F6757D82ADF5}" destId="{0BC99D3B-7D94-4394-8E64-1BAB6967D2FF}" srcOrd="1" destOrd="0" presId="urn:microsoft.com/office/officeart/2008/layout/VerticalAccentList"/>
    <dgm:cxn modelId="{38478168-6146-40F5-B101-86C0324A35CB}" type="presParOf" srcId="{C4BC44CA-30FE-4411-96D3-F6757D82ADF5}" destId="{C92CE4FD-B1A5-4F7D-AA6F-40EFFF04CC8A}" srcOrd="2" destOrd="0" presId="urn:microsoft.com/office/officeart/2008/layout/VerticalAccentList"/>
    <dgm:cxn modelId="{260A495E-1CAD-4AED-BF9A-650D198B0C45}" type="presParOf" srcId="{C4BC44CA-30FE-4411-96D3-F6757D82ADF5}" destId="{AEFE3FBE-578D-4A40-B07F-8D108E2CCCDB}" srcOrd="3" destOrd="0" presId="urn:microsoft.com/office/officeart/2008/layout/VerticalAccentList"/>
    <dgm:cxn modelId="{55A8BA15-D5D5-41EC-A220-0EA59C0F826C}" type="presParOf" srcId="{C4BC44CA-30FE-4411-96D3-F6757D82ADF5}" destId="{3153438D-53FE-4C9B-838D-64B288CEF6C1}" srcOrd="4" destOrd="0" presId="urn:microsoft.com/office/officeart/2008/layout/VerticalAccentList"/>
    <dgm:cxn modelId="{AAE51AC3-BCC2-4CF8-917C-3E921019AD0C}" type="presParOf" srcId="{C4BC44CA-30FE-4411-96D3-F6757D82ADF5}" destId="{249A6FEA-994C-404F-884C-E0C1DF65E0CE}" srcOrd="5" destOrd="0" presId="urn:microsoft.com/office/officeart/2008/layout/VerticalAccentList"/>
    <dgm:cxn modelId="{7F6D5415-8A13-4725-8A3D-BA0DFFAAA342}" type="presParOf" srcId="{C4BC44CA-30FE-4411-96D3-F6757D82ADF5}" destId="{020071C5-5250-4CB4-B1AC-7F65A1D6F7D0}" srcOrd="6" destOrd="0" presId="urn:microsoft.com/office/officeart/2008/layout/VerticalAccentList"/>
    <dgm:cxn modelId="{508AE574-DB53-4FCE-849A-D88CB09A7C3D}" type="presParOf" srcId="{C4BC44CA-30FE-4411-96D3-F6757D82ADF5}" destId="{AE9A2A55-8CD8-4CD3-BFB7-6F70BC08A9A0}" srcOrd="7" destOrd="0" presId="urn:microsoft.com/office/officeart/2008/layout/VerticalAccentList"/>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33.xml><?xml version="1.0" encoding="utf-8"?>
<dgm:dataModel xmlns:dgm="http://schemas.openxmlformats.org/drawingml/2006/diagram" xmlns:a="http://schemas.openxmlformats.org/drawingml/2006/main">
  <dgm:ptLst>
    <dgm:pt modelId="{B9C32B05-62EA-407A-B21C-2310C7945705}" type="doc">
      <dgm:prSet loTypeId="urn:microsoft.com/office/officeart/2005/8/layout/vList6" loCatId="list"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F66099B6-DBBD-4AB0-82D2-877B80F846F7}">
      <dgm:prSet phldrT="[Text]"/>
      <dgm:spPr/>
      <dgm:t>
        <a:bodyPr/>
        <a:lstStyle/>
        <a:p>
          <a:r>
            <a:rPr lang="en-US" dirty="0"/>
            <a:t>Lorem Ipsum</a:t>
          </a:r>
        </a:p>
      </dgm:t>
    </dgm:pt>
    <dgm:pt modelId="{B09C8BFB-F41C-4AC4-AB94-F216E3081C2D}" type="parTrans" cxnId="{B4F3EA32-CE64-4A92-9BAE-BC57E5392B05}">
      <dgm:prSet/>
      <dgm:spPr/>
      <dgm:t>
        <a:bodyPr/>
        <a:lstStyle/>
        <a:p>
          <a:endParaRPr lang="en-US"/>
        </a:p>
      </dgm:t>
    </dgm:pt>
    <dgm:pt modelId="{BC531B32-9B0E-482E-BF91-65C61F17168D}" type="sibTrans" cxnId="{B4F3EA32-CE64-4A92-9BAE-BC57E5392B05}">
      <dgm:prSet/>
      <dgm:spPr/>
      <dgm:t>
        <a:bodyPr/>
        <a:lstStyle/>
        <a:p>
          <a:endParaRPr lang="en-US"/>
        </a:p>
      </dgm:t>
    </dgm:pt>
    <dgm:pt modelId="{EE62A4F6-4AC4-435B-990E-81A71CE8CAC7}">
      <dgm:prSet phldrT="[Text]"/>
      <dgm:spPr/>
      <dgm:t>
        <a:bodyPr/>
        <a:lstStyle/>
        <a:p>
          <a:r>
            <a:rPr lang="en-US" dirty="0"/>
            <a:t>Lorem Ipsum</a:t>
          </a:r>
        </a:p>
      </dgm:t>
    </dgm:pt>
    <dgm:pt modelId="{F287B947-7343-4FA2-B288-B23A59FFAE31}" type="parTrans" cxnId="{3A2CECA6-0C5B-46BB-B7C6-7D37E9D210BD}">
      <dgm:prSet/>
      <dgm:spPr/>
      <dgm:t>
        <a:bodyPr/>
        <a:lstStyle/>
        <a:p>
          <a:endParaRPr lang="en-US"/>
        </a:p>
      </dgm:t>
    </dgm:pt>
    <dgm:pt modelId="{389F9A93-0231-4877-8C41-5D5B8DD7AAC0}" type="sibTrans" cxnId="{3A2CECA6-0C5B-46BB-B7C6-7D37E9D210BD}">
      <dgm:prSet/>
      <dgm:spPr/>
      <dgm:t>
        <a:bodyPr/>
        <a:lstStyle/>
        <a:p>
          <a:endParaRPr lang="en-US"/>
        </a:p>
      </dgm:t>
    </dgm:pt>
    <dgm:pt modelId="{B6D9DE15-697B-42C2-B6A1-CE31260EED93}">
      <dgm:prSet phldrT="[Text]"/>
      <dgm:spPr/>
      <dgm:t>
        <a:bodyPr/>
        <a:lstStyle/>
        <a:p>
          <a:r>
            <a:rPr lang="en-US" dirty="0"/>
            <a:t>Lorem Ipsum</a:t>
          </a:r>
        </a:p>
      </dgm:t>
    </dgm:pt>
    <dgm:pt modelId="{EAC9FC21-5112-4CCF-8070-06ED15ED24ED}" type="parTrans" cxnId="{40513FB0-F94C-499F-9A0B-9E0341D0A0C2}">
      <dgm:prSet/>
      <dgm:spPr/>
      <dgm:t>
        <a:bodyPr/>
        <a:lstStyle/>
        <a:p>
          <a:endParaRPr lang="en-US"/>
        </a:p>
      </dgm:t>
    </dgm:pt>
    <dgm:pt modelId="{B605B681-1ACB-4650-8600-F9223ABDDC16}" type="sibTrans" cxnId="{40513FB0-F94C-499F-9A0B-9E0341D0A0C2}">
      <dgm:prSet/>
      <dgm:spPr/>
      <dgm:t>
        <a:bodyPr/>
        <a:lstStyle/>
        <a:p>
          <a:endParaRPr lang="en-US"/>
        </a:p>
      </dgm:t>
    </dgm:pt>
    <dgm:pt modelId="{244CE93D-3CE9-480A-BC40-D5795AE4CC61}">
      <dgm:prSet phldrT="[Text]"/>
      <dgm:spPr/>
      <dgm:t>
        <a:bodyPr/>
        <a:lstStyle/>
        <a:p>
          <a:r>
            <a:rPr lang="en-US" dirty="0"/>
            <a:t>Lorem Ipsum</a:t>
          </a:r>
        </a:p>
      </dgm:t>
    </dgm:pt>
    <dgm:pt modelId="{B26CFE49-55EC-4B92-8D65-F00D6B48420B}" type="parTrans" cxnId="{746C65D4-0A32-4610-8B9B-A01592BB40A3}">
      <dgm:prSet/>
      <dgm:spPr/>
      <dgm:t>
        <a:bodyPr/>
        <a:lstStyle/>
        <a:p>
          <a:endParaRPr lang="en-US"/>
        </a:p>
      </dgm:t>
    </dgm:pt>
    <dgm:pt modelId="{AA2C577D-A278-4959-857E-CDA154440386}" type="sibTrans" cxnId="{746C65D4-0A32-4610-8B9B-A01592BB40A3}">
      <dgm:prSet/>
      <dgm:spPr/>
      <dgm:t>
        <a:bodyPr/>
        <a:lstStyle/>
        <a:p>
          <a:endParaRPr lang="en-US"/>
        </a:p>
      </dgm:t>
    </dgm:pt>
    <dgm:pt modelId="{6CF284C3-4A70-4432-8F33-E75A802B3330}">
      <dgm:prSet/>
      <dgm:spPr/>
      <dgm:t>
        <a:bodyPr/>
        <a:lstStyle/>
        <a:p>
          <a:r>
            <a:rPr lang="en-US" dirty="0">
              <a:solidFill>
                <a:schemeClr val="tx2"/>
              </a:solidFill>
            </a:rPr>
            <a:t>Some text here</a:t>
          </a:r>
        </a:p>
      </dgm:t>
    </dgm:pt>
    <dgm:pt modelId="{044831E6-2FC9-4DDA-81FB-5FA418568D07}" type="parTrans" cxnId="{2DC24386-BC50-4BAB-8571-16CB10C2603C}">
      <dgm:prSet/>
      <dgm:spPr/>
      <dgm:t>
        <a:bodyPr/>
        <a:lstStyle/>
        <a:p>
          <a:endParaRPr lang="en-US"/>
        </a:p>
      </dgm:t>
    </dgm:pt>
    <dgm:pt modelId="{CD50B82D-84BB-4747-B282-ABB339EBA294}" type="sibTrans" cxnId="{2DC24386-BC50-4BAB-8571-16CB10C2603C}">
      <dgm:prSet/>
      <dgm:spPr/>
      <dgm:t>
        <a:bodyPr/>
        <a:lstStyle/>
        <a:p>
          <a:endParaRPr lang="en-US"/>
        </a:p>
      </dgm:t>
    </dgm:pt>
    <dgm:pt modelId="{3AF880A5-0F00-4315-A5DF-1FE656798601}">
      <dgm:prSet phldrT="[Text]"/>
      <dgm:spPr/>
      <dgm:t>
        <a:bodyPr/>
        <a:lstStyle/>
        <a:p>
          <a:r>
            <a:rPr lang="en-US" dirty="0">
              <a:solidFill>
                <a:schemeClr val="tx2"/>
              </a:solidFill>
            </a:rPr>
            <a:t>Some text here</a:t>
          </a:r>
        </a:p>
      </dgm:t>
    </dgm:pt>
    <dgm:pt modelId="{A13BB1F9-5857-4B43-8BF5-6589AA2CB759}" type="parTrans" cxnId="{24F8CBE2-5003-4E69-A772-6B98F2B05181}">
      <dgm:prSet/>
      <dgm:spPr/>
      <dgm:t>
        <a:bodyPr/>
        <a:lstStyle/>
        <a:p>
          <a:endParaRPr lang="en-US"/>
        </a:p>
      </dgm:t>
    </dgm:pt>
    <dgm:pt modelId="{C198C41D-2640-4669-83ED-E0CD35701C8E}" type="sibTrans" cxnId="{24F8CBE2-5003-4E69-A772-6B98F2B05181}">
      <dgm:prSet/>
      <dgm:spPr/>
      <dgm:t>
        <a:bodyPr/>
        <a:lstStyle/>
        <a:p>
          <a:endParaRPr lang="en-US"/>
        </a:p>
      </dgm:t>
    </dgm:pt>
    <dgm:pt modelId="{8EA7219F-BDB2-48EB-9EEB-3133522D132E}">
      <dgm:prSet phldrT="[Text]"/>
      <dgm:spPr/>
      <dgm:t>
        <a:bodyPr/>
        <a:lstStyle/>
        <a:p>
          <a:r>
            <a:rPr lang="en-US" dirty="0">
              <a:solidFill>
                <a:schemeClr val="tx2"/>
              </a:solidFill>
            </a:rPr>
            <a:t>Some text here</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BE788BF5-FE9F-4C7D-A1CD-9232D7860179}">
      <dgm:prSet phldrT="[Text]"/>
      <dgm:spPr/>
      <dgm:t>
        <a:bodyPr/>
        <a:lstStyle/>
        <a:p>
          <a:r>
            <a:rPr lang="en-US">
              <a:solidFill>
                <a:schemeClr val="tx2"/>
              </a:solidFill>
            </a:rPr>
            <a:t>Some text here</a:t>
          </a:r>
          <a:endParaRPr lang="en-US" dirty="0">
            <a:solidFill>
              <a:schemeClr val="tx2"/>
            </a:solidFill>
          </a:endParaRPr>
        </a:p>
      </dgm:t>
    </dgm:pt>
    <dgm:pt modelId="{963A52CB-C772-45F2-8A30-8ABA6B14D3CE}" type="parTrans" cxnId="{35013F34-57BC-4E3C-A003-07C0E49926DB}">
      <dgm:prSet/>
      <dgm:spPr/>
      <dgm:t>
        <a:bodyPr/>
        <a:lstStyle/>
        <a:p>
          <a:endParaRPr lang="en-US"/>
        </a:p>
      </dgm:t>
    </dgm:pt>
    <dgm:pt modelId="{88191C5E-55BA-42F2-B842-FC86CBBADC0F}" type="sibTrans" cxnId="{35013F34-57BC-4E3C-A003-07C0E49926DB}">
      <dgm:prSet/>
      <dgm:spPr/>
      <dgm:t>
        <a:bodyPr/>
        <a:lstStyle/>
        <a:p>
          <a:endParaRPr lang="en-US"/>
        </a:p>
      </dgm:t>
    </dgm:pt>
    <dgm:pt modelId="{DDCF078C-D429-4F3D-A86A-601C37333F0E}">
      <dgm:prSet phldrT="[Text]"/>
      <dgm:spPr/>
      <dgm:t>
        <a:bodyPr/>
        <a:lstStyle/>
        <a:p>
          <a:r>
            <a:rPr lang="en-US">
              <a:solidFill>
                <a:schemeClr val="tx2"/>
              </a:solidFill>
            </a:rPr>
            <a:t>Some text here</a:t>
          </a:r>
          <a:endParaRPr lang="en-US" dirty="0">
            <a:solidFill>
              <a:schemeClr val="tx2"/>
            </a:solidFill>
          </a:endParaRPr>
        </a:p>
      </dgm:t>
    </dgm:pt>
    <dgm:pt modelId="{1882E0FC-22B0-4EC0-AFEA-6913C3E42D04}" type="parTrans" cxnId="{8ED196F6-6553-443C-AAB2-40F72E795577}">
      <dgm:prSet/>
      <dgm:spPr/>
      <dgm:t>
        <a:bodyPr/>
        <a:lstStyle/>
        <a:p>
          <a:endParaRPr lang="en-US"/>
        </a:p>
      </dgm:t>
    </dgm:pt>
    <dgm:pt modelId="{E265BFA4-891C-408C-98FC-08B80CC170BD}" type="sibTrans" cxnId="{8ED196F6-6553-443C-AAB2-40F72E795577}">
      <dgm:prSet/>
      <dgm:spPr/>
      <dgm:t>
        <a:bodyPr/>
        <a:lstStyle/>
        <a:p>
          <a:endParaRPr lang="en-US"/>
        </a:p>
      </dgm:t>
    </dgm:pt>
    <dgm:pt modelId="{D416A02A-0A88-4E36-B734-A21335A8DD2D}">
      <dgm:prSet phldrT="[Text]"/>
      <dgm:spPr/>
      <dgm:t>
        <a:bodyPr/>
        <a:lstStyle/>
        <a:p>
          <a:r>
            <a:rPr lang="en-US">
              <a:solidFill>
                <a:schemeClr val="tx2"/>
              </a:solidFill>
            </a:rPr>
            <a:t>Some text here</a:t>
          </a:r>
          <a:endParaRPr lang="en-US" dirty="0">
            <a:solidFill>
              <a:schemeClr val="tx2"/>
            </a:solidFill>
          </a:endParaRPr>
        </a:p>
      </dgm:t>
    </dgm:pt>
    <dgm:pt modelId="{FC806BFF-490C-4885-AC46-7E363DD85082}" type="parTrans" cxnId="{F5E63DE7-E621-486A-821D-56723B2BF235}">
      <dgm:prSet/>
      <dgm:spPr/>
      <dgm:t>
        <a:bodyPr/>
        <a:lstStyle/>
        <a:p>
          <a:endParaRPr lang="en-US"/>
        </a:p>
      </dgm:t>
    </dgm:pt>
    <dgm:pt modelId="{D3B5DA4F-29AB-46CB-9796-98FE9606C128}" type="sibTrans" cxnId="{F5E63DE7-E621-486A-821D-56723B2BF235}">
      <dgm:prSet/>
      <dgm:spPr/>
      <dgm:t>
        <a:bodyPr/>
        <a:lstStyle/>
        <a:p>
          <a:endParaRPr lang="en-US"/>
        </a:p>
      </dgm:t>
    </dgm:pt>
    <dgm:pt modelId="{0175455E-C54B-45D4-9F64-0589EB6B3316}">
      <dgm:prSet phldrT="[Text]"/>
      <dgm:spPr/>
      <dgm:t>
        <a:bodyPr/>
        <a:lstStyle/>
        <a:p>
          <a:r>
            <a:rPr lang="en-US">
              <a:solidFill>
                <a:schemeClr val="tx2"/>
              </a:solidFill>
            </a:rPr>
            <a:t>Some text here</a:t>
          </a:r>
          <a:endParaRPr lang="en-US" dirty="0">
            <a:solidFill>
              <a:schemeClr val="tx2"/>
            </a:solidFill>
          </a:endParaRPr>
        </a:p>
      </dgm:t>
    </dgm:pt>
    <dgm:pt modelId="{88BD4BDB-1D85-4113-AFEC-21431AF63D5F}" type="parTrans" cxnId="{C8B436FC-B783-46B4-A145-3B3B3DD3B3F9}">
      <dgm:prSet/>
      <dgm:spPr/>
      <dgm:t>
        <a:bodyPr/>
        <a:lstStyle/>
        <a:p>
          <a:endParaRPr lang="en-US"/>
        </a:p>
      </dgm:t>
    </dgm:pt>
    <dgm:pt modelId="{814ADA3B-AA89-4AB7-868E-C824585A3ABB}" type="sibTrans" cxnId="{C8B436FC-B783-46B4-A145-3B3B3DD3B3F9}">
      <dgm:prSet/>
      <dgm:spPr/>
      <dgm:t>
        <a:bodyPr/>
        <a:lstStyle/>
        <a:p>
          <a:endParaRPr lang="en-US"/>
        </a:p>
      </dgm:t>
    </dgm:pt>
    <dgm:pt modelId="{D96BD766-7A45-44C2-B6DC-068AE128BF44}">
      <dgm:prSet phldrT="[Text]"/>
      <dgm:spPr/>
      <dgm:t>
        <a:bodyPr/>
        <a:lstStyle/>
        <a:p>
          <a:r>
            <a:rPr lang="en-US">
              <a:solidFill>
                <a:schemeClr val="tx2"/>
              </a:solidFill>
            </a:rPr>
            <a:t>Some text here</a:t>
          </a:r>
          <a:endParaRPr lang="en-US" dirty="0">
            <a:solidFill>
              <a:schemeClr val="tx2"/>
            </a:solidFill>
          </a:endParaRPr>
        </a:p>
      </dgm:t>
    </dgm:pt>
    <dgm:pt modelId="{1723986A-39AC-4737-B675-843E1268E3F0}" type="parTrans" cxnId="{A8DB1F9F-8C0D-44C6-B0CF-E185E4743C27}">
      <dgm:prSet/>
      <dgm:spPr/>
      <dgm:t>
        <a:bodyPr/>
        <a:lstStyle/>
        <a:p>
          <a:endParaRPr lang="en-US"/>
        </a:p>
      </dgm:t>
    </dgm:pt>
    <dgm:pt modelId="{053D2587-FEB8-41DF-8458-0B353CDF3513}" type="sibTrans" cxnId="{A8DB1F9F-8C0D-44C6-B0CF-E185E4743C27}">
      <dgm:prSet/>
      <dgm:spPr/>
      <dgm:t>
        <a:bodyPr/>
        <a:lstStyle/>
        <a:p>
          <a:endParaRPr lang="en-US"/>
        </a:p>
      </dgm:t>
    </dgm:pt>
    <dgm:pt modelId="{FCDCB472-5D0D-441E-9A63-91F48E5C3B9A}">
      <dgm:prSet phldrT="[Text]"/>
      <dgm:spPr/>
      <dgm:t>
        <a:bodyPr/>
        <a:lstStyle/>
        <a:p>
          <a:r>
            <a:rPr lang="en-US">
              <a:solidFill>
                <a:schemeClr val="tx2"/>
              </a:solidFill>
            </a:rPr>
            <a:t>Some text here</a:t>
          </a:r>
          <a:endParaRPr lang="en-US" dirty="0">
            <a:solidFill>
              <a:schemeClr val="tx2"/>
            </a:solidFill>
          </a:endParaRPr>
        </a:p>
      </dgm:t>
    </dgm:pt>
    <dgm:pt modelId="{F183F53E-B9E4-483E-BB59-E567579A1D20}" type="parTrans" cxnId="{E555CFC0-456A-41C0-853C-A5C184B6F026}">
      <dgm:prSet/>
      <dgm:spPr/>
      <dgm:t>
        <a:bodyPr/>
        <a:lstStyle/>
        <a:p>
          <a:endParaRPr lang="en-US"/>
        </a:p>
      </dgm:t>
    </dgm:pt>
    <dgm:pt modelId="{88085470-E458-46BB-9028-8CC37AAF17EF}" type="sibTrans" cxnId="{E555CFC0-456A-41C0-853C-A5C184B6F026}">
      <dgm:prSet/>
      <dgm:spPr/>
      <dgm:t>
        <a:bodyPr/>
        <a:lstStyle/>
        <a:p>
          <a:endParaRPr lang="en-US"/>
        </a:p>
      </dgm:t>
    </dgm:pt>
    <dgm:pt modelId="{CBD3BD06-5B52-457B-A709-959D97EA9FE5}">
      <dgm:prSet phldrT="[Text]"/>
      <dgm:spPr/>
      <dgm:t>
        <a:bodyPr/>
        <a:lstStyle/>
        <a:p>
          <a:r>
            <a:rPr lang="en-US">
              <a:solidFill>
                <a:schemeClr val="tx2"/>
              </a:solidFill>
            </a:rPr>
            <a:t>Some text here</a:t>
          </a:r>
          <a:endParaRPr lang="en-US" dirty="0">
            <a:solidFill>
              <a:schemeClr val="tx2"/>
            </a:solidFill>
          </a:endParaRPr>
        </a:p>
      </dgm:t>
    </dgm:pt>
    <dgm:pt modelId="{BCA8D018-4FBF-4EC0-A8A7-2E733ECB7259}" type="parTrans" cxnId="{BC910C61-D6EF-4F01-BD12-BAC0DF60C0B1}">
      <dgm:prSet/>
      <dgm:spPr/>
      <dgm:t>
        <a:bodyPr/>
        <a:lstStyle/>
        <a:p>
          <a:endParaRPr lang="en-US"/>
        </a:p>
      </dgm:t>
    </dgm:pt>
    <dgm:pt modelId="{32702446-735B-4332-BAF3-71D165AF690E}" type="sibTrans" cxnId="{BC910C61-D6EF-4F01-BD12-BAC0DF60C0B1}">
      <dgm:prSet/>
      <dgm:spPr/>
      <dgm:t>
        <a:bodyPr/>
        <a:lstStyle/>
        <a:p>
          <a:endParaRPr lang="en-US"/>
        </a:p>
      </dgm:t>
    </dgm:pt>
    <dgm:pt modelId="{3E4076C3-D42C-45B7-AE06-68212D6714F3}" type="pres">
      <dgm:prSet presAssocID="{B9C32B05-62EA-407A-B21C-2310C7945705}" presName="Name0" presStyleCnt="0">
        <dgm:presLayoutVars>
          <dgm:dir/>
          <dgm:animLvl val="lvl"/>
          <dgm:resizeHandles/>
        </dgm:presLayoutVars>
      </dgm:prSet>
      <dgm:spPr/>
    </dgm:pt>
    <dgm:pt modelId="{B3306FA9-31B2-4688-A162-7E35CFE12D55}" type="pres">
      <dgm:prSet presAssocID="{42D71409-67F9-455C-8C6D-716D284AAA6B}" presName="linNode" presStyleCnt="0"/>
      <dgm:spPr/>
    </dgm:pt>
    <dgm:pt modelId="{5BC9D3B4-AF9C-4AF7-91E0-64CA69BFC99F}" type="pres">
      <dgm:prSet presAssocID="{42D71409-67F9-455C-8C6D-716D284AAA6B}" presName="parentShp" presStyleLbl="node1" presStyleIdx="0" presStyleCnt="5">
        <dgm:presLayoutVars>
          <dgm:bulletEnabled val="1"/>
        </dgm:presLayoutVars>
      </dgm:prSet>
      <dgm:spPr/>
    </dgm:pt>
    <dgm:pt modelId="{388CC475-44FF-4EF6-A0FF-7F5AB70B9092}" type="pres">
      <dgm:prSet presAssocID="{42D71409-67F9-455C-8C6D-716D284AAA6B}" presName="childShp" presStyleLbl="bgAccFollowNode1" presStyleIdx="0" presStyleCnt="5">
        <dgm:presLayoutVars>
          <dgm:bulletEnabled val="1"/>
        </dgm:presLayoutVars>
      </dgm:prSet>
      <dgm:spPr/>
    </dgm:pt>
    <dgm:pt modelId="{230BAF5B-3631-4204-BBA8-52E03CD89186}" type="pres">
      <dgm:prSet presAssocID="{478B7D3C-9FB4-4BC6-90AC-49960560DECD}" presName="spacing" presStyleCnt="0"/>
      <dgm:spPr/>
    </dgm:pt>
    <dgm:pt modelId="{425198E6-91DF-4EB2-85A0-B9FF17508361}" type="pres">
      <dgm:prSet presAssocID="{F66099B6-DBBD-4AB0-82D2-877B80F846F7}" presName="linNode" presStyleCnt="0"/>
      <dgm:spPr/>
    </dgm:pt>
    <dgm:pt modelId="{208D43AC-2483-4807-8215-18BCD93CAADE}" type="pres">
      <dgm:prSet presAssocID="{F66099B6-DBBD-4AB0-82D2-877B80F846F7}" presName="parentShp" presStyleLbl="node1" presStyleIdx="1" presStyleCnt="5">
        <dgm:presLayoutVars>
          <dgm:bulletEnabled val="1"/>
        </dgm:presLayoutVars>
      </dgm:prSet>
      <dgm:spPr/>
    </dgm:pt>
    <dgm:pt modelId="{69C466DD-30D6-4C8B-B249-DC7AE415AFF2}" type="pres">
      <dgm:prSet presAssocID="{F66099B6-DBBD-4AB0-82D2-877B80F846F7}" presName="childShp" presStyleLbl="bgAccFollowNode1" presStyleIdx="1" presStyleCnt="5">
        <dgm:presLayoutVars>
          <dgm:bulletEnabled val="1"/>
        </dgm:presLayoutVars>
      </dgm:prSet>
      <dgm:spPr/>
    </dgm:pt>
    <dgm:pt modelId="{50578E0F-B0DC-4C74-B674-CCA9D0BB3910}" type="pres">
      <dgm:prSet presAssocID="{BC531B32-9B0E-482E-BF91-65C61F17168D}" presName="spacing" presStyleCnt="0"/>
      <dgm:spPr/>
    </dgm:pt>
    <dgm:pt modelId="{1A6F7283-F90F-400E-ACAE-D601A14550D0}" type="pres">
      <dgm:prSet presAssocID="{EE62A4F6-4AC4-435B-990E-81A71CE8CAC7}" presName="linNode" presStyleCnt="0"/>
      <dgm:spPr/>
    </dgm:pt>
    <dgm:pt modelId="{AA684488-2373-4C00-BADF-1060C5ADD24A}" type="pres">
      <dgm:prSet presAssocID="{EE62A4F6-4AC4-435B-990E-81A71CE8CAC7}" presName="parentShp" presStyleLbl="node1" presStyleIdx="2" presStyleCnt="5">
        <dgm:presLayoutVars>
          <dgm:bulletEnabled val="1"/>
        </dgm:presLayoutVars>
      </dgm:prSet>
      <dgm:spPr/>
    </dgm:pt>
    <dgm:pt modelId="{17C2688A-572B-43BD-9F25-CBF80952A671}" type="pres">
      <dgm:prSet presAssocID="{EE62A4F6-4AC4-435B-990E-81A71CE8CAC7}" presName="childShp" presStyleLbl="bgAccFollowNode1" presStyleIdx="2" presStyleCnt="5">
        <dgm:presLayoutVars>
          <dgm:bulletEnabled val="1"/>
        </dgm:presLayoutVars>
      </dgm:prSet>
      <dgm:spPr/>
    </dgm:pt>
    <dgm:pt modelId="{EFA6BB63-722D-4C05-98A0-EC637A99AC39}" type="pres">
      <dgm:prSet presAssocID="{389F9A93-0231-4877-8C41-5D5B8DD7AAC0}" presName="spacing" presStyleCnt="0"/>
      <dgm:spPr/>
    </dgm:pt>
    <dgm:pt modelId="{91D0DB71-A6C8-4055-BB4B-E714C2B4CEEE}" type="pres">
      <dgm:prSet presAssocID="{B6D9DE15-697B-42C2-B6A1-CE31260EED93}" presName="linNode" presStyleCnt="0"/>
      <dgm:spPr/>
    </dgm:pt>
    <dgm:pt modelId="{210F0CD8-2A26-4F53-90E3-993F68C2D920}" type="pres">
      <dgm:prSet presAssocID="{B6D9DE15-697B-42C2-B6A1-CE31260EED93}" presName="parentShp" presStyleLbl="node1" presStyleIdx="3" presStyleCnt="5">
        <dgm:presLayoutVars>
          <dgm:bulletEnabled val="1"/>
        </dgm:presLayoutVars>
      </dgm:prSet>
      <dgm:spPr/>
    </dgm:pt>
    <dgm:pt modelId="{21F5A1EC-75B3-4830-826F-BE3C9B93A91E}" type="pres">
      <dgm:prSet presAssocID="{B6D9DE15-697B-42C2-B6A1-CE31260EED93}" presName="childShp" presStyleLbl="bgAccFollowNode1" presStyleIdx="3" presStyleCnt="5">
        <dgm:presLayoutVars>
          <dgm:bulletEnabled val="1"/>
        </dgm:presLayoutVars>
      </dgm:prSet>
      <dgm:spPr/>
    </dgm:pt>
    <dgm:pt modelId="{77E4FE4D-454F-43B5-9817-2916FB02019A}" type="pres">
      <dgm:prSet presAssocID="{B605B681-1ACB-4650-8600-F9223ABDDC16}" presName="spacing" presStyleCnt="0"/>
      <dgm:spPr/>
    </dgm:pt>
    <dgm:pt modelId="{A66502C7-5248-4818-98C4-BE5D4EAFE067}" type="pres">
      <dgm:prSet presAssocID="{244CE93D-3CE9-480A-BC40-D5795AE4CC61}" presName="linNode" presStyleCnt="0"/>
      <dgm:spPr/>
    </dgm:pt>
    <dgm:pt modelId="{A66EE0FC-98FD-4D7F-90DE-5F3B386E0D45}" type="pres">
      <dgm:prSet presAssocID="{244CE93D-3CE9-480A-BC40-D5795AE4CC61}" presName="parentShp" presStyleLbl="node1" presStyleIdx="4" presStyleCnt="5">
        <dgm:presLayoutVars>
          <dgm:bulletEnabled val="1"/>
        </dgm:presLayoutVars>
      </dgm:prSet>
      <dgm:spPr/>
    </dgm:pt>
    <dgm:pt modelId="{E9A6706F-296E-4250-A4DE-C0135677E765}" type="pres">
      <dgm:prSet presAssocID="{244CE93D-3CE9-480A-BC40-D5795AE4CC61}" presName="childShp" presStyleLbl="bgAccFollowNode1" presStyleIdx="4" presStyleCnt="5">
        <dgm:presLayoutVars>
          <dgm:bulletEnabled val="1"/>
        </dgm:presLayoutVars>
      </dgm:prSet>
      <dgm:spPr/>
    </dgm:pt>
  </dgm:ptLst>
  <dgm:cxnLst>
    <dgm:cxn modelId="{60863A12-51DF-40D5-A7EF-45F213E30375}" type="presOf" srcId="{0175455E-C54B-45D4-9F64-0589EB6B3316}" destId="{21F5A1EC-75B3-4830-826F-BE3C9B93A91E}" srcOrd="0" destOrd="0" presId="urn:microsoft.com/office/officeart/2005/8/layout/vList6"/>
    <dgm:cxn modelId="{597A2115-1F27-4B21-B388-A318F6F71731}" type="presOf" srcId="{8EA7219F-BDB2-48EB-9EEB-3133522D132E}" destId="{388CC475-44FF-4EF6-A0FF-7F5AB70B9092}" srcOrd="0" destOrd="0" presId="urn:microsoft.com/office/officeart/2005/8/layout/vList6"/>
    <dgm:cxn modelId="{2AA9C11F-1F1D-428E-801A-47EAA766C99D}" srcId="{B9C32B05-62EA-407A-B21C-2310C7945705}" destId="{42D71409-67F9-455C-8C6D-716D284AAA6B}" srcOrd="0" destOrd="0" parTransId="{51680ED1-AF6E-4B28-AE94-92B0EFB0DF7D}" sibTransId="{478B7D3C-9FB4-4BC6-90AC-49960560DECD}"/>
    <dgm:cxn modelId="{B4F3EA32-CE64-4A92-9BAE-BC57E5392B05}" srcId="{B9C32B05-62EA-407A-B21C-2310C7945705}" destId="{F66099B6-DBBD-4AB0-82D2-877B80F846F7}" srcOrd="1" destOrd="0" parTransId="{B09C8BFB-F41C-4AC4-AB94-F216E3081C2D}" sibTransId="{BC531B32-9B0E-482E-BF91-65C61F17168D}"/>
    <dgm:cxn modelId="{35013F34-57BC-4E3C-A003-07C0E49926DB}" srcId="{F66099B6-DBBD-4AB0-82D2-877B80F846F7}" destId="{BE788BF5-FE9F-4C7D-A1CD-9232D7860179}" srcOrd="1" destOrd="0" parTransId="{963A52CB-C772-45F2-8A30-8ABA6B14D3CE}" sibTransId="{88191C5E-55BA-42F2-B842-FC86CBBADC0F}"/>
    <dgm:cxn modelId="{2947BA37-FBFC-4289-A940-2082A0C1C518}" type="presOf" srcId="{B9C32B05-62EA-407A-B21C-2310C7945705}" destId="{3E4076C3-D42C-45B7-AE06-68212D6714F3}" srcOrd="0" destOrd="0" presId="urn:microsoft.com/office/officeart/2005/8/layout/vList6"/>
    <dgm:cxn modelId="{F1B5B85F-CD67-48AF-BFEF-28AA9BACEF51}" type="presOf" srcId="{244CE93D-3CE9-480A-BC40-D5795AE4CC61}" destId="{A66EE0FC-98FD-4D7F-90DE-5F3B386E0D45}" srcOrd="0" destOrd="0" presId="urn:microsoft.com/office/officeart/2005/8/layout/vList6"/>
    <dgm:cxn modelId="{BC910C61-D6EF-4F01-BD12-BAC0DF60C0B1}" srcId="{244CE93D-3CE9-480A-BC40-D5795AE4CC61}" destId="{CBD3BD06-5B52-457B-A709-959D97EA9FE5}" srcOrd="1" destOrd="0" parTransId="{BCA8D018-4FBF-4EC0-A8A7-2E733ECB7259}" sibTransId="{32702446-735B-4332-BAF3-71D165AF690E}"/>
    <dgm:cxn modelId="{A99D9246-508C-45ED-A686-88EB0C960350}" type="presOf" srcId="{F66099B6-DBBD-4AB0-82D2-877B80F846F7}" destId="{208D43AC-2483-4807-8215-18BCD93CAADE}" srcOrd="0" destOrd="0" presId="urn:microsoft.com/office/officeart/2005/8/layout/vList6"/>
    <dgm:cxn modelId="{0719CC68-EF79-482D-AF6E-C7A7800B0DCC}" type="presOf" srcId="{CBD3BD06-5B52-457B-A709-959D97EA9FE5}" destId="{E9A6706F-296E-4250-A4DE-C0135677E765}" srcOrd="0" destOrd="1" presId="urn:microsoft.com/office/officeart/2005/8/layout/vList6"/>
    <dgm:cxn modelId="{F180A469-CBFC-4B77-9924-F7E2DF9AE32F}" type="presOf" srcId="{B6D9DE15-697B-42C2-B6A1-CE31260EED93}" destId="{210F0CD8-2A26-4F53-90E3-993F68C2D920}" srcOrd="0" destOrd="0" presId="urn:microsoft.com/office/officeart/2005/8/layout/vList6"/>
    <dgm:cxn modelId="{9CF1CA78-609D-47D5-AD54-6FBF311FF996}" type="presOf" srcId="{EE62A4F6-4AC4-435B-990E-81A71CE8CAC7}" destId="{AA684488-2373-4C00-BADF-1060C5ADD24A}" srcOrd="0" destOrd="0" presId="urn:microsoft.com/office/officeart/2005/8/layout/vList6"/>
    <dgm:cxn modelId="{D5F4F958-5E8C-4E7E-9A80-2A60A725D959}" type="presOf" srcId="{42D71409-67F9-455C-8C6D-716D284AAA6B}" destId="{5BC9D3B4-AF9C-4AF7-91E0-64CA69BFC99F}" srcOrd="0" destOrd="0" presId="urn:microsoft.com/office/officeart/2005/8/layout/vList6"/>
    <dgm:cxn modelId="{D02F0E83-299C-4B62-BB6B-2317AC626E7D}" type="presOf" srcId="{D96BD766-7A45-44C2-B6DC-068AE128BF44}" destId="{21F5A1EC-75B3-4830-826F-BE3C9B93A91E}" srcOrd="0" destOrd="1" presId="urn:microsoft.com/office/officeart/2005/8/layout/vList6"/>
    <dgm:cxn modelId="{2DC24386-BC50-4BAB-8571-16CB10C2603C}" srcId="{F66099B6-DBBD-4AB0-82D2-877B80F846F7}" destId="{6CF284C3-4A70-4432-8F33-E75A802B3330}" srcOrd="0" destOrd="0" parTransId="{044831E6-2FC9-4DDA-81FB-5FA418568D07}" sibTransId="{CD50B82D-84BB-4747-B282-ABB339EBA294}"/>
    <dgm:cxn modelId="{38903D9D-2A25-4977-B2A3-7B0164576619}" type="presOf" srcId="{D416A02A-0A88-4E36-B734-A21335A8DD2D}" destId="{17C2688A-572B-43BD-9F25-CBF80952A671}" srcOrd="0" destOrd="1" presId="urn:microsoft.com/office/officeart/2005/8/layout/vList6"/>
    <dgm:cxn modelId="{A8DB1F9F-8C0D-44C6-B0CF-E185E4743C27}" srcId="{B6D9DE15-697B-42C2-B6A1-CE31260EED93}" destId="{D96BD766-7A45-44C2-B6DC-068AE128BF44}" srcOrd="1" destOrd="0" parTransId="{1723986A-39AC-4737-B675-843E1268E3F0}" sibTransId="{053D2587-FEB8-41DF-8458-0B353CDF3513}"/>
    <dgm:cxn modelId="{3A2CECA6-0C5B-46BB-B7C6-7D37E9D210BD}" srcId="{B9C32B05-62EA-407A-B21C-2310C7945705}" destId="{EE62A4F6-4AC4-435B-990E-81A71CE8CAC7}" srcOrd="2" destOrd="0" parTransId="{F287B947-7343-4FA2-B288-B23A59FFAE31}" sibTransId="{389F9A93-0231-4877-8C41-5D5B8DD7AAC0}"/>
    <dgm:cxn modelId="{CD0898A9-7C5C-49BD-8829-FD0D00B6A565}" type="presOf" srcId="{3AF880A5-0F00-4315-A5DF-1FE656798601}" destId="{388CC475-44FF-4EF6-A0FF-7F5AB70B9092}" srcOrd="0" destOrd="1" presId="urn:microsoft.com/office/officeart/2005/8/layout/vList6"/>
    <dgm:cxn modelId="{40513FB0-F94C-499F-9A0B-9E0341D0A0C2}" srcId="{B9C32B05-62EA-407A-B21C-2310C7945705}" destId="{B6D9DE15-697B-42C2-B6A1-CE31260EED93}" srcOrd="3" destOrd="0" parTransId="{EAC9FC21-5112-4CCF-8070-06ED15ED24ED}" sibTransId="{B605B681-1ACB-4650-8600-F9223ABDDC16}"/>
    <dgm:cxn modelId="{E555CFC0-456A-41C0-853C-A5C184B6F026}" srcId="{244CE93D-3CE9-480A-BC40-D5795AE4CC61}" destId="{FCDCB472-5D0D-441E-9A63-91F48E5C3B9A}" srcOrd="0" destOrd="0" parTransId="{F183F53E-B9E4-483E-BB59-E567579A1D20}" sibTransId="{88085470-E458-46BB-9028-8CC37AAF17EF}"/>
    <dgm:cxn modelId="{746C65D4-0A32-4610-8B9B-A01592BB40A3}" srcId="{B9C32B05-62EA-407A-B21C-2310C7945705}" destId="{244CE93D-3CE9-480A-BC40-D5795AE4CC61}" srcOrd="4" destOrd="0" parTransId="{B26CFE49-55EC-4B92-8D65-F00D6B48420B}" sibTransId="{AA2C577D-A278-4959-857E-CDA154440386}"/>
    <dgm:cxn modelId="{161A4CD8-BB3F-4ABA-A7C6-57EAC3308923}" type="presOf" srcId="{DDCF078C-D429-4F3D-A86A-601C37333F0E}" destId="{17C2688A-572B-43BD-9F25-CBF80952A671}" srcOrd="0" destOrd="0" presId="urn:microsoft.com/office/officeart/2005/8/layout/vList6"/>
    <dgm:cxn modelId="{BED5B2E0-2638-457C-A4A7-2F0009B3C336}" type="presOf" srcId="{6CF284C3-4A70-4432-8F33-E75A802B3330}" destId="{69C466DD-30D6-4C8B-B249-DC7AE415AFF2}" srcOrd="0" destOrd="0" presId="urn:microsoft.com/office/officeart/2005/8/layout/vList6"/>
    <dgm:cxn modelId="{24F8CBE2-5003-4E69-A772-6B98F2B05181}" srcId="{42D71409-67F9-455C-8C6D-716D284AAA6B}" destId="{3AF880A5-0F00-4315-A5DF-1FE656798601}" srcOrd="1" destOrd="0" parTransId="{A13BB1F9-5857-4B43-8BF5-6589AA2CB759}" sibTransId="{C198C41D-2640-4669-83ED-E0CD35701C8E}"/>
    <dgm:cxn modelId="{F5E63DE7-E621-486A-821D-56723B2BF235}" srcId="{EE62A4F6-4AC4-435B-990E-81A71CE8CAC7}" destId="{D416A02A-0A88-4E36-B734-A21335A8DD2D}" srcOrd="1" destOrd="0" parTransId="{FC806BFF-490C-4885-AC46-7E363DD85082}" sibTransId="{D3B5DA4F-29AB-46CB-9796-98FE9606C128}"/>
    <dgm:cxn modelId="{FB986DE9-0451-451B-83FB-7FCEE06DE563}" type="presOf" srcId="{FCDCB472-5D0D-441E-9A63-91F48E5C3B9A}" destId="{E9A6706F-296E-4250-A4DE-C0135677E765}" srcOrd="0" destOrd="0" presId="urn:microsoft.com/office/officeart/2005/8/layout/vList6"/>
    <dgm:cxn modelId="{58AD7EEF-D408-406B-87EE-4691D4C30668}" srcId="{42D71409-67F9-455C-8C6D-716D284AAA6B}" destId="{8EA7219F-BDB2-48EB-9EEB-3133522D132E}" srcOrd="0" destOrd="0" parTransId="{3EE8403A-CB7C-4815-85BD-AEBCAEB71B37}" sibTransId="{C94B7947-85DC-4B21-BB99-DF8438356F98}"/>
    <dgm:cxn modelId="{8ED196F6-6553-443C-AAB2-40F72E795577}" srcId="{EE62A4F6-4AC4-435B-990E-81A71CE8CAC7}" destId="{DDCF078C-D429-4F3D-A86A-601C37333F0E}" srcOrd="0" destOrd="0" parTransId="{1882E0FC-22B0-4EC0-AFEA-6913C3E42D04}" sibTransId="{E265BFA4-891C-408C-98FC-08B80CC170BD}"/>
    <dgm:cxn modelId="{C8B436FC-B783-46B4-A145-3B3B3DD3B3F9}" srcId="{B6D9DE15-697B-42C2-B6A1-CE31260EED93}" destId="{0175455E-C54B-45D4-9F64-0589EB6B3316}" srcOrd="0" destOrd="0" parTransId="{88BD4BDB-1D85-4113-AFEC-21431AF63D5F}" sibTransId="{814ADA3B-AA89-4AB7-868E-C824585A3ABB}"/>
    <dgm:cxn modelId="{EA48F1FD-BF50-4C05-8967-7EC4D64AED11}" type="presOf" srcId="{BE788BF5-FE9F-4C7D-A1CD-9232D7860179}" destId="{69C466DD-30D6-4C8B-B249-DC7AE415AFF2}" srcOrd="0" destOrd="1" presId="urn:microsoft.com/office/officeart/2005/8/layout/vList6"/>
    <dgm:cxn modelId="{6D2BD2E7-8B18-41ED-B8C7-97F12447B5CA}" type="presParOf" srcId="{3E4076C3-D42C-45B7-AE06-68212D6714F3}" destId="{B3306FA9-31B2-4688-A162-7E35CFE12D55}" srcOrd="0" destOrd="0" presId="urn:microsoft.com/office/officeart/2005/8/layout/vList6"/>
    <dgm:cxn modelId="{C54EB639-41A7-42B6-9AED-D5FB8E8EBD36}" type="presParOf" srcId="{B3306FA9-31B2-4688-A162-7E35CFE12D55}" destId="{5BC9D3B4-AF9C-4AF7-91E0-64CA69BFC99F}" srcOrd="0" destOrd="0" presId="urn:microsoft.com/office/officeart/2005/8/layout/vList6"/>
    <dgm:cxn modelId="{48173423-40D6-4414-B496-B6EAE9331CB8}" type="presParOf" srcId="{B3306FA9-31B2-4688-A162-7E35CFE12D55}" destId="{388CC475-44FF-4EF6-A0FF-7F5AB70B9092}" srcOrd="1" destOrd="0" presId="urn:microsoft.com/office/officeart/2005/8/layout/vList6"/>
    <dgm:cxn modelId="{A0F820FE-8D9E-4E2B-8908-9F44FC76F26F}" type="presParOf" srcId="{3E4076C3-D42C-45B7-AE06-68212D6714F3}" destId="{230BAF5B-3631-4204-BBA8-52E03CD89186}" srcOrd="1" destOrd="0" presId="urn:microsoft.com/office/officeart/2005/8/layout/vList6"/>
    <dgm:cxn modelId="{C4A98218-1B53-4B6F-A986-696FC416A071}" type="presParOf" srcId="{3E4076C3-D42C-45B7-AE06-68212D6714F3}" destId="{425198E6-91DF-4EB2-85A0-B9FF17508361}" srcOrd="2" destOrd="0" presId="urn:microsoft.com/office/officeart/2005/8/layout/vList6"/>
    <dgm:cxn modelId="{9B336E70-63F7-4C89-92D6-2CB15C003A32}" type="presParOf" srcId="{425198E6-91DF-4EB2-85A0-B9FF17508361}" destId="{208D43AC-2483-4807-8215-18BCD93CAADE}" srcOrd="0" destOrd="0" presId="urn:microsoft.com/office/officeart/2005/8/layout/vList6"/>
    <dgm:cxn modelId="{628C15AA-E8D8-4892-9480-A6325608AF38}" type="presParOf" srcId="{425198E6-91DF-4EB2-85A0-B9FF17508361}" destId="{69C466DD-30D6-4C8B-B249-DC7AE415AFF2}" srcOrd="1" destOrd="0" presId="urn:microsoft.com/office/officeart/2005/8/layout/vList6"/>
    <dgm:cxn modelId="{F7E25F5E-786B-4296-ACAB-7671A2486262}" type="presParOf" srcId="{3E4076C3-D42C-45B7-AE06-68212D6714F3}" destId="{50578E0F-B0DC-4C74-B674-CCA9D0BB3910}" srcOrd="3" destOrd="0" presId="urn:microsoft.com/office/officeart/2005/8/layout/vList6"/>
    <dgm:cxn modelId="{BF63F2A0-0E03-4683-86F2-E8724DCE229C}" type="presParOf" srcId="{3E4076C3-D42C-45B7-AE06-68212D6714F3}" destId="{1A6F7283-F90F-400E-ACAE-D601A14550D0}" srcOrd="4" destOrd="0" presId="urn:microsoft.com/office/officeart/2005/8/layout/vList6"/>
    <dgm:cxn modelId="{3D500AD8-B624-48C1-928E-9215F78FCB7F}" type="presParOf" srcId="{1A6F7283-F90F-400E-ACAE-D601A14550D0}" destId="{AA684488-2373-4C00-BADF-1060C5ADD24A}" srcOrd="0" destOrd="0" presId="urn:microsoft.com/office/officeart/2005/8/layout/vList6"/>
    <dgm:cxn modelId="{415D7335-52FF-411B-A45D-561E50C8933B}" type="presParOf" srcId="{1A6F7283-F90F-400E-ACAE-D601A14550D0}" destId="{17C2688A-572B-43BD-9F25-CBF80952A671}" srcOrd="1" destOrd="0" presId="urn:microsoft.com/office/officeart/2005/8/layout/vList6"/>
    <dgm:cxn modelId="{932E3113-A3EA-4579-B819-058F1BB56F10}" type="presParOf" srcId="{3E4076C3-D42C-45B7-AE06-68212D6714F3}" destId="{EFA6BB63-722D-4C05-98A0-EC637A99AC39}" srcOrd="5" destOrd="0" presId="urn:microsoft.com/office/officeart/2005/8/layout/vList6"/>
    <dgm:cxn modelId="{6F970B51-6C93-442C-99C6-9BD1F21072D7}" type="presParOf" srcId="{3E4076C3-D42C-45B7-AE06-68212D6714F3}" destId="{91D0DB71-A6C8-4055-BB4B-E714C2B4CEEE}" srcOrd="6" destOrd="0" presId="urn:microsoft.com/office/officeart/2005/8/layout/vList6"/>
    <dgm:cxn modelId="{2A7291DE-C12F-49BF-B785-DE3F8CB852A2}" type="presParOf" srcId="{91D0DB71-A6C8-4055-BB4B-E714C2B4CEEE}" destId="{210F0CD8-2A26-4F53-90E3-993F68C2D920}" srcOrd="0" destOrd="0" presId="urn:microsoft.com/office/officeart/2005/8/layout/vList6"/>
    <dgm:cxn modelId="{5BD6C4AD-2DB6-4B3F-A776-6DD2EB6F0F4D}" type="presParOf" srcId="{91D0DB71-A6C8-4055-BB4B-E714C2B4CEEE}" destId="{21F5A1EC-75B3-4830-826F-BE3C9B93A91E}" srcOrd="1" destOrd="0" presId="urn:microsoft.com/office/officeart/2005/8/layout/vList6"/>
    <dgm:cxn modelId="{C9E119E4-D071-4757-AF34-51840EB8ECF6}" type="presParOf" srcId="{3E4076C3-D42C-45B7-AE06-68212D6714F3}" destId="{77E4FE4D-454F-43B5-9817-2916FB02019A}" srcOrd="7" destOrd="0" presId="urn:microsoft.com/office/officeart/2005/8/layout/vList6"/>
    <dgm:cxn modelId="{D8F8EF46-D2ED-48BA-AAE8-89F40E6D550D}" type="presParOf" srcId="{3E4076C3-D42C-45B7-AE06-68212D6714F3}" destId="{A66502C7-5248-4818-98C4-BE5D4EAFE067}" srcOrd="8" destOrd="0" presId="urn:microsoft.com/office/officeart/2005/8/layout/vList6"/>
    <dgm:cxn modelId="{3C2888AE-54C3-4493-ABED-61C0E637328D}" type="presParOf" srcId="{A66502C7-5248-4818-98C4-BE5D4EAFE067}" destId="{A66EE0FC-98FD-4D7F-90DE-5F3B386E0D45}" srcOrd="0" destOrd="0" presId="urn:microsoft.com/office/officeart/2005/8/layout/vList6"/>
    <dgm:cxn modelId="{B2FFABBA-1FBA-45CD-B4BE-67EE989CF6BE}" type="presParOf" srcId="{A66502C7-5248-4818-98C4-BE5D4EAFE067}" destId="{E9A6706F-296E-4250-A4DE-C0135677E765}" srcOrd="1" destOrd="0" presId="urn:microsoft.com/office/officeart/2005/8/layout/vList6"/>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34.xml><?xml version="1.0" encoding="utf-8"?>
<dgm:dataModel xmlns:dgm="http://schemas.openxmlformats.org/drawingml/2006/diagram" xmlns:a="http://schemas.openxmlformats.org/drawingml/2006/main">
  <dgm:ptLst>
    <dgm:pt modelId="{B9C32B05-62EA-407A-B21C-2310C7945705}" type="doc">
      <dgm:prSet loTypeId="urn:microsoft.com/office/officeart/2005/8/layout/hList6" loCatId="list"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F66099B6-DBBD-4AB0-82D2-877B80F846F7}">
      <dgm:prSet phldrT="[Text]"/>
      <dgm:spPr/>
      <dgm:t>
        <a:bodyPr/>
        <a:lstStyle/>
        <a:p>
          <a:r>
            <a:rPr lang="en-US" dirty="0"/>
            <a:t>Lorem Ipsum</a:t>
          </a:r>
        </a:p>
      </dgm:t>
    </dgm:pt>
    <dgm:pt modelId="{B09C8BFB-F41C-4AC4-AB94-F216E3081C2D}" type="parTrans" cxnId="{B4F3EA32-CE64-4A92-9BAE-BC57E5392B05}">
      <dgm:prSet/>
      <dgm:spPr/>
      <dgm:t>
        <a:bodyPr/>
        <a:lstStyle/>
        <a:p>
          <a:endParaRPr lang="en-US"/>
        </a:p>
      </dgm:t>
    </dgm:pt>
    <dgm:pt modelId="{BC531B32-9B0E-482E-BF91-65C61F17168D}" type="sibTrans" cxnId="{B4F3EA32-CE64-4A92-9BAE-BC57E5392B05}">
      <dgm:prSet/>
      <dgm:spPr/>
      <dgm:t>
        <a:bodyPr/>
        <a:lstStyle/>
        <a:p>
          <a:endParaRPr lang="en-US"/>
        </a:p>
      </dgm:t>
    </dgm:pt>
    <dgm:pt modelId="{EE62A4F6-4AC4-435B-990E-81A71CE8CAC7}">
      <dgm:prSet phldrT="[Text]"/>
      <dgm:spPr/>
      <dgm:t>
        <a:bodyPr/>
        <a:lstStyle/>
        <a:p>
          <a:r>
            <a:rPr lang="en-US" dirty="0"/>
            <a:t>Lorem Ipsum</a:t>
          </a:r>
        </a:p>
      </dgm:t>
    </dgm:pt>
    <dgm:pt modelId="{F287B947-7343-4FA2-B288-B23A59FFAE31}" type="parTrans" cxnId="{3A2CECA6-0C5B-46BB-B7C6-7D37E9D210BD}">
      <dgm:prSet/>
      <dgm:spPr/>
      <dgm:t>
        <a:bodyPr/>
        <a:lstStyle/>
        <a:p>
          <a:endParaRPr lang="en-US"/>
        </a:p>
      </dgm:t>
    </dgm:pt>
    <dgm:pt modelId="{389F9A93-0231-4877-8C41-5D5B8DD7AAC0}" type="sibTrans" cxnId="{3A2CECA6-0C5B-46BB-B7C6-7D37E9D210BD}">
      <dgm:prSet/>
      <dgm:spPr/>
      <dgm:t>
        <a:bodyPr/>
        <a:lstStyle/>
        <a:p>
          <a:endParaRPr lang="en-US"/>
        </a:p>
      </dgm:t>
    </dgm:pt>
    <dgm:pt modelId="{B6D9DE15-697B-42C2-B6A1-CE31260EED93}">
      <dgm:prSet phldrT="[Text]"/>
      <dgm:spPr/>
      <dgm:t>
        <a:bodyPr/>
        <a:lstStyle/>
        <a:p>
          <a:r>
            <a:rPr lang="en-US" dirty="0"/>
            <a:t>Lorem Ipsum</a:t>
          </a:r>
        </a:p>
      </dgm:t>
    </dgm:pt>
    <dgm:pt modelId="{EAC9FC21-5112-4CCF-8070-06ED15ED24ED}" type="parTrans" cxnId="{40513FB0-F94C-499F-9A0B-9E0341D0A0C2}">
      <dgm:prSet/>
      <dgm:spPr/>
      <dgm:t>
        <a:bodyPr/>
        <a:lstStyle/>
        <a:p>
          <a:endParaRPr lang="en-US"/>
        </a:p>
      </dgm:t>
    </dgm:pt>
    <dgm:pt modelId="{B605B681-1ACB-4650-8600-F9223ABDDC16}" type="sibTrans" cxnId="{40513FB0-F94C-499F-9A0B-9E0341D0A0C2}">
      <dgm:prSet/>
      <dgm:spPr/>
      <dgm:t>
        <a:bodyPr/>
        <a:lstStyle/>
        <a:p>
          <a:endParaRPr lang="en-US"/>
        </a:p>
      </dgm:t>
    </dgm:pt>
    <dgm:pt modelId="{244CE93D-3CE9-480A-BC40-D5795AE4CC61}">
      <dgm:prSet phldrT="[Text]"/>
      <dgm:spPr/>
      <dgm:t>
        <a:bodyPr/>
        <a:lstStyle/>
        <a:p>
          <a:r>
            <a:rPr lang="en-US"/>
            <a:t>Lorem Ipsum</a:t>
          </a:r>
          <a:endParaRPr lang="en-US" dirty="0"/>
        </a:p>
      </dgm:t>
    </dgm:pt>
    <dgm:pt modelId="{B26CFE49-55EC-4B92-8D65-F00D6B48420B}" type="parTrans" cxnId="{746C65D4-0A32-4610-8B9B-A01592BB40A3}">
      <dgm:prSet/>
      <dgm:spPr/>
      <dgm:t>
        <a:bodyPr/>
        <a:lstStyle/>
        <a:p>
          <a:endParaRPr lang="en-US"/>
        </a:p>
      </dgm:t>
    </dgm:pt>
    <dgm:pt modelId="{AA2C577D-A278-4959-857E-CDA154440386}" type="sibTrans" cxnId="{746C65D4-0A32-4610-8B9B-A01592BB40A3}">
      <dgm:prSet/>
      <dgm:spPr/>
      <dgm:t>
        <a:bodyPr/>
        <a:lstStyle/>
        <a:p>
          <a:endParaRPr lang="en-US"/>
        </a:p>
      </dgm:t>
    </dgm:pt>
    <dgm:pt modelId="{A4278353-945E-424E-835D-6A0C4F3D6AE6}">
      <dgm:prSet phldrT="[Text]"/>
      <dgm:spPr/>
      <dgm:t>
        <a:bodyPr/>
        <a:lstStyle/>
        <a:p>
          <a:r>
            <a:rPr lang="en-US" dirty="0"/>
            <a:t>Some text here</a:t>
          </a:r>
        </a:p>
      </dgm:t>
    </dgm:pt>
    <dgm:pt modelId="{E10A466D-4E0E-41D6-BE35-FA35A608F28E}" type="parTrans" cxnId="{13E85639-6415-4FD4-8011-37D0418CB39A}">
      <dgm:prSet/>
      <dgm:spPr/>
      <dgm:t>
        <a:bodyPr/>
        <a:lstStyle/>
        <a:p>
          <a:endParaRPr lang="en-US"/>
        </a:p>
      </dgm:t>
    </dgm:pt>
    <dgm:pt modelId="{3D4A2E81-FFCB-4850-8F00-9479C6596589}" type="sibTrans" cxnId="{13E85639-6415-4FD4-8011-37D0418CB39A}">
      <dgm:prSet/>
      <dgm:spPr/>
      <dgm:t>
        <a:bodyPr/>
        <a:lstStyle/>
        <a:p>
          <a:endParaRPr lang="en-US"/>
        </a:p>
      </dgm:t>
    </dgm:pt>
    <dgm:pt modelId="{656FDE35-B06D-4ADB-9B17-734F00CF42EF}">
      <dgm:prSet phldrT="[Text]"/>
      <dgm:spPr/>
      <dgm:t>
        <a:bodyPr/>
        <a:lstStyle/>
        <a:p>
          <a:r>
            <a:rPr lang="en-US" dirty="0"/>
            <a:t>Some text here</a:t>
          </a:r>
        </a:p>
      </dgm:t>
    </dgm:pt>
    <dgm:pt modelId="{84324729-991B-4C1A-BF1F-861CE0B0FE5B}" type="parTrans" cxnId="{08E751F8-935D-4A6C-88D1-13696DF4C6EB}">
      <dgm:prSet/>
      <dgm:spPr/>
      <dgm:t>
        <a:bodyPr/>
        <a:lstStyle/>
        <a:p>
          <a:endParaRPr lang="en-US"/>
        </a:p>
      </dgm:t>
    </dgm:pt>
    <dgm:pt modelId="{77A33B93-DB36-4561-916D-337BF1F24A8E}" type="sibTrans" cxnId="{08E751F8-935D-4A6C-88D1-13696DF4C6EB}">
      <dgm:prSet/>
      <dgm:spPr/>
      <dgm:t>
        <a:bodyPr/>
        <a:lstStyle/>
        <a:p>
          <a:endParaRPr lang="en-US"/>
        </a:p>
      </dgm:t>
    </dgm:pt>
    <dgm:pt modelId="{60417AA3-8792-4718-834E-5CBDFEC0C23B}">
      <dgm:prSet phldrT="[Text]"/>
      <dgm:spPr/>
      <dgm:t>
        <a:bodyPr/>
        <a:lstStyle/>
        <a:p>
          <a:r>
            <a:rPr lang="en-US" dirty="0"/>
            <a:t>Some text here</a:t>
          </a:r>
        </a:p>
      </dgm:t>
    </dgm:pt>
    <dgm:pt modelId="{ED2591CE-9EE0-4143-AFA5-BDF31E2259EA}" type="parTrans" cxnId="{94EC52DE-ABB4-4C60-AD99-919CF58E5940}">
      <dgm:prSet/>
      <dgm:spPr/>
      <dgm:t>
        <a:bodyPr/>
        <a:lstStyle/>
        <a:p>
          <a:endParaRPr lang="en-US"/>
        </a:p>
      </dgm:t>
    </dgm:pt>
    <dgm:pt modelId="{7CB91A50-3144-4210-BE3F-F4AB5304AF81}" type="sibTrans" cxnId="{94EC52DE-ABB4-4C60-AD99-919CF58E5940}">
      <dgm:prSet/>
      <dgm:spPr/>
      <dgm:t>
        <a:bodyPr/>
        <a:lstStyle/>
        <a:p>
          <a:endParaRPr lang="en-US"/>
        </a:p>
      </dgm:t>
    </dgm:pt>
    <dgm:pt modelId="{AEF5D381-0D38-4650-8A75-0489B3399468}">
      <dgm:prSet phldrT="[Text]"/>
      <dgm:spPr/>
      <dgm:t>
        <a:bodyPr/>
        <a:lstStyle/>
        <a:p>
          <a:r>
            <a:rPr lang="en-US" dirty="0"/>
            <a:t>Some text here</a:t>
          </a:r>
        </a:p>
      </dgm:t>
    </dgm:pt>
    <dgm:pt modelId="{97292833-6615-43B1-AECF-904FC9C4EEF0}" type="parTrans" cxnId="{DE46AA81-791B-4299-8304-44390D2BB201}">
      <dgm:prSet/>
      <dgm:spPr/>
      <dgm:t>
        <a:bodyPr/>
        <a:lstStyle/>
        <a:p>
          <a:endParaRPr lang="en-US"/>
        </a:p>
      </dgm:t>
    </dgm:pt>
    <dgm:pt modelId="{52DF5881-AE04-4004-8D2E-D6BFA62BB277}" type="sibTrans" cxnId="{DE46AA81-791B-4299-8304-44390D2BB201}">
      <dgm:prSet/>
      <dgm:spPr/>
      <dgm:t>
        <a:bodyPr/>
        <a:lstStyle/>
        <a:p>
          <a:endParaRPr lang="en-US"/>
        </a:p>
      </dgm:t>
    </dgm:pt>
    <dgm:pt modelId="{46DC72EA-62D5-4CB6-B866-882F8D3DAFE3}">
      <dgm:prSet phldrT="[Text]"/>
      <dgm:spPr/>
      <dgm:t>
        <a:bodyPr/>
        <a:lstStyle/>
        <a:p>
          <a:r>
            <a:rPr lang="en-US" dirty="0"/>
            <a:t>Some text here</a:t>
          </a:r>
        </a:p>
      </dgm:t>
    </dgm:pt>
    <dgm:pt modelId="{3C55C284-C7DE-4F93-A65F-176A949325AA}" type="parTrans" cxnId="{E546BBDE-DAFC-4A21-8B7A-9EBAE614FB37}">
      <dgm:prSet/>
      <dgm:spPr/>
      <dgm:t>
        <a:bodyPr/>
        <a:lstStyle/>
        <a:p>
          <a:endParaRPr lang="en-US"/>
        </a:p>
      </dgm:t>
    </dgm:pt>
    <dgm:pt modelId="{07A8FEDE-B1C4-4657-A1E6-473F0EA40209}" type="sibTrans" cxnId="{E546BBDE-DAFC-4A21-8B7A-9EBAE614FB37}">
      <dgm:prSet/>
      <dgm:spPr/>
      <dgm:t>
        <a:bodyPr/>
        <a:lstStyle/>
        <a:p>
          <a:endParaRPr lang="en-US"/>
        </a:p>
      </dgm:t>
    </dgm:pt>
    <dgm:pt modelId="{5644F593-2791-40D1-8493-B6CDCA24A74F}">
      <dgm:prSet phldrT="[Text]"/>
      <dgm:spPr/>
      <dgm:t>
        <a:bodyPr/>
        <a:lstStyle/>
        <a:p>
          <a:r>
            <a:rPr lang="en-US" dirty="0"/>
            <a:t>Some text here</a:t>
          </a:r>
        </a:p>
      </dgm:t>
    </dgm:pt>
    <dgm:pt modelId="{3987083C-F14C-4F45-AE0F-E900F716B679}" type="parTrans" cxnId="{3BA7244E-B3F8-4B6F-ACFA-B89EF73C91CF}">
      <dgm:prSet/>
      <dgm:spPr/>
      <dgm:t>
        <a:bodyPr/>
        <a:lstStyle/>
        <a:p>
          <a:endParaRPr lang="en-US"/>
        </a:p>
      </dgm:t>
    </dgm:pt>
    <dgm:pt modelId="{EE14458C-1F0E-426E-B6C6-600F775A1A9E}" type="sibTrans" cxnId="{3BA7244E-B3F8-4B6F-ACFA-B89EF73C91CF}">
      <dgm:prSet/>
      <dgm:spPr/>
      <dgm:t>
        <a:bodyPr/>
        <a:lstStyle/>
        <a:p>
          <a:endParaRPr lang="en-US"/>
        </a:p>
      </dgm:t>
    </dgm:pt>
    <dgm:pt modelId="{51A9DA1E-8A82-44DB-9A6C-E05C698C63C3}">
      <dgm:prSet phldrT="[Text]"/>
      <dgm:spPr/>
      <dgm:t>
        <a:bodyPr/>
        <a:lstStyle/>
        <a:p>
          <a:r>
            <a:rPr lang="en-US" dirty="0"/>
            <a:t>Some text here</a:t>
          </a:r>
        </a:p>
      </dgm:t>
    </dgm:pt>
    <dgm:pt modelId="{31B152AA-A982-4447-9D5E-C83D3804FE52}" type="parTrans" cxnId="{23E011A0-1FE8-4CF4-8173-094939A71C8B}">
      <dgm:prSet/>
      <dgm:spPr/>
      <dgm:t>
        <a:bodyPr/>
        <a:lstStyle/>
        <a:p>
          <a:endParaRPr lang="en-US"/>
        </a:p>
      </dgm:t>
    </dgm:pt>
    <dgm:pt modelId="{C7A06A2D-A3EA-4D47-BE75-A226ED6C68AF}" type="sibTrans" cxnId="{23E011A0-1FE8-4CF4-8173-094939A71C8B}">
      <dgm:prSet/>
      <dgm:spPr/>
      <dgm:t>
        <a:bodyPr/>
        <a:lstStyle/>
        <a:p>
          <a:endParaRPr lang="en-US"/>
        </a:p>
      </dgm:t>
    </dgm:pt>
    <dgm:pt modelId="{17276403-C20E-49F7-A5E5-A4EAAFB4565F}">
      <dgm:prSet phldrT="[Text]"/>
      <dgm:spPr/>
      <dgm:t>
        <a:bodyPr/>
        <a:lstStyle/>
        <a:p>
          <a:r>
            <a:rPr lang="en-US" dirty="0"/>
            <a:t>Some text here</a:t>
          </a:r>
        </a:p>
      </dgm:t>
    </dgm:pt>
    <dgm:pt modelId="{F11D14F4-1E9C-449A-8AB9-62768C5EB463}" type="parTrans" cxnId="{4E4461D7-465B-4892-B89D-F3A907044244}">
      <dgm:prSet/>
      <dgm:spPr/>
      <dgm:t>
        <a:bodyPr/>
        <a:lstStyle/>
        <a:p>
          <a:endParaRPr lang="en-US"/>
        </a:p>
      </dgm:t>
    </dgm:pt>
    <dgm:pt modelId="{AEEC489D-67D6-4127-89F9-C6FE512707F4}" type="sibTrans" cxnId="{4E4461D7-465B-4892-B89D-F3A907044244}">
      <dgm:prSet/>
      <dgm:spPr/>
      <dgm:t>
        <a:bodyPr/>
        <a:lstStyle/>
        <a:p>
          <a:endParaRPr lang="en-US"/>
        </a:p>
      </dgm:t>
    </dgm:pt>
    <dgm:pt modelId="{3CD4EE2F-B921-4446-B6AB-8A94BB34E96C}">
      <dgm:prSet phldrT="[Text]"/>
      <dgm:spPr/>
      <dgm:t>
        <a:bodyPr/>
        <a:lstStyle/>
        <a:p>
          <a:r>
            <a:rPr lang="en-US" dirty="0"/>
            <a:t>Some text here</a:t>
          </a:r>
        </a:p>
      </dgm:t>
    </dgm:pt>
    <dgm:pt modelId="{B72DE4DF-D81C-45FB-B918-A3A3CC5E0790}" type="parTrans" cxnId="{B5B93424-8B53-4FFF-9AA2-ABE9CDE1754C}">
      <dgm:prSet/>
      <dgm:spPr/>
      <dgm:t>
        <a:bodyPr/>
        <a:lstStyle/>
        <a:p>
          <a:endParaRPr lang="en-US"/>
        </a:p>
      </dgm:t>
    </dgm:pt>
    <dgm:pt modelId="{55E0CBFA-9E16-4347-BFA2-3E75B10D97D1}" type="sibTrans" cxnId="{B5B93424-8B53-4FFF-9AA2-ABE9CDE1754C}">
      <dgm:prSet/>
      <dgm:spPr/>
      <dgm:t>
        <a:bodyPr/>
        <a:lstStyle/>
        <a:p>
          <a:endParaRPr lang="en-US"/>
        </a:p>
      </dgm:t>
    </dgm:pt>
    <dgm:pt modelId="{4918A49F-3A24-4F83-95A8-C08414A181C2}">
      <dgm:prSet phldrT="[Text]"/>
      <dgm:spPr/>
      <dgm:t>
        <a:bodyPr/>
        <a:lstStyle/>
        <a:p>
          <a:r>
            <a:rPr lang="en-US" dirty="0"/>
            <a:t>Some text here</a:t>
          </a:r>
        </a:p>
      </dgm:t>
    </dgm:pt>
    <dgm:pt modelId="{6A957E12-CCF7-40BC-BF74-75AE9B1169D6}" type="parTrans" cxnId="{F13394CE-BA68-4DCB-BC06-8A73A9812BC4}">
      <dgm:prSet/>
      <dgm:spPr/>
      <dgm:t>
        <a:bodyPr/>
        <a:lstStyle/>
        <a:p>
          <a:endParaRPr lang="en-US"/>
        </a:p>
      </dgm:t>
    </dgm:pt>
    <dgm:pt modelId="{9036E2C9-0BDF-443B-AEFD-3701F0DF5BDF}" type="sibTrans" cxnId="{F13394CE-BA68-4DCB-BC06-8A73A9812BC4}">
      <dgm:prSet/>
      <dgm:spPr/>
      <dgm:t>
        <a:bodyPr/>
        <a:lstStyle/>
        <a:p>
          <a:endParaRPr lang="en-US"/>
        </a:p>
      </dgm:t>
    </dgm:pt>
    <dgm:pt modelId="{88C28461-159A-455C-8069-D8ABED7CA178}">
      <dgm:prSet phldrT="[Text]"/>
      <dgm:spPr/>
      <dgm:t>
        <a:bodyPr/>
        <a:lstStyle/>
        <a:p>
          <a:r>
            <a:rPr lang="en-US" dirty="0"/>
            <a:t>Some text here</a:t>
          </a:r>
        </a:p>
      </dgm:t>
    </dgm:pt>
    <dgm:pt modelId="{4AEED1F9-D6A6-421E-A1DF-9CC0252B7749}" type="parTrans" cxnId="{3A4492E9-F47B-47D1-9E4F-DF0A79D98D30}">
      <dgm:prSet/>
      <dgm:spPr/>
      <dgm:t>
        <a:bodyPr/>
        <a:lstStyle/>
        <a:p>
          <a:endParaRPr lang="en-US"/>
        </a:p>
      </dgm:t>
    </dgm:pt>
    <dgm:pt modelId="{61C5C5F1-7C4C-4321-8489-0588D358D838}" type="sibTrans" cxnId="{3A4492E9-F47B-47D1-9E4F-DF0A79D98D30}">
      <dgm:prSet/>
      <dgm:spPr/>
      <dgm:t>
        <a:bodyPr/>
        <a:lstStyle/>
        <a:p>
          <a:endParaRPr lang="en-US"/>
        </a:p>
      </dgm:t>
    </dgm:pt>
    <dgm:pt modelId="{02572E4C-D73B-44E1-88C4-18D08C865953}">
      <dgm:prSet phldrT="[Text]"/>
      <dgm:spPr/>
      <dgm:t>
        <a:bodyPr/>
        <a:lstStyle/>
        <a:p>
          <a:r>
            <a:rPr lang="en-US" dirty="0"/>
            <a:t>Some text here</a:t>
          </a:r>
        </a:p>
      </dgm:t>
    </dgm:pt>
    <dgm:pt modelId="{E919BFD9-F417-401D-9393-6957A52050D5}" type="parTrans" cxnId="{1A6DEFF3-2686-4434-8E80-9146E23CB25A}">
      <dgm:prSet/>
      <dgm:spPr/>
      <dgm:t>
        <a:bodyPr/>
        <a:lstStyle/>
        <a:p>
          <a:endParaRPr lang="en-US"/>
        </a:p>
      </dgm:t>
    </dgm:pt>
    <dgm:pt modelId="{EEBCB9C3-DAEA-420B-B093-E7F0174D9DE3}" type="sibTrans" cxnId="{1A6DEFF3-2686-4434-8E80-9146E23CB25A}">
      <dgm:prSet/>
      <dgm:spPr/>
      <dgm:t>
        <a:bodyPr/>
        <a:lstStyle/>
        <a:p>
          <a:endParaRPr lang="en-US"/>
        </a:p>
      </dgm:t>
    </dgm:pt>
    <dgm:pt modelId="{095283B1-20EC-4706-AD20-05D6B966DE1D}">
      <dgm:prSet phldrT="[Text]"/>
      <dgm:spPr/>
      <dgm:t>
        <a:bodyPr/>
        <a:lstStyle/>
        <a:p>
          <a:r>
            <a:rPr lang="en-US" dirty="0"/>
            <a:t>Some text here</a:t>
          </a:r>
        </a:p>
      </dgm:t>
    </dgm:pt>
    <dgm:pt modelId="{5147568C-C49C-4685-A093-0D810FC976CB}" type="parTrans" cxnId="{421F9D2C-9318-48F3-85E9-4F14BE1778D0}">
      <dgm:prSet/>
      <dgm:spPr/>
      <dgm:t>
        <a:bodyPr/>
        <a:lstStyle/>
        <a:p>
          <a:endParaRPr lang="en-US"/>
        </a:p>
      </dgm:t>
    </dgm:pt>
    <dgm:pt modelId="{75BDEAD2-6B43-4AC5-9DA5-1AE54DC4D686}" type="sibTrans" cxnId="{421F9D2C-9318-48F3-85E9-4F14BE1778D0}">
      <dgm:prSet/>
      <dgm:spPr/>
      <dgm:t>
        <a:bodyPr/>
        <a:lstStyle/>
        <a:p>
          <a:endParaRPr lang="en-US"/>
        </a:p>
      </dgm:t>
    </dgm:pt>
    <dgm:pt modelId="{5BA88D09-4E3D-4334-B8B8-975CDC5BA05B}">
      <dgm:prSet phldrT="[Text]"/>
      <dgm:spPr/>
      <dgm:t>
        <a:bodyPr/>
        <a:lstStyle/>
        <a:p>
          <a:r>
            <a:rPr lang="en-US" dirty="0"/>
            <a:t>Some text here</a:t>
          </a:r>
        </a:p>
      </dgm:t>
    </dgm:pt>
    <dgm:pt modelId="{F87F4A30-0DA9-4E82-A330-47553B96B8BD}" type="parTrans" cxnId="{FF83A044-21F5-4367-9CDC-57E9DD4E02DC}">
      <dgm:prSet/>
      <dgm:spPr/>
      <dgm:t>
        <a:bodyPr/>
        <a:lstStyle/>
        <a:p>
          <a:endParaRPr lang="en-US"/>
        </a:p>
      </dgm:t>
    </dgm:pt>
    <dgm:pt modelId="{853EA6AC-836F-402B-A196-50436699EDF2}" type="sibTrans" cxnId="{FF83A044-21F5-4367-9CDC-57E9DD4E02DC}">
      <dgm:prSet/>
      <dgm:spPr/>
      <dgm:t>
        <a:bodyPr/>
        <a:lstStyle/>
        <a:p>
          <a:endParaRPr lang="en-US"/>
        </a:p>
      </dgm:t>
    </dgm:pt>
    <dgm:pt modelId="{2922AD33-7219-4845-9FCB-BCDA5E5D2EC2}">
      <dgm:prSet phldrT="[Text]"/>
      <dgm:spPr/>
      <dgm:t>
        <a:bodyPr/>
        <a:lstStyle/>
        <a:p>
          <a:r>
            <a:rPr lang="en-US" dirty="0"/>
            <a:t>Some text here</a:t>
          </a:r>
        </a:p>
      </dgm:t>
    </dgm:pt>
    <dgm:pt modelId="{2D9A7D02-C139-41A5-974A-25579ABDF0AB}" type="parTrans" cxnId="{9580F61E-3358-42D1-8216-AC9974CD1AF1}">
      <dgm:prSet/>
      <dgm:spPr/>
      <dgm:t>
        <a:bodyPr/>
        <a:lstStyle/>
        <a:p>
          <a:endParaRPr lang="en-US"/>
        </a:p>
      </dgm:t>
    </dgm:pt>
    <dgm:pt modelId="{1834AE0E-AA81-4D2B-8876-D92D5C2E7CEE}" type="sibTrans" cxnId="{9580F61E-3358-42D1-8216-AC9974CD1AF1}">
      <dgm:prSet/>
      <dgm:spPr/>
      <dgm:t>
        <a:bodyPr/>
        <a:lstStyle/>
        <a:p>
          <a:endParaRPr lang="en-US"/>
        </a:p>
      </dgm:t>
    </dgm:pt>
    <dgm:pt modelId="{6EEA681E-9254-492A-A24A-2F6E43C04D7A}">
      <dgm:prSet phldrT="[Text]"/>
      <dgm:spPr/>
      <dgm:t>
        <a:bodyPr/>
        <a:lstStyle/>
        <a:p>
          <a:r>
            <a:rPr lang="en-US" dirty="0"/>
            <a:t>Some text here</a:t>
          </a:r>
        </a:p>
      </dgm:t>
    </dgm:pt>
    <dgm:pt modelId="{C7A16A4E-ADA8-47D3-99EB-3F5B3A2F9A8F}" type="parTrans" cxnId="{052D48AB-1679-425C-97DF-ABBBE4514F12}">
      <dgm:prSet/>
      <dgm:spPr/>
      <dgm:t>
        <a:bodyPr/>
        <a:lstStyle/>
        <a:p>
          <a:endParaRPr lang="en-US"/>
        </a:p>
      </dgm:t>
    </dgm:pt>
    <dgm:pt modelId="{D3DF7A5E-3836-4A00-8696-1159859FFBA2}" type="sibTrans" cxnId="{052D48AB-1679-425C-97DF-ABBBE4514F12}">
      <dgm:prSet/>
      <dgm:spPr/>
      <dgm:t>
        <a:bodyPr/>
        <a:lstStyle/>
        <a:p>
          <a:endParaRPr lang="en-US"/>
        </a:p>
      </dgm:t>
    </dgm:pt>
    <dgm:pt modelId="{586F83CD-5732-4EA0-A70C-5FDD10E3B72B}">
      <dgm:prSet phldrT="[Text]"/>
      <dgm:spPr/>
      <dgm:t>
        <a:bodyPr/>
        <a:lstStyle/>
        <a:p>
          <a:r>
            <a:rPr lang="en-US" dirty="0"/>
            <a:t>Some text here</a:t>
          </a:r>
        </a:p>
      </dgm:t>
    </dgm:pt>
    <dgm:pt modelId="{BB8E6D68-BB50-4CA7-9370-65DF01FB39A5}" type="parTrans" cxnId="{32DFF969-4712-47D5-8BE0-81CA01D5D752}">
      <dgm:prSet/>
      <dgm:spPr/>
      <dgm:t>
        <a:bodyPr/>
        <a:lstStyle/>
        <a:p>
          <a:endParaRPr lang="en-US"/>
        </a:p>
      </dgm:t>
    </dgm:pt>
    <dgm:pt modelId="{6C4CA097-8CB2-4ED3-8E35-EF442654EF24}" type="sibTrans" cxnId="{32DFF969-4712-47D5-8BE0-81CA01D5D752}">
      <dgm:prSet/>
      <dgm:spPr/>
      <dgm:t>
        <a:bodyPr/>
        <a:lstStyle/>
        <a:p>
          <a:endParaRPr lang="en-US"/>
        </a:p>
      </dgm:t>
    </dgm:pt>
    <dgm:pt modelId="{9FE5BDDF-0EC9-4CA5-81D9-FBF03E15252D}">
      <dgm:prSet phldrT="[Text]"/>
      <dgm:spPr/>
      <dgm:t>
        <a:bodyPr/>
        <a:lstStyle/>
        <a:p>
          <a:r>
            <a:rPr lang="en-US" dirty="0"/>
            <a:t>Some text here</a:t>
          </a:r>
        </a:p>
      </dgm:t>
    </dgm:pt>
    <dgm:pt modelId="{10CDE318-228A-4E1D-AFD0-EFC73844EB24}" type="parTrans" cxnId="{E50A2878-EBA6-41D0-9CF8-43065C6D5E34}">
      <dgm:prSet/>
      <dgm:spPr/>
      <dgm:t>
        <a:bodyPr/>
        <a:lstStyle/>
        <a:p>
          <a:endParaRPr lang="en-US"/>
        </a:p>
      </dgm:t>
    </dgm:pt>
    <dgm:pt modelId="{8B84C5E2-F10D-45EC-A6E9-085908195ADA}" type="sibTrans" cxnId="{E50A2878-EBA6-41D0-9CF8-43065C6D5E34}">
      <dgm:prSet/>
      <dgm:spPr/>
      <dgm:t>
        <a:bodyPr/>
        <a:lstStyle/>
        <a:p>
          <a:endParaRPr lang="en-US"/>
        </a:p>
      </dgm:t>
    </dgm:pt>
    <dgm:pt modelId="{2B5A4096-5C06-4D82-888A-D15BF5E8DDBA}">
      <dgm:prSet phldrT="[Text]"/>
      <dgm:spPr/>
      <dgm:t>
        <a:bodyPr/>
        <a:lstStyle/>
        <a:p>
          <a:r>
            <a:rPr lang="en-US" dirty="0"/>
            <a:t>Some text here</a:t>
          </a:r>
        </a:p>
      </dgm:t>
    </dgm:pt>
    <dgm:pt modelId="{83409F8C-FB35-4F23-AA2C-C2C43A042A42}" type="parTrans" cxnId="{7B34AAAE-FC1C-471E-A94A-28D784E79341}">
      <dgm:prSet/>
      <dgm:spPr/>
      <dgm:t>
        <a:bodyPr/>
        <a:lstStyle/>
        <a:p>
          <a:endParaRPr lang="en-US"/>
        </a:p>
      </dgm:t>
    </dgm:pt>
    <dgm:pt modelId="{3704319A-A30D-4CF8-9428-B217C0073685}" type="sibTrans" cxnId="{7B34AAAE-FC1C-471E-A94A-28D784E79341}">
      <dgm:prSet/>
      <dgm:spPr/>
      <dgm:t>
        <a:bodyPr/>
        <a:lstStyle/>
        <a:p>
          <a:endParaRPr lang="en-US"/>
        </a:p>
      </dgm:t>
    </dgm:pt>
    <dgm:pt modelId="{8203B8FA-0DCC-46CB-B234-C6FE161786D3}">
      <dgm:prSet phldrT="[Text]"/>
      <dgm:spPr/>
      <dgm:t>
        <a:bodyPr/>
        <a:lstStyle/>
        <a:p>
          <a:r>
            <a:rPr lang="en-US" dirty="0"/>
            <a:t>Some text here</a:t>
          </a:r>
        </a:p>
      </dgm:t>
    </dgm:pt>
    <dgm:pt modelId="{23E95FC6-673B-4ACA-A145-BE8E7CD6095F}" type="parTrans" cxnId="{CB84CF04-FC0D-4748-BA32-D667678D620C}">
      <dgm:prSet/>
      <dgm:spPr/>
      <dgm:t>
        <a:bodyPr/>
        <a:lstStyle/>
        <a:p>
          <a:endParaRPr lang="en-US"/>
        </a:p>
      </dgm:t>
    </dgm:pt>
    <dgm:pt modelId="{B03A45F9-2935-43DC-9ACB-4EB23B3C8B95}" type="sibTrans" cxnId="{CB84CF04-FC0D-4748-BA32-D667678D620C}">
      <dgm:prSet/>
      <dgm:spPr/>
      <dgm:t>
        <a:bodyPr/>
        <a:lstStyle/>
        <a:p>
          <a:endParaRPr lang="en-US"/>
        </a:p>
      </dgm:t>
    </dgm:pt>
    <dgm:pt modelId="{F67F2219-96D3-4E6E-A07A-275700D2378E}" type="pres">
      <dgm:prSet presAssocID="{B9C32B05-62EA-407A-B21C-2310C7945705}" presName="Name0" presStyleCnt="0">
        <dgm:presLayoutVars>
          <dgm:dir/>
          <dgm:resizeHandles val="exact"/>
        </dgm:presLayoutVars>
      </dgm:prSet>
      <dgm:spPr/>
    </dgm:pt>
    <dgm:pt modelId="{D2F40F8E-7E22-455B-AF89-1D773F948FA5}" type="pres">
      <dgm:prSet presAssocID="{42D71409-67F9-455C-8C6D-716D284AAA6B}" presName="node" presStyleLbl="node1" presStyleIdx="0" presStyleCnt="5">
        <dgm:presLayoutVars>
          <dgm:bulletEnabled val="1"/>
        </dgm:presLayoutVars>
      </dgm:prSet>
      <dgm:spPr/>
    </dgm:pt>
    <dgm:pt modelId="{D4DE2E68-7B8F-4E39-8A40-09C5AA071CD2}" type="pres">
      <dgm:prSet presAssocID="{478B7D3C-9FB4-4BC6-90AC-49960560DECD}" presName="sibTrans" presStyleCnt="0"/>
      <dgm:spPr/>
    </dgm:pt>
    <dgm:pt modelId="{6AF79292-BB87-42FA-8526-3B5E849B28BE}" type="pres">
      <dgm:prSet presAssocID="{F66099B6-DBBD-4AB0-82D2-877B80F846F7}" presName="node" presStyleLbl="node1" presStyleIdx="1" presStyleCnt="5">
        <dgm:presLayoutVars>
          <dgm:bulletEnabled val="1"/>
        </dgm:presLayoutVars>
      </dgm:prSet>
      <dgm:spPr/>
    </dgm:pt>
    <dgm:pt modelId="{B1D581C8-D7E8-4C1A-A092-0CAB4A88B916}" type="pres">
      <dgm:prSet presAssocID="{BC531B32-9B0E-482E-BF91-65C61F17168D}" presName="sibTrans" presStyleCnt="0"/>
      <dgm:spPr/>
    </dgm:pt>
    <dgm:pt modelId="{857E8C3D-72CC-4ECD-9D2A-F5D125F46F0F}" type="pres">
      <dgm:prSet presAssocID="{EE62A4F6-4AC4-435B-990E-81A71CE8CAC7}" presName="node" presStyleLbl="node1" presStyleIdx="2" presStyleCnt="5">
        <dgm:presLayoutVars>
          <dgm:bulletEnabled val="1"/>
        </dgm:presLayoutVars>
      </dgm:prSet>
      <dgm:spPr/>
    </dgm:pt>
    <dgm:pt modelId="{30FB6CA8-B810-4463-8943-DDE48BBE756F}" type="pres">
      <dgm:prSet presAssocID="{389F9A93-0231-4877-8C41-5D5B8DD7AAC0}" presName="sibTrans" presStyleCnt="0"/>
      <dgm:spPr/>
    </dgm:pt>
    <dgm:pt modelId="{D9DDF4F4-A50B-4176-8445-40D3020C5360}" type="pres">
      <dgm:prSet presAssocID="{B6D9DE15-697B-42C2-B6A1-CE31260EED93}" presName="node" presStyleLbl="node1" presStyleIdx="3" presStyleCnt="5">
        <dgm:presLayoutVars>
          <dgm:bulletEnabled val="1"/>
        </dgm:presLayoutVars>
      </dgm:prSet>
      <dgm:spPr/>
    </dgm:pt>
    <dgm:pt modelId="{5F0A7C91-368C-4C18-B373-F0A839887565}" type="pres">
      <dgm:prSet presAssocID="{B605B681-1ACB-4650-8600-F9223ABDDC16}" presName="sibTrans" presStyleCnt="0"/>
      <dgm:spPr/>
    </dgm:pt>
    <dgm:pt modelId="{2561F953-EB9E-4037-8B6C-B7AC8AD7244D}" type="pres">
      <dgm:prSet presAssocID="{244CE93D-3CE9-480A-BC40-D5795AE4CC61}" presName="node" presStyleLbl="node1" presStyleIdx="4" presStyleCnt="5">
        <dgm:presLayoutVars>
          <dgm:bulletEnabled val="1"/>
        </dgm:presLayoutVars>
      </dgm:prSet>
      <dgm:spPr/>
    </dgm:pt>
  </dgm:ptLst>
  <dgm:cxnLst>
    <dgm:cxn modelId="{B27B1503-F07B-4523-8173-455054E6905B}" type="presOf" srcId="{095283B1-20EC-4706-AD20-05D6B966DE1D}" destId="{D9DDF4F4-A50B-4176-8445-40D3020C5360}" srcOrd="0" destOrd="1" presId="urn:microsoft.com/office/officeart/2005/8/layout/hList6"/>
    <dgm:cxn modelId="{CB84CF04-FC0D-4748-BA32-D667678D620C}" srcId="{244CE93D-3CE9-480A-BC40-D5795AE4CC61}" destId="{8203B8FA-0DCC-46CB-B234-C6FE161786D3}" srcOrd="3" destOrd="0" parTransId="{23E95FC6-673B-4ACA-A145-BE8E7CD6095F}" sibTransId="{B03A45F9-2935-43DC-9ACB-4EB23B3C8B95}"/>
    <dgm:cxn modelId="{2435A115-72BC-4A2D-BD14-DCD94F5ADD37}" type="presOf" srcId="{02572E4C-D73B-44E1-88C4-18D08C865953}" destId="{857E8C3D-72CC-4ECD-9D2A-F5D125F46F0F}" srcOrd="0" destOrd="4" presId="urn:microsoft.com/office/officeart/2005/8/layout/hList6"/>
    <dgm:cxn modelId="{EDF6351D-E71A-41B9-9F6B-6DFDCB44E3DB}" type="presOf" srcId="{51A9DA1E-8A82-44DB-9A6C-E05C698C63C3}" destId="{6AF79292-BB87-42FA-8526-3B5E849B28BE}" srcOrd="0" destOrd="3" presId="urn:microsoft.com/office/officeart/2005/8/layout/hList6"/>
    <dgm:cxn modelId="{9580F61E-3358-42D1-8216-AC9974CD1AF1}" srcId="{B6D9DE15-697B-42C2-B6A1-CE31260EED93}" destId="{2922AD33-7219-4845-9FCB-BCDA5E5D2EC2}" srcOrd="2" destOrd="0" parTransId="{2D9A7D02-C139-41A5-974A-25579ABDF0AB}" sibTransId="{1834AE0E-AA81-4D2B-8876-D92D5C2E7CEE}"/>
    <dgm:cxn modelId="{2AA9C11F-1F1D-428E-801A-47EAA766C99D}" srcId="{B9C32B05-62EA-407A-B21C-2310C7945705}" destId="{42D71409-67F9-455C-8C6D-716D284AAA6B}" srcOrd="0" destOrd="0" parTransId="{51680ED1-AF6E-4B28-AE94-92B0EFB0DF7D}" sibTransId="{478B7D3C-9FB4-4BC6-90AC-49960560DECD}"/>
    <dgm:cxn modelId="{DD58D01F-960E-4978-85D0-36B5BC1CBE76}" type="presOf" srcId="{3CD4EE2F-B921-4446-B6AB-8A94BB34E96C}" destId="{857E8C3D-72CC-4ECD-9D2A-F5D125F46F0F}" srcOrd="0" destOrd="1" presId="urn:microsoft.com/office/officeart/2005/8/layout/hList6"/>
    <dgm:cxn modelId="{B5B93424-8B53-4FFF-9AA2-ABE9CDE1754C}" srcId="{EE62A4F6-4AC4-435B-990E-81A71CE8CAC7}" destId="{3CD4EE2F-B921-4446-B6AB-8A94BB34E96C}" srcOrd="0" destOrd="0" parTransId="{B72DE4DF-D81C-45FB-B918-A3A3CC5E0790}" sibTransId="{55E0CBFA-9E16-4347-BFA2-3E75B10D97D1}"/>
    <dgm:cxn modelId="{421F9D2C-9318-48F3-85E9-4F14BE1778D0}" srcId="{B6D9DE15-697B-42C2-B6A1-CE31260EED93}" destId="{095283B1-20EC-4706-AD20-05D6B966DE1D}" srcOrd="0" destOrd="0" parTransId="{5147568C-C49C-4685-A093-0D810FC976CB}" sibTransId="{75BDEAD2-6B43-4AC5-9DA5-1AE54DC4D686}"/>
    <dgm:cxn modelId="{4EE0352E-F79D-4C69-BA8F-3C188EB0AA38}" type="presOf" srcId="{46DC72EA-62D5-4CB6-B866-882F8D3DAFE3}" destId="{6AF79292-BB87-42FA-8526-3B5E849B28BE}" srcOrd="0" destOrd="1" presId="urn:microsoft.com/office/officeart/2005/8/layout/hList6"/>
    <dgm:cxn modelId="{B4F3EA32-CE64-4A92-9BAE-BC57E5392B05}" srcId="{B9C32B05-62EA-407A-B21C-2310C7945705}" destId="{F66099B6-DBBD-4AB0-82D2-877B80F846F7}" srcOrd="1" destOrd="0" parTransId="{B09C8BFB-F41C-4AC4-AB94-F216E3081C2D}" sibTransId="{BC531B32-9B0E-482E-BF91-65C61F17168D}"/>
    <dgm:cxn modelId="{950A6238-7CE1-4114-A953-2686AFAF5D86}" type="presOf" srcId="{F66099B6-DBBD-4AB0-82D2-877B80F846F7}" destId="{6AF79292-BB87-42FA-8526-3B5E849B28BE}" srcOrd="0" destOrd="0" presId="urn:microsoft.com/office/officeart/2005/8/layout/hList6"/>
    <dgm:cxn modelId="{13E85639-6415-4FD4-8011-37D0418CB39A}" srcId="{42D71409-67F9-455C-8C6D-716D284AAA6B}" destId="{A4278353-945E-424E-835D-6A0C4F3D6AE6}" srcOrd="0" destOrd="0" parTransId="{E10A466D-4E0E-41D6-BE35-FA35A608F28E}" sibTransId="{3D4A2E81-FFCB-4850-8F00-9479C6596589}"/>
    <dgm:cxn modelId="{5582F33A-759B-4747-BBFE-DF77BE422451}" type="presOf" srcId="{B9C32B05-62EA-407A-B21C-2310C7945705}" destId="{F67F2219-96D3-4E6E-A07A-275700D2378E}" srcOrd="0" destOrd="0" presId="urn:microsoft.com/office/officeart/2005/8/layout/hList6"/>
    <dgm:cxn modelId="{B297613B-D92F-4837-B5F8-44534EB77D57}" type="presOf" srcId="{5644F593-2791-40D1-8493-B6CDCA24A74F}" destId="{6AF79292-BB87-42FA-8526-3B5E849B28BE}" srcOrd="0" destOrd="2" presId="urn:microsoft.com/office/officeart/2005/8/layout/hList6"/>
    <dgm:cxn modelId="{FF83A044-21F5-4367-9CDC-57E9DD4E02DC}" srcId="{B6D9DE15-697B-42C2-B6A1-CE31260EED93}" destId="{5BA88D09-4E3D-4334-B8B8-975CDC5BA05B}" srcOrd="1" destOrd="0" parTransId="{F87F4A30-0DA9-4E82-A330-47553B96B8BD}" sibTransId="{853EA6AC-836F-402B-A196-50436699EDF2}"/>
    <dgm:cxn modelId="{92BC0548-9827-4C85-959F-0464D78D71C2}" type="presOf" srcId="{2B5A4096-5C06-4D82-888A-D15BF5E8DDBA}" destId="{2561F953-EB9E-4037-8B6C-B7AC8AD7244D}" srcOrd="0" destOrd="3" presId="urn:microsoft.com/office/officeart/2005/8/layout/hList6"/>
    <dgm:cxn modelId="{32DFF969-4712-47D5-8BE0-81CA01D5D752}" srcId="{244CE93D-3CE9-480A-BC40-D5795AE4CC61}" destId="{586F83CD-5732-4EA0-A70C-5FDD10E3B72B}" srcOrd="0" destOrd="0" parTransId="{BB8E6D68-BB50-4CA7-9370-65DF01FB39A5}" sibTransId="{6C4CA097-8CB2-4ED3-8E35-EF442654EF24}"/>
    <dgm:cxn modelId="{6559BF6A-E580-4A8D-A4BC-96D220495004}" type="presOf" srcId="{EE62A4F6-4AC4-435B-990E-81A71CE8CAC7}" destId="{857E8C3D-72CC-4ECD-9D2A-F5D125F46F0F}" srcOrd="0" destOrd="0" presId="urn:microsoft.com/office/officeart/2005/8/layout/hList6"/>
    <dgm:cxn modelId="{23B4974B-10AC-4042-A3E7-3C8C33643062}" type="presOf" srcId="{88C28461-159A-455C-8069-D8ABED7CA178}" destId="{857E8C3D-72CC-4ECD-9D2A-F5D125F46F0F}" srcOrd="0" destOrd="3" presId="urn:microsoft.com/office/officeart/2005/8/layout/hList6"/>
    <dgm:cxn modelId="{BE0AB74B-48D9-433B-82E6-6E6481DE066A}" type="presOf" srcId="{5BA88D09-4E3D-4334-B8B8-975CDC5BA05B}" destId="{D9DDF4F4-A50B-4176-8445-40D3020C5360}" srcOrd="0" destOrd="2" presId="urn:microsoft.com/office/officeart/2005/8/layout/hList6"/>
    <dgm:cxn modelId="{327E646D-05CE-4043-B4CA-0FA873849435}" type="presOf" srcId="{586F83CD-5732-4EA0-A70C-5FDD10E3B72B}" destId="{2561F953-EB9E-4037-8B6C-B7AC8AD7244D}" srcOrd="0" destOrd="1" presId="urn:microsoft.com/office/officeart/2005/8/layout/hList6"/>
    <dgm:cxn modelId="{4986D96D-DB93-4B45-A96C-C4B85EEA0656}" type="presOf" srcId="{60417AA3-8792-4718-834E-5CBDFEC0C23B}" destId="{D2F40F8E-7E22-455B-AF89-1D773F948FA5}" srcOrd="0" destOrd="3" presId="urn:microsoft.com/office/officeart/2005/8/layout/hList6"/>
    <dgm:cxn modelId="{3BA7244E-B3F8-4B6F-ACFA-B89EF73C91CF}" srcId="{F66099B6-DBBD-4AB0-82D2-877B80F846F7}" destId="{5644F593-2791-40D1-8493-B6CDCA24A74F}" srcOrd="1" destOrd="0" parTransId="{3987083C-F14C-4F45-AE0F-E900F716B679}" sibTransId="{EE14458C-1F0E-426E-B6C6-600F775A1A9E}"/>
    <dgm:cxn modelId="{A3830C56-1B56-4724-ABB4-DBF9D7983A3F}" type="presOf" srcId="{17276403-C20E-49F7-A5E5-A4EAAFB4565F}" destId="{6AF79292-BB87-42FA-8526-3B5E849B28BE}" srcOrd="0" destOrd="4" presId="urn:microsoft.com/office/officeart/2005/8/layout/hList6"/>
    <dgm:cxn modelId="{F6DE7477-A8C1-40B9-A09B-830F7E85525B}" type="presOf" srcId="{656FDE35-B06D-4ADB-9B17-734F00CF42EF}" destId="{D2F40F8E-7E22-455B-AF89-1D773F948FA5}" srcOrd="0" destOrd="2" presId="urn:microsoft.com/office/officeart/2005/8/layout/hList6"/>
    <dgm:cxn modelId="{E50A2878-EBA6-41D0-9CF8-43065C6D5E34}" srcId="{244CE93D-3CE9-480A-BC40-D5795AE4CC61}" destId="{9FE5BDDF-0EC9-4CA5-81D9-FBF03E15252D}" srcOrd="1" destOrd="0" parTransId="{10CDE318-228A-4E1D-AFD0-EFC73844EB24}" sibTransId="{8B84C5E2-F10D-45EC-A6E9-085908195ADA}"/>
    <dgm:cxn modelId="{CBEFFE7B-D1B9-4C4F-A94D-D3D9B54B02A8}" type="presOf" srcId="{42D71409-67F9-455C-8C6D-716D284AAA6B}" destId="{D2F40F8E-7E22-455B-AF89-1D773F948FA5}" srcOrd="0" destOrd="0" presId="urn:microsoft.com/office/officeart/2005/8/layout/hList6"/>
    <dgm:cxn modelId="{DE46AA81-791B-4299-8304-44390D2BB201}" srcId="{42D71409-67F9-455C-8C6D-716D284AAA6B}" destId="{AEF5D381-0D38-4650-8A75-0489B3399468}" srcOrd="3" destOrd="0" parTransId="{97292833-6615-43B1-AECF-904FC9C4EEF0}" sibTransId="{52DF5881-AE04-4004-8D2E-D6BFA62BB277}"/>
    <dgm:cxn modelId="{F1D00E86-CCBA-4061-9DE2-F3C8749C5608}" type="presOf" srcId="{6EEA681E-9254-492A-A24A-2F6E43C04D7A}" destId="{D9DDF4F4-A50B-4176-8445-40D3020C5360}" srcOrd="0" destOrd="4" presId="urn:microsoft.com/office/officeart/2005/8/layout/hList6"/>
    <dgm:cxn modelId="{BAFE7286-4829-49E4-B1A0-CCC674FD0CFF}" type="presOf" srcId="{B6D9DE15-697B-42C2-B6A1-CE31260EED93}" destId="{D9DDF4F4-A50B-4176-8445-40D3020C5360}" srcOrd="0" destOrd="0" presId="urn:microsoft.com/office/officeart/2005/8/layout/hList6"/>
    <dgm:cxn modelId="{1949C398-F978-484B-BAC8-BDB8EB34A054}" type="presOf" srcId="{AEF5D381-0D38-4650-8A75-0489B3399468}" destId="{D2F40F8E-7E22-455B-AF89-1D773F948FA5}" srcOrd="0" destOrd="4" presId="urn:microsoft.com/office/officeart/2005/8/layout/hList6"/>
    <dgm:cxn modelId="{23E011A0-1FE8-4CF4-8173-094939A71C8B}" srcId="{F66099B6-DBBD-4AB0-82D2-877B80F846F7}" destId="{51A9DA1E-8A82-44DB-9A6C-E05C698C63C3}" srcOrd="2" destOrd="0" parTransId="{31B152AA-A982-4447-9D5E-C83D3804FE52}" sibTransId="{C7A06A2D-A3EA-4D47-BE75-A226ED6C68AF}"/>
    <dgm:cxn modelId="{250262A4-921C-4395-9D8D-B9D1E18CD0CE}" type="presOf" srcId="{A4278353-945E-424E-835D-6A0C4F3D6AE6}" destId="{D2F40F8E-7E22-455B-AF89-1D773F948FA5}" srcOrd="0" destOrd="1" presId="urn:microsoft.com/office/officeart/2005/8/layout/hList6"/>
    <dgm:cxn modelId="{1CEBF2A5-39B0-43F6-9AF5-F49B9D0F2C98}" type="presOf" srcId="{2922AD33-7219-4845-9FCB-BCDA5E5D2EC2}" destId="{D9DDF4F4-A50B-4176-8445-40D3020C5360}" srcOrd="0" destOrd="3" presId="urn:microsoft.com/office/officeart/2005/8/layout/hList6"/>
    <dgm:cxn modelId="{3A2CECA6-0C5B-46BB-B7C6-7D37E9D210BD}" srcId="{B9C32B05-62EA-407A-B21C-2310C7945705}" destId="{EE62A4F6-4AC4-435B-990E-81A71CE8CAC7}" srcOrd="2" destOrd="0" parTransId="{F287B947-7343-4FA2-B288-B23A59FFAE31}" sibTransId="{389F9A93-0231-4877-8C41-5D5B8DD7AAC0}"/>
    <dgm:cxn modelId="{052D48AB-1679-425C-97DF-ABBBE4514F12}" srcId="{B6D9DE15-697B-42C2-B6A1-CE31260EED93}" destId="{6EEA681E-9254-492A-A24A-2F6E43C04D7A}" srcOrd="3" destOrd="0" parTransId="{C7A16A4E-ADA8-47D3-99EB-3F5B3A2F9A8F}" sibTransId="{D3DF7A5E-3836-4A00-8696-1159859FFBA2}"/>
    <dgm:cxn modelId="{7B34AAAE-FC1C-471E-A94A-28D784E79341}" srcId="{244CE93D-3CE9-480A-BC40-D5795AE4CC61}" destId="{2B5A4096-5C06-4D82-888A-D15BF5E8DDBA}" srcOrd="2" destOrd="0" parTransId="{83409F8C-FB35-4F23-AA2C-C2C43A042A42}" sibTransId="{3704319A-A30D-4CF8-9428-B217C0073685}"/>
    <dgm:cxn modelId="{40513FB0-F94C-499F-9A0B-9E0341D0A0C2}" srcId="{B9C32B05-62EA-407A-B21C-2310C7945705}" destId="{B6D9DE15-697B-42C2-B6A1-CE31260EED93}" srcOrd="3" destOrd="0" parTransId="{EAC9FC21-5112-4CCF-8070-06ED15ED24ED}" sibTransId="{B605B681-1ACB-4650-8600-F9223ABDDC16}"/>
    <dgm:cxn modelId="{BF9BDEBA-FB5F-42BF-9493-B2DEC0F7FB39}" type="presOf" srcId="{9FE5BDDF-0EC9-4CA5-81D9-FBF03E15252D}" destId="{2561F953-EB9E-4037-8B6C-B7AC8AD7244D}" srcOrd="0" destOrd="2" presId="urn:microsoft.com/office/officeart/2005/8/layout/hList6"/>
    <dgm:cxn modelId="{34CA7DC8-A35D-4D0F-8D9F-E7F1DE153AC7}" type="presOf" srcId="{8203B8FA-0DCC-46CB-B234-C6FE161786D3}" destId="{2561F953-EB9E-4037-8B6C-B7AC8AD7244D}" srcOrd="0" destOrd="4" presId="urn:microsoft.com/office/officeart/2005/8/layout/hList6"/>
    <dgm:cxn modelId="{F13394CE-BA68-4DCB-BC06-8A73A9812BC4}" srcId="{EE62A4F6-4AC4-435B-990E-81A71CE8CAC7}" destId="{4918A49F-3A24-4F83-95A8-C08414A181C2}" srcOrd="1" destOrd="0" parTransId="{6A957E12-CCF7-40BC-BF74-75AE9B1169D6}" sibTransId="{9036E2C9-0BDF-443B-AEFD-3701F0DF5BDF}"/>
    <dgm:cxn modelId="{746C65D4-0A32-4610-8B9B-A01592BB40A3}" srcId="{B9C32B05-62EA-407A-B21C-2310C7945705}" destId="{244CE93D-3CE9-480A-BC40-D5795AE4CC61}" srcOrd="4" destOrd="0" parTransId="{B26CFE49-55EC-4B92-8D65-F00D6B48420B}" sibTransId="{AA2C577D-A278-4959-857E-CDA154440386}"/>
    <dgm:cxn modelId="{4E4461D7-465B-4892-B89D-F3A907044244}" srcId="{F66099B6-DBBD-4AB0-82D2-877B80F846F7}" destId="{17276403-C20E-49F7-A5E5-A4EAAFB4565F}" srcOrd="3" destOrd="0" parTransId="{F11D14F4-1E9C-449A-8AB9-62768C5EB463}" sibTransId="{AEEC489D-67D6-4127-89F9-C6FE512707F4}"/>
    <dgm:cxn modelId="{3751DEDB-D5DD-4C29-A099-C93E07C04904}" type="presOf" srcId="{244CE93D-3CE9-480A-BC40-D5795AE4CC61}" destId="{2561F953-EB9E-4037-8B6C-B7AC8AD7244D}" srcOrd="0" destOrd="0" presId="urn:microsoft.com/office/officeart/2005/8/layout/hList6"/>
    <dgm:cxn modelId="{94EC52DE-ABB4-4C60-AD99-919CF58E5940}" srcId="{42D71409-67F9-455C-8C6D-716D284AAA6B}" destId="{60417AA3-8792-4718-834E-5CBDFEC0C23B}" srcOrd="2" destOrd="0" parTransId="{ED2591CE-9EE0-4143-AFA5-BDF31E2259EA}" sibTransId="{7CB91A50-3144-4210-BE3F-F4AB5304AF81}"/>
    <dgm:cxn modelId="{E546BBDE-DAFC-4A21-8B7A-9EBAE614FB37}" srcId="{F66099B6-DBBD-4AB0-82D2-877B80F846F7}" destId="{46DC72EA-62D5-4CB6-B866-882F8D3DAFE3}" srcOrd="0" destOrd="0" parTransId="{3C55C284-C7DE-4F93-A65F-176A949325AA}" sibTransId="{07A8FEDE-B1C4-4657-A1E6-473F0EA40209}"/>
    <dgm:cxn modelId="{3A4492E9-F47B-47D1-9E4F-DF0A79D98D30}" srcId="{EE62A4F6-4AC4-435B-990E-81A71CE8CAC7}" destId="{88C28461-159A-455C-8069-D8ABED7CA178}" srcOrd="2" destOrd="0" parTransId="{4AEED1F9-D6A6-421E-A1DF-9CC0252B7749}" sibTransId="{61C5C5F1-7C4C-4321-8489-0588D358D838}"/>
    <dgm:cxn modelId="{1A6DEFF3-2686-4434-8E80-9146E23CB25A}" srcId="{EE62A4F6-4AC4-435B-990E-81A71CE8CAC7}" destId="{02572E4C-D73B-44E1-88C4-18D08C865953}" srcOrd="3" destOrd="0" parTransId="{E919BFD9-F417-401D-9393-6957A52050D5}" sibTransId="{EEBCB9C3-DAEA-420B-B093-E7F0174D9DE3}"/>
    <dgm:cxn modelId="{08E751F8-935D-4A6C-88D1-13696DF4C6EB}" srcId="{42D71409-67F9-455C-8C6D-716D284AAA6B}" destId="{656FDE35-B06D-4ADB-9B17-734F00CF42EF}" srcOrd="1" destOrd="0" parTransId="{84324729-991B-4C1A-BF1F-861CE0B0FE5B}" sibTransId="{77A33B93-DB36-4561-916D-337BF1F24A8E}"/>
    <dgm:cxn modelId="{AC7BCFFA-1E52-4021-86F8-24E79C4254F9}" type="presOf" srcId="{4918A49F-3A24-4F83-95A8-C08414A181C2}" destId="{857E8C3D-72CC-4ECD-9D2A-F5D125F46F0F}" srcOrd="0" destOrd="2" presId="urn:microsoft.com/office/officeart/2005/8/layout/hList6"/>
    <dgm:cxn modelId="{92832F69-0F82-4696-BE66-C181CAB58757}" type="presParOf" srcId="{F67F2219-96D3-4E6E-A07A-275700D2378E}" destId="{D2F40F8E-7E22-455B-AF89-1D773F948FA5}" srcOrd="0" destOrd="0" presId="urn:microsoft.com/office/officeart/2005/8/layout/hList6"/>
    <dgm:cxn modelId="{20F706B3-5BD2-40D3-8FDE-3FC892EFD210}" type="presParOf" srcId="{F67F2219-96D3-4E6E-A07A-275700D2378E}" destId="{D4DE2E68-7B8F-4E39-8A40-09C5AA071CD2}" srcOrd="1" destOrd="0" presId="urn:microsoft.com/office/officeart/2005/8/layout/hList6"/>
    <dgm:cxn modelId="{80E421EA-5854-4FA8-928F-45763B0508F2}" type="presParOf" srcId="{F67F2219-96D3-4E6E-A07A-275700D2378E}" destId="{6AF79292-BB87-42FA-8526-3B5E849B28BE}" srcOrd="2" destOrd="0" presId="urn:microsoft.com/office/officeart/2005/8/layout/hList6"/>
    <dgm:cxn modelId="{A1E1C0A5-577C-413F-9313-09A5CD02DC6B}" type="presParOf" srcId="{F67F2219-96D3-4E6E-A07A-275700D2378E}" destId="{B1D581C8-D7E8-4C1A-A092-0CAB4A88B916}" srcOrd="3" destOrd="0" presId="urn:microsoft.com/office/officeart/2005/8/layout/hList6"/>
    <dgm:cxn modelId="{91035664-F7BA-4293-BEA4-B93867DA9ADB}" type="presParOf" srcId="{F67F2219-96D3-4E6E-A07A-275700D2378E}" destId="{857E8C3D-72CC-4ECD-9D2A-F5D125F46F0F}" srcOrd="4" destOrd="0" presId="urn:microsoft.com/office/officeart/2005/8/layout/hList6"/>
    <dgm:cxn modelId="{D3DF66F6-081E-4C68-807E-7C0247E1AB73}" type="presParOf" srcId="{F67F2219-96D3-4E6E-A07A-275700D2378E}" destId="{30FB6CA8-B810-4463-8943-DDE48BBE756F}" srcOrd="5" destOrd="0" presId="urn:microsoft.com/office/officeart/2005/8/layout/hList6"/>
    <dgm:cxn modelId="{FEBFFF83-CC13-4FFE-9D2D-17FB97B9B656}" type="presParOf" srcId="{F67F2219-96D3-4E6E-A07A-275700D2378E}" destId="{D9DDF4F4-A50B-4176-8445-40D3020C5360}" srcOrd="6" destOrd="0" presId="urn:microsoft.com/office/officeart/2005/8/layout/hList6"/>
    <dgm:cxn modelId="{99399C4E-E444-412B-8ECD-6219B34DE722}" type="presParOf" srcId="{F67F2219-96D3-4E6E-A07A-275700D2378E}" destId="{5F0A7C91-368C-4C18-B373-F0A839887565}" srcOrd="7" destOrd="0" presId="urn:microsoft.com/office/officeart/2005/8/layout/hList6"/>
    <dgm:cxn modelId="{888EBC3C-4114-45BF-90E0-B068071CE7B4}" type="presParOf" srcId="{F67F2219-96D3-4E6E-A07A-275700D2378E}" destId="{2561F953-EB9E-4037-8B6C-B7AC8AD7244D}" srcOrd="8" destOrd="0" presId="urn:microsoft.com/office/officeart/2005/8/layout/hList6"/>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35.xml><?xml version="1.0" encoding="utf-8"?>
<dgm:dataModel xmlns:dgm="http://schemas.openxmlformats.org/drawingml/2006/diagram" xmlns:a="http://schemas.openxmlformats.org/drawingml/2006/main">
  <dgm:ptLst>
    <dgm:pt modelId="{B9C32B05-62EA-407A-B21C-2310C7945705}" type="doc">
      <dgm:prSet loTypeId="urn:microsoft.com/office/officeart/2009/3/layout/BlockDescendingList" loCatId="list"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custT="1"/>
      <dgm:spPr/>
      <dgm:t>
        <a:bodyPr/>
        <a:lstStyle/>
        <a:p>
          <a:r>
            <a:rPr lang="en-US" sz="2800" b="1"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F66099B6-DBBD-4AB0-82D2-877B80F846F7}">
      <dgm:prSet phldrT="[Text]" custT="1"/>
      <dgm:spPr/>
      <dgm:t>
        <a:bodyPr/>
        <a:lstStyle/>
        <a:p>
          <a:r>
            <a:rPr lang="en-US" sz="2800" b="1" dirty="0"/>
            <a:t>Lorem Ipsum</a:t>
          </a:r>
        </a:p>
      </dgm:t>
    </dgm:pt>
    <dgm:pt modelId="{B09C8BFB-F41C-4AC4-AB94-F216E3081C2D}" type="parTrans" cxnId="{B4F3EA32-CE64-4A92-9BAE-BC57E5392B05}">
      <dgm:prSet/>
      <dgm:spPr/>
      <dgm:t>
        <a:bodyPr/>
        <a:lstStyle/>
        <a:p>
          <a:endParaRPr lang="en-US"/>
        </a:p>
      </dgm:t>
    </dgm:pt>
    <dgm:pt modelId="{BC531B32-9B0E-482E-BF91-65C61F17168D}" type="sibTrans" cxnId="{B4F3EA32-CE64-4A92-9BAE-BC57E5392B05}">
      <dgm:prSet/>
      <dgm:spPr/>
      <dgm:t>
        <a:bodyPr/>
        <a:lstStyle/>
        <a:p>
          <a:endParaRPr lang="en-US"/>
        </a:p>
      </dgm:t>
    </dgm:pt>
    <dgm:pt modelId="{EE62A4F6-4AC4-435B-990E-81A71CE8CAC7}">
      <dgm:prSet phldrT="[Text]" custT="1"/>
      <dgm:spPr/>
      <dgm:t>
        <a:bodyPr/>
        <a:lstStyle/>
        <a:p>
          <a:r>
            <a:rPr lang="en-US" sz="2800" b="1" dirty="0"/>
            <a:t>Lorem Ipsum</a:t>
          </a:r>
        </a:p>
      </dgm:t>
    </dgm:pt>
    <dgm:pt modelId="{F287B947-7343-4FA2-B288-B23A59FFAE31}" type="parTrans" cxnId="{3A2CECA6-0C5B-46BB-B7C6-7D37E9D210BD}">
      <dgm:prSet/>
      <dgm:spPr/>
      <dgm:t>
        <a:bodyPr/>
        <a:lstStyle/>
        <a:p>
          <a:endParaRPr lang="en-US"/>
        </a:p>
      </dgm:t>
    </dgm:pt>
    <dgm:pt modelId="{389F9A93-0231-4877-8C41-5D5B8DD7AAC0}" type="sibTrans" cxnId="{3A2CECA6-0C5B-46BB-B7C6-7D37E9D210BD}">
      <dgm:prSet/>
      <dgm:spPr/>
      <dgm:t>
        <a:bodyPr/>
        <a:lstStyle/>
        <a:p>
          <a:endParaRPr lang="en-US"/>
        </a:p>
      </dgm:t>
    </dgm:pt>
    <dgm:pt modelId="{B6D9DE15-697B-42C2-B6A1-CE31260EED93}">
      <dgm:prSet phldrT="[Text]" custT="1"/>
      <dgm:spPr/>
      <dgm:t>
        <a:bodyPr/>
        <a:lstStyle/>
        <a:p>
          <a:r>
            <a:rPr lang="en-US" sz="2800" b="1" dirty="0"/>
            <a:t>Lorem Ipsum</a:t>
          </a:r>
        </a:p>
      </dgm:t>
    </dgm:pt>
    <dgm:pt modelId="{EAC9FC21-5112-4CCF-8070-06ED15ED24ED}" type="parTrans" cxnId="{40513FB0-F94C-499F-9A0B-9E0341D0A0C2}">
      <dgm:prSet/>
      <dgm:spPr/>
      <dgm:t>
        <a:bodyPr/>
        <a:lstStyle/>
        <a:p>
          <a:endParaRPr lang="en-US"/>
        </a:p>
      </dgm:t>
    </dgm:pt>
    <dgm:pt modelId="{B605B681-1ACB-4650-8600-F9223ABDDC16}" type="sibTrans" cxnId="{40513FB0-F94C-499F-9A0B-9E0341D0A0C2}">
      <dgm:prSet/>
      <dgm:spPr/>
      <dgm:t>
        <a:bodyPr/>
        <a:lstStyle/>
        <a:p>
          <a:endParaRPr lang="en-US"/>
        </a:p>
      </dgm:t>
    </dgm:pt>
    <dgm:pt modelId="{244CE93D-3CE9-480A-BC40-D5795AE4CC61}">
      <dgm:prSet phldrT="[Text]" custT="1"/>
      <dgm:spPr/>
      <dgm:t>
        <a:bodyPr/>
        <a:lstStyle/>
        <a:p>
          <a:r>
            <a:rPr lang="en-US" sz="2000" b="1" dirty="0"/>
            <a:t>Lorem Ipsum</a:t>
          </a:r>
        </a:p>
      </dgm:t>
    </dgm:pt>
    <dgm:pt modelId="{B26CFE49-55EC-4B92-8D65-F00D6B48420B}" type="parTrans" cxnId="{746C65D4-0A32-4610-8B9B-A01592BB40A3}">
      <dgm:prSet/>
      <dgm:spPr/>
      <dgm:t>
        <a:bodyPr/>
        <a:lstStyle/>
        <a:p>
          <a:endParaRPr lang="en-US"/>
        </a:p>
      </dgm:t>
    </dgm:pt>
    <dgm:pt modelId="{AA2C577D-A278-4959-857E-CDA154440386}" type="sibTrans" cxnId="{746C65D4-0A32-4610-8B9B-A01592BB40A3}">
      <dgm:prSet/>
      <dgm:spPr/>
      <dgm:t>
        <a:bodyPr/>
        <a:lstStyle/>
        <a:p>
          <a:endParaRPr lang="en-US"/>
        </a:p>
      </dgm:t>
    </dgm:pt>
    <dgm:pt modelId="{0175455E-C54B-45D4-9F64-0589EB6B3316}">
      <dgm:prSet phldrT="[Text]"/>
      <dgm:spPr/>
      <dgm:t>
        <a:bodyPr/>
        <a:lstStyle/>
        <a:p>
          <a:r>
            <a:rPr lang="en-US"/>
            <a:t>Some text here</a:t>
          </a:r>
          <a:endParaRPr lang="en-US" dirty="0"/>
        </a:p>
      </dgm:t>
    </dgm:pt>
    <dgm:pt modelId="{88BD4BDB-1D85-4113-AFEC-21431AF63D5F}" type="parTrans" cxnId="{C8B436FC-B783-46B4-A145-3B3B3DD3B3F9}">
      <dgm:prSet/>
      <dgm:spPr/>
      <dgm:t>
        <a:bodyPr/>
        <a:lstStyle/>
        <a:p>
          <a:endParaRPr lang="en-US"/>
        </a:p>
      </dgm:t>
    </dgm:pt>
    <dgm:pt modelId="{814ADA3B-AA89-4AB7-868E-C824585A3ABB}" type="sibTrans" cxnId="{C8B436FC-B783-46B4-A145-3B3B3DD3B3F9}">
      <dgm:prSet/>
      <dgm:spPr/>
      <dgm:t>
        <a:bodyPr/>
        <a:lstStyle/>
        <a:p>
          <a:endParaRPr lang="en-US"/>
        </a:p>
      </dgm:t>
    </dgm:pt>
    <dgm:pt modelId="{D96BD766-7A45-44C2-B6DC-068AE128BF44}">
      <dgm:prSet phldrT="[Text]"/>
      <dgm:spPr/>
      <dgm:t>
        <a:bodyPr/>
        <a:lstStyle/>
        <a:p>
          <a:r>
            <a:rPr lang="en-US"/>
            <a:t>Some text here</a:t>
          </a:r>
          <a:endParaRPr lang="en-US" dirty="0"/>
        </a:p>
      </dgm:t>
    </dgm:pt>
    <dgm:pt modelId="{1723986A-39AC-4737-B675-843E1268E3F0}" type="parTrans" cxnId="{A8DB1F9F-8C0D-44C6-B0CF-E185E4743C27}">
      <dgm:prSet/>
      <dgm:spPr/>
      <dgm:t>
        <a:bodyPr/>
        <a:lstStyle/>
        <a:p>
          <a:endParaRPr lang="en-US"/>
        </a:p>
      </dgm:t>
    </dgm:pt>
    <dgm:pt modelId="{053D2587-FEB8-41DF-8458-0B353CDF3513}" type="sibTrans" cxnId="{A8DB1F9F-8C0D-44C6-B0CF-E185E4743C27}">
      <dgm:prSet/>
      <dgm:spPr/>
      <dgm:t>
        <a:bodyPr/>
        <a:lstStyle/>
        <a:p>
          <a:endParaRPr lang="en-US"/>
        </a:p>
      </dgm:t>
    </dgm:pt>
    <dgm:pt modelId="{FCDCB472-5D0D-441E-9A63-91F48E5C3B9A}">
      <dgm:prSet phldrT="[Text]"/>
      <dgm:spPr/>
      <dgm:t>
        <a:bodyPr/>
        <a:lstStyle/>
        <a:p>
          <a:r>
            <a:rPr lang="en-US"/>
            <a:t>Some text here</a:t>
          </a:r>
          <a:endParaRPr lang="en-US" dirty="0"/>
        </a:p>
      </dgm:t>
    </dgm:pt>
    <dgm:pt modelId="{F183F53E-B9E4-483E-BB59-E567579A1D20}" type="parTrans" cxnId="{E555CFC0-456A-41C0-853C-A5C184B6F026}">
      <dgm:prSet/>
      <dgm:spPr/>
      <dgm:t>
        <a:bodyPr/>
        <a:lstStyle/>
        <a:p>
          <a:endParaRPr lang="en-US"/>
        </a:p>
      </dgm:t>
    </dgm:pt>
    <dgm:pt modelId="{88085470-E458-46BB-9028-8CC37AAF17EF}" type="sibTrans" cxnId="{E555CFC0-456A-41C0-853C-A5C184B6F026}">
      <dgm:prSet/>
      <dgm:spPr/>
      <dgm:t>
        <a:bodyPr/>
        <a:lstStyle/>
        <a:p>
          <a:endParaRPr lang="en-US"/>
        </a:p>
      </dgm:t>
    </dgm:pt>
    <dgm:pt modelId="{CBD3BD06-5B52-457B-A709-959D97EA9FE5}">
      <dgm:prSet phldrT="[Text]"/>
      <dgm:spPr/>
      <dgm:t>
        <a:bodyPr/>
        <a:lstStyle/>
        <a:p>
          <a:r>
            <a:rPr lang="en-US"/>
            <a:t>Some text here</a:t>
          </a:r>
          <a:endParaRPr lang="en-US" dirty="0"/>
        </a:p>
      </dgm:t>
    </dgm:pt>
    <dgm:pt modelId="{BCA8D018-4FBF-4EC0-A8A7-2E733ECB7259}" type="parTrans" cxnId="{BC910C61-D6EF-4F01-BD12-BAC0DF60C0B1}">
      <dgm:prSet/>
      <dgm:spPr/>
      <dgm:t>
        <a:bodyPr/>
        <a:lstStyle/>
        <a:p>
          <a:endParaRPr lang="en-US"/>
        </a:p>
      </dgm:t>
    </dgm:pt>
    <dgm:pt modelId="{32702446-735B-4332-BAF3-71D165AF690E}" type="sibTrans" cxnId="{BC910C61-D6EF-4F01-BD12-BAC0DF60C0B1}">
      <dgm:prSet/>
      <dgm:spPr/>
      <dgm:t>
        <a:bodyPr/>
        <a:lstStyle/>
        <a:p>
          <a:endParaRPr lang="en-US"/>
        </a:p>
      </dgm:t>
    </dgm:pt>
    <dgm:pt modelId="{39F9A9A7-D44E-40D6-B626-EFC8FCB0FA81}">
      <dgm:prSet phldrT="[Text]"/>
      <dgm:spPr/>
      <dgm:t>
        <a:bodyPr/>
        <a:lstStyle/>
        <a:p>
          <a:r>
            <a:rPr lang="en-US" dirty="0"/>
            <a:t>Some text here</a:t>
          </a:r>
        </a:p>
      </dgm:t>
    </dgm:pt>
    <dgm:pt modelId="{AC2F8BC6-AE35-4759-B6B0-5F23426F961C}" type="parTrans" cxnId="{D214046E-A38E-441C-ACB8-992E742ABE8F}">
      <dgm:prSet/>
      <dgm:spPr/>
      <dgm:t>
        <a:bodyPr/>
        <a:lstStyle/>
        <a:p>
          <a:endParaRPr lang="en-US"/>
        </a:p>
      </dgm:t>
    </dgm:pt>
    <dgm:pt modelId="{79D92630-FABA-4EA4-BB1F-9B881C2F22FD}" type="sibTrans" cxnId="{D214046E-A38E-441C-ACB8-992E742ABE8F}">
      <dgm:prSet/>
      <dgm:spPr/>
      <dgm:t>
        <a:bodyPr/>
        <a:lstStyle/>
        <a:p>
          <a:endParaRPr lang="en-US"/>
        </a:p>
      </dgm:t>
    </dgm:pt>
    <dgm:pt modelId="{7B8B0A35-804B-439F-BBA5-EF535D41D8AC}">
      <dgm:prSet phldrT="[Text]"/>
      <dgm:spPr/>
      <dgm:t>
        <a:bodyPr/>
        <a:lstStyle/>
        <a:p>
          <a:r>
            <a:rPr lang="en-US" dirty="0"/>
            <a:t>Some text here</a:t>
          </a:r>
        </a:p>
      </dgm:t>
    </dgm:pt>
    <dgm:pt modelId="{FA3019F1-F60F-4058-83FF-3C199D1B4ACD}" type="parTrans" cxnId="{C10BAE06-C82A-4A15-A8A1-D339BD116C0D}">
      <dgm:prSet/>
      <dgm:spPr/>
      <dgm:t>
        <a:bodyPr/>
        <a:lstStyle/>
        <a:p>
          <a:endParaRPr lang="en-US"/>
        </a:p>
      </dgm:t>
    </dgm:pt>
    <dgm:pt modelId="{1EAAFC63-B6B7-485C-AE4D-CF900939C830}" type="sibTrans" cxnId="{C10BAE06-C82A-4A15-A8A1-D339BD116C0D}">
      <dgm:prSet/>
      <dgm:spPr/>
      <dgm:t>
        <a:bodyPr/>
        <a:lstStyle/>
        <a:p>
          <a:endParaRPr lang="en-US"/>
        </a:p>
      </dgm:t>
    </dgm:pt>
    <dgm:pt modelId="{8F8EAF3B-C017-4D1D-ACA2-480E920236E8}">
      <dgm:prSet phldrT="[Text]"/>
      <dgm:spPr/>
      <dgm:t>
        <a:bodyPr/>
        <a:lstStyle/>
        <a:p>
          <a:r>
            <a:rPr lang="en-US" dirty="0"/>
            <a:t>Some text here</a:t>
          </a:r>
        </a:p>
      </dgm:t>
    </dgm:pt>
    <dgm:pt modelId="{5F9504C9-41FA-4F93-BECE-2714836BDD75}" type="parTrans" cxnId="{8215695E-CD62-4A84-B0C8-6459ABC6D60A}">
      <dgm:prSet/>
      <dgm:spPr/>
      <dgm:t>
        <a:bodyPr/>
        <a:lstStyle/>
        <a:p>
          <a:endParaRPr lang="en-US"/>
        </a:p>
      </dgm:t>
    </dgm:pt>
    <dgm:pt modelId="{AE5448DD-8E04-4C50-825E-DFDE939F5790}" type="sibTrans" cxnId="{8215695E-CD62-4A84-B0C8-6459ABC6D60A}">
      <dgm:prSet/>
      <dgm:spPr/>
      <dgm:t>
        <a:bodyPr/>
        <a:lstStyle/>
        <a:p>
          <a:endParaRPr lang="en-US"/>
        </a:p>
      </dgm:t>
    </dgm:pt>
    <dgm:pt modelId="{0AFF9AD7-2FE2-42F0-9CAC-01B10A360B66}">
      <dgm:prSet phldrT="[Text]"/>
      <dgm:spPr/>
      <dgm:t>
        <a:bodyPr/>
        <a:lstStyle/>
        <a:p>
          <a:r>
            <a:rPr lang="en-US" dirty="0"/>
            <a:t>Some text here</a:t>
          </a:r>
        </a:p>
      </dgm:t>
    </dgm:pt>
    <dgm:pt modelId="{46CE87D1-70A3-458A-88BA-3CDEAC9E7045}" type="parTrans" cxnId="{DCD27746-46DF-42BA-9E33-462E69948276}">
      <dgm:prSet/>
      <dgm:spPr/>
      <dgm:t>
        <a:bodyPr/>
        <a:lstStyle/>
        <a:p>
          <a:endParaRPr lang="en-US"/>
        </a:p>
      </dgm:t>
    </dgm:pt>
    <dgm:pt modelId="{70319FB5-AF7C-442F-8FBB-5CC0CCC85184}" type="sibTrans" cxnId="{DCD27746-46DF-42BA-9E33-462E69948276}">
      <dgm:prSet/>
      <dgm:spPr/>
      <dgm:t>
        <a:bodyPr/>
        <a:lstStyle/>
        <a:p>
          <a:endParaRPr lang="en-US"/>
        </a:p>
      </dgm:t>
    </dgm:pt>
    <dgm:pt modelId="{F02501BF-9723-4B44-A0B7-B63189774F10}">
      <dgm:prSet phldrT="[Text]"/>
      <dgm:spPr/>
      <dgm:t>
        <a:bodyPr/>
        <a:lstStyle/>
        <a:p>
          <a:r>
            <a:rPr lang="en-US" dirty="0"/>
            <a:t>Some text here</a:t>
          </a:r>
        </a:p>
      </dgm:t>
    </dgm:pt>
    <dgm:pt modelId="{119C0E5A-A275-435F-80F3-DEE3A6142453}" type="parTrans" cxnId="{C5A55470-2E69-46E2-9307-139723125C3C}">
      <dgm:prSet/>
      <dgm:spPr/>
      <dgm:t>
        <a:bodyPr/>
        <a:lstStyle/>
        <a:p>
          <a:endParaRPr lang="en-US"/>
        </a:p>
      </dgm:t>
    </dgm:pt>
    <dgm:pt modelId="{852CF55A-CDB7-4659-A451-BDD473A00DCB}" type="sibTrans" cxnId="{C5A55470-2E69-46E2-9307-139723125C3C}">
      <dgm:prSet/>
      <dgm:spPr/>
      <dgm:t>
        <a:bodyPr/>
        <a:lstStyle/>
        <a:p>
          <a:endParaRPr lang="en-US"/>
        </a:p>
      </dgm:t>
    </dgm:pt>
    <dgm:pt modelId="{9B575AE6-7A5E-4EB0-A887-094F0873CA2B}">
      <dgm:prSet phldrT="[Text]"/>
      <dgm:spPr/>
      <dgm:t>
        <a:bodyPr/>
        <a:lstStyle/>
        <a:p>
          <a:r>
            <a:rPr lang="en-US" dirty="0"/>
            <a:t>Some text here</a:t>
          </a:r>
        </a:p>
      </dgm:t>
    </dgm:pt>
    <dgm:pt modelId="{E71578D6-D9A9-4715-AD62-7EA2167A4CEE}" type="parTrans" cxnId="{9C6CC3F8-2499-4B19-B61E-8F32BBBBC021}">
      <dgm:prSet/>
      <dgm:spPr/>
      <dgm:t>
        <a:bodyPr/>
        <a:lstStyle/>
        <a:p>
          <a:endParaRPr lang="en-US"/>
        </a:p>
      </dgm:t>
    </dgm:pt>
    <dgm:pt modelId="{E68F759F-3B68-41EB-AF8F-04722DB0A37B}" type="sibTrans" cxnId="{9C6CC3F8-2499-4B19-B61E-8F32BBBBC021}">
      <dgm:prSet/>
      <dgm:spPr/>
      <dgm:t>
        <a:bodyPr/>
        <a:lstStyle/>
        <a:p>
          <a:endParaRPr lang="en-US"/>
        </a:p>
      </dgm:t>
    </dgm:pt>
    <dgm:pt modelId="{A95A4BFF-A6BC-41AF-A86C-55A7D65860F4}">
      <dgm:prSet phldrT="[Text]"/>
      <dgm:spPr/>
      <dgm:t>
        <a:bodyPr/>
        <a:lstStyle/>
        <a:p>
          <a:r>
            <a:rPr lang="en-US" dirty="0"/>
            <a:t>Some text here</a:t>
          </a:r>
        </a:p>
      </dgm:t>
    </dgm:pt>
    <dgm:pt modelId="{7716F06A-0949-4126-804F-CECD7F3F6FFC}" type="parTrans" cxnId="{6370C632-F0D2-47F0-B7F9-00509A23CDA8}">
      <dgm:prSet/>
      <dgm:spPr/>
      <dgm:t>
        <a:bodyPr/>
        <a:lstStyle/>
        <a:p>
          <a:endParaRPr lang="en-US"/>
        </a:p>
      </dgm:t>
    </dgm:pt>
    <dgm:pt modelId="{23627FEA-A804-4E04-AB6B-EE29C087B370}" type="sibTrans" cxnId="{6370C632-F0D2-47F0-B7F9-00509A23CDA8}">
      <dgm:prSet/>
      <dgm:spPr/>
      <dgm:t>
        <a:bodyPr/>
        <a:lstStyle/>
        <a:p>
          <a:endParaRPr lang="en-US"/>
        </a:p>
      </dgm:t>
    </dgm:pt>
    <dgm:pt modelId="{9A297BFD-07D8-4F9A-9626-7DD2E4A92F57}">
      <dgm:prSet phldrT="[Text]"/>
      <dgm:spPr/>
      <dgm:t>
        <a:bodyPr/>
        <a:lstStyle/>
        <a:p>
          <a:r>
            <a:rPr lang="en-US" dirty="0"/>
            <a:t>Some text here</a:t>
          </a:r>
        </a:p>
      </dgm:t>
    </dgm:pt>
    <dgm:pt modelId="{A1A5641C-50E7-4CAD-A18A-0424B1F5FAA4}" type="parTrans" cxnId="{A3C54DD2-E070-4DC3-9AFC-200A5D7F9739}">
      <dgm:prSet/>
      <dgm:spPr/>
      <dgm:t>
        <a:bodyPr/>
        <a:lstStyle/>
        <a:p>
          <a:endParaRPr lang="en-US"/>
        </a:p>
      </dgm:t>
    </dgm:pt>
    <dgm:pt modelId="{944C3A3C-2CDD-49EB-9646-A50DC0323972}" type="sibTrans" cxnId="{A3C54DD2-E070-4DC3-9AFC-200A5D7F9739}">
      <dgm:prSet/>
      <dgm:spPr/>
      <dgm:t>
        <a:bodyPr/>
        <a:lstStyle/>
        <a:p>
          <a:endParaRPr lang="en-US"/>
        </a:p>
      </dgm:t>
    </dgm:pt>
    <dgm:pt modelId="{D4D13B71-08A2-48DC-A5F1-544560DB2C22}">
      <dgm:prSet phldrT="[Text]"/>
      <dgm:spPr/>
      <dgm:t>
        <a:bodyPr/>
        <a:lstStyle/>
        <a:p>
          <a:r>
            <a:rPr lang="en-US" dirty="0"/>
            <a:t>Some text here</a:t>
          </a:r>
        </a:p>
      </dgm:t>
    </dgm:pt>
    <dgm:pt modelId="{4D0A8F92-E32E-4452-AA36-0B68108D28D1}" type="parTrans" cxnId="{80C381C9-1F34-4B61-88C3-81DCE51D4639}">
      <dgm:prSet/>
      <dgm:spPr/>
      <dgm:t>
        <a:bodyPr/>
        <a:lstStyle/>
        <a:p>
          <a:endParaRPr lang="en-US"/>
        </a:p>
      </dgm:t>
    </dgm:pt>
    <dgm:pt modelId="{FCE003AE-B0D0-4E3D-819D-5C80B806F110}" type="sibTrans" cxnId="{80C381C9-1F34-4B61-88C3-81DCE51D4639}">
      <dgm:prSet/>
      <dgm:spPr/>
      <dgm:t>
        <a:bodyPr/>
        <a:lstStyle/>
        <a:p>
          <a:endParaRPr lang="en-US"/>
        </a:p>
      </dgm:t>
    </dgm:pt>
    <dgm:pt modelId="{C3A97ECA-D7E9-4F46-989F-EC850E8A0A8F}">
      <dgm:prSet phldrT="[Text]"/>
      <dgm:spPr/>
      <dgm:t>
        <a:bodyPr/>
        <a:lstStyle/>
        <a:p>
          <a:r>
            <a:rPr lang="en-US" dirty="0"/>
            <a:t>Some text here</a:t>
          </a:r>
        </a:p>
      </dgm:t>
    </dgm:pt>
    <dgm:pt modelId="{070ED584-4B42-483F-9BC8-102C2FC9E8BA}" type="parTrans" cxnId="{701B8454-D322-4AE9-923F-2B5B18E73972}">
      <dgm:prSet/>
      <dgm:spPr/>
      <dgm:t>
        <a:bodyPr/>
        <a:lstStyle/>
        <a:p>
          <a:endParaRPr lang="en-US"/>
        </a:p>
      </dgm:t>
    </dgm:pt>
    <dgm:pt modelId="{422D3BEF-EB04-4D85-B4E7-58C0BFD2E448}" type="sibTrans" cxnId="{701B8454-D322-4AE9-923F-2B5B18E73972}">
      <dgm:prSet/>
      <dgm:spPr/>
      <dgm:t>
        <a:bodyPr/>
        <a:lstStyle/>
        <a:p>
          <a:endParaRPr lang="en-US"/>
        </a:p>
      </dgm:t>
    </dgm:pt>
    <dgm:pt modelId="{01A2FB3A-D082-4819-B61B-1EA00FA97E29}">
      <dgm:prSet phldrT="[Text]"/>
      <dgm:spPr/>
      <dgm:t>
        <a:bodyPr/>
        <a:lstStyle/>
        <a:p>
          <a:r>
            <a:rPr lang="en-US" dirty="0"/>
            <a:t>Some text here</a:t>
          </a:r>
        </a:p>
      </dgm:t>
    </dgm:pt>
    <dgm:pt modelId="{5102A1B9-89BE-485B-B9D5-4CD2F6E05EFC}" type="parTrans" cxnId="{77DC56A6-6B8C-4681-A8FD-61930E29A05D}">
      <dgm:prSet/>
      <dgm:spPr/>
      <dgm:t>
        <a:bodyPr/>
        <a:lstStyle/>
        <a:p>
          <a:endParaRPr lang="en-US"/>
        </a:p>
      </dgm:t>
    </dgm:pt>
    <dgm:pt modelId="{5DB6C0E8-F2C6-42F7-9F96-73580A373378}" type="sibTrans" cxnId="{77DC56A6-6B8C-4681-A8FD-61930E29A05D}">
      <dgm:prSet/>
      <dgm:spPr/>
      <dgm:t>
        <a:bodyPr/>
        <a:lstStyle/>
        <a:p>
          <a:endParaRPr lang="en-US"/>
        </a:p>
      </dgm:t>
    </dgm:pt>
    <dgm:pt modelId="{95BBD254-27AA-4D38-8D04-9B09526A1D28}">
      <dgm:prSet phldrT="[Text]"/>
      <dgm:spPr/>
      <dgm:t>
        <a:bodyPr/>
        <a:lstStyle/>
        <a:p>
          <a:r>
            <a:rPr lang="en-US" dirty="0"/>
            <a:t>Some text here</a:t>
          </a:r>
        </a:p>
      </dgm:t>
    </dgm:pt>
    <dgm:pt modelId="{E60B4B93-75CC-493D-9ACC-0099E6B16BDE}" type="parTrans" cxnId="{DC3AD040-F5B9-4F1F-8BE6-6FE5EA6DD34E}">
      <dgm:prSet/>
      <dgm:spPr/>
      <dgm:t>
        <a:bodyPr/>
        <a:lstStyle/>
        <a:p>
          <a:endParaRPr lang="en-US"/>
        </a:p>
      </dgm:t>
    </dgm:pt>
    <dgm:pt modelId="{716C5B74-0667-4EA9-95BC-A9B8E5FE28D7}" type="sibTrans" cxnId="{DC3AD040-F5B9-4F1F-8BE6-6FE5EA6DD34E}">
      <dgm:prSet/>
      <dgm:spPr/>
      <dgm:t>
        <a:bodyPr/>
        <a:lstStyle/>
        <a:p>
          <a:endParaRPr lang="en-US"/>
        </a:p>
      </dgm:t>
    </dgm:pt>
    <dgm:pt modelId="{C524FE06-07E6-4A15-846B-78791BBEC99C}" type="pres">
      <dgm:prSet presAssocID="{B9C32B05-62EA-407A-B21C-2310C7945705}" presName="Name0" presStyleCnt="0">
        <dgm:presLayoutVars>
          <dgm:chMax val="7"/>
          <dgm:chPref val="7"/>
          <dgm:dir/>
          <dgm:animLvl val="lvl"/>
        </dgm:presLayoutVars>
      </dgm:prSet>
      <dgm:spPr/>
    </dgm:pt>
    <dgm:pt modelId="{619AAD11-320E-4898-9EF9-49F6D646DF60}" type="pres">
      <dgm:prSet presAssocID="{42D71409-67F9-455C-8C6D-716D284AAA6B}" presName="parentText_1" presStyleLbl="node1" presStyleIdx="0" presStyleCnt="5">
        <dgm:presLayoutVars>
          <dgm:chMax val="1"/>
          <dgm:chPref val="1"/>
          <dgm:bulletEnabled val="1"/>
        </dgm:presLayoutVars>
      </dgm:prSet>
      <dgm:spPr/>
    </dgm:pt>
    <dgm:pt modelId="{859A89F4-CD5A-4238-9E6C-542650B805F9}" type="pres">
      <dgm:prSet presAssocID="{42D71409-67F9-455C-8C6D-716D284AAA6B}" presName="childText_1" presStyleLbl="node1" presStyleIdx="0" presStyleCnt="5">
        <dgm:presLayoutVars>
          <dgm:chMax val="0"/>
          <dgm:chPref val="0"/>
          <dgm:bulletEnabled val="1"/>
        </dgm:presLayoutVars>
      </dgm:prSet>
      <dgm:spPr/>
    </dgm:pt>
    <dgm:pt modelId="{EF99D740-B07D-48F7-BA72-C01602C027FB}" type="pres">
      <dgm:prSet presAssocID="{42D71409-67F9-455C-8C6D-716D284AAA6B}" presName="accentShape_1" presStyleCnt="0"/>
      <dgm:spPr/>
    </dgm:pt>
    <dgm:pt modelId="{E8AD39AD-18FF-4F8C-8BB7-367DF8A4A274}" type="pres">
      <dgm:prSet presAssocID="{42D71409-67F9-455C-8C6D-716D284AAA6B}" presName="imageRepeatNode" presStyleLbl="node1" presStyleIdx="0" presStyleCnt="5"/>
      <dgm:spPr/>
    </dgm:pt>
    <dgm:pt modelId="{E3CE8046-D472-4A8C-8827-03C164F10059}" type="pres">
      <dgm:prSet presAssocID="{F66099B6-DBBD-4AB0-82D2-877B80F846F7}" presName="parentText_2" presStyleLbl="node1" presStyleIdx="0" presStyleCnt="5">
        <dgm:presLayoutVars>
          <dgm:chMax val="1"/>
          <dgm:chPref val="1"/>
          <dgm:bulletEnabled val="1"/>
        </dgm:presLayoutVars>
      </dgm:prSet>
      <dgm:spPr/>
    </dgm:pt>
    <dgm:pt modelId="{D3DD83C6-6935-4300-919D-730C5DF9B05E}" type="pres">
      <dgm:prSet presAssocID="{F66099B6-DBBD-4AB0-82D2-877B80F846F7}" presName="childText_2" presStyleLbl="node2" presStyleIdx="0" presStyleCnt="0">
        <dgm:presLayoutVars>
          <dgm:chMax val="0"/>
          <dgm:chPref val="0"/>
          <dgm:bulletEnabled val="1"/>
        </dgm:presLayoutVars>
      </dgm:prSet>
      <dgm:spPr/>
    </dgm:pt>
    <dgm:pt modelId="{9E5AA3C5-B183-46FB-AFFA-9EAEA20971AD}" type="pres">
      <dgm:prSet presAssocID="{F66099B6-DBBD-4AB0-82D2-877B80F846F7}" presName="accentShape_2" presStyleCnt="0"/>
      <dgm:spPr/>
    </dgm:pt>
    <dgm:pt modelId="{85C19574-E375-4D08-A775-74C3AA246359}" type="pres">
      <dgm:prSet presAssocID="{F66099B6-DBBD-4AB0-82D2-877B80F846F7}" presName="imageRepeatNode" presStyleLbl="node1" presStyleIdx="1" presStyleCnt="5"/>
      <dgm:spPr/>
    </dgm:pt>
    <dgm:pt modelId="{49239580-9CEB-4459-B3DD-2B47E24E1E11}" type="pres">
      <dgm:prSet presAssocID="{EE62A4F6-4AC4-435B-990E-81A71CE8CAC7}" presName="parentText_3" presStyleLbl="node1" presStyleIdx="1" presStyleCnt="5">
        <dgm:presLayoutVars>
          <dgm:chMax val="1"/>
          <dgm:chPref val="1"/>
          <dgm:bulletEnabled val="1"/>
        </dgm:presLayoutVars>
      </dgm:prSet>
      <dgm:spPr/>
    </dgm:pt>
    <dgm:pt modelId="{09EA919D-9FC0-4D0B-AB02-18DEC8B580DC}" type="pres">
      <dgm:prSet presAssocID="{EE62A4F6-4AC4-435B-990E-81A71CE8CAC7}" presName="childText_3" presStyleLbl="node2" presStyleIdx="0" presStyleCnt="0">
        <dgm:presLayoutVars>
          <dgm:chMax val="0"/>
          <dgm:chPref val="0"/>
          <dgm:bulletEnabled val="1"/>
        </dgm:presLayoutVars>
      </dgm:prSet>
      <dgm:spPr/>
    </dgm:pt>
    <dgm:pt modelId="{24DE83C8-E4AC-4C52-A7CC-D299A80E4EB8}" type="pres">
      <dgm:prSet presAssocID="{EE62A4F6-4AC4-435B-990E-81A71CE8CAC7}" presName="accentShape_3" presStyleCnt="0"/>
      <dgm:spPr/>
    </dgm:pt>
    <dgm:pt modelId="{3EAB5ACA-2C70-4434-BD92-90049076F016}" type="pres">
      <dgm:prSet presAssocID="{EE62A4F6-4AC4-435B-990E-81A71CE8CAC7}" presName="imageRepeatNode" presStyleLbl="node1" presStyleIdx="2" presStyleCnt="5"/>
      <dgm:spPr/>
    </dgm:pt>
    <dgm:pt modelId="{FBC51B00-9F8B-40D8-9230-A6945275F9AC}" type="pres">
      <dgm:prSet presAssocID="{B6D9DE15-697B-42C2-B6A1-CE31260EED93}" presName="parentText_4" presStyleLbl="node1" presStyleIdx="2" presStyleCnt="5">
        <dgm:presLayoutVars>
          <dgm:chMax val="1"/>
          <dgm:chPref val="1"/>
          <dgm:bulletEnabled val="1"/>
        </dgm:presLayoutVars>
      </dgm:prSet>
      <dgm:spPr/>
    </dgm:pt>
    <dgm:pt modelId="{A43B265C-D854-4B51-AB5D-1CA9DA712537}" type="pres">
      <dgm:prSet presAssocID="{B6D9DE15-697B-42C2-B6A1-CE31260EED93}" presName="childText_4" presStyleLbl="node2" presStyleIdx="0" presStyleCnt="0">
        <dgm:presLayoutVars>
          <dgm:chMax val="0"/>
          <dgm:chPref val="0"/>
          <dgm:bulletEnabled val="1"/>
        </dgm:presLayoutVars>
      </dgm:prSet>
      <dgm:spPr/>
    </dgm:pt>
    <dgm:pt modelId="{D2865201-2872-4E56-B86E-6CFCD5AD07EC}" type="pres">
      <dgm:prSet presAssocID="{B6D9DE15-697B-42C2-B6A1-CE31260EED93}" presName="accentShape_4" presStyleCnt="0"/>
      <dgm:spPr/>
    </dgm:pt>
    <dgm:pt modelId="{3D91733C-BD27-4FBA-9F3F-BB18274B9484}" type="pres">
      <dgm:prSet presAssocID="{B6D9DE15-697B-42C2-B6A1-CE31260EED93}" presName="imageRepeatNode" presStyleLbl="node1" presStyleIdx="3" presStyleCnt="5"/>
      <dgm:spPr/>
    </dgm:pt>
    <dgm:pt modelId="{7E547CB9-6E3D-4B48-A290-0D95F3999E9D}" type="pres">
      <dgm:prSet presAssocID="{244CE93D-3CE9-480A-BC40-D5795AE4CC61}" presName="parentText_5" presStyleLbl="node1" presStyleIdx="3" presStyleCnt="5">
        <dgm:presLayoutVars>
          <dgm:chMax val="1"/>
          <dgm:chPref val="1"/>
          <dgm:bulletEnabled val="1"/>
        </dgm:presLayoutVars>
      </dgm:prSet>
      <dgm:spPr/>
    </dgm:pt>
    <dgm:pt modelId="{DE8204A1-3610-40E2-9C28-B5D67D4A46E0}" type="pres">
      <dgm:prSet presAssocID="{244CE93D-3CE9-480A-BC40-D5795AE4CC61}" presName="childText_5" presStyleLbl="node2" presStyleIdx="0" presStyleCnt="0">
        <dgm:presLayoutVars>
          <dgm:chMax val="0"/>
          <dgm:chPref val="0"/>
          <dgm:bulletEnabled val="1"/>
        </dgm:presLayoutVars>
      </dgm:prSet>
      <dgm:spPr/>
    </dgm:pt>
    <dgm:pt modelId="{EE539C3A-078C-4D9D-8F0D-9B7E05A8E130}" type="pres">
      <dgm:prSet presAssocID="{244CE93D-3CE9-480A-BC40-D5795AE4CC61}" presName="accentShape_5" presStyleCnt="0"/>
      <dgm:spPr/>
    </dgm:pt>
    <dgm:pt modelId="{7ED38F69-AD48-48AB-B15B-6B64578006E0}" type="pres">
      <dgm:prSet presAssocID="{244CE93D-3CE9-480A-BC40-D5795AE4CC61}" presName="imageRepeatNode" presStyleLbl="node1" presStyleIdx="4" presStyleCnt="5"/>
      <dgm:spPr/>
    </dgm:pt>
  </dgm:ptLst>
  <dgm:cxnLst>
    <dgm:cxn modelId="{C10BAE06-C82A-4A15-A8A1-D339BD116C0D}" srcId="{42D71409-67F9-455C-8C6D-716D284AAA6B}" destId="{7B8B0A35-804B-439F-BBA5-EF535D41D8AC}" srcOrd="1" destOrd="0" parTransId="{FA3019F1-F60F-4058-83FF-3C199D1B4ACD}" sibTransId="{1EAAFC63-B6B7-485C-AE4D-CF900939C830}"/>
    <dgm:cxn modelId="{F79FC70E-6099-46D0-8569-17A2DF2498C0}" type="presOf" srcId="{7B8B0A35-804B-439F-BBA5-EF535D41D8AC}" destId="{859A89F4-CD5A-4238-9E6C-542650B805F9}" srcOrd="0" destOrd="1" presId="urn:microsoft.com/office/officeart/2009/3/layout/BlockDescendingList"/>
    <dgm:cxn modelId="{9505871A-9E4F-49D8-85E8-8CB77AD6A906}" type="presOf" srcId="{F66099B6-DBBD-4AB0-82D2-877B80F846F7}" destId="{85C19574-E375-4D08-A775-74C3AA246359}" srcOrd="1" destOrd="0" presId="urn:microsoft.com/office/officeart/2009/3/layout/BlockDescendingList"/>
    <dgm:cxn modelId="{2AA9C11F-1F1D-428E-801A-47EAA766C99D}" srcId="{B9C32B05-62EA-407A-B21C-2310C7945705}" destId="{42D71409-67F9-455C-8C6D-716D284AAA6B}" srcOrd="0" destOrd="0" parTransId="{51680ED1-AF6E-4B28-AE94-92B0EFB0DF7D}" sibTransId="{478B7D3C-9FB4-4BC6-90AC-49960560DECD}"/>
    <dgm:cxn modelId="{15FF7122-A82D-4FCF-9AE9-09AA6DA16AB0}" type="presOf" srcId="{D4D13B71-08A2-48DC-A5F1-544560DB2C22}" destId="{09EA919D-9FC0-4D0B-AB02-18DEC8B580DC}" srcOrd="0" destOrd="0" presId="urn:microsoft.com/office/officeart/2009/3/layout/BlockDescendingList"/>
    <dgm:cxn modelId="{6370C632-F0D2-47F0-B7F9-00509A23CDA8}" srcId="{F66099B6-DBBD-4AB0-82D2-877B80F846F7}" destId="{A95A4BFF-A6BC-41AF-A86C-55A7D65860F4}" srcOrd="2" destOrd="0" parTransId="{7716F06A-0949-4126-804F-CECD7F3F6FFC}" sibTransId="{23627FEA-A804-4E04-AB6B-EE29C087B370}"/>
    <dgm:cxn modelId="{B4F3EA32-CE64-4A92-9BAE-BC57E5392B05}" srcId="{B9C32B05-62EA-407A-B21C-2310C7945705}" destId="{F66099B6-DBBD-4AB0-82D2-877B80F846F7}" srcOrd="1" destOrd="0" parTransId="{B09C8BFB-F41C-4AC4-AB94-F216E3081C2D}" sibTransId="{BC531B32-9B0E-482E-BF91-65C61F17168D}"/>
    <dgm:cxn modelId="{BB689933-87D2-4D56-9575-69EB06042404}" type="presOf" srcId="{8F8EAF3B-C017-4D1D-ACA2-480E920236E8}" destId="{859A89F4-CD5A-4238-9E6C-542650B805F9}" srcOrd="0" destOrd="2" presId="urn:microsoft.com/office/officeart/2009/3/layout/BlockDescendingList"/>
    <dgm:cxn modelId="{DC3AD040-F5B9-4F1F-8BE6-6FE5EA6DD34E}" srcId="{EE62A4F6-4AC4-435B-990E-81A71CE8CAC7}" destId="{95BBD254-27AA-4D38-8D04-9B09526A1D28}" srcOrd="3" destOrd="0" parTransId="{E60B4B93-75CC-493D-9ACC-0099E6B16BDE}" sibTransId="{716C5B74-0667-4EA9-95BC-A9B8E5FE28D7}"/>
    <dgm:cxn modelId="{8215695E-CD62-4A84-B0C8-6459ABC6D60A}" srcId="{42D71409-67F9-455C-8C6D-716D284AAA6B}" destId="{8F8EAF3B-C017-4D1D-ACA2-480E920236E8}" srcOrd="2" destOrd="0" parTransId="{5F9504C9-41FA-4F93-BECE-2714836BDD75}" sibTransId="{AE5448DD-8E04-4C50-825E-DFDE939F5790}"/>
    <dgm:cxn modelId="{BC910C61-D6EF-4F01-BD12-BAC0DF60C0B1}" srcId="{244CE93D-3CE9-480A-BC40-D5795AE4CC61}" destId="{CBD3BD06-5B52-457B-A709-959D97EA9FE5}" srcOrd="1" destOrd="0" parTransId="{BCA8D018-4FBF-4EC0-A8A7-2E733ECB7259}" sibTransId="{32702446-735B-4332-BAF3-71D165AF690E}"/>
    <dgm:cxn modelId="{F9FA6C42-1504-4AD1-916D-BD9F5A190C26}" type="presOf" srcId="{A95A4BFF-A6BC-41AF-A86C-55A7D65860F4}" destId="{D3DD83C6-6935-4300-919D-730C5DF9B05E}" srcOrd="0" destOrd="2" presId="urn:microsoft.com/office/officeart/2009/3/layout/BlockDescendingList"/>
    <dgm:cxn modelId="{DCD27746-46DF-42BA-9E33-462E69948276}" srcId="{42D71409-67F9-455C-8C6D-716D284AAA6B}" destId="{0AFF9AD7-2FE2-42F0-9CAC-01B10A360B66}" srcOrd="3" destOrd="0" parTransId="{46CE87D1-70A3-458A-88BA-3CDEAC9E7045}" sibTransId="{70319FB5-AF7C-442F-8FBB-5CC0CCC85184}"/>
    <dgm:cxn modelId="{07374647-946F-43D8-941B-C021F6E694A2}" type="presOf" srcId="{0175455E-C54B-45D4-9F64-0589EB6B3316}" destId="{A43B265C-D854-4B51-AB5D-1CA9DA712537}" srcOrd="0" destOrd="0" presId="urn:microsoft.com/office/officeart/2009/3/layout/BlockDescendingList"/>
    <dgm:cxn modelId="{6FE61A4A-CCBA-4CE2-984A-FA7E83EB5320}" type="presOf" srcId="{EE62A4F6-4AC4-435B-990E-81A71CE8CAC7}" destId="{3EAB5ACA-2C70-4434-BD92-90049076F016}" srcOrd="1" destOrd="0" presId="urn:microsoft.com/office/officeart/2009/3/layout/BlockDescendingList"/>
    <dgm:cxn modelId="{DBB3AD6C-F8ED-475B-9E89-EE6715B92C10}" type="presOf" srcId="{EE62A4F6-4AC4-435B-990E-81A71CE8CAC7}" destId="{49239580-9CEB-4459-B3DD-2B47E24E1E11}" srcOrd="0" destOrd="0" presId="urn:microsoft.com/office/officeart/2009/3/layout/BlockDescendingList"/>
    <dgm:cxn modelId="{D214046E-A38E-441C-ACB8-992E742ABE8F}" srcId="{42D71409-67F9-455C-8C6D-716D284AAA6B}" destId="{39F9A9A7-D44E-40D6-B626-EFC8FCB0FA81}" srcOrd="0" destOrd="0" parTransId="{AC2F8BC6-AE35-4759-B6B0-5F23426F961C}" sibTransId="{79D92630-FABA-4EA4-BB1F-9B881C2F22FD}"/>
    <dgm:cxn modelId="{8CEF1B4F-949C-4F2D-8723-90B1B786BCB2}" type="presOf" srcId="{B6D9DE15-697B-42C2-B6A1-CE31260EED93}" destId="{3D91733C-BD27-4FBA-9F3F-BB18274B9484}" srcOrd="1" destOrd="0" presId="urn:microsoft.com/office/officeart/2009/3/layout/BlockDescendingList"/>
    <dgm:cxn modelId="{C17C4B4F-43CA-4900-837C-2B231E0F5CAA}" type="presOf" srcId="{9B575AE6-7A5E-4EB0-A887-094F0873CA2B}" destId="{D3DD83C6-6935-4300-919D-730C5DF9B05E}" srcOrd="0" destOrd="1" presId="urn:microsoft.com/office/officeart/2009/3/layout/BlockDescendingList"/>
    <dgm:cxn modelId="{C5A55470-2E69-46E2-9307-139723125C3C}" srcId="{F66099B6-DBBD-4AB0-82D2-877B80F846F7}" destId="{F02501BF-9723-4B44-A0B7-B63189774F10}" srcOrd="0" destOrd="0" parTransId="{119C0E5A-A275-435F-80F3-DEE3A6142453}" sibTransId="{852CF55A-CDB7-4659-A451-BDD473A00DCB}"/>
    <dgm:cxn modelId="{701B8454-D322-4AE9-923F-2B5B18E73972}" srcId="{EE62A4F6-4AC4-435B-990E-81A71CE8CAC7}" destId="{C3A97ECA-D7E9-4F46-989F-EC850E8A0A8F}" srcOrd="1" destOrd="0" parTransId="{070ED584-4B42-483F-9BC8-102C2FC9E8BA}" sibTransId="{422D3BEF-EB04-4D85-B4E7-58C0BFD2E448}"/>
    <dgm:cxn modelId="{0ECC6A57-761F-4AF0-A2D7-5673A4164A53}" type="presOf" srcId="{B9C32B05-62EA-407A-B21C-2310C7945705}" destId="{C524FE06-07E6-4A15-846B-78791BBEC99C}" srcOrd="0" destOrd="0" presId="urn:microsoft.com/office/officeart/2009/3/layout/BlockDescendingList"/>
    <dgm:cxn modelId="{73A22292-0607-446E-B176-57D6B74D1B30}" type="presOf" srcId="{D96BD766-7A45-44C2-B6DC-068AE128BF44}" destId="{A43B265C-D854-4B51-AB5D-1CA9DA712537}" srcOrd="0" destOrd="1" presId="urn:microsoft.com/office/officeart/2009/3/layout/BlockDescendingList"/>
    <dgm:cxn modelId="{9FED9999-A3AD-4B3D-BF60-BBECC2E70E4C}" type="presOf" srcId="{01A2FB3A-D082-4819-B61B-1EA00FA97E29}" destId="{09EA919D-9FC0-4D0B-AB02-18DEC8B580DC}" srcOrd="0" destOrd="2" presId="urn:microsoft.com/office/officeart/2009/3/layout/BlockDescendingList"/>
    <dgm:cxn modelId="{5FBBD09E-F842-4C1F-8C4F-5E0C29309A87}" type="presOf" srcId="{9A297BFD-07D8-4F9A-9626-7DD2E4A92F57}" destId="{D3DD83C6-6935-4300-919D-730C5DF9B05E}" srcOrd="0" destOrd="3" presId="urn:microsoft.com/office/officeart/2009/3/layout/BlockDescendingList"/>
    <dgm:cxn modelId="{A8DB1F9F-8C0D-44C6-B0CF-E185E4743C27}" srcId="{B6D9DE15-697B-42C2-B6A1-CE31260EED93}" destId="{D96BD766-7A45-44C2-B6DC-068AE128BF44}" srcOrd="1" destOrd="0" parTransId="{1723986A-39AC-4737-B675-843E1268E3F0}" sibTransId="{053D2587-FEB8-41DF-8458-0B353CDF3513}"/>
    <dgm:cxn modelId="{B5E0F7A1-5CC7-4EB5-94E5-88303CDD71BF}" type="presOf" srcId="{FCDCB472-5D0D-441E-9A63-91F48E5C3B9A}" destId="{DE8204A1-3610-40E2-9C28-B5D67D4A46E0}" srcOrd="0" destOrd="0" presId="urn:microsoft.com/office/officeart/2009/3/layout/BlockDescendingList"/>
    <dgm:cxn modelId="{77DC56A6-6B8C-4681-A8FD-61930E29A05D}" srcId="{EE62A4F6-4AC4-435B-990E-81A71CE8CAC7}" destId="{01A2FB3A-D082-4819-B61B-1EA00FA97E29}" srcOrd="2" destOrd="0" parTransId="{5102A1B9-89BE-485B-B9D5-4CD2F6E05EFC}" sibTransId="{5DB6C0E8-F2C6-42F7-9F96-73580A373378}"/>
    <dgm:cxn modelId="{3A2CECA6-0C5B-46BB-B7C6-7D37E9D210BD}" srcId="{B9C32B05-62EA-407A-B21C-2310C7945705}" destId="{EE62A4F6-4AC4-435B-990E-81A71CE8CAC7}" srcOrd="2" destOrd="0" parTransId="{F287B947-7343-4FA2-B288-B23A59FFAE31}" sibTransId="{389F9A93-0231-4877-8C41-5D5B8DD7AAC0}"/>
    <dgm:cxn modelId="{76BE33AD-1EE1-4DFD-A136-EADCABD8243D}" type="presOf" srcId="{F66099B6-DBBD-4AB0-82D2-877B80F846F7}" destId="{E3CE8046-D472-4A8C-8827-03C164F10059}" srcOrd="0" destOrd="0" presId="urn:microsoft.com/office/officeart/2009/3/layout/BlockDescendingList"/>
    <dgm:cxn modelId="{40513FB0-F94C-499F-9A0B-9E0341D0A0C2}" srcId="{B9C32B05-62EA-407A-B21C-2310C7945705}" destId="{B6D9DE15-697B-42C2-B6A1-CE31260EED93}" srcOrd="3" destOrd="0" parTransId="{EAC9FC21-5112-4CCF-8070-06ED15ED24ED}" sibTransId="{B605B681-1ACB-4650-8600-F9223ABDDC16}"/>
    <dgm:cxn modelId="{BF0D28B2-DB05-4CF6-9076-CF59CB8411EB}" type="presOf" srcId="{F02501BF-9723-4B44-A0B7-B63189774F10}" destId="{D3DD83C6-6935-4300-919D-730C5DF9B05E}" srcOrd="0" destOrd="0" presId="urn:microsoft.com/office/officeart/2009/3/layout/BlockDescendingList"/>
    <dgm:cxn modelId="{9E9BD0B3-DED7-4719-A3E2-A3B46D4AB155}" type="presOf" srcId="{244CE93D-3CE9-480A-BC40-D5795AE4CC61}" destId="{7E547CB9-6E3D-4B48-A290-0D95F3999E9D}" srcOrd="0" destOrd="0" presId="urn:microsoft.com/office/officeart/2009/3/layout/BlockDescendingList"/>
    <dgm:cxn modelId="{9BC920B5-5496-4CA8-8C63-9E59E5C295A5}" type="presOf" srcId="{39F9A9A7-D44E-40D6-B626-EFC8FCB0FA81}" destId="{859A89F4-CD5A-4238-9E6C-542650B805F9}" srcOrd="0" destOrd="0" presId="urn:microsoft.com/office/officeart/2009/3/layout/BlockDescendingList"/>
    <dgm:cxn modelId="{C29D03BD-3041-49FD-885E-651222CAEDFC}" type="presOf" srcId="{42D71409-67F9-455C-8C6D-716D284AAA6B}" destId="{E8AD39AD-18FF-4F8C-8BB7-367DF8A4A274}" srcOrd="1" destOrd="0" presId="urn:microsoft.com/office/officeart/2009/3/layout/BlockDescendingList"/>
    <dgm:cxn modelId="{3B5267BD-CCC5-4F65-907E-3BC240ACDD2A}" type="presOf" srcId="{95BBD254-27AA-4D38-8D04-9B09526A1D28}" destId="{09EA919D-9FC0-4D0B-AB02-18DEC8B580DC}" srcOrd="0" destOrd="3" presId="urn:microsoft.com/office/officeart/2009/3/layout/BlockDescendingList"/>
    <dgm:cxn modelId="{E555CFC0-456A-41C0-853C-A5C184B6F026}" srcId="{244CE93D-3CE9-480A-BC40-D5795AE4CC61}" destId="{FCDCB472-5D0D-441E-9A63-91F48E5C3B9A}" srcOrd="0" destOrd="0" parTransId="{F183F53E-B9E4-483E-BB59-E567579A1D20}" sibTransId="{88085470-E458-46BB-9028-8CC37AAF17EF}"/>
    <dgm:cxn modelId="{6D997BC2-F470-4907-8DB7-517ABC55686B}" type="presOf" srcId="{B6D9DE15-697B-42C2-B6A1-CE31260EED93}" destId="{FBC51B00-9F8B-40D8-9230-A6945275F9AC}" srcOrd="0" destOrd="0" presId="urn:microsoft.com/office/officeart/2009/3/layout/BlockDescendingList"/>
    <dgm:cxn modelId="{80C381C9-1F34-4B61-88C3-81DCE51D4639}" srcId="{EE62A4F6-4AC4-435B-990E-81A71CE8CAC7}" destId="{D4D13B71-08A2-48DC-A5F1-544560DB2C22}" srcOrd="0" destOrd="0" parTransId="{4D0A8F92-E32E-4452-AA36-0B68108D28D1}" sibTransId="{FCE003AE-B0D0-4E3D-819D-5C80B806F110}"/>
    <dgm:cxn modelId="{A3C54DD2-E070-4DC3-9AFC-200A5D7F9739}" srcId="{F66099B6-DBBD-4AB0-82D2-877B80F846F7}" destId="{9A297BFD-07D8-4F9A-9626-7DD2E4A92F57}" srcOrd="3" destOrd="0" parTransId="{A1A5641C-50E7-4CAD-A18A-0424B1F5FAA4}" sibTransId="{944C3A3C-2CDD-49EB-9646-A50DC0323972}"/>
    <dgm:cxn modelId="{746C65D4-0A32-4610-8B9B-A01592BB40A3}" srcId="{B9C32B05-62EA-407A-B21C-2310C7945705}" destId="{244CE93D-3CE9-480A-BC40-D5795AE4CC61}" srcOrd="4" destOrd="0" parTransId="{B26CFE49-55EC-4B92-8D65-F00D6B48420B}" sibTransId="{AA2C577D-A278-4959-857E-CDA154440386}"/>
    <dgm:cxn modelId="{81A7E7DB-0633-44AA-A3CE-EE1742BD06CA}" type="presOf" srcId="{0AFF9AD7-2FE2-42F0-9CAC-01B10A360B66}" destId="{859A89F4-CD5A-4238-9E6C-542650B805F9}" srcOrd="0" destOrd="3" presId="urn:microsoft.com/office/officeart/2009/3/layout/BlockDescendingList"/>
    <dgm:cxn modelId="{4BF771ED-9D85-48D6-BA7A-543E98ED0DAE}" type="presOf" srcId="{42D71409-67F9-455C-8C6D-716D284AAA6B}" destId="{619AAD11-320E-4898-9EF9-49F6D646DF60}" srcOrd="0" destOrd="0" presId="urn:microsoft.com/office/officeart/2009/3/layout/BlockDescendingList"/>
    <dgm:cxn modelId="{41BF6BEE-0452-473B-80EA-44C5E1D9F68C}" type="presOf" srcId="{C3A97ECA-D7E9-4F46-989F-EC850E8A0A8F}" destId="{09EA919D-9FC0-4D0B-AB02-18DEC8B580DC}" srcOrd="0" destOrd="1" presId="urn:microsoft.com/office/officeart/2009/3/layout/BlockDescendingList"/>
    <dgm:cxn modelId="{13B5B4F4-8970-4929-B36D-12A370B68DEB}" type="presOf" srcId="{244CE93D-3CE9-480A-BC40-D5795AE4CC61}" destId="{7ED38F69-AD48-48AB-B15B-6B64578006E0}" srcOrd="1" destOrd="0" presId="urn:microsoft.com/office/officeart/2009/3/layout/BlockDescendingList"/>
    <dgm:cxn modelId="{9C6CC3F8-2499-4B19-B61E-8F32BBBBC021}" srcId="{F66099B6-DBBD-4AB0-82D2-877B80F846F7}" destId="{9B575AE6-7A5E-4EB0-A887-094F0873CA2B}" srcOrd="1" destOrd="0" parTransId="{E71578D6-D9A9-4715-AD62-7EA2167A4CEE}" sibTransId="{E68F759F-3B68-41EB-AF8F-04722DB0A37B}"/>
    <dgm:cxn modelId="{2879DCF9-8661-46D7-8ABE-AD82D166E2CB}" type="presOf" srcId="{CBD3BD06-5B52-457B-A709-959D97EA9FE5}" destId="{DE8204A1-3610-40E2-9C28-B5D67D4A46E0}" srcOrd="0" destOrd="1" presId="urn:microsoft.com/office/officeart/2009/3/layout/BlockDescendingList"/>
    <dgm:cxn modelId="{C8B436FC-B783-46B4-A145-3B3B3DD3B3F9}" srcId="{B6D9DE15-697B-42C2-B6A1-CE31260EED93}" destId="{0175455E-C54B-45D4-9F64-0589EB6B3316}" srcOrd="0" destOrd="0" parTransId="{88BD4BDB-1D85-4113-AFEC-21431AF63D5F}" sibTransId="{814ADA3B-AA89-4AB7-868E-C824585A3ABB}"/>
    <dgm:cxn modelId="{BD516D4A-E349-4570-ABC3-4F1A25A6809E}" type="presParOf" srcId="{C524FE06-07E6-4A15-846B-78791BBEC99C}" destId="{619AAD11-320E-4898-9EF9-49F6D646DF60}" srcOrd="0" destOrd="0" presId="urn:microsoft.com/office/officeart/2009/3/layout/BlockDescendingList"/>
    <dgm:cxn modelId="{6DE56566-4ADB-4F4E-A0C3-22B9EBE5D71B}" type="presParOf" srcId="{C524FE06-07E6-4A15-846B-78791BBEC99C}" destId="{859A89F4-CD5A-4238-9E6C-542650B805F9}" srcOrd="1" destOrd="0" presId="urn:microsoft.com/office/officeart/2009/3/layout/BlockDescendingList"/>
    <dgm:cxn modelId="{5E7004AF-1038-4203-B8A9-29B4AC36506A}" type="presParOf" srcId="{C524FE06-07E6-4A15-846B-78791BBEC99C}" destId="{EF99D740-B07D-48F7-BA72-C01602C027FB}" srcOrd="2" destOrd="0" presId="urn:microsoft.com/office/officeart/2009/3/layout/BlockDescendingList"/>
    <dgm:cxn modelId="{15DA570A-5B71-4E3F-9A8D-2CE21096EC42}" type="presParOf" srcId="{EF99D740-B07D-48F7-BA72-C01602C027FB}" destId="{E8AD39AD-18FF-4F8C-8BB7-367DF8A4A274}" srcOrd="0" destOrd="0" presId="urn:microsoft.com/office/officeart/2009/3/layout/BlockDescendingList"/>
    <dgm:cxn modelId="{953A5E98-C7EE-4D9C-9C2E-421CFBE2C703}" type="presParOf" srcId="{C524FE06-07E6-4A15-846B-78791BBEC99C}" destId="{E3CE8046-D472-4A8C-8827-03C164F10059}" srcOrd="3" destOrd="0" presId="urn:microsoft.com/office/officeart/2009/3/layout/BlockDescendingList"/>
    <dgm:cxn modelId="{578F6986-AB8A-4584-B97B-370C80E83D71}" type="presParOf" srcId="{C524FE06-07E6-4A15-846B-78791BBEC99C}" destId="{D3DD83C6-6935-4300-919D-730C5DF9B05E}" srcOrd="4" destOrd="0" presId="urn:microsoft.com/office/officeart/2009/3/layout/BlockDescendingList"/>
    <dgm:cxn modelId="{216F1E29-67E3-47F9-930F-1BEA79946E1C}" type="presParOf" srcId="{C524FE06-07E6-4A15-846B-78791BBEC99C}" destId="{9E5AA3C5-B183-46FB-AFFA-9EAEA20971AD}" srcOrd="5" destOrd="0" presId="urn:microsoft.com/office/officeart/2009/3/layout/BlockDescendingList"/>
    <dgm:cxn modelId="{1A67ED69-F166-47E3-BB12-F5221A2A6CC7}" type="presParOf" srcId="{9E5AA3C5-B183-46FB-AFFA-9EAEA20971AD}" destId="{85C19574-E375-4D08-A775-74C3AA246359}" srcOrd="0" destOrd="0" presId="urn:microsoft.com/office/officeart/2009/3/layout/BlockDescendingList"/>
    <dgm:cxn modelId="{4C70BA58-2E89-4779-85EB-984077D06344}" type="presParOf" srcId="{C524FE06-07E6-4A15-846B-78791BBEC99C}" destId="{49239580-9CEB-4459-B3DD-2B47E24E1E11}" srcOrd="6" destOrd="0" presId="urn:microsoft.com/office/officeart/2009/3/layout/BlockDescendingList"/>
    <dgm:cxn modelId="{529F51B4-687F-4EF2-A49B-434C12033048}" type="presParOf" srcId="{C524FE06-07E6-4A15-846B-78791BBEC99C}" destId="{09EA919D-9FC0-4D0B-AB02-18DEC8B580DC}" srcOrd="7" destOrd="0" presId="urn:microsoft.com/office/officeart/2009/3/layout/BlockDescendingList"/>
    <dgm:cxn modelId="{C8BA2540-D11D-41DD-8509-30C78199D3F1}" type="presParOf" srcId="{C524FE06-07E6-4A15-846B-78791BBEC99C}" destId="{24DE83C8-E4AC-4C52-A7CC-D299A80E4EB8}" srcOrd="8" destOrd="0" presId="urn:microsoft.com/office/officeart/2009/3/layout/BlockDescendingList"/>
    <dgm:cxn modelId="{B216B027-184D-42AB-9FD7-68F116F32666}" type="presParOf" srcId="{24DE83C8-E4AC-4C52-A7CC-D299A80E4EB8}" destId="{3EAB5ACA-2C70-4434-BD92-90049076F016}" srcOrd="0" destOrd="0" presId="urn:microsoft.com/office/officeart/2009/3/layout/BlockDescendingList"/>
    <dgm:cxn modelId="{D822A650-BA63-468D-B98E-204215B78362}" type="presParOf" srcId="{C524FE06-07E6-4A15-846B-78791BBEC99C}" destId="{FBC51B00-9F8B-40D8-9230-A6945275F9AC}" srcOrd="9" destOrd="0" presId="urn:microsoft.com/office/officeart/2009/3/layout/BlockDescendingList"/>
    <dgm:cxn modelId="{2C78F597-3E95-4420-8BF2-F90C790F9B18}" type="presParOf" srcId="{C524FE06-07E6-4A15-846B-78791BBEC99C}" destId="{A43B265C-D854-4B51-AB5D-1CA9DA712537}" srcOrd="10" destOrd="0" presId="urn:microsoft.com/office/officeart/2009/3/layout/BlockDescendingList"/>
    <dgm:cxn modelId="{2C5F0569-A3AB-4BC7-836D-5D0497A9604D}" type="presParOf" srcId="{C524FE06-07E6-4A15-846B-78791BBEC99C}" destId="{D2865201-2872-4E56-B86E-6CFCD5AD07EC}" srcOrd="11" destOrd="0" presId="urn:microsoft.com/office/officeart/2009/3/layout/BlockDescendingList"/>
    <dgm:cxn modelId="{78756D0F-8C66-4E18-A8A9-4794BD5AA559}" type="presParOf" srcId="{D2865201-2872-4E56-B86E-6CFCD5AD07EC}" destId="{3D91733C-BD27-4FBA-9F3F-BB18274B9484}" srcOrd="0" destOrd="0" presId="urn:microsoft.com/office/officeart/2009/3/layout/BlockDescendingList"/>
    <dgm:cxn modelId="{4BC08B9B-2D1B-4793-AE4A-0FFBC43F2640}" type="presParOf" srcId="{C524FE06-07E6-4A15-846B-78791BBEC99C}" destId="{7E547CB9-6E3D-4B48-A290-0D95F3999E9D}" srcOrd="12" destOrd="0" presId="urn:microsoft.com/office/officeart/2009/3/layout/BlockDescendingList"/>
    <dgm:cxn modelId="{89A26443-7C0A-42C8-B393-4EA8C78B7454}" type="presParOf" srcId="{C524FE06-07E6-4A15-846B-78791BBEC99C}" destId="{DE8204A1-3610-40E2-9C28-B5D67D4A46E0}" srcOrd="13" destOrd="0" presId="urn:microsoft.com/office/officeart/2009/3/layout/BlockDescendingList"/>
    <dgm:cxn modelId="{1A925F7A-6B98-403E-A14C-A6871A709944}" type="presParOf" srcId="{C524FE06-07E6-4A15-846B-78791BBEC99C}" destId="{EE539C3A-078C-4D9D-8F0D-9B7E05A8E130}" srcOrd="14" destOrd="0" presId="urn:microsoft.com/office/officeart/2009/3/layout/BlockDescendingList"/>
    <dgm:cxn modelId="{90331DD8-7181-4642-8E54-8D9E8D90768D}" type="presParOf" srcId="{EE539C3A-078C-4D9D-8F0D-9B7E05A8E130}" destId="{7ED38F69-AD48-48AB-B15B-6B64578006E0}" srcOrd="0" destOrd="0" presId="urn:microsoft.com/office/officeart/2009/3/layout/BlockDescendingList"/>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36.xml><?xml version="1.0" encoding="utf-8"?>
<dgm:dataModel xmlns:dgm="http://schemas.openxmlformats.org/drawingml/2006/diagram" xmlns:a="http://schemas.openxmlformats.org/drawingml/2006/main">
  <dgm:ptLst>
    <dgm:pt modelId="{B9C32B05-62EA-407A-B21C-2310C7945705}" type="doc">
      <dgm:prSet loTypeId="urn:microsoft.com/office/officeart/2005/8/layout/hList3" loCatId="list"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3AF880A5-0F00-4315-A5DF-1FE656798601}">
      <dgm:prSet phldrT="[Text]"/>
      <dgm:spPr/>
      <dgm:t>
        <a:bodyPr/>
        <a:lstStyle/>
        <a:p>
          <a:r>
            <a:rPr lang="en-US" dirty="0"/>
            <a:t>Level 2</a:t>
          </a:r>
        </a:p>
      </dgm:t>
    </dgm:pt>
    <dgm:pt modelId="{A13BB1F9-5857-4B43-8BF5-6589AA2CB759}" type="parTrans" cxnId="{24F8CBE2-5003-4E69-A772-6B98F2B05181}">
      <dgm:prSet/>
      <dgm:spPr/>
      <dgm:t>
        <a:bodyPr/>
        <a:lstStyle/>
        <a:p>
          <a:endParaRPr lang="en-US"/>
        </a:p>
      </dgm:t>
    </dgm:pt>
    <dgm:pt modelId="{C198C41D-2640-4669-83ED-E0CD35701C8E}" type="sibTrans" cxnId="{24F8CBE2-5003-4E69-A772-6B98F2B05181}">
      <dgm:prSet/>
      <dgm:spPr/>
      <dgm:t>
        <a:bodyPr/>
        <a:lstStyle/>
        <a:p>
          <a:endParaRPr lang="en-US"/>
        </a:p>
      </dgm:t>
    </dgm:pt>
    <dgm:pt modelId="{13C61790-DB00-46B9-90B5-91FC1474F80B}">
      <dgm:prSet phldrT="[Text]"/>
      <dgm:spPr/>
      <dgm:t>
        <a:bodyPr/>
        <a:lstStyle/>
        <a:p>
          <a:r>
            <a:rPr lang="en-US" dirty="0"/>
            <a:t>Level 3</a:t>
          </a:r>
        </a:p>
      </dgm:t>
    </dgm:pt>
    <dgm:pt modelId="{575DC180-F45B-4533-9470-6FC0263DD882}" type="parTrans" cxnId="{8A14F2EA-2321-4AFA-A9D9-F8109F8AB820}">
      <dgm:prSet/>
      <dgm:spPr/>
      <dgm:t>
        <a:bodyPr/>
        <a:lstStyle/>
        <a:p>
          <a:endParaRPr lang="en-US"/>
        </a:p>
      </dgm:t>
    </dgm:pt>
    <dgm:pt modelId="{E5426E5C-2711-4501-B279-687528040359}" type="sibTrans" cxnId="{8A14F2EA-2321-4AFA-A9D9-F8109F8AB820}">
      <dgm:prSet/>
      <dgm:spPr/>
      <dgm:t>
        <a:bodyPr/>
        <a:lstStyle/>
        <a:p>
          <a:endParaRPr lang="en-US"/>
        </a:p>
      </dgm:t>
    </dgm:pt>
    <dgm:pt modelId="{09BA98DE-DEC2-4D0D-8490-D3297BBF0088}">
      <dgm:prSet phldrT="[Text]"/>
      <dgm:spPr/>
      <dgm:t>
        <a:bodyPr/>
        <a:lstStyle/>
        <a:p>
          <a:r>
            <a:rPr lang="en-US" dirty="0"/>
            <a:t>Level 2</a:t>
          </a:r>
        </a:p>
      </dgm:t>
    </dgm:pt>
    <dgm:pt modelId="{8E89657A-9899-4663-8EBD-CE951A955DD5}" type="parTrans" cxnId="{B74A69C1-DB0A-4823-ABB8-FD9F97D1DF87}">
      <dgm:prSet/>
      <dgm:spPr/>
      <dgm:t>
        <a:bodyPr/>
        <a:lstStyle/>
        <a:p>
          <a:endParaRPr lang="en-US"/>
        </a:p>
      </dgm:t>
    </dgm:pt>
    <dgm:pt modelId="{D9604DA3-0B95-413D-AA9C-D75798C0FF52}" type="sibTrans" cxnId="{B74A69C1-DB0A-4823-ABB8-FD9F97D1DF87}">
      <dgm:prSet/>
      <dgm:spPr/>
      <dgm:t>
        <a:bodyPr/>
        <a:lstStyle/>
        <a:p>
          <a:endParaRPr lang="en-US"/>
        </a:p>
      </dgm:t>
    </dgm:pt>
    <dgm:pt modelId="{A7376EC0-5FEA-48A4-B284-B453C867CA4F}">
      <dgm:prSet phldrT="[Text]"/>
      <dgm:spPr/>
      <dgm:t>
        <a:bodyPr/>
        <a:lstStyle/>
        <a:p>
          <a:r>
            <a:rPr lang="en-US" dirty="0"/>
            <a:t>Level 3</a:t>
          </a:r>
        </a:p>
      </dgm:t>
    </dgm:pt>
    <dgm:pt modelId="{D8387D70-E1F9-4B42-8EE4-B3BED889F64B}" type="parTrans" cxnId="{AC431E10-8495-40FC-AE68-1DE0241390B0}">
      <dgm:prSet/>
      <dgm:spPr/>
      <dgm:t>
        <a:bodyPr/>
        <a:lstStyle/>
        <a:p>
          <a:endParaRPr lang="en-US"/>
        </a:p>
      </dgm:t>
    </dgm:pt>
    <dgm:pt modelId="{620F1AE9-67A6-43E4-8D4E-A7556D36F8F8}" type="sibTrans" cxnId="{AC431E10-8495-40FC-AE68-1DE0241390B0}">
      <dgm:prSet/>
      <dgm:spPr/>
      <dgm:t>
        <a:bodyPr/>
        <a:lstStyle/>
        <a:p>
          <a:endParaRPr lang="en-US"/>
        </a:p>
      </dgm:t>
    </dgm:pt>
    <dgm:pt modelId="{26E3E9D5-A63C-4368-A13F-398183488C9D}">
      <dgm:prSet phldrT="[Text]"/>
      <dgm:spPr/>
      <dgm:t>
        <a:bodyPr/>
        <a:lstStyle/>
        <a:p>
          <a:r>
            <a:rPr lang="en-US" dirty="0"/>
            <a:t>Level 3</a:t>
          </a:r>
        </a:p>
      </dgm:t>
    </dgm:pt>
    <dgm:pt modelId="{A02D0C04-B1DF-4477-9579-B6716093465C}" type="parTrans" cxnId="{DF607A82-B47D-42E7-BF4D-627E72C64EC8}">
      <dgm:prSet/>
      <dgm:spPr/>
      <dgm:t>
        <a:bodyPr/>
        <a:lstStyle/>
        <a:p>
          <a:endParaRPr lang="en-US"/>
        </a:p>
      </dgm:t>
    </dgm:pt>
    <dgm:pt modelId="{F6C0BA21-E5A2-44F4-82B7-41A200EFFE77}" type="sibTrans" cxnId="{DF607A82-B47D-42E7-BF4D-627E72C64EC8}">
      <dgm:prSet/>
      <dgm:spPr/>
      <dgm:t>
        <a:bodyPr/>
        <a:lstStyle/>
        <a:p>
          <a:endParaRPr lang="en-US"/>
        </a:p>
      </dgm:t>
    </dgm:pt>
    <dgm:pt modelId="{2B1EB3C1-1B01-4F3D-947E-80DC0147CECD}">
      <dgm:prSet phldrT="[Text]"/>
      <dgm:spPr/>
      <dgm:t>
        <a:bodyPr/>
        <a:lstStyle/>
        <a:p>
          <a:r>
            <a:rPr lang="en-US" dirty="0"/>
            <a:t>Level 3</a:t>
          </a:r>
        </a:p>
      </dgm:t>
    </dgm:pt>
    <dgm:pt modelId="{E23CF773-27E5-4775-A0F5-193C130CDCB2}" type="parTrans" cxnId="{C286E48F-8D05-4667-819A-DB31291D9B1D}">
      <dgm:prSet/>
      <dgm:spPr/>
      <dgm:t>
        <a:bodyPr/>
        <a:lstStyle/>
        <a:p>
          <a:endParaRPr lang="en-US"/>
        </a:p>
      </dgm:t>
    </dgm:pt>
    <dgm:pt modelId="{54A2AB2C-7DD4-4E61-B8AF-D704C54B8C81}" type="sibTrans" cxnId="{C286E48F-8D05-4667-819A-DB31291D9B1D}">
      <dgm:prSet/>
      <dgm:spPr/>
      <dgm:t>
        <a:bodyPr/>
        <a:lstStyle/>
        <a:p>
          <a:endParaRPr lang="en-US"/>
        </a:p>
      </dgm:t>
    </dgm:pt>
    <dgm:pt modelId="{0CFCAAD5-3095-412D-BFBD-62E46B97707B}">
      <dgm:prSet phldrT="[Text]"/>
      <dgm:spPr/>
      <dgm:t>
        <a:bodyPr/>
        <a:lstStyle/>
        <a:p>
          <a:r>
            <a:rPr lang="en-US" dirty="0"/>
            <a:t>Level 2</a:t>
          </a:r>
        </a:p>
      </dgm:t>
    </dgm:pt>
    <dgm:pt modelId="{102D8AF5-04C6-4972-9226-D50B042580D4}" type="parTrans" cxnId="{309062E7-E2D0-4C29-9B15-A86F7765E035}">
      <dgm:prSet/>
      <dgm:spPr/>
      <dgm:t>
        <a:bodyPr/>
        <a:lstStyle/>
        <a:p>
          <a:endParaRPr lang="en-US"/>
        </a:p>
      </dgm:t>
    </dgm:pt>
    <dgm:pt modelId="{9429C079-4D97-4901-8718-4F61DAFC9E8B}" type="sibTrans" cxnId="{309062E7-E2D0-4C29-9B15-A86F7765E035}">
      <dgm:prSet/>
      <dgm:spPr/>
      <dgm:t>
        <a:bodyPr/>
        <a:lstStyle/>
        <a:p>
          <a:endParaRPr lang="en-US"/>
        </a:p>
      </dgm:t>
    </dgm:pt>
    <dgm:pt modelId="{977D9BB8-CB46-4F2A-906C-564EB424084B}">
      <dgm:prSet phldrT="[Text]"/>
      <dgm:spPr/>
      <dgm:t>
        <a:bodyPr/>
        <a:lstStyle/>
        <a:p>
          <a:r>
            <a:rPr lang="en-US" dirty="0"/>
            <a:t>Level 2</a:t>
          </a:r>
        </a:p>
      </dgm:t>
    </dgm:pt>
    <dgm:pt modelId="{A7FD6FDD-2DD1-4C49-932A-BB1DDFD6301E}" type="parTrans" cxnId="{6DF71B99-218E-47B3-9233-F5F983CAB630}">
      <dgm:prSet/>
      <dgm:spPr/>
      <dgm:t>
        <a:bodyPr/>
        <a:lstStyle/>
        <a:p>
          <a:endParaRPr lang="en-US"/>
        </a:p>
      </dgm:t>
    </dgm:pt>
    <dgm:pt modelId="{3380322C-F6AF-4C28-B125-FCDB315FBF7C}" type="sibTrans" cxnId="{6DF71B99-218E-47B3-9233-F5F983CAB630}">
      <dgm:prSet/>
      <dgm:spPr/>
      <dgm:t>
        <a:bodyPr/>
        <a:lstStyle/>
        <a:p>
          <a:endParaRPr lang="en-US"/>
        </a:p>
      </dgm:t>
    </dgm:pt>
    <dgm:pt modelId="{48D8686F-C158-4EDC-AFBC-DE0824C33B5C}">
      <dgm:prSet phldrT="[Text]"/>
      <dgm:spPr/>
      <dgm:t>
        <a:bodyPr/>
        <a:lstStyle/>
        <a:p>
          <a:r>
            <a:rPr lang="en-US" dirty="0"/>
            <a:t>Level 3</a:t>
          </a:r>
        </a:p>
      </dgm:t>
    </dgm:pt>
    <dgm:pt modelId="{B5FE9BDE-A644-4114-824D-1776411489F7}" type="parTrans" cxnId="{F221BE26-B7E2-4056-B49D-C92BEB00EE0F}">
      <dgm:prSet/>
      <dgm:spPr/>
      <dgm:t>
        <a:bodyPr/>
        <a:lstStyle/>
        <a:p>
          <a:endParaRPr lang="en-US"/>
        </a:p>
      </dgm:t>
    </dgm:pt>
    <dgm:pt modelId="{C4BDEBB2-0E1F-4DB8-9CD4-9EC857CE245A}" type="sibTrans" cxnId="{F221BE26-B7E2-4056-B49D-C92BEB00EE0F}">
      <dgm:prSet/>
      <dgm:spPr/>
      <dgm:t>
        <a:bodyPr/>
        <a:lstStyle/>
        <a:p>
          <a:endParaRPr lang="en-US"/>
        </a:p>
      </dgm:t>
    </dgm:pt>
    <dgm:pt modelId="{96270F8D-6368-4091-A1B4-C232C8A2D194}">
      <dgm:prSet phldrT="[Text]"/>
      <dgm:spPr/>
      <dgm:t>
        <a:bodyPr/>
        <a:lstStyle/>
        <a:p>
          <a:r>
            <a:rPr lang="en-US" dirty="0"/>
            <a:t>Level 3</a:t>
          </a:r>
        </a:p>
      </dgm:t>
    </dgm:pt>
    <dgm:pt modelId="{2CBAFCA2-64FE-44AD-90B1-D4E363607288}" type="parTrans" cxnId="{8DB2D6DA-B376-42E3-A70D-480C24DE7BF5}">
      <dgm:prSet/>
      <dgm:spPr/>
      <dgm:t>
        <a:bodyPr/>
        <a:lstStyle/>
        <a:p>
          <a:endParaRPr lang="en-US"/>
        </a:p>
      </dgm:t>
    </dgm:pt>
    <dgm:pt modelId="{965F9CF2-BF3A-4353-B2D2-73A90D6FEB5C}" type="sibTrans" cxnId="{8DB2D6DA-B376-42E3-A70D-480C24DE7BF5}">
      <dgm:prSet/>
      <dgm:spPr/>
      <dgm:t>
        <a:bodyPr/>
        <a:lstStyle/>
        <a:p>
          <a:endParaRPr lang="en-US"/>
        </a:p>
      </dgm:t>
    </dgm:pt>
    <dgm:pt modelId="{089D2DDC-3C50-4B6D-9E9E-6390DE074086}">
      <dgm:prSet phldrT="[Text]"/>
      <dgm:spPr/>
      <dgm:t>
        <a:bodyPr/>
        <a:lstStyle/>
        <a:p>
          <a:r>
            <a:rPr lang="en-US" dirty="0"/>
            <a:t>Level 3</a:t>
          </a:r>
        </a:p>
      </dgm:t>
    </dgm:pt>
    <dgm:pt modelId="{FADCCC4A-DAD7-4E94-91E8-9C28E0B4BAFC}" type="parTrans" cxnId="{B42A8FE2-C6CD-4BE3-BDAB-FDAF5561CF2D}">
      <dgm:prSet/>
      <dgm:spPr/>
      <dgm:t>
        <a:bodyPr/>
        <a:lstStyle/>
        <a:p>
          <a:endParaRPr lang="en-US"/>
        </a:p>
      </dgm:t>
    </dgm:pt>
    <dgm:pt modelId="{CA02ED85-6EB3-4F95-8AAA-977007160291}" type="sibTrans" cxnId="{B42A8FE2-C6CD-4BE3-BDAB-FDAF5561CF2D}">
      <dgm:prSet/>
      <dgm:spPr/>
      <dgm:t>
        <a:bodyPr/>
        <a:lstStyle/>
        <a:p>
          <a:endParaRPr lang="en-US"/>
        </a:p>
      </dgm:t>
    </dgm:pt>
    <dgm:pt modelId="{EEEF37DC-7938-41ED-9A9A-A67E4207621A}">
      <dgm:prSet phldrT="[Text]"/>
      <dgm:spPr/>
      <dgm:t>
        <a:bodyPr/>
        <a:lstStyle/>
        <a:p>
          <a:r>
            <a:rPr lang="en-US" dirty="0"/>
            <a:t>Level 3</a:t>
          </a:r>
        </a:p>
      </dgm:t>
    </dgm:pt>
    <dgm:pt modelId="{F07F77AE-B32C-4106-BE9F-F1FE44562DDC}" type="parTrans" cxnId="{1DAF6205-E5E6-431D-BAF1-DCE222DCC692}">
      <dgm:prSet/>
      <dgm:spPr/>
      <dgm:t>
        <a:bodyPr/>
        <a:lstStyle/>
        <a:p>
          <a:endParaRPr lang="en-US"/>
        </a:p>
      </dgm:t>
    </dgm:pt>
    <dgm:pt modelId="{E2F71BCC-757E-49FB-A781-12D7921F25E7}" type="sibTrans" cxnId="{1DAF6205-E5E6-431D-BAF1-DCE222DCC692}">
      <dgm:prSet/>
      <dgm:spPr/>
      <dgm:t>
        <a:bodyPr/>
        <a:lstStyle/>
        <a:p>
          <a:endParaRPr lang="en-US"/>
        </a:p>
      </dgm:t>
    </dgm:pt>
    <dgm:pt modelId="{12202A1C-8393-4032-9DCF-754E7CAC761D}">
      <dgm:prSet phldrT="[Text]"/>
      <dgm:spPr/>
      <dgm:t>
        <a:bodyPr/>
        <a:lstStyle/>
        <a:p>
          <a:r>
            <a:rPr lang="en-US" dirty="0"/>
            <a:t>Level 2</a:t>
          </a:r>
        </a:p>
      </dgm:t>
    </dgm:pt>
    <dgm:pt modelId="{379E14A5-FE44-42AB-9F33-71F42FB0D7C1}" type="sibTrans" cxnId="{F582F450-F120-41B3-B4D3-86A8BD1A0886}">
      <dgm:prSet/>
      <dgm:spPr/>
      <dgm:t>
        <a:bodyPr/>
        <a:lstStyle/>
        <a:p>
          <a:endParaRPr lang="en-US"/>
        </a:p>
      </dgm:t>
    </dgm:pt>
    <dgm:pt modelId="{05E166A6-0D14-46B8-BAA6-90ED6BBC9424}" type="parTrans" cxnId="{F582F450-F120-41B3-B4D3-86A8BD1A0886}">
      <dgm:prSet/>
      <dgm:spPr/>
      <dgm:t>
        <a:bodyPr/>
        <a:lstStyle/>
        <a:p>
          <a:endParaRPr lang="en-US"/>
        </a:p>
      </dgm:t>
    </dgm:pt>
    <dgm:pt modelId="{4659B648-8B49-4B03-9CB4-F84F7E4FBDCC}" type="pres">
      <dgm:prSet presAssocID="{B9C32B05-62EA-407A-B21C-2310C7945705}" presName="composite" presStyleCnt="0">
        <dgm:presLayoutVars>
          <dgm:chMax val="1"/>
          <dgm:dir/>
          <dgm:resizeHandles val="exact"/>
        </dgm:presLayoutVars>
      </dgm:prSet>
      <dgm:spPr/>
    </dgm:pt>
    <dgm:pt modelId="{C04C4EC9-6F14-407E-80A0-6666749808EE}" type="pres">
      <dgm:prSet presAssocID="{42D71409-67F9-455C-8C6D-716D284AAA6B}" presName="roof" presStyleLbl="dkBgShp" presStyleIdx="0" presStyleCnt="2"/>
      <dgm:spPr/>
    </dgm:pt>
    <dgm:pt modelId="{AAF8CA62-3B1F-47DB-AEFE-F33428257532}" type="pres">
      <dgm:prSet presAssocID="{42D71409-67F9-455C-8C6D-716D284AAA6B}" presName="pillars" presStyleCnt="0"/>
      <dgm:spPr/>
    </dgm:pt>
    <dgm:pt modelId="{5EAA0D25-ACA4-49BA-A34C-720503D12D50}" type="pres">
      <dgm:prSet presAssocID="{42D71409-67F9-455C-8C6D-716D284AAA6B}" presName="pillar1" presStyleLbl="node1" presStyleIdx="0" presStyleCnt="5">
        <dgm:presLayoutVars>
          <dgm:bulletEnabled val="1"/>
        </dgm:presLayoutVars>
      </dgm:prSet>
      <dgm:spPr/>
    </dgm:pt>
    <dgm:pt modelId="{1D3C5877-9A25-40DD-BC41-0DFB360EB26A}" type="pres">
      <dgm:prSet presAssocID="{3AF880A5-0F00-4315-A5DF-1FE656798601}" presName="pillarX" presStyleLbl="node1" presStyleIdx="1" presStyleCnt="5">
        <dgm:presLayoutVars>
          <dgm:bulletEnabled val="1"/>
        </dgm:presLayoutVars>
      </dgm:prSet>
      <dgm:spPr/>
    </dgm:pt>
    <dgm:pt modelId="{96B9B5BB-94A4-4888-A1AA-A9FF6BFFDC42}" type="pres">
      <dgm:prSet presAssocID="{12202A1C-8393-4032-9DCF-754E7CAC761D}" presName="pillarX" presStyleLbl="node1" presStyleIdx="2" presStyleCnt="5">
        <dgm:presLayoutVars>
          <dgm:bulletEnabled val="1"/>
        </dgm:presLayoutVars>
      </dgm:prSet>
      <dgm:spPr/>
    </dgm:pt>
    <dgm:pt modelId="{F14F3BF6-CAA9-4467-BA82-F3BF0AEA6E99}" type="pres">
      <dgm:prSet presAssocID="{0CFCAAD5-3095-412D-BFBD-62E46B97707B}" presName="pillarX" presStyleLbl="node1" presStyleIdx="3" presStyleCnt="5">
        <dgm:presLayoutVars>
          <dgm:bulletEnabled val="1"/>
        </dgm:presLayoutVars>
      </dgm:prSet>
      <dgm:spPr/>
    </dgm:pt>
    <dgm:pt modelId="{DEE7C602-3B55-436D-A16E-A5CFCAA9CA93}" type="pres">
      <dgm:prSet presAssocID="{977D9BB8-CB46-4F2A-906C-564EB424084B}" presName="pillarX" presStyleLbl="node1" presStyleIdx="4" presStyleCnt="5">
        <dgm:presLayoutVars>
          <dgm:bulletEnabled val="1"/>
        </dgm:presLayoutVars>
      </dgm:prSet>
      <dgm:spPr/>
    </dgm:pt>
    <dgm:pt modelId="{1375A91D-67BD-46AF-8748-AFB8C4E13522}" type="pres">
      <dgm:prSet presAssocID="{42D71409-67F9-455C-8C6D-716D284AAA6B}" presName="base" presStyleLbl="dkBgShp" presStyleIdx="1" presStyleCnt="2"/>
      <dgm:spPr/>
    </dgm:pt>
  </dgm:ptLst>
  <dgm:cxnLst>
    <dgm:cxn modelId="{43A00901-878B-4997-BBFF-B72F8EFD5B4F}" type="presOf" srcId="{977D9BB8-CB46-4F2A-906C-564EB424084B}" destId="{DEE7C602-3B55-436D-A16E-A5CFCAA9CA93}" srcOrd="0" destOrd="0" presId="urn:microsoft.com/office/officeart/2005/8/layout/hList3"/>
    <dgm:cxn modelId="{7981EE03-14F0-4402-9F61-4E0B0B3AB0A3}" type="presOf" srcId="{B9C32B05-62EA-407A-B21C-2310C7945705}" destId="{4659B648-8B49-4B03-9CB4-F84F7E4FBDCC}" srcOrd="0" destOrd="0" presId="urn:microsoft.com/office/officeart/2005/8/layout/hList3"/>
    <dgm:cxn modelId="{1DAF6205-E5E6-431D-BAF1-DCE222DCC692}" srcId="{977D9BB8-CB46-4F2A-906C-564EB424084B}" destId="{EEEF37DC-7938-41ED-9A9A-A67E4207621A}" srcOrd="1" destOrd="0" parTransId="{F07F77AE-B32C-4106-BE9F-F1FE44562DDC}" sibTransId="{E2F71BCC-757E-49FB-A781-12D7921F25E7}"/>
    <dgm:cxn modelId="{7E8B2306-4BDA-4588-81F5-C2FE76B5C710}" type="presOf" srcId="{09BA98DE-DEC2-4D0D-8490-D3297BBF0088}" destId="{5EAA0D25-ACA4-49BA-A34C-720503D12D50}" srcOrd="0" destOrd="0" presId="urn:microsoft.com/office/officeart/2005/8/layout/hList3"/>
    <dgm:cxn modelId="{AC431E10-8495-40FC-AE68-1DE0241390B0}" srcId="{09BA98DE-DEC2-4D0D-8490-D3297BBF0088}" destId="{A7376EC0-5FEA-48A4-B284-B453C867CA4F}" srcOrd="0" destOrd="0" parTransId="{D8387D70-E1F9-4B42-8EE4-B3BED889F64B}" sibTransId="{620F1AE9-67A6-43E4-8D4E-A7556D36F8F8}"/>
    <dgm:cxn modelId="{36DEFA13-E244-451B-872F-58554E53A6A9}" type="presOf" srcId="{48D8686F-C158-4EDC-AFBC-DE0824C33B5C}" destId="{F14F3BF6-CAA9-4467-BA82-F3BF0AEA6E99}" srcOrd="0" destOrd="1" presId="urn:microsoft.com/office/officeart/2005/8/layout/hList3"/>
    <dgm:cxn modelId="{2AA9C11F-1F1D-428E-801A-47EAA766C99D}" srcId="{B9C32B05-62EA-407A-B21C-2310C7945705}" destId="{42D71409-67F9-455C-8C6D-716D284AAA6B}" srcOrd="0" destOrd="0" parTransId="{51680ED1-AF6E-4B28-AE94-92B0EFB0DF7D}" sibTransId="{478B7D3C-9FB4-4BC6-90AC-49960560DECD}"/>
    <dgm:cxn modelId="{F221BE26-B7E2-4056-B49D-C92BEB00EE0F}" srcId="{0CFCAAD5-3095-412D-BFBD-62E46B97707B}" destId="{48D8686F-C158-4EDC-AFBC-DE0824C33B5C}" srcOrd="0" destOrd="0" parTransId="{B5FE9BDE-A644-4114-824D-1776411489F7}" sibTransId="{C4BDEBB2-0E1F-4DB8-9CD4-9EC857CE245A}"/>
    <dgm:cxn modelId="{0F753833-D1E1-475C-A3D2-A1B9EF5C73A0}" type="presOf" srcId="{A7376EC0-5FEA-48A4-B284-B453C867CA4F}" destId="{5EAA0D25-ACA4-49BA-A34C-720503D12D50}" srcOrd="0" destOrd="1" presId="urn:microsoft.com/office/officeart/2005/8/layout/hList3"/>
    <dgm:cxn modelId="{73553139-BFF3-47D9-AF04-CB1537E57E23}" type="presOf" srcId="{0CFCAAD5-3095-412D-BFBD-62E46B97707B}" destId="{F14F3BF6-CAA9-4467-BA82-F3BF0AEA6E99}" srcOrd="0" destOrd="0" presId="urn:microsoft.com/office/officeart/2005/8/layout/hList3"/>
    <dgm:cxn modelId="{95C8536B-BB72-4CB1-AD52-8BD3249A8287}" type="presOf" srcId="{089D2DDC-3C50-4B6D-9E9E-6390DE074086}" destId="{DEE7C602-3B55-436D-A16E-A5CFCAA9CA93}" srcOrd="0" destOrd="1" presId="urn:microsoft.com/office/officeart/2005/8/layout/hList3"/>
    <dgm:cxn modelId="{8502764B-B3DE-49FF-9605-DF2773D38FFC}" type="presOf" srcId="{42D71409-67F9-455C-8C6D-716D284AAA6B}" destId="{C04C4EC9-6F14-407E-80A0-6666749808EE}" srcOrd="0" destOrd="0" presId="urn:microsoft.com/office/officeart/2005/8/layout/hList3"/>
    <dgm:cxn modelId="{F582F450-F120-41B3-B4D3-86A8BD1A0886}" srcId="{42D71409-67F9-455C-8C6D-716D284AAA6B}" destId="{12202A1C-8393-4032-9DCF-754E7CAC761D}" srcOrd="2" destOrd="0" parTransId="{05E166A6-0D14-46B8-BAA6-90ED6BBC9424}" sibTransId="{379E14A5-FE44-42AB-9F33-71F42FB0D7C1}"/>
    <dgm:cxn modelId="{DF607A82-B47D-42E7-BF4D-627E72C64EC8}" srcId="{12202A1C-8393-4032-9DCF-754E7CAC761D}" destId="{26E3E9D5-A63C-4368-A13F-398183488C9D}" srcOrd="0" destOrd="0" parTransId="{A02D0C04-B1DF-4477-9579-B6716093465C}" sibTransId="{F6C0BA21-E5A2-44F4-82B7-41A200EFFE77}"/>
    <dgm:cxn modelId="{C286E48F-8D05-4667-819A-DB31291D9B1D}" srcId="{12202A1C-8393-4032-9DCF-754E7CAC761D}" destId="{2B1EB3C1-1B01-4F3D-947E-80DC0147CECD}" srcOrd="1" destOrd="0" parTransId="{E23CF773-27E5-4775-A0F5-193C130CDCB2}" sibTransId="{54A2AB2C-7DD4-4E61-B8AF-D704C54B8C81}"/>
    <dgm:cxn modelId="{6DF71B99-218E-47B3-9233-F5F983CAB630}" srcId="{42D71409-67F9-455C-8C6D-716D284AAA6B}" destId="{977D9BB8-CB46-4F2A-906C-564EB424084B}" srcOrd="4" destOrd="0" parTransId="{A7FD6FDD-2DD1-4C49-932A-BB1DDFD6301E}" sibTransId="{3380322C-F6AF-4C28-B125-FCDB315FBF7C}"/>
    <dgm:cxn modelId="{A3CF99A9-00DB-406C-995C-A594FFD5F2B5}" type="presOf" srcId="{13C61790-DB00-46B9-90B5-91FC1474F80B}" destId="{1D3C5877-9A25-40DD-BC41-0DFB360EB26A}" srcOrd="0" destOrd="1" presId="urn:microsoft.com/office/officeart/2005/8/layout/hList3"/>
    <dgm:cxn modelId="{D99515BD-3FCD-4A1D-9179-70D8B6CAD8F4}" type="presOf" srcId="{2B1EB3C1-1B01-4F3D-947E-80DC0147CECD}" destId="{96B9B5BB-94A4-4888-A1AA-A9FF6BFFDC42}" srcOrd="0" destOrd="2" presId="urn:microsoft.com/office/officeart/2005/8/layout/hList3"/>
    <dgm:cxn modelId="{B74A69C1-DB0A-4823-ABB8-FD9F97D1DF87}" srcId="{42D71409-67F9-455C-8C6D-716D284AAA6B}" destId="{09BA98DE-DEC2-4D0D-8490-D3297BBF0088}" srcOrd="0" destOrd="0" parTransId="{8E89657A-9899-4663-8EBD-CE951A955DD5}" sibTransId="{D9604DA3-0B95-413D-AA9C-D75798C0FF52}"/>
    <dgm:cxn modelId="{480184C3-B422-4519-BD52-16939B50F7E9}" type="presOf" srcId="{96270F8D-6368-4091-A1B4-C232C8A2D194}" destId="{F14F3BF6-CAA9-4467-BA82-F3BF0AEA6E99}" srcOrd="0" destOrd="2" presId="urn:microsoft.com/office/officeart/2005/8/layout/hList3"/>
    <dgm:cxn modelId="{9D37EFC9-A026-4CE6-A1C5-C6C5292B4880}" type="presOf" srcId="{26E3E9D5-A63C-4368-A13F-398183488C9D}" destId="{96B9B5BB-94A4-4888-A1AA-A9FF6BFFDC42}" srcOrd="0" destOrd="1" presId="urn:microsoft.com/office/officeart/2005/8/layout/hList3"/>
    <dgm:cxn modelId="{2B400DCF-03C3-46B1-9086-85E3894372F7}" type="presOf" srcId="{EEEF37DC-7938-41ED-9A9A-A67E4207621A}" destId="{DEE7C602-3B55-436D-A16E-A5CFCAA9CA93}" srcOrd="0" destOrd="2" presId="urn:microsoft.com/office/officeart/2005/8/layout/hList3"/>
    <dgm:cxn modelId="{8DB2D6DA-B376-42E3-A70D-480C24DE7BF5}" srcId="{0CFCAAD5-3095-412D-BFBD-62E46B97707B}" destId="{96270F8D-6368-4091-A1B4-C232C8A2D194}" srcOrd="1" destOrd="0" parTransId="{2CBAFCA2-64FE-44AD-90B1-D4E363607288}" sibTransId="{965F9CF2-BF3A-4353-B2D2-73A90D6FEB5C}"/>
    <dgm:cxn modelId="{BDAF78E2-65A5-4F95-AB0A-6BF728B87CCF}" type="presOf" srcId="{3AF880A5-0F00-4315-A5DF-1FE656798601}" destId="{1D3C5877-9A25-40DD-BC41-0DFB360EB26A}" srcOrd="0" destOrd="0" presId="urn:microsoft.com/office/officeart/2005/8/layout/hList3"/>
    <dgm:cxn modelId="{B42A8FE2-C6CD-4BE3-BDAB-FDAF5561CF2D}" srcId="{977D9BB8-CB46-4F2A-906C-564EB424084B}" destId="{089D2DDC-3C50-4B6D-9E9E-6390DE074086}" srcOrd="0" destOrd="0" parTransId="{FADCCC4A-DAD7-4E94-91E8-9C28E0B4BAFC}" sibTransId="{CA02ED85-6EB3-4F95-8AAA-977007160291}"/>
    <dgm:cxn modelId="{24F8CBE2-5003-4E69-A772-6B98F2B05181}" srcId="{42D71409-67F9-455C-8C6D-716D284AAA6B}" destId="{3AF880A5-0F00-4315-A5DF-1FE656798601}" srcOrd="1" destOrd="0" parTransId="{A13BB1F9-5857-4B43-8BF5-6589AA2CB759}" sibTransId="{C198C41D-2640-4669-83ED-E0CD35701C8E}"/>
    <dgm:cxn modelId="{309062E7-E2D0-4C29-9B15-A86F7765E035}" srcId="{42D71409-67F9-455C-8C6D-716D284AAA6B}" destId="{0CFCAAD5-3095-412D-BFBD-62E46B97707B}" srcOrd="3" destOrd="0" parTransId="{102D8AF5-04C6-4972-9226-D50B042580D4}" sibTransId="{9429C079-4D97-4901-8718-4F61DAFC9E8B}"/>
    <dgm:cxn modelId="{8A14F2EA-2321-4AFA-A9D9-F8109F8AB820}" srcId="{3AF880A5-0F00-4315-A5DF-1FE656798601}" destId="{13C61790-DB00-46B9-90B5-91FC1474F80B}" srcOrd="0" destOrd="0" parTransId="{575DC180-F45B-4533-9470-6FC0263DD882}" sibTransId="{E5426E5C-2711-4501-B279-687528040359}"/>
    <dgm:cxn modelId="{C6B23BF3-CFFD-4AC6-BDD5-67B79E9FF667}" type="presOf" srcId="{12202A1C-8393-4032-9DCF-754E7CAC761D}" destId="{96B9B5BB-94A4-4888-A1AA-A9FF6BFFDC42}" srcOrd="0" destOrd="0" presId="urn:microsoft.com/office/officeart/2005/8/layout/hList3"/>
    <dgm:cxn modelId="{AA7C0421-4854-4123-9F10-C0E43A53CF8B}" type="presParOf" srcId="{4659B648-8B49-4B03-9CB4-F84F7E4FBDCC}" destId="{C04C4EC9-6F14-407E-80A0-6666749808EE}" srcOrd="0" destOrd="0" presId="urn:microsoft.com/office/officeart/2005/8/layout/hList3"/>
    <dgm:cxn modelId="{EE4C96CE-C63E-4B1C-9AA8-96E34C279B2E}" type="presParOf" srcId="{4659B648-8B49-4B03-9CB4-F84F7E4FBDCC}" destId="{AAF8CA62-3B1F-47DB-AEFE-F33428257532}" srcOrd="1" destOrd="0" presId="urn:microsoft.com/office/officeart/2005/8/layout/hList3"/>
    <dgm:cxn modelId="{4FCCF324-2B61-4E8E-9273-22008E3FAC88}" type="presParOf" srcId="{AAF8CA62-3B1F-47DB-AEFE-F33428257532}" destId="{5EAA0D25-ACA4-49BA-A34C-720503D12D50}" srcOrd="0" destOrd="0" presId="urn:microsoft.com/office/officeart/2005/8/layout/hList3"/>
    <dgm:cxn modelId="{5C7C492A-A402-437B-B65C-965781B15075}" type="presParOf" srcId="{AAF8CA62-3B1F-47DB-AEFE-F33428257532}" destId="{1D3C5877-9A25-40DD-BC41-0DFB360EB26A}" srcOrd="1" destOrd="0" presId="urn:microsoft.com/office/officeart/2005/8/layout/hList3"/>
    <dgm:cxn modelId="{D933B68F-A7C4-4185-BD13-F310C3AC985F}" type="presParOf" srcId="{AAF8CA62-3B1F-47DB-AEFE-F33428257532}" destId="{96B9B5BB-94A4-4888-A1AA-A9FF6BFFDC42}" srcOrd="2" destOrd="0" presId="urn:microsoft.com/office/officeart/2005/8/layout/hList3"/>
    <dgm:cxn modelId="{84E1C778-8700-4829-9A71-996516A5869E}" type="presParOf" srcId="{AAF8CA62-3B1F-47DB-AEFE-F33428257532}" destId="{F14F3BF6-CAA9-4467-BA82-F3BF0AEA6E99}" srcOrd="3" destOrd="0" presId="urn:microsoft.com/office/officeart/2005/8/layout/hList3"/>
    <dgm:cxn modelId="{ED2DA187-4621-4F9C-8D17-8A842CD15719}" type="presParOf" srcId="{AAF8CA62-3B1F-47DB-AEFE-F33428257532}" destId="{DEE7C602-3B55-436D-A16E-A5CFCAA9CA93}" srcOrd="4" destOrd="0" presId="urn:microsoft.com/office/officeart/2005/8/layout/hList3"/>
    <dgm:cxn modelId="{5BEF787D-C23C-4920-A861-263989230CBC}" type="presParOf" srcId="{4659B648-8B49-4B03-9CB4-F84F7E4FBDCC}" destId="{1375A91D-67BD-46AF-8748-AFB8C4E13522}" srcOrd="2" destOrd="0" presId="urn:microsoft.com/office/officeart/2005/8/layout/hList3"/>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37.xml><?xml version="1.0" encoding="utf-8"?>
<dgm:dataModel xmlns:dgm="http://schemas.openxmlformats.org/drawingml/2006/diagram" xmlns:a="http://schemas.openxmlformats.org/drawingml/2006/main">
  <dgm:ptLst>
    <dgm:pt modelId="{B9C32B05-62EA-407A-B21C-2310C7945705}" type="doc">
      <dgm:prSet loTypeId="urn:microsoft.com/office/officeart/2008/layout/VerticalCurvedList" loCatId="list"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F66099B6-DBBD-4AB0-82D2-877B80F846F7}">
      <dgm:prSet phldrT="[Text]"/>
      <dgm:spPr/>
      <dgm:t>
        <a:bodyPr/>
        <a:lstStyle/>
        <a:p>
          <a:r>
            <a:rPr lang="en-US" dirty="0"/>
            <a:t>Lorem Ipsum</a:t>
          </a:r>
        </a:p>
      </dgm:t>
    </dgm:pt>
    <dgm:pt modelId="{B09C8BFB-F41C-4AC4-AB94-F216E3081C2D}" type="parTrans" cxnId="{B4F3EA32-CE64-4A92-9BAE-BC57E5392B05}">
      <dgm:prSet/>
      <dgm:spPr/>
      <dgm:t>
        <a:bodyPr/>
        <a:lstStyle/>
        <a:p>
          <a:endParaRPr lang="en-US"/>
        </a:p>
      </dgm:t>
    </dgm:pt>
    <dgm:pt modelId="{BC531B32-9B0E-482E-BF91-65C61F17168D}" type="sibTrans" cxnId="{B4F3EA32-CE64-4A92-9BAE-BC57E5392B05}">
      <dgm:prSet/>
      <dgm:spPr/>
      <dgm:t>
        <a:bodyPr/>
        <a:lstStyle/>
        <a:p>
          <a:endParaRPr lang="en-US"/>
        </a:p>
      </dgm:t>
    </dgm:pt>
    <dgm:pt modelId="{EE62A4F6-4AC4-435B-990E-81A71CE8CAC7}">
      <dgm:prSet phldrT="[Text]"/>
      <dgm:spPr/>
      <dgm:t>
        <a:bodyPr/>
        <a:lstStyle/>
        <a:p>
          <a:r>
            <a:rPr lang="en-US" dirty="0"/>
            <a:t>Lorem Ipsum</a:t>
          </a:r>
        </a:p>
      </dgm:t>
    </dgm:pt>
    <dgm:pt modelId="{F287B947-7343-4FA2-B288-B23A59FFAE31}" type="parTrans" cxnId="{3A2CECA6-0C5B-46BB-B7C6-7D37E9D210BD}">
      <dgm:prSet/>
      <dgm:spPr/>
      <dgm:t>
        <a:bodyPr/>
        <a:lstStyle/>
        <a:p>
          <a:endParaRPr lang="en-US"/>
        </a:p>
      </dgm:t>
    </dgm:pt>
    <dgm:pt modelId="{389F9A93-0231-4877-8C41-5D5B8DD7AAC0}" type="sibTrans" cxnId="{3A2CECA6-0C5B-46BB-B7C6-7D37E9D210BD}">
      <dgm:prSet/>
      <dgm:spPr/>
      <dgm:t>
        <a:bodyPr/>
        <a:lstStyle/>
        <a:p>
          <a:endParaRPr lang="en-US"/>
        </a:p>
      </dgm:t>
    </dgm:pt>
    <dgm:pt modelId="{B6D9DE15-697B-42C2-B6A1-CE31260EED93}">
      <dgm:prSet phldrT="[Text]"/>
      <dgm:spPr/>
      <dgm:t>
        <a:bodyPr/>
        <a:lstStyle/>
        <a:p>
          <a:r>
            <a:rPr lang="en-US" dirty="0"/>
            <a:t>Lorem Ipsum</a:t>
          </a:r>
        </a:p>
      </dgm:t>
    </dgm:pt>
    <dgm:pt modelId="{EAC9FC21-5112-4CCF-8070-06ED15ED24ED}" type="parTrans" cxnId="{40513FB0-F94C-499F-9A0B-9E0341D0A0C2}">
      <dgm:prSet/>
      <dgm:spPr/>
      <dgm:t>
        <a:bodyPr/>
        <a:lstStyle/>
        <a:p>
          <a:endParaRPr lang="en-US"/>
        </a:p>
      </dgm:t>
    </dgm:pt>
    <dgm:pt modelId="{B605B681-1ACB-4650-8600-F9223ABDDC16}" type="sibTrans" cxnId="{40513FB0-F94C-499F-9A0B-9E0341D0A0C2}">
      <dgm:prSet/>
      <dgm:spPr/>
      <dgm:t>
        <a:bodyPr/>
        <a:lstStyle/>
        <a:p>
          <a:endParaRPr lang="en-US"/>
        </a:p>
      </dgm:t>
    </dgm:pt>
    <dgm:pt modelId="{244CE93D-3CE9-480A-BC40-D5795AE4CC61}">
      <dgm:prSet phldrT="[Text]"/>
      <dgm:spPr/>
      <dgm:t>
        <a:bodyPr/>
        <a:lstStyle/>
        <a:p>
          <a:r>
            <a:rPr lang="en-US" dirty="0"/>
            <a:t>Lorem Ipsum</a:t>
          </a:r>
        </a:p>
      </dgm:t>
    </dgm:pt>
    <dgm:pt modelId="{B26CFE49-55EC-4B92-8D65-F00D6B48420B}" type="parTrans" cxnId="{746C65D4-0A32-4610-8B9B-A01592BB40A3}">
      <dgm:prSet/>
      <dgm:spPr/>
      <dgm:t>
        <a:bodyPr/>
        <a:lstStyle/>
        <a:p>
          <a:endParaRPr lang="en-US"/>
        </a:p>
      </dgm:t>
    </dgm:pt>
    <dgm:pt modelId="{AA2C577D-A278-4959-857E-CDA154440386}" type="sibTrans" cxnId="{746C65D4-0A32-4610-8B9B-A01592BB40A3}">
      <dgm:prSet/>
      <dgm:spPr/>
      <dgm:t>
        <a:bodyPr/>
        <a:lstStyle/>
        <a:p>
          <a:endParaRPr lang="en-US"/>
        </a:p>
      </dgm:t>
    </dgm:pt>
    <dgm:pt modelId="{6CF284C3-4A70-4432-8F33-E75A802B3330}">
      <dgm:prSet/>
      <dgm:spPr/>
      <dgm:t>
        <a:bodyPr/>
        <a:lstStyle/>
        <a:p>
          <a:r>
            <a:rPr lang="en-US" dirty="0"/>
            <a:t>Some text here</a:t>
          </a:r>
        </a:p>
      </dgm:t>
    </dgm:pt>
    <dgm:pt modelId="{044831E6-2FC9-4DDA-81FB-5FA418568D07}" type="parTrans" cxnId="{2DC24386-BC50-4BAB-8571-16CB10C2603C}">
      <dgm:prSet/>
      <dgm:spPr/>
      <dgm:t>
        <a:bodyPr/>
        <a:lstStyle/>
        <a:p>
          <a:endParaRPr lang="en-US"/>
        </a:p>
      </dgm:t>
    </dgm:pt>
    <dgm:pt modelId="{CD50B82D-84BB-4747-B282-ABB339EBA294}" type="sibTrans" cxnId="{2DC24386-BC50-4BAB-8571-16CB10C2603C}">
      <dgm:prSet/>
      <dgm:spPr/>
      <dgm:t>
        <a:bodyPr/>
        <a:lstStyle/>
        <a:p>
          <a:endParaRPr lang="en-US"/>
        </a:p>
      </dgm:t>
    </dgm:pt>
    <dgm:pt modelId="{3AF880A5-0F00-4315-A5DF-1FE656798601}">
      <dgm:prSet phldrT="[Text]"/>
      <dgm:spPr/>
      <dgm:t>
        <a:bodyPr/>
        <a:lstStyle/>
        <a:p>
          <a:r>
            <a:rPr lang="en-US" dirty="0"/>
            <a:t>Some text here</a:t>
          </a:r>
        </a:p>
      </dgm:t>
    </dgm:pt>
    <dgm:pt modelId="{A13BB1F9-5857-4B43-8BF5-6589AA2CB759}" type="parTrans" cxnId="{24F8CBE2-5003-4E69-A772-6B98F2B05181}">
      <dgm:prSet/>
      <dgm:spPr/>
      <dgm:t>
        <a:bodyPr/>
        <a:lstStyle/>
        <a:p>
          <a:endParaRPr lang="en-US"/>
        </a:p>
      </dgm:t>
    </dgm:pt>
    <dgm:pt modelId="{C198C41D-2640-4669-83ED-E0CD35701C8E}" type="sibTrans" cxnId="{24F8CBE2-5003-4E69-A772-6B98F2B05181}">
      <dgm:prSet/>
      <dgm:spPr/>
      <dgm:t>
        <a:bodyPr/>
        <a:lstStyle/>
        <a:p>
          <a:endParaRPr lang="en-US"/>
        </a:p>
      </dgm:t>
    </dgm:pt>
    <dgm:pt modelId="{8EA7219F-BDB2-48EB-9EEB-3133522D132E}">
      <dgm:prSet phldrT="[Text]"/>
      <dgm:spPr/>
      <dgm:t>
        <a:bodyPr/>
        <a:lstStyle/>
        <a:p>
          <a:r>
            <a:rPr lang="en-US" dirty="0"/>
            <a:t>Some text here</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BE788BF5-FE9F-4C7D-A1CD-9232D7860179}">
      <dgm:prSet phldrT="[Text]"/>
      <dgm:spPr/>
      <dgm:t>
        <a:bodyPr/>
        <a:lstStyle/>
        <a:p>
          <a:r>
            <a:rPr lang="en-US"/>
            <a:t>Some text here</a:t>
          </a:r>
          <a:endParaRPr lang="en-US" dirty="0"/>
        </a:p>
      </dgm:t>
    </dgm:pt>
    <dgm:pt modelId="{963A52CB-C772-45F2-8A30-8ABA6B14D3CE}" type="parTrans" cxnId="{35013F34-57BC-4E3C-A003-07C0E49926DB}">
      <dgm:prSet/>
      <dgm:spPr/>
      <dgm:t>
        <a:bodyPr/>
        <a:lstStyle/>
        <a:p>
          <a:endParaRPr lang="en-US"/>
        </a:p>
      </dgm:t>
    </dgm:pt>
    <dgm:pt modelId="{88191C5E-55BA-42F2-B842-FC86CBBADC0F}" type="sibTrans" cxnId="{35013F34-57BC-4E3C-A003-07C0E49926DB}">
      <dgm:prSet/>
      <dgm:spPr/>
      <dgm:t>
        <a:bodyPr/>
        <a:lstStyle/>
        <a:p>
          <a:endParaRPr lang="en-US"/>
        </a:p>
      </dgm:t>
    </dgm:pt>
    <dgm:pt modelId="{DDCF078C-D429-4F3D-A86A-601C37333F0E}">
      <dgm:prSet phldrT="[Text]"/>
      <dgm:spPr/>
      <dgm:t>
        <a:bodyPr/>
        <a:lstStyle/>
        <a:p>
          <a:r>
            <a:rPr lang="en-US"/>
            <a:t>Some text here</a:t>
          </a:r>
          <a:endParaRPr lang="en-US" dirty="0"/>
        </a:p>
      </dgm:t>
    </dgm:pt>
    <dgm:pt modelId="{1882E0FC-22B0-4EC0-AFEA-6913C3E42D04}" type="parTrans" cxnId="{8ED196F6-6553-443C-AAB2-40F72E795577}">
      <dgm:prSet/>
      <dgm:spPr/>
      <dgm:t>
        <a:bodyPr/>
        <a:lstStyle/>
        <a:p>
          <a:endParaRPr lang="en-US"/>
        </a:p>
      </dgm:t>
    </dgm:pt>
    <dgm:pt modelId="{E265BFA4-891C-408C-98FC-08B80CC170BD}" type="sibTrans" cxnId="{8ED196F6-6553-443C-AAB2-40F72E795577}">
      <dgm:prSet/>
      <dgm:spPr/>
      <dgm:t>
        <a:bodyPr/>
        <a:lstStyle/>
        <a:p>
          <a:endParaRPr lang="en-US"/>
        </a:p>
      </dgm:t>
    </dgm:pt>
    <dgm:pt modelId="{D416A02A-0A88-4E36-B734-A21335A8DD2D}">
      <dgm:prSet phldrT="[Text]"/>
      <dgm:spPr/>
      <dgm:t>
        <a:bodyPr/>
        <a:lstStyle/>
        <a:p>
          <a:r>
            <a:rPr lang="en-US"/>
            <a:t>Some text here</a:t>
          </a:r>
          <a:endParaRPr lang="en-US" dirty="0"/>
        </a:p>
      </dgm:t>
    </dgm:pt>
    <dgm:pt modelId="{FC806BFF-490C-4885-AC46-7E363DD85082}" type="parTrans" cxnId="{F5E63DE7-E621-486A-821D-56723B2BF235}">
      <dgm:prSet/>
      <dgm:spPr/>
      <dgm:t>
        <a:bodyPr/>
        <a:lstStyle/>
        <a:p>
          <a:endParaRPr lang="en-US"/>
        </a:p>
      </dgm:t>
    </dgm:pt>
    <dgm:pt modelId="{D3B5DA4F-29AB-46CB-9796-98FE9606C128}" type="sibTrans" cxnId="{F5E63DE7-E621-486A-821D-56723B2BF235}">
      <dgm:prSet/>
      <dgm:spPr/>
      <dgm:t>
        <a:bodyPr/>
        <a:lstStyle/>
        <a:p>
          <a:endParaRPr lang="en-US"/>
        </a:p>
      </dgm:t>
    </dgm:pt>
    <dgm:pt modelId="{0175455E-C54B-45D4-9F64-0589EB6B3316}">
      <dgm:prSet phldrT="[Text]"/>
      <dgm:spPr/>
      <dgm:t>
        <a:bodyPr/>
        <a:lstStyle/>
        <a:p>
          <a:r>
            <a:rPr lang="en-US"/>
            <a:t>Some text here</a:t>
          </a:r>
          <a:endParaRPr lang="en-US" dirty="0"/>
        </a:p>
      </dgm:t>
    </dgm:pt>
    <dgm:pt modelId="{88BD4BDB-1D85-4113-AFEC-21431AF63D5F}" type="parTrans" cxnId="{C8B436FC-B783-46B4-A145-3B3B3DD3B3F9}">
      <dgm:prSet/>
      <dgm:spPr/>
      <dgm:t>
        <a:bodyPr/>
        <a:lstStyle/>
        <a:p>
          <a:endParaRPr lang="en-US"/>
        </a:p>
      </dgm:t>
    </dgm:pt>
    <dgm:pt modelId="{814ADA3B-AA89-4AB7-868E-C824585A3ABB}" type="sibTrans" cxnId="{C8B436FC-B783-46B4-A145-3B3B3DD3B3F9}">
      <dgm:prSet/>
      <dgm:spPr/>
      <dgm:t>
        <a:bodyPr/>
        <a:lstStyle/>
        <a:p>
          <a:endParaRPr lang="en-US"/>
        </a:p>
      </dgm:t>
    </dgm:pt>
    <dgm:pt modelId="{D96BD766-7A45-44C2-B6DC-068AE128BF44}">
      <dgm:prSet phldrT="[Text]"/>
      <dgm:spPr/>
      <dgm:t>
        <a:bodyPr/>
        <a:lstStyle/>
        <a:p>
          <a:r>
            <a:rPr lang="en-US"/>
            <a:t>Some text here</a:t>
          </a:r>
          <a:endParaRPr lang="en-US" dirty="0"/>
        </a:p>
      </dgm:t>
    </dgm:pt>
    <dgm:pt modelId="{1723986A-39AC-4737-B675-843E1268E3F0}" type="parTrans" cxnId="{A8DB1F9F-8C0D-44C6-B0CF-E185E4743C27}">
      <dgm:prSet/>
      <dgm:spPr/>
      <dgm:t>
        <a:bodyPr/>
        <a:lstStyle/>
        <a:p>
          <a:endParaRPr lang="en-US"/>
        </a:p>
      </dgm:t>
    </dgm:pt>
    <dgm:pt modelId="{053D2587-FEB8-41DF-8458-0B353CDF3513}" type="sibTrans" cxnId="{A8DB1F9F-8C0D-44C6-B0CF-E185E4743C27}">
      <dgm:prSet/>
      <dgm:spPr/>
      <dgm:t>
        <a:bodyPr/>
        <a:lstStyle/>
        <a:p>
          <a:endParaRPr lang="en-US"/>
        </a:p>
      </dgm:t>
    </dgm:pt>
    <dgm:pt modelId="{FCDCB472-5D0D-441E-9A63-91F48E5C3B9A}">
      <dgm:prSet phldrT="[Text]"/>
      <dgm:spPr/>
      <dgm:t>
        <a:bodyPr/>
        <a:lstStyle/>
        <a:p>
          <a:r>
            <a:rPr lang="en-US"/>
            <a:t>Some text here</a:t>
          </a:r>
          <a:endParaRPr lang="en-US" dirty="0"/>
        </a:p>
      </dgm:t>
    </dgm:pt>
    <dgm:pt modelId="{F183F53E-B9E4-483E-BB59-E567579A1D20}" type="parTrans" cxnId="{E555CFC0-456A-41C0-853C-A5C184B6F026}">
      <dgm:prSet/>
      <dgm:spPr/>
      <dgm:t>
        <a:bodyPr/>
        <a:lstStyle/>
        <a:p>
          <a:endParaRPr lang="en-US"/>
        </a:p>
      </dgm:t>
    </dgm:pt>
    <dgm:pt modelId="{88085470-E458-46BB-9028-8CC37AAF17EF}" type="sibTrans" cxnId="{E555CFC0-456A-41C0-853C-A5C184B6F026}">
      <dgm:prSet/>
      <dgm:spPr/>
      <dgm:t>
        <a:bodyPr/>
        <a:lstStyle/>
        <a:p>
          <a:endParaRPr lang="en-US"/>
        </a:p>
      </dgm:t>
    </dgm:pt>
    <dgm:pt modelId="{CBD3BD06-5B52-457B-A709-959D97EA9FE5}">
      <dgm:prSet phldrT="[Text]"/>
      <dgm:spPr/>
      <dgm:t>
        <a:bodyPr/>
        <a:lstStyle/>
        <a:p>
          <a:r>
            <a:rPr lang="en-US"/>
            <a:t>Some text here</a:t>
          </a:r>
          <a:endParaRPr lang="en-US" dirty="0"/>
        </a:p>
      </dgm:t>
    </dgm:pt>
    <dgm:pt modelId="{BCA8D018-4FBF-4EC0-A8A7-2E733ECB7259}" type="parTrans" cxnId="{BC910C61-D6EF-4F01-BD12-BAC0DF60C0B1}">
      <dgm:prSet/>
      <dgm:spPr/>
      <dgm:t>
        <a:bodyPr/>
        <a:lstStyle/>
        <a:p>
          <a:endParaRPr lang="en-US"/>
        </a:p>
      </dgm:t>
    </dgm:pt>
    <dgm:pt modelId="{32702446-735B-4332-BAF3-71D165AF690E}" type="sibTrans" cxnId="{BC910C61-D6EF-4F01-BD12-BAC0DF60C0B1}">
      <dgm:prSet/>
      <dgm:spPr/>
      <dgm:t>
        <a:bodyPr/>
        <a:lstStyle/>
        <a:p>
          <a:endParaRPr lang="en-US"/>
        </a:p>
      </dgm:t>
    </dgm:pt>
    <dgm:pt modelId="{1E8F13C1-7BD6-4379-90DF-643F2560C4CD}" type="pres">
      <dgm:prSet presAssocID="{B9C32B05-62EA-407A-B21C-2310C7945705}" presName="Name0" presStyleCnt="0">
        <dgm:presLayoutVars>
          <dgm:chMax val="7"/>
          <dgm:chPref val="7"/>
          <dgm:dir/>
        </dgm:presLayoutVars>
      </dgm:prSet>
      <dgm:spPr/>
    </dgm:pt>
    <dgm:pt modelId="{97B62193-5952-451C-A032-24B3B2EA3076}" type="pres">
      <dgm:prSet presAssocID="{B9C32B05-62EA-407A-B21C-2310C7945705}" presName="Name1" presStyleCnt="0"/>
      <dgm:spPr/>
    </dgm:pt>
    <dgm:pt modelId="{ACC3C5BE-DE92-4A51-9D55-C62DF2A7C110}" type="pres">
      <dgm:prSet presAssocID="{B9C32B05-62EA-407A-B21C-2310C7945705}" presName="cycle" presStyleCnt="0"/>
      <dgm:spPr/>
    </dgm:pt>
    <dgm:pt modelId="{087F8878-175B-4FF0-8F99-C36FEC8A8C64}" type="pres">
      <dgm:prSet presAssocID="{B9C32B05-62EA-407A-B21C-2310C7945705}" presName="srcNode" presStyleLbl="node1" presStyleIdx="0" presStyleCnt="5"/>
      <dgm:spPr/>
    </dgm:pt>
    <dgm:pt modelId="{03528F53-765E-4B98-B8BD-0BE89D28EBCA}" type="pres">
      <dgm:prSet presAssocID="{B9C32B05-62EA-407A-B21C-2310C7945705}" presName="conn" presStyleLbl="parChTrans1D2" presStyleIdx="0" presStyleCnt="1"/>
      <dgm:spPr/>
    </dgm:pt>
    <dgm:pt modelId="{F94C0A50-7625-413B-8873-F6B17D2D8196}" type="pres">
      <dgm:prSet presAssocID="{B9C32B05-62EA-407A-B21C-2310C7945705}" presName="extraNode" presStyleLbl="node1" presStyleIdx="0" presStyleCnt="5"/>
      <dgm:spPr/>
    </dgm:pt>
    <dgm:pt modelId="{DB878059-C75B-4C49-8714-C0546122D430}" type="pres">
      <dgm:prSet presAssocID="{B9C32B05-62EA-407A-B21C-2310C7945705}" presName="dstNode" presStyleLbl="node1" presStyleIdx="0" presStyleCnt="5"/>
      <dgm:spPr/>
    </dgm:pt>
    <dgm:pt modelId="{8D646181-64B1-44F3-B79E-820234ED8D9A}" type="pres">
      <dgm:prSet presAssocID="{42D71409-67F9-455C-8C6D-716D284AAA6B}" presName="text_1" presStyleLbl="node1" presStyleIdx="0" presStyleCnt="5">
        <dgm:presLayoutVars>
          <dgm:bulletEnabled val="1"/>
        </dgm:presLayoutVars>
      </dgm:prSet>
      <dgm:spPr/>
    </dgm:pt>
    <dgm:pt modelId="{16FE1018-0C0C-41FD-9B21-42E3677ABD5E}" type="pres">
      <dgm:prSet presAssocID="{42D71409-67F9-455C-8C6D-716D284AAA6B}" presName="accent_1" presStyleCnt="0"/>
      <dgm:spPr/>
    </dgm:pt>
    <dgm:pt modelId="{544C56DA-7A18-4AE0-AEFE-8E74AD9AC001}" type="pres">
      <dgm:prSet presAssocID="{42D71409-67F9-455C-8C6D-716D284AAA6B}" presName="accentRepeatNode" presStyleLbl="solidFgAcc1" presStyleIdx="0" presStyleCnt="5"/>
      <dgm:spPr/>
    </dgm:pt>
    <dgm:pt modelId="{8F3A0944-0833-4AE3-B541-584BBF5AC8CD}" type="pres">
      <dgm:prSet presAssocID="{F66099B6-DBBD-4AB0-82D2-877B80F846F7}" presName="text_2" presStyleLbl="node1" presStyleIdx="1" presStyleCnt="5">
        <dgm:presLayoutVars>
          <dgm:bulletEnabled val="1"/>
        </dgm:presLayoutVars>
      </dgm:prSet>
      <dgm:spPr/>
    </dgm:pt>
    <dgm:pt modelId="{50571C53-9DF4-473F-B46D-5657433AA0A4}" type="pres">
      <dgm:prSet presAssocID="{F66099B6-DBBD-4AB0-82D2-877B80F846F7}" presName="accent_2" presStyleCnt="0"/>
      <dgm:spPr/>
    </dgm:pt>
    <dgm:pt modelId="{347CF1D6-54F1-4597-8009-9D2342388E1B}" type="pres">
      <dgm:prSet presAssocID="{F66099B6-DBBD-4AB0-82D2-877B80F846F7}" presName="accentRepeatNode" presStyleLbl="solidFgAcc1" presStyleIdx="1" presStyleCnt="5"/>
      <dgm:spPr/>
    </dgm:pt>
    <dgm:pt modelId="{63729E07-5E2C-4312-B070-C0FADAC3D673}" type="pres">
      <dgm:prSet presAssocID="{EE62A4F6-4AC4-435B-990E-81A71CE8CAC7}" presName="text_3" presStyleLbl="node1" presStyleIdx="2" presStyleCnt="5">
        <dgm:presLayoutVars>
          <dgm:bulletEnabled val="1"/>
        </dgm:presLayoutVars>
      </dgm:prSet>
      <dgm:spPr/>
    </dgm:pt>
    <dgm:pt modelId="{C8676676-3D75-4EE2-BE3B-CB3EFDE7F23C}" type="pres">
      <dgm:prSet presAssocID="{EE62A4F6-4AC4-435B-990E-81A71CE8CAC7}" presName="accent_3" presStyleCnt="0"/>
      <dgm:spPr/>
    </dgm:pt>
    <dgm:pt modelId="{44975C73-AAC4-428F-9E94-FD89BF6A9C3D}" type="pres">
      <dgm:prSet presAssocID="{EE62A4F6-4AC4-435B-990E-81A71CE8CAC7}" presName="accentRepeatNode" presStyleLbl="solidFgAcc1" presStyleIdx="2" presStyleCnt="5"/>
      <dgm:spPr/>
    </dgm:pt>
    <dgm:pt modelId="{218D4F6F-B658-41A6-8CA2-04F573A0CD2C}" type="pres">
      <dgm:prSet presAssocID="{B6D9DE15-697B-42C2-B6A1-CE31260EED93}" presName="text_4" presStyleLbl="node1" presStyleIdx="3" presStyleCnt="5">
        <dgm:presLayoutVars>
          <dgm:bulletEnabled val="1"/>
        </dgm:presLayoutVars>
      </dgm:prSet>
      <dgm:spPr/>
    </dgm:pt>
    <dgm:pt modelId="{7997B9BA-8BDF-4A50-8107-0BCBE98804EF}" type="pres">
      <dgm:prSet presAssocID="{B6D9DE15-697B-42C2-B6A1-CE31260EED93}" presName="accent_4" presStyleCnt="0"/>
      <dgm:spPr/>
    </dgm:pt>
    <dgm:pt modelId="{D6298742-3333-4FFF-BC71-661311F97259}" type="pres">
      <dgm:prSet presAssocID="{B6D9DE15-697B-42C2-B6A1-CE31260EED93}" presName="accentRepeatNode" presStyleLbl="solidFgAcc1" presStyleIdx="3" presStyleCnt="5"/>
      <dgm:spPr/>
    </dgm:pt>
    <dgm:pt modelId="{B7CEE193-9196-45CA-9E50-CAB6CF51D1E2}" type="pres">
      <dgm:prSet presAssocID="{244CE93D-3CE9-480A-BC40-D5795AE4CC61}" presName="text_5" presStyleLbl="node1" presStyleIdx="4" presStyleCnt="5">
        <dgm:presLayoutVars>
          <dgm:bulletEnabled val="1"/>
        </dgm:presLayoutVars>
      </dgm:prSet>
      <dgm:spPr/>
    </dgm:pt>
    <dgm:pt modelId="{CA3D318B-9701-474F-BE46-B474A943BD26}" type="pres">
      <dgm:prSet presAssocID="{244CE93D-3CE9-480A-BC40-D5795AE4CC61}" presName="accent_5" presStyleCnt="0"/>
      <dgm:spPr/>
    </dgm:pt>
    <dgm:pt modelId="{B96E86D2-D36A-46FD-AB9C-088DC258E07E}" type="pres">
      <dgm:prSet presAssocID="{244CE93D-3CE9-480A-BC40-D5795AE4CC61}" presName="accentRepeatNode" presStyleLbl="solidFgAcc1" presStyleIdx="4" presStyleCnt="5"/>
      <dgm:spPr/>
    </dgm:pt>
  </dgm:ptLst>
  <dgm:cxnLst>
    <dgm:cxn modelId="{8B64740E-B061-4B12-AEC9-959578F51CF8}" type="presOf" srcId="{8EA7219F-BDB2-48EB-9EEB-3133522D132E}" destId="{8D646181-64B1-44F3-B79E-820234ED8D9A}" srcOrd="0" destOrd="1" presId="urn:microsoft.com/office/officeart/2008/layout/VerticalCurvedList"/>
    <dgm:cxn modelId="{90D12013-CE06-42FF-98DD-D6A3C2BAF930}" type="presOf" srcId="{F66099B6-DBBD-4AB0-82D2-877B80F846F7}" destId="{8F3A0944-0833-4AE3-B541-584BBF5AC8CD}" srcOrd="0" destOrd="0" presId="urn:microsoft.com/office/officeart/2008/layout/VerticalCurvedList"/>
    <dgm:cxn modelId="{7AA03D19-6207-4536-9775-F92AAC4BF2FF}" type="presOf" srcId="{3AF880A5-0F00-4315-A5DF-1FE656798601}" destId="{8D646181-64B1-44F3-B79E-820234ED8D9A}" srcOrd="0" destOrd="2" presId="urn:microsoft.com/office/officeart/2008/layout/VerticalCurvedList"/>
    <dgm:cxn modelId="{F4CABE19-0514-4260-9DC0-E9FD28D77F08}" type="presOf" srcId="{B6D9DE15-697B-42C2-B6A1-CE31260EED93}" destId="{218D4F6F-B658-41A6-8CA2-04F573A0CD2C}" srcOrd="0" destOrd="0" presId="urn:microsoft.com/office/officeart/2008/layout/VerticalCurvedList"/>
    <dgm:cxn modelId="{2AA9C11F-1F1D-428E-801A-47EAA766C99D}" srcId="{B9C32B05-62EA-407A-B21C-2310C7945705}" destId="{42D71409-67F9-455C-8C6D-716D284AAA6B}" srcOrd="0" destOrd="0" parTransId="{51680ED1-AF6E-4B28-AE94-92B0EFB0DF7D}" sibTransId="{478B7D3C-9FB4-4BC6-90AC-49960560DECD}"/>
    <dgm:cxn modelId="{4C7F9831-05AE-42F6-B82D-7C5930BE90F5}" type="presOf" srcId="{D416A02A-0A88-4E36-B734-A21335A8DD2D}" destId="{63729E07-5E2C-4312-B070-C0FADAC3D673}" srcOrd="0" destOrd="2" presId="urn:microsoft.com/office/officeart/2008/layout/VerticalCurvedList"/>
    <dgm:cxn modelId="{B4F3EA32-CE64-4A92-9BAE-BC57E5392B05}" srcId="{B9C32B05-62EA-407A-B21C-2310C7945705}" destId="{F66099B6-DBBD-4AB0-82D2-877B80F846F7}" srcOrd="1" destOrd="0" parTransId="{B09C8BFB-F41C-4AC4-AB94-F216E3081C2D}" sibTransId="{BC531B32-9B0E-482E-BF91-65C61F17168D}"/>
    <dgm:cxn modelId="{35013F34-57BC-4E3C-A003-07C0E49926DB}" srcId="{F66099B6-DBBD-4AB0-82D2-877B80F846F7}" destId="{BE788BF5-FE9F-4C7D-A1CD-9232D7860179}" srcOrd="1" destOrd="0" parTransId="{963A52CB-C772-45F2-8A30-8ABA6B14D3CE}" sibTransId="{88191C5E-55BA-42F2-B842-FC86CBBADC0F}"/>
    <dgm:cxn modelId="{860E533A-6393-44AE-9482-AAED4059754A}" type="presOf" srcId="{244CE93D-3CE9-480A-BC40-D5795AE4CC61}" destId="{B7CEE193-9196-45CA-9E50-CAB6CF51D1E2}" srcOrd="0" destOrd="0" presId="urn:microsoft.com/office/officeart/2008/layout/VerticalCurvedList"/>
    <dgm:cxn modelId="{BC910C61-D6EF-4F01-BD12-BAC0DF60C0B1}" srcId="{244CE93D-3CE9-480A-BC40-D5795AE4CC61}" destId="{CBD3BD06-5B52-457B-A709-959D97EA9FE5}" srcOrd="1" destOrd="0" parTransId="{BCA8D018-4FBF-4EC0-A8A7-2E733ECB7259}" sibTransId="{32702446-735B-4332-BAF3-71D165AF690E}"/>
    <dgm:cxn modelId="{1E884C65-B76E-4AC2-8B02-59D8337DB75A}" type="presOf" srcId="{CBD3BD06-5B52-457B-A709-959D97EA9FE5}" destId="{B7CEE193-9196-45CA-9E50-CAB6CF51D1E2}" srcOrd="0" destOrd="2" presId="urn:microsoft.com/office/officeart/2008/layout/VerticalCurvedList"/>
    <dgm:cxn modelId="{E74BF868-24FF-4DB8-A620-16DD092C7612}" type="presOf" srcId="{C94B7947-85DC-4B21-BB99-DF8438356F98}" destId="{03528F53-765E-4B98-B8BD-0BE89D28EBCA}" srcOrd="0" destOrd="0" presId="urn:microsoft.com/office/officeart/2008/layout/VerticalCurvedList"/>
    <dgm:cxn modelId="{2BCDAE55-D66F-4AB9-88F6-F7AD76BD49B0}" type="presOf" srcId="{42D71409-67F9-455C-8C6D-716D284AAA6B}" destId="{8D646181-64B1-44F3-B79E-820234ED8D9A}" srcOrd="0" destOrd="0" presId="urn:microsoft.com/office/officeart/2008/layout/VerticalCurvedList"/>
    <dgm:cxn modelId="{89845381-DA3E-4A9B-AAFE-359D446F8D60}" type="presOf" srcId="{6CF284C3-4A70-4432-8F33-E75A802B3330}" destId="{8F3A0944-0833-4AE3-B541-584BBF5AC8CD}" srcOrd="0" destOrd="1" presId="urn:microsoft.com/office/officeart/2008/layout/VerticalCurvedList"/>
    <dgm:cxn modelId="{7E9A0982-66F6-4AF7-A5E2-FD246780E2F3}" type="presOf" srcId="{FCDCB472-5D0D-441E-9A63-91F48E5C3B9A}" destId="{B7CEE193-9196-45CA-9E50-CAB6CF51D1E2}" srcOrd="0" destOrd="1" presId="urn:microsoft.com/office/officeart/2008/layout/VerticalCurvedList"/>
    <dgm:cxn modelId="{2DC24386-BC50-4BAB-8571-16CB10C2603C}" srcId="{F66099B6-DBBD-4AB0-82D2-877B80F846F7}" destId="{6CF284C3-4A70-4432-8F33-E75A802B3330}" srcOrd="0" destOrd="0" parTransId="{044831E6-2FC9-4DDA-81FB-5FA418568D07}" sibTransId="{CD50B82D-84BB-4747-B282-ABB339EBA294}"/>
    <dgm:cxn modelId="{A8DB1F9F-8C0D-44C6-B0CF-E185E4743C27}" srcId="{B6D9DE15-697B-42C2-B6A1-CE31260EED93}" destId="{D96BD766-7A45-44C2-B6DC-068AE128BF44}" srcOrd="1" destOrd="0" parTransId="{1723986A-39AC-4737-B675-843E1268E3F0}" sibTransId="{053D2587-FEB8-41DF-8458-0B353CDF3513}"/>
    <dgm:cxn modelId="{3A2CECA6-0C5B-46BB-B7C6-7D37E9D210BD}" srcId="{B9C32B05-62EA-407A-B21C-2310C7945705}" destId="{EE62A4F6-4AC4-435B-990E-81A71CE8CAC7}" srcOrd="2" destOrd="0" parTransId="{F287B947-7343-4FA2-B288-B23A59FFAE31}" sibTransId="{389F9A93-0231-4877-8C41-5D5B8DD7AAC0}"/>
    <dgm:cxn modelId="{D97A1EAA-FF34-4A43-AC0E-A1C80F8D21EA}" type="presOf" srcId="{DDCF078C-D429-4F3D-A86A-601C37333F0E}" destId="{63729E07-5E2C-4312-B070-C0FADAC3D673}" srcOrd="0" destOrd="1" presId="urn:microsoft.com/office/officeart/2008/layout/VerticalCurvedList"/>
    <dgm:cxn modelId="{40513FB0-F94C-499F-9A0B-9E0341D0A0C2}" srcId="{B9C32B05-62EA-407A-B21C-2310C7945705}" destId="{B6D9DE15-697B-42C2-B6A1-CE31260EED93}" srcOrd="3" destOrd="0" parTransId="{EAC9FC21-5112-4CCF-8070-06ED15ED24ED}" sibTransId="{B605B681-1ACB-4650-8600-F9223ABDDC16}"/>
    <dgm:cxn modelId="{C5CC80B1-2FAC-4176-B5FE-31BC89A742B2}" type="presOf" srcId="{EE62A4F6-4AC4-435B-990E-81A71CE8CAC7}" destId="{63729E07-5E2C-4312-B070-C0FADAC3D673}" srcOrd="0" destOrd="0" presId="urn:microsoft.com/office/officeart/2008/layout/VerticalCurvedList"/>
    <dgm:cxn modelId="{DB5C87B6-FE9A-46E8-BCC1-B11D82E564EE}" type="presOf" srcId="{B9C32B05-62EA-407A-B21C-2310C7945705}" destId="{1E8F13C1-7BD6-4379-90DF-643F2560C4CD}" srcOrd="0" destOrd="0" presId="urn:microsoft.com/office/officeart/2008/layout/VerticalCurvedList"/>
    <dgm:cxn modelId="{186FFEBA-ABE1-4F0C-A8FE-51E2C43B2AE6}" type="presOf" srcId="{BE788BF5-FE9F-4C7D-A1CD-9232D7860179}" destId="{8F3A0944-0833-4AE3-B541-584BBF5AC8CD}" srcOrd="0" destOrd="2" presId="urn:microsoft.com/office/officeart/2008/layout/VerticalCurvedList"/>
    <dgm:cxn modelId="{E555CFC0-456A-41C0-853C-A5C184B6F026}" srcId="{244CE93D-3CE9-480A-BC40-D5795AE4CC61}" destId="{FCDCB472-5D0D-441E-9A63-91F48E5C3B9A}" srcOrd="0" destOrd="0" parTransId="{F183F53E-B9E4-483E-BB59-E567579A1D20}" sibTransId="{88085470-E458-46BB-9028-8CC37AAF17EF}"/>
    <dgm:cxn modelId="{A6EBF1C5-C072-4A70-A15C-FE45688EF31A}" type="presOf" srcId="{0175455E-C54B-45D4-9F64-0589EB6B3316}" destId="{218D4F6F-B658-41A6-8CA2-04F573A0CD2C}" srcOrd="0" destOrd="1" presId="urn:microsoft.com/office/officeart/2008/layout/VerticalCurvedList"/>
    <dgm:cxn modelId="{C74E19C8-BB99-431C-890F-589CAFF7453B}" type="presOf" srcId="{D96BD766-7A45-44C2-B6DC-068AE128BF44}" destId="{218D4F6F-B658-41A6-8CA2-04F573A0CD2C}" srcOrd="0" destOrd="2" presId="urn:microsoft.com/office/officeart/2008/layout/VerticalCurvedList"/>
    <dgm:cxn modelId="{746C65D4-0A32-4610-8B9B-A01592BB40A3}" srcId="{B9C32B05-62EA-407A-B21C-2310C7945705}" destId="{244CE93D-3CE9-480A-BC40-D5795AE4CC61}" srcOrd="4" destOrd="0" parTransId="{B26CFE49-55EC-4B92-8D65-F00D6B48420B}" sibTransId="{AA2C577D-A278-4959-857E-CDA154440386}"/>
    <dgm:cxn modelId="{24F8CBE2-5003-4E69-A772-6B98F2B05181}" srcId="{42D71409-67F9-455C-8C6D-716D284AAA6B}" destId="{3AF880A5-0F00-4315-A5DF-1FE656798601}" srcOrd="1" destOrd="0" parTransId="{A13BB1F9-5857-4B43-8BF5-6589AA2CB759}" sibTransId="{C198C41D-2640-4669-83ED-E0CD35701C8E}"/>
    <dgm:cxn modelId="{F5E63DE7-E621-486A-821D-56723B2BF235}" srcId="{EE62A4F6-4AC4-435B-990E-81A71CE8CAC7}" destId="{D416A02A-0A88-4E36-B734-A21335A8DD2D}" srcOrd="1" destOrd="0" parTransId="{FC806BFF-490C-4885-AC46-7E363DD85082}" sibTransId="{D3B5DA4F-29AB-46CB-9796-98FE9606C128}"/>
    <dgm:cxn modelId="{58AD7EEF-D408-406B-87EE-4691D4C30668}" srcId="{42D71409-67F9-455C-8C6D-716D284AAA6B}" destId="{8EA7219F-BDB2-48EB-9EEB-3133522D132E}" srcOrd="0" destOrd="0" parTransId="{3EE8403A-CB7C-4815-85BD-AEBCAEB71B37}" sibTransId="{C94B7947-85DC-4B21-BB99-DF8438356F98}"/>
    <dgm:cxn modelId="{8ED196F6-6553-443C-AAB2-40F72E795577}" srcId="{EE62A4F6-4AC4-435B-990E-81A71CE8CAC7}" destId="{DDCF078C-D429-4F3D-A86A-601C37333F0E}" srcOrd="0" destOrd="0" parTransId="{1882E0FC-22B0-4EC0-AFEA-6913C3E42D04}" sibTransId="{E265BFA4-891C-408C-98FC-08B80CC170BD}"/>
    <dgm:cxn modelId="{C8B436FC-B783-46B4-A145-3B3B3DD3B3F9}" srcId="{B6D9DE15-697B-42C2-B6A1-CE31260EED93}" destId="{0175455E-C54B-45D4-9F64-0589EB6B3316}" srcOrd="0" destOrd="0" parTransId="{88BD4BDB-1D85-4113-AFEC-21431AF63D5F}" sibTransId="{814ADA3B-AA89-4AB7-868E-C824585A3ABB}"/>
    <dgm:cxn modelId="{735DFA9E-EBC1-43AF-BB3F-C393CACECE43}" type="presParOf" srcId="{1E8F13C1-7BD6-4379-90DF-643F2560C4CD}" destId="{97B62193-5952-451C-A032-24B3B2EA3076}" srcOrd="0" destOrd="0" presId="urn:microsoft.com/office/officeart/2008/layout/VerticalCurvedList"/>
    <dgm:cxn modelId="{71A33D19-1A79-47CB-9A2E-F3EA05F25BD4}" type="presParOf" srcId="{97B62193-5952-451C-A032-24B3B2EA3076}" destId="{ACC3C5BE-DE92-4A51-9D55-C62DF2A7C110}" srcOrd="0" destOrd="0" presId="urn:microsoft.com/office/officeart/2008/layout/VerticalCurvedList"/>
    <dgm:cxn modelId="{75CD8882-FE11-4B50-94E6-9DC47B87A967}" type="presParOf" srcId="{ACC3C5BE-DE92-4A51-9D55-C62DF2A7C110}" destId="{087F8878-175B-4FF0-8F99-C36FEC8A8C64}" srcOrd="0" destOrd="0" presId="urn:microsoft.com/office/officeart/2008/layout/VerticalCurvedList"/>
    <dgm:cxn modelId="{B79E0985-28AE-4F10-B524-CCFFCC1A42DF}" type="presParOf" srcId="{ACC3C5BE-DE92-4A51-9D55-C62DF2A7C110}" destId="{03528F53-765E-4B98-B8BD-0BE89D28EBCA}" srcOrd="1" destOrd="0" presId="urn:microsoft.com/office/officeart/2008/layout/VerticalCurvedList"/>
    <dgm:cxn modelId="{C31806C3-2223-4D77-B59A-318DD1ECE0D4}" type="presParOf" srcId="{ACC3C5BE-DE92-4A51-9D55-C62DF2A7C110}" destId="{F94C0A50-7625-413B-8873-F6B17D2D8196}" srcOrd="2" destOrd="0" presId="urn:microsoft.com/office/officeart/2008/layout/VerticalCurvedList"/>
    <dgm:cxn modelId="{E8109DF2-CDDF-4420-82F7-5618CDA571EE}" type="presParOf" srcId="{ACC3C5BE-DE92-4A51-9D55-C62DF2A7C110}" destId="{DB878059-C75B-4C49-8714-C0546122D430}" srcOrd="3" destOrd="0" presId="urn:microsoft.com/office/officeart/2008/layout/VerticalCurvedList"/>
    <dgm:cxn modelId="{B85A23DC-9BE5-4F09-A187-742796A62060}" type="presParOf" srcId="{97B62193-5952-451C-A032-24B3B2EA3076}" destId="{8D646181-64B1-44F3-B79E-820234ED8D9A}" srcOrd="1" destOrd="0" presId="urn:microsoft.com/office/officeart/2008/layout/VerticalCurvedList"/>
    <dgm:cxn modelId="{7EE95588-427F-4D91-B595-1AB2F42E4D51}" type="presParOf" srcId="{97B62193-5952-451C-A032-24B3B2EA3076}" destId="{16FE1018-0C0C-41FD-9B21-42E3677ABD5E}" srcOrd="2" destOrd="0" presId="urn:microsoft.com/office/officeart/2008/layout/VerticalCurvedList"/>
    <dgm:cxn modelId="{FC60DE81-43AB-43A2-8A79-C8BEECAC1A17}" type="presParOf" srcId="{16FE1018-0C0C-41FD-9B21-42E3677ABD5E}" destId="{544C56DA-7A18-4AE0-AEFE-8E74AD9AC001}" srcOrd="0" destOrd="0" presId="urn:microsoft.com/office/officeart/2008/layout/VerticalCurvedList"/>
    <dgm:cxn modelId="{A14F8BD2-9616-4286-AF32-62E214E1986B}" type="presParOf" srcId="{97B62193-5952-451C-A032-24B3B2EA3076}" destId="{8F3A0944-0833-4AE3-B541-584BBF5AC8CD}" srcOrd="3" destOrd="0" presId="urn:microsoft.com/office/officeart/2008/layout/VerticalCurvedList"/>
    <dgm:cxn modelId="{4A3BF7DD-FEA7-4266-994B-4C213B8AD202}" type="presParOf" srcId="{97B62193-5952-451C-A032-24B3B2EA3076}" destId="{50571C53-9DF4-473F-B46D-5657433AA0A4}" srcOrd="4" destOrd="0" presId="urn:microsoft.com/office/officeart/2008/layout/VerticalCurvedList"/>
    <dgm:cxn modelId="{7661120E-98B5-4901-AF3B-BD591E54ACAC}" type="presParOf" srcId="{50571C53-9DF4-473F-B46D-5657433AA0A4}" destId="{347CF1D6-54F1-4597-8009-9D2342388E1B}" srcOrd="0" destOrd="0" presId="urn:microsoft.com/office/officeart/2008/layout/VerticalCurvedList"/>
    <dgm:cxn modelId="{2795B349-A61C-4FB7-B16D-AAF19890B643}" type="presParOf" srcId="{97B62193-5952-451C-A032-24B3B2EA3076}" destId="{63729E07-5E2C-4312-B070-C0FADAC3D673}" srcOrd="5" destOrd="0" presId="urn:microsoft.com/office/officeart/2008/layout/VerticalCurvedList"/>
    <dgm:cxn modelId="{02B0CBE4-78A8-46C5-9373-BBD313CECAFD}" type="presParOf" srcId="{97B62193-5952-451C-A032-24B3B2EA3076}" destId="{C8676676-3D75-4EE2-BE3B-CB3EFDE7F23C}" srcOrd="6" destOrd="0" presId="urn:microsoft.com/office/officeart/2008/layout/VerticalCurvedList"/>
    <dgm:cxn modelId="{00D9A951-980D-418D-8E67-BAE52F730C07}" type="presParOf" srcId="{C8676676-3D75-4EE2-BE3B-CB3EFDE7F23C}" destId="{44975C73-AAC4-428F-9E94-FD89BF6A9C3D}" srcOrd="0" destOrd="0" presId="urn:microsoft.com/office/officeart/2008/layout/VerticalCurvedList"/>
    <dgm:cxn modelId="{324FBB56-DBF0-46D9-B178-2A96C9716871}" type="presParOf" srcId="{97B62193-5952-451C-A032-24B3B2EA3076}" destId="{218D4F6F-B658-41A6-8CA2-04F573A0CD2C}" srcOrd="7" destOrd="0" presId="urn:microsoft.com/office/officeart/2008/layout/VerticalCurvedList"/>
    <dgm:cxn modelId="{C3E6A174-148E-402A-A104-8D8AB239C9ED}" type="presParOf" srcId="{97B62193-5952-451C-A032-24B3B2EA3076}" destId="{7997B9BA-8BDF-4A50-8107-0BCBE98804EF}" srcOrd="8" destOrd="0" presId="urn:microsoft.com/office/officeart/2008/layout/VerticalCurvedList"/>
    <dgm:cxn modelId="{73DFEC35-62AB-4568-98CB-180FCA9F24F1}" type="presParOf" srcId="{7997B9BA-8BDF-4A50-8107-0BCBE98804EF}" destId="{D6298742-3333-4FFF-BC71-661311F97259}" srcOrd="0" destOrd="0" presId="urn:microsoft.com/office/officeart/2008/layout/VerticalCurvedList"/>
    <dgm:cxn modelId="{28449F95-8E2B-42F0-A764-1BC1DFA3BD0F}" type="presParOf" srcId="{97B62193-5952-451C-A032-24B3B2EA3076}" destId="{B7CEE193-9196-45CA-9E50-CAB6CF51D1E2}" srcOrd="9" destOrd="0" presId="urn:microsoft.com/office/officeart/2008/layout/VerticalCurvedList"/>
    <dgm:cxn modelId="{58C73B05-BCA7-4D2A-AC39-8B2305635A15}" type="presParOf" srcId="{97B62193-5952-451C-A032-24B3B2EA3076}" destId="{CA3D318B-9701-474F-BE46-B474A943BD26}" srcOrd="10" destOrd="0" presId="urn:microsoft.com/office/officeart/2008/layout/VerticalCurvedList"/>
    <dgm:cxn modelId="{0E2B1D1E-2F39-41DC-B495-0E14673012BC}" type="presParOf" srcId="{CA3D318B-9701-474F-BE46-B474A943BD26}" destId="{B96E86D2-D36A-46FD-AB9C-088DC258E07E}" srcOrd="0" destOrd="0" presId="urn:microsoft.com/office/officeart/2008/layout/VerticalCurvedList"/>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38.xml><?xml version="1.0" encoding="utf-8"?>
<dgm:dataModel xmlns:dgm="http://schemas.openxmlformats.org/drawingml/2006/diagram" xmlns:a="http://schemas.openxmlformats.org/drawingml/2006/main">
  <dgm:ptLst>
    <dgm:pt modelId="{B9C32B05-62EA-407A-B21C-2310C7945705}" type="doc">
      <dgm:prSet loTypeId="urn:microsoft.com/office/officeart/2005/8/layout/target3" loCatId="list"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F66099B6-DBBD-4AB0-82D2-877B80F846F7}">
      <dgm:prSet phldrT="[Text]"/>
      <dgm:spPr/>
      <dgm:t>
        <a:bodyPr/>
        <a:lstStyle/>
        <a:p>
          <a:r>
            <a:rPr lang="en-US" dirty="0"/>
            <a:t>Lorem Ipsum</a:t>
          </a:r>
        </a:p>
      </dgm:t>
    </dgm:pt>
    <dgm:pt modelId="{B09C8BFB-F41C-4AC4-AB94-F216E3081C2D}" type="parTrans" cxnId="{B4F3EA32-CE64-4A92-9BAE-BC57E5392B05}">
      <dgm:prSet/>
      <dgm:spPr/>
      <dgm:t>
        <a:bodyPr/>
        <a:lstStyle/>
        <a:p>
          <a:endParaRPr lang="en-US"/>
        </a:p>
      </dgm:t>
    </dgm:pt>
    <dgm:pt modelId="{BC531B32-9B0E-482E-BF91-65C61F17168D}" type="sibTrans" cxnId="{B4F3EA32-CE64-4A92-9BAE-BC57E5392B05}">
      <dgm:prSet/>
      <dgm:spPr/>
      <dgm:t>
        <a:bodyPr/>
        <a:lstStyle/>
        <a:p>
          <a:endParaRPr lang="en-US"/>
        </a:p>
      </dgm:t>
    </dgm:pt>
    <dgm:pt modelId="{EE62A4F6-4AC4-435B-990E-81A71CE8CAC7}">
      <dgm:prSet phldrT="[Text]"/>
      <dgm:spPr/>
      <dgm:t>
        <a:bodyPr/>
        <a:lstStyle/>
        <a:p>
          <a:r>
            <a:rPr lang="en-US" dirty="0"/>
            <a:t>Lorem Ipsum</a:t>
          </a:r>
        </a:p>
      </dgm:t>
    </dgm:pt>
    <dgm:pt modelId="{F287B947-7343-4FA2-B288-B23A59FFAE31}" type="parTrans" cxnId="{3A2CECA6-0C5B-46BB-B7C6-7D37E9D210BD}">
      <dgm:prSet/>
      <dgm:spPr/>
      <dgm:t>
        <a:bodyPr/>
        <a:lstStyle/>
        <a:p>
          <a:endParaRPr lang="en-US"/>
        </a:p>
      </dgm:t>
    </dgm:pt>
    <dgm:pt modelId="{389F9A93-0231-4877-8C41-5D5B8DD7AAC0}" type="sibTrans" cxnId="{3A2CECA6-0C5B-46BB-B7C6-7D37E9D210BD}">
      <dgm:prSet/>
      <dgm:spPr/>
      <dgm:t>
        <a:bodyPr/>
        <a:lstStyle/>
        <a:p>
          <a:endParaRPr lang="en-US"/>
        </a:p>
      </dgm:t>
    </dgm:pt>
    <dgm:pt modelId="{B6D9DE15-697B-42C2-B6A1-CE31260EED93}">
      <dgm:prSet phldrT="[Text]"/>
      <dgm:spPr/>
      <dgm:t>
        <a:bodyPr/>
        <a:lstStyle/>
        <a:p>
          <a:r>
            <a:rPr lang="en-US" dirty="0"/>
            <a:t>Lorem Ipsum</a:t>
          </a:r>
        </a:p>
      </dgm:t>
    </dgm:pt>
    <dgm:pt modelId="{EAC9FC21-5112-4CCF-8070-06ED15ED24ED}" type="parTrans" cxnId="{40513FB0-F94C-499F-9A0B-9E0341D0A0C2}">
      <dgm:prSet/>
      <dgm:spPr/>
      <dgm:t>
        <a:bodyPr/>
        <a:lstStyle/>
        <a:p>
          <a:endParaRPr lang="en-US"/>
        </a:p>
      </dgm:t>
    </dgm:pt>
    <dgm:pt modelId="{B605B681-1ACB-4650-8600-F9223ABDDC16}" type="sibTrans" cxnId="{40513FB0-F94C-499F-9A0B-9E0341D0A0C2}">
      <dgm:prSet/>
      <dgm:spPr/>
      <dgm:t>
        <a:bodyPr/>
        <a:lstStyle/>
        <a:p>
          <a:endParaRPr lang="en-US"/>
        </a:p>
      </dgm:t>
    </dgm:pt>
    <dgm:pt modelId="{244CE93D-3CE9-480A-BC40-D5795AE4CC61}">
      <dgm:prSet phldrT="[Text]"/>
      <dgm:spPr/>
      <dgm:t>
        <a:bodyPr/>
        <a:lstStyle/>
        <a:p>
          <a:r>
            <a:rPr lang="en-US" dirty="0"/>
            <a:t>Lorem Ipsum</a:t>
          </a:r>
        </a:p>
      </dgm:t>
    </dgm:pt>
    <dgm:pt modelId="{B26CFE49-55EC-4B92-8D65-F00D6B48420B}" type="parTrans" cxnId="{746C65D4-0A32-4610-8B9B-A01592BB40A3}">
      <dgm:prSet/>
      <dgm:spPr/>
      <dgm:t>
        <a:bodyPr/>
        <a:lstStyle/>
        <a:p>
          <a:endParaRPr lang="en-US"/>
        </a:p>
      </dgm:t>
    </dgm:pt>
    <dgm:pt modelId="{AA2C577D-A278-4959-857E-CDA154440386}" type="sibTrans" cxnId="{746C65D4-0A32-4610-8B9B-A01592BB40A3}">
      <dgm:prSet/>
      <dgm:spPr/>
      <dgm:t>
        <a:bodyPr/>
        <a:lstStyle/>
        <a:p>
          <a:endParaRPr lang="en-US"/>
        </a:p>
      </dgm:t>
    </dgm:pt>
    <dgm:pt modelId="{6CF284C3-4A70-4432-8F33-E75A802B3330}">
      <dgm:prSet/>
      <dgm:spPr/>
      <dgm:t>
        <a:bodyPr/>
        <a:lstStyle/>
        <a:p>
          <a:r>
            <a:rPr lang="en-US" dirty="0"/>
            <a:t>Some text here</a:t>
          </a:r>
        </a:p>
      </dgm:t>
    </dgm:pt>
    <dgm:pt modelId="{044831E6-2FC9-4DDA-81FB-5FA418568D07}" type="parTrans" cxnId="{2DC24386-BC50-4BAB-8571-16CB10C2603C}">
      <dgm:prSet/>
      <dgm:spPr/>
      <dgm:t>
        <a:bodyPr/>
        <a:lstStyle/>
        <a:p>
          <a:endParaRPr lang="en-US"/>
        </a:p>
      </dgm:t>
    </dgm:pt>
    <dgm:pt modelId="{CD50B82D-84BB-4747-B282-ABB339EBA294}" type="sibTrans" cxnId="{2DC24386-BC50-4BAB-8571-16CB10C2603C}">
      <dgm:prSet/>
      <dgm:spPr/>
      <dgm:t>
        <a:bodyPr/>
        <a:lstStyle/>
        <a:p>
          <a:endParaRPr lang="en-US"/>
        </a:p>
      </dgm:t>
    </dgm:pt>
    <dgm:pt modelId="{3AF880A5-0F00-4315-A5DF-1FE656798601}">
      <dgm:prSet phldrT="[Text]"/>
      <dgm:spPr/>
      <dgm:t>
        <a:bodyPr/>
        <a:lstStyle/>
        <a:p>
          <a:r>
            <a:rPr lang="en-US" dirty="0"/>
            <a:t>Some text here</a:t>
          </a:r>
        </a:p>
      </dgm:t>
    </dgm:pt>
    <dgm:pt modelId="{A13BB1F9-5857-4B43-8BF5-6589AA2CB759}" type="parTrans" cxnId="{24F8CBE2-5003-4E69-A772-6B98F2B05181}">
      <dgm:prSet/>
      <dgm:spPr/>
      <dgm:t>
        <a:bodyPr/>
        <a:lstStyle/>
        <a:p>
          <a:endParaRPr lang="en-US"/>
        </a:p>
      </dgm:t>
    </dgm:pt>
    <dgm:pt modelId="{C198C41D-2640-4669-83ED-E0CD35701C8E}" type="sibTrans" cxnId="{24F8CBE2-5003-4E69-A772-6B98F2B05181}">
      <dgm:prSet/>
      <dgm:spPr/>
      <dgm:t>
        <a:bodyPr/>
        <a:lstStyle/>
        <a:p>
          <a:endParaRPr lang="en-US"/>
        </a:p>
      </dgm:t>
    </dgm:pt>
    <dgm:pt modelId="{8EA7219F-BDB2-48EB-9EEB-3133522D132E}">
      <dgm:prSet phldrT="[Text]"/>
      <dgm:spPr/>
      <dgm:t>
        <a:bodyPr/>
        <a:lstStyle/>
        <a:p>
          <a:r>
            <a:rPr lang="en-US" dirty="0"/>
            <a:t>Some text here</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BE788BF5-FE9F-4C7D-A1CD-9232D7860179}">
      <dgm:prSet phldrT="[Text]"/>
      <dgm:spPr/>
      <dgm:t>
        <a:bodyPr/>
        <a:lstStyle/>
        <a:p>
          <a:r>
            <a:rPr lang="en-US"/>
            <a:t>Some text here</a:t>
          </a:r>
          <a:endParaRPr lang="en-US" dirty="0"/>
        </a:p>
      </dgm:t>
    </dgm:pt>
    <dgm:pt modelId="{963A52CB-C772-45F2-8A30-8ABA6B14D3CE}" type="parTrans" cxnId="{35013F34-57BC-4E3C-A003-07C0E49926DB}">
      <dgm:prSet/>
      <dgm:spPr/>
      <dgm:t>
        <a:bodyPr/>
        <a:lstStyle/>
        <a:p>
          <a:endParaRPr lang="en-US"/>
        </a:p>
      </dgm:t>
    </dgm:pt>
    <dgm:pt modelId="{88191C5E-55BA-42F2-B842-FC86CBBADC0F}" type="sibTrans" cxnId="{35013F34-57BC-4E3C-A003-07C0E49926DB}">
      <dgm:prSet/>
      <dgm:spPr/>
      <dgm:t>
        <a:bodyPr/>
        <a:lstStyle/>
        <a:p>
          <a:endParaRPr lang="en-US"/>
        </a:p>
      </dgm:t>
    </dgm:pt>
    <dgm:pt modelId="{DDCF078C-D429-4F3D-A86A-601C37333F0E}">
      <dgm:prSet phldrT="[Text]"/>
      <dgm:spPr/>
      <dgm:t>
        <a:bodyPr/>
        <a:lstStyle/>
        <a:p>
          <a:r>
            <a:rPr lang="en-US"/>
            <a:t>Some text here</a:t>
          </a:r>
          <a:endParaRPr lang="en-US" dirty="0"/>
        </a:p>
      </dgm:t>
    </dgm:pt>
    <dgm:pt modelId="{1882E0FC-22B0-4EC0-AFEA-6913C3E42D04}" type="parTrans" cxnId="{8ED196F6-6553-443C-AAB2-40F72E795577}">
      <dgm:prSet/>
      <dgm:spPr/>
      <dgm:t>
        <a:bodyPr/>
        <a:lstStyle/>
        <a:p>
          <a:endParaRPr lang="en-US"/>
        </a:p>
      </dgm:t>
    </dgm:pt>
    <dgm:pt modelId="{E265BFA4-891C-408C-98FC-08B80CC170BD}" type="sibTrans" cxnId="{8ED196F6-6553-443C-AAB2-40F72E795577}">
      <dgm:prSet/>
      <dgm:spPr/>
      <dgm:t>
        <a:bodyPr/>
        <a:lstStyle/>
        <a:p>
          <a:endParaRPr lang="en-US"/>
        </a:p>
      </dgm:t>
    </dgm:pt>
    <dgm:pt modelId="{D416A02A-0A88-4E36-B734-A21335A8DD2D}">
      <dgm:prSet phldrT="[Text]"/>
      <dgm:spPr/>
      <dgm:t>
        <a:bodyPr/>
        <a:lstStyle/>
        <a:p>
          <a:r>
            <a:rPr lang="en-US"/>
            <a:t>Some text here</a:t>
          </a:r>
          <a:endParaRPr lang="en-US" dirty="0"/>
        </a:p>
      </dgm:t>
    </dgm:pt>
    <dgm:pt modelId="{FC806BFF-490C-4885-AC46-7E363DD85082}" type="parTrans" cxnId="{F5E63DE7-E621-486A-821D-56723B2BF235}">
      <dgm:prSet/>
      <dgm:spPr/>
      <dgm:t>
        <a:bodyPr/>
        <a:lstStyle/>
        <a:p>
          <a:endParaRPr lang="en-US"/>
        </a:p>
      </dgm:t>
    </dgm:pt>
    <dgm:pt modelId="{D3B5DA4F-29AB-46CB-9796-98FE9606C128}" type="sibTrans" cxnId="{F5E63DE7-E621-486A-821D-56723B2BF235}">
      <dgm:prSet/>
      <dgm:spPr/>
      <dgm:t>
        <a:bodyPr/>
        <a:lstStyle/>
        <a:p>
          <a:endParaRPr lang="en-US"/>
        </a:p>
      </dgm:t>
    </dgm:pt>
    <dgm:pt modelId="{0175455E-C54B-45D4-9F64-0589EB6B3316}">
      <dgm:prSet phldrT="[Text]"/>
      <dgm:spPr/>
      <dgm:t>
        <a:bodyPr/>
        <a:lstStyle/>
        <a:p>
          <a:r>
            <a:rPr lang="en-US"/>
            <a:t>Some text here</a:t>
          </a:r>
          <a:endParaRPr lang="en-US" dirty="0"/>
        </a:p>
      </dgm:t>
    </dgm:pt>
    <dgm:pt modelId="{88BD4BDB-1D85-4113-AFEC-21431AF63D5F}" type="parTrans" cxnId="{C8B436FC-B783-46B4-A145-3B3B3DD3B3F9}">
      <dgm:prSet/>
      <dgm:spPr/>
      <dgm:t>
        <a:bodyPr/>
        <a:lstStyle/>
        <a:p>
          <a:endParaRPr lang="en-US"/>
        </a:p>
      </dgm:t>
    </dgm:pt>
    <dgm:pt modelId="{814ADA3B-AA89-4AB7-868E-C824585A3ABB}" type="sibTrans" cxnId="{C8B436FC-B783-46B4-A145-3B3B3DD3B3F9}">
      <dgm:prSet/>
      <dgm:spPr/>
      <dgm:t>
        <a:bodyPr/>
        <a:lstStyle/>
        <a:p>
          <a:endParaRPr lang="en-US"/>
        </a:p>
      </dgm:t>
    </dgm:pt>
    <dgm:pt modelId="{D96BD766-7A45-44C2-B6DC-068AE128BF44}">
      <dgm:prSet phldrT="[Text]"/>
      <dgm:spPr/>
      <dgm:t>
        <a:bodyPr/>
        <a:lstStyle/>
        <a:p>
          <a:r>
            <a:rPr lang="en-US"/>
            <a:t>Some text here</a:t>
          </a:r>
          <a:endParaRPr lang="en-US" dirty="0"/>
        </a:p>
      </dgm:t>
    </dgm:pt>
    <dgm:pt modelId="{1723986A-39AC-4737-B675-843E1268E3F0}" type="parTrans" cxnId="{A8DB1F9F-8C0D-44C6-B0CF-E185E4743C27}">
      <dgm:prSet/>
      <dgm:spPr/>
      <dgm:t>
        <a:bodyPr/>
        <a:lstStyle/>
        <a:p>
          <a:endParaRPr lang="en-US"/>
        </a:p>
      </dgm:t>
    </dgm:pt>
    <dgm:pt modelId="{053D2587-FEB8-41DF-8458-0B353CDF3513}" type="sibTrans" cxnId="{A8DB1F9F-8C0D-44C6-B0CF-E185E4743C27}">
      <dgm:prSet/>
      <dgm:spPr/>
      <dgm:t>
        <a:bodyPr/>
        <a:lstStyle/>
        <a:p>
          <a:endParaRPr lang="en-US"/>
        </a:p>
      </dgm:t>
    </dgm:pt>
    <dgm:pt modelId="{FCDCB472-5D0D-441E-9A63-91F48E5C3B9A}">
      <dgm:prSet phldrT="[Text]"/>
      <dgm:spPr/>
      <dgm:t>
        <a:bodyPr/>
        <a:lstStyle/>
        <a:p>
          <a:r>
            <a:rPr lang="en-US"/>
            <a:t>Some text here</a:t>
          </a:r>
          <a:endParaRPr lang="en-US" dirty="0"/>
        </a:p>
      </dgm:t>
    </dgm:pt>
    <dgm:pt modelId="{F183F53E-B9E4-483E-BB59-E567579A1D20}" type="parTrans" cxnId="{E555CFC0-456A-41C0-853C-A5C184B6F026}">
      <dgm:prSet/>
      <dgm:spPr/>
      <dgm:t>
        <a:bodyPr/>
        <a:lstStyle/>
        <a:p>
          <a:endParaRPr lang="en-US"/>
        </a:p>
      </dgm:t>
    </dgm:pt>
    <dgm:pt modelId="{88085470-E458-46BB-9028-8CC37AAF17EF}" type="sibTrans" cxnId="{E555CFC0-456A-41C0-853C-A5C184B6F026}">
      <dgm:prSet/>
      <dgm:spPr/>
      <dgm:t>
        <a:bodyPr/>
        <a:lstStyle/>
        <a:p>
          <a:endParaRPr lang="en-US"/>
        </a:p>
      </dgm:t>
    </dgm:pt>
    <dgm:pt modelId="{CBD3BD06-5B52-457B-A709-959D97EA9FE5}">
      <dgm:prSet phldrT="[Text]"/>
      <dgm:spPr/>
      <dgm:t>
        <a:bodyPr/>
        <a:lstStyle/>
        <a:p>
          <a:r>
            <a:rPr lang="en-US"/>
            <a:t>Some text here</a:t>
          </a:r>
          <a:endParaRPr lang="en-US" dirty="0"/>
        </a:p>
      </dgm:t>
    </dgm:pt>
    <dgm:pt modelId="{BCA8D018-4FBF-4EC0-A8A7-2E733ECB7259}" type="parTrans" cxnId="{BC910C61-D6EF-4F01-BD12-BAC0DF60C0B1}">
      <dgm:prSet/>
      <dgm:spPr/>
      <dgm:t>
        <a:bodyPr/>
        <a:lstStyle/>
        <a:p>
          <a:endParaRPr lang="en-US"/>
        </a:p>
      </dgm:t>
    </dgm:pt>
    <dgm:pt modelId="{32702446-735B-4332-BAF3-71D165AF690E}" type="sibTrans" cxnId="{BC910C61-D6EF-4F01-BD12-BAC0DF60C0B1}">
      <dgm:prSet/>
      <dgm:spPr/>
      <dgm:t>
        <a:bodyPr/>
        <a:lstStyle/>
        <a:p>
          <a:endParaRPr lang="en-US"/>
        </a:p>
      </dgm:t>
    </dgm:pt>
    <dgm:pt modelId="{91AB1B4A-28B4-4D1D-8B6A-CE06ACE58E36}" type="pres">
      <dgm:prSet presAssocID="{B9C32B05-62EA-407A-B21C-2310C7945705}" presName="Name0" presStyleCnt="0">
        <dgm:presLayoutVars>
          <dgm:chMax val="7"/>
          <dgm:dir/>
          <dgm:animLvl val="lvl"/>
          <dgm:resizeHandles val="exact"/>
        </dgm:presLayoutVars>
      </dgm:prSet>
      <dgm:spPr/>
    </dgm:pt>
    <dgm:pt modelId="{0CA6C6B5-E4CD-4CDE-A18E-79FB58BCE220}" type="pres">
      <dgm:prSet presAssocID="{42D71409-67F9-455C-8C6D-716D284AAA6B}" presName="circle1" presStyleLbl="node1" presStyleIdx="0" presStyleCnt="5"/>
      <dgm:spPr/>
    </dgm:pt>
    <dgm:pt modelId="{2186F3BF-3A85-4DE5-91B0-12275641BF06}" type="pres">
      <dgm:prSet presAssocID="{42D71409-67F9-455C-8C6D-716D284AAA6B}" presName="space" presStyleCnt="0"/>
      <dgm:spPr/>
    </dgm:pt>
    <dgm:pt modelId="{E04A4F5D-A64A-42EB-B610-077ADB6ACA60}" type="pres">
      <dgm:prSet presAssocID="{42D71409-67F9-455C-8C6D-716D284AAA6B}" presName="rect1" presStyleLbl="alignAcc1" presStyleIdx="0" presStyleCnt="5"/>
      <dgm:spPr/>
    </dgm:pt>
    <dgm:pt modelId="{911430FD-E2E5-4678-915C-9C13FE2BFFE5}" type="pres">
      <dgm:prSet presAssocID="{F66099B6-DBBD-4AB0-82D2-877B80F846F7}" presName="vertSpace2" presStyleLbl="node1" presStyleIdx="0" presStyleCnt="5"/>
      <dgm:spPr/>
    </dgm:pt>
    <dgm:pt modelId="{7314420A-A6E1-4266-B292-B7F6BE1D8400}" type="pres">
      <dgm:prSet presAssocID="{F66099B6-DBBD-4AB0-82D2-877B80F846F7}" presName="circle2" presStyleLbl="node1" presStyleIdx="1" presStyleCnt="5"/>
      <dgm:spPr/>
    </dgm:pt>
    <dgm:pt modelId="{E6770C32-2856-458A-9D0D-F607BD8A9A59}" type="pres">
      <dgm:prSet presAssocID="{F66099B6-DBBD-4AB0-82D2-877B80F846F7}" presName="rect2" presStyleLbl="alignAcc1" presStyleIdx="1" presStyleCnt="5"/>
      <dgm:spPr/>
    </dgm:pt>
    <dgm:pt modelId="{D4005003-802D-417A-B273-4484069B96DA}" type="pres">
      <dgm:prSet presAssocID="{EE62A4F6-4AC4-435B-990E-81A71CE8CAC7}" presName="vertSpace3" presStyleLbl="node1" presStyleIdx="1" presStyleCnt="5"/>
      <dgm:spPr/>
    </dgm:pt>
    <dgm:pt modelId="{00630903-3DE8-4966-9F1B-AAF9254A79D1}" type="pres">
      <dgm:prSet presAssocID="{EE62A4F6-4AC4-435B-990E-81A71CE8CAC7}" presName="circle3" presStyleLbl="node1" presStyleIdx="2" presStyleCnt="5"/>
      <dgm:spPr/>
    </dgm:pt>
    <dgm:pt modelId="{93C9BBE5-9645-4B29-A35B-C97E86F1038F}" type="pres">
      <dgm:prSet presAssocID="{EE62A4F6-4AC4-435B-990E-81A71CE8CAC7}" presName="rect3" presStyleLbl="alignAcc1" presStyleIdx="2" presStyleCnt="5"/>
      <dgm:spPr/>
    </dgm:pt>
    <dgm:pt modelId="{487873CD-1241-4BC6-ABCB-C5CEF9F5DA57}" type="pres">
      <dgm:prSet presAssocID="{B6D9DE15-697B-42C2-B6A1-CE31260EED93}" presName="vertSpace4" presStyleLbl="node1" presStyleIdx="2" presStyleCnt="5"/>
      <dgm:spPr/>
    </dgm:pt>
    <dgm:pt modelId="{770B4A70-2FCB-470A-829B-D19D1879D6D1}" type="pres">
      <dgm:prSet presAssocID="{B6D9DE15-697B-42C2-B6A1-CE31260EED93}" presName="circle4" presStyleLbl="node1" presStyleIdx="3" presStyleCnt="5"/>
      <dgm:spPr/>
    </dgm:pt>
    <dgm:pt modelId="{6E4B3689-04A0-4A26-902D-D0B968B70BB6}" type="pres">
      <dgm:prSet presAssocID="{B6D9DE15-697B-42C2-B6A1-CE31260EED93}" presName="rect4" presStyleLbl="alignAcc1" presStyleIdx="3" presStyleCnt="5"/>
      <dgm:spPr/>
    </dgm:pt>
    <dgm:pt modelId="{18919734-5A95-43EA-AB91-99C014C6F3B9}" type="pres">
      <dgm:prSet presAssocID="{244CE93D-3CE9-480A-BC40-D5795AE4CC61}" presName="vertSpace5" presStyleLbl="node1" presStyleIdx="3" presStyleCnt="5"/>
      <dgm:spPr/>
    </dgm:pt>
    <dgm:pt modelId="{EF7F8752-5FA2-42DD-A8A4-0CEE88A5ADFD}" type="pres">
      <dgm:prSet presAssocID="{244CE93D-3CE9-480A-BC40-D5795AE4CC61}" presName="circle5" presStyleLbl="node1" presStyleIdx="4" presStyleCnt="5"/>
      <dgm:spPr/>
    </dgm:pt>
    <dgm:pt modelId="{60F51462-F5B7-4261-AA87-13310611FF49}" type="pres">
      <dgm:prSet presAssocID="{244CE93D-3CE9-480A-BC40-D5795AE4CC61}" presName="rect5" presStyleLbl="alignAcc1" presStyleIdx="4" presStyleCnt="5"/>
      <dgm:spPr/>
    </dgm:pt>
    <dgm:pt modelId="{C13A1528-7F70-482B-8A0C-E6B655C19F3A}" type="pres">
      <dgm:prSet presAssocID="{42D71409-67F9-455C-8C6D-716D284AAA6B}" presName="rect1ParTx" presStyleLbl="alignAcc1" presStyleIdx="4" presStyleCnt="5">
        <dgm:presLayoutVars>
          <dgm:chMax val="1"/>
          <dgm:bulletEnabled val="1"/>
        </dgm:presLayoutVars>
      </dgm:prSet>
      <dgm:spPr/>
    </dgm:pt>
    <dgm:pt modelId="{5760DB46-F688-4C11-9049-DBF4A9A7A3C6}" type="pres">
      <dgm:prSet presAssocID="{42D71409-67F9-455C-8C6D-716D284AAA6B}" presName="rect1ChTx" presStyleLbl="alignAcc1" presStyleIdx="4" presStyleCnt="5">
        <dgm:presLayoutVars>
          <dgm:bulletEnabled val="1"/>
        </dgm:presLayoutVars>
      </dgm:prSet>
      <dgm:spPr/>
    </dgm:pt>
    <dgm:pt modelId="{3DB43471-1BEC-47B6-A70B-E79F6A4A71F4}" type="pres">
      <dgm:prSet presAssocID="{F66099B6-DBBD-4AB0-82D2-877B80F846F7}" presName="rect2ParTx" presStyleLbl="alignAcc1" presStyleIdx="4" presStyleCnt="5">
        <dgm:presLayoutVars>
          <dgm:chMax val="1"/>
          <dgm:bulletEnabled val="1"/>
        </dgm:presLayoutVars>
      </dgm:prSet>
      <dgm:spPr/>
    </dgm:pt>
    <dgm:pt modelId="{AAF2A3CC-A7B8-43CD-A017-764FE45E5872}" type="pres">
      <dgm:prSet presAssocID="{F66099B6-DBBD-4AB0-82D2-877B80F846F7}" presName="rect2ChTx" presStyleLbl="alignAcc1" presStyleIdx="4" presStyleCnt="5">
        <dgm:presLayoutVars>
          <dgm:bulletEnabled val="1"/>
        </dgm:presLayoutVars>
      </dgm:prSet>
      <dgm:spPr/>
    </dgm:pt>
    <dgm:pt modelId="{D469EE68-7E65-450B-B3C6-270417567A8D}" type="pres">
      <dgm:prSet presAssocID="{EE62A4F6-4AC4-435B-990E-81A71CE8CAC7}" presName="rect3ParTx" presStyleLbl="alignAcc1" presStyleIdx="4" presStyleCnt="5">
        <dgm:presLayoutVars>
          <dgm:chMax val="1"/>
          <dgm:bulletEnabled val="1"/>
        </dgm:presLayoutVars>
      </dgm:prSet>
      <dgm:spPr/>
    </dgm:pt>
    <dgm:pt modelId="{88C569DA-1917-4270-A7BD-A498EC8AB1EB}" type="pres">
      <dgm:prSet presAssocID="{EE62A4F6-4AC4-435B-990E-81A71CE8CAC7}" presName="rect3ChTx" presStyleLbl="alignAcc1" presStyleIdx="4" presStyleCnt="5">
        <dgm:presLayoutVars>
          <dgm:bulletEnabled val="1"/>
        </dgm:presLayoutVars>
      </dgm:prSet>
      <dgm:spPr/>
    </dgm:pt>
    <dgm:pt modelId="{FAB63272-1F0D-4848-B5E7-385C561B1CAF}" type="pres">
      <dgm:prSet presAssocID="{B6D9DE15-697B-42C2-B6A1-CE31260EED93}" presName="rect4ParTx" presStyleLbl="alignAcc1" presStyleIdx="4" presStyleCnt="5">
        <dgm:presLayoutVars>
          <dgm:chMax val="1"/>
          <dgm:bulletEnabled val="1"/>
        </dgm:presLayoutVars>
      </dgm:prSet>
      <dgm:spPr/>
    </dgm:pt>
    <dgm:pt modelId="{4C87CDC5-07BC-4BB0-8423-560DC1765CC7}" type="pres">
      <dgm:prSet presAssocID="{B6D9DE15-697B-42C2-B6A1-CE31260EED93}" presName="rect4ChTx" presStyleLbl="alignAcc1" presStyleIdx="4" presStyleCnt="5">
        <dgm:presLayoutVars>
          <dgm:bulletEnabled val="1"/>
        </dgm:presLayoutVars>
      </dgm:prSet>
      <dgm:spPr/>
    </dgm:pt>
    <dgm:pt modelId="{92B59DF6-42BC-4F2A-A2EE-3DDD41C0DFFC}" type="pres">
      <dgm:prSet presAssocID="{244CE93D-3CE9-480A-BC40-D5795AE4CC61}" presName="rect5ParTx" presStyleLbl="alignAcc1" presStyleIdx="4" presStyleCnt="5">
        <dgm:presLayoutVars>
          <dgm:chMax val="1"/>
          <dgm:bulletEnabled val="1"/>
        </dgm:presLayoutVars>
      </dgm:prSet>
      <dgm:spPr/>
    </dgm:pt>
    <dgm:pt modelId="{E4294B6F-3E86-4762-A6AF-9684AF197D8A}" type="pres">
      <dgm:prSet presAssocID="{244CE93D-3CE9-480A-BC40-D5795AE4CC61}" presName="rect5ChTx" presStyleLbl="alignAcc1" presStyleIdx="4" presStyleCnt="5">
        <dgm:presLayoutVars>
          <dgm:bulletEnabled val="1"/>
        </dgm:presLayoutVars>
      </dgm:prSet>
      <dgm:spPr/>
    </dgm:pt>
  </dgm:ptLst>
  <dgm:cxnLst>
    <dgm:cxn modelId="{EEB2D815-4587-4640-905A-604A72BDCE61}" type="presOf" srcId="{F66099B6-DBBD-4AB0-82D2-877B80F846F7}" destId="{3DB43471-1BEC-47B6-A70B-E79F6A4A71F4}" srcOrd="1" destOrd="0" presId="urn:microsoft.com/office/officeart/2005/8/layout/target3"/>
    <dgm:cxn modelId="{2AA9C11F-1F1D-428E-801A-47EAA766C99D}" srcId="{B9C32B05-62EA-407A-B21C-2310C7945705}" destId="{42D71409-67F9-455C-8C6D-716D284AAA6B}" srcOrd="0" destOrd="0" parTransId="{51680ED1-AF6E-4B28-AE94-92B0EFB0DF7D}" sibTransId="{478B7D3C-9FB4-4BC6-90AC-49960560DECD}"/>
    <dgm:cxn modelId="{C29EFE27-8EF5-495E-A8F1-4603FF4E9C71}" type="presOf" srcId="{0175455E-C54B-45D4-9F64-0589EB6B3316}" destId="{4C87CDC5-07BC-4BB0-8423-560DC1765CC7}" srcOrd="0" destOrd="0" presId="urn:microsoft.com/office/officeart/2005/8/layout/target3"/>
    <dgm:cxn modelId="{1E471930-6105-446C-81D4-B62807CB2557}" type="presOf" srcId="{244CE93D-3CE9-480A-BC40-D5795AE4CC61}" destId="{92B59DF6-42BC-4F2A-A2EE-3DDD41C0DFFC}" srcOrd="1" destOrd="0" presId="urn:microsoft.com/office/officeart/2005/8/layout/target3"/>
    <dgm:cxn modelId="{8315E032-1C1E-4416-8B31-CFC11FDB0ECC}" type="presOf" srcId="{6CF284C3-4A70-4432-8F33-E75A802B3330}" destId="{AAF2A3CC-A7B8-43CD-A017-764FE45E5872}" srcOrd="0" destOrd="0" presId="urn:microsoft.com/office/officeart/2005/8/layout/target3"/>
    <dgm:cxn modelId="{B4F3EA32-CE64-4A92-9BAE-BC57E5392B05}" srcId="{B9C32B05-62EA-407A-B21C-2310C7945705}" destId="{F66099B6-DBBD-4AB0-82D2-877B80F846F7}" srcOrd="1" destOrd="0" parTransId="{B09C8BFB-F41C-4AC4-AB94-F216E3081C2D}" sibTransId="{BC531B32-9B0E-482E-BF91-65C61F17168D}"/>
    <dgm:cxn modelId="{35013F34-57BC-4E3C-A003-07C0E49926DB}" srcId="{F66099B6-DBBD-4AB0-82D2-877B80F846F7}" destId="{BE788BF5-FE9F-4C7D-A1CD-9232D7860179}" srcOrd="1" destOrd="0" parTransId="{963A52CB-C772-45F2-8A30-8ABA6B14D3CE}" sibTransId="{88191C5E-55BA-42F2-B842-FC86CBBADC0F}"/>
    <dgm:cxn modelId="{A026093D-E8E5-41BB-A5AC-670E708AE4DB}" type="presOf" srcId="{EE62A4F6-4AC4-435B-990E-81A71CE8CAC7}" destId="{93C9BBE5-9645-4B29-A35B-C97E86F1038F}" srcOrd="0" destOrd="0" presId="urn:microsoft.com/office/officeart/2005/8/layout/target3"/>
    <dgm:cxn modelId="{CE43E63D-D958-4BFF-960F-1E56470F6F43}" type="presOf" srcId="{42D71409-67F9-455C-8C6D-716D284AAA6B}" destId="{C13A1528-7F70-482B-8A0C-E6B655C19F3A}" srcOrd="1" destOrd="0" presId="urn:microsoft.com/office/officeart/2005/8/layout/target3"/>
    <dgm:cxn modelId="{1355AD3F-9C1B-4E2F-8C26-B0CF9B4A8931}" type="presOf" srcId="{42D71409-67F9-455C-8C6D-716D284AAA6B}" destId="{E04A4F5D-A64A-42EB-B610-077ADB6ACA60}" srcOrd="0" destOrd="0" presId="urn:microsoft.com/office/officeart/2005/8/layout/target3"/>
    <dgm:cxn modelId="{24BF915C-B658-4D36-9630-065823E7FA56}" type="presOf" srcId="{D416A02A-0A88-4E36-B734-A21335A8DD2D}" destId="{88C569DA-1917-4270-A7BD-A498EC8AB1EB}" srcOrd="0" destOrd="1" presId="urn:microsoft.com/office/officeart/2005/8/layout/target3"/>
    <dgm:cxn modelId="{BC910C61-D6EF-4F01-BD12-BAC0DF60C0B1}" srcId="{244CE93D-3CE9-480A-BC40-D5795AE4CC61}" destId="{CBD3BD06-5B52-457B-A709-959D97EA9FE5}" srcOrd="1" destOrd="0" parTransId="{BCA8D018-4FBF-4EC0-A8A7-2E733ECB7259}" sibTransId="{32702446-735B-4332-BAF3-71D165AF690E}"/>
    <dgm:cxn modelId="{F7839849-8076-4EC1-AA8A-651FFC068D87}" type="presOf" srcId="{B9C32B05-62EA-407A-B21C-2310C7945705}" destId="{91AB1B4A-28B4-4D1D-8B6A-CE06ACE58E36}" srcOrd="0" destOrd="0" presId="urn:microsoft.com/office/officeart/2005/8/layout/target3"/>
    <dgm:cxn modelId="{61A2B652-2278-45DE-96A7-F300A3EA065E}" type="presOf" srcId="{F66099B6-DBBD-4AB0-82D2-877B80F846F7}" destId="{E6770C32-2856-458A-9D0D-F607BD8A9A59}" srcOrd="0" destOrd="0" presId="urn:microsoft.com/office/officeart/2005/8/layout/target3"/>
    <dgm:cxn modelId="{0A9C4573-B247-4BF8-B708-7001F774C693}" type="presOf" srcId="{B6D9DE15-697B-42C2-B6A1-CE31260EED93}" destId="{6E4B3689-04A0-4A26-902D-D0B968B70BB6}" srcOrd="0" destOrd="0" presId="urn:microsoft.com/office/officeart/2005/8/layout/target3"/>
    <dgm:cxn modelId="{71376357-C754-4CD1-9048-719FEA228528}" type="presOf" srcId="{D96BD766-7A45-44C2-B6DC-068AE128BF44}" destId="{4C87CDC5-07BC-4BB0-8423-560DC1765CC7}" srcOrd="0" destOrd="1" presId="urn:microsoft.com/office/officeart/2005/8/layout/target3"/>
    <dgm:cxn modelId="{46707157-7C1C-4933-B7E1-412801EE8F0A}" type="presOf" srcId="{EE62A4F6-4AC4-435B-990E-81A71CE8CAC7}" destId="{D469EE68-7E65-450B-B3C6-270417567A8D}" srcOrd="1" destOrd="0" presId="urn:microsoft.com/office/officeart/2005/8/layout/target3"/>
    <dgm:cxn modelId="{2DC24386-BC50-4BAB-8571-16CB10C2603C}" srcId="{F66099B6-DBBD-4AB0-82D2-877B80F846F7}" destId="{6CF284C3-4A70-4432-8F33-E75A802B3330}" srcOrd="0" destOrd="0" parTransId="{044831E6-2FC9-4DDA-81FB-5FA418568D07}" sibTransId="{CD50B82D-84BB-4747-B282-ABB339EBA294}"/>
    <dgm:cxn modelId="{7FFA1091-6A56-44A5-B993-6298E7E13599}" type="presOf" srcId="{B6D9DE15-697B-42C2-B6A1-CE31260EED93}" destId="{FAB63272-1F0D-4848-B5E7-385C561B1CAF}" srcOrd="1" destOrd="0" presId="urn:microsoft.com/office/officeart/2005/8/layout/target3"/>
    <dgm:cxn modelId="{D9277B9C-03D5-4B63-9DB0-52F4679F15BF}" type="presOf" srcId="{CBD3BD06-5B52-457B-A709-959D97EA9FE5}" destId="{E4294B6F-3E86-4762-A6AF-9684AF197D8A}" srcOrd="0" destOrd="1" presId="urn:microsoft.com/office/officeart/2005/8/layout/target3"/>
    <dgm:cxn modelId="{A8DB1F9F-8C0D-44C6-B0CF-E185E4743C27}" srcId="{B6D9DE15-697B-42C2-B6A1-CE31260EED93}" destId="{D96BD766-7A45-44C2-B6DC-068AE128BF44}" srcOrd="1" destOrd="0" parTransId="{1723986A-39AC-4737-B675-843E1268E3F0}" sibTransId="{053D2587-FEB8-41DF-8458-0B353CDF3513}"/>
    <dgm:cxn modelId="{3A2CECA6-0C5B-46BB-B7C6-7D37E9D210BD}" srcId="{B9C32B05-62EA-407A-B21C-2310C7945705}" destId="{EE62A4F6-4AC4-435B-990E-81A71CE8CAC7}" srcOrd="2" destOrd="0" parTransId="{F287B947-7343-4FA2-B288-B23A59FFAE31}" sibTransId="{389F9A93-0231-4877-8C41-5D5B8DD7AAC0}"/>
    <dgm:cxn modelId="{40513FB0-F94C-499F-9A0B-9E0341D0A0C2}" srcId="{B9C32B05-62EA-407A-B21C-2310C7945705}" destId="{B6D9DE15-697B-42C2-B6A1-CE31260EED93}" srcOrd="3" destOrd="0" parTransId="{EAC9FC21-5112-4CCF-8070-06ED15ED24ED}" sibTransId="{B605B681-1ACB-4650-8600-F9223ABDDC16}"/>
    <dgm:cxn modelId="{657C92BA-630F-4526-BDF3-589017CC6C25}" type="presOf" srcId="{244CE93D-3CE9-480A-BC40-D5795AE4CC61}" destId="{60F51462-F5B7-4261-AA87-13310611FF49}" srcOrd="0" destOrd="0" presId="urn:microsoft.com/office/officeart/2005/8/layout/target3"/>
    <dgm:cxn modelId="{E555CFC0-456A-41C0-853C-A5C184B6F026}" srcId="{244CE93D-3CE9-480A-BC40-D5795AE4CC61}" destId="{FCDCB472-5D0D-441E-9A63-91F48E5C3B9A}" srcOrd="0" destOrd="0" parTransId="{F183F53E-B9E4-483E-BB59-E567579A1D20}" sibTransId="{88085470-E458-46BB-9028-8CC37AAF17EF}"/>
    <dgm:cxn modelId="{D53BB5C3-9D1C-459B-AF50-2205E5458D9D}" type="presOf" srcId="{8EA7219F-BDB2-48EB-9EEB-3133522D132E}" destId="{5760DB46-F688-4C11-9049-DBF4A9A7A3C6}" srcOrd="0" destOrd="0" presId="urn:microsoft.com/office/officeart/2005/8/layout/target3"/>
    <dgm:cxn modelId="{F201D2C9-9477-46F3-9A6B-86B4C9B82989}" type="presOf" srcId="{FCDCB472-5D0D-441E-9A63-91F48E5C3B9A}" destId="{E4294B6F-3E86-4762-A6AF-9684AF197D8A}" srcOrd="0" destOrd="0" presId="urn:microsoft.com/office/officeart/2005/8/layout/target3"/>
    <dgm:cxn modelId="{746C65D4-0A32-4610-8B9B-A01592BB40A3}" srcId="{B9C32B05-62EA-407A-B21C-2310C7945705}" destId="{244CE93D-3CE9-480A-BC40-D5795AE4CC61}" srcOrd="4" destOrd="0" parTransId="{B26CFE49-55EC-4B92-8D65-F00D6B48420B}" sibTransId="{AA2C577D-A278-4959-857E-CDA154440386}"/>
    <dgm:cxn modelId="{1D7A98DA-340C-4E48-8B78-F098BF69EC90}" type="presOf" srcId="{3AF880A5-0F00-4315-A5DF-1FE656798601}" destId="{5760DB46-F688-4C11-9049-DBF4A9A7A3C6}" srcOrd="0" destOrd="1" presId="urn:microsoft.com/office/officeart/2005/8/layout/target3"/>
    <dgm:cxn modelId="{24F8CBE2-5003-4E69-A772-6B98F2B05181}" srcId="{42D71409-67F9-455C-8C6D-716D284AAA6B}" destId="{3AF880A5-0F00-4315-A5DF-1FE656798601}" srcOrd="1" destOrd="0" parTransId="{A13BB1F9-5857-4B43-8BF5-6589AA2CB759}" sibTransId="{C198C41D-2640-4669-83ED-E0CD35701C8E}"/>
    <dgm:cxn modelId="{F5E63DE7-E621-486A-821D-56723B2BF235}" srcId="{EE62A4F6-4AC4-435B-990E-81A71CE8CAC7}" destId="{D416A02A-0A88-4E36-B734-A21335A8DD2D}" srcOrd="1" destOrd="0" parTransId="{FC806BFF-490C-4885-AC46-7E363DD85082}" sibTransId="{D3B5DA4F-29AB-46CB-9796-98FE9606C128}"/>
    <dgm:cxn modelId="{53EE83E9-81E0-48A4-9F5F-2B92F7148A9C}" type="presOf" srcId="{BE788BF5-FE9F-4C7D-A1CD-9232D7860179}" destId="{AAF2A3CC-A7B8-43CD-A017-764FE45E5872}" srcOrd="0" destOrd="1" presId="urn:microsoft.com/office/officeart/2005/8/layout/target3"/>
    <dgm:cxn modelId="{58AD7EEF-D408-406B-87EE-4691D4C30668}" srcId="{42D71409-67F9-455C-8C6D-716D284AAA6B}" destId="{8EA7219F-BDB2-48EB-9EEB-3133522D132E}" srcOrd="0" destOrd="0" parTransId="{3EE8403A-CB7C-4815-85BD-AEBCAEB71B37}" sibTransId="{C94B7947-85DC-4B21-BB99-DF8438356F98}"/>
    <dgm:cxn modelId="{8ED196F6-6553-443C-AAB2-40F72E795577}" srcId="{EE62A4F6-4AC4-435B-990E-81A71CE8CAC7}" destId="{DDCF078C-D429-4F3D-A86A-601C37333F0E}" srcOrd="0" destOrd="0" parTransId="{1882E0FC-22B0-4EC0-AFEA-6913C3E42D04}" sibTransId="{E265BFA4-891C-408C-98FC-08B80CC170BD}"/>
    <dgm:cxn modelId="{A70B57FA-EB8C-4AE8-929D-52EFD868D852}" type="presOf" srcId="{DDCF078C-D429-4F3D-A86A-601C37333F0E}" destId="{88C569DA-1917-4270-A7BD-A498EC8AB1EB}" srcOrd="0" destOrd="0" presId="urn:microsoft.com/office/officeart/2005/8/layout/target3"/>
    <dgm:cxn modelId="{C8B436FC-B783-46B4-A145-3B3B3DD3B3F9}" srcId="{B6D9DE15-697B-42C2-B6A1-CE31260EED93}" destId="{0175455E-C54B-45D4-9F64-0589EB6B3316}" srcOrd="0" destOrd="0" parTransId="{88BD4BDB-1D85-4113-AFEC-21431AF63D5F}" sibTransId="{814ADA3B-AA89-4AB7-868E-C824585A3ABB}"/>
    <dgm:cxn modelId="{33A03BC2-715C-424E-AAD7-D09E28D03CB7}" type="presParOf" srcId="{91AB1B4A-28B4-4D1D-8B6A-CE06ACE58E36}" destId="{0CA6C6B5-E4CD-4CDE-A18E-79FB58BCE220}" srcOrd="0" destOrd="0" presId="urn:microsoft.com/office/officeart/2005/8/layout/target3"/>
    <dgm:cxn modelId="{4821B7B4-4B56-4868-B003-8E4C05C27D65}" type="presParOf" srcId="{91AB1B4A-28B4-4D1D-8B6A-CE06ACE58E36}" destId="{2186F3BF-3A85-4DE5-91B0-12275641BF06}" srcOrd="1" destOrd="0" presId="urn:microsoft.com/office/officeart/2005/8/layout/target3"/>
    <dgm:cxn modelId="{7A6E552E-4253-4320-88A3-3C61BCA3D2B8}" type="presParOf" srcId="{91AB1B4A-28B4-4D1D-8B6A-CE06ACE58E36}" destId="{E04A4F5D-A64A-42EB-B610-077ADB6ACA60}" srcOrd="2" destOrd="0" presId="urn:microsoft.com/office/officeart/2005/8/layout/target3"/>
    <dgm:cxn modelId="{65BAA969-F821-46C8-A90E-B522D607215E}" type="presParOf" srcId="{91AB1B4A-28B4-4D1D-8B6A-CE06ACE58E36}" destId="{911430FD-E2E5-4678-915C-9C13FE2BFFE5}" srcOrd="3" destOrd="0" presId="urn:microsoft.com/office/officeart/2005/8/layout/target3"/>
    <dgm:cxn modelId="{95A8E6DF-D0CC-41B5-AFFC-E1ACA9D34084}" type="presParOf" srcId="{91AB1B4A-28B4-4D1D-8B6A-CE06ACE58E36}" destId="{7314420A-A6E1-4266-B292-B7F6BE1D8400}" srcOrd="4" destOrd="0" presId="urn:microsoft.com/office/officeart/2005/8/layout/target3"/>
    <dgm:cxn modelId="{688766C8-9F1B-4B41-B8E9-103ADF789F60}" type="presParOf" srcId="{91AB1B4A-28B4-4D1D-8B6A-CE06ACE58E36}" destId="{E6770C32-2856-458A-9D0D-F607BD8A9A59}" srcOrd="5" destOrd="0" presId="urn:microsoft.com/office/officeart/2005/8/layout/target3"/>
    <dgm:cxn modelId="{4E2DC638-F9F7-49D4-A5C5-EC67EF9E38C6}" type="presParOf" srcId="{91AB1B4A-28B4-4D1D-8B6A-CE06ACE58E36}" destId="{D4005003-802D-417A-B273-4484069B96DA}" srcOrd="6" destOrd="0" presId="urn:microsoft.com/office/officeart/2005/8/layout/target3"/>
    <dgm:cxn modelId="{907EE12A-0980-4F02-B84B-085BB9ED9CC5}" type="presParOf" srcId="{91AB1B4A-28B4-4D1D-8B6A-CE06ACE58E36}" destId="{00630903-3DE8-4966-9F1B-AAF9254A79D1}" srcOrd="7" destOrd="0" presId="urn:microsoft.com/office/officeart/2005/8/layout/target3"/>
    <dgm:cxn modelId="{4566F4E8-2F27-4721-A7AF-EB86E924A7F0}" type="presParOf" srcId="{91AB1B4A-28B4-4D1D-8B6A-CE06ACE58E36}" destId="{93C9BBE5-9645-4B29-A35B-C97E86F1038F}" srcOrd="8" destOrd="0" presId="urn:microsoft.com/office/officeart/2005/8/layout/target3"/>
    <dgm:cxn modelId="{2DA0C6D3-4E9B-445A-8A0C-6CC779DCAC97}" type="presParOf" srcId="{91AB1B4A-28B4-4D1D-8B6A-CE06ACE58E36}" destId="{487873CD-1241-4BC6-ABCB-C5CEF9F5DA57}" srcOrd="9" destOrd="0" presId="urn:microsoft.com/office/officeart/2005/8/layout/target3"/>
    <dgm:cxn modelId="{26C0B4BC-3FAC-4B54-96AF-8C10871649F3}" type="presParOf" srcId="{91AB1B4A-28B4-4D1D-8B6A-CE06ACE58E36}" destId="{770B4A70-2FCB-470A-829B-D19D1879D6D1}" srcOrd="10" destOrd="0" presId="urn:microsoft.com/office/officeart/2005/8/layout/target3"/>
    <dgm:cxn modelId="{757260A2-CFEF-462D-802C-D428348899B4}" type="presParOf" srcId="{91AB1B4A-28B4-4D1D-8B6A-CE06ACE58E36}" destId="{6E4B3689-04A0-4A26-902D-D0B968B70BB6}" srcOrd="11" destOrd="0" presId="urn:microsoft.com/office/officeart/2005/8/layout/target3"/>
    <dgm:cxn modelId="{8A02DFDC-58B3-4724-BE1B-B9A229993A2A}" type="presParOf" srcId="{91AB1B4A-28B4-4D1D-8B6A-CE06ACE58E36}" destId="{18919734-5A95-43EA-AB91-99C014C6F3B9}" srcOrd="12" destOrd="0" presId="urn:microsoft.com/office/officeart/2005/8/layout/target3"/>
    <dgm:cxn modelId="{88DC4CE8-E404-4F3F-8219-E5341F9638FB}" type="presParOf" srcId="{91AB1B4A-28B4-4D1D-8B6A-CE06ACE58E36}" destId="{EF7F8752-5FA2-42DD-A8A4-0CEE88A5ADFD}" srcOrd="13" destOrd="0" presId="urn:microsoft.com/office/officeart/2005/8/layout/target3"/>
    <dgm:cxn modelId="{009C8FBA-517D-4DDE-9B13-BAEF5D37F504}" type="presParOf" srcId="{91AB1B4A-28B4-4D1D-8B6A-CE06ACE58E36}" destId="{60F51462-F5B7-4261-AA87-13310611FF49}" srcOrd="14" destOrd="0" presId="urn:microsoft.com/office/officeart/2005/8/layout/target3"/>
    <dgm:cxn modelId="{2AF78979-A286-43FC-92AD-E743FD8AB9B0}" type="presParOf" srcId="{91AB1B4A-28B4-4D1D-8B6A-CE06ACE58E36}" destId="{C13A1528-7F70-482B-8A0C-E6B655C19F3A}" srcOrd="15" destOrd="0" presId="urn:microsoft.com/office/officeart/2005/8/layout/target3"/>
    <dgm:cxn modelId="{D1E07B1E-404D-4B2F-89F2-F3AC90CEE818}" type="presParOf" srcId="{91AB1B4A-28B4-4D1D-8B6A-CE06ACE58E36}" destId="{5760DB46-F688-4C11-9049-DBF4A9A7A3C6}" srcOrd="16" destOrd="0" presId="urn:microsoft.com/office/officeart/2005/8/layout/target3"/>
    <dgm:cxn modelId="{E3A33601-B8B7-4AD5-87D1-96D72750D784}" type="presParOf" srcId="{91AB1B4A-28B4-4D1D-8B6A-CE06ACE58E36}" destId="{3DB43471-1BEC-47B6-A70B-E79F6A4A71F4}" srcOrd="17" destOrd="0" presId="urn:microsoft.com/office/officeart/2005/8/layout/target3"/>
    <dgm:cxn modelId="{55E1310F-D28E-4050-BEAD-BA35E5DB267D}" type="presParOf" srcId="{91AB1B4A-28B4-4D1D-8B6A-CE06ACE58E36}" destId="{AAF2A3CC-A7B8-43CD-A017-764FE45E5872}" srcOrd="18" destOrd="0" presId="urn:microsoft.com/office/officeart/2005/8/layout/target3"/>
    <dgm:cxn modelId="{518F21CB-0868-4DE0-9CB3-3541E16B1847}" type="presParOf" srcId="{91AB1B4A-28B4-4D1D-8B6A-CE06ACE58E36}" destId="{D469EE68-7E65-450B-B3C6-270417567A8D}" srcOrd="19" destOrd="0" presId="urn:microsoft.com/office/officeart/2005/8/layout/target3"/>
    <dgm:cxn modelId="{1861D8F4-A1F0-4FAF-A11C-DDF85BC10CD8}" type="presParOf" srcId="{91AB1B4A-28B4-4D1D-8B6A-CE06ACE58E36}" destId="{88C569DA-1917-4270-A7BD-A498EC8AB1EB}" srcOrd="20" destOrd="0" presId="urn:microsoft.com/office/officeart/2005/8/layout/target3"/>
    <dgm:cxn modelId="{6E52B32D-9D55-4CFD-BE46-311E581E5C7B}" type="presParOf" srcId="{91AB1B4A-28B4-4D1D-8B6A-CE06ACE58E36}" destId="{FAB63272-1F0D-4848-B5E7-385C561B1CAF}" srcOrd="21" destOrd="0" presId="urn:microsoft.com/office/officeart/2005/8/layout/target3"/>
    <dgm:cxn modelId="{1AE08776-5A8B-446B-885F-2FD992C82DFE}" type="presParOf" srcId="{91AB1B4A-28B4-4D1D-8B6A-CE06ACE58E36}" destId="{4C87CDC5-07BC-4BB0-8423-560DC1765CC7}" srcOrd="22" destOrd="0" presId="urn:microsoft.com/office/officeart/2005/8/layout/target3"/>
    <dgm:cxn modelId="{5355E91D-B76C-4E5E-B041-C8298C9252EA}" type="presParOf" srcId="{91AB1B4A-28B4-4D1D-8B6A-CE06ACE58E36}" destId="{92B59DF6-42BC-4F2A-A2EE-3DDD41C0DFFC}" srcOrd="23" destOrd="0" presId="urn:microsoft.com/office/officeart/2005/8/layout/target3"/>
    <dgm:cxn modelId="{D39C5F56-ED04-4ED4-9431-A66EBEF35E6A}" type="presParOf" srcId="{91AB1B4A-28B4-4D1D-8B6A-CE06ACE58E36}" destId="{E4294B6F-3E86-4762-A6AF-9684AF197D8A}" srcOrd="24" destOrd="0" presId="urn:microsoft.com/office/officeart/2005/8/layout/target3"/>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39.xml><?xml version="1.0" encoding="utf-8"?>
<dgm:dataModel xmlns:dgm="http://schemas.openxmlformats.org/drawingml/2006/diagram" xmlns:a="http://schemas.openxmlformats.org/drawingml/2006/main">
  <dgm:ptLst>
    <dgm:pt modelId="{B9C32B05-62EA-407A-B21C-2310C7945705}" type="doc">
      <dgm:prSet loTypeId="urn:microsoft.com/office/officeart/2005/8/layout/hierarchy3" loCatId="list"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F66099B6-DBBD-4AB0-82D2-877B80F846F7}">
      <dgm:prSet phldrT="[Text]"/>
      <dgm:spPr/>
      <dgm:t>
        <a:bodyPr/>
        <a:lstStyle/>
        <a:p>
          <a:r>
            <a:rPr lang="en-US" dirty="0"/>
            <a:t>Lorem Ipsum</a:t>
          </a:r>
        </a:p>
      </dgm:t>
    </dgm:pt>
    <dgm:pt modelId="{B09C8BFB-F41C-4AC4-AB94-F216E3081C2D}" type="parTrans" cxnId="{B4F3EA32-CE64-4A92-9BAE-BC57E5392B05}">
      <dgm:prSet/>
      <dgm:spPr/>
      <dgm:t>
        <a:bodyPr/>
        <a:lstStyle/>
        <a:p>
          <a:endParaRPr lang="en-US"/>
        </a:p>
      </dgm:t>
    </dgm:pt>
    <dgm:pt modelId="{BC531B32-9B0E-482E-BF91-65C61F17168D}" type="sibTrans" cxnId="{B4F3EA32-CE64-4A92-9BAE-BC57E5392B05}">
      <dgm:prSet/>
      <dgm:spPr/>
      <dgm:t>
        <a:bodyPr/>
        <a:lstStyle/>
        <a:p>
          <a:endParaRPr lang="en-US"/>
        </a:p>
      </dgm:t>
    </dgm:pt>
    <dgm:pt modelId="{EE62A4F6-4AC4-435B-990E-81A71CE8CAC7}">
      <dgm:prSet phldrT="[Text]"/>
      <dgm:spPr/>
      <dgm:t>
        <a:bodyPr/>
        <a:lstStyle/>
        <a:p>
          <a:r>
            <a:rPr lang="en-US" dirty="0"/>
            <a:t>Lorem Ipsum</a:t>
          </a:r>
        </a:p>
      </dgm:t>
    </dgm:pt>
    <dgm:pt modelId="{F287B947-7343-4FA2-B288-B23A59FFAE31}" type="parTrans" cxnId="{3A2CECA6-0C5B-46BB-B7C6-7D37E9D210BD}">
      <dgm:prSet/>
      <dgm:spPr/>
      <dgm:t>
        <a:bodyPr/>
        <a:lstStyle/>
        <a:p>
          <a:endParaRPr lang="en-US"/>
        </a:p>
      </dgm:t>
    </dgm:pt>
    <dgm:pt modelId="{389F9A93-0231-4877-8C41-5D5B8DD7AAC0}" type="sibTrans" cxnId="{3A2CECA6-0C5B-46BB-B7C6-7D37E9D210BD}">
      <dgm:prSet/>
      <dgm:spPr/>
      <dgm:t>
        <a:bodyPr/>
        <a:lstStyle/>
        <a:p>
          <a:endParaRPr lang="en-US"/>
        </a:p>
      </dgm:t>
    </dgm:pt>
    <dgm:pt modelId="{B6D9DE15-697B-42C2-B6A1-CE31260EED93}">
      <dgm:prSet phldrT="[Text]"/>
      <dgm:spPr/>
      <dgm:t>
        <a:bodyPr/>
        <a:lstStyle/>
        <a:p>
          <a:r>
            <a:rPr lang="en-US" dirty="0"/>
            <a:t>Lorem Ipsum</a:t>
          </a:r>
        </a:p>
      </dgm:t>
    </dgm:pt>
    <dgm:pt modelId="{EAC9FC21-5112-4CCF-8070-06ED15ED24ED}" type="parTrans" cxnId="{40513FB0-F94C-499F-9A0B-9E0341D0A0C2}">
      <dgm:prSet/>
      <dgm:spPr/>
      <dgm:t>
        <a:bodyPr/>
        <a:lstStyle/>
        <a:p>
          <a:endParaRPr lang="en-US"/>
        </a:p>
      </dgm:t>
    </dgm:pt>
    <dgm:pt modelId="{B605B681-1ACB-4650-8600-F9223ABDDC16}" type="sibTrans" cxnId="{40513FB0-F94C-499F-9A0B-9E0341D0A0C2}">
      <dgm:prSet/>
      <dgm:spPr/>
      <dgm:t>
        <a:bodyPr/>
        <a:lstStyle/>
        <a:p>
          <a:endParaRPr lang="en-US"/>
        </a:p>
      </dgm:t>
    </dgm:pt>
    <dgm:pt modelId="{244CE93D-3CE9-480A-BC40-D5795AE4CC61}">
      <dgm:prSet phldrT="[Text]"/>
      <dgm:spPr/>
      <dgm:t>
        <a:bodyPr/>
        <a:lstStyle/>
        <a:p>
          <a:r>
            <a:rPr lang="en-US" dirty="0"/>
            <a:t>Lorem Ipsum</a:t>
          </a:r>
        </a:p>
      </dgm:t>
    </dgm:pt>
    <dgm:pt modelId="{B26CFE49-55EC-4B92-8D65-F00D6B48420B}" type="parTrans" cxnId="{746C65D4-0A32-4610-8B9B-A01592BB40A3}">
      <dgm:prSet/>
      <dgm:spPr/>
      <dgm:t>
        <a:bodyPr/>
        <a:lstStyle/>
        <a:p>
          <a:endParaRPr lang="en-US"/>
        </a:p>
      </dgm:t>
    </dgm:pt>
    <dgm:pt modelId="{AA2C577D-A278-4959-857E-CDA154440386}" type="sibTrans" cxnId="{746C65D4-0A32-4610-8B9B-A01592BB40A3}">
      <dgm:prSet/>
      <dgm:spPr/>
      <dgm:t>
        <a:bodyPr/>
        <a:lstStyle/>
        <a:p>
          <a:endParaRPr lang="en-US"/>
        </a:p>
      </dgm:t>
    </dgm:pt>
    <dgm:pt modelId="{3AF880A5-0F00-4315-A5DF-1FE656798601}">
      <dgm:prSet phldrT="[Text]"/>
      <dgm:spPr/>
      <dgm:t>
        <a:bodyPr/>
        <a:lstStyle/>
        <a:p>
          <a:r>
            <a:rPr lang="en-US" dirty="0"/>
            <a:t>Some text here</a:t>
          </a:r>
        </a:p>
      </dgm:t>
    </dgm:pt>
    <dgm:pt modelId="{C198C41D-2640-4669-83ED-E0CD35701C8E}" type="sibTrans" cxnId="{24F8CBE2-5003-4E69-A772-6B98F2B05181}">
      <dgm:prSet/>
      <dgm:spPr/>
      <dgm:t>
        <a:bodyPr/>
        <a:lstStyle/>
        <a:p>
          <a:endParaRPr lang="en-US"/>
        </a:p>
      </dgm:t>
    </dgm:pt>
    <dgm:pt modelId="{A13BB1F9-5857-4B43-8BF5-6589AA2CB759}" type="parTrans" cxnId="{24F8CBE2-5003-4E69-A772-6B98F2B05181}">
      <dgm:prSet/>
      <dgm:spPr/>
      <dgm:t>
        <a:bodyPr/>
        <a:lstStyle/>
        <a:p>
          <a:endParaRPr lang="en-US"/>
        </a:p>
      </dgm:t>
    </dgm:pt>
    <dgm:pt modelId="{8EA7219F-BDB2-48EB-9EEB-3133522D132E}">
      <dgm:prSet phldrT="[Text]"/>
      <dgm:spPr/>
      <dgm:t>
        <a:bodyPr/>
        <a:lstStyle/>
        <a:p>
          <a:r>
            <a:rPr lang="en-US" dirty="0"/>
            <a:t>Some text here</a:t>
          </a:r>
        </a:p>
      </dgm:t>
    </dgm:pt>
    <dgm:pt modelId="{C94B7947-85DC-4B21-BB99-DF8438356F98}" type="sibTrans" cxnId="{58AD7EEF-D408-406B-87EE-4691D4C30668}">
      <dgm:prSet/>
      <dgm:spPr/>
      <dgm:t>
        <a:bodyPr/>
        <a:lstStyle/>
        <a:p>
          <a:endParaRPr lang="en-US"/>
        </a:p>
      </dgm:t>
    </dgm:pt>
    <dgm:pt modelId="{3EE8403A-CB7C-4815-85BD-AEBCAEB71B37}" type="parTrans" cxnId="{58AD7EEF-D408-406B-87EE-4691D4C30668}">
      <dgm:prSet/>
      <dgm:spPr/>
      <dgm:t>
        <a:bodyPr/>
        <a:lstStyle/>
        <a:p>
          <a:endParaRPr lang="en-US"/>
        </a:p>
      </dgm:t>
    </dgm:pt>
    <dgm:pt modelId="{FB438D32-4798-4650-8439-ED9AC188E1F7}">
      <dgm:prSet phldrT="[Text]"/>
      <dgm:spPr/>
      <dgm:t>
        <a:bodyPr/>
        <a:lstStyle/>
        <a:p>
          <a:r>
            <a:rPr lang="en-US" dirty="0"/>
            <a:t>Some text here</a:t>
          </a:r>
        </a:p>
      </dgm:t>
    </dgm:pt>
    <dgm:pt modelId="{C3E2044D-1F47-45A6-A0A5-B61E47B52BA7}" type="parTrans" cxnId="{C92600E1-6894-4940-800F-2F68A847DEB5}">
      <dgm:prSet/>
      <dgm:spPr/>
      <dgm:t>
        <a:bodyPr/>
        <a:lstStyle/>
        <a:p>
          <a:endParaRPr lang="en-US"/>
        </a:p>
      </dgm:t>
    </dgm:pt>
    <dgm:pt modelId="{18039413-8AA3-4734-8FA2-0178BCEA5448}" type="sibTrans" cxnId="{C92600E1-6894-4940-800F-2F68A847DEB5}">
      <dgm:prSet/>
      <dgm:spPr/>
      <dgm:t>
        <a:bodyPr/>
        <a:lstStyle/>
        <a:p>
          <a:endParaRPr lang="en-US"/>
        </a:p>
      </dgm:t>
    </dgm:pt>
    <dgm:pt modelId="{F62C221B-CB89-4F5C-9AD7-42C62A08D5B0}">
      <dgm:prSet phldrT="[Text]"/>
      <dgm:spPr/>
      <dgm:t>
        <a:bodyPr/>
        <a:lstStyle/>
        <a:p>
          <a:r>
            <a:rPr lang="en-US" dirty="0"/>
            <a:t>Some text here</a:t>
          </a:r>
        </a:p>
      </dgm:t>
    </dgm:pt>
    <dgm:pt modelId="{6FEF0617-5A4E-4EB8-86C5-E8BA565C4193}" type="parTrans" cxnId="{96AB80BA-5440-46A0-A4F4-EE26CF9F8BCC}">
      <dgm:prSet/>
      <dgm:spPr/>
      <dgm:t>
        <a:bodyPr/>
        <a:lstStyle/>
        <a:p>
          <a:endParaRPr lang="en-US"/>
        </a:p>
      </dgm:t>
    </dgm:pt>
    <dgm:pt modelId="{E4AD7A85-047A-45F9-87D5-25136C2A1D07}" type="sibTrans" cxnId="{96AB80BA-5440-46A0-A4F4-EE26CF9F8BCC}">
      <dgm:prSet/>
      <dgm:spPr/>
      <dgm:t>
        <a:bodyPr/>
        <a:lstStyle/>
        <a:p>
          <a:endParaRPr lang="en-US"/>
        </a:p>
      </dgm:t>
    </dgm:pt>
    <dgm:pt modelId="{E8047421-8F84-47A8-9FBE-B4DFD2FA121C}">
      <dgm:prSet phldrT="[Text]"/>
      <dgm:spPr/>
      <dgm:t>
        <a:bodyPr/>
        <a:lstStyle/>
        <a:p>
          <a:r>
            <a:rPr lang="en-US" dirty="0"/>
            <a:t>Some text here</a:t>
          </a:r>
        </a:p>
      </dgm:t>
    </dgm:pt>
    <dgm:pt modelId="{997028B6-E52F-48ED-B5C9-17357653AD15}" type="parTrans" cxnId="{EE9D6D44-1280-4A30-91CC-C2D0C95582BE}">
      <dgm:prSet/>
      <dgm:spPr/>
      <dgm:t>
        <a:bodyPr/>
        <a:lstStyle/>
        <a:p>
          <a:endParaRPr lang="en-US"/>
        </a:p>
      </dgm:t>
    </dgm:pt>
    <dgm:pt modelId="{DD389621-84CA-4E9E-AA57-EC836EAEF062}" type="sibTrans" cxnId="{EE9D6D44-1280-4A30-91CC-C2D0C95582BE}">
      <dgm:prSet/>
      <dgm:spPr/>
      <dgm:t>
        <a:bodyPr/>
        <a:lstStyle/>
        <a:p>
          <a:endParaRPr lang="en-US"/>
        </a:p>
      </dgm:t>
    </dgm:pt>
    <dgm:pt modelId="{AB522F2B-6B26-45F8-95CB-25499FE46C3F}">
      <dgm:prSet phldrT="[Text]"/>
      <dgm:spPr/>
      <dgm:t>
        <a:bodyPr/>
        <a:lstStyle/>
        <a:p>
          <a:r>
            <a:rPr lang="en-US" dirty="0"/>
            <a:t>Some text here</a:t>
          </a:r>
        </a:p>
      </dgm:t>
    </dgm:pt>
    <dgm:pt modelId="{DFFD2F85-5AE3-406A-B695-3C0BF4936D90}" type="parTrans" cxnId="{2D2BC323-0DD9-4DC4-A57D-A71C63E7FF83}">
      <dgm:prSet/>
      <dgm:spPr/>
      <dgm:t>
        <a:bodyPr/>
        <a:lstStyle/>
        <a:p>
          <a:endParaRPr lang="en-US"/>
        </a:p>
      </dgm:t>
    </dgm:pt>
    <dgm:pt modelId="{E4E28FC7-F84C-41A5-B278-0C6DBAF5D08F}" type="sibTrans" cxnId="{2D2BC323-0DD9-4DC4-A57D-A71C63E7FF83}">
      <dgm:prSet/>
      <dgm:spPr/>
      <dgm:t>
        <a:bodyPr/>
        <a:lstStyle/>
        <a:p>
          <a:endParaRPr lang="en-US"/>
        </a:p>
      </dgm:t>
    </dgm:pt>
    <dgm:pt modelId="{4E81AA48-43F8-48E2-BF67-4FFEF4564508}">
      <dgm:prSet phldrT="[Text]"/>
      <dgm:spPr/>
      <dgm:t>
        <a:bodyPr/>
        <a:lstStyle/>
        <a:p>
          <a:r>
            <a:rPr lang="en-US" dirty="0"/>
            <a:t>Some text here</a:t>
          </a:r>
        </a:p>
      </dgm:t>
    </dgm:pt>
    <dgm:pt modelId="{3596A762-323C-41C6-B71C-94CE38B3580F}" type="parTrans" cxnId="{AE97D491-ABF6-4C8E-BC17-2A849EF167A5}">
      <dgm:prSet/>
      <dgm:spPr/>
      <dgm:t>
        <a:bodyPr/>
        <a:lstStyle/>
        <a:p>
          <a:endParaRPr lang="en-US"/>
        </a:p>
      </dgm:t>
    </dgm:pt>
    <dgm:pt modelId="{41F8E5AA-2B23-4552-9EC7-32DFD7405E2C}" type="sibTrans" cxnId="{AE97D491-ABF6-4C8E-BC17-2A849EF167A5}">
      <dgm:prSet/>
      <dgm:spPr/>
      <dgm:t>
        <a:bodyPr/>
        <a:lstStyle/>
        <a:p>
          <a:endParaRPr lang="en-US"/>
        </a:p>
      </dgm:t>
    </dgm:pt>
    <dgm:pt modelId="{9115CBCB-D2BC-4D4B-B3C8-9C3474E91F91}">
      <dgm:prSet phldrT="[Text]"/>
      <dgm:spPr/>
      <dgm:t>
        <a:bodyPr/>
        <a:lstStyle/>
        <a:p>
          <a:r>
            <a:rPr lang="en-US" dirty="0"/>
            <a:t>Some text here</a:t>
          </a:r>
        </a:p>
      </dgm:t>
    </dgm:pt>
    <dgm:pt modelId="{181D3F01-69B0-4EA5-A087-815FE491FEA6}" type="parTrans" cxnId="{572EF808-3968-4D0D-8D2C-38D92495FFAD}">
      <dgm:prSet/>
      <dgm:spPr/>
      <dgm:t>
        <a:bodyPr/>
        <a:lstStyle/>
        <a:p>
          <a:endParaRPr lang="en-US"/>
        </a:p>
      </dgm:t>
    </dgm:pt>
    <dgm:pt modelId="{AA679FA8-E445-4AA5-BF22-80B9A3B5566F}" type="sibTrans" cxnId="{572EF808-3968-4D0D-8D2C-38D92495FFAD}">
      <dgm:prSet/>
      <dgm:spPr/>
      <dgm:t>
        <a:bodyPr/>
        <a:lstStyle/>
        <a:p>
          <a:endParaRPr lang="en-US"/>
        </a:p>
      </dgm:t>
    </dgm:pt>
    <dgm:pt modelId="{B0944972-3624-4EA9-B346-C91750939F22}">
      <dgm:prSet phldrT="[Text]"/>
      <dgm:spPr/>
      <dgm:t>
        <a:bodyPr/>
        <a:lstStyle/>
        <a:p>
          <a:r>
            <a:rPr lang="en-US" dirty="0"/>
            <a:t>Some text here</a:t>
          </a:r>
        </a:p>
      </dgm:t>
    </dgm:pt>
    <dgm:pt modelId="{3EABEB59-AD16-455E-93C3-D399CF4C20C4}" type="parTrans" cxnId="{190D5CE2-C4C3-4872-87A8-BB1801059780}">
      <dgm:prSet/>
      <dgm:spPr/>
      <dgm:t>
        <a:bodyPr/>
        <a:lstStyle/>
        <a:p>
          <a:endParaRPr lang="en-US"/>
        </a:p>
      </dgm:t>
    </dgm:pt>
    <dgm:pt modelId="{CB479197-A00E-4004-B9D8-A0E65576D282}" type="sibTrans" cxnId="{190D5CE2-C4C3-4872-87A8-BB1801059780}">
      <dgm:prSet/>
      <dgm:spPr/>
      <dgm:t>
        <a:bodyPr/>
        <a:lstStyle/>
        <a:p>
          <a:endParaRPr lang="en-US"/>
        </a:p>
      </dgm:t>
    </dgm:pt>
    <dgm:pt modelId="{D5B8448E-4BAF-496D-8F55-2505697E089F}">
      <dgm:prSet phldrT="[Text]"/>
      <dgm:spPr/>
      <dgm:t>
        <a:bodyPr/>
        <a:lstStyle/>
        <a:p>
          <a:r>
            <a:rPr lang="en-US" dirty="0"/>
            <a:t>Some text here</a:t>
          </a:r>
        </a:p>
      </dgm:t>
    </dgm:pt>
    <dgm:pt modelId="{7FEA3593-85D0-41CC-850A-1A09189AEA5C}" type="parTrans" cxnId="{EBD1357E-FAD7-43F6-BCBE-BDD8D16E665C}">
      <dgm:prSet/>
      <dgm:spPr/>
      <dgm:t>
        <a:bodyPr/>
        <a:lstStyle/>
        <a:p>
          <a:endParaRPr lang="en-US"/>
        </a:p>
      </dgm:t>
    </dgm:pt>
    <dgm:pt modelId="{581CC484-59E8-4C23-B0F5-5094B76834F3}" type="sibTrans" cxnId="{EBD1357E-FAD7-43F6-BCBE-BDD8D16E665C}">
      <dgm:prSet/>
      <dgm:spPr/>
      <dgm:t>
        <a:bodyPr/>
        <a:lstStyle/>
        <a:p>
          <a:endParaRPr lang="en-US"/>
        </a:p>
      </dgm:t>
    </dgm:pt>
    <dgm:pt modelId="{9D1DD56F-2F37-4147-A1BC-F89A6DE254E4}">
      <dgm:prSet phldrT="[Text]"/>
      <dgm:spPr/>
      <dgm:t>
        <a:bodyPr/>
        <a:lstStyle/>
        <a:p>
          <a:r>
            <a:rPr lang="en-US" dirty="0"/>
            <a:t>Some text here</a:t>
          </a:r>
        </a:p>
      </dgm:t>
    </dgm:pt>
    <dgm:pt modelId="{52F71EBA-1D3C-4A99-87FA-0F4E1758E3DE}" type="parTrans" cxnId="{9974950F-BF39-4B6B-BA8C-2FACB8926EBE}">
      <dgm:prSet/>
      <dgm:spPr/>
      <dgm:t>
        <a:bodyPr/>
        <a:lstStyle/>
        <a:p>
          <a:endParaRPr lang="en-US"/>
        </a:p>
      </dgm:t>
    </dgm:pt>
    <dgm:pt modelId="{68D232E3-4E9D-4051-B830-E3856160465E}" type="sibTrans" cxnId="{9974950F-BF39-4B6B-BA8C-2FACB8926EBE}">
      <dgm:prSet/>
      <dgm:spPr/>
      <dgm:t>
        <a:bodyPr/>
        <a:lstStyle/>
        <a:p>
          <a:endParaRPr lang="en-US"/>
        </a:p>
      </dgm:t>
    </dgm:pt>
    <dgm:pt modelId="{3E162360-4D9B-4839-8C57-E18A4C42CFAC}">
      <dgm:prSet phldrT="[Text]"/>
      <dgm:spPr/>
      <dgm:t>
        <a:bodyPr/>
        <a:lstStyle/>
        <a:p>
          <a:r>
            <a:rPr lang="en-US" dirty="0"/>
            <a:t>Some text here</a:t>
          </a:r>
        </a:p>
      </dgm:t>
    </dgm:pt>
    <dgm:pt modelId="{482C50A3-9572-4B50-9A88-3E76DD79AFBD}" type="parTrans" cxnId="{77325589-358D-4C12-BFAA-B02F4E91CC38}">
      <dgm:prSet/>
      <dgm:spPr/>
      <dgm:t>
        <a:bodyPr/>
        <a:lstStyle/>
        <a:p>
          <a:endParaRPr lang="en-US"/>
        </a:p>
      </dgm:t>
    </dgm:pt>
    <dgm:pt modelId="{FD25F2B6-32F5-48F1-B5F2-684B98395520}" type="sibTrans" cxnId="{77325589-358D-4C12-BFAA-B02F4E91CC38}">
      <dgm:prSet/>
      <dgm:spPr/>
      <dgm:t>
        <a:bodyPr/>
        <a:lstStyle/>
        <a:p>
          <a:endParaRPr lang="en-US"/>
        </a:p>
      </dgm:t>
    </dgm:pt>
    <dgm:pt modelId="{43E51D45-15F7-4B8E-B840-C267575D0719}">
      <dgm:prSet phldrT="[Text]"/>
      <dgm:spPr/>
      <dgm:t>
        <a:bodyPr/>
        <a:lstStyle/>
        <a:p>
          <a:r>
            <a:rPr lang="en-US" dirty="0"/>
            <a:t>Some text here</a:t>
          </a:r>
        </a:p>
      </dgm:t>
    </dgm:pt>
    <dgm:pt modelId="{5AD1EFF8-D3BC-42CE-88D4-97F2E96AB107}" type="parTrans" cxnId="{19F3EAE9-4DAB-4418-99D5-0826EC688E3C}">
      <dgm:prSet/>
      <dgm:spPr/>
      <dgm:t>
        <a:bodyPr/>
        <a:lstStyle/>
        <a:p>
          <a:endParaRPr lang="en-US"/>
        </a:p>
      </dgm:t>
    </dgm:pt>
    <dgm:pt modelId="{D59582E3-D0BA-4C2F-8DF5-4E1F43032F80}" type="sibTrans" cxnId="{19F3EAE9-4DAB-4418-99D5-0826EC688E3C}">
      <dgm:prSet/>
      <dgm:spPr/>
      <dgm:t>
        <a:bodyPr/>
        <a:lstStyle/>
        <a:p>
          <a:endParaRPr lang="en-US"/>
        </a:p>
      </dgm:t>
    </dgm:pt>
    <dgm:pt modelId="{FB794220-5AB3-400F-B488-87D9F1C2D55A}">
      <dgm:prSet phldrT="[Text]"/>
      <dgm:spPr/>
      <dgm:t>
        <a:bodyPr/>
        <a:lstStyle/>
        <a:p>
          <a:r>
            <a:rPr lang="en-US" dirty="0"/>
            <a:t>Some text here</a:t>
          </a:r>
        </a:p>
      </dgm:t>
    </dgm:pt>
    <dgm:pt modelId="{8C1F9CB7-C9AC-49E2-810C-531076604EEA}" type="parTrans" cxnId="{4C10AD97-A702-46AD-870C-BD88D703CEF8}">
      <dgm:prSet/>
      <dgm:spPr/>
      <dgm:t>
        <a:bodyPr/>
        <a:lstStyle/>
        <a:p>
          <a:endParaRPr lang="en-US"/>
        </a:p>
      </dgm:t>
    </dgm:pt>
    <dgm:pt modelId="{A9CF0F3C-914E-4104-90B5-CA9B18F44306}" type="sibTrans" cxnId="{4C10AD97-A702-46AD-870C-BD88D703CEF8}">
      <dgm:prSet/>
      <dgm:spPr/>
      <dgm:t>
        <a:bodyPr/>
        <a:lstStyle/>
        <a:p>
          <a:endParaRPr lang="en-US"/>
        </a:p>
      </dgm:t>
    </dgm:pt>
    <dgm:pt modelId="{50CB6745-48CD-4F08-9087-DECE4B248858}">
      <dgm:prSet phldrT="[Text]"/>
      <dgm:spPr/>
      <dgm:t>
        <a:bodyPr/>
        <a:lstStyle/>
        <a:p>
          <a:r>
            <a:rPr lang="en-US" dirty="0"/>
            <a:t>Some text here</a:t>
          </a:r>
        </a:p>
      </dgm:t>
    </dgm:pt>
    <dgm:pt modelId="{E09BC344-C8F5-440D-88E1-6CB0CFA3424D}" type="parTrans" cxnId="{637BCD0A-40F2-40E3-8F18-EAE00FBD4211}">
      <dgm:prSet/>
      <dgm:spPr/>
      <dgm:t>
        <a:bodyPr/>
        <a:lstStyle/>
        <a:p>
          <a:endParaRPr lang="en-US"/>
        </a:p>
      </dgm:t>
    </dgm:pt>
    <dgm:pt modelId="{CA661066-B51A-4F1A-9FB0-114BF66DB711}" type="sibTrans" cxnId="{637BCD0A-40F2-40E3-8F18-EAE00FBD4211}">
      <dgm:prSet/>
      <dgm:spPr/>
      <dgm:t>
        <a:bodyPr/>
        <a:lstStyle/>
        <a:p>
          <a:endParaRPr lang="en-US"/>
        </a:p>
      </dgm:t>
    </dgm:pt>
    <dgm:pt modelId="{48F7D296-4F9E-44CD-8CA9-007629F44687}">
      <dgm:prSet phldrT="[Text]"/>
      <dgm:spPr/>
      <dgm:t>
        <a:bodyPr/>
        <a:lstStyle/>
        <a:p>
          <a:r>
            <a:rPr lang="en-US"/>
            <a:t>Some text here</a:t>
          </a:r>
          <a:endParaRPr lang="en-US" dirty="0"/>
        </a:p>
      </dgm:t>
    </dgm:pt>
    <dgm:pt modelId="{DFDF9295-2BF4-4EBE-9EE6-2C9665FC8606}" type="parTrans" cxnId="{7BB7EC2A-85E3-4033-8EF6-A0D51EC47A6D}">
      <dgm:prSet/>
      <dgm:spPr/>
      <dgm:t>
        <a:bodyPr/>
        <a:lstStyle/>
        <a:p>
          <a:endParaRPr lang="en-US"/>
        </a:p>
      </dgm:t>
    </dgm:pt>
    <dgm:pt modelId="{5E5220A4-455E-46BE-A91F-C76FDD32BAC0}" type="sibTrans" cxnId="{7BB7EC2A-85E3-4033-8EF6-A0D51EC47A6D}">
      <dgm:prSet/>
      <dgm:spPr/>
      <dgm:t>
        <a:bodyPr/>
        <a:lstStyle/>
        <a:p>
          <a:endParaRPr lang="en-US"/>
        </a:p>
      </dgm:t>
    </dgm:pt>
    <dgm:pt modelId="{14939649-D86E-4D89-ACBC-9EB0398BF673}" type="pres">
      <dgm:prSet presAssocID="{B9C32B05-62EA-407A-B21C-2310C7945705}" presName="diagram" presStyleCnt="0">
        <dgm:presLayoutVars>
          <dgm:chPref val="1"/>
          <dgm:dir/>
          <dgm:animOne val="branch"/>
          <dgm:animLvl val="lvl"/>
          <dgm:resizeHandles/>
        </dgm:presLayoutVars>
      </dgm:prSet>
      <dgm:spPr/>
    </dgm:pt>
    <dgm:pt modelId="{DA9C3289-1851-406B-81D3-7AE7E06873F4}" type="pres">
      <dgm:prSet presAssocID="{42D71409-67F9-455C-8C6D-716D284AAA6B}" presName="root" presStyleCnt="0"/>
      <dgm:spPr/>
    </dgm:pt>
    <dgm:pt modelId="{CF85833A-DE4A-413B-8672-17DA822A8494}" type="pres">
      <dgm:prSet presAssocID="{42D71409-67F9-455C-8C6D-716D284AAA6B}" presName="rootComposite" presStyleCnt="0"/>
      <dgm:spPr/>
    </dgm:pt>
    <dgm:pt modelId="{5D3896A1-BC38-4C9B-B1AA-E78002BB2633}" type="pres">
      <dgm:prSet presAssocID="{42D71409-67F9-455C-8C6D-716D284AAA6B}" presName="rootText" presStyleLbl="node1" presStyleIdx="0" presStyleCnt="5"/>
      <dgm:spPr/>
    </dgm:pt>
    <dgm:pt modelId="{C12B3D4C-5E01-4C37-AAB1-0A201AB0CDBF}" type="pres">
      <dgm:prSet presAssocID="{42D71409-67F9-455C-8C6D-716D284AAA6B}" presName="rootConnector" presStyleLbl="node1" presStyleIdx="0" presStyleCnt="5"/>
      <dgm:spPr/>
    </dgm:pt>
    <dgm:pt modelId="{5103B7AA-477F-4E95-BF11-466D1F665E1B}" type="pres">
      <dgm:prSet presAssocID="{42D71409-67F9-455C-8C6D-716D284AAA6B}" presName="childShape" presStyleCnt="0"/>
      <dgm:spPr/>
    </dgm:pt>
    <dgm:pt modelId="{99BF09F5-0F33-4D9D-A40E-DB5AFAC38024}" type="pres">
      <dgm:prSet presAssocID="{3EE8403A-CB7C-4815-85BD-AEBCAEB71B37}" presName="Name13" presStyleLbl="parChTrans1D2" presStyleIdx="0" presStyleCnt="16"/>
      <dgm:spPr/>
    </dgm:pt>
    <dgm:pt modelId="{FAD71BF6-571C-4358-99FE-30079C6E12C3}" type="pres">
      <dgm:prSet presAssocID="{8EA7219F-BDB2-48EB-9EEB-3133522D132E}" presName="childText" presStyleLbl="bgAcc1" presStyleIdx="0" presStyleCnt="16">
        <dgm:presLayoutVars>
          <dgm:bulletEnabled val="1"/>
        </dgm:presLayoutVars>
      </dgm:prSet>
      <dgm:spPr/>
    </dgm:pt>
    <dgm:pt modelId="{6E93F2CB-EA4F-4E5E-ADE6-8E26EDC74342}" type="pres">
      <dgm:prSet presAssocID="{A13BB1F9-5857-4B43-8BF5-6589AA2CB759}" presName="Name13" presStyleLbl="parChTrans1D2" presStyleIdx="1" presStyleCnt="16"/>
      <dgm:spPr/>
    </dgm:pt>
    <dgm:pt modelId="{9F6ADED7-B7B4-4B50-91B2-BC084AD00F44}" type="pres">
      <dgm:prSet presAssocID="{3AF880A5-0F00-4315-A5DF-1FE656798601}" presName="childText" presStyleLbl="bgAcc1" presStyleIdx="1" presStyleCnt="16">
        <dgm:presLayoutVars>
          <dgm:bulletEnabled val="1"/>
        </dgm:presLayoutVars>
      </dgm:prSet>
      <dgm:spPr/>
    </dgm:pt>
    <dgm:pt modelId="{5CB279CB-38EF-44C4-9223-8C3548186F2D}" type="pres">
      <dgm:prSet presAssocID="{C3E2044D-1F47-45A6-A0A5-B61E47B52BA7}" presName="Name13" presStyleLbl="parChTrans1D2" presStyleIdx="2" presStyleCnt="16"/>
      <dgm:spPr/>
    </dgm:pt>
    <dgm:pt modelId="{71EA15F5-B577-41FE-B584-C4BC755F3C5A}" type="pres">
      <dgm:prSet presAssocID="{FB438D32-4798-4650-8439-ED9AC188E1F7}" presName="childText" presStyleLbl="bgAcc1" presStyleIdx="2" presStyleCnt="16">
        <dgm:presLayoutVars>
          <dgm:bulletEnabled val="1"/>
        </dgm:presLayoutVars>
      </dgm:prSet>
      <dgm:spPr/>
    </dgm:pt>
    <dgm:pt modelId="{4263A8AC-DD40-4B9C-B217-F35A628B3496}" type="pres">
      <dgm:prSet presAssocID="{DFDF9295-2BF4-4EBE-9EE6-2C9665FC8606}" presName="Name13" presStyleLbl="parChTrans1D2" presStyleIdx="3" presStyleCnt="16"/>
      <dgm:spPr/>
    </dgm:pt>
    <dgm:pt modelId="{862F9907-64C3-414B-ABBD-50F5767EE3D9}" type="pres">
      <dgm:prSet presAssocID="{48F7D296-4F9E-44CD-8CA9-007629F44687}" presName="childText" presStyleLbl="bgAcc1" presStyleIdx="3" presStyleCnt="16">
        <dgm:presLayoutVars>
          <dgm:bulletEnabled val="1"/>
        </dgm:presLayoutVars>
      </dgm:prSet>
      <dgm:spPr/>
    </dgm:pt>
    <dgm:pt modelId="{FCF1C03D-68BB-4069-AF8A-AA3D6933475C}" type="pres">
      <dgm:prSet presAssocID="{F66099B6-DBBD-4AB0-82D2-877B80F846F7}" presName="root" presStyleCnt="0"/>
      <dgm:spPr/>
    </dgm:pt>
    <dgm:pt modelId="{5D9F0734-0E0A-46BB-869C-942C3EFC6BA5}" type="pres">
      <dgm:prSet presAssocID="{F66099B6-DBBD-4AB0-82D2-877B80F846F7}" presName="rootComposite" presStyleCnt="0"/>
      <dgm:spPr/>
    </dgm:pt>
    <dgm:pt modelId="{0A6D0759-AF92-48A8-A791-A9401AA745A9}" type="pres">
      <dgm:prSet presAssocID="{F66099B6-DBBD-4AB0-82D2-877B80F846F7}" presName="rootText" presStyleLbl="node1" presStyleIdx="1" presStyleCnt="5"/>
      <dgm:spPr/>
    </dgm:pt>
    <dgm:pt modelId="{0BCFDA38-3D3F-40DE-B9A1-79B74F0E8A18}" type="pres">
      <dgm:prSet presAssocID="{F66099B6-DBBD-4AB0-82D2-877B80F846F7}" presName="rootConnector" presStyleLbl="node1" presStyleIdx="1" presStyleCnt="5"/>
      <dgm:spPr/>
    </dgm:pt>
    <dgm:pt modelId="{309DBF94-5BBB-4E3C-A2D5-D0FB01437322}" type="pres">
      <dgm:prSet presAssocID="{F66099B6-DBBD-4AB0-82D2-877B80F846F7}" presName="childShape" presStyleCnt="0"/>
      <dgm:spPr/>
    </dgm:pt>
    <dgm:pt modelId="{0AE9B790-D33D-4BDF-A889-B403D15193ED}" type="pres">
      <dgm:prSet presAssocID="{6FEF0617-5A4E-4EB8-86C5-E8BA565C4193}" presName="Name13" presStyleLbl="parChTrans1D2" presStyleIdx="4" presStyleCnt="16"/>
      <dgm:spPr/>
    </dgm:pt>
    <dgm:pt modelId="{980DB693-DE47-43E2-88AB-CD0CA82618B4}" type="pres">
      <dgm:prSet presAssocID="{F62C221B-CB89-4F5C-9AD7-42C62A08D5B0}" presName="childText" presStyleLbl="bgAcc1" presStyleIdx="4" presStyleCnt="16">
        <dgm:presLayoutVars>
          <dgm:bulletEnabled val="1"/>
        </dgm:presLayoutVars>
      </dgm:prSet>
      <dgm:spPr/>
    </dgm:pt>
    <dgm:pt modelId="{7786B6B3-E723-4E24-80F2-DA967BDB6F98}" type="pres">
      <dgm:prSet presAssocID="{997028B6-E52F-48ED-B5C9-17357653AD15}" presName="Name13" presStyleLbl="parChTrans1D2" presStyleIdx="5" presStyleCnt="16"/>
      <dgm:spPr/>
    </dgm:pt>
    <dgm:pt modelId="{525EF402-18FF-47FA-8F94-B211D2A6C3E6}" type="pres">
      <dgm:prSet presAssocID="{E8047421-8F84-47A8-9FBE-B4DFD2FA121C}" presName="childText" presStyleLbl="bgAcc1" presStyleIdx="5" presStyleCnt="16">
        <dgm:presLayoutVars>
          <dgm:bulletEnabled val="1"/>
        </dgm:presLayoutVars>
      </dgm:prSet>
      <dgm:spPr/>
    </dgm:pt>
    <dgm:pt modelId="{8523A205-4F60-481C-8A69-CFDC0B97C777}" type="pres">
      <dgm:prSet presAssocID="{DFFD2F85-5AE3-406A-B695-3C0BF4936D90}" presName="Name13" presStyleLbl="parChTrans1D2" presStyleIdx="6" presStyleCnt="16"/>
      <dgm:spPr/>
    </dgm:pt>
    <dgm:pt modelId="{B1A1E45E-0845-4945-B4A2-E2EF096DBCAD}" type="pres">
      <dgm:prSet presAssocID="{AB522F2B-6B26-45F8-95CB-25499FE46C3F}" presName="childText" presStyleLbl="bgAcc1" presStyleIdx="6" presStyleCnt="16">
        <dgm:presLayoutVars>
          <dgm:bulletEnabled val="1"/>
        </dgm:presLayoutVars>
      </dgm:prSet>
      <dgm:spPr/>
    </dgm:pt>
    <dgm:pt modelId="{54CF270A-482E-47C8-B141-8A1D0C8D41AD}" type="pres">
      <dgm:prSet presAssocID="{EE62A4F6-4AC4-435B-990E-81A71CE8CAC7}" presName="root" presStyleCnt="0"/>
      <dgm:spPr/>
    </dgm:pt>
    <dgm:pt modelId="{F0E5563D-61B6-4C4E-867E-54F97AFC11C4}" type="pres">
      <dgm:prSet presAssocID="{EE62A4F6-4AC4-435B-990E-81A71CE8CAC7}" presName="rootComposite" presStyleCnt="0"/>
      <dgm:spPr/>
    </dgm:pt>
    <dgm:pt modelId="{7F5B07EB-EB77-4070-A693-EB2D497C9F86}" type="pres">
      <dgm:prSet presAssocID="{EE62A4F6-4AC4-435B-990E-81A71CE8CAC7}" presName="rootText" presStyleLbl="node1" presStyleIdx="2" presStyleCnt="5"/>
      <dgm:spPr/>
    </dgm:pt>
    <dgm:pt modelId="{2FB2195A-CB82-49CA-AC8E-32809446E4FF}" type="pres">
      <dgm:prSet presAssocID="{EE62A4F6-4AC4-435B-990E-81A71CE8CAC7}" presName="rootConnector" presStyleLbl="node1" presStyleIdx="2" presStyleCnt="5"/>
      <dgm:spPr/>
    </dgm:pt>
    <dgm:pt modelId="{9BA9FAA2-A085-461B-B835-68161FCC6FEC}" type="pres">
      <dgm:prSet presAssocID="{EE62A4F6-4AC4-435B-990E-81A71CE8CAC7}" presName="childShape" presStyleCnt="0"/>
      <dgm:spPr/>
    </dgm:pt>
    <dgm:pt modelId="{18A3E12A-CC88-4752-A1CA-CD164E879539}" type="pres">
      <dgm:prSet presAssocID="{3596A762-323C-41C6-B71C-94CE38B3580F}" presName="Name13" presStyleLbl="parChTrans1D2" presStyleIdx="7" presStyleCnt="16"/>
      <dgm:spPr/>
    </dgm:pt>
    <dgm:pt modelId="{1E87EB07-C477-4910-9D9F-BD83D121D8D8}" type="pres">
      <dgm:prSet presAssocID="{4E81AA48-43F8-48E2-BF67-4FFEF4564508}" presName="childText" presStyleLbl="bgAcc1" presStyleIdx="7" presStyleCnt="16">
        <dgm:presLayoutVars>
          <dgm:bulletEnabled val="1"/>
        </dgm:presLayoutVars>
      </dgm:prSet>
      <dgm:spPr/>
    </dgm:pt>
    <dgm:pt modelId="{2D036E86-9F7D-43C2-8EAF-5347D3084CB4}" type="pres">
      <dgm:prSet presAssocID="{181D3F01-69B0-4EA5-A087-815FE491FEA6}" presName="Name13" presStyleLbl="parChTrans1D2" presStyleIdx="8" presStyleCnt="16"/>
      <dgm:spPr/>
    </dgm:pt>
    <dgm:pt modelId="{DEA4B039-0C61-4B9D-8519-5231C7695951}" type="pres">
      <dgm:prSet presAssocID="{9115CBCB-D2BC-4D4B-B3C8-9C3474E91F91}" presName="childText" presStyleLbl="bgAcc1" presStyleIdx="8" presStyleCnt="16">
        <dgm:presLayoutVars>
          <dgm:bulletEnabled val="1"/>
        </dgm:presLayoutVars>
      </dgm:prSet>
      <dgm:spPr/>
    </dgm:pt>
    <dgm:pt modelId="{C7A22A9A-6DDC-4CCD-B61D-03773E19C527}" type="pres">
      <dgm:prSet presAssocID="{3EABEB59-AD16-455E-93C3-D399CF4C20C4}" presName="Name13" presStyleLbl="parChTrans1D2" presStyleIdx="9" presStyleCnt="16"/>
      <dgm:spPr/>
    </dgm:pt>
    <dgm:pt modelId="{B7A179A1-ACD8-46CB-9DAF-17A01F134DF8}" type="pres">
      <dgm:prSet presAssocID="{B0944972-3624-4EA9-B346-C91750939F22}" presName="childText" presStyleLbl="bgAcc1" presStyleIdx="9" presStyleCnt="16">
        <dgm:presLayoutVars>
          <dgm:bulletEnabled val="1"/>
        </dgm:presLayoutVars>
      </dgm:prSet>
      <dgm:spPr/>
    </dgm:pt>
    <dgm:pt modelId="{F625FD83-074C-411E-8884-06901372367C}" type="pres">
      <dgm:prSet presAssocID="{B6D9DE15-697B-42C2-B6A1-CE31260EED93}" presName="root" presStyleCnt="0"/>
      <dgm:spPr/>
    </dgm:pt>
    <dgm:pt modelId="{7116CFB2-930B-49F6-8A28-8D39940DBA05}" type="pres">
      <dgm:prSet presAssocID="{B6D9DE15-697B-42C2-B6A1-CE31260EED93}" presName="rootComposite" presStyleCnt="0"/>
      <dgm:spPr/>
    </dgm:pt>
    <dgm:pt modelId="{4D1E34F1-F1D0-4677-AEA6-798DAE496323}" type="pres">
      <dgm:prSet presAssocID="{B6D9DE15-697B-42C2-B6A1-CE31260EED93}" presName="rootText" presStyleLbl="node1" presStyleIdx="3" presStyleCnt="5"/>
      <dgm:spPr/>
    </dgm:pt>
    <dgm:pt modelId="{ECDF9654-291D-44B1-9AC6-192F1247BB31}" type="pres">
      <dgm:prSet presAssocID="{B6D9DE15-697B-42C2-B6A1-CE31260EED93}" presName="rootConnector" presStyleLbl="node1" presStyleIdx="3" presStyleCnt="5"/>
      <dgm:spPr/>
    </dgm:pt>
    <dgm:pt modelId="{A07EDC83-6AF3-48F9-AF6F-DB56666DBFC2}" type="pres">
      <dgm:prSet presAssocID="{B6D9DE15-697B-42C2-B6A1-CE31260EED93}" presName="childShape" presStyleCnt="0"/>
      <dgm:spPr/>
    </dgm:pt>
    <dgm:pt modelId="{4E1754C3-075E-4337-AE92-FC4222075BB3}" type="pres">
      <dgm:prSet presAssocID="{7FEA3593-85D0-41CC-850A-1A09189AEA5C}" presName="Name13" presStyleLbl="parChTrans1D2" presStyleIdx="10" presStyleCnt="16"/>
      <dgm:spPr/>
    </dgm:pt>
    <dgm:pt modelId="{95CA81F4-7EE4-423F-9EF0-82917C379F89}" type="pres">
      <dgm:prSet presAssocID="{D5B8448E-4BAF-496D-8F55-2505697E089F}" presName="childText" presStyleLbl="bgAcc1" presStyleIdx="10" presStyleCnt="16">
        <dgm:presLayoutVars>
          <dgm:bulletEnabled val="1"/>
        </dgm:presLayoutVars>
      </dgm:prSet>
      <dgm:spPr/>
    </dgm:pt>
    <dgm:pt modelId="{979E3C31-3068-41EA-83FB-E63C0CB9FC93}" type="pres">
      <dgm:prSet presAssocID="{52F71EBA-1D3C-4A99-87FA-0F4E1758E3DE}" presName="Name13" presStyleLbl="parChTrans1D2" presStyleIdx="11" presStyleCnt="16"/>
      <dgm:spPr/>
    </dgm:pt>
    <dgm:pt modelId="{901B1E77-FA62-4F7A-A316-FAE15A0B3CF2}" type="pres">
      <dgm:prSet presAssocID="{9D1DD56F-2F37-4147-A1BC-F89A6DE254E4}" presName="childText" presStyleLbl="bgAcc1" presStyleIdx="11" presStyleCnt="16">
        <dgm:presLayoutVars>
          <dgm:bulletEnabled val="1"/>
        </dgm:presLayoutVars>
      </dgm:prSet>
      <dgm:spPr/>
    </dgm:pt>
    <dgm:pt modelId="{883843BE-FE21-4B66-AFEB-BB020FEB692F}" type="pres">
      <dgm:prSet presAssocID="{482C50A3-9572-4B50-9A88-3E76DD79AFBD}" presName="Name13" presStyleLbl="parChTrans1D2" presStyleIdx="12" presStyleCnt="16"/>
      <dgm:spPr/>
    </dgm:pt>
    <dgm:pt modelId="{6CA2F885-E7DF-4F24-B096-8B434592F4A1}" type="pres">
      <dgm:prSet presAssocID="{3E162360-4D9B-4839-8C57-E18A4C42CFAC}" presName="childText" presStyleLbl="bgAcc1" presStyleIdx="12" presStyleCnt="16">
        <dgm:presLayoutVars>
          <dgm:bulletEnabled val="1"/>
        </dgm:presLayoutVars>
      </dgm:prSet>
      <dgm:spPr/>
    </dgm:pt>
    <dgm:pt modelId="{42722DA0-2F56-4D86-94A3-04CCACC0F87B}" type="pres">
      <dgm:prSet presAssocID="{244CE93D-3CE9-480A-BC40-D5795AE4CC61}" presName="root" presStyleCnt="0"/>
      <dgm:spPr/>
    </dgm:pt>
    <dgm:pt modelId="{9CFCD8F7-8DA1-4D86-9127-9CDF77CE986D}" type="pres">
      <dgm:prSet presAssocID="{244CE93D-3CE9-480A-BC40-D5795AE4CC61}" presName="rootComposite" presStyleCnt="0"/>
      <dgm:spPr/>
    </dgm:pt>
    <dgm:pt modelId="{C000AEB7-2275-4E4E-82FD-EB07C2A54DCE}" type="pres">
      <dgm:prSet presAssocID="{244CE93D-3CE9-480A-BC40-D5795AE4CC61}" presName="rootText" presStyleLbl="node1" presStyleIdx="4" presStyleCnt="5"/>
      <dgm:spPr/>
    </dgm:pt>
    <dgm:pt modelId="{8D7CE8C5-8C84-4A59-B173-FBDD9C0B8A83}" type="pres">
      <dgm:prSet presAssocID="{244CE93D-3CE9-480A-BC40-D5795AE4CC61}" presName="rootConnector" presStyleLbl="node1" presStyleIdx="4" presStyleCnt="5"/>
      <dgm:spPr/>
    </dgm:pt>
    <dgm:pt modelId="{5E16F4B2-0992-42F7-AFB7-A9D5988C6C94}" type="pres">
      <dgm:prSet presAssocID="{244CE93D-3CE9-480A-BC40-D5795AE4CC61}" presName="childShape" presStyleCnt="0"/>
      <dgm:spPr/>
    </dgm:pt>
    <dgm:pt modelId="{0618FB3D-7716-4ED0-BA6C-A4CBE0631AC6}" type="pres">
      <dgm:prSet presAssocID="{5AD1EFF8-D3BC-42CE-88D4-97F2E96AB107}" presName="Name13" presStyleLbl="parChTrans1D2" presStyleIdx="13" presStyleCnt="16"/>
      <dgm:spPr/>
    </dgm:pt>
    <dgm:pt modelId="{C1C3D3C5-436E-454C-9FC3-C200FF8EDA61}" type="pres">
      <dgm:prSet presAssocID="{43E51D45-15F7-4B8E-B840-C267575D0719}" presName="childText" presStyleLbl="bgAcc1" presStyleIdx="13" presStyleCnt="16">
        <dgm:presLayoutVars>
          <dgm:bulletEnabled val="1"/>
        </dgm:presLayoutVars>
      </dgm:prSet>
      <dgm:spPr/>
    </dgm:pt>
    <dgm:pt modelId="{9A7011EC-D604-4AD7-BD78-46CCFB4228FC}" type="pres">
      <dgm:prSet presAssocID="{8C1F9CB7-C9AC-49E2-810C-531076604EEA}" presName="Name13" presStyleLbl="parChTrans1D2" presStyleIdx="14" presStyleCnt="16"/>
      <dgm:spPr/>
    </dgm:pt>
    <dgm:pt modelId="{A7F1D843-9B6B-4917-BC9F-5FBBAE1F6522}" type="pres">
      <dgm:prSet presAssocID="{FB794220-5AB3-400F-B488-87D9F1C2D55A}" presName="childText" presStyleLbl="bgAcc1" presStyleIdx="14" presStyleCnt="16">
        <dgm:presLayoutVars>
          <dgm:bulletEnabled val="1"/>
        </dgm:presLayoutVars>
      </dgm:prSet>
      <dgm:spPr/>
    </dgm:pt>
    <dgm:pt modelId="{5679421E-BCB0-454E-B3A3-95B9111F5F90}" type="pres">
      <dgm:prSet presAssocID="{E09BC344-C8F5-440D-88E1-6CB0CFA3424D}" presName="Name13" presStyleLbl="parChTrans1D2" presStyleIdx="15" presStyleCnt="16"/>
      <dgm:spPr/>
    </dgm:pt>
    <dgm:pt modelId="{F63B1C33-1C8F-4705-8F45-084692C6A84C}" type="pres">
      <dgm:prSet presAssocID="{50CB6745-48CD-4F08-9087-DECE4B248858}" presName="childText" presStyleLbl="bgAcc1" presStyleIdx="15" presStyleCnt="16">
        <dgm:presLayoutVars>
          <dgm:bulletEnabled val="1"/>
        </dgm:presLayoutVars>
      </dgm:prSet>
      <dgm:spPr/>
    </dgm:pt>
  </dgm:ptLst>
  <dgm:cxnLst>
    <dgm:cxn modelId="{E3C1A302-89AC-40BF-B99D-38BC935B50D2}" type="presOf" srcId="{3596A762-323C-41C6-B71C-94CE38B3580F}" destId="{18A3E12A-CC88-4752-A1CA-CD164E879539}" srcOrd="0" destOrd="0" presId="urn:microsoft.com/office/officeart/2005/8/layout/hierarchy3"/>
    <dgm:cxn modelId="{17746B06-2A19-46B7-811A-49A61242A732}" type="presOf" srcId="{E8047421-8F84-47A8-9FBE-B4DFD2FA121C}" destId="{525EF402-18FF-47FA-8F94-B211D2A6C3E6}" srcOrd="0" destOrd="0" presId="urn:microsoft.com/office/officeart/2005/8/layout/hierarchy3"/>
    <dgm:cxn modelId="{572EF808-3968-4D0D-8D2C-38D92495FFAD}" srcId="{EE62A4F6-4AC4-435B-990E-81A71CE8CAC7}" destId="{9115CBCB-D2BC-4D4B-B3C8-9C3474E91F91}" srcOrd="1" destOrd="0" parTransId="{181D3F01-69B0-4EA5-A087-815FE491FEA6}" sibTransId="{AA679FA8-E445-4AA5-BF22-80B9A3B5566F}"/>
    <dgm:cxn modelId="{3E55150A-613B-44C7-9765-85D92A7760D9}" type="presOf" srcId="{3E162360-4D9B-4839-8C57-E18A4C42CFAC}" destId="{6CA2F885-E7DF-4F24-B096-8B434592F4A1}" srcOrd="0" destOrd="0" presId="urn:microsoft.com/office/officeart/2005/8/layout/hierarchy3"/>
    <dgm:cxn modelId="{637BCD0A-40F2-40E3-8F18-EAE00FBD4211}" srcId="{244CE93D-3CE9-480A-BC40-D5795AE4CC61}" destId="{50CB6745-48CD-4F08-9087-DECE4B248858}" srcOrd="2" destOrd="0" parTransId="{E09BC344-C8F5-440D-88E1-6CB0CFA3424D}" sibTransId="{CA661066-B51A-4F1A-9FB0-114BF66DB711}"/>
    <dgm:cxn modelId="{1B7FC10D-3732-450B-B15F-403AF4C10E5B}" type="presOf" srcId="{9115CBCB-D2BC-4D4B-B3C8-9C3474E91F91}" destId="{DEA4B039-0C61-4B9D-8519-5231C7695951}" srcOrd="0" destOrd="0" presId="urn:microsoft.com/office/officeart/2005/8/layout/hierarchy3"/>
    <dgm:cxn modelId="{9974950F-BF39-4B6B-BA8C-2FACB8926EBE}" srcId="{B6D9DE15-697B-42C2-B6A1-CE31260EED93}" destId="{9D1DD56F-2F37-4147-A1BC-F89A6DE254E4}" srcOrd="1" destOrd="0" parTransId="{52F71EBA-1D3C-4A99-87FA-0F4E1758E3DE}" sibTransId="{68D232E3-4E9D-4051-B830-E3856160465E}"/>
    <dgm:cxn modelId="{F0E94F12-603D-4C2C-B302-1A6EAA48FC73}" type="presOf" srcId="{B9C32B05-62EA-407A-B21C-2310C7945705}" destId="{14939649-D86E-4D89-ACBC-9EB0398BF673}" srcOrd="0" destOrd="0" presId="urn:microsoft.com/office/officeart/2005/8/layout/hierarchy3"/>
    <dgm:cxn modelId="{66C6CB17-6593-4DAD-89F1-BF7C364FAF2D}" type="presOf" srcId="{F66099B6-DBBD-4AB0-82D2-877B80F846F7}" destId="{0BCFDA38-3D3F-40DE-B9A1-79B74F0E8A18}" srcOrd="1" destOrd="0" presId="urn:microsoft.com/office/officeart/2005/8/layout/hierarchy3"/>
    <dgm:cxn modelId="{4488341A-BCF2-4763-9393-715BB2EFA7B9}" type="presOf" srcId="{244CE93D-3CE9-480A-BC40-D5795AE4CC61}" destId="{8D7CE8C5-8C84-4A59-B173-FBDD9C0B8A83}" srcOrd="1" destOrd="0" presId="urn:microsoft.com/office/officeart/2005/8/layout/hierarchy3"/>
    <dgm:cxn modelId="{2AA9C11F-1F1D-428E-801A-47EAA766C99D}" srcId="{B9C32B05-62EA-407A-B21C-2310C7945705}" destId="{42D71409-67F9-455C-8C6D-716D284AAA6B}" srcOrd="0" destOrd="0" parTransId="{51680ED1-AF6E-4B28-AE94-92B0EFB0DF7D}" sibTransId="{478B7D3C-9FB4-4BC6-90AC-49960560DECD}"/>
    <dgm:cxn modelId="{2D2BC323-0DD9-4DC4-A57D-A71C63E7FF83}" srcId="{F66099B6-DBBD-4AB0-82D2-877B80F846F7}" destId="{AB522F2B-6B26-45F8-95CB-25499FE46C3F}" srcOrd="2" destOrd="0" parTransId="{DFFD2F85-5AE3-406A-B695-3C0BF4936D90}" sibTransId="{E4E28FC7-F84C-41A5-B278-0C6DBAF5D08F}"/>
    <dgm:cxn modelId="{EF8A6226-2207-4BC3-A833-58AA0D1146D3}" type="presOf" srcId="{997028B6-E52F-48ED-B5C9-17357653AD15}" destId="{7786B6B3-E723-4E24-80F2-DA967BDB6F98}" srcOrd="0" destOrd="0" presId="urn:microsoft.com/office/officeart/2005/8/layout/hierarchy3"/>
    <dgm:cxn modelId="{7BB7EC2A-85E3-4033-8EF6-A0D51EC47A6D}" srcId="{42D71409-67F9-455C-8C6D-716D284AAA6B}" destId="{48F7D296-4F9E-44CD-8CA9-007629F44687}" srcOrd="3" destOrd="0" parTransId="{DFDF9295-2BF4-4EBE-9EE6-2C9665FC8606}" sibTransId="{5E5220A4-455E-46BE-A91F-C76FDD32BAC0}"/>
    <dgm:cxn modelId="{73BE512E-3020-47F7-A1A8-B6D0736ADF66}" type="presOf" srcId="{50CB6745-48CD-4F08-9087-DECE4B248858}" destId="{F63B1C33-1C8F-4705-8F45-084692C6A84C}" srcOrd="0" destOrd="0" presId="urn:microsoft.com/office/officeart/2005/8/layout/hierarchy3"/>
    <dgm:cxn modelId="{B4F3EA32-CE64-4A92-9BAE-BC57E5392B05}" srcId="{B9C32B05-62EA-407A-B21C-2310C7945705}" destId="{F66099B6-DBBD-4AB0-82D2-877B80F846F7}" srcOrd="1" destOrd="0" parTransId="{B09C8BFB-F41C-4AC4-AB94-F216E3081C2D}" sibTransId="{BC531B32-9B0E-482E-BF91-65C61F17168D}"/>
    <dgm:cxn modelId="{45D94E3A-ECEA-4310-9D00-F20FE57BBDCB}" type="presOf" srcId="{B6D9DE15-697B-42C2-B6A1-CE31260EED93}" destId="{4D1E34F1-F1D0-4677-AEA6-798DAE496323}" srcOrd="0" destOrd="0" presId="urn:microsoft.com/office/officeart/2005/8/layout/hierarchy3"/>
    <dgm:cxn modelId="{E5EFEA3F-154A-4CA3-942C-FDE8D027B277}" type="presOf" srcId="{EE62A4F6-4AC4-435B-990E-81A71CE8CAC7}" destId="{2FB2195A-CB82-49CA-AC8E-32809446E4FF}" srcOrd="1" destOrd="0" presId="urn:microsoft.com/office/officeart/2005/8/layout/hierarchy3"/>
    <dgm:cxn modelId="{8AAA6E40-DBAE-433E-B061-F9FAF7B9DEA4}" type="presOf" srcId="{A13BB1F9-5857-4B43-8BF5-6589AA2CB759}" destId="{6E93F2CB-EA4F-4E5E-ADE6-8E26EDC74342}" srcOrd="0" destOrd="0" presId="urn:microsoft.com/office/officeart/2005/8/layout/hierarchy3"/>
    <dgm:cxn modelId="{7665F85C-1FF1-48FB-88D1-D53B43442F87}" type="presOf" srcId="{8EA7219F-BDB2-48EB-9EEB-3133522D132E}" destId="{FAD71BF6-571C-4358-99FE-30079C6E12C3}" srcOrd="0" destOrd="0" presId="urn:microsoft.com/office/officeart/2005/8/layout/hierarchy3"/>
    <dgm:cxn modelId="{BC8D885D-EE56-45BE-A901-BC5504D3935C}" type="presOf" srcId="{3AF880A5-0F00-4315-A5DF-1FE656798601}" destId="{9F6ADED7-B7B4-4B50-91B2-BC084AD00F44}" srcOrd="0" destOrd="0" presId="urn:microsoft.com/office/officeart/2005/8/layout/hierarchy3"/>
    <dgm:cxn modelId="{20887560-2F66-4240-AF85-8857F27A3581}" type="presOf" srcId="{AB522F2B-6B26-45F8-95CB-25499FE46C3F}" destId="{B1A1E45E-0845-4945-B4A2-E2EF096DBCAD}" srcOrd="0" destOrd="0" presId="urn:microsoft.com/office/officeart/2005/8/layout/hierarchy3"/>
    <dgm:cxn modelId="{73DFAC41-2AA4-435B-9AE7-5CF312FA1058}" type="presOf" srcId="{48F7D296-4F9E-44CD-8CA9-007629F44687}" destId="{862F9907-64C3-414B-ABBD-50F5767EE3D9}" srcOrd="0" destOrd="0" presId="urn:microsoft.com/office/officeart/2005/8/layout/hierarchy3"/>
    <dgm:cxn modelId="{EE9D6D44-1280-4A30-91CC-C2D0C95582BE}" srcId="{F66099B6-DBBD-4AB0-82D2-877B80F846F7}" destId="{E8047421-8F84-47A8-9FBE-B4DFD2FA121C}" srcOrd="1" destOrd="0" parTransId="{997028B6-E52F-48ED-B5C9-17357653AD15}" sibTransId="{DD389621-84CA-4E9E-AA57-EC836EAEF062}"/>
    <dgm:cxn modelId="{854E3767-23BD-4E55-BE79-C9E3434D7F28}" type="presOf" srcId="{EE62A4F6-4AC4-435B-990E-81A71CE8CAC7}" destId="{7F5B07EB-EB77-4070-A693-EB2D497C9F86}" srcOrd="0" destOrd="0" presId="urn:microsoft.com/office/officeart/2005/8/layout/hierarchy3"/>
    <dgm:cxn modelId="{7DA37047-0016-4082-A6CF-5CF3301AA033}" type="presOf" srcId="{B0944972-3624-4EA9-B346-C91750939F22}" destId="{B7A179A1-ACD8-46CB-9DAF-17A01F134DF8}" srcOrd="0" destOrd="0" presId="urn:microsoft.com/office/officeart/2005/8/layout/hierarchy3"/>
    <dgm:cxn modelId="{30C02468-C3D4-4A49-89AF-5ACD76360BE3}" type="presOf" srcId="{F66099B6-DBBD-4AB0-82D2-877B80F846F7}" destId="{0A6D0759-AF92-48A8-A791-A9401AA745A9}" srcOrd="0" destOrd="0" presId="urn:microsoft.com/office/officeart/2005/8/layout/hierarchy3"/>
    <dgm:cxn modelId="{662B9C6B-70D0-4C60-B691-45EDE2CE7792}" type="presOf" srcId="{42D71409-67F9-455C-8C6D-716D284AAA6B}" destId="{5D3896A1-BC38-4C9B-B1AA-E78002BB2633}" srcOrd="0" destOrd="0" presId="urn:microsoft.com/office/officeart/2005/8/layout/hierarchy3"/>
    <dgm:cxn modelId="{ADE0A94D-86F5-4209-B13F-95009957CAF8}" type="presOf" srcId="{181D3F01-69B0-4EA5-A087-815FE491FEA6}" destId="{2D036E86-9F7D-43C2-8EAF-5347D3084CB4}" srcOrd="0" destOrd="0" presId="urn:microsoft.com/office/officeart/2005/8/layout/hierarchy3"/>
    <dgm:cxn modelId="{C2011853-3DA0-4FF9-B81E-D4281C000E94}" type="presOf" srcId="{DFDF9295-2BF4-4EBE-9EE6-2C9665FC8606}" destId="{4263A8AC-DD40-4B9C-B217-F35A628B3496}" srcOrd="0" destOrd="0" presId="urn:microsoft.com/office/officeart/2005/8/layout/hierarchy3"/>
    <dgm:cxn modelId="{554D2D75-F18E-4152-9D96-E37B30E20AF6}" type="presOf" srcId="{42D71409-67F9-455C-8C6D-716D284AAA6B}" destId="{C12B3D4C-5E01-4C37-AAB1-0A201AB0CDBF}" srcOrd="1" destOrd="0" presId="urn:microsoft.com/office/officeart/2005/8/layout/hierarchy3"/>
    <dgm:cxn modelId="{65BD8E78-6CCE-48F7-B24B-B7DE372FDF89}" type="presOf" srcId="{F62C221B-CB89-4F5C-9AD7-42C62A08D5B0}" destId="{980DB693-DE47-43E2-88AB-CD0CA82618B4}" srcOrd="0" destOrd="0" presId="urn:microsoft.com/office/officeart/2005/8/layout/hierarchy3"/>
    <dgm:cxn modelId="{5ED2E979-A384-4207-B1D3-11C25C297994}" type="presOf" srcId="{8C1F9CB7-C9AC-49E2-810C-531076604EEA}" destId="{9A7011EC-D604-4AD7-BD78-46CCFB4228FC}" srcOrd="0" destOrd="0" presId="urn:microsoft.com/office/officeart/2005/8/layout/hierarchy3"/>
    <dgm:cxn modelId="{EBD1357E-FAD7-43F6-BCBE-BDD8D16E665C}" srcId="{B6D9DE15-697B-42C2-B6A1-CE31260EED93}" destId="{D5B8448E-4BAF-496D-8F55-2505697E089F}" srcOrd="0" destOrd="0" parTransId="{7FEA3593-85D0-41CC-850A-1A09189AEA5C}" sibTransId="{581CC484-59E8-4C23-B0F5-5094B76834F3}"/>
    <dgm:cxn modelId="{76FA0A84-D21E-4C13-B147-FF2903EC69C6}" type="presOf" srcId="{3EE8403A-CB7C-4815-85BD-AEBCAEB71B37}" destId="{99BF09F5-0F33-4D9D-A40E-DB5AFAC38024}" srcOrd="0" destOrd="0" presId="urn:microsoft.com/office/officeart/2005/8/layout/hierarchy3"/>
    <dgm:cxn modelId="{77325589-358D-4C12-BFAA-B02F4E91CC38}" srcId="{B6D9DE15-697B-42C2-B6A1-CE31260EED93}" destId="{3E162360-4D9B-4839-8C57-E18A4C42CFAC}" srcOrd="2" destOrd="0" parTransId="{482C50A3-9572-4B50-9A88-3E76DD79AFBD}" sibTransId="{FD25F2B6-32F5-48F1-B5F2-684B98395520}"/>
    <dgm:cxn modelId="{38ED5E8F-9D28-4A7A-A921-C53558D032A3}" type="presOf" srcId="{4E81AA48-43F8-48E2-BF67-4FFEF4564508}" destId="{1E87EB07-C477-4910-9D9F-BD83D121D8D8}" srcOrd="0" destOrd="0" presId="urn:microsoft.com/office/officeart/2005/8/layout/hierarchy3"/>
    <dgm:cxn modelId="{AE97D491-ABF6-4C8E-BC17-2A849EF167A5}" srcId="{EE62A4F6-4AC4-435B-990E-81A71CE8CAC7}" destId="{4E81AA48-43F8-48E2-BF67-4FFEF4564508}" srcOrd="0" destOrd="0" parTransId="{3596A762-323C-41C6-B71C-94CE38B3580F}" sibTransId="{41F8E5AA-2B23-4552-9EC7-32DFD7405E2C}"/>
    <dgm:cxn modelId="{4C10AD97-A702-46AD-870C-BD88D703CEF8}" srcId="{244CE93D-3CE9-480A-BC40-D5795AE4CC61}" destId="{FB794220-5AB3-400F-B488-87D9F1C2D55A}" srcOrd="1" destOrd="0" parTransId="{8C1F9CB7-C9AC-49E2-810C-531076604EEA}" sibTransId="{A9CF0F3C-914E-4104-90B5-CA9B18F44306}"/>
    <dgm:cxn modelId="{02D4B09C-DCB8-41B1-934A-5F10C838CE48}" type="presOf" srcId="{DFFD2F85-5AE3-406A-B695-3C0BF4936D90}" destId="{8523A205-4F60-481C-8A69-CFDC0B97C777}" srcOrd="0" destOrd="0" presId="urn:microsoft.com/office/officeart/2005/8/layout/hierarchy3"/>
    <dgm:cxn modelId="{4FADBBA0-EA33-409E-B2A8-2D7258EF0C91}" type="presOf" srcId="{FB438D32-4798-4650-8439-ED9AC188E1F7}" destId="{71EA15F5-B577-41FE-B584-C4BC755F3C5A}" srcOrd="0" destOrd="0" presId="urn:microsoft.com/office/officeart/2005/8/layout/hierarchy3"/>
    <dgm:cxn modelId="{BFC39BA4-1AC0-4398-8062-667DE5F6A22E}" type="presOf" srcId="{9D1DD56F-2F37-4147-A1BC-F89A6DE254E4}" destId="{901B1E77-FA62-4F7A-A316-FAE15A0B3CF2}" srcOrd="0" destOrd="0" presId="urn:microsoft.com/office/officeart/2005/8/layout/hierarchy3"/>
    <dgm:cxn modelId="{E155D2A4-67BB-4F64-ACA3-B3293F900ABA}" type="presOf" srcId="{244CE93D-3CE9-480A-BC40-D5795AE4CC61}" destId="{C000AEB7-2275-4E4E-82FD-EB07C2A54DCE}" srcOrd="0" destOrd="0" presId="urn:microsoft.com/office/officeart/2005/8/layout/hierarchy3"/>
    <dgm:cxn modelId="{3A2CECA6-0C5B-46BB-B7C6-7D37E9D210BD}" srcId="{B9C32B05-62EA-407A-B21C-2310C7945705}" destId="{EE62A4F6-4AC4-435B-990E-81A71CE8CAC7}" srcOrd="2" destOrd="0" parTransId="{F287B947-7343-4FA2-B288-B23A59FFAE31}" sibTransId="{389F9A93-0231-4877-8C41-5D5B8DD7AAC0}"/>
    <dgm:cxn modelId="{40513FB0-F94C-499F-9A0B-9E0341D0A0C2}" srcId="{B9C32B05-62EA-407A-B21C-2310C7945705}" destId="{B6D9DE15-697B-42C2-B6A1-CE31260EED93}" srcOrd="3" destOrd="0" parTransId="{EAC9FC21-5112-4CCF-8070-06ED15ED24ED}" sibTransId="{B605B681-1ACB-4650-8600-F9223ABDDC16}"/>
    <dgm:cxn modelId="{96AB80BA-5440-46A0-A4F4-EE26CF9F8BCC}" srcId="{F66099B6-DBBD-4AB0-82D2-877B80F846F7}" destId="{F62C221B-CB89-4F5C-9AD7-42C62A08D5B0}" srcOrd="0" destOrd="0" parTransId="{6FEF0617-5A4E-4EB8-86C5-E8BA565C4193}" sibTransId="{E4AD7A85-047A-45F9-87D5-25136C2A1D07}"/>
    <dgm:cxn modelId="{D82D3FBD-816C-444A-83A4-2A2559EFB0F4}" type="presOf" srcId="{D5B8448E-4BAF-496D-8F55-2505697E089F}" destId="{95CA81F4-7EE4-423F-9EF0-82917C379F89}" srcOrd="0" destOrd="0" presId="urn:microsoft.com/office/officeart/2005/8/layout/hierarchy3"/>
    <dgm:cxn modelId="{8850F2BE-561F-4A0F-8E38-541524DB614A}" type="presOf" srcId="{52F71EBA-1D3C-4A99-87FA-0F4E1758E3DE}" destId="{979E3C31-3068-41EA-83FB-E63C0CB9FC93}" srcOrd="0" destOrd="0" presId="urn:microsoft.com/office/officeart/2005/8/layout/hierarchy3"/>
    <dgm:cxn modelId="{42A941C0-9D6C-4B39-AE45-9AA4E19CDEED}" type="presOf" srcId="{E09BC344-C8F5-440D-88E1-6CB0CFA3424D}" destId="{5679421E-BCB0-454E-B3A3-95B9111F5F90}" srcOrd="0" destOrd="0" presId="urn:microsoft.com/office/officeart/2005/8/layout/hierarchy3"/>
    <dgm:cxn modelId="{53A583C0-5B3F-4D04-BF84-B39898127812}" type="presOf" srcId="{43E51D45-15F7-4B8E-B840-C267575D0719}" destId="{C1C3D3C5-436E-454C-9FC3-C200FF8EDA61}" srcOrd="0" destOrd="0" presId="urn:microsoft.com/office/officeart/2005/8/layout/hierarchy3"/>
    <dgm:cxn modelId="{6F5749C2-8F63-4920-B9E2-901D3FED6C2A}" type="presOf" srcId="{B6D9DE15-697B-42C2-B6A1-CE31260EED93}" destId="{ECDF9654-291D-44B1-9AC6-192F1247BB31}" srcOrd="1" destOrd="0" presId="urn:microsoft.com/office/officeart/2005/8/layout/hierarchy3"/>
    <dgm:cxn modelId="{E5B417CB-5BFA-410E-BECF-2B4A764E2405}" type="presOf" srcId="{482C50A3-9572-4B50-9A88-3E76DD79AFBD}" destId="{883843BE-FE21-4B66-AFEB-BB020FEB692F}" srcOrd="0" destOrd="0" presId="urn:microsoft.com/office/officeart/2005/8/layout/hierarchy3"/>
    <dgm:cxn modelId="{41FE52CE-982A-40C6-8EBF-04107A503DF9}" type="presOf" srcId="{6FEF0617-5A4E-4EB8-86C5-E8BA565C4193}" destId="{0AE9B790-D33D-4BDF-A889-B403D15193ED}" srcOrd="0" destOrd="0" presId="urn:microsoft.com/office/officeart/2005/8/layout/hierarchy3"/>
    <dgm:cxn modelId="{746C65D4-0A32-4610-8B9B-A01592BB40A3}" srcId="{B9C32B05-62EA-407A-B21C-2310C7945705}" destId="{244CE93D-3CE9-480A-BC40-D5795AE4CC61}" srcOrd="4" destOrd="0" parTransId="{B26CFE49-55EC-4B92-8D65-F00D6B48420B}" sibTransId="{AA2C577D-A278-4959-857E-CDA154440386}"/>
    <dgm:cxn modelId="{36E959D8-3F64-4640-8CD4-69BF94D5CF49}" type="presOf" srcId="{C3E2044D-1F47-45A6-A0A5-B61E47B52BA7}" destId="{5CB279CB-38EF-44C4-9223-8C3548186F2D}" srcOrd="0" destOrd="0" presId="urn:microsoft.com/office/officeart/2005/8/layout/hierarchy3"/>
    <dgm:cxn modelId="{7A4A79D9-DE25-4D4C-AD14-B369EF7CB6D4}" type="presOf" srcId="{5AD1EFF8-D3BC-42CE-88D4-97F2E96AB107}" destId="{0618FB3D-7716-4ED0-BA6C-A4CBE0631AC6}" srcOrd="0" destOrd="0" presId="urn:microsoft.com/office/officeart/2005/8/layout/hierarchy3"/>
    <dgm:cxn modelId="{C92600E1-6894-4940-800F-2F68A847DEB5}" srcId="{42D71409-67F9-455C-8C6D-716D284AAA6B}" destId="{FB438D32-4798-4650-8439-ED9AC188E1F7}" srcOrd="2" destOrd="0" parTransId="{C3E2044D-1F47-45A6-A0A5-B61E47B52BA7}" sibTransId="{18039413-8AA3-4734-8FA2-0178BCEA5448}"/>
    <dgm:cxn modelId="{190D5CE2-C4C3-4872-87A8-BB1801059780}" srcId="{EE62A4F6-4AC4-435B-990E-81A71CE8CAC7}" destId="{B0944972-3624-4EA9-B346-C91750939F22}" srcOrd="2" destOrd="0" parTransId="{3EABEB59-AD16-455E-93C3-D399CF4C20C4}" sibTransId="{CB479197-A00E-4004-B9D8-A0E65576D282}"/>
    <dgm:cxn modelId="{24F8CBE2-5003-4E69-A772-6B98F2B05181}" srcId="{42D71409-67F9-455C-8C6D-716D284AAA6B}" destId="{3AF880A5-0F00-4315-A5DF-1FE656798601}" srcOrd="1" destOrd="0" parTransId="{A13BB1F9-5857-4B43-8BF5-6589AA2CB759}" sibTransId="{C198C41D-2640-4669-83ED-E0CD35701C8E}"/>
    <dgm:cxn modelId="{19F3EAE9-4DAB-4418-99D5-0826EC688E3C}" srcId="{244CE93D-3CE9-480A-BC40-D5795AE4CC61}" destId="{43E51D45-15F7-4B8E-B840-C267575D0719}" srcOrd="0" destOrd="0" parTransId="{5AD1EFF8-D3BC-42CE-88D4-97F2E96AB107}" sibTransId="{D59582E3-D0BA-4C2F-8DF5-4E1F43032F80}"/>
    <dgm:cxn modelId="{58AD7EEF-D408-406B-87EE-4691D4C30668}" srcId="{42D71409-67F9-455C-8C6D-716D284AAA6B}" destId="{8EA7219F-BDB2-48EB-9EEB-3133522D132E}" srcOrd="0" destOrd="0" parTransId="{3EE8403A-CB7C-4815-85BD-AEBCAEB71B37}" sibTransId="{C94B7947-85DC-4B21-BB99-DF8438356F98}"/>
    <dgm:cxn modelId="{07970CF4-F04A-4C48-8FAF-AD5486DF8B4A}" type="presOf" srcId="{3EABEB59-AD16-455E-93C3-D399CF4C20C4}" destId="{C7A22A9A-6DDC-4CCD-B61D-03773E19C527}" srcOrd="0" destOrd="0" presId="urn:microsoft.com/office/officeart/2005/8/layout/hierarchy3"/>
    <dgm:cxn modelId="{994892F5-5AAB-486F-97EA-D645236C999B}" type="presOf" srcId="{FB794220-5AB3-400F-B488-87D9F1C2D55A}" destId="{A7F1D843-9B6B-4917-BC9F-5FBBAE1F6522}" srcOrd="0" destOrd="0" presId="urn:microsoft.com/office/officeart/2005/8/layout/hierarchy3"/>
    <dgm:cxn modelId="{5778D6F6-A4FB-43F7-BF20-BD6AAC693961}" type="presOf" srcId="{7FEA3593-85D0-41CC-850A-1A09189AEA5C}" destId="{4E1754C3-075E-4337-AE92-FC4222075BB3}" srcOrd="0" destOrd="0" presId="urn:microsoft.com/office/officeart/2005/8/layout/hierarchy3"/>
    <dgm:cxn modelId="{E3CA22C4-057B-4DC6-BE89-0EEE13BD46F2}" type="presParOf" srcId="{14939649-D86E-4D89-ACBC-9EB0398BF673}" destId="{DA9C3289-1851-406B-81D3-7AE7E06873F4}" srcOrd="0" destOrd="0" presId="urn:microsoft.com/office/officeart/2005/8/layout/hierarchy3"/>
    <dgm:cxn modelId="{7ADC24D8-B1C9-4F8D-91AC-14F94DB09A17}" type="presParOf" srcId="{DA9C3289-1851-406B-81D3-7AE7E06873F4}" destId="{CF85833A-DE4A-413B-8672-17DA822A8494}" srcOrd="0" destOrd="0" presId="urn:microsoft.com/office/officeart/2005/8/layout/hierarchy3"/>
    <dgm:cxn modelId="{9C9380C5-DF42-4FBF-8AAC-9154787A4E59}" type="presParOf" srcId="{CF85833A-DE4A-413B-8672-17DA822A8494}" destId="{5D3896A1-BC38-4C9B-B1AA-E78002BB2633}" srcOrd="0" destOrd="0" presId="urn:microsoft.com/office/officeart/2005/8/layout/hierarchy3"/>
    <dgm:cxn modelId="{F4027D4C-D9AE-4AA3-BBA7-A56AF7AA1F5A}" type="presParOf" srcId="{CF85833A-DE4A-413B-8672-17DA822A8494}" destId="{C12B3D4C-5E01-4C37-AAB1-0A201AB0CDBF}" srcOrd="1" destOrd="0" presId="urn:microsoft.com/office/officeart/2005/8/layout/hierarchy3"/>
    <dgm:cxn modelId="{A2DE1BBB-AD22-4DA0-B302-7D2DBB122747}" type="presParOf" srcId="{DA9C3289-1851-406B-81D3-7AE7E06873F4}" destId="{5103B7AA-477F-4E95-BF11-466D1F665E1B}" srcOrd="1" destOrd="0" presId="urn:microsoft.com/office/officeart/2005/8/layout/hierarchy3"/>
    <dgm:cxn modelId="{9726C121-5FBD-4ABA-879D-B4C6E7B95975}" type="presParOf" srcId="{5103B7AA-477F-4E95-BF11-466D1F665E1B}" destId="{99BF09F5-0F33-4D9D-A40E-DB5AFAC38024}" srcOrd="0" destOrd="0" presId="urn:microsoft.com/office/officeart/2005/8/layout/hierarchy3"/>
    <dgm:cxn modelId="{D33F9105-2977-428E-B2E1-CD2BD5123DF2}" type="presParOf" srcId="{5103B7AA-477F-4E95-BF11-466D1F665E1B}" destId="{FAD71BF6-571C-4358-99FE-30079C6E12C3}" srcOrd="1" destOrd="0" presId="urn:microsoft.com/office/officeart/2005/8/layout/hierarchy3"/>
    <dgm:cxn modelId="{E36BD705-7822-4041-8996-0E2556A383EB}" type="presParOf" srcId="{5103B7AA-477F-4E95-BF11-466D1F665E1B}" destId="{6E93F2CB-EA4F-4E5E-ADE6-8E26EDC74342}" srcOrd="2" destOrd="0" presId="urn:microsoft.com/office/officeart/2005/8/layout/hierarchy3"/>
    <dgm:cxn modelId="{AA4B771A-12CB-46BC-9C3A-A4C85E243B7D}" type="presParOf" srcId="{5103B7AA-477F-4E95-BF11-466D1F665E1B}" destId="{9F6ADED7-B7B4-4B50-91B2-BC084AD00F44}" srcOrd="3" destOrd="0" presId="urn:microsoft.com/office/officeart/2005/8/layout/hierarchy3"/>
    <dgm:cxn modelId="{F62549E1-2996-4DD9-8BB7-AF2D0C1F071F}" type="presParOf" srcId="{5103B7AA-477F-4E95-BF11-466D1F665E1B}" destId="{5CB279CB-38EF-44C4-9223-8C3548186F2D}" srcOrd="4" destOrd="0" presId="urn:microsoft.com/office/officeart/2005/8/layout/hierarchy3"/>
    <dgm:cxn modelId="{2C8AE7B3-C9BA-482A-B46E-54883CFE6748}" type="presParOf" srcId="{5103B7AA-477F-4E95-BF11-466D1F665E1B}" destId="{71EA15F5-B577-41FE-B584-C4BC755F3C5A}" srcOrd="5" destOrd="0" presId="urn:microsoft.com/office/officeart/2005/8/layout/hierarchy3"/>
    <dgm:cxn modelId="{09A1BF71-F5F2-40F4-B8A6-0650B7782AD3}" type="presParOf" srcId="{5103B7AA-477F-4E95-BF11-466D1F665E1B}" destId="{4263A8AC-DD40-4B9C-B217-F35A628B3496}" srcOrd="6" destOrd="0" presId="urn:microsoft.com/office/officeart/2005/8/layout/hierarchy3"/>
    <dgm:cxn modelId="{E587D634-A8D7-4EBA-94D6-6888721D3BCA}" type="presParOf" srcId="{5103B7AA-477F-4E95-BF11-466D1F665E1B}" destId="{862F9907-64C3-414B-ABBD-50F5767EE3D9}" srcOrd="7" destOrd="0" presId="urn:microsoft.com/office/officeart/2005/8/layout/hierarchy3"/>
    <dgm:cxn modelId="{6B1202E0-3305-4190-AE95-B661B494E259}" type="presParOf" srcId="{14939649-D86E-4D89-ACBC-9EB0398BF673}" destId="{FCF1C03D-68BB-4069-AF8A-AA3D6933475C}" srcOrd="1" destOrd="0" presId="urn:microsoft.com/office/officeart/2005/8/layout/hierarchy3"/>
    <dgm:cxn modelId="{68F2399C-8F08-432D-8F44-63D485482EAE}" type="presParOf" srcId="{FCF1C03D-68BB-4069-AF8A-AA3D6933475C}" destId="{5D9F0734-0E0A-46BB-869C-942C3EFC6BA5}" srcOrd="0" destOrd="0" presId="urn:microsoft.com/office/officeart/2005/8/layout/hierarchy3"/>
    <dgm:cxn modelId="{CCEF09D4-3FEC-447C-8A64-7B0F3706AF47}" type="presParOf" srcId="{5D9F0734-0E0A-46BB-869C-942C3EFC6BA5}" destId="{0A6D0759-AF92-48A8-A791-A9401AA745A9}" srcOrd="0" destOrd="0" presId="urn:microsoft.com/office/officeart/2005/8/layout/hierarchy3"/>
    <dgm:cxn modelId="{6244FBF4-080A-4918-B58D-EAD7DBE54458}" type="presParOf" srcId="{5D9F0734-0E0A-46BB-869C-942C3EFC6BA5}" destId="{0BCFDA38-3D3F-40DE-B9A1-79B74F0E8A18}" srcOrd="1" destOrd="0" presId="urn:microsoft.com/office/officeart/2005/8/layout/hierarchy3"/>
    <dgm:cxn modelId="{8D48C5F1-759D-4A11-A669-4AE050260E0D}" type="presParOf" srcId="{FCF1C03D-68BB-4069-AF8A-AA3D6933475C}" destId="{309DBF94-5BBB-4E3C-A2D5-D0FB01437322}" srcOrd="1" destOrd="0" presId="urn:microsoft.com/office/officeart/2005/8/layout/hierarchy3"/>
    <dgm:cxn modelId="{3DFAADDA-5E26-49CE-BFBA-0088DDA2DBC8}" type="presParOf" srcId="{309DBF94-5BBB-4E3C-A2D5-D0FB01437322}" destId="{0AE9B790-D33D-4BDF-A889-B403D15193ED}" srcOrd="0" destOrd="0" presId="urn:microsoft.com/office/officeart/2005/8/layout/hierarchy3"/>
    <dgm:cxn modelId="{233CB4CF-269C-411E-8C67-717EDFF14EB9}" type="presParOf" srcId="{309DBF94-5BBB-4E3C-A2D5-D0FB01437322}" destId="{980DB693-DE47-43E2-88AB-CD0CA82618B4}" srcOrd="1" destOrd="0" presId="urn:microsoft.com/office/officeart/2005/8/layout/hierarchy3"/>
    <dgm:cxn modelId="{FFAA266E-8C30-46AD-9F59-AE5A661DE484}" type="presParOf" srcId="{309DBF94-5BBB-4E3C-A2D5-D0FB01437322}" destId="{7786B6B3-E723-4E24-80F2-DA967BDB6F98}" srcOrd="2" destOrd="0" presId="urn:microsoft.com/office/officeart/2005/8/layout/hierarchy3"/>
    <dgm:cxn modelId="{1BFF163E-1A39-4C9E-8710-127ABAB49663}" type="presParOf" srcId="{309DBF94-5BBB-4E3C-A2D5-D0FB01437322}" destId="{525EF402-18FF-47FA-8F94-B211D2A6C3E6}" srcOrd="3" destOrd="0" presId="urn:microsoft.com/office/officeart/2005/8/layout/hierarchy3"/>
    <dgm:cxn modelId="{062A7FE7-9152-4C5D-930C-D1B164B7F68D}" type="presParOf" srcId="{309DBF94-5BBB-4E3C-A2D5-D0FB01437322}" destId="{8523A205-4F60-481C-8A69-CFDC0B97C777}" srcOrd="4" destOrd="0" presId="urn:microsoft.com/office/officeart/2005/8/layout/hierarchy3"/>
    <dgm:cxn modelId="{9E4EF37C-1FC6-4085-BCAE-D9B71BE99A71}" type="presParOf" srcId="{309DBF94-5BBB-4E3C-A2D5-D0FB01437322}" destId="{B1A1E45E-0845-4945-B4A2-E2EF096DBCAD}" srcOrd="5" destOrd="0" presId="urn:microsoft.com/office/officeart/2005/8/layout/hierarchy3"/>
    <dgm:cxn modelId="{9667EF45-67B5-41BA-944C-53512F929523}" type="presParOf" srcId="{14939649-D86E-4D89-ACBC-9EB0398BF673}" destId="{54CF270A-482E-47C8-B141-8A1D0C8D41AD}" srcOrd="2" destOrd="0" presId="urn:microsoft.com/office/officeart/2005/8/layout/hierarchy3"/>
    <dgm:cxn modelId="{11665FEF-9EF0-44DD-AF4F-FDCF26666DD5}" type="presParOf" srcId="{54CF270A-482E-47C8-B141-8A1D0C8D41AD}" destId="{F0E5563D-61B6-4C4E-867E-54F97AFC11C4}" srcOrd="0" destOrd="0" presId="urn:microsoft.com/office/officeart/2005/8/layout/hierarchy3"/>
    <dgm:cxn modelId="{5FF29243-08A0-4DFE-8EA0-441C3F0DAA84}" type="presParOf" srcId="{F0E5563D-61B6-4C4E-867E-54F97AFC11C4}" destId="{7F5B07EB-EB77-4070-A693-EB2D497C9F86}" srcOrd="0" destOrd="0" presId="urn:microsoft.com/office/officeart/2005/8/layout/hierarchy3"/>
    <dgm:cxn modelId="{8684C410-F676-4267-878E-36EA42E1CF66}" type="presParOf" srcId="{F0E5563D-61B6-4C4E-867E-54F97AFC11C4}" destId="{2FB2195A-CB82-49CA-AC8E-32809446E4FF}" srcOrd="1" destOrd="0" presId="urn:microsoft.com/office/officeart/2005/8/layout/hierarchy3"/>
    <dgm:cxn modelId="{278E86B2-4C9B-4EB1-ACF6-105E1A0CBA05}" type="presParOf" srcId="{54CF270A-482E-47C8-B141-8A1D0C8D41AD}" destId="{9BA9FAA2-A085-461B-B835-68161FCC6FEC}" srcOrd="1" destOrd="0" presId="urn:microsoft.com/office/officeart/2005/8/layout/hierarchy3"/>
    <dgm:cxn modelId="{F25B0B42-9977-4D17-887B-E765509D705F}" type="presParOf" srcId="{9BA9FAA2-A085-461B-B835-68161FCC6FEC}" destId="{18A3E12A-CC88-4752-A1CA-CD164E879539}" srcOrd="0" destOrd="0" presId="urn:microsoft.com/office/officeart/2005/8/layout/hierarchy3"/>
    <dgm:cxn modelId="{D6CFF5EE-951A-4AFD-94CA-846637E38E85}" type="presParOf" srcId="{9BA9FAA2-A085-461B-B835-68161FCC6FEC}" destId="{1E87EB07-C477-4910-9D9F-BD83D121D8D8}" srcOrd="1" destOrd="0" presId="urn:microsoft.com/office/officeart/2005/8/layout/hierarchy3"/>
    <dgm:cxn modelId="{0E4C0EBF-931A-4FC3-A5BD-65F986B9CA61}" type="presParOf" srcId="{9BA9FAA2-A085-461B-B835-68161FCC6FEC}" destId="{2D036E86-9F7D-43C2-8EAF-5347D3084CB4}" srcOrd="2" destOrd="0" presId="urn:microsoft.com/office/officeart/2005/8/layout/hierarchy3"/>
    <dgm:cxn modelId="{6101C2C8-5AF4-485F-8287-923CF46A7F5A}" type="presParOf" srcId="{9BA9FAA2-A085-461B-B835-68161FCC6FEC}" destId="{DEA4B039-0C61-4B9D-8519-5231C7695951}" srcOrd="3" destOrd="0" presId="urn:microsoft.com/office/officeart/2005/8/layout/hierarchy3"/>
    <dgm:cxn modelId="{52079C31-345A-49D1-8FAC-CE8D9A81BEC6}" type="presParOf" srcId="{9BA9FAA2-A085-461B-B835-68161FCC6FEC}" destId="{C7A22A9A-6DDC-4CCD-B61D-03773E19C527}" srcOrd="4" destOrd="0" presId="urn:microsoft.com/office/officeart/2005/8/layout/hierarchy3"/>
    <dgm:cxn modelId="{8AE67772-EBA8-4D69-979C-CB9860D84929}" type="presParOf" srcId="{9BA9FAA2-A085-461B-B835-68161FCC6FEC}" destId="{B7A179A1-ACD8-46CB-9DAF-17A01F134DF8}" srcOrd="5" destOrd="0" presId="urn:microsoft.com/office/officeart/2005/8/layout/hierarchy3"/>
    <dgm:cxn modelId="{C7CC3E25-C82B-467E-9A80-797C258681CC}" type="presParOf" srcId="{14939649-D86E-4D89-ACBC-9EB0398BF673}" destId="{F625FD83-074C-411E-8884-06901372367C}" srcOrd="3" destOrd="0" presId="urn:microsoft.com/office/officeart/2005/8/layout/hierarchy3"/>
    <dgm:cxn modelId="{0FA09697-2D03-4EBE-8A70-0EFA2CDCF846}" type="presParOf" srcId="{F625FD83-074C-411E-8884-06901372367C}" destId="{7116CFB2-930B-49F6-8A28-8D39940DBA05}" srcOrd="0" destOrd="0" presId="urn:microsoft.com/office/officeart/2005/8/layout/hierarchy3"/>
    <dgm:cxn modelId="{FD8BB90B-9980-474E-8F70-36B498535BFA}" type="presParOf" srcId="{7116CFB2-930B-49F6-8A28-8D39940DBA05}" destId="{4D1E34F1-F1D0-4677-AEA6-798DAE496323}" srcOrd="0" destOrd="0" presId="urn:microsoft.com/office/officeart/2005/8/layout/hierarchy3"/>
    <dgm:cxn modelId="{6B551D93-E096-4534-83AC-EFAB43073405}" type="presParOf" srcId="{7116CFB2-930B-49F6-8A28-8D39940DBA05}" destId="{ECDF9654-291D-44B1-9AC6-192F1247BB31}" srcOrd="1" destOrd="0" presId="urn:microsoft.com/office/officeart/2005/8/layout/hierarchy3"/>
    <dgm:cxn modelId="{6DAD478F-AB46-41EB-9A8C-DF65B2B14A23}" type="presParOf" srcId="{F625FD83-074C-411E-8884-06901372367C}" destId="{A07EDC83-6AF3-48F9-AF6F-DB56666DBFC2}" srcOrd="1" destOrd="0" presId="urn:microsoft.com/office/officeart/2005/8/layout/hierarchy3"/>
    <dgm:cxn modelId="{6EAE3C86-A3DF-4A66-8661-0A35374660CB}" type="presParOf" srcId="{A07EDC83-6AF3-48F9-AF6F-DB56666DBFC2}" destId="{4E1754C3-075E-4337-AE92-FC4222075BB3}" srcOrd="0" destOrd="0" presId="urn:microsoft.com/office/officeart/2005/8/layout/hierarchy3"/>
    <dgm:cxn modelId="{83B76407-1816-4035-8A66-F7E74DC05AED}" type="presParOf" srcId="{A07EDC83-6AF3-48F9-AF6F-DB56666DBFC2}" destId="{95CA81F4-7EE4-423F-9EF0-82917C379F89}" srcOrd="1" destOrd="0" presId="urn:microsoft.com/office/officeart/2005/8/layout/hierarchy3"/>
    <dgm:cxn modelId="{7B4525EA-8FCF-44D1-858A-47B0180BED89}" type="presParOf" srcId="{A07EDC83-6AF3-48F9-AF6F-DB56666DBFC2}" destId="{979E3C31-3068-41EA-83FB-E63C0CB9FC93}" srcOrd="2" destOrd="0" presId="urn:microsoft.com/office/officeart/2005/8/layout/hierarchy3"/>
    <dgm:cxn modelId="{176730D0-DDBC-4D10-86DD-41BA206CAA49}" type="presParOf" srcId="{A07EDC83-6AF3-48F9-AF6F-DB56666DBFC2}" destId="{901B1E77-FA62-4F7A-A316-FAE15A0B3CF2}" srcOrd="3" destOrd="0" presId="urn:microsoft.com/office/officeart/2005/8/layout/hierarchy3"/>
    <dgm:cxn modelId="{BC0C8FB5-B6FB-42D9-8791-90E8A9F47665}" type="presParOf" srcId="{A07EDC83-6AF3-48F9-AF6F-DB56666DBFC2}" destId="{883843BE-FE21-4B66-AFEB-BB020FEB692F}" srcOrd="4" destOrd="0" presId="urn:microsoft.com/office/officeart/2005/8/layout/hierarchy3"/>
    <dgm:cxn modelId="{06A232AD-9606-4DF7-BD6A-4D2FFFCFEDDF}" type="presParOf" srcId="{A07EDC83-6AF3-48F9-AF6F-DB56666DBFC2}" destId="{6CA2F885-E7DF-4F24-B096-8B434592F4A1}" srcOrd="5" destOrd="0" presId="urn:microsoft.com/office/officeart/2005/8/layout/hierarchy3"/>
    <dgm:cxn modelId="{8293B8C5-2404-4443-A6FF-2D08AB1D2FD9}" type="presParOf" srcId="{14939649-D86E-4D89-ACBC-9EB0398BF673}" destId="{42722DA0-2F56-4D86-94A3-04CCACC0F87B}" srcOrd="4" destOrd="0" presId="urn:microsoft.com/office/officeart/2005/8/layout/hierarchy3"/>
    <dgm:cxn modelId="{6E6CA793-071E-4B82-8EFC-8A6B55A15818}" type="presParOf" srcId="{42722DA0-2F56-4D86-94A3-04CCACC0F87B}" destId="{9CFCD8F7-8DA1-4D86-9127-9CDF77CE986D}" srcOrd="0" destOrd="0" presId="urn:microsoft.com/office/officeart/2005/8/layout/hierarchy3"/>
    <dgm:cxn modelId="{A55D1014-DC73-495F-8674-44D0675571BB}" type="presParOf" srcId="{9CFCD8F7-8DA1-4D86-9127-9CDF77CE986D}" destId="{C000AEB7-2275-4E4E-82FD-EB07C2A54DCE}" srcOrd="0" destOrd="0" presId="urn:microsoft.com/office/officeart/2005/8/layout/hierarchy3"/>
    <dgm:cxn modelId="{A365CD40-25CC-4902-85D7-78E16154D481}" type="presParOf" srcId="{9CFCD8F7-8DA1-4D86-9127-9CDF77CE986D}" destId="{8D7CE8C5-8C84-4A59-B173-FBDD9C0B8A83}" srcOrd="1" destOrd="0" presId="urn:microsoft.com/office/officeart/2005/8/layout/hierarchy3"/>
    <dgm:cxn modelId="{D593A1D3-604F-403D-AC12-D6D3FAC41B98}" type="presParOf" srcId="{42722DA0-2F56-4D86-94A3-04CCACC0F87B}" destId="{5E16F4B2-0992-42F7-AFB7-A9D5988C6C94}" srcOrd="1" destOrd="0" presId="urn:microsoft.com/office/officeart/2005/8/layout/hierarchy3"/>
    <dgm:cxn modelId="{A52B9055-2008-49FE-9343-744E3EA4FDF5}" type="presParOf" srcId="{5E16F4B2-0992-42F7-AFB7-A9D5988C6C94}" destId="{0618FB3D-7716-4ED0-BA6C-A4CBE0631AC6}" srcOrd="0" destOrd="0" presId="urn:microsoft.com/office/officeart/2005/8/layout/hierarchy3"/>
    <dgm:cxn modelId="{1F6088C8-D804-4AC5-ACCE-E9260542470D}" type="presParOf" srcId="{5E16F4B2-0992-42F7-AFB7-A9D5988C6C94}" destId="{C1C3D3C5-436E-454C-9FC3-C200FF8EDA61}" srcOrd="1" destOrd="0" presId="urn:microsoft.com/office/officeart/2005/8/layout/hierarchy3"/>
    <dgm:cxn modelId="{2033D735-00F3-43E3-8E24-008F6705954F}" type="presParOf" srcId="{5E16F4B2-0992-42F7-AFB7-A9D5988C6C94}" destId="{9A7011EC-D604-4AD7-BD78-46CCFB4228FC}" srcOrd="2" destOrd="0" presId="urn:microsoft.com/office/officeart/2005/8/layout/hierarchy3"/>
    <dgm:cxn modelId="{F012E30C-FF9E-497A-9CCE-9A2F0F13FBA2}" type="presParOf" srcId="{5E16F4B2-0992-42F7-AFB7-A9D5988C6C94}" destId="{A7F1D843-9B6B-4917-BC9F-5FBBAE1F6522}" srcOrd="3" destOrd="0" presId="urn:microsoft.com/office/officeart/2005/8/layout/hierarchy3"/>
    <dgm:cxn modelId="{71E97F53-124F-4F95-B42D-AF273A96343C}" type="presParOf" srcId="{5E16F4B2-0992-42F7-AFB7-A9D5988C6C94}" destId="{5679421E-BCB0-454E-B3A3-95B9111F5F90}" srcOrd="4" destOrd="0" presId="urn:microsoft.com/office/officeart/2005/8/layout/hierarchy3"/>
    <dgm:cxn modelId="{8E29EE82-FF30-4F58-B2A3-D9CA49CF9459}" type="presParOf" srcId="{5E16F4B2-0992-42F7-AFB7-A9D5988C6C94}" destId="{F63B1C33-1C8F-4705-8F45-084692C6A84C}" srcOrd="5" destOrd="0" presId="urn:microsoft.com/office/officeart/2005/8/layout/hierarchy3"/>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40.xml><?xml version="1.0" encoding="utf-8"?>
<dgm:dataModel xmlns:dgm="http://schemas.openxmlformats.org/drawingml/2006/diagram" xmlns:a="http://schemas.openxmlformats.org/drawingml/2006/main">
  <dgm:ptLst>
    <dgm:pt modelId="{B9C32B05-62EA-407A-B21C-2310C7945705}" type="doc">
      <dgm:prSet loTypeId="urn:microsoft.com/office/officeart/2008/layout/VerticalCircleList" loCatId="list"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custT="1"/>
      <dgm:spPr/>
      <dgm:t>
        <a:bodyPr/>
        <a:lstStyle/>
        <a:p>
          <a:r>
            <a:rPr lang="en-US" sz="1800" dirty="0">
              <a:solidFill>
                <a:schemeClr val="tx2"/>
              </a:solidFill>
            </a:rPr>
            <a:t>Lorem Ipsum</a:t>
          </a:r>
        </a:p>
      </dgm:t>
    </dgm:pt>
    <dgm:pt modelId="{51680ED1-AF6E-4B28-AE94-92B0EFB0DF7D}" type="parTrans" cxnId="{2AA9C11F-1F1D-428E-801A-47EAA766C99D}">
      <dgm:prSet/>
      <dgm:spPr/>
      <dgm:t>
        <a:bodyPr/>
        <a:lstStyle/>
        <a:p>
          <a:endParaRPr lang="en-US" sz="2800"/>
        </a:p>
      </dgm:t>
    </dgm:pt>
    <dgm:pt modelId="{478B7D3C-9FB4-4BC6-90AC-49960560DECD}" type="sibTrans" cxnId="{2AA9C11F-1F1D-428E-801A-47EAA766C99D}">
      <dgm:prSet/>
      <dgm:spPr/>
      <dgm:t>
        <a:bodyPr/>
        <a:lstStyle/>
        <a:p>
          <a:endParaRPr lang="en-US" sz="2800"/>
        </a:p>
      </dgm:t>
    </dgm:pt>
    <dgm:pt modelId="{F66099B6-DBBD-4AB0-82D2-877B80F846F7}">
      <dgm:prSet phldrT="[Text]" custT="1"/>
      <dgm:spPr/>
      <dgm:t>
        <a:bodyPr/>
        <a:lstStyle/>
        <a:p>
          <a:r>
            <a:rPr lang="en-US" sz="1800" dirty="0">
              <a:solidFill>
                <a:schemeClr val="tx2"/>
              </a:solidFill>
            </a:rPr>
            <a:t>Lorem Ipsum</a:t>
          </a:r>
        </a:p>
      </dgm:t>
    </dgm:pt>
    <dgm:pt modelId="{B09C8BFB-F41C-4AC4-AB94-F216E3081C2D}" type="parTrans" cxnId="{B4F3EA32-CE64-4A92-9BAE-BC57E5392B05}">
      <dgm:prSet/>
      <dgm:spPr/>
      <dgm:t>
        <a:bodyPr/>
        <a:lstStyle/>
        <a:p>
          <a:endParaRPr lang="en-US" sz="2800"/>
        </a:p>
      </dgm:t>
    </dgm:pt>
    <dgm:pt modelId="{BC531B32-9B0E-482E-BF91-65C61F17168D}" type="sibTrans" cxnId="{B4F3EA32-CE64-4A92-9BAE-BC57E5392B05}">
      <dgm:prSet/>
      <dgm:spPr/>
      <dgm:t>
        <a:bodyPr/>
        <a:lstStyle/>
        <a:p>
          <a:endParaRPr lang="en-US" sz="2800"/>
        </a:p>
      </dgm:t>
    </dgm:pt>
    <dgm:pt modelId="{EE62A4F6-4AC4-435B-990E-81A71CE8CAC7}">
      <dgm:prSet phldrT="[Text]" custT="1"/>
      <dgm:spPr/>
      <dgm:t>
        <a:bodyPr/>
        <a:lstStyle/>
        <a:p>
          <a:r>
            <a:rPr lang="en-US" sz="1800" dirty="0">
              <a:solidFill>
                <a:schemeClr val="tx2"/>
              </a:solidFill>
            </a:rPr>
            <a:t>Lorem Ipsum</a:t>
          </a:r>
        </a:p>
      </dgm:t>
    </dgm:pt>
    <dgm:pt modelId="{F287B947-7343-4FA2-B288-B23A59FFAE31}" type="parTrans" cxnId="{3A2CECA6-0C5B-46BB-B7C6-7D37E9D210BD}">
      <dgm:prSet/>
      <dgm:spPr/>
      <dgm:t>
        <a:bodyPr/>
        <a:lstStyle/>
        <a:p>
          <a:endParaRPr lang="en-US" sz="2800"/>
        </a:p>
      </dgm:t>
    </dgm:pt>
    <dgm:pt modelId="{389F9A93-0231-4877-8C41-5D5B8DD7AAC0}" type="sibTrans" cxnId="{3A2CECA6-0C5B-46BB-B7C6-7D37E9D210BD}">
      <dgm:prSet/>
      <dgm:spPr/>
      <dgm:t>
        <a:bodyPr/>
        <a:lstStyle/>
        <a:p>
          <a:endParaRPr lang="en-US" sz="2800"/>
        </a:p>
      </dgm:t>
    </dgm:pt>
    <dgm:pt modelId="{6CF284C3-4A70-4432-8F33-E75A802B3330}">
      <dgm:prSet custT="1"/>
      <dgm:spPr/>
      <dgm:t>
        <a:bodyPr/>
        <a:lstStyle/>
        <a:p>
          <a:r>
            <a:rPr lang="en-US" sz="1200" dirty="0">
              <a:solidFill>
                <a:schemeClr val="tx2"/>
              </a:solidFill>
            </a:rPr>
            <a:t>Some text here</a:t>
          </a:r>
        </a:p>
      </dgm:t>
    </dgm:pt>
    <dgm:pt modelId="{044831E6-2FC9-4DDA-81FB-5FA418568D07}" type="parTrans" cxnId="{2DC24386-BC50-4BAB-8571-16CB10C2603C}">
      <dgm:prSet/>
      <dgm:spPr/>
      <dgm:t>
        <a:bodyPr/>
        <a:lstStyle/>
        <a:p>
          <a:endParaRPr lang="en-US" sz="2800"/>
        </a:p>
      </dgm:t>
    </dgm:pt>
    <dgm:pt modelId="{CD50B82D-84BB-4747-B282-ABB339EBA294}" type="sibTrans" cxnId="{2DC24386-BC50-4BAB-8571-16CB10C2603C}">
      <dgm:prSet/>
      <dgm:spPr/>
      <dgm:t>
        <a:bodyPr/>
        <a:lstStyle/>
        <a:p>
          <a:endParaRPr lang="en-US" sz="2800"/>
        </a:p>
      </dgm:t>
    </dgm:pt>
    <dgm:pt modelId="{3AF880A5-0F00-4315-A5DF-1FE656798601}">
      <dgm:prSet phldrT="[Text]" custT="1"/>
      <dgm:spPr/>
      <dgm:t>
        <a:bodyPr/>
        <a:lstStyle/>
        <a:p>
          <a:r>
            <a:rPr lang="en-US" sz="1200" dirty="0">
              <a:solidFill>
                <a:schemeClr val="tx2"/>
              </a:solidFill>
            </a:rPr>
            <a:t>Some text here</a:t>
          </a:r>
        </a:p>
      </dgm:t>
    </dgm:pt>
    <dgm:pt modelId="{A13BB1F9-5857-4B43-8BF5-6589AA2CB759}" type="parTrans" cxnId="{24F8CBE2-5003-4E69-A772-6B98F2B05181}">
      <dgm:prSet/>
      <dgm:spPr/>
      <dgm:t>
        <a:bodyPr/>
        <a:lstStyle/>
        <a:p>
          <a:endParaRPr lang="en-US" sz="2800"/>
        </a:p>
      </dgm:t>
    </dgm:pt>
    <dgm:pt modelId="{C198C41D-2640-4669-83ED-E0CD35701C8E}" type="sibTrans" cxnId="{24F8CBE2-5003-4E69-A772-6B98F2B05181}">
      <dgm:prSet/>
      <dgm:spPr/>
      <dgm:t>
        <a:bodyPr/>
        <a:lstStyle/>
        <a:p>
          <a:endParaRPr lang="en-US" sz="2800"/>
        </a:p>
      </dgm:t>
    </dgm:pt>
    <dgm:pt modelId="{8EA7219F-BDB2-48EB-9EEB-3133522D132E}">
      <dgm:prSet phldrT="[Text]" custT="1"/>
      <dgm:spPr/>
      <dgm:t>
        <a:bodyPr/>
        <a:lstStyle/>
        <a:p>
          <a:r>
            <a:rPr lang="en-US" sz="1200" dirty="0">
              <a:solidFill>
                <a:schemeClr val="tx2"/>
              </a:solidFill>
            </a:rPr>
            <a:t>Some text here</a:t>
          </a:r>
        </a:p>
      </dgm:t>
    </dgm:pt>
    <dgm:pt modelId="{3EE8403A-CB7C-4815-85BD-AEBCAEB71B37}" type="parTrans" cxnId="{58AD7EEF-D408-406B-87EE-4691D4C30668}">
      <dgm:prSet/>
      <dgm:spPr/>
      <dgm:t>
        <a:bodyPr/>
        <a:lstStyle/>
        <a:p>
          <a:endParaRPr lang="en-US" sz="2800"/>
        </a:p>
      </dgm:t>
    </dgm:pt>
    <dgm:pt modelId="{C94B7947-85DC-4B21-BB99-DF8438356F98}" type="sibTrans" cxnId="{58AD7EEF-D408-406B-87EE-4691D4C30668}">
      <dgm:prSet/>
      <dgm:spPr/>
      <dgm:t>
        <a:bodyPr/>
        <a:lstStyle/>
        <a:p>
          <a:endParaRPr lang="en-US" sz="2800"/>
        </a:p>
      </dgm:t>
    </dgm:pt>
    <dgm:pt modelId="{BE788BF5-FE9F-4C7D-A1CD-9232D7860179}">
      <dgm:prSet phldrT="[Text]" custT="1"/>
      <dgm:spPr/>
      <dgm:t>
        <a:bodyPr/>
        <a:lstStyle/>
        <a:p>
          <a:r>
            <a:rPr lang="en-US" sz="1200" dirty="0">
              <a:solidFill>
                <a:schemeClr val="tx2"/>
              </a:solidFill>
            </a:rPr>
            <a:t>Some text here</a:t>
          </a:r>
        </a:p>
      </dgm:t>
    </dgm:pt>
    <dgm:pt modelId="{963A52CB-C772-45F2-8A30-8ABA6B14D3CE}" type="parTrans" cxnId="{35013F34-57BC-4E3C-A003-07C0E49926DB}">
      <dgm:prSet/>
      <dgm:spPr/>
      <dgm:t>
        <a:bodyPr/>
        <a:lstStyle/>
        <a:p>
          <a:endParaRPr lang="en-US" sz="2800"/>
        </a:p>
      </dgm:t>
    </dgm:pt>
    <dgm:pt modelId="{88191C5E-55BA-42F2-B842-FC86CBBADC0F}" type="sibTrans" cxnId="{35013F34-57BC-4E3C-A003-07C0E49926DB}">
      <dgm:prSet/>
      <dgm:spPr/>
      <dgm:t>
        <a:bodyPr/>
        <a:lstStyle/>
        <a:p>
          <a:endParaRPr lang="en-US" sz="2800"/>
        </a:p>
      </dgm:t>
    </dgm:pt>
    <dgm:pt modelId="{DDCF078C-D429-4F3D-A86A-601C37333F0E}">
      <dgm:prSet phldrT="[Text]" custT="1"/>
      <dgm:spPr/>
      <dgm:t>
        <a:bodyPr/>
        <a:lstStyle/>
        <a:p>
          <a:r>
            <a:rPr lang="en-US" sz="1200" dirty="0">
              <a:solidFill>
                <a:schemeClr val="tx2"/>
              </a:solidFill>
            </a:rPr>
            <a:t>Some text here</a:t>
          </a:r>
        </a:p>
      </dgm:t>
    </dgm:pt>
    <dgm:pt modelId="{1882E0FC-22B0-4EC0-AFEA-6913C3E42D04}" type="parTrans" cxnId="{8ED196F6-6553-443C-AAB2-40F72E795577}">
      <dgm:prSet/>
      <dgm:spPr/>
      <dgm:t>
        <a:bodyPr/>
        <a:lstStyle/>
        <a:p>
          <a:endParaRPr lang="en-US" sz="2800"/>
        </a:p>
      </dgm:t>
    </dgm:pt>
    <dgm:pt modelId="{E265BFA4-891C-408C-98FC-08B80CC170BD}" type="sibTrans" cxnId="{8ED196F6-6553-443C-AAB2-40F72E795577}">
      <dgm:prSet/>
      <dgm:spPr/>
      <dgm:t>
        <a:bodyPr/>
        <a:lstStyle/>
        <a:p>
          <a:endParaRPr lang="en-US" sz="2800"/>
        </a:p>
      </dgm:t>
    </dgm:pt>
    <dgm:pt modelId="{D416A02A-0A88-4E36-B734-A21335A8DD2D}">
      <dgm:prSet phldrT="[Text]" custT="1"/>
      <dgm:spPr/>
      <dgm:t>
        <a:bodyPr/>
        <a:lstStyle/>
        <a:p>
          <a:r>
            <a:rPr lang="en-US" sz="1200" dirty="0">
              <a:solidFill>
                <a:schemeClr val="tx2"/>
              </a:solidFill>
            </a:rPr>
            <a:t>Some text here</a:t>
          </a:r>
        </a:p>
      </dgm:t>
    </dgm:pt>
    <dgm:pt modelId="{FC806BFF-490C-4885-AC46-7E363DD85082}" type="parTrans" cxnId="{F5E63DE7-E621-486A-821D-56723B2BF235}">
      <dgm:prSet/>
      <dgm:spPr/>
      <dgm:t>
        <a:bodyPr/>
        <a:lstStyle/>
        <a:p>
          <a:endParaRPr lang="en-US" sz="2800"/>
        </a:p>
      </dgm:t>
    </dgm:pt>
    <dgm:pt modelId="{D3B5DA4F-29AB-46CB-9796-98FE9606C128}" type="sibTrans" cxnId="{F5E63DE7-E621-486A-821D-56723B2BF235}">
      <dgm:prSet/>
      <dgm:spPr/>
      <dgm:t>
        <a:bodyPr/>
        <a:lstStyle/>
        <a:p>
          <a:endParaRPr lang="en-US" sz="2800"/>
        </a:p>
      </dgm:t>
    </dgm:pt>
    <dgm:pt modelId="{0B25ADF0-A0E3-4A6E-B66A-0D2FF3A7EDC3}" type="pres">
      <dgm:prSet presAssocID="{B9C32B05-62EA-407A-B21C-2310C7945705}" presName="Name0" presStyleCnt="0">
        <dgm:presLayoutVars>
          <dgm:dir/>
        </dgm:presLayoutVars>
      </dgm:prSet>
      <dgm:spPr/>
    </dgm:pt>
    <dgm:pt modelId="{D0D2A1BC-7FF6-4E74-88B7-AE58CB4D9731}" type="pres">
      <dgm:prSet presAssocID="{42D71409-67F9-455C-8C6D-716D284AAA6B}" presName="withChildren" presStyleCnt="0"/>
      <dgm:spPr/>
    </dgm:pt>
    <dgm:pt modelId="{39D27423-3CE3-4F0E-84AA-4CF3EA995503}" type="pres">
      <dgm:prSet presAssocID="{42D71409-67F9-455C-8C6D-716D284AAA6B}" presName="bigCircle" presStyleLbl="vennNode1" presStyleIdx="0" presStyleCnt="9"/>
      <dgm:spPr/>
    </dgm:pt>
    <dgm:pt modelId="{D9787846-C6A8-4F75-9940-82C1C07DFE2D}" type="pres">
      <dgm:prSet presAssocID="{42D71409-67F9-455C-8C6D-716D284AAA6B}" presName="medCircle" presStyleLbl="vennNode1" presStyleIdx="1" presStyleCnt="9"/>
      <dgm:spPr/>
    </dgm:pt>
    <dgm:pt modelId="{9D1CCA39-FBAC-40BE-AC9C-6E012D284EAE}" type="pres">
      <dgm:prSet presAssocID="{42D71409-67F9-455C-8C6D-716D284AAA6B}" presName="txLvl1" presStyleLbl="revTx" presStyleIdx="0" presStyleCnt="9"/>
      <dgm:spPr/>
    </dgm:pt>
    <dgm:pt modelId="{D0AF5122-E672-45DB-9640-1FEC818466F5}" type="pres">
      <dgm:prSet presAssocID="{42D71409-67F9-455C-8C6D-716D284AAA6B}" presName="lin" presStyleCnt="0"/>
      <dgm:spPr/>
    </dgm:pt>
    <dgm:pt modelId="{9AF15297-06CC-4766-8951-62D1F7CA3886}" type="pres">
      <dgm:prSet presAssocID="{8EA7219F-BDB2-48EB-9EEB-3133522D132E}" presName="txLvl2" presStyleLbl="revTx" presStyleIdx="1" presStyleCnt="9"/>
      <dgm:spPr/>
    </dgm:pt>
    <dgm:pt modelId="{2DEF080D-AB32-4DBF-92F8-6BD8FC4C1D40}" type="pres">
      <dgm:prSet presAssocID="{C94B7947-85DC-4B21-BB99-DF8438356F98}" presName="smCircle" presStyleLbl="vennNode1" presStyleIdx="2" presStyleCnt="9"/>
      <dgm:spPr/>
    </dgm:pt>
    <dgm:pt modelId="{9664B8AC-8A2E-45AA-B56C-4A7E375B4432}" type="pres">
      <dgm:prSet presAssocID="{3AF880A5-0F00-4315-A5DF-1FE656798601}" presName="txLvl2" presStyleLbl="revTx" presStyleIdx="2" presStyleCnt="9"/>
      <dgm:spPr/>
    </dgm:pt>
    <dgm:pt modelId="{BD64143D-6FB6-4687-A23D-BA3004E4D285}" type="pres">
      <dgm:prSet presAssocID="{42D71409-67F9-455C-8C6D-716D284AAA6B}" presName="overlap" presStyleCnt="0"/>
      <dgm:spPr/>
    </dgm:pt>
    <dgm:pt modelId="{8FB714B5-D922-4B6B-8D77-39752A0398A2}" type="pres">
      <dgm:prSet presAssocID="{F66099B6-DBBD-4AB0-82D2-877B80F846F7}" presName="withChildren" presStyleCnt="0"/>
      <dgm:spPr/>
    </dgm:pt>
    <dgm:pt modelId="{6B5FA1DC-E578-4CBD-B749-1D615BCD4DC1}" type="pres">
      <dgm:prSet presAssocID="{F66099B6-DBBD-4AB0-82D2-877B80F846F7}" presName="bigCircle" presStyleLbl="vennNode1" presStyleIdx="3" presStyleCnt="9"/>
      <dgm:spPr/>
    </dgm:pt>
    <dgm:pt modelId="{54856E53-DD45-4EA6-BF39-180C3495E897}" type="pres">
      <dgm:prSet presAssocID="{F66099B6-DBBD-4AB0-82D2-877B80F846F7}" presName="medCircle" presStyleLbl="vennNode1" presStyleIdx="4" presStyleCnt="9"/>
      <dgm:spPr/>
    </dgm:pt>
    <dgm:pt modelId="{918C57AA-A5E5-42C0-ABBA-F04509EAC62C}" type="pres">
      <dgm:prSet presAssocID="{F66099B6-DBBD-4AB0-82D2-877B80F846F7}" presName="txLvl1" presStyleLbl="revTx" presStyleIdx="3" presStyleCnt="9"/>
      <dgm:spPr/>
    </dgm:pt>
    <dgm:pt modelId="{03216DFF-7EB8-4EED-90BD-CCDDF321068B}" type="pres">
      <dgm:prSet presAssocID="{F66099B6-DBBD-4AB0-82D2-877B80F846F7}" presName="lin" presStyleCnt="0"/>
      <dgm:spPr/>
    </dgm:pt>
    <dgm:pt modelId="{27203482-9FA4-4366-B967-B741593ADBA5}" type="pres">
      <dgm:prSet presAssocID="{6CF284C3-4A70-4432-8F33-E75A802B3330}" presName="txLvl2" presStyleLbl="revTx" presStyleIdx="4" presStyleCnt="9"/>
      <dgm:spPr/>
    </dgm:pt>
    <dgm:pt modelId="{04C0F296-197C-49FC-A128-332CD31F3908}" type="pres">
      <dgm:prSet presAssocID="{CD50B82D-84BB-4747-B282-ABB339EBA294}" presName="smCircle" presStyleLbl="vennNode1" presStyleIdx="5" presStyleCnt="9"/>
      <dgm:spPr/>
    </dgm:pt>
    <dgm:pt modelId="{2868EFD5-2008-4009-BED7-02A6D75DFF7A}" type="pres">
      <dgm:prSet presAssocID="{BE788BF5-FE9F-4C7D-A1CD-9232D7860179}" presName="txLvl2" presStyleLbl="revTx" presStyleIdx="5" presStyleCnt="9"/>
      <dgm:spPr/>
    </dgm:pt>
    <dgm:pt modelId="{9F79F983-375C-443A-B6A8-804DA1D82C89}" type="pres">
      <dgm:prSet presAssocID="{F66099B6-DBBD-4AB0-82D2-877B80F846F7}" presName="overlap" presStyleCnt="0"/>
      <dgm:spPr/>
    </dgm:pt>
    <dgm:pt modelId="{2AE05EF2-54E4-4B7B-9ED7-D766DC4FF699}" type="pres">
      <dgm:prSet presAssocID="{EE62A4F6-4AC4-435B-990E-81A71CE8CAC7}" presName="withChildren" presStyleCnt="0"/>
      <dgm:spPr/>
    </dgm:pt>
    <dgm:pt modelId="{A34E6BB2-4546-430A-B4ED-7AD5AFEC5DB7}" type="pres">
      <dgm:prSet presAssocID="{EE62A4F6-4AC4-435B-990E-81A71CE8CAC7}" presName="bigCircle" presStyleLbl="vennNode1" presStyleIdx="6" presStyleCnt="9"/>
      <dgm:spPr/>
    </dgm:pt>
    <dgm:pt modelId="{6515EE0C-53E7-4F53-8663-52CFD39A1156}" type="pres">
      <dgm:prSet presAssocID="{EE62A4F6-4AC4-435B-990E-81A71CE8CAC7}" presName="medCircle" presStyleLbl="vennNode1" presStyleIdx="7" presStyleCnt="9"/>
      <dgm:spPr/>
    </dgm:pt>
    <dgm:pt modelId="{39584E0A-03C0-4A65-8465-0CEBA3B4ED17}" type="pres">
      <dgm:prSet presAssocID="{EE62A4F6-4AC4-435B-990E-81A71CE8CAC7}" presName="txLvl1" presStyleLbl="revTx" presStyleIdx="6" presStyleCnt="9"/>
      <dgm:spPr/>
    </dgm:pt>
    <dgm:pt modelId="{4C1316EE-A2A6-43DE-B4A3-D8E4A346A9A3}" type="pres">
      <dgm:prSet presAssocID="{EE62A4F6-4AC4-435B-990E-81A71CE8CAC7}" presName="lin" presStyleCnt="0"/>
      <dgm:spPr/>
    </dgm:pt>
    <dgm:pt modelId="{8CFFE81C-379D-47A0-8775-E6E46D690C7E}" type="pres">
      <dgm:prSet presAssocID="{DDCF078C-D429-4F3D-A86A-601C37333F0E}" presName="txLvl2" presStyleLbl="revTx" presStyleIdx="7" presStyleCnt="9"/>
      <dgm:spPr/>
    </dgm:pt>
    <dgm:pt modelId="{31DDAC5E-4E9A-4364-B0E9-1D700F67B0F5}" type="pres">
      <dgm:prSet presAssocID="{E265BFA4-891C-408C-98FC-08B80CC170BD}" presName="smCircle" presStyleLbl="vennNode1" presStyleIdx="8" presStyleCnt="9"/>
      <dgm:spPr/>
    </dgm:pt>
    <dgm:pt modelId="{3AEFDAC6-3F02-4833-839C-3F34E36607AD}" type="pres">
      <dgm:prSet presAssocID="{D416A02A-0A88-4E36-B734-A21335A8DD2D}" presName="txLvl2" presStyleLbl="revTx" presStyleIdx="8" presStyleCnt="9"/>
      <dgm:spPr/>
    </dgm:pt>
  </dgm:ptLst>
  <dgm:cxnLst>
    <dgm:cxn modelId="{5285EE00-5CE6-499F-A7F1-ED4078904025}" type="presOf" srcId="{BE788BF5-FE9F-4C7D-A1CD-9232D7860179}" destId="{2868EFD5-2008-4009-BED7-02A6D75DFF7A}" srcOrd="0" destOrd="0" presId="urn:microsoft.com/office/officeart/2008/layout/VerticalCircleList"/>
    <dgm:cxn modelId="{09F88A05-CC43-4F69-9E79-C437B9D43D88}" type="presOf" srcId="{8EA7219F-BDB2-48EB-9EEB-3133522D132E}" destId="{9AF15297-06CC-4766-8951-62D1F7CA3886}" srcOrd="0" destOrd="0" presId="urn:microsoft.com/office/officeart/2008/layout/VerticalCircleList"/>
    <dgm:cxn modelId="{2AA9C11F-1F1D-428E-801A-47EAA766C99D}" srcId="{B9C32B05-62EA-407A-B21C-2310C7945705}" destId="{42D71409-67F9-455C-8C6D-716D284AAA6B}" srcOrd="0" destOrd="0" parTransId="{51680ED1-AF6E-4B28-AE94-92B0EFB0DF7D}" sibTransId="{478B7D3C-9FB4-4BC6-90AC-49960560DECD}"/>
    <dgm:cxn modelId="{B4F3EA32-CE64-4A92-9BAE-BC57E5392B05}" srcId="{B9C32B05-62EA-407A-B21C-2310C7945705}" destId="{F66099B6-DBBD-4AB0-82D2-877B80F846F7}" srcOrd="1" destOrd="0" parTransId="{B09C8BFB-F41C-4AC4-AB94-F216E3081C2D}" sibTransId="{BC531B32-9B0E-482E-BF91-65C61F17168D}"/>
    <dgm:cxn modelId="{35013F34-57BC-4E3C-A003-07C0E49926DB}" srcId="{F66099B6-DBBD-4AB0-82D2-877B80F846F7}" destId="{BE788BF5-FE9F-4C7D-A1CD-9232D7860179}" srcOrd="1" destOrd="0" parTransId="{963A52CB-C772-45F2-8A30-8ABA6B14D3CE}" sibTransId="{88191C5E-55BA-42F2-B842-FC86CBBADC0F}"/>
    <dgm:cxn modelId="{8E468E36-699A-4C24-B0A2-3F16542CE1C8}" type="presOf" srcId="{B9C32B05-62EA-407A-B21C-2310C7945705}" destId="{0B25ADF0-A0E3-4A6E-B66A-0D2FF3A7EDC3}" srcOrd="0" destOrd="0" presId="urn:microsoft.com/office/officeart/2008/layout/VerticalCircleList"/>
    <dgm:cxn modelId="{26D48348-E7C3-4D4F-B690-601EC3E1BFFA}" type="presOf" srcId="{42D71409-67F9-455C-8C6D-716D284AAA6B}" destId="{9D1CCA39-FBAC-40BE-AC9C-6E012D284EAE}" srcOrd="0" destOrd="0" presId="urn:microsoft.com/office/officeart/2008/layout/VerticalCircleList"/>
    <dgm:cxn modelId="{6EED1F4A-2A87-4C70-BF95-8B3AC8060EC6}" type="presOf" srcId="{6CF284C3-4A70-4432-8F33-E75A802B3330}" destId="{27203482-9FA4-4366-B967-B741593ADBA5}" srcOrd="0" destOrd="0" presId="urn:microsoft.com/office/officeart/2008/layout/VerticalCircleList"/>
    <dgm:cxn modelId="{3E471572-72A0-4CC0-BC89-A187FD5B7295}" type="presOf" srcId="{3AF880A5-0F00-4315-A5DF-1FE656798601}" destId="{9664B8AC-8A2E-45AA-B56C-4A7E375B4432}" srcOrd="0" destOrd="0" presId="urn:microsoft.com/office/officeart/2008/layout/VerticalCircleList"/>
    <dgm:cxn modelId="{14DCFD73-C1A0-4410-B6CA-CE02A3CC2F5B}" type="presOf" srcId="{EE62A4F6-4AC4-435B-990E-81A71CE8CAC7}" destId="{39584E0A-03C0-4A65-8465-0CEBA3B4ED17}" srcOrd="0" destOrd="0" presId="urn:microsoft.com/office/officeart/2008/layout/VerticalCircleList"/>
    <dgm:cxn modelId="{199E5374-8B67-4A4A-B6C8-4B37BDDC888E}" type="presOf" srcId="{DDCF078C-D429-4F3D-A86A-601C37333F0E}" destId="{8CFFE81C-379D-47A0-8775-E6E46D690C7E}" srcOrd="0" destOrd="0" presId="urn:microsoft.com/office/officeart/2008/layout/VerticalCircleList"/>
    <dgm:cxn modelId="{2DC24386-BC50-4BAB-8571-16CB10C2603C}" srcId="{F66099B6-DBBD-4AB0-82D2-877B80F846F7}" destId="{6CF284C3-4A70-4432-8F33-E75A802B3330}" srcOrd="0" destOrd="0" parTransId="{044831E6-2FC9-4DDA-81FB-5FA418568D07}" sibTransId="{CD50B82D-84BB-4747-B282-ABB339EBA294}"/>
    <dgm:cxn modelId="{8A357CA5-2EAF-4E7F-A0DA-92FCB16E25C5}" type="presOf" srcId="{F66099B6-DBBD-4AB0-82D2-877B80F846F7}" destId="{918C57AA-A5E5-42C0-ABBA-F04509EAC62C}" srcOrd="0" destOrd="0" presId="urn:microsoft.com/office/officeart/2008/layout/VerticalCircleList"/>
    <dgm:cxn modelId="{3A2CECA6-0C5B-46BB-B7C6-7D37E9D210BD}" srcId="{B9C32B05-62EA-407A-B21C-2310C7945705}" destId="{EE62A4F6-4AC4-435B-990E-81A71CE8CAC7}" srcOrd="2" destOrd="0" parTransId="{F287B947-7343-4FA2-B288-B23A59FFAE31}" sibTransId="{389F9A93-0231-4877-8C41-5D5B8DD7AAC0}"/>
    <dgm:cxn modelId="{FC058ECD-E800-4A91-B26D-4BF35F8DF8B2}" type="presOf" srcId="{D416A02A-0A88-4E36-B734-A21335A8DD2D}" destId="{3AEFDAC6-3F02-4833-839C-3F34E36607AD}" srcOrd="0" destOrd="0" presId="urn:microsoft.com/office/officeart/2008/layout/VerticalCircleList"/>
    <dgm:cxn modelId="{24F8CBE2-5003-4E69-A772-6B98F2B05181}" srcId="{42D71409-67F9-455C-8C6D-716D284AAA6B}" destId="{3AF880A5-0F00-4315-A5DF-1FE656798601}" srcOrd="1" destOrd="0" parTransId="{A13BB1F9-5857-4B43-8BF5-6589AA2CB759}" sibTransId="{C198C41D-2640-4669-83ED-E0CD35701C8E}"/>
    <dgm:cxn modelId="{F5E63DE7-E621-486A-821D-56723B2BF235}" srcId="{EE62A4F6-4AC4-435B-990E-81A71CE8CAC7}" destId="{D416A02A-0A88-4E36-B734-A21335A8DD2D}" srcOrd="1" destOrd="0" parTransId="{FC806BFF-490C-4885-AC46-7E363DD85082}" sibTransId="{D3B5DA4F-29AB-46CB-9796-98FE9606C128}"/>
    <dgm:cxn modelId="{58AD7EEF-D408-406B-87EE-4691D4C30668}" srcId="{42D71409-67F9-455C-8C6D-716D284AAA6B}" destId="{8EA7219F-BDB2-48EB-9EEB-3133522D132E}" srcOrd="0" destOrd="0" parTransId="{3EE8403A-CB7C-4815-85BD-AEBCAEB71B37}" sibTransId="{C94B7947-85DC-4B21-BB99-DF8438356F98}"/>
    <dgm:cxn modelId="{8ED196F6-6553-443C-AAB2-40F72E795577}" srcId="{EE62A4F6-4AC4-435B-990E-81A71CE8CAC7}" destId="{DDCF078C-D429-4F3D-A86A-601C37333F0E}" srcOrd="0" destOrd="0" parTransId="{1882E0FC-22B0-4EC0-AFEA-6913C3E42D04}" sibTransId="{E265BFA4-891C-408C-98FC-08B80CC170BD}"/>
    <dgm:cxn modelId="{AF368FFE-2EA5-4F92-9C24-BA6FDE47C795}" type="presParOf" srcId="{0B25ADF0-A0E3-4A6E-B66A-0D2FF3A7EDC3}" destId="{D0D2A1BC-7FF6-4E74-88B7-AE58CB4D9731}" srcOrd="0" destOrd="0" presId="urn:microsoft.com/office/officeart/2008/layout/VerticalCircleList"/>
    <dgm:cxn modelId="{60450BEB-E6FE-4210-8A8C-AC5CF3E9FDB9}" type="presParOf" srcId="{D0D2A1BC-7FF6-4E74-88B7-AE58CB4D9731}" destId="{39D27423-3CE3-4F0E-84AA-4CF3EA995503}" srcOrd="0" destOrd="0" presId="urn:microsoft.com/office/officeart/2008/layout/VerticalCircleList"/>
    <dgm:cxn modelId="{CB0E90D5-495E-42C4-B1D8-15FCEEB0C422}" type="presParOf" srcId="{D0D2A1BC-7FF6-4E74-88B7-AE58CB4D9731}" destId="{D9787846-C6A8-4F75-9940-82C1C07DFE2D}" srcOrd="1" destOrd="0" presId="urn:microsoft.com/office/officeart/2008/layout/VerticalCircleList"/>
    <dgm:cxn modelId="{34A73818-07D2-408D-81C3-BAB2024B5A6B}" type="presParOf" srcId="{D0D2A1BC-7FF6-4E74-88B7-AE58CB4D9731}" destId="{9D1CCA39-FBAC-40BE-AC9C-6E012D284EAE}" srcOrd="2" destOrd="0" presId="urn:microsoft.com/office/officeart/2008/layout/VerticalCircleList"/>
    <dgm:cxn modelId="{995C6C11-B6D8-4CFF-BBDE-62C50085368E}" type="presParOf" srcId="{D0D2A1BC-7FF6-4E74-88B7-AE58CB4D9731}" destId="{D0AF5122-E672-45DB-9640-1FEC818466F5}" srcOrd="3" destOrd="0" presId="urn:microsoft.com/office/officeart/2008/layout/VerticalCircleList"/>
    <dgm:cxn modelId="{95085A77-A175-4A1A-9EBB-87AC25480810}" type="presParOf" srcId="{D0AF5122-E672-45DB-9640-1FEC818466F5}" destId="{9AF15297-06CC-4766-8951-62D1F7CA3886}" srcOrd="0" destOrd="0" presId="urn:microsoft.com/office/officeart/2008/layout/VerticalCircleList"/>
    <dgm:cxn modelId="{6D831FC8-CA53-4C4D-9D51-5FB028A6BAA8}" type="presParOf" srcId="{D0AF5122-E672-45DB-9640-1FEC818466F5}" destId="{2DEF080D-AB32-4DBF-92F8-6BD8FC4C1D40}" srcOrd="1" destOrd="0" presId="urn:microsoft.com/office/officeart/2008/layout/VerticalCircleList"/>
    <dgm:cxn modelId="{E10357DB-2E07-4AD4-BE26-728ADED4CF14}" type="presParOf" srcId="{D0AF5122-E672-45DB-9640-1FEC818466F5}" destId="{9664B8AC-8A2E-45AA-B56C-4A7E375B4432}" srcOrd="2" destOrd="0" presId="urn:microsoft.com/office/officeart/2008/layout/VerticalCircleList"/>
    <dgm:cxn modelId="{9E6DBE6D-000E-4741-9516-E00FEDBDF35E}" type="presParOf" srcId="{0B25ADF0-A0E3-4A6E-B66A-0D2FF3A7EDC3}" destId="{BD64143D-6FB6-4687-A23D-BA3004E4D285}" srcOrd="1" destOrd="0" presId="urn:microsoft.com/office/officeart/2008/layout/VerticalCircleList"/>
    <dgm:cxn modelId="{3C1AE7D0-0D34-4213-A135-77B920827EAB}" type="presParOf" srcId="{0B25ADF0-A0E3-4A6E-B66A-0D2FF3A7EDC3}" destId="{8FB714B5-D922-4B6B-8D77-39752A0398A2}" srcOrd="2" destOrd="0" presId="urn:microsoft.com/office/officeart/2008/layout/VerticalCircleList"/>
    <dgm:cxn modelId="{6B9EA371-5C8F-469B-A296-3E6266077249}" type="presParOf" srcId="{8FB714B5-D922-4B6B-8D77-39752A0398A2}" destId="{6B5FA1DC-E578-4CBD-B749-1D615BCD4DC1}" srcOrd="0" destOrd="0" presId="urn:microsoft.com/office/officeart/2008/layout/VerticalCircleList"/>
    <dgm:cxn modelId="{4A873919-655B-4948-819F-268B60988EA0}" type="presParOf" srcId="{8FB714B5-D922-4B6B-8D77-39752A0398A2}" destId="{54856E53-DD45-4EA6-BF39-180C3495E897}" srcOrd="1" destOrd="0" presId="urn:microsoft.com/office/officeart/2008/layout/VerticalCircleList"/>
    <dgm:cxn modelId="{07272BA9-696B-4843-8BD5-B118203AE619}" type="presParOf" srcId="{8FB714B5-D922-4B6B-8D77-39752A0398A2}" destId="{918C57AA-A5E5-42C0-ABBA-F04509EAC62C}" srcOrd="2" destOrd="0" presId="urn:microsoft.com/office/officeart/2008/layout/VerticalCircleList"/>
    <dgm:cxn modelId="{A422B22C-0894-4FE0-9C9F-D27DB2F21160}" type="presParOf" srcId="{8FB714B5-D922-4B6B-8D77-39752A0398A2}" destId="{03216DFF-7EB8-4EED-90BD-CCDDF321068B}" srcOrd="3" destOrd="0" presId="urn:microsoft.com/office/officeart/2008/layout/VerticalCircleList"/>
    <dgm:cxn modelId="{7D1FAD81-EE54-49EA-99EE-30110526A095}" type="presParOf" srcId="{03216DFF-7EB8-4EED-90BD-CCDDF321068B}" destId="{27203482-9FA4-4366-B967-B741593ADBA5}" srcOrd="0" destOrd="0" presId="urn:microsoft.com/office/officeart/2008/layout/VerticalCircleList"/>
    <dgm:cxn modelId="{6C317AB9-6429-431E-820A-4A05166962A5}" type="presParOf" srcId="{03216DFF-7EB8-4EED-90BD-CCDDF321068B}" destId="{04C0F296-197C-49FC-A128-332CD31F3908}" srcOrd="1" destOrd="0" presId="urn:microsoft.com/office/officeart/2008/layout/VerticalCircleList"/>
    <dgm:cxn modelId="{8C278CCC-D8D4-44A9-AB46-4FD01A36AAB3}" type="presParOf" srcId="{03216DFF-7EB8-4EED-90BD-CCDDF321068B}" destId="{2868EFD5-2008-4009-BED7-02A6D75DFF7A}" srcOrd="2" destOrd="0" presId="urn:microsoft.com/office/officeart/2008/layout/VerticalCircleList"/>
    <dgm:cxn modelId="{9523B142-F4A5-439B-8ABE-2BBB94A7F29B}" type="presParOf" srcId="{0B25ADF0-A0E3-4A6E-B66A-0D2FF3A7EDC3}" destId="{9F79F983-375C-443A-B6A8-804DA1D82C89}" srcOrd="3" destOrd="0" presId="urn:microsoft.com/office/officeart/2008/layout/VerticalCircleList"/>
    <dgm:cxn modelId="{CB278F3B-AAC9-481C-91F6-94910167D8DD}" type="presParOf" srcId="{0B25ADF0-A0E3-4A6E-B66A-0D2FF3A7EDC3}" destId="{2AE05EF2-54E4-4B7B-9ED7-D766DC4FF699}" srcOrd="4" destOrd="0" presId="urn:microsoft.com/office/officeart/2008/layout/VerticalCircleList"/>
    <dgm:cxn modelId="{BC62996E-CD8A-4425-A12A-8A8991B92597}" type="presParOf" srcId="{2AE05EF2-54E4-4B7B-9ED7-D766DC4FF699}" destId="{A34E6BB2-4546-430A-B4ED-7AD5AFEC5DB7}" srcOrd="0" destOrd="0" presId="urn:microsoft.com/office/officeart/2008/layout/VerticalCircleList"/>
    <dgm:cxn modelId="{A7B792E8-6494-44B0-A547-26F2C3385661}" type="presParOf" srcId="{2AE05EF2-54E4-4B7B-9ED7-D766DC4FF699}" destId="{6515EE0C-53E7-4F53-8663-52CFD39A1156}" srcOrd="1" destOrd="0" presId="urn:microsoft.com/office/officeart/2008/layout/VerticalCircleList"/>
    <dgm:cxn modelId="{42C4DC3C-66FC-448C-9C02-DE452680D015}" type="presParOf" srcId="{2AE05EF2-54E4-4B7B-9ED7-D766DC4FF699}" destId="{39584E0A-03C0-4A65-8465-0CEBA3B4ED17}" srcOrd="2" destOrd="0" presId="urn:microsoft.com/office/officeart/2008/layout/VerticalCircleList"/>
    <dgm:cxn modelId="{C90F3E38-081B-4380-BD9A-6FC558DE0E7C}" type="presParOf" srcId="{2AE05EF2-54E4-4B7B-9ED7-D766DC4FF699}" destId="{4C1316EE-A2A6-43DE-B4A3-D8E4A346A9A3}" srcOrd="3" destOrd="0" presId="urn:microsoft.com/office/officeart/2008/layout/VerticalCircleList"/>
    <dgm:cxn modelId="{FD020D5D-B0A8-48F0-8D3F-E6748B03A21A}" type="presParOf" srcId="{4C1316EE-A2A6-43DE-B4A3-D8E4A346A9A3}" destId="{8CFFE81C-379D-47A0-8775-E6E46D690C7E}" srcOrd="0" destOrd="0" presId="urn:microsoft.com/office/officeart/2008/layout/VerticalCircleList"/>
    <dgm:cxn modelId="{02AE9524-7C54-47D9-97D8-D64BD86C4F76}" type="presParOf" srcId="{4C1316EE-A2A6-43DE-B4A3-D8E4A346A9A3}" destId="{31DDAC5E-4E9A-4364-B0E9-1D700F67B0F5}" srcOrd="1" destOrd="0" presId="urn:microsoft.com/office/officeart/2008/layout/VerticalCircleList"/>
    <dgm:cxn modelId="{073CD0F1-1F24-4966-B018-48D8FCE1327E}" type="presParOf" srcId="{4C1316EE-A2A6-43DE-B4A3-D8E4A346A9A3}" destId="{3AEFDAC6-3F02-4833-839C-3F34E36607AD}" srcOrd="2" destOrd="0" presId="urn:microsoft.com/office/officeart/2008/layout/VerticalCircleList"/>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41.xml><?xml version="1.0" encoding="utf-8"?>
<dgm:dataModel xmlns:dgm="http://schemas.openxmlformats.org/drawingml/2006/diagram" xmlns:a="http://schemas.openxmlformats.org/drawingml/2006/main">
  <dgm:ptLst>
    <dgm:pt modelId="{B9C32B05-62EA-407A-B21C-2310C7945705}" type="doc">
      <dgm:prSet loTypeId="urn:microsoft.com/office/officeart/2005/8/layout/architecture" loCatId="list"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F66099B6-DBBD-4AB0-82D2-877B80F846F7}">
      <dgm:prSet phldrT="[Text]"/>
      <dgm:spPr/>
      <dgm:t>
        <a:bodyPr/>
        <a:lstStyle/>
        <a:p>
          <a:r>
            <a:rPr lang="en-US" dirty="0"/>
            <a:t>Lorem Ipsum</a:t>
          </a:r>
        </a:p>
      </dgm:t>
    </dgm:pt>
    <dgm:pt modelId="{B09C8BFB-F41C-4AC4-AB94-F216E3081C2D}" type="parTrans" cxnId="{B4F3EA32-CE64-4A92-9BAE-BC57E5392B05}">
      <dgm:prSet/>
      <dgm:spPr/>
      <dgm:t>
        <a:bodyPr/>
        <a:lstStyle/>
        <a:p>
          <a:endParaRPr lang="en-US"/>
        </a:p>
      </dgm:t>
    </dgm:pt>
    <dgm:pt modelId="{BC531B32-9B0E-482E-BF91-65C61F17168D}" type="sibTrans" cxnId="{B4F3EA32-CE64-4A92-9BAE-BC57E5392B05}">
      <dgm:prSet/>
      <dgm:spPr/>
      <dgm:t>
        <a:bodyPr/>
        <a:lstStyle/>
        <a:p>
          <a:endParaRPr lang="en-US"/>
        </a:p>
      </dgm:t>
    </dgm:pt>
    <dgm:pt modelId="{EE62A4F6-4AC4-435B-990E-81A71CE8CAC7}">
      <dgm:prSet phldrT="[Text]"/>
      <dgm:spPr/>
      <dgm:t>
        <a:bodyPr/>
        <a:lstStyle/>
        <a:p>
          <a:r>
            <a:rPr lang="en-US" dirty="0"/>
            <a:t>Lorem Ipsum</a:t>
          </a:r>
        </a:p>
      </dgm:t>
    </dgm:pt>
    <dgm:pt modelId="{F287B947-7343-4FA2-B288-B23A59FFAE31}" type="parTrans" cxnId="{3A2CECA6-0C5B-46BB-B7C6-7D37E9D210BD}">
      <dgm:prSet/>
      <dgm:spPr/>
      <dgm:t>
        <a:bodyPr/>
        <a:lstStyle/>
        <a:p>
          <a:endParaRPr lang="en-US"/>
        </a:p>
      </dgm:t>
    </dgm:pt>
    <dgm:pt modelId="{389F9A93-0231-4877-8C41-5D5B8DD7AAC0}" type="sibTrans" cxnId="{3A2CECA6-0C5B-46BB-B7C6-7D37E9D210BD}">
      <dgm:prSet/>
      <dgm:spPr/>
      <dgm:t>
        <a:bodyPr/>
        <a:lstStyle/>
        <a:p>
          <a:endParaRPr lang="en-US"/>
        </a:p>
      </dgm:t>
    </dgm:pt>
    <dgm:pt modelId="{B6D9DE15-697B-42C2-B6A1-CE31260EED93}">
      <dgm:prSet phldrT="[Text]"/>
      <dgm:spPr/>
      <dgm:t>
        <a:bodyPr/>
        <a:lstStyle/>
        <a:p>
          <a:r>
            <a:rPr lang="en-US" dirty="0"/>
            <a:t>Lorem Ipsum</a:t>
          </a:r>
        </a:p>
      </dgm:t>
    </dgm:pt>
    <dgm:pt modelId="{EAC9FC21-5112-4CCF-8070-06ED15ED24ED}" type="parTrans" cxnId="{40513FB0-F94C-499F-9A0B-9E0341D0A0C2}">
      <dgm:prSet/>
      <dgm:spPr/>
      <dgm:t>
        <a:bodyPr/>
        <a:lstStyle/>
        <a:p>
          <a:endParaRPr lang="en-US"/>
        </a:p>
      </dgm:t>
    </dgm:pt>
    <dgm:pt modelId="{B605B681-1ACB-4650-8600-F9223ABDDC16}" type="sibTrans" cxnId="{40513FB0-F94C-499F-9A0B-9E0341D0A0C2}">
      <dgm:prSet/>
      <dgm:spPr/>
      <dgm:t>
        <a:bodyPr/>
        <a:lstStyle/>
        <a:p>
          <a:endParaRPr lang="en-US"/>
        </a:p>
      </dgm:t>
    </dgm:pt>
    <dgm:pt modelId="{6CF284C3-4A70-4432-8F33-E75A802B3330}">
      <dgm:prSet/>
      <dgm:spPr/>
      <dgm:t>
        <a:bodyPr/>
        <a:lstStyle/>
        <a:p>
          <a:r>
            <a:rPr lang="en-US" dirty="0"/>
            <a:t>Level 2</a:t>
          </a:r>
        </a:p>
      </dgm:t>
    </dgm:pt>
    <dgm:pt modelId="{044831E6-2FC9-4DDA-81FB-5FA418568D07}" type="parTrans" cxnId="{2DC24386-BC50-4BAB-8571-16CB10C2603C}">
      <dgm:prSet/>
      <dgm:spPr/>
      <dgm:t>
        <a:bodyPr/>
        <a:lstStyle/>
        <a:p>
          <a:endParaRPr lang="en-US"/>
        </a:p>
      </dgm:t>
    </dgm:pt>
    <dgm:pt modelId="{CD50B82D-84BB-4747-B282-ABB339EBA294}" type="sibTrans" cxnId="{2DC24386-BC50-4BAB-8571-16CB10C2603C}">
      <dgm:prSet/>
      <dgm:spPr/>
      <dgm:t>
        <a:bodyPr/>
        <a:lstStyle/>
        <a:p>
          <a:endParaRPr lang="en-US"/>
        </a:p>
      </dgm:t>
    </dgm:pt>
    <dgm:pt modelId="{3AF880A5-0F00-4315-A5DF-1FE656798601}">
      <dgm:prSet phldrT="[Text]"/>
      <dgm:spPr/>
      <dgm:t>
        <a:bodyPr/>
        <a:lstStyle/>
        <a:p>
          <a:r>
            <a:rPr lang="en-US" dirty="0"/>
            <a:t>Level 2</a:t>
          </a:r>
        </a:p>
      </dgm:t>
    </dgm:pt>
    <dgm:pt modelId="{A13BB1F9-5857-4B43-8BF5-6589AA2CB759}" type="parTrans" cxnId="{24F8CBE2-5003-4E69-A772-6B98F2B05181}">
      <dgm:prSet/>
      <dgm:spPr/>
      <dgm:t>
        <a:bodyPr/>
        <a:lstStyle/>
        <a:p>
          <a:endParaRPr lang="en-US"/>
        </a:p>
      </dgm:t>
    </dgm:pt>
    <dgm:pt modelId="{C198C41D-2640-4669-83ED-E0CD35701C8E}" type="sibTrans" cxnId="{24F8CBE2-5003-4E69-A772-6B98F2B05181}">
      <dgm:prSet/>
      <dgm:spPr/>
      <dgm:t>
        <a:bodyPr/>
        <a:lstStyle/>
        <a:p>
          <a:endParaRPr lang="en-US"/>
        </a:p>
      </dgm:t>
    </dgm:pt>
    <dgm:pt modelId="{DDCF078C-D429-4F3D-A86A-601C37333F0E}">
      <dgm:prSet phldrT="[Text]"/>
      <dgm:spPr/>
      <dgm:t>
        <a:bodyPr/>
        <a:lstStyle/>
        <a:p>
          <a:r>
            <a:rPr lang="en-US" dirty="0"/>
            <a:t>Level 2</a:t>
          </a:r>
        </a:p>
      </dgm:t>
    </dgm:pt>
    <dgm:pt modelId="{1882E0FC-22B0-4EC0-AFEA-6913C3E42D04}" type="parTrans" cxnId="{8ED196F6-6553-443C-AAB2-40F72E795577}">
      <dgm:prSet/>
      <dgm:spPr/>
      <dgm:t>
        <a:bodyPr/>
        <a:lstStyle/>
        <a:p>
          <a:endParaRPr lang="en-US"/>
        </a:p>
      </dgm:t>
    </dgm:pt>
    <dgm:pt modelId="{E265BFA4-891C-408C-98FC-08B80CC170BD}" type="sibTrans" cxnId="{8ED196F6-6553-443C-AAB2-40F72E795577}">
      <dgm:prSet/>
      <dgm:spPr/>
      <dgm:t>
        <a:bodyPr/>
        <a:lstStyle/>
        <a:p>
          <a:endParaRPr lang="en-US"/>
        </a:p>
      </dgm:t>
    </dgm:pt>
    <dgm:pt modelId="{0175455E-C54B-45D4-9F64-0589EB6B3316}">
      <dgm:prSet phldrT="[Text]"/>
      <dgm:spPr/>
      <dgm:t>
        <a:bodyPr/>
        <a:lstStyle/>
        <a:p>
          <a:r>
            <a:rPr lang="en-US" dirty="0"/>
            <a:t>Level 2</a:t>
          </a:r>
        </a:p>
      </dgm:t>
    </dgm:pt>
    <dgm:pt modelId="{88BD4BDB-1D85-4113-AFEC-21431AF63D5F}" type="parTrans" cxnId="{C8B436FC-B783-46B4-A145-3B3B3DD3B3F9}">
      <dgm:prSet/>
      <dgm:spPr/>
      <dgm:t>
        <a:bodyPr/>
        <a:lstStyle/>
        <a:p>
          <a:endParaRPr lang="en-US"/>
        </a:p>
      </dgm:t>
    </dgm:pt>
    <dgm:pt modelId="{814ADA3B-AA89-4AB7-868E-C824585A3ABB}" type="sibTrans" cxnId="{C8B436FC-B783-46B4-A145-3B3B3DD3B3F9}">
      <dgm:prSet/>
      <dgm:spPr/>
      <dgm:t>
        <a:bodyPr/>
        <a:lstStyle/>
        <a:p>
          <a:endParaRPr lang="en-US"/>
        </a:p>
      </dgm:t>
    </dgm:pt>
    <dgm:pt modelId="{13C61790-DB00-46B9-90B5-91FC1474F80B}">
      <dgm:prSet phldrT="[Text]"/>
      <dgm:spPr/>
      <dgm:t>
        <a:bodyPr/>
        <a:lstStyle/>
        <a:p>
          <a:r>
            <a:rPr lang="en-US" dirty="0"/>
            <a:t>Level 3</a:t>
          </a:r>
        </a:p>
      </dgm:t>
    </dgm:pt>
    <dgm:pt modelId="{575DC180-F45B-4533-9470-6FC0263DD882}" type="parTrans" cxnId="{8A14F2EA-2321-4AFA-A9D9-F8109F8AB820}">
      <dgm:prSet/>
      <dgm:spPr/>
      <dgm:t>
        <a:bodyPr/>
        <a:lstStyle/>
        <a:p>
          <a:endParaRPr lang="en-US"/>
        </a:p>
      </dgm:t>
    </dgm:pt>
    <dgm:pt modelId="{E5426E5C-2711-4501-B279-687528040359}" type="sibTrans" cxnId="{8A14F2EA-2321-4AFA-A9D9-F8109F8AB820}">
      <dgm:prSet/>
      <dgm:spPr/>
      <dgm:t>
        <a:bodyPr/>
        <a:lstStyle/>
        <a:p>
          <a:endParaRPr lang="en-US"/>
        </a:p>
      </dgm:t>
    </dgm:pt>
    <dgm:pt modelId="{40CE9531-8A27-4191-9B62-E0F07EBF9C76}">
      <dgm:prSet phldrT="[Text]"/>
      <dgm:spPr/>
      <dgm:t>
        <a:bodyPr/>
        <a:lstStyle/>
        <a:p>
          <a:r>
            <a:rPr lang="en-US" dirty="0"/>
            <a:t>Level 3</a:t>
          </a:r>
        </a:p>
      </dgm:t>
    </dgm:pt>
    <dgm:pt modelId="{878DF8BC-6E9C-45D2-BD20-A7279574B7C2}" type="parTrans" cxnId="{5D4E56D9-57B2-4CA3-9114-050B9019A26C}">
      <dgm:prSet/>
      <dgm:spPr/>
      <dgm:t>
        <a:bodyPr/>
        <a:lstStyle/>
        <a:p>
          <a:endParaRPr lang="en-US"/>
        </a:p>
      </dgm:t>
    </dgm:pt>
    <dgm:pt modelId="{E5323727-4431-4DB2-A62E-DD0D6922BBF0}" type="sibTrans" cxnId="{5D4E56D9-57B2-4CA3-9114-050B9019A26C}">
      <dgm:prSet/>
      <dgm:spPr/>
      <dgm:t>
        <a:bodyPr/>
        <a:lstStyle/>
        <a:p>
          <a:endParaRPr lang="en-US"/>
        </a:p>
      </dgm:t>
    </dgm:pt>
    <dgm:pt modelId="{09BA98DE-DEC2-4D0D-8490-D3297BBF0088}">
      <dgm:prSet phldrT="[Text]"/>
      <dgm:spPr/>
      <dgm:t>
        <a:bodyPr/>
        <a:lstStyle/>
        <a:p>
          <a:r>
            <a:rPr lang="en-US" dirty="0"/>
            <a:t>Level 2</a:t>
          </a:r>
        </a:p>
      </dgm:t>
    </dgm:pt>
    <dgm:pt modelId="{8E89657A-9899-4663-8EBD-CE951A955DD5}" type="parTrans" cxnId="{B74A69C1-DB0A-4823-ABB8-FD9F97D1DF87}">
      <dgm:prSet/>
      <dgm:spPr/>
      <dgm:t>
        <a:bodyPr/>
        <a:lstStyle/>
        <a:p>
          <a:endParaRPr lang="en-US"/>
        </a:p>
      </dgm:t>
    </dgm:pt>
    <dgm:pt modelId="{D9604DA3-0B95-413D-AA9C-D75798C0FF52}" type="sibTrans" cxnId="{B74A69C1-DB0A-4823-ABB8-FD9F97D1DF87}">
      <dgm:prSet/>
      <dgm:spPr/>
      <dgm:t>
        <a:bodyPr/>
        <a:lstStyle/>
        <a:p>
          <a:endParaRPr lang="en-US"/>
        </a:p>
      </dgm:t>
    </dgm:pt>
    <dgm:pt modelId="{A7376EC0-5FEA-48A4-B284-B453C867CA4F}">
      <dgm:prSet phldrT="[Text]"/>
      <dgm:spPr/>
      <dgm:t>
        <a:bodyPr/>
        <a:lstStyle/>
        <a:p>
          <a:r>
            <a:rPr lang="en-US" dirty="0"/>
            <a:t>Level 3</a:t>
          </a:r>
        </a:p>
      </dgm:t>
    </dgm:pt>
    <dgm:pt modelId="{D8387D70-E1F9-4B42-8EE4-B3BED889F64B}" type="parTrans" cxnId="{AC431E10-8495-40FC-AE68-1DE0241390B0}">
      <dgm:prSet/>
      <dgm:spPr/>
      <dgm:t>
        <a:bodyPr/>
        <a:lstStyle/>
        <a:p>
          <a:endParaRPr lang="en-US"/>
        </a:p>
      </dgm:t>
    </dgm:pt>
    <dgm:pt modelId="{620F1AE9-67A6-43E4-8D4E-A7556D36F8F8}" type="sibTrans" cxnId="{AC431E10-8495-40FC-AE68-1DE0241390B0}">
      <dgm:prSet/>
      <dgm:spPr/>
      <dgm:t>
        <a:bodyPr/>
        <a:lstStyle/>
        <a:p>
          <a:endParaRPr lang="en-US"/>
        </a:p>
      </dgm:t>
    </dgm:pt>
    <dgm:pt modelId="{79B9A1FA-6FE7-4157-9274-E51456251A7C}">
      <dgm:prSet phldrT="[Text]"/>
      <dgm:spPr/>
      <dgm:t>
        <a:bodyPr/>
        <a:lstStyle/>
        <a:p>
          <a:r>
            <a:rPr lang="en-US" dirty="0"/>
            <a:t>Level 3</a:t>
          </a:r>
        </a:p>
      </dgm:t>
    </dgm:pt>
    <dgm:pt modelId="{38D65390-8319-4702-A173-9EF6EE7B476A}" type="parTrans" cxnId="{C9AE74FB-7EF6-43F5-A632-292CF7F3A962}">
      <dgm:prSet/>
      <dgm:spPr/>
      <dgm:t>
        <a:bodyPr/>
        <a:lstStyle/>
        <a:p>
          <a:endParaRPr lang="en-US"/>
        </a:p>
      </dgm:t>
    </dgm:pt>
    <dgm:pt modelId="{88FB69AB-E142-49EF-9E59-1A79E6239E56}" type="sibTrans" cxnId="{C9AE74FB-7EF6-43F5-A632-292CF7F3A962}">
      <dgm:prSet/>
      <dgm:spPr/>
      <dgm:t>
        <a:bodyPr/>
        <a:lstStyle/>
        <a:p>
          <a:endParaRPr lang="en-US"/>
        </a:p>
      </dgm:t>
    </dgm:pt>
    <dgm:pt modelId="{E77C4AE7-38C1-41C5-B181-E0E02E9A3F43}">
      <dgm:prSet phldrT="[Text]"/>
      <dgm:spPr/>
      <dgm:t>
        <a:bodyPr/>
        <a:lstStyle/>
        <a:p>
          <a:r>
            <a:rPr lang="en-US" dirty="0"/>
            <a:t>Level 2</a:t>
          </a:r>
        </a:p>
      </dgm:t>
    </dgm:pt>
    <dgm:pt modelId="{52AB6FBF-7968-4C3B-899E-E1937DC37C88}" type="parTrans" cxnId="{D09C5CDA-0705-40C9-A586-625F606686EA}">
      <dgm:prSet/>
      <dgm:spPr/>
      <dgm:t>
        <a:bodyPr/>
        <a:lstStyle/>
        <a:p>
          <a:endParaRPr lang="en-US"/>
        </a:p>
      </dgm:t>
    </dgm:pt>
    <dgm:pt modelId="{93B12E4C-0871-4E52-90AE-932941CBF408}" type="sibTrans" cxnId="{D09C5CDA-0705-40C9-A586-625F606686EA}">
      <dgm:prSet/>
      <dgm:spPr/>
      <dgm:t>
        <a:bodyPr/>
        <a:lstStyle/>
        <a:p>
          <a:endParaRPr lang="en-US"/>
        </a:p>
      </dgm:t>
    </dgm:pt>
    <dgm:pt modelId="{06403E61-D3C0-4DA7-AEC7-C5EABE52453B}">
      <dgm:prSet phldrT="[Text]"/>
      <dgm:spPr/>
      <dgm:t>
        <a:bodyPr/>
        <a:lstStyle/>
        <a:p>
          <a:r>
            <a:rPr lang="en-US" dirty="0"/>
            <a:t>Level 3</a:t>
          </a:r>
        </a:p>
      </dgm:t>
    </dgm:pt>
    <dgm:pt modelId="{A1CE6518-96D5-4396-AE23-CACB966ADDD4}" type="parTrans" cxnId="{D1E53968-E316-4D62-BA55-581875953E05}">
      <dgm:prSet/>
      <dgm:spPr/>
      <dgm:t>
        <a:bodyPr/>
        <a:lstStyle/>
        <a:p>
          <a:endParaRPr lang="en-US"/>
        </a:p>
      </dgm:t>
    </dgm:pt>
    <dgm:pt modelId="{C56F758C-0EA5-4D23-B7D0-967EB4B71EC7}" type="sibTrans" cxnId="{D1E53968-E316-4D62-BA55-581875953E05}">
      <dgm:prSet/>
      <dgm:spPr/>
      <dgm:t>
        <a:bodyPr/>
        <a:lstStyle/>
        <a:p>
          <a:endParaRPr lang="en-US"/>
        </a:p>
      </dgm:t>
    </dgm:pt>
    <dgm:pt modelId="{1A91881A-9926-4648-805F-6236A0B1A2DD}">
      <dgm:prSet phldrT="[Text]"/>
      <dgm:spPr/>
      <dgm:t>
        <a:bodyPr/>
        <a:lstStyle/>
        <a:p>
          <a:r>
            <a:rPr lang="en-US" dirty="0"/>
            <a:t>Level 3</a:t>
          </a:r>
        </a:p>
      </dgm:t>
    </dgm:pt>
    <dgm:pt modelId="{8D0D3971-6E48-477A-8A69-C076ECC0346C}" type="parTrans" cxnId="{829B2306-A54B-44F6-9E13-F851DAB4C57A}">
      <dgm:prSet/>
      <dgm:spPr/>
      <dgm:t>
        <a:bodyPr/>
        <a:lstStyle/>
        <a:p>
          <a:endParaRPr lang="en-US"/>
        </a:p>
      </dgm:t>
    </dgm:pt>
    <dgm:pt modelId="{A593DA0A-9F0F-4700-AA97-B1FA953394C7}" type="sibTrans" cxnId="{829B2306-A54B-44F6-9E13-F851DAB4C57A}">
      <dgm:prSet/>
      <dgm:spPr/>
      <dgm:t>
        <a:bodyPr/>
        <a:lstStyle/>
        <a:p>
          <a:endParaRPr lang="en-US"/>
        </a:p>
      </dgm:t>
    </dgm:pt>
    <dgm:pt modelId="{E846425D-BF0D-469C-BD36-B9172B9E433C}">
      <dgm:prSet phldrT="[Text]"/>
      <dgm:spPr/>
      <dgm:t>
        <a:bodyPr/>
        <a:lstStyle/>
        <a:p>
          <a:r>
            <a:rPr lang="en-US" dirty="0"/>
            <a:t>Level 3</a:t>
          </a:r>
        </a:p>
      </dgm:t>
    </dgm:pt>
    <dgm:pt modelId="{D7EF7EC1-4B87-4611-BA6F-EEEE140A5EB9}" type="parTrans" cxnId="{8814672D-AB57-43E3-8A92-85DD2556CB87}">
      <dgm:prSet/>
      <dgm:spPr/>
      <dgm:t>
        <a:bodyPr/>
        <a:lstStyle/>
        <a:p>
          <a:endParaRPr lang="en-US"/>
        </a:p>
      </dgm:t>
    </dgm:pt>
    <dgm:pt modelId="{B68CF357-3D1B-4E8C-A456-C83F63322711}" type="sibTrans" cxnId="{8814672D-AB57-43E3-8A92-85DD2556CB87}">
      <dgm:prSet/>
      <dgm:spPr/>
      <dgm:t>
        <a:bodyPr/>
        <a:lstStyle/>
        <a:p>
          <a:endParaRPr lang="en-US"/>
        </a:p>
      </dgm:t>
    </dgm:pt>
    <dgm:pt modelId="{A6EBBFD9-8383-4807-BE60-A94B15D75CBD}">
      <dgm:prSet phldrT="[Text]"/>
      <dgm:spPr/>
      <dgm:t>
        <a:bodyPr/>
        <a:lstStyle/>
        <a:p>
          <a:r>
            <a:rPr lang="en-US" dirty="0"/>
            <a:t>Level 2</a:t>
          </a:r>
        </a:p>
      </dgm:t>
    </dgm:pt>
    <dgm:pt modelId="{27A6BE54-ADE5-4DEE-9EBC-28770576F4AA}" type="parTrans" cxnId="{0858C0EF-096A-4C9D-9990-D79B3423B7AA}">
      <dgm:prSet/>
      <dgm:spPr/>
      <dgm:t>
        <a:bodyPr/>
        <a:lstStyle/>
        <a:p>
          <a:endParaRPr lang="en-US"/>
        </a:p>
      </dgm:t>
    </dgm:pt>
    <dgm:pt modelId="{0DAFD78C-1D10-43B1-9C74-382427ABD94D}" type="sibTrans" cxnId="{0858C0EF-096A-4C9D-9990-D79B3423B7AA}">
      <dgm:prSet/>
      <dgm:spPr/>
      <dgm:t>
        <a:bodyPr/>
        <a:lstStyle/>
        <a:p>
          <a:endParaRPr lang="en-US"/>
        </a:p>
      </dgm:t>
    </dgm:pt>
    <dgm:pt modelId="{26531EBD-E736-454B-BB90-17565227D23D}">
      <dgm:prSet phldrT="[Text]"/>
      <dgm:spPr/>
      <dgm:t>
        <a:bodyPr/>
        <a:lstStyle/>
        <a:p>
          <a:r>
            <a:rPr lang="en-US" dirty="0"/>
            <a:t>Level 3</a:t>
          </a:r>
        </a:p>
      </dgm:t>
    </dgm:pt>
    <dgm:pt modelId="{7CFE1D07-654F-4105-B281-3341EC82E279}" type="parTrans" cxnId="{CAC08082-89D6-4C71-9EA6-B5BADE0DF587}">
      <dgm:prSet/>
      <dgm:spPr/>
      <dgm:t>
        <a:bodyPr/>
        <a:lstStyle/>
        <a:p>
          <a:endParaRPr lang="en-US"/>
        </a:p>
      </dgm:t>
    </dgm:pt>
    <dgm:pt modelId="{387C945B-6DCF-4220-AEAB-C58101AC7612}" type="sibTrans" cxnId="{CAC08082-89D6-4C71-9EA6-B5BADE0DF587}">
      <dgm:prSet/>
      <dgm:spPr/>
      <dgm:t>
        <a:bodyPr/>
        <a:lstStyle/>
        <a:p>
          <a:endParaRPr lang="en-US"/>
        </a:p>
      </dgm:t>
    </dgm:pt>
    <dgm:pt modelId="{D303BC83-CE51-4735-8D31-1CC6F17F05EE}">
      <dgm:prSet phldrT="[Text]"/>
      <dgm:spPr/>
      <dgm:t>
        <a:bodyPr/>
        <a:lstStyle/>
        <a:p>
          <a:r>
            <a:rPr lang="en-US" dirty="0"/>
            <a:t>Level 3</a:t>
          </a:r>
        </a:p>
      </dgm:t>
    </dgm:pt>
    <dgm:pt modelId="{14EA7F1F-FF85-4100-B2B1-EE2CA2F2183F}" type="parTrans" cxnId="{F0DF9BBE-643E-4769-BB39-DF7A8DF47F82}">
      <dgm:prSet/>
      <dgm:spPr/>
      <dgm:t>
        <a:bodyPr/>
        <a:lstStyle/>
        <a:p>
          <a:endParaRPr lang="en-US"/>
        </a:p>
      </dgm:t>
    </dgm:pt>
    <dgm:pt modelId="{F508C092-4F76-437A-8533-B156674E0BE1}" type="sibTrans" cxnId="{F0DF9BBE-643E-4769-BB39-DF7A8DF47F82}">
      <dgm:prSet/>
      <dgm:spPr/>
      <dgm:t>
        <a:bodyPr/>
        <a:lstStyle/>
        <a:p>
          <a:endParaRPr lang="en-US"/>
        </a:p>
      </dgm:t>
    </dgm:pt>
    <dgm:pt modelId="{102AAE16-2BB7-4251-B62F-A6059FBB759B}">
      <dgm:prSet phldrT="[Text]"/>
      <dgm:spPr/>
      <dgm:t>
        <a:bodyPr/>
        <a:lstStyle/>
        <a:p>
          <a:r>
            <a:rPr lang="en-US" dirty="0"/>
            <a:t>Level 3</a:t>
          </a:r>
        </a:p>
      </dgm:t>
    </dgm:pt>
    <dgm:pt modelId="{E7898809-509E-413E-BB2D-F17231BF35EB}" type="parTrans" cxnId="{9656C651-64B5-4482-99FE-7F16C505B47C}">
      <dgm:prSet/>
      <dgm:spPr/>
      <dgm:t>
        <a:bodyPr/>
        <a:lstStyle/>
        <a:p>
          <a:endParaRPr lang="en-US"/>
        </a:p>
      </dgm:t>
    </dgm:pt>
    <dgm:pt modelId="{2920751E-0372-4242-918B-7618E28150E0}" type="sibTrans" cxnId="{9656C651-64B5-4482-99FE-7F16C505B47C}">
      <dgm:prSet/>
      <dgm:spPr/>
      <dgm:t>
        <a:bodyPr/>
        <a:lstStyle/>
        <a:p>
          <a:endParaRPr lang="en-US"/>
        </a:p>
      </dgm:t>
    </dgm:pt>
    <dgm:pt modelId="{F26890DD-91BA-4753-8AA3-17E592723467}">
      <dgm:prSet phldrT="[Text]"/>
      <dgm:spPr/>
      <dgm:t>
        <a:bodyPr/>
        <a:lstStyle/>
        <a:p>
          <a:r>
            <a:rPr lang="en-US" dirty="0"/>
            <a:t>Level 2</a:t>
          </a:r>
        </a:p>
      </dgm:t>
    </dgm:pt>
    <dgm:pt modelId="{E061414F-9A78-41BC-A1E8-D58D95B0F58D}" type="parTrans" cxnId="{6B911F1F-0E01-416C-AAAC-92A48D9AF92F}">
      <dgm:prSet/>
      <dgm:spPr/>
      <dgm:t>
        <a:bodyPr/>
        <a:lstStyle/>
        <a:p>
          <a:endParaRPr lang="en-US"/>
        </a:p>
      </dgm:t>
    </dgm:pt>
    <dgm:pt modelId="{3A131097-9229-4AF8-9AE5-F2AF2DDCA9AF}" type="sibTrans" cxnId="{6B911F1F-0E01-416C-AAAC-92A48D9AF92F}">
      <dgm:prSet/>
      <dgm:spPr/>
      <dgm:t>
        <a:bodyPr/>
        <a:lstStyle/>
        <a:p>
          <a:endParaRPr lang="en-US"/>
        </a:p>
      </dgm:t>
    </dgm:pt>
    <dgm:pt modelId="{5566D8A1-B750-4BFE-9A30-EFC50BFB4CE5}">
      <dgm:prSet phldrT="[Text]"/>
      <dgm:spPr/>
      <dgm:t>
        <a:bodyPr/>
        <a:lstStyle/>
        <a:p>
          <a:r>
            <a:rPr lang="en-US" dirty="0"/>
            <a:t>Level 3</a:t>
          </a:r>
        </a:p>
      </dgm:t>
    </dgm:pt>
    <dgm:pt modelId="{187ABCF6-4487-4CF9-ABAD-EA2CB10B55A3}" type="parTrans" cxnId="{E73D098E-884F-4933-81D7-AE7517DA13CE}">
      <dgm:prSet/>
      <dgm:spPr/>
      <dgm:t>
        <a:bodyPr/>
        <a:lstStyle/>
        <a:p>
          <a:endParaRPr lang="en-US"/>
        </a:p>
      </dgm:t>
    </dgm:pt>
    <dgm:pt modelId="{BD7DA984-3C41-4E3F-B9A6-900A3ABEA3BE}" type="sibTrans" cxnId="{E73D098E-884F-4933-81D7-AE7517DA13CE}">
      <dgm:prSet/>
      <dgm:spPr/>
      <dgm:t>
        <a:bodyPr/>
        <a:lstStyle/>
        <a:p>
          <a:endParaRPr lang="en-US"/>
        </a:p>
      </dgm:t>
    </dgm:pt>
    <dgm:pt modelId="{A8976247-0917-4E04-951C-7C1B96649B0F}">
      <dgm:prSet phldrT="[Text]"/>
      <dgm:spPr/>
      <dgm:t>
        <a:bodyPr/>
        <a:lstStyle/>
        <a:p>
          <a:r>
            <a:rPr lang="en-US" dirty="0"/>
            <a:t>Level 3</a:t>
          </a:r>
        </a:p>
      </dgm:t>
    </dgm:pt>
    <dgm:pt modelId="{9063C615-9188-41C8-8320-1CA88A6C499C}" type="parTrans" cxnId="{DD3EEF7E-EA9F-4356-A4CE-0C7747A3ADF7}">
      <dgm:prSet/>
      <dgm:spPr/>
      <dgm:t>
        <a:bodyPr/>
        <a:lstStyle/>
        <a:p>
          <a:endParaRPr lang="en-US"/>
        </a:p>
      </dgm:t>
    </dgm:pt>
    <dgm:pt modelId="{718CF8D7-5B75-4D4F-96D7-AD629CAC8BFF}" type="sibTrans" cxnId="{DD3EEF7E-EA9F-4356-A4CE-0C7747A3ADF7}">
      <dgm:prSet/>
      <dgm:spPr/>
      <dgm:t>
        <a:bodyPr/>
        <a:lstStyle/>
        <a:p>
          <a:endParaRPr lang="en-US"/>
        </a:p>
      </dgm:t>
    </dgm:pt>
    <dgm:pt modelId="{2B2119DE-9C5F-42BD-90CA-B1F7EF735AF4}" type="pres">
      <dgm:prSet presAssocID="{B9C32B05-62EA-407A-B21C-2310C7945705}" presName="Name0" presStyleCnt="0">
        <dgm:presLayoutVars>
          <dgm:chPref val="1"/>
          <dgm:dir/>
          <dgm:animOne val="branch"/>
          <dgm:animLvl val="lvl"/>
          <dgm:resizeHandles/>
        </dgm:presLayoutVars>
      </dgm:prSet>
      <dgm:spPr/>
    </dgm:pt>
    <dgm:pt modelId="{7B9E2D6A-8969-4EEC-85C2-615B86E0B196}" type="pres">
      <dgm:prSet presAssocID="{42D71409-67F9-455C-8C6D-716D284AAA6B}" presName="vertOne" presStyleCnt="0"/>
      <dgm:spPr/>
    </dgm:pt>
    <dgm:pt modelId="{034D588B-2C5E-413E-8FB3-A45A598FE77E}" type="pres">
      <dgm:prSet presAssocID="{42D71409-67F9-455C-8C6D-716D284AAA6B}" presName="txOne" presStyleLbl="node0" presStyleIdx="0" presStyleCnt="4">
        <dgm:presLayoutVars>
          <dgm:chPref val="3"/>
        </dgm:presLayoutVars>
      </dgm:prSet>
      <dgm:spPr/>
    </dgm:pt>
    <dgm:pt modelId="{155C8750-CD3F-4EED-8869-852B83F3E2B4}" type="pres">
      <dgm:prSet presAssocID="{42D71409-67F9-455C-8C6D-716D284AAA6B}" presName="parTransOne" presStyleCnt="0"/>
      <dgm:spPr/>
    </dgm:pt>
    <dgm:pt modelId="{782F8E29-E0AF-4190-B2CF-FA75DA3E0DD3}" type="pres">
      <dgm:prSet presAssocID="{42D71409-67F9-455C-8C6D-716D284AAA6B}" presName="horzOne" presStyleCnt="0"/>
      <dgm:spPr/>
    </dgm:pt>
    <dgm:pt modelId="{1DEC18CE-0974-4E7A-AE22-5B53857D08A5}" type="pres">
      <dgm:prSet presAssocID="{09BA98DE-DEC2-4D0D-8490-D3297BBF0088}" presName="vertTwo" presStyleCnt="0"/>
      <dgm:spPr/>
    </dgm:pt>
    <dgm:pt modelId="{79946D67-CF20-4533-873C-9747C402A031}" type="pres">
      <dgm:prSet presAssocID="{09BA98DE-DEC2-4D0D-8490-D3297BBF0088}" presName="txTwo" presStyleLbl="node2" presStyleIdx="0" presStyleCnt="8">
        <dgm:presLayoutVars>
          <dgm:chPref val="3"/>
        </dgm:presLayoutVars>
      </dgm:prSet>
      <dgm:spPr/>
    </dgm:pt>
    <dgm:pt modelId="{11A9DFF6-0FBF-42E2-AC9E-E9078967B9F6}" type="pres">
      <dgm:prSet presAssocID="{09BA98DE-DEC2-4D0D-8490-D3297BBF0088}" presName="parTransTwo" presStyleCnt="0"/>
      <dgm:spPr/>
    </dgm:pt>
    <dgm:pt modelId="{B536D2A5-09A8-40A9-B9B2-95A40A490E97}" type="pres">
      <dgm:prSet presAssocID="{09BA98DE-DEC2-4D0D-8490-D3297BBF0088}" presName="horzTwo" presStyleCnt="0"/>
      <dgm:spPr/>
    </dgm:pt>
    <dgm:pt modelId="{CC689BD4-6667-4A02-BE0B-05FBA1E9DFEE}" type="pres">
      <dgm:prSet presAssocID="{A7376EC0-5FEA-48A4-B284-B453C867CA4F}" presName="vertThree" presStyleCnt="0"/>
      <dgm:spPr/>
    </dgm:pt>
    <dgm:pt modelId="{7951CDCD-4F97-4CCA-8C56-4992B72B07BB}" type="pres">
      <dgm:prSet presAssocID="{A7376EC0-5FEA-48A4-B284-B453C867CA4F}" presName="txThree" presStyleLbl="node3" presStyleIdx="0" presStyleCnt="12">
        <dgm:presLayoutVars>
          <dgm:chPref val="3"/>
        </dgm:presLayoutVars>
      </dgm:prSet>
      <dgm:spPr/>
    </dgm:pt>
    <dgm:pt modelId="{5AA5A2CD-9B6E-4706-AD2B-726846A26241}" type="pres">
      <dgm:prSet presAssocID="{A7376EC0-5FEA-48A4-B284-B453C867CA4F}" presName="horzThree" presStyleCnt="0"/>
      <dgm:spPr/>
    </dgm:pt>
    <dgm:pt modelId="{893CAE23-0B24-4199-9342-D12BB7A51086}" type="pres">
      <dgm:prSet presAssocID="{D9604DA3-0B95-413D-AA9C-D75798C0FF52}" presName="sibSpaceTwo" presStyleCnt="0"/>
      <dgm:spPr/>
    </dgm:pt>
    <dgm:pt modelId="{6338B662-DBD3-4FFD-AD7B-C18248DE91C2}" type="pres">
      <dgm:prSet presAssocID="{3AF880A5-0F00-4315-A5DF-1FE656798601}" presName="vertTwo" presStyleCnt="0"/>
      <dgm:spPr/>
    </dgm:pt>
    <dgm:pt modelId="{14BB9104-6BC9-45DA-A36E-A462663834C5}" type="pres">
      <dgm:prSet presAssocID="{3AF880A5-0F00-4315-A5DF-1FE656798601}" presName="txTwo" presStyleLbl="node2" presStyleIdx="1" presStyleCnt="8">
        <dgm:presLayoutVars>
          <dgm:chPref val="3"/>
        </dgm:presLayoutVars>
      </dgm:prSet>
      <dgm:spPr/>
    </dgm:pt>
    <dgm:pt modelId="{29894619-9AAB-4A54-B509-CC43B32126B9}" type="pres">
      <dgm:prSet presAssocID="{3AF880A5-0F00-4315-A5DF-1FE656798601}" presName="parTransTwo" presStyleCnt="0"/>
      <dgm:spPr/>
    </dgm:pt>
    <dgm:pt modelId="{951E75D3-D902-44A5-9220-81BBF920ACB5}" type="pres">
      <dgm:prSet presAssocID="{3AF880A5-0F00-4315-A5DF-1FE656798601}" presName="horzTwo" presStyleCnt="0"/>
      <dgm:spPr/>
    </dgm:pt>
    <dgm:pt modelId="{D0C8E8A1-2C93-4E5C-B1F1-2D4995F59D37}" type="pres">
      <dgm:prSet presAssocID="{13C61790-DB00-46B9-90B5-91FC1474F80B}" presName="vertThree" presStyleCnt="0"/>
      <dgm:spPr/>
    </dgm:pt>
    <dgm:pt modelId="{DEDD9957-528F-40DA-AA68-0B1E9F35D19E}" type="pres">
      <dgm:prSet presAssocID="{13C61790-DB00-46B9-90B5-91FC1474F80B}" presName="txThree" presStyleLbl="node3" presStyleIdx="1" presStyleCnt="12">
        <dgm:presLayoutVars>
          <dgm:chPref val="3"/>
        </dgm:presLayoutVars>
      </dgm:prSet>
      <dgm:spPr/>
    </dgm:pt>
    <dgm:pt modelId="{E5A3C2A6-6007-4F95-B845-7D155EFC58AD}" type="pres">
      <dgm:prSet presAssocID="{13C61790-DB00-46B9-90B5-91FC1474F80B}" presName="horzThree" presStyleCnt="0"/>
      <dgm:spPr/>
    </dgm:pt>
    <dgm:pt modelId="{03E4A7C0-8CA1-44EB-9749-08F681734839}" type="pres">
      <dgm:prSet presAssocID="{E5426E5C-2711-4501-B279-687528040359}" presName="sibSpaceThree" presStyleCnt="0"/>
      <dgm:spPr/>
    </dgm:pt>
    <dgm:pt modelId="{10A8ADC6-A7F8-4AC7-BA3B-AC68AEB0A3A7}" type="pres">
      <dgm:prSet presAssocID="{40CE9531-8A27-4191-9B62-E0F07EBF9C76}" presName="vertThree" presStyleCnt="0"/>
      <dgm:spPr/>
    </dgm:pt>
    <dgm:pt modelId="{26D4297F-C797-43C2-93B2-6794F1232AC4}" type="pres">
      <dgm:prSet presAssocID="{40CE9531-8A27-4191-9B62-E0F07EBF9C76}" presName="txThree" presStyleLbl="node3" presStyleIdx="2" presStyleCnt="12">
        <dgm:presLayoutVars>
          <dgm:chPref val="3"/>
        </dgm:presLayoutVars>
      </dgm:prSet>
      <dgm:spPr/>
    </dgm:pt>
    <dgm:pt modelId="{572CC3A2-9FD5-4332-80B3-BB39BD33DD2E}" type="pres">
      <dgm:prSet presAssocID="{40CE9531-8A27-4191-9B62-E0F07EBF9C76}" presName="horzThree" presStyleCnt="0"/>
      <dgm:spPr/>
    </dgm:pt>
    <dgm:pt modelId="{38DD3712-FE5D-4944-89FA-AD709564BD3A}" type="pres">
      <dgm:prSet presAssocID="{478B7D3C-9FB4-4BC6-90AC-49960560DECD}" presName="sibSpaceOne" presStyleCnt="0"/>
      <dgm:spPr/>
    </dgm:pt>
    <dgm:pt modelId="{B32D89F9-280F-4CF5-B31E-DAD68D6F9A43}" type="pres">
      <dgm:prSet presAssocID="{F66099B6-DBBD-4AB0-82D2-877B80F846F7}" presName="vertOne" presStyleCnt="0"/>
      <dgm:spPr/>
    </dgm:pt>
    <dgm:pt modelId="{A0D697BD-B917-473B-AE49-0084390F32FB}" type="pres">
      <dgm:prSet presAssocID="{F66099B6-DBBD-4AB0-82D2-877B80F846F7}" presName="txOne" presStyleLbl="node0" presStyleIdx="1" presStyleCnt="4">
        <dgm:presLayoutVars>
          <dgm:chPref val="3"/>
        </dgm:presLayoutVars>
      </dgm:prSet>
      <dgm:spPr/>
    </dgm:pt>
    <dgm:pt modelId="{24D5ECF0-1260-48A8-9C6D-040BFA67BF0F}" type="pres">
      <dgm:prSet presAssocID="{F66099B6-DBBD-4AB0-82D2-877B80F846F7}" presName="parTransOne" presStyleCnt="0"/>
      <dgm:spPr/>
    </dgm:pt>
    <dgm:pt modelId="{6AE6BD4E-6463-4D59-AD62-B424B3B86492}" type="pres">
      <dgm:prSet presAssocID="{F66099B6-DBBD-4AB0-82D2-877B80F846F7}" presName="horzOne" presStyleCnt="0"/>
      <dgm:spPr/>
    </dgm:pt>
    <dgm:pt modelId="{2DE3C6F6-6CD4-41A8-A590-99DEEF9454D2}" type="pres">
      <dgm:prSet presAssocID="{6CF284C3-4A70-4432-8F33-E75A802B3330}" presName="vertTwo" presStyleCnt="0"/>
      <dgm:spPr/>
    </dgm:pt>
    <dgm:pt modelId="{AD25AFED-6E14-41EA-A46C-3FC831C2ECEF}" type="pres">
      <dgm:prSet presAssocID="{6CF284C3-4A70-4432-8F33-E75A802B3330}" presName="txTwo" presStyleLbl="node2" presStyleIdx="2" presStyleCnt="8">
        <dgm:presLayoutVars>
          <dgm:chPref val="3"/>
        </dgm:presLayoutVars>
      </dgm:prSet>
      <dgm:spPr/>
    </dgm:pt>
    <dgm:pt modelId="{DE494829-7649-44AA-903A-6F8F04C1DAFB}" type="pres">
      <dgm:prSet presAssocID="{6CF284C3-4A70-4432-8F33-E75A802B3330}" presName="parTransTwo" presStyleCnt="0"/>
      <dgm:spPr/>
    </dgm:pt>
    <dgm:pt modelId="{0146183B-74DC-485D-9A24-CAF9E66783C2}" type="pres">
      <dgm:prSet presAssocID="{6CF284C3-4A70-4432-8F33-E75A802B3330}" presName="horzTwo" presStyleCnt="0"/>
      <dgm:spPr/>
    </dgm:pt>
    <dgm:pt modelId="{5F77EC68-3279-4D60-9CF7-8EF7C2955578}" type="pres">
      <dgm:prSet presAssocID="{79B9A1FA-6FE7-4157-9274-E51456251A7C}" presName="vertThree" presStyleCnt="0"/>
      <dgm:spPr/>
    </dgm:pt>
    <dgm:pt modelId="{69592EE1-A442-476D-B30C-E82173323C49}" type="pres">
      <dgm:prSet presAssocID="{79B9A1FA-6FE7-4157-9274-E51456251A7C}" presName="txThree" presStyleLbl="node3" presStyleIdx="3" presStyleCnt="12">
        <dgm:presLayoutVars>
          <dgm:chPref val="3"/>
        </dgm:presLayoutVars>
      </dgm:prSet>
      <dgm:spPr/>
    </dgm:pt>
    <dgm:pt modelId="{71B31EE1-04B8-4CFB-9C84-4A2247296850}" type="pres">
      <dgm:prSet presAssocID="{79B9A1FA-6FE7-4157-9274-E51456251A7C}" presName="horzThree" presStyleCnt="0"/>
      <dgm:spPr/>
    </dgm:pt>
    <dgm:pt modelId="{A4FF8ECB-4EFB-4F96-A7F7-B3C6814104A0}" type="pres">
      <dgm:prSet presAssocID="{CD50B82D-84BB-4747-B282-ABB339EBA294}" presName="sibSpaceTwo" presStyleCnt="0"/>
      <dgm:spPr/>
    </dgm:pt>
    <dgm:pt modelId="{97195DED-237D-4A6E-95F4-2247CD971A9F}" type="pres">
      <dgm:prSet presAssocID="{E77C4AE7-38C1-41C5-B181-E0E02E9A3F43}" presName="vertTwo" presStyleCnt="0"/>
      <dgm:spPr/>
    </dgm:pt>
    <dgm:pt modelId="{9559A326-1C0C-4D30-A23F-E70828E60E7E}" type="pres">
      <dgm:prSet presAssocID="{E77C4AE7-38C1-41C5-B181-E0E02E9A3F43}" presName="txTwo" presStyleLbl="node2" presStyleIdx="3" presStyleCnt="8">
        <dgm:presLayoutVars>
          <dgm:chPref val="3"/>
        </dgm:presLayoutVars>
      </dgm:prSet>
      <dgm:spPr/>
    </dgm:pt>
    <dgm:pt modelId="{0A8F1383-5551-4F68-B58F-37B3E263B76D}" type="pres">
      <dgm:prSet presAssocID="{E77C4AE7-38C1-41C5-B181-E0E02E9A3F43}" presName="parTransTwo" presStyleCnt="0"/>
      <dgm:spPr/>
    </dgm:pt>
    <dgm:pt modelId="{7B649D76-E49E-42AD-82E9-D59EE2B4FDA3}" type="pres">
      <dgm:prSet presAssocID="{E77C4AE7-38C1-41C5-B181-E0E02E9A3F43}" presName="horzTwo" presStyleCnt="0"/>
      <dgm:spPr/>
    </dgm:pt>
    <dgm:pt modelId="{AAFE08F8-B625-4A34-9CAE-292396A68782}" type="pres">
      <dgm:prSet presAssocID="{06403E61-D3C0-4DA7-AEC7-C5EABE52453B}" presName="vertThree" presStyleCnt="0"/>
      <dgm:spPr/>
    </dgm:pt>
    <dgm:pt modelId="{5909B2A5-DCD5-424F-B64F-41594C8322EA}" type="pres">
      <dgm:prSet presAssocID="{06403E61-D3C0-4DA7-AEC7-C5EABE52453B}" presName="txThree" presStyleLbl="node3" presStyleIdx="4" presStyleCnt="12">
        <dgm:presLayoutVars>
          <dgm:chPref val="3"/>
        </dgm:presLayoutVars>
      </dgm:prSet>
      <dgm:spPr/>
    </dgm:pt>
    <dgm:pt modelId="{1B3E0D52-AA21-4A29-BABF-B76F5839B879}" type="pres">
      <dgm:prSet presAssocID="{06403E61-D3C0-4DA7-AEC7-C5EABE52453B}" presName="horzThree" presStyleCnt="0"/>
      <dgm:spPr/>
    </dgm:pt>
    <dgm:pt modelId="{0E148F8E-7080-4B36-ABFF-D0CDFEB1210D}" type="pres">
      <dgm:prSet presAssocID="{C56F758C-0EA5-4D23-B7D0-967EB4B71EC7}" presName="sibSpaceThree" presStyleCnt="0"/>
      <dgm:spPr/>
    </dgm:pt>
    <dgm:pt modelId="{1D5FC50F-ACED-4B95-A4D9-3BF59D4F5235}" type="pres">
      <dgm:prSet presAssocID="{1A91881A-9926-4648-805F-6236A0B1A2DD}" presName="vertThree" presStyleCnt="0"/>
      <dgm:spPr/>
    </dgm:pt>
    <dgm:pt modelId="{AE186980-2B5E-4C29-9369-0E30468CC1DD}" type="pres">
      <dgm:prSet presAssocID="{1A91881A-9926-4648-805F-6236A0B1A2DD}" presName="txThree" presStyleLbl="node3" presStyleIdx="5" presStyleCnt="12">
        <dgm:presLayoutVars>
          <dgm:chPref val="3"/>
        </dgm:presLayoutVars>
      </dgm:prSet>
      <dgm:spPr/>
    </dgm:pt>
    <dgm:pt modelId="{A40817A3-D120-49AB-8FAD-0A5805F56E99}" type="pres">
      <dgm:prSet presAssocID="{1A91881A-9926-4648-805F-6236A0B1A2DD}" presName="horzThree" presStyleCnt="0"/>
      <dgm:spPr/>
    </dgm:pt>
    <dgm:pt modelId="{EFB5DECA-D5F3-4FAA-83C9-E9E7A07B2FB3}" type="pres">
      <dgm:prSet presAssocID="{BC531B32-9B0E-482E-BF91-65C61F17168D}" presName="sibSpaceOne" presStyleCnt="0"/>
      <dgm:spPr/>
    </dgm:pt>
    <dgm:pt modelId="{0D0F4244-1183-406F-AA49-B199FDF34EA4}" type="pres">
      <dgm:prSet presAssocID="{EE62A4F6-4AC4-435B-990E-81A71CE8CAC7}" presName="vertOne" presStyleCnt="0"/>
      <dgm:spPr/>
    </dgm:pt>
    <dgm:pt modelId="{D79C717C-7624-4FB9-BA90-B86A49445D04}" type="pres">
      <dgm:prSet presAssocID="{EE62A4F6-4AC4-435B-990E-81A71CE8CAC7}" presName="txOne" presStyleLbl="node0" presStyleIdx="2" presStyleCnt="4">
        <dgm:presLayoutVars>
          <dgm:chPref val="3"/>
        </dgm:presLayoutVars>
      </dgm:prSet>
      <dgm:spPr/>
    </dgm:pt>
    <dgm:pt modelId="{3E69D76D-00D3-407C-8F62-53D860C1E984}" type="pres">
      <dgm:prSet presAssocID="{EE62A4F6-4AC4-435B-990E-81A71CE8CAC7}" presName="parTransOne" presStyleCnt="0"/>
      <dgm:spPr/>
    </dgm:pt>
    <dgm:pt modelId="{215A3082-BF50-45DE-BFEB-4CE5A6486570}" type="pres">
      <dgm:prSet presAssocID="{EE62A4F6-4AC4-435B-990E-81A71CE8CAC7}" presName="horzOne" presStyleCnt="0"/>
      <dgm:spPr/>
    </dgm:pt>
    <dgm:pt modelId="{A027BF27-52FB-415A-8F4A-36E01FE3A892}" type="pres">
      <dgm:prSet presAssocID="{DDCF078C-D429-4F3D-A86A-601C37333F0E}" presName="vertTwo" presStyleCnt="0"/>
      <dgm:spPr/>
    </dgm:pt>
    <dgm:pt modelId="{9B57DBA0-A329-4796-9B50-E47041655118}" type="pres">
      <dgm:prSet presAssocID="{DDCF078C-D429-4F3D-A86A-601C37333F0E}" presName="txTwo" presStyleLbl="node2" presStyleIdx="4" presStyleCnt="8">
        <dgm:presLayoutVars>
          <dgm:chPref val="3"/>
        </dgm:presLayoutVars>
      </dgm:prSet>
      <dgm:spPr/>
    </dgm:pt>
    <dgm:pt modelId="{EF2A6D34-13B0-4B94-A59F-51F3E28666DC}" type="pres">
      <dgm:prSet presAssocID="{DDCF078C-D429-4F3D-A86A-601C37333F0E}" presName="parTransTwo" presStyleCnt="0"/>
      <dgm:spPr/>
    </dgm:pt>
    <dgm:pt modelId="{378C72EB-368B-4719-9B09-0C9DE8D6C7EB}" type="pres">
      <dgm:prSet presAssocID="{DDCF078C-D429-4F3D-A86A-601C37333F0E}" presName="horzTwo" presStyleCnt="0"/>
      <dgm:spPr/>
    </dgm:pt>
    <dgm:pt modelId="{027A5BF3-A77C-4944-8B59-6DF3E81F9E6A}" type="pres">
      <dgm:prSet presAssocID="{E846425D-BF0D-469C-BD36-B9172B9E433C}" presName="vertThree" presStyleCnt="0"/>
      <dgm:spPr/>
    </dgm:pt>
    <dgm:pt modelId="{34B0EEA0-A811-4DFF-9AB9-B3F2337CE5F7}" type="pres">
      <dgm:prSet presAssocID="{E846425D-BF0D-469C-BD36-B9172B9E433C}" presName="txThree" presStyleLbl="node3" presStyleIdx="6" presStyleCnt="12">
        <dgm:presLayoutVars>
          <dgm:chPref val="3"/>
        </dgm:presLayoutVars>
      </dgm:prSet>
      <dgm:spPr/>
    </dgm:pt>
    <dgm:pt modelId="{B27B81A5-7421-4EF4-9973-CB8D2CCABA67}" type="pres">
      <dgm:prSet presAssocID="{E846425D-BF0D-469C-BD36-B9172B9E433C}" presName="horzThree" presStyleCnt="0"/>
      <dgm:spPr/>
    </dgm:pt>
    <dgm:pt modelId="{F88E2EA5-1BB1-4B64-8342-746E54CAF634}" type="pres">
      <dgm:prSet presAssocID="{E265BFA4-891C-408C-98FC-08B80CC170BD}" presName="sibSpaceTwo" presStyleCnt="0"/>
      <dgm:spPr/>
    </dgm:pt>
    <dgm:pt modelId="{F3ACDAB7-56F2-433A-BA44-A438104EAEDE}" type="pres">
      <dgm:prSet presAssocID="{A6EBBFD9-8383-4807-BE60-A94B15D75CBD}" presName="vertTwo" presStyleCnt="0"/>
      <dgm:spPr/>
    </dgm:pt>
    <dgm:pt modelId="{C47A5A55-D4B8-4F18-89AE-AF23D4A86092}" type="pres">
      <dgm:prSet presAssocID="{A6EBBFD9-8383-4807-BE60-A94B15D75CBD}" presName="txTwo" presStyleLbl="node2" presStyleIdx="5" presStyleCnt="8">
        <dgm:presLayoutVars>
          <dgm:chPref val="3"/>
        </dgm:presLayoutVars>
      </dgm:prSet>
      <dgm:spPr/>
    </dgm:pt>
    <dgm:pt modelId="{4DE75654-D181-40BC-9416-F2C8010E59A2}" type="pres">
      <dgm:prSet presAssocID="{A6EBBFD9-8383-4807-BE60-A94B15D75CBD}" presName="parTransTwo" presStyleCnt="0"/>
      <dgm:spPr/>
    </dgm:pt>
    <dgm:pt modelId="{E05BFC42-73D8-4A38-8C28-D61DE7954E36}" type="pres">
      <dgm:prSet presAssocID="{A6EBBFD9-8383-4807-BE60-A94B15D75CBD}" presName="horzTwo" presStyleCnt="0"/>
      <dgm:spPr/>
    </dgm:pt>
    <dgm:pt modelId="{DA0441CE-9E46-4C83-B3C9-DDB90378560D}" type="pres">
      <dgm:prSet presAssocID="{26531EBD-E736-454B-BB90-17565227D23D}" presName="vertThree" presStyleCnt="0"/>
      <dgm:spPr/>
    </dgm:pt>
    <dgm:pt modelId="{505ADC9E-CDEE-44F6-9A82-0ACDE09F7C88}" type="pres">
      <dgm:prSet presAssocID="{26531EBD-E736-454B-BB90-17565227D23D}" presName="txThree" presStyleLbl="node3" presStyleIdx="7" presStyleCnt="12">
        <dgm:presLayoutVars>
          <dgm:chPref val="3"/>
        </dgm:presLayoutVars>
      </dgm:prSet>
      <dgm:spPr/>
    </dgm:pt>
    <dgm:pt modelId="{CA92E47D-61FF-4ED6-9868-1A56E0C01A82}" type="pres">
      <dgm:prSet presAssocID="{26531EBD-E736-454B-BB90-17565227D23D}" presName="horzThree" presStyleCnt="0"/>
      <dgm:spPr/>
    </dgm:pt>
    <dgm:pt modelId="{B2333B57-426D-4470-BD09-C0BCDA0523A8}" type="pres">
      <dgm:prSet presAssocID="{387C945B-6DCF-4220-AEAB-C58101AC7612}" presName="sibSpaceThree" presStyleCnt="0"/>
      <dgm:spPr/>
    </dgm:pt>
    <dgm:pt modelId="{70EF6F30-C59E-4A72-98E7-C4E6BF69292E}" type="pres">
      <dgm:prSet presAssocID="{D303BC83-CE51-4735-8D31-1CC6F17F05EE}" presName="vertThree" presStyleCnt="0"/>
      <dgm:spPr/>
    </dgm:pt>
    <dgm:pt modelId="{34547E33-9FE4-4D56-AFB7-3B4283D64F2C}" type="pres">
      <dgm:prSet presAssocID="{D303BC83-CE51-4735-8D31-1CC6F17F05EE}" presName="txThree" presStyleLbl="node3" presStyleIdx="8" presStyleCnt="12">
        <dgm:presLayoutVars>
          <dgm:chPref val="3"/>
        </dgm:presLayoutVars>
      </dgm:prSet>
      <dgm:spPr/>
    </dgm:pt>
    <dgm:pt modelId="{6B25D545-7BC5-42F2-B025-0C0028B8FDDE}" type="pres">
      <dgm:prSet presAssocID="{D303BC83-CE51-4735-8D31-1CC6F17F05EE}" presName="horzThree" presStyleCnt="0"/>
      <dgm:spPr/>
    </dgm:pt>
    <dgm:pt modelId="{4D6CA086-CD66-48A3-8298-A5EA9BDBBA80}" type="pres">
      <dgm:prSet presAssocID="{389F9A93-0231-4877-8C41-5D5B8DD7AAC0}" presName="sibSpaceOne" presStyleCnt="0"/>
      <dgm:spPr/>
    </dgm:pt>
    <dgm:pt modelId="{0F26C90C-6AAE-4DAB-90F3-1B130FE77215}" type="pres">
      <dgm:prSet presAssocID="{B6D9DE15-697B-42C2-B6A1-CE31260EED93}" presName="vertOne" presStyleCnt="0"/>
      <dgm:spPr/>
    </dgm:pt>
    <dgm:pt modelId="{E0912157-E349-4D97-846C-84968C4EF781}" type="pres">
      <dgm:prSet presAssocID="{B6D9DE15-697B-42C2-B6A1-CE31260EED93}" presName="txOne" presStyleLbl="node0" presStyleIdx="3" presStyleCnt="4">
        <dgm:presLayoutVars>
          <dgm:chPref val="3"/>
        </dgm:presLayoutVars>
      </dgm:prSet>
      <dgm:spPr/>
    </dgm:pt>
    <dgm:pt modelId="{C2453041-7294-417C-9426-1BB6E338185B}" type="pres">
      <dgm:prSet presAssocID="{B6D9DE15-697B-42C2-B6A1-CE31260EED93}" presName="parTransOne" presStyleCnt="0"/>
      <dgm:spPr/>
    </dgm:pt>
    <dgm:pt modelId="{10B55112-7EB0-492E-BCE0-C6E3291AFC7C}" type="pres">
      <dgm:prSet presAssocID="{B6D9DE15-697B-42C2-B6A1-CE31260EED93}" presName="horzOne" presStyleCnt="0"/>
      <dgm:spPr/>
    </dgm:pt>
    <dgm:pt modelId="{1A509F05-FCBF-49C5-9CD4-FE558CC73D03}" type="pres">
      <dgm:prSet presAssocID="{0175455E-C54B-45D4-9F64-0589EB6B3316}" presName="vertTwo" presStyleCnt="0"/>
      <dgm:spPr/>
    </dgm:pt>
    <dgm:pt modelId="{FFF55AB9-DBCC-4208-8F72-AB0C8E37BC8F}" type="pres">
      <dgm:prSet presAssocID="{0175455E-C54B-45D4-9F64-0589EB6B3316}" presName="txTwo" presStyleLbl="node2" presStyleIdx="6" presStyleCnt="8">
        <dgm:presLayoutVars>
          <dgm:chPref val="3"/>
        </dgm:presLayoutVars>
      </dgm:prSet>
      <dgm:spPr/>
    </dgm:pt>
    <dgm:pt modelId="{57005C9C-14EB-49AD-BD30-4260C049FFF0}" type="pres">
      <dgm:prSet presAssocID="{0175455E-C54B-45D4-9F64-0589EB6B3316}" presName="parTransTwo" presStyleCnt="0"/>
      <dgm:spPr/>
    </dgm:pt>
    <dgm:pt modelId="{67D06314-18B9-404F-A4C7-AF1F1AA146E9}" type="pres">
      <dgm:prSet presAssocID="{0175455E-C54B-45D4-9F64-0589EB6B3316}" presName="horzTwo" presStyleCnt="0"/>
      <dgm:spPr/>
    </dgm:pt>
    <dgm:pt modelId="{B6604F86-EED6-48B2-8390-F8C684BA7F69}" type="pres">
      <dgm:prSet presAssocID="{102AAE16-2BB7-4251-B62F-A6059FBB759B}" presName="vertThree" presStyleCnt="0"/>
      <dgm:spPr/>
    </dgm:pt>
    <dgm:pt modelId="{B1A5F30F-3451-40ED-9796-8669CB4B507E}" type="pres">
      <dgm:prSet presAssocID="{102AAE16-2BB7-4251-B62F-A6059FBB759B}" presName="txThree" presStyleLbl="node3" presStyleIdx="9" presStyleCnt="12">
        <dgm:presLayoutVars>
          <dgm:chPref val="3"/>
        </dgm:presLayoutVars>
      </dgm:prSet>
      <dgm:spPr/>
    </dgm:pt>
    <dgm:pt modelId="{39811253-83DA-49DB-B27C-0207A60D10CA}" type="pres">
      <dgm:prSet presAssocID="{102AAE16-2BB7-4251-B62F-A6059FBB759B}" presName="horzThree" presStyleCnt="0"/>
      <dgm:spPr/>
    </dgm:pt>
    <dgm:pt modelId="{FC7EE7BE-7FB5-41B3-8FC4-4F915CF418CA}" type="pres">
      <dgm:prSet presAssocID="{814ADA3B-AA89-4AB7-868E-C824585A3ABB}" presName="sibSpaceTwo" presStyleCnt="0"/>
      <dgm:spPr/>
    </dgm:pt>
    <dgm:pt modelId="{423E39F0-DE5F-468D-AABC-FD46046BB83D}" type="pres">
      <dgm:prSet presAssocID="{F26890DD-91BA-4753-8AA3-17E592723467}" presName="vertTwo" presStyleCnt="0"/>
      <dgm:spPr/>
    </dgm:pt>
    <dgm:pt modelId="{AA018420-D21A-43FE-B554-930091764B37}" type="pres">
      <dgm:prSet presAssocID="{F26890DD-91BA-4753-8AA3-17E592723467}" presName="txTwo" presStyleLbl="node2" presStyleIdx="7" presStyleCnt="8">
        <dgm:presLayoutVars>
          <dgm:chPref val="3"/>
        </dgm:presLayoutVars>
      </dgm:prSet>
      <dgm:spPr/>
    </dgm:pt>
    <dgm:pt modelId="{7E38C504-5BE3-4875-8A0E-7EB6627806E6}" type="pres">
      <dgm:prSet presAssocID="{F26890DD-91BA-4753-8AA3-17E592723467}" presName="parTransTwo" presStyleCnt="0"/>
      <dgm:spPr/>
    </dgm:pt>
    <dgm:pt modelId="{E025B131-93AA-4434-854E-87787A16AE66}" type="pres">
      <dgm:prSet presAssocID="{F26890DD-91BA-4753-8AA3-17E592723467}" presName="horzTwo" presStyleCnt="0"/>
      <dgm:spPr/>
    </dgm:pt>
    <dgm:pt modelId="{8F34A982-D5E0-4488-8558-7CDC19835341}" type="pres">
      <dgm:prSet presAssocID="{5566D8A1-B750-4BFE-9A30-EFC50BFB4CE5}" presName="vertThree" presStyleCnt="0"/>
      <dgm:spPr/>
    </dgm:pt>
    <dgm:pt modelId="{F5A24052-E99B-4F2D-B18C-10DD8F0D26EB}" type="pres">
      <dgm:prSet presAssocID="{5566D8A1-B750-4BFE-9A30-EFC50BFB4CE5}" presName="txThree" presStyleLbl="node3" presStyleIdx="10" presStyleCnt="12">
        <dgm:presLayoutVars>
          <dgm:chPref val="3"/>
        </dgm:presLayoutVars>
      </dgm:prSet>
      <dgm:spPr/>
    </dgm:pt>
    <dgm:pt modelId="{2901B977-BBA1-4C37-BEE9-220A31BA3386}" type="pres">
      <dgm:prSet presAssocID="{5566D8A1-B750-4BFE-9A30-EFC50BFB4CE5}" presName="horzThree" presStyleCnt="0"/>
      <dgm:spPr/>
    </dgm:pt>
    <dgm:pt modelId="{1CCD69C2-7AC5-4B7F-85F2-AAEDB9E57134}" type="pres">
      <dgm:prSet presAssocID="{BD7DA984-3C41-4E3F-B9A6-900A3ABEA3BE}" presName="sibSpaceThree" presStyleCnt="0"/>
      <dgm:spPr/>
    </dgm:pt>
    <dgm:pt modelId="{2DA82CC3-D8F6-4678-81D5-EDDDECE513E2}" type="pres">
      <dgm:prSet presAssocID="{A8976247-0917-4E04-951C-7C1B96649B0F}" presName="vertThree" presStyleCnt="0"/>
      <dgm:spPr/>
    </dgm:pt>
    <dgm:pt modelId="{F5194AA5-2BD0-4580-B6E7-20D3F081859D}" type="pres">
      <dgm:prSet presAssocID="{A8976247-0917-4E04-951C-7C1B96649B0F}" presName="txThree" presStyleLbl="node3" presStyleIdx="11" presStyleCnt="12">
        <dgm:presLayoutVars>
          <dgm:chPref val="3"/>
        </dgm:presLayoutVars>
      </dgm:prSet>
      <dgm:spPr/>
    </dgm:pt>
    <dgm:pt modelId="{0F831FFB-0FE2-4AA3-A322-FE6F2214A361}" type="pres">
      <dgm:prSet presAssocID="{A8976247-0917-4E04-951C-7C1B96649B0F}" presName="horzThree" presStyleCnt="0"/>
      <dgm:spPr/>
    </dgm:pt>
  </dgm:ptLst>
  <dgm:cxnLst>
    <dgm:cxn modelId="{829B2306-A54B-44F6-9E13-F851DAB4C57A}" srcId="{E77C4AE7-38C1-41C5-B181-E0E02E9A3F43}" destId="{1A91881A-9926-4648-805F-6236A0B1A2DD}" srcOrd="1" destOrd="0" parTransId="{8D0D3971-6E48-477A-8A69-C076ECC0346C}" sibTransId="{A593DA0A-9F0F-4700-AA97-B1FA953394C7}"/>
    <dgm:cxn modelId="{AC431E10-8495-40FC-AE68-1DE0241390B0}" srcId="{09BA98DE-DEC2-4D0D-8490-D3297BBF0088}" destId="{A7376EC0-5FEA-48A4-B284-B453C867CA4F}" srcOrd="0" destOrd="0" parTransId="{D8387D70-E1F9-4B42-8EE4-B3BED889F64B}" sibTransId="{620F1AE9-67A6-43E4-8D4E-A7556D36F8F8}"/>
    <dgm:cxn modelId="{6B911F1F-0E01-416C-AAAC-92A48D9AF92F}" srcId="{B6D9DE15-697B-42C2-B6A1-CE31260EED93}" destId="{F26890DD-91BA-4753-8AA3-17E592723467}" srcOrd="1" destOrd="0" parTransId="{E061414F-9A78-41BC-A1E8-D58D95B0F58D}" sibTransId="{3A131097-9229-4AF8-9AE5-F2AF2DDCA9AF}"/>
    <dgm:cxn modelId="{2AA9C11F-1F1D-428E-801A-47EAA766C99D}" srcId="{B9C32B05-62EA-407A-B21C-2310C7945705}" destId="{42D71409-67F9-455C-8C6D-716D284AAA6B}" srcOrd="0" destOrd="0" parTransId="{51680ED1-AF6E-4B28-AE94-92B0EFB0DF7D}" sibTransId="{478B7D3C-9FB4-4BC6-90AC-49960560DECD}"/>
    <dgm:cxn modelId="{7E1E1C24-CB5C-42D3-89CB-525F3485A700}" type="presOf" srcId="{F66099B6-DBBD-4AB0-82D2-877B80F846F7}" destId="{A0D697BD-B917-473B-AE49-0084390F32FB}" srcOrd="0" destOrd="0" presId="urn:microsoft.com/office/officeart/2005/8/layout/architecture"/>
    <dgm:cxn modelId="{79AA772B-74BF-4E44-B6D9-99F744784044}" type="presOf" srcId="{5566D8A1-B750-4BFE-9A30-EFC50BFB4CE5}" destId="{F5A24052-E99B-4F2D-B18C-10DD8F0D26EB}" srcOrd="0" destOrd="0" presId="urn:microsoft.com/office/officeart/2005/8/layout/architecture"/>
    <dgm:cxn modelId="{D876DE2C-1EEC-47B9-90E5-E116DCE1B329}" type="presOf" srcId="{6CF284C3-4A70-4432-8F33-E75A802B3330}" destId="{AD25AFED-6E14-41EA-A46C-3FC831C2ECEF}" srcOrd="0" destOrd="0" presId="urn:microsoft.com/office/officeart/2005/8/layout/architecture"/>
    <dgm:cxn modelId="{8814672D-AB57-43E3-8A92-85DD2556CB87}" srcId="{DDCF078C-D429-4F3D-A86A-601C37333F0E}" destId="{E846425D-BF0D-469C-BD36-B9172B9E433C}" srcOrd="0" destOrd="0" parTransId="{D7EF7EC1-4B87-4611-BA6F-EEEE140A5EB9}" sibTransId="{B68CF357-3D1B-4E8C-A456-C83F63322711}"/>
    <dgm:cxn modelId="{B4F3EA32-CE64-4A92-9BAE-BC57E5392B05}" srcId="{B9C32B05-62EA-407A-B21C-2310C7945705}" destId="{F66099B6-DBBD-4AB0-82D2-877B80F846F7}" srcOrd="1" destOrd="0" parTransId="{B09C8BFB-F41C-4AC4-AB94-F216E3081C2D}" sibTransId="{BC531B32-9B0E-482E-BF91-65C61F17168D}"/>
    <dgm:cxn modelId="{431A6742-C489-4774-99E8-F1D6E8D06731}" type="presOf" srcId="{B6D9DE15-697B-42C2-B6A1-CE31260EED93}" destId="{E0912157-E349-4D97-846C-84968C4EF781}" srcOrd="0" destOrd="0" presId="urn:microsoft.com/office/officeart/2005/8/layout/architecture"/>
    <dgm:cxn modelId="{D1E53968-E316-4D62-BA55-581875953E05}" srcId="{E77C4AE7-38C1-41C5-B181-E0E02E9A3F43}" destId="{06403E61-D3C0-4DA7-AEC7-C5EABE52453B}" srcOrd="0" destOrd="0" parTransId="{A1CE6518-96D5-4396-AE23-CACB966ADDD4}" sibTransId="{C56F758C-0EA5-4D23-B7D0-967EB4B71EC7}"/>
    <dgm:cxn modelId="{6A0A314A-62D0-413C-AB32-6AD059E0EFA4}" type="presOf" srcId="{B9C32B05-62EA-407A-B21C-2310C7945705}" destId="{2B2119DE-9C5F-42BD-90CA-B1F7EF735AF4}" srcOrd="0" destOrd="0" presId="urn:microsoft.com/office/officeart/2005/8/layout/architecture"/>
    <dgm:cxn modelId="{9656C651-64B5-4482-99FE-7F16C505B47C}" srcId="{0175455E-C54B-45D4-9F64-0589EB6B3316}" destId="{102AAE16-2BB7-4251-B62F-A6059FBB759B}" srcOrd="0" destOrd="0" parTransId="{E7898809-509E-413E-BB2D-F17231BF35EB}" sibTransId="{2920751E-0372-4242-918B-7618E28150E0}"/>
    <dgm:cxn modelId="{CB0E9657-6D4D-41F2-BD26-6C57BE114FA5}" type="presOf" srcId="{A7376EC0-5FEA-48A4-B284-B453C867CA4F}" destId="{7951CDCD-4F97-4CCA-8C56-4992B72B07BB}" srcOrd="0" destOrd="0" presId="urn:microsoft.com/office/officeart/2005/8/layout/architecture"/>
    <dgm:cxn modelId="{DBD39279-D144-46DD-B49E-6E470C9AC3CB}" type="presOf" srcId="{E77C4AE7-38C1-41C5-B181-E0E02E9A3F43}" destId="{9559A326-1C0C-4D30-A23F-E70828E60E7E}" srcOrd="0" destOrd="0" presId="urn:microsoft.com/office/officeart/2005/8/layout/architecture"/>
    <dgm:cxn modelId="{5ECF505A-F680-4584-8E1F-849325401907}" type="presOf" srcId="{42D71409-67F9-455C-8C6D-716D284AAA6B}" destId="{034D588B-2C5E-413E-8FB3-A45A598FE77E}" srcOrd="0" destOrd="0" presId="urn:microsoft.com/office/officeart/2005/8/layout/architecture"/>
    <dgm:cxn modelId="{DD3EEF7E-EA9F-4356-A4CE-0C7747A3ADF7}" srcId="{F26890DD-91BA-4753-8AA3-17E592723467}" destId="{A8976247-0917-4E04-951C-7C1B96649B0F}" srcOrd="1" destOrd="0" parTransId="{9063C615-9188-41C8-8320-1CA88A6C499C}" sibTransId="{718CF8D7-5B75-4D4F-96D7-AD629CAC8BFF}"/>
    <dgm:cxn modelId="{CAC08082-89D6-4C71-9EA6-B5BADE0DF587}" srcId="{A6EBBFD9-8383-4807-BE60-A94B15D75CBD}" destId="{26531EBD-E736-454B-BB90-17565227D23D}" srcOrd="0" destOrd="0" parTransId="{7CFE1D07-654F-4105-B281-3341EC82E279}" sibTransId="{387C945B-6DCF-4220-AEAB-C58101AC7612}"/>
    <dgm:cxn modelId="{2DC24386-BC50-4BAB-8571-16CB10C2603C}" srcId="{F66099B6-DBBD-4AB0-82D2-877B80F846F7}" destId="{6CF284C3-4A70-4432-8F33-E75A802B3330}" srcOrd="0" destOrd="0" parTransId="{044831E6-2FC9-4DDA-81FB-5FA418568D07}" sibTransId="{CD50B82D-84BB-4747-B282-ABB339EBA294}"/>
    <dgm:cxn modelId="{D3FF5887-873C-47E3-A3A6-DF10FF16FA45}" type="presOf" srcId="{3AF880A5-0F00-4315-A5DF-1FE656798601}" destId="{14BB9104-6BC9-45DA-A36E-A462663834C5}" srcOrd="0" destOrd="0" presId="urn:microsoft.com/office/officeart/2005/8/layout/architecture"/>
    <dgm:cxn modelId="{1B22368A-C536-41C3-9419-5D0A26AE2BC4}" type="presOf" srcId="{A6EBBFD9-8383-4807-BE60-A94B15D75CBD}" destId="{C47A5A55-D4B8-4F18-89AE-AF23D4A86092}" srcOrd="0" destOrd="0" presId="urn:microsoft.com/office/officeart/2005/8/layout/architecture"/>
    <dgm:cxn modelId="{E73D098E-884F-4933-81D7-AE7517DA13CE}" srcId="{F26890DD-91BA-4753-8AA3-17E592723467}" destId="{5566D8A1-B750-4BFE-9A30-EFC50BFB4CE5}" srcOrd="0" destOrd="0" parTransId="{187ABCF6-4487-4CF9-ABAD-EA2CB10B55A3}" sibTransId="{BD7DA984-3C41-4E3F-B9A6-900A3ABEA3BE}"/>
    <dgm:cxn modelId="{83368A9A-A924-4CA3-8DC7-C3F91299650D}" type="presOf" srcId="{0175455E-C54B-45D4-9F64-0589EB6B3316}" destId="{FFF55AB9-DBCC-4208-8F72-AB0C8E37BC8F}" srcOrd="0" destOrd="0" presId="urn:microsoft.com/office/officeart/2005/8/layout/architecture"/>
    <dgm:cxn modelId="{DAC1DE9A-9967-4275-B214-F60712BA3333}" type="presOf" srcId="{1A91881A-9926-4648-805F-6236A0B1A2DD}" destId="{AE186980-2B5E-4C29-9369-0E30468CC1DD}" srcOrd="0" destOrd="0" presId="urn:microsoft.com/office/officeart/2005/8/layout/architecture"/>
    <dgm:cxn modelId="{165CF29A-0DB6-416A-8BE3-50646163C4C3}" type="presOf" srcId="{13C61790-DB00-46B9-90B5-91FC1474F80B}" destId="{DEDD9957-528F-40DA-AA68-0B1E9F35D19E}" srcOrd="0" destOrd="0" presId="urn:microsoft.com/office/officeart/2005/8/layout/architecture"/>
    <dgm:cxn modelId="{FBF2529E-A72F-447D-9ECB-CBBD6819D14D}" type="presOf" srcId="{E846425D-BF0D-469C-BD36-B9172B9E433C}" destId="{34B0EEA0-A811-4DFF-9AB9-B3F2337CE5F7}" srcOrd="0" destOrd="0" presId="urn:microsoft.com/office/officeart/2005/8/layout/architecture"/>
    <dgm:cxn modelId="{221AC59E-4694-4DE3-8EE5-A025AABBC40C}" type="presOf" srcId="{EE62A4F6-4AC4-435B-990E-81A71CE8CAC7}" destId="{D79C717C-7624-4FB9-BA90-B86A49445D04}" srcOrd="0" destOrd="0" presId="urn:microsoft.com/office/officeart/2005/8/layout/architecture"/>
    <dgm:cxn modelId="{76E92AA4-6543-4AC7-ABF1-96BBE3835CEE}" type="presOf" srcId="{DDCF078C-D429-4F3D-A86A-601C37333F0E}" destId="{9B57DBA0-A329-4796-9B50-E47041655118}" srcOrd="0" destOrd="0" presId="urn:microsoft.com/office/officeart/2005/8/layout/architecture"/>
    <dgm:cxn modelId="{3A2CECA6-0C5B-46BB-B7C6-7D37E9D210BD}" srcId="{B9C32B05-62EA-407A-B21C-2310C7945705}" destId="{EE62A4F6-4AC4-435B-990E-81A71CE8CAC7}" srcOrd="2" destOrd="0" parTransId="{F287B947-7343-4FA2-B288-B23A59FFAE31}" sibTransId="{389F9A93-0231-4877-8C41-5D5B8DD7AAC0}"/>
    <dgm:cxn modelId="{A5195BA7-C2FE-4FB4-BAB0-15DB3BCCD86A}" type="presOf" srcId="{09BA98DE-DEC2-4D0D-8490-D3297BBF0088}" destId="{79946D67-CF20-4533-873C-9747C402A031}" srcOrd="0" destOrd="0" presId="urn:microsoft.com/office/officeart/2005/8/layout/architecture"/>
    <dgm:cxn modelId="{02291EA8-4183-49DD-9702-653735EA0C57}" type="presOf" srcId="{D303BC83-CE51-4735-8D31-1CC6F17F05EE}" destId="{34547E33-9FE4-4D56-AFB7-3B4283D64F2C}" srcOrd="0" destOrd="0" presId="urn:microsoft.com/office/officeart/2005/8/layout/architecture"/>
    <dgm:cxn modelId="{90BB9BAB-1242-4E0A-B026-D4482F068C25}" type="presOf" srcId="{40CE9531-8A27-4191-9B62-E0F07EBF9C76}" destId="{26D4297F-C797-43C2-93B2-6794F1232AC4}" srcOrd="0" destOrd="0" presId="urn:microsoft.com/office/officeart/2005/8/layout/architecture"/>
    <dgm:cxn modelId="{40513FB0-F94C-499F-9A0B-9E0341D0A0C2}" srcId="{B9C32B05-62EA-407A-B21C-2310C7945705}" destId="{B6D9DE15-697B-42C2-B6A1-CE31260EED93}" srcOrd="3" destOrd="0" parTransId="{EAC9FC21-5112-4CCF-8070-06ED15ED24ED}" sibTransId="{B605B681-1ACB-4650-8600-F9223ABDDC16}"/>
    <dgm:cxn modelId="{655104B7-BDCB-4A97-8293-36844B58974B}" type="presOf" srcId="{26531EBD-E736-454B-BB90-17565227D23D}" destId="{505ADC9E-CDEE-44F6-9A82-0ACDE09F7C88}" srcOrd="0" destOrd="0" presId="urn:microsoft.com/office/officeart/2005/8/layout/architecture"/>
    <dgm:cxn modelId="{F0DF9BBE-643E-4769-BB39-DF7A8DF47F82}" srcId="{A6EBBFD9-8383-4807-BE60-A94B15D75CBD}" destId="{D303BC83-CE51-4735-8D31-1CC6F17F05EE}" srcOrd="1" destOrd="0" parTransId="{14EA7F1F-FF85-4100-B2B1-EE2CA2F2183F}" sibTransId="{F508C092-4F76-437A-8533-B156674E0BE1}"/>
    <dgm:cxn modelId="{B74A69C1-DB0A-4823-ABB8-FD9F97D1DF87}" srcId="{42D71409-67F9-455C-8C6D-716D284AAA6B}" destId="{09BA98DE-DEC2-4D0D-8490-D3297BBF0088}" srcOrd="0" destOrd="0" parTransId="{8E89657A-9899-4663-8EBD-CE951A955DD5}" sibTransId="{D9604DA3-0B95-413D-AA9C-D75798C0FF52}"/>
    <dgm:cxn modelId="{90DA6BC6-6894-4229-830E-B792BCD2BEFF}" type="presOf" srcId="{102AAE16-2BB7-4251-B62F-A6059FBB759B}" destId="{B1A5F30F-3451-40ED-9796-8669CB4B507E}" srcOrd="0" destOrd="0" presId="urn:microsoft.com/office/officeart/2005/8/layout/architecture"/>
    <dgm:cxn modelId="{33B663CC-F959-46D7-AF73-DA102445D8B8}" type="presOf" srcId="{79B9A1FA-6FE7-4157-9274-E51456251A7C}" destId="{69592EE1-A442-476D-B30C-E82173323C49}" srcOrd="0" destOrd="0" presId="urn:microsoft.com/office/officeart/2005/8/layout/architecture"/>
    <dgm:cxn modelId="{5D4E56D9-57B2-4CA3-9114-050B9019A26C}" srcId="{3AF880A5-0F00-4315-A5DF-1FE656798601}" destId="{40CE9531-8A27-4191-9B62-E0F07EBF9C76}" srcOrd="1" destOrd="0" parTransId="{878DF8BC-6E9C-45D2-BD20-A7279574B7C2}" sibTransId="{E5323727-4431-4DB2-A62E-DD0D6922BBF0}"/>
    <dgm:cxn modelId="{D09C5CDA-0705-40C9-A586-625F606686EA}" srcId="{F66099B6-DBBD-4AB0-82D2-877B80F846F7}" destId="{E77C4AE7-38C1-41C5-B181-E0E02E9A3F43}" srcOrd="1" destOrd="0" parTransId="{52AB6FBF-7968-4C3B-899E-E1937DC37C88}" sibTransId="{93B12E4C-0871-4E52-90AE-932941CBF408}"/>
    <dgm:cxn modelId="{24F8CBE2-5003-4E69-A772-6B98F2B05181}" srcId="{42D71409-67F9-455C-8C6D-716D284AAA6B}" destId="{3AF880A5-0F00-4315-A5DF-1FE656798601}" srcOrd="1" destOrd="0" parTransId="{A13BB1F9-5857-4B43-8BF5-6589AA2CB759}" sibTransId="{C198C41D-2640-4669-83ED-E0CD35701C8E}"/>
    <dgm:cxn modelId="{8A14F2EA-2321-4AFA-A9D9-F8109F8AB820}" srcId="{3AF880A5-0F00-4315-A5DF-1FE656798601}" destId="{13C61790-DB00-46B9-90B5-91FC1474F80B}" srcOrd="0" destOrd="0" parTransId="{575DC180-F45B-4533-9470-6FC0263DD882}" sibTransId="{E5426E5C-2711-4501-B279-687528040359}"/>
    <dgm:cxn modelId="{0858C0EF-096A-4C9D-9990-D79B3423B7AA}" srcId="{EE62A4F6-4AC4-435B-990E-81A71CE8CAC7}" destId="{A6EBBFD9-8383-4807-BE60-A94B15D75CBD}" srcOrd="1" destOrd="0" parTransId="{27A6BE54-ADE5-4DEE-9EBC-28770576F4AA}" sibTransId="{0DAFD78C-1D10-43B1-9C74-382427ABD94D}"/>
    <dgm:cxn modelId="{8ED196F6-6553-443C-AAB2-40F72E795577}" srcId="{EE62A4F6-4AC4-435B-990E-81A71CE8CAC7}" destId="{DDCF078C-D429-4F3D-A86A-601C37333F0E}" srcOrd="0" destOrd="0" parTransId="{1882E0FC-22B0-4EC0-AFEA-6913C3E42D04}" sibTransId="{E265BFA4-891C-408C-98FC-08B80CC170BD}"/>
    <dgm:cxn modelId="{57A8D3F7-95E4-4FB9-BEFF-F884067F3636}" type="presOf" srcId="{A8976247-0917-4E04-951C-7C1B96649B0F}" destId="{F5194AA5-2BD0-4580-B6E7-20D3F081859D}" srcOrd="0" destOrd="0" presId="urn:microsoft.com/office/officeart/2005/8/layout/architecture"/>
    <dgm:cxn modelId="{78744CFB-3A6D-45F8-97BC-C4639E0515E5}" type="presOf" srcId="{06403E61-D3C0-4DA7-AEC7-C5EABE52453B}" destId="{5909B2A5-DCD5-424F-B64F-41594C8322EA}" srcOrd="0" destOrd="0" presId="urn:microsoft.com/office/officeart/2005/8/layout/architecture"/>
    <dgm:cxn modelId="{C9AE74FB-7EF6-43F5-A632-292CF7F3A962}" srcId="{6CF284C3-4A70-4432-8F33-E75A802B3330}" destId="{79B9A1FA-6FE7-4157-9274-E51456251A7C}" srcOrd="0" destOrd="0" parTransId="{38D65390-8319-4702-A173-9EF6EE7B476A}" sibTransId="{88FB69AB-E142-49EF-9E59-1A79E6239E56}"/>
    <dgm:cxn modelId="{C8B436FC-B783-46B4-A145-3B3B3DD3B3F9}" srcId="{B6D9DE15-697B-42C2-B6A1-CE31260EED93}" destId="{0175455E-C54B-45D4-9F64-0589EB6B3316}" srcOrd="0" destOrd="0" parTransId="{88BD4BDB-1D85-4113-AFEC-21431AF63D5F}" sibTransId="{814ADA3B-AA89-4AB7-868E-C824585A3ABB}"/>
    <dgm:cxn modelId="{79B94FFC-222A-4678-83D3-B29DCAFCDF77}" type="presOf" srcId="{F26890DD-91BA-4753-8AA3-17E592723467}" destId="{AA018420-D21A-43FE-B554-930091764B37}" srcOrd="0" destOrd="0" presId="urn:microsoft.com/office/officeart/2005/8/layout/architecture"/>
    <dgm:cxn modelId="{0BB7A40C-BFB4-4110-963F-70C49ADDD681}" type="presParOf" srcId="{2B2119DE-9C5F-42BD-90CA-B1F7EF735AF4}" destId="{7B9E2D6A-8969-4EEC-85C2-615B86E0B196}" srcOrd="0" destOrd="0" presId="urn:microsoft.com/office/officeart/2005/8/layout/architecture"/>
    <dgm:cxn modelId="{91BC11CA-697A-4318-9E3D-1FB980C7A122}" type="presParOf" srcId="{7B9E2D6A-8969-4EEC-85C2-615B86E0B196}" destId="{034D588B-2C5E-413E-8FB3-A45A598FE77E}" srcOrd="0" destOrd="0" presId="urn:microsoft.com/office/officeart/2005/8/layout/architecture"/>
    <dgm:cxn modelId="{67CBB10A-3D61-4B18-9851-156547B1A9E1}" type="presParOf" srcId="{7B9E2D6A-8969-4EEC-85C2-615B86E0B196}" destId="{155C8750-CD3F-4EED-8869-852B83F3E2B4}" srcOrd="1" destOrd="0" presId="urn:microsoft.com/office/officeart/2005/8/layout/architecture"/>
    <dgm:cxn modelId="{163CF0AE-CDA1-4F0B-B701-B50C212BCF97}" type="presParOf" srcId="{7B9E2D6A-8969-4EEC-85C2-615B86E0B196}" destId="{782F8E29-E0AF-4190-B2CF-FA75DA3E0DD3}" srcOrd="2" destOrd="0" presId="urn:microsoft.com/office/officeart/2005/8/layout/architecture"/>
    <dgm:cxn modelId="{A85EEAE1-4405-4D0C-9300-EBD2324F865C}" type="presParOf" srcId="{782F8E29-E0AF-4190-B2CF-FA75DA3E0DD3}" destId="{1DEC18CE-0974-4E7A-AE22-5B53857D08A5}" srcOrd="0" destOrd="0" presId="urn:microsoft.com/office/officeart/2005/8/layout/architecture"/>
    <dgm:cxn modelId="{4FDCEECF-E4B9-4C4F-9980-66577BFCD059}" type="presParOf" srcId="{1DEC18CE-0974-4E7A-AE22-5B53857D08A5}" destId="{79946D67-CF20-4533-873C-9747C402A031}" srcOrd="0" destOrd="0" presId="urn:microsoft.com/office/officeart/2005/8/layout/architecture"/>
    <dgm:cxn modelId="{481411CD-103F-4A04-BCAD-D26561D5A506}" type="presParOf" srcId="{1DEC18CE-0974-4E7A-AE22-5B53857D08A5}" destId="{11A9DFF6-0FBF-42E2-AC9E-E9078967B9F6}" srcOrd="1" destOrd="0" presId="urn:microsoft.com/office/officeart/2005/8/layout/architecture"/>
    <dgm:cxn modelId="{EB1FB3BA-268F-48A9-9FC9-6A99D6A549DB}" type="presParOf" srcId="{1DEC18CE-0974-4E7A-AE22-5B53857D08A5}" destId="{B536D2A5-09A8-40A9-B9B2-95A40A490E97}" srcOrd="2" destOrd="0" presId="urn:microsoft.com/office/officeart/2005/8/layout/architecture"/>
    <dgm:cxn modelId="{91F0762E-69BC-43AA-814E-B3F67A90C3D3}" type="presParOf" srcId="{B536D2A5-09A8-40A9-B9B2-95A40A490E97}" destId="{CC689BD4-6667-4A02-BE0B-05FBA1E9DFEE}" srcOrd="0" destOrd="0" presId="urn:microsoft.com/office/officeart/2005/8/layout/architecture"/>
    <dgm:cxn modelId="{8830F456-75D9-44E1-AF03-1EE2DB165DA5}" type="presParOf" srcId="{CC689BD4-6667-4A02-BE0B-05FBA1E9DFEE}" destId="{7951CDCD-4F97-4CCA-8C56-4992B72B07BB}" srcOrd="0" destOrd="0" presId="urn:microsoft.com/office/officeart/2005/8/layout/architecture"/>
    <dgm:cxn modelId="{53D510FB-AA52-4853-A9A2-CF6201FA72E3}" type="presParOf" srcId="{CC689BD4-6667-4A02-BE0B-05FBA1E9DFEE}" destId="{5AA5A2CD-9B6E-4706-AD2B-726846A26241}" srcOrd="1" destOrd="0" presId="urn:microsoft.com/office/officeart/2005/8/layout/architecture"/>
    <dgm:cxn modelId="{0226A8A1-4CC1-4FE3-8411-D87F8FFF54EC}" type="presParOf" srcId="{782F8E29-E0AF-4190-B2CF-FA75DA3E0DD3}" destId="{893CAE23-0B24-4199-9342-D12BB7A51086}" srcOrd="1" destOrd="0" presId="urn:microsoft.com/office/officeart/2005/8/layout/architecture"/>
    <dgm:cxn modelId="{3EAE5EB0-B1BF-471D-90A7-F8F25B7EF388}" type="presParOf" srcId="{782F8E29-E0AF-4190-B2CF-FA75DA3E0DD3}" destId="{6338B662-DBD3-4FFD-AD7B-C18248DE91C2}" srcOrd="2" destOrd="0" presId="urn:microsoft.com/office/officeart/2005/8/layout/architecture"/>
    <dgm:cxn modelId="{248DFFE2-74DC-43F3-9E5A-E52A165B1436}" type="presParOf" srcId="{6338B662-DBD3-4FFD-AD7B-C18248DE91C2}" destId="{14BB9104-6BC9-45DA-A36E-A462663834C5}" srcOrd="0" destOrd="0" presId="urn:microsoft.com/office/officeart/2005/8/layout/architecture"/>
    <dgm:cxn modelId="{73783AA9-0960-4F5E-8D4F-6F5DD16277DE}" type="presParOf" srcId="{6338B662-DBD3-4FFD-AD7B-C18248DE91C2}" destId="{29894619-9AAB-4A54-B509-CC43B32126B9}" srcOrd="1" destOrd="0" presId="urn:microsoft.com/office/officeart/2005/8/layout/architecture"/>
    <dgm:cxn modelId="{A61E3716-7617-466F-B762-53F78A66DD36}" type="presParOf" srcId="{6338B662-DBD3-4FFD-AD7B-C18248DE91C2}" destId="{951E75D3-D902-44A5-9220-81BBF920ACB5}" srcOrd="2" destOrd="0" presId="urn:microsoft.com/office/officeart/2005/8/layout/architecture"/>
    <dgm:cxn modelId="{7B78A7E0-BBE8-46D7-8C23-9E907314DA9A}" type="presParOf" srcId="{951E75D3-D902-44A5-9220-81BBF920ACB5}" destId="{D0C8E8A1-2C93-4E5C-B1F1-2D4995F59D37}" srcOrd="0" destOrd="0" presId="urn:microsoft.com/office/officeart/2005/8/layout/architecture"/>
    <dgm:cxn modelId="{EC38E48E-32F0-4A43-989B-903FBA41BE36}" type="presParOf" srcId="{D0C8E8A1-2C93-4E5C-B1F1-2D4995F59D37}" destId="{DEDD9957-528F-40DA-AA68-0B1E9F35D19E}" srcOrd="0" destOrd="0" presId="urn:microsoft.com/office/officeart/2005/8/layout/architecture"/>
    <dgm:cxn modelId="{E4FCC2C1-3220-4EDD-A66E-422175CB2D67}" type="presParOf" srcId="{D0C8E8A1-2C93-4E5C-B1F1-2D4995F59D37}" destId="{E5A3C2A6-6007-4F95-B845-7D155EFC58AD}" srcOrd="1" destOrd="0" presId="urn:microsoft.com/office/officeart/2005/8/layout/architecture"/>
    <dgm:cxn modelId="{D1D16E73-F8DD-4178-8D98-863D14D5A28B}" type="presParOf" srcId="{951E75D3-D902-44A5-9220-81BBF920ACB5}" destId="{03E4A7C0-8CA1-44EB-9749-08F681734839}" srcOrd="1" destOrd="0" presId="urn:microsoft.com/office/officeart/2005/8/layout/architecture"/>
    <dgm:cxn modelId="{10A43D6B-C924-4B4D-901A-1B7F9532D494}" type="presParOf" srcId="{951E75D3-D902-44A5-9220-81BBF920ACB5}" destId="{10A8ADC6-A7F8-4AC7-BA3B-AC68AEB0A3A7}" srcOrd="2" destOrd="0" presId="urn:microsoft.com/office/officeart/2005/8/layout/architecture"/>
    <dgm:cxn modelId="{1F9DCB7B-B48A-4506-9686-58017986B1C9}" type="presParOf" srcId="{10A8ADC6-A7F8-4AC7-BA3B-AC68AEB0A3A7}" destId="{26D4297F-C797-43C2-93B2-6794F1232AC4}" srcOrd="0" destOrd="0" presId="urn:microsoft.com/office/officeart/2005/8/layout/architecture"/>
    <dgm:cxn modelId="{3615D5A3-17AA-459C-A0DA-973419D8CD04}" type="presParOf" srcId="{10A8ADC6-A7F8-4AC7-BA3B-AC68AEB0A3A7}" destId="{572CC3A2-9FD5-4332-80B3-BB39BD33DD2E}" srcOrd="1" destOrd="0" presId="urn:microsoft.com/office/officeart/2005/8/layout/architecture"/>
    <dgm:cxn modelId="{57C5BADB-36E9-47B0-BC25-38C763499735}" type="presParOf" srcId="{2B2119DE-9C5F-42BD-90CA-B1F7EF735AF4}" destId="{38DD3712-FE5D-4944-89FA-AD709564BD3A}" srcOrd="1" destOrd="0" presId="urn:microsoft.com/office/officeart/2005/8/layout/architecture"/>
    <dgm:cxn modelId="{8A685AFF-81F2-41F7-809A-447BC572C866}" type="presParOf" srcId="{2B2119DE-9C5F-42BD-90CA-B1F7EF735AF4}" destId="{B32D89F9-280F-4CF5-B31E-DAD68D6F9A43}" srcOrd="2" destOrd="0" presId="urn:microsoft.com/office/officeart/2005/8/layout/architecture"/>
    <dgm:cxn modelId="{9494D739-3F0F-43BB-BBBD-379E19C3BD89}" type="presParOf" srcId="{B32D89F9-280F-4CF5-B31E-DAD68D6F9A43}" destId="{A0D697BD-B917-473B-AE49-0084390F32FB}" srcOrd="0" destOrd="0" presId="urn:microsoft.com/office/officeart/2005/8/layout/architecture"/>
    <dgm:cxn modelId="{F14617BF-7BC9-45FC-B864-3547F376F334}" type="presParOf" srcId="{B32D89F9-280F-4CF5-B31E-DAD68D6F9A43}" destId="{24D5ECF0-1260-48A8-9C6D-040BFA67BF0F}" srcOrd="1" destOrd="0" presId="urn:microsoft.com/office/officeart/2005/8/layout/architecture"/>
    <dgm:cxn modelId="{1F6ED36B-8C53-4DA3-9891-ACC40183C5B2}" type="presParOf" srcId="{B32D89F9-280F-4CF5-B31E-DAD68D6F9A43}" destId="{6AE6BD4E-6463-4D59-AD62-B424B3B86492}" srcOrd="2" destOrd="0" presId="urn:microsoft.com/office/officeart/2005/8/layout/architecture"/>
    <dgm:cxn modelId="{8E8D65E8-2F97-47DC-854D-E7312A358199}" type="presParOf" srcId="{6AE6BD4E-6463-4D59-AD62-B424B3B86492}" destId="{2DE3C6F6-6CD4-41A8-A590-99DEEF9454D2}" srcOrd="0" destOrd="0" presId="urn:microsoft.com/office/officeart/2005/8/layout/architecture"/>
    <dgm:cxn modelId="{3B7E3F7D-BEB5-4D29-9F40-2C7D8496478A}" type="presParOf" srcId="{2DE3C6F6-6CD4-41A8-A590-99DEEF9454D2}" destId="{AD25AFED-6E14-41EA-A46C-3FC831C2ECEF}" srcOrd="0" destOrd="0" presId="urn:microsoft.com/office/officeart/2005/8/layout/architecture"/>
    <dgm:cxn modelId="{4384E433-D125-46E5-8A2F-7CDF3F6E82F3}" type="presParOf" srcId="{2DE3C6F6-6CD4-41A8-A590-99DEEF9454D2}" destId="{DE494829-7649-44AA-903A-6F8F04C1DAFB}" srcOrd="1" destOrd="0" presId="urn:microsoft.com/office/officeart/2005/8/layout/architecture"/>
    <dgm:cxn modelId="{412336E8-3816-421B-AF3C-96356C71809C}" type="presParOf" srcId="{2DE3C6F6-6CD4-41A8-A590-99DEEF9454D2}" destId="{0146183B-74DC-485D-9A24-CAF9E66783C2}" srcOrd="2" destOrd="0" presId="urn:microsoft.com/office/officeart/2005/8/layout/architecture"/>
    <dgm:cxn modelId="{293F7F28-AA8D-4C6D-B953-A22ADDA061EC}" type="presParOf" srcId="{0146183B-74DC-485D-9A24-CAF9E66783C2}" destId="{5F77EC68-3279-4D60-9CF7-8EF7C2955578}" srcOrd="0" destOrd="0" presId="urn:microsoft.com/office/officeart/2005/8/layout/architecture"/>
    <dgm:cxn modelId="{A8960C23-BD55-4C6B-B9A0-EC4596CB1FBA}" type="presParOf" srcId="{5F77EC68-3279-4D60-9CF7-8EF7C2955578}" destId="{69592EE1-A442-476D-B30C-E82173323C49}" srcOrd="0" destOrd="0" presId="urn:microsoft.com/office/officeart/2005/8/layout/architecture"/>
    <dgm:cxn modelId="{9EFC341B-046B-42E3-A7DE-E541DB43CC98}" type="presParOf" srcId="{5F77EC68-3279-4D60-9CF7-8EF7C2955578}" destId="{71B31EE1-04B8-4CFB-9C84-4A2247296850}" srcOrd="1" destOrd="0" presId="urn:microsoft.com/office/officeart/2005/8/layout/architecture"/>
    <dgm:cxn modelId="{9F6C65E9-5F83-459C-91E2-2CA72999768A}" type="presParOf" srcId="{6AE6BD4E-6463-4D59-AD62-B424B3B86492}" destId="{A4FF8ECB-4EFB-4F96-A7F7-B3C6814104A0}" srcOrd="1" destOrd="0" presId="urn:microsoft.com/office/officeart/2005/8/layout/architecture"/>
    <dgm:cxn modelId="{078AFDDC-31E9-4BA9-AD7A-9A984EE7DE84}" type="presParOf" srcId="{6AE6BD4E-6463-4D59-AD62-B424B3B86492}" destId="{97195DED-237D-4A6E-95F4-2247CD971A9F}" srcOrd="2" destOrd="0" presId="urn:microsoft.com/office/officeart/2005/8/layout/architecture"/>
    <dgm:cxn modelId="{0BD29189-D79A-4FC6-A2DB-FF71459D87E2}" type="presParOf" srcId="{97195DED-237D-4A6E-95F4-2247CD971A9F}" destId="{9559A326-1C0C-4D30-A23F-E70828E60E7E}" srcOrd="0" destOrd="0" presId="urn:microsoft.com/office/officeart/2005/8/layout/architecture"/>
    <dgm:cxn modelId="{22DD5DBB-91BC-476F-A003-E5074CA7AB91}" type="presParOf" srcId="{97195DED-237D-4A6E-95F4-2247CD971A9F}" destId="{0A8F1383-5551-4F68-B58F-37B3E263B76D}" srcOrd="1" destOrd="0" presId="urn:microsoft.com/office/officeart/2005/8/layout/architecture"/>
    <dgm:cxn modelId="{052D7F5B-EEE3-412A-AAE8-03612EC8D3D8}" type="presParOf" srcId="{97195DED-237D-4A6E-95F4-2247CD971A9F}" destId="{7B649D76-E49E-42AD-82E9-D59EE2B4FDA3}" srcOrd="2" destOrd="0" presId="urn:microsoft.com/office/officeart/2005/8/layout/architecture"/>
    <dgm:cxn modelId="{A203509C-7109-470B-928D-1CCE870E8D0A}" type="presParOf" srcId="{7B649D76-E49E-42AD-82E9-D59EE2B4FDA3}" destId="{AAFE08F8-B625-4A34-9CAE-292396A68782}" srcOrd="0" destOrd="0" presId="urn:microsoft.com/office/officeart/2005/8/layout/architecture"/>
    <dgm:cxn modelId="{56BE0F8D-A0D3-4032-AA6D-CEC633CBAEA9}" type="presParOf" srcId="{AAFE08F8-B625-4A34-9CAE-292396A68782}" destId="{5909B2A5-DCD5-424F-B64F-41594C8322EA}" srcOrd="0" destOrd="0" presId="urn:microsoft.com/office/officeart/2005/8/layout/architecture"/>
    <dgm:cxn modelId="{B6D80632-D70B-4C97-A173-C933926A306F}" type="presParOf" srcId="{AAFE08F8-B625-4A34-9CAE-292396A68782}" destId="{1B3E0D52-AA21-4A29-BABF-B76F5839B879}" srcOrd="1" destOrd="0" presId="urn:microsoft.com/office/officeart/2005/8/layout/architecture"/>
    <dgm:cxn modelId="{72A088C6-5A35-4597-8D70-7F3875BC85F2}" type="presParOf" srcId="{7B649D76-E49E-42AD-82E9-D59EE2B4FDA3}" destId="{0E148F8E-7080-4B36-ABFF-D0CDFEB1210D}" srcOrd="1" destOrd="0" presId="urn:microsoft.com/office/officeart/2005/8/layout/architecture"/>
    <dgm:cxn modelId="{A60E8589-255E-4370-9DC0-26F4BAA1A9DF}" type="presParOf" srcId="{7B649D76-E49E-42AD-82E9-D59EE2B4FDA3}" destId="{1D5FC50F-ACED-4B95-A4D9-3BF59D4F5235}" srcOrd="2" destOrd="0" presId="urn:microsoft.com/office/officeart/2005/8/layout/architecture"/>
    <dgm:cxn modelId="{5E091CFC-705E-4A1B-8ABF-063090B7E1C5}" type="presParOf" srcId="{1D5FC50F-ACED-4B95-A4D9-3BF59D4F5235}" destId="{AE186980-2B5E-4C29-9369-0E30468CC1DD}" srcOrd="0" destOrd="0" presId="urn:microsoft.com/office/officeart/2005/8/layout/architecture"/>
    <dgm:cxn modelId="{1FA9E03D-97A4-4AF8-A9F7-64403C612801}" type="presParOf" srcId="{1D5FC50F-ACED-4B95-A4D9-3BF59D4F5235}" destId="{A40817A3-D120-49AB-8FAD-0A5805F56E99}" srcOrd="1" destOrd="0" presId="urn:microsoft.com/office/officeart/2005/8/layout/architecture"/>
    <dgm:cxn modelId="{EFBCEE20-A6A7-4D6B-ADD5-0B930BF6575A}" type="presParOf" srcId="{2B2119DE-9C5F-42BD-90CA-B1F7EF735AF4}" destId="{EFB5DECA-D5F3-4FAA-83C9-E9E7A07B2FB3}" srcOrd="3" destOrd="0" presId="urn:microsoft.com/office/officeart/2005/8/layout/architecture"/>
    <dgm:cxn modelId="{99879B60-7347-4B9F-BD04-3545F3118BB7}" type="presParOf" srcId="{2B2119DE-9C5F-42BD-90CA-B1F7EF735AF4}" destId="{0D0F4244-1183-406F-AA49-B199FDF34EA4}" srcOrd="4" destOrd="0" presId="urn:microsoft.com/office/officeart/2005/8/layout/architecture"/>
    <dgm:cxn modelId="{7E518BF1-627C-4A23-9D04-85897C263BCD}" type="presParOf" srcId="{0D0F4244-1183-406F-AA49-B199FDF34EA4}" destId="{D79C717C-7624-4FB9-BA90-B86A49445D04}" srcOrd="0" destOrd="0" presId="urn:microsoft.com/office/officeart/2005/8/layout/architecture"/>
    <dgm:cxn modelId="{C37A92EE-43B5-4A64-95B6-7837C9CA8EA3}" type="presParOf" srcId="{0D0F4244-1183-406F-AA49-B199FDF34EA4}" destId="{3E69D76D-00D3-407C-8F62-53D860C1E984}" srcOrd="1" destOrd="0" presId="urn:microsoft.com/office/officeart/2005/8/layout/architecture"/>
    <dgm:cxn modelId="{D7E2F786-2BDF-4D8C-96CD-87FB3A26A069}" type="presParOf" srcId="{0D0F4244-1183-406F-AA49-B199FDF34EA4}" destId="{215A3082-BF50-45DE-BFEB-4CE5A6486570}" srcOrd="2" destOrd="0" presId="urn:microsoft.com/office/officeart/2005/8/layout/architecture"/>
    <dgm:cxn modelId="{02D36965-3467-4403-80BF-A032DA9F1B66}" type="presParOf" srcId="{215A3082-BF50-45DE-BFEB-4CE5A6486570}" destId="{A027BF27-52FB-415A-8F4A-36E01FE3A892}" srcOrd="0" destOrd="0" presId="urn:microsoft.com/office/officeart/2005/8/layout/architecture"/>
    <dgm:cxn modelId="{1D9777B8-E980-4D6E-85E6-8190C6E11D4C}" type="presParOf" srcId="{A027BF27-52FB-415A-8F4A-36E01FE3A892}" destId="{9B57DBA0-A329-4796-9B50-E47041655118}" srcOrd="0" destOrd="0" presId="urn:microsoft.com/office/officeart/2005/8/layout/architecture"/>
    <dgm:cxn modelId="{EF604C12-D35D-4144-BD00-43DA04447494}" type="presParOf" srcId="{A027BF27-52FB-415A-8F4A-36E01FE3A892}" destId="{EF2A6D34-13B0-4B94-A59F-51F3E28666DC}" srcOrd="1" destOrd="0" presId="urn:microsoft.com/office/officeart/2005/8/layout/architecture"/>
    <dgm:cxn modelId="{44AC7811-D370-4BAA-89CC-263A1858A175}" type="presParOf" srcId="{A027BF27-52FB-415A-8F4A-36E01FE3A892}" destId="{378C72EB-368B-4719-9B09-0C9DE8D6C7EB}" srcOrd="2" destOrd="0" presId="urn:microsoft.com/office/officeart/2005/8/layout/architecture"/>
    <dgm:cxn modelId="{BB1AA567-F43D-4D2B-A02A-5C8CABA1F981}" type="presParOf" srcId="{378C72EB-368B-4719-9B09-0C9DE8D6C7EB}" destId="{027A5BF3-A77C-4944-8B59-6DF3E81F9E6A}" srcOrd="0" destOrd="0" presId="urn:microsoft.com/office/officeart/2005/8/layout/architecture"/>
    <dgm:cxn modelId="{CCBB755C-054C-456E-ABC6-BB1D80B5A464}" type="presParOf" srcId="{027A5BF3-A77C-4944-8B59-6DF3E81F9E6A}" destId="{34B0EEA0-A811-4DFF-9AB9-B3F2337CE5F7}" srcOrd="0" destOrd="0" presId="urn:microsoft.com/office/officeart/2005/8/layout/architecture"/>
    <dgm:cxn modelId="{6A24F618-8B87-4D6D-81F1-E93D9D1EA95C}" type="presParOf" srcId="{027A5BF3-A77C-4944-8B59-6DF3E81F9E6A}" destId="{B27B81A5-7421-4EF4-9973-CB8D2CCABA67}" srcOrd="1" destOrd="0" presId="urn:microsoft.com/office/officeart/2005/8/layout/architecture"/>
    <dgm:cxn modelId="{2B82DA90-A257-4940-9F41-DCDAD2EEFA2D}" type="presParOf" srcId="{215A3082-BF50-45DE-BFEB-4CE5A6486570}" destId="{F88E2EA5-1BB1-4B64-8342-746E54CAF634}" srcOrd="1" destOrd="0" presId="urn:microsoft.com/office/officeart/2005/8/layout/architecture"/>
    <dgm:cxn modelId="{054CA504-9C0C-48FE-9373-0260209D1A44}" type="presParOf" srcId="{215A3082-BF50-45DE-BFEB-4CE5A6486570}" destId="{F3ACDAB7-56F2-433A-BA44-A438104EAEDE}" srcOrd="2" destOrd="0" presId="urn:microsoft.com/office/officeart/2005/8/layout/architecture"/>
    <dgm:cxn modelId="{87258EEF-CB6F-44CF-88E3-57C4C8F84937}" type="presParOf" srcId="{F3ACDAB7-56F2-433A-BA44-A438104EAEDE}" destId="{C47A5A55-D4B8-4F18-89AE-AF23D4A86092}" srcOrd="0" destOrd="0" presId="urn:microsoft.com/office/officeart/2005/8/layout/architecture"/>
    <dgm:cxn modelId="{E9782693-CCE9-4024-9ACF-E900B98BDDF0}" type="presParOf" srcId="{F3ACDAB7-56F2-433A-BA44-A438104EAEDE}" destId="{4DE75654-D181-40BC-9416-F2C8010E59A2}" srcOrd="1" destOrd="0" presId="urn:microsoft.com/office/officeart/2005/8/layout/architecture"/>
    <dgm:cxn modelId="{CAE89634-C823-470E-BC93-15E6D04E0434}" type="presParOf" srcId="{F3ACDAB7-56F2-433A-BA44-A438104EAEDE}" destId="{E05BFC42-73D8-4A38-8C28-D61DE7954E36}" srcOrd="2" destOrd="0" presId="urn:microsoft.com/office/officeart/2005/8/layout/architecture"/>
    <dgm:cxn modelId="{F06BD83A-4BBF-4A2A-A21D-C310EC8A9B9C}" type="presParOf" srcId="{E05BFC42-73D8-4A38-8C28-D61DE7954E36}" destId="{DA0441CE-9E46-4C83-B3C9-DDB90378560D}" srcOrd="0" destOrd="0" presId="urn:microsoft.com/office/officeart/2005/8/layout/architecture"/>
    <dgm:cxn modelId="{A257539D-6FA5-4453-AAEF-512BB99EBBC0}" type="presParOf" srcId="{DA0441CE-9E46-4C83-B3C9-DDB90378560D}" destId="{505ADC9E-CDEE-44F6-9A82-0ACDE09F7C88}" srcOrd="0" destOrd="0" presId="urn:microsoft.com/office/officeart/2005/8/layout/architecture"/>
    <dgm:cxn modelId="{45A61244-470D-4543-91E3-F55A042F207E}" type="presParOf" srcId="{DA0441CE-9E46-4C83-B3C9-DDB90378560D}" destId="{CA92E47D-61FF-4ED6-9868-1A56E0C01A82}" srcOrd="1" destOrd="0" presId="urn:microsoft.com/office/officeart/2005/8/layout/architecture"/>
    <dgm:cxn modelId="{B530B0F9-85A8-4988-9146-858E6C659BF6}" type="presParOf" srcId="{E05BFC42-73D8-4A38-8C28-D61DE7954E36}" destId="{B2333B57-426D-4470-BD09-C0BCDA0523A8}" srcOrd="1" destOrd="0" presId="urn:microsoft.com/office/officeart/2005/8/layout/architecture"/>
    <dgm:cxn modelId="{A348C478-F96F-4559-9F9C-C6E8BBFBF52F}" type="presParOf" srcId="{E05BFC42-73D8-4A38-8C28-D61DE7954E36}" destId="{70EF6F30-C59E-4A72-98E7-C4E6BF69292E}" srcOrd="2" destOrd="0" presId="urn:microsoft.com/office/officeart/2005/8/layout/architecture"/>
    <dgm:cxn modelId="{BC9DB0E5-72A5-4088-A495-3A4DB5113F18}" type="presParOf" srcId="{70EF6F30-C59E-4A72-98E7-C4E6BF69292E}" destId="{34547E33-9FE4-4D56-AFB7-3B4283D64F2C}" srcOrd="0" destOrd="0" presId="urn:microsoft.com/office/officeart/2005/8/layout/architecture"/>
    <dgm:cxn modelId="{D3D241E4-089D-47D0-A852-DBB536268463}" type="presParOf" srcId="{70EF6F30-C59E-4A72-98E7-C4E6BF69292E}" destId="{6B25D545-7BC5-42F2-B025-0C0028B8FDDE}" srcOrd="1" destOrd="0" presId="urn:microsoft.com/office/officeart/2005/8/layout/architecture"/>
    <dgm:cxn modelId="{3EAFC8CB-9D63-4A9D-B335-D7BCE35826BC}" type="presParOf" srcId="{2B2119DE-9C5F-42BD-90CA-B1F7EF735AF4}" destId="{4D6CA086-CD66-48A3-8298-A5EA9BDBBA80}" srcOrd="5" destOrd="0" presId="urn:microsoft.com/office/officeart/2005/8/layout/architecture"/>
    <dgm:cxn modelId="{1AFC534F-90D0-44A6-94F8-0E186F5866D6}" type="presParOf" srcId="{2B2119DE-9C5F-42BD-90CA-B1F7EF735AF4}" destId="{0F26C90C-6AAE-4DAB-90F3-1B130FE77215}" srcOrd="6" destOrd="0" presId="urn:microsoft.com/office/officeart/2005/8/layout/architecture"/>
    <dgm:cxn modelId="{7F154DB8-F84A-4CDF-AE64-1B7C4AFF6291}" type="presParOf" srcId="{0F26C90C-6AAE-4DAB-90F3-1B130FE77215}" destId="{E0912157-E349-4D97-846C-84968C4EF781}" srcOrd="0" destOrd="0" presId="urn:microsoft.com/office/officeart/2005/8/layout/architecture"/>
    <dgm:cxn modelId="{F20CF94C-EE4F-4ABF-8DFD-E5602C59E801}" type="presParOf" srcId="{0F26C90C-6AAE-4DAB-90F3-1B130FE77215}" destId="{C2453041-7294-417C-9426-1BB6E338185B}" srcOrd="1" destOrd="0" presId="urn:microsoft.com/office/officeart/2005/8/layout/architecture"/>
    <dgm:cxn modelId="{E6645C17-6B68-4155-B066-95A66C09C2DF}" type="presParOf" srcId="{0F26C90C-6AAE-4DAB-90F3-1B130FE77215}" destId="{10B55112-7EB0-492E-BCE0-C6E3291AFC7C}" srcOrd="2" destOrd="0" presId="urn:microsoft.com/office/officeart/2005/8/layout/architecture"/>
    <dgm:cxn modelId="{3C0CFB7B-E8D4-4203-9A91-20C178FBD57D}" type="presParOf" srcId="{10B55112-7EB0-492E-BCE0-C6E3291AFC7C}" destId="{1A509F05-FCBF-49C5-9CD4-FE558CC73D03}" srcOrd="0" destOrd="0" presId="urn:microsoft.com/office/officeart/2005/8/layout/architecture"/>
    <dgm:cxn modelId="{9AE7AF51-7C26-4FCD-923E-48E110E9BE57}" type="presParOf" srcId="{1A509F05-FCBF-49C5-9CD4-FE558CC73D03}" destId="{FFF55AB9-DBCC-4208-8F72-AB0C8E37BC8F}" srcOrd="0" destOrd="0" presId="urn:microsoft.com/office/officeart/2005/8/layout/architecture"/>
    <dgm:cxn modelId="{117E6082-2EC1-4FF4-9B21-E7E5D717A1EA}" type="presParOf" srcId="{1A509F05-FCBF-49C5-9CD4-FE558CC73D03}" destId="{57005C9C-14EB-49AD-BD30-4260C049FFF0}" srcOrd="1" destOrd="0" presId="urn:microsoft.com/office/officeart/2005/8/layout/architecture"/>
    <dgm:cxn modelId="{CF5845E2-50CD-43AE-9001-04080ADF042B}" type="presParOf" srcId="{1A509F05-FCBF-49C5-9CD4-FE558CC73D03}" destId="{67D06314-18B9-404F-A4C7-AF1F1AA146E9}" srcOrd="2" destOrd="0" presId="urn:microsoft.com/office/officeart/2005/8/layout/architecture"/>
    <dgm:cxn modelId="{06C1B8D0-85E7-4E3B-AE8B-8DBCE9EC2D3D}" type="presParOf" srcId="{67D06314-18B9-404F-A4C7-AF1F1AA146E9}" destId="{B6604F86-EED6-48B2-8390-F8C684BA7F69}" srcOrd="0" destOrd="0" presId="urn:microsoft.com/office/officeart/2005/8/layout/architecture"/>
    <dgm:cxn modelId="{EB6F1BDD-B7F8-4F44-9F87-077B34E68FFE}" type="presParOf" srcId="{B6604F86-EED6-48B2-8390-F8C684BA7F69}" destId="{B1A5F30F-3451-40ED-9796-8669CB4B507E}" srcOrd="0" destOrd="0" presId="urn:microsoft.com/office/officeart/2005/8/layout/architecture"/>
    <dgm:cxn modelId="{B4552E40-4B48-4492-BD3A-B67602C841D6}" type="presParOf" srcId="{B6604F86-EED6-48B2-8390-F8C684BA7F69}" destId="{39811253-83DA-49DB-B27C-0207A60D10CA}" srcOrd="1" destOrd="0" presId="urn:microsoft.com/office/officeart/2005/8/layout/architecture"/>
    <dgm:cxn modelId="{DF74F0AA-3B77-4030-AF89-14BC3412D035}" type="presParOf" srcId="{10B55112-7EB0-492E-BCE0-C6E3291AFC7C}" destId="{FC7EE7BE-7FB5-41B3-8FC4-4F915CF418CA}" srcOrd="1" destOrd="0" presId="urn:microsoft.com/office/officeart/2005/8/layout/architecture"/>
    <dgm:cxn modelId="{469582AF-A51D-46C1-8E62-153A90912654}" type="presParOf" srcId="{10B55112-7EB0-492E-BCE0-C6E3291AFC7C}" destId="{423E39F0-DE5F-468D-AABC-FD46046BB83D}" srcOrd="2" destOrd="0" presId="urn:microsoft.com/office/officeart/2005/8/layout/architecture"/>
    <dgm:cxn modelId="{8DE9F34C-845B-49B5-BE50-9AD2975647B1}" type="presParOf" srcId="{423E39F0-DE5F-468D-AABC-FD46046BB83D}" destId="{AA018420-D21A-43FE-B554-930091764B37}" srcOrd="0" destOrd="0" presId="urn:microsoft.com/office/officeart/2005/8/layout/architecture"/>
    <dgm:cxn modelId="{A6889DAC-8686-453E-AACF-73EA5EB9CCB1}" type="presParOf" srcId="{423E39F0-DE5F-468D-AABC-FD46046BB83D}" destId="{7E38C504-5BE3-4875-8A0E-7EB6627806E6}" srcOrd="1" destOrd="0" presId="urn:microsoft.com/office/officeart/2005/8/layout/architecture"/>
    <dgm:cxn modelId="{B493EDE8-D61A-4F28-BBF1-86FE1808CB08}" type="presParOf" srcId="{423E39F0-DE5F-468D-AABC-FD46046BB83D}" destId="{E025B131-93AA-4434-854E-87787A16AE66}" srcOrd="2" destOrd="0" presId="urn:microsoft.com/office/officeart/2005/8/layout/architecture"/>
    <dgm:cxn modelId="{7B6806C2-B5E9-43EE-B8BD-CDB1635E5494}" type="presParOf" srcId="{E025B131-93AA-4434-854E-87787A16AE66}" destId="{8F34A982-D5E0-4488-8558-7CDC19835341}" srcOrd="0" destOrd="0" presId="urn:microsoft.com/office/officeart/2005/8/layout/architecture"/>
    <dgm:cxn modelId="{2BB2CAE2-C71E-4BDC-AE89-D4F94370E0E0}" type="presParOf" srcId="{8F34A982-D5E0-4488-8558-7CDC19835341}" destId="{F5A24052-E99B-4F2D-B18C-10DD8F0D26EB}" srcOrd="0" destOrd="0" presId="urn:microsoft.com/office/officeart/2005/8/layout/architecture"/>
    <dgm:cxn modelId="{B9D22EBB-3612-409B-BCD8-478F68040BF4}" type="presParOf" srcId="{8F34A982-D5E0-4488-8558-7CDC19835341}" destId="{2901B977-BBA1-4C37-BEE9-220A31BA3386}" srcOrd="1" destOrd="0" presId="urn:microsoft.com/office/officeart/2005/8/layout/architecture"/>
    <dgm:cxn modelId="{B9083161-D017-42F3-B378-4359D4BE95B9}" type="presParOf" srcId="{E025B131-93AA-4434-854E-87787A16AE66}" destId="{1CCD69C2-7AC5-4B7F-85F2-AAEDB9E57134}" srcOrd="1" destOrd="0" presId="urn:microsoft.com/office/officeart/2005/8/layout/architecture"/>
    <dgm:cxn modelId="{CE0D26D2-D7DC-4454-8FC0-F1D86F94F6E6}" type="presParOf" srcId="{E025B131-93AA-4434-854E-87787A16AE66}" destId="{2DA82CC3-D8F6-4678-81D5-EDDDECE513E2}" srcOrd="2" destOrd="0" presId="urn:microsoft.com/office/officeart/2005/8/layout/architecture"/>
    <dgm:cxn modelId="{144A5F70-2EB1-42A6-9802-4D3F831E1061}" type="presParOf" srcId="{2DA82CC3-D8F6-4678-81D5-EDDDECE513E2}" destId="{F5194AA5-2BD0-4580-B6E7-20D3F081859D}" srcOrd="0" destOrd="0" presId="urn:microsoft.com/office/officeart/2005/8/layout/architecture"/>
    <dgm:cxn modelId="{DD50F794-9D6B-42A4-BBBB-B386F9C1C7B2}" type="presParOf" srcId="{2DA82CC3-D8F6-4678-81D5-EDDDECE513E2}" destId="{0F831FFB-0FE2-4AA3-A322-FE6F2214A361}" srcOrd="1" destOrd="0" presId="urn:microsoft.com/office/officeart/2005/8/layout/architecture"/>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42.xml><?xml version="1.0" encoding="utf-8"?>
<dgm:dataModel xmlns:dgm="http://schemas.openxmlformats.org/drawingml/2006/diagram" xmlns:a="http://schemas.openxmlformats.org/drawingml/2006/main">
  <dgm:ptLst>
    <dgm:pt modelId="{B9C32B05-62EA-407A-B21C-2310C7945705}" type="doc">
      <dgm:prSet loTypeId="urn:microsoft.com/office/officeart/2005/8/layout/process1" loCatId="process"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F66099B6-DBBD-4AB0-82D2-877B80F846F7}">
      <dgm:prSet phldrT="[Text]"/>
      <dgm:spPr/>
      <dgm:t>
        <a:bodyPr/>
        <a:lstStyle/>
        <a:p>
          <a:r>
            <a:rPr lang="en-US" dirty="0"/>
            <a:t>Lorem Ipsum</a:t>
          </a:r>
        </a:p>
      </dgm:t>
    </dgm:pt>
    <dgm:pt modelId="{B09C8BFB-F41C-4AC4-AB94-F216E3081C2D}" type="parTrans" cxnId="{B4F3EA32-CE64-4A92-9BAE-BC57E5392B05}">
      <dgm:prSet/>
      <dgm:spPr/>
      <dgm:t>
        <a:bodyPr/>
        <a:lstStyle/>
        <a:p>
          <a:endParaRPr lang="en-US"/>
        </a:p>
      </dgm:t>
    </dgm:pt>
    <dgm:pt modelId="{BC531B32-9B0E-482E-BF91-65C61F17168D}" type="sibTrans" cxnId="{B4F3EA32-CE64-4A92-9BAE-BC57E5392B05}">
      <dgm:prSet/>
      <dgm:spPr/>
      <dgm:t>
        <a:bodyPr/>
        <a:lstStyle/>
        <a:p>
          <a:endParaRPr lang="en-US"/>
        </a:p>
      </dgm:t>
    </dgm:pt>
    <dgm:pt modelId="{EE62A4F6-4AC4-435B-990E-81A71CE8CAC7}">
      <dgm:prSet phldrT="[Text]"/>
      <dgm:spPr/>
      <dgm:t>
        <a:bodyPr/>
        <a:lstStyle/>
        <a:p>
          <a:r>
            <a:rPr lang="en-US" dirty="0"/>
            <a:t>Lorem Ipsum</a:t>
          </a:r>
        </a:p>
      </dgm:t>
    </dgm:pt>
    <dgm:pt modelId="{F287B947-7343-4FA2-B288-B23A59FFAE31}" type="parTrans" cxnId="{3A2CECA6-0C5B-46BB-B7C6-7D37E9D210BD}">
      <dgm:prSet/>
      <dgm:spPr/>
      <dgm:t>
        <a:bodyPr/>
        <a:lstStyle/>
        <a:p>
          <a:endParaRPr lang="en-US"/>
        </a:p>
      </dgm:t>
    </dgm:pt>
    <dgm:pt modelId="{389F9A93-0231-4877-8C41-5D5B8DD7AAC0}" type="sibTrans" cxnId="{3A2CECA6-0C5B-46BB-B7C6-7D37E9D210BD}">
      <dgm:prSet/>
      <dgm:spPr/>
      <dgm:t>
        <a:bodyPr/>
        <a:lstStyle/>
        <a:p>
          <a:endParaRPr lang="en-US"/>
        </a:p>
      </dgm:t>
    </dgm:pt>
    <dgm:pt modelId="{6CF284C3-4A70-4432-8F33-E75A802B3330}">
      <dgm:prSet/>
      <dgm:spPr/>
      <dgm:t>
        <a:bodyPr/>
        <a:lstStyle/>
        <a:p>
          <a:r>
            <a:rPr lang="en-US" dirty="0"/>
            <a:t>Some text here</a:t>
          </a:r>
        </a:p>
      </dgm:t>
    </dgm:pt>
    <dgm:pt modelId="{044831E6-2FC9-4DDA-81FB-5FA418568D07}" type="parTrans" cxnId="{2DC24386-BC50-4BAB-8571-16CB10C2603C}">
      <dgm:prSet/>
      <dgm:spPr/>
      <dgm:t>
        <a:bodyPr/>
        <a:lstStyle/>
        <a:p>
          <a:endParaRPr lang="en-US"/>
        </a:p>
      </dgm:t>
    </dgm:pt>
    <dgm:pt modelId="{CD50B82D-84BB-4747-B282-ABB339EBA294}" type="sibTrans" cxnId="{2DC24386-BC50-4BAB-8571-16CB10C2603C}">
      <dgm:prSet/>
      <dgm:spPr/>
      <dgm:t>
        <a:bodyPr/>
        <a:lstStyle/>
        <a:p>
          <a:endParaRPr lang="en-US"/>
        </a:p>
      </dgm:t>
    </dgm:pt>
    <dgm:pt modelId="{3AF880A5-0F00-4315-A5DF-1FE656798601}">
      <dgm:prSet phldrT="[Text]"/>
      <dgm:spPr/>
      <dgm:t>
        <a:bodyPr/>
        <a:lstStyle/>
        <a:p>
          <a:r>
            <a:rPr lang="en-US" dirty="0"/>
            <a:t>Some text here</a:t>
          </a:r>
        </a:p>
      </dgm:t>
    </dgm:pt>
    <dgm:pt modelId="{A13BB1F9-5857-4B43-8BF5-6589AA2CB759}" type="parTrans" cxnId="{24F8CBE2-5003-4E69-A772-6B98F2B05181}">
      <dgm:prSet/>
      <dgm:spPr/>
      <dgm:t>
        <a:bodyPr/>
        <a:lstStyle/>
        <a:p>
          <a:endParaRPr lang="en-US"/>
        </a:p>
      </dgm:t>
    </dgm:pt>
    <dgm:pt modelId="{C198C41D-2640-4669-83ED-E0CD35701C8E}" type="sibTrans" cxnId="{24F8CBE2-5003-4E69-A772-6B98F2B05181}">
      <dgm:prSet/>
      <dgm:spPr/>
      <dgm:t>
        <a:bodyPr/>
        <a:lstStyle/>
        <a:p>
          <a:endParaRPr lang="en-US"/>
        </a:p>
      </dgm:t>
    </dgm:pt>
    <dgm:pt modelId="{8EA7219F-BDB2-48EB-9EEB-3133522D132E}">
      <dgm:prSet phldrT="[Text]"/>
      <dgm:spPr/>
      <dgm:t>
        <a:bodyPr/>
        <a:lstStyle/>
        <a:p>
          <a:r>
            <a:rPr lang="en-US" dirty="0"/>
            <a:t>Some text here</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BE788BF5-FE9F-4C7D-A1CD-9232D7860179}">
      <dgm:prSet phldrT="[Text]"/>
      <dgm:spPr/>
      <dgm:t>
        <a:bodyPr/>
        <a:lstStyle/>
        <a:p>
          <a:r>
            <a:rPr lang="en-US" dirty="0"/>
            <a:t>Some text here</a:t>
          </a:r>
        </a:p>
      </dgm:t>
    </dgm:pt>
    <dgm:pt modelId="{963A52CB-C772-45F2-8A30-8ABA6B14D3CE}" type="parTrans" cxnId="{35013F34-57BC-4E3C-A003-07C0E49926DB}">
      <dgm:prSet/>
      <dgm:spPr/>
      <dgm:t>
        <a:bodyPr/>
        <a:lstStyle/>
        <a:p>
          <a:endParaRPr lang="en-US"/>
        </a:p>
      </dgm:t>
    </dgm:pt>
    <dgm:pt modelId="{88191C5E-55BA-42F2-B842-FC86CBBADC0F}" type="sibTrans" cxnId="{35013F34-57BC-4E3C-A003-07C0E49926DB}">
      <dgm:prSet/>
      <dgm:spPr/>
      <dgm:t>
        <a:bodyPr/>
        <a:lstStyle/>
        <a:p>
          <a:endParaRPr lang="en-US"/>
        </a:p>
      </dgm:t>
    </dgm:pt>
    <dgm:pt modelId="{3CE06941-9820-4827-8B16-CD80CC49F780}">
      <dgm:prSet phldrT="[Text]"/>
      <dgm:spPr/>
      <dgm:t>
        <a:bodyPr/>
        <a:lstStyle/>
        <a:p>
          <a:r>
            <a:rPr lang="en-US" dirty="0"/>
            <a:t>Some text here</a:t>
          </a:r>
        </a:p>
      </dgm:t>
    </dgm:pt>
    <dgm:pt modelId="{141A3C92-8966-4E2F-82E4-2E09E22674B2}" type="parTrans" cxnId="{C99CE395-39F6-46B4-938C-9BF085685D1A}">
      <dgm:prSet/>
      <dgm:spPr/>
      <dgm:t>
        <a:bodyPr/>
        <a:lstStyle/>
        <a:p>
          <a:endParaRPr lang="en-US"/>
        </a:p>
      </dgm:t>
    </dgm:pt>
    <dgm:pt modelId="{F58FC55B-E61F-445C-956E-0BB2202254CA}" type="sibTrans" cxnId="{C99CE395-39F6-46B4-938C-9BF085685D1A}">
      <dgm:prSet/>
      <dgm:spPr/>
      <dgm:t>
        <a:bodyPr/>
        <a:lstStyle/>
        <a:p>
          <a:endParaRPr lang="en-US"/>
        </a:p>
      </dgm:t>
    </dgm:pt>
    <dgm:pt modelId="{386C2B6D-2EE1-4682-AE61-EE246CD54E31}">
      <dgm:prSet phldrT="[Text]"/>
      <dgm:spPr/>
      <dgm:t>
        <a:bodyPr/>
        <a:lstStyle/>
        <a:p>
          <a:r>
            <a:rPr lang="en-US" dirty="0"/>
            <a:t>Some text here</a:t>
          </a:r>
        </a:p>
      </dgm:t>
    </dgm:pt>
    <dgm:pt modelId="{649D72FB-0D8F-479C-87D1-C73133EF35E2}" type="parTrans" cxnId="{7F96AC57-2F84-4E8C-AA92-E82865EE63FE}">
      <dgm:prSet/>
      <dgm:spPr/>
      <dgm:t>
        <a:bodyPr/>
        <a:lstStyle/>
        <a:p>
          <a:endParaRPr lang="en-US"/>
        </a:p>
      </dgm:t>
    </dgm:pt>
    <dgm:pt modelId="{E1C9E6F1-2ED2-4DD8-9B78-28FC1AF5D352}" type="sibTrans" cxnId="{7F96AC57-2F84-4E8C-AA92-E82865EE63FE}">
      <dgm:prSet/>
      <dgm:spPr/>
      <dgm:t>
        <a:bodyPr/>
        <a:lstStyle/>
        <a:p>
          <a:endParaRPr lang="en-US"/>
        </a:p>
      </dgm:t>
    </dgm:pt>
    <dgm:pt modelId="{2A22E84C-3AA3-4E9C-AE5F-9C2FB0D7FB11}">
      <dgm:prSet phldrT="[Text]"/>
      <dgm:spPr/>
      <dgm:t>
        <a:bodyPr/>
        <a:lstStyle/>
        <a:p>
          <a:r>
            <a:rPr lang="en-US"/>
            <a:t>Lorem Ipsum</a:t>
          </a:r>
          <a:endParaRPr lang="en-US" dirty="0"/>
        </a:p>
      </dgm:t>
    </dgm:pt>
    <dgm:pt modelId="{6C025E55-DF42-4C5D-AFD5-6015FA053D46}" type="parTrans" cxnId="{BEB859E7-C343-408E-86A1-667C27EE5761}">
      <dgm:prSet/>
      <dgm:spPr/>
      <dgm:t>
        <a:bodyPr/>
        <a:lstStyle/>
        <a:p>
          <a:endParaRPr lang="en-US"/>
        </a:p>
      </dgm:t>
    </dgm:pt>
    <dgm:pt modelId="{744EA591-F199-49C2-B63A-82709D96C729}" type="sibTrans" cxnId="{BEB859E7-C343-408E-86A1-667C27EE5761}">
      <dgm:prSet/>
      <dgm:spPr/>
      <dgm:t>
        <a:bodyPr/>
        <a:lstStyle/>
        <a:p>
          <a:endParaRPr lang="en-US"/>
        </a:p>
      </dgm:t>
    </dgm:pt>
    <dgm:pt modelId="{9ADACFBF-2A78-45C9-A7C4-5E5DBC674760}">
      <dgm:prSet phldrT="[Text]"/>
      <dgm:spPr/>
      <dgm:t>
        <a:bodyPr/>
        <a:lstStyle/>
        <a:p>
          <a:r>
            <a:rPr lang="en-US" dirty="0"/>
            <a:t>Some text here</a:t>
          </a:r>
        </a:p>
      </dgm:t>
    </dgm:pt>
    <dgm:pt modelId="{E121796C-71AB-4354-A1D4-3BF0025298A5}" type="parTrans" cxnId="{2B98897D-9937-49AC-9FE9-6629E912033A}">
      <dgm:prSet/>
      <dgm:spPr/>
      <dgm:t>
        <a:bodyPr/>
        <a:lstStyle/>
        <a:p>
          <a:endParaRPr lang="en-US"/>
        </a:p>
      </dgm:t>
    </dgm:pt>
    <dgm:pt modelId="{F3FE7E5A-DC73-423B-998C-02943CF263BF}" type="sibTrans" cxnId="{2B98897D-9937-49AC-9FE9-6629E912033A}">
      <dgm:prSet/>
      <dgm:spPr/>
      <dgm:t>
        <a:bodyPr/>
        <a:lstStyle/>
        <a:p>
          <a:endParaRPr lang="en-US"/>
        </a:p>
      </dgm:t>
    </dgm:pt>
    <dgm:pt modelId="{6C39594C-4AE1-4221-9751-E4FBA9469435}">
      <dgm:prSet phldrT="[Text]"/>
      <dgm:spPr/>
      <dgm:t>
        <a:bodyPr/>
        <a:lstStyle/>
        <a:p>
          <a:r>
            <a:rPr lang="en-US" dirty="0"/>
            <a:t>Some text here</a:t>
          </a:r>
        </a:p>
      </dgm:t>
    </dgm:pt>
    <dgm:pt modelId="{EA90E5E0-265B-4677-A3EF-FCD0DFDF4F41}" type="parTrans" cxnId="{7AF91B96-DA69-42D6-83DE-0E63677A4C47}">
      <dgm:prSet/>
      <dgm:spPr/>
      <dgm:t>
        <a:bodyPr/>
        <a:lstStyle/>
        <a:p>
          <a:endParaRPr lang="en-US"/>
        </a:p>
      </dgm:t>
    </dgm:pt>
    <dgm:pt modelId="{F04E3063-747B-4761-B46E-8C06B2EF3C55}" type="sibTrans" cxnId="{7AF91B96-DA69-42D6-83DE-0E63677A4C47}">
      <dgm:prSet/>
      <dgm:spPr/>
      <dgm:t>
        <a:bodyPr/>
        <a:lstStyle/>
        <a:p>
          <a:endParaRPr lang="en-US"/>
        </a:p>
      </dgm:t>
    </dgm:pt>
    <dgm:pt modelId="{36045517-CEA4-4BE3-B836-C2B6BFE5649B}">
      <dgm:prSet phldrT="[Text]"/>
      <dgm:spPr/>
      <dgm:t>
        <a:bodyPr/>
        <a:lstStyle/>
        <a:p>
          <a:r>
            <a:rPr lang="en-US"/>
            <a:t>Lorem Ipsum</a:t>
          </a:r>
          <a:endParaRPr lang="en-US" dirty="0"/>
        </a:p>
      </dgm:t>
    </dgm:pt>
    <dgm:pt modelId="{6231A36F-9B04-4B4A-917A-7E163AFFC956}" type="parTrans" cxnId="{4019353B-443B-4DED-AA6C-3C60E18414C7}">
      <dgm:prSet/>
      <dgm:spPr/>
      <dgm:t>
        <a:bodyPr/>
        <a:lstStyle/>
        <a:p>
          <a:endParaRPr lang="en-US"/>
        </a:p>
      </dgm:t>
    </dgm:pt>
    <dgm:pt modelId="{BFF3C5ED-87D0-4709-A3B8-A7BF0668006A}" type="sibTrans" cxnId="{4019353B-443B-4DED-AA6C-3C60E18414C7}">
      <dgm:prSet/>
      <dgm:spPr/>
      <dgm:t>
        <a:bodyPr/>
        <a:lstStyle/>
        <a:p>
          <a:endParaRPr lang="en-US"/>
        </a:p>
      </dgm:t>
    </dgm:pt>
    <dgm:pt modelId="{110CC072-E78D-486A-BD24-8CD6CE5683E0}">
      <dgm:prSet phldrT="[Text]"/>
      <dgm:spPr/>
      <dgm:t>
        <a:bodyPr/>
        <a:lstStyle/>
        <a:p>
          <a:r>
            <a:rPr lang="en-US" dirty="0"/>
            <a:t>Some text here</a:t>
          </a:r>
        </a:p>
      </dgm:t>
    </dgm:pt>
    <dgm:pt modelId="{EFE20FCA-41FE-42D4-8C71-85751017ADFF}" type="parTrans" cxnId="{5670A7D8-BA42-4857-8679-D269077AD7D7}">
      <dgm:prSet/>
      <dgm:spPr/>
      <dgm:t>
        <a:bodyPr/>
        <a:lstStyle/>
        <a:p>
          <a:endParaRPr lang="en-US"/>
        </a:p>
      </dgm:t>
    </dgm:pt>
    <dgm:pt modelId="{C901204A-BC8E-4B62-854A-DFB2104323F5}" type="sibTrans" cxnId="{5670A7D8-BA42-4857-8679-D269077AD7D7}">
      <dgm:prSet/>
      <dgm:spPr/>
      <dgm:t>
        <a:bodyPr/>
        <a:lstStyle/>
        <a:p>
          <a:endParaRPr lang="en-US"/>
        </a:p>
      </dgm:t>
    </dgm:pt>
    <dgm:pt modelId="{F64D9B44-8949-42CE-A3F5-920CF85E6D38}">
      <dgm:prSet phldrT="[Text]"/>
      <dgm:spPr/>
      <dgm:t>
        <a:bodyPr/>
        <a:lstStyle/>
        <a:p>
          <a:r>
            <a:rPr lang="en-US" dirty="0"/>
            <a:t>Some text here</a:t>
          </a:r>
        </a:p>
      </dgm:t>
    </dgm:pt>
    <dgm:pt modelId="{81AB81A4-D793-40B9-964C-9DA3AF17B95D}" type="parTrans" cxnId="{F091E13E-CC91-4760-8919-F8E7FA115B30}">
      <dgm:prSet/>
      <dgm:spPr/>
      <dgm:t>
        <a:bodyPr/>
        <a:lstStyle/>
        <a:p>
          <a:endParaRPr lang="en-US"/>
        </a:p>
      </dgm:t>
    </dgm:pt>
    <dgm:pt modelId="{ECDC803C-5DBD-4EEE-A68A-AC8585F1A4EB}" type="sibTrans" cxnId="{F091E13E-CC91-4760-8919-F8E7FA115B30}">
      <dgm:prSet/>
      <dgm:spPr/>
      <dgm:t>
        <a:bodyPr/>
        <a:lstStyle/>
        <a:p>
          <a:endParaRPr lang="en-US"/>
        </a:p>
      </dgm:t>
    </dgm:pt>
    <dgm:pt modelId="{1B3B138B-0D91-48C2-9CF6-5A8742F3C82C}" type="pres">
      <dgm:prSet presAssocID="{B9C32B05-62EA-407A-B21C-2310C7945705}" presName="Name0" presStyleCnt="0">
        <dgm:presLayoutVars>
          <dgm:dir/>
          <dgm:resizeHandles val="exact"/>
        </dgm:presLayoutVars>
      </dgm:prSet>
      <dgm:spPr/>
    </dgm:pt>
    <dgm:pt modelId="{7433B3B3-5C6F-4821-B327-1EF2789B92EC}" type="pres">
      <dgm:prSet presAssocID="{42D71409-67F9-455C-8C6D-716D284AAA6B}" presName="node" presStyleLbl="node1" presStyleIdx="0" presStyleCnt="5">
        <dgm:presLayoutVars>
          <dgm:bulletEnabled val="1"/>
        </dgm:presLayoutVars>
      </dgm:prSet>
      <dgm:spPr/>
    </dgm:pt>
    <dgm:pt modelId="{A0474681-0F1A-45E4-85ED-06AC6EC2BAC9}" type="pres">
      <dgm:prSet presAssocID="{478B7D3C-9FB4-4BC6-90AC-49960560DECD}" presName="sibTrans" presStyleLbl="sibTrans2D1" presStyleIdx="0" presStyleCnt="4"/>
      <dgm:spPr/>
    </dgm:pt>
    <dgm:pt modelId="{857F0533-90D2-48BE-992C-E80B4D1753B8}" type="pres">
      <dgm:prSet presAssocID="{478B7D3C-9FB4-4BC6-90AC-49960560DECD}" presName="connectorText" presStyleLbl="sibTrans2D1" presStyleIdx="0" presStyleCnt="4"/>
      <dgm:spPr/>
    </dgm:pt>
    <dgm:pt modelId="{448C0BFA-E441-42D8-A883-325066AF8B61}" type="pres">
      <dgm:prSet presAssocID="{F66099B6-DBBD-4AB0-82D2-877B80F846F7}" presName="node" presStyleLbl="node1" presStyleIdx="1" presStyleCnt="5">
        <dgm:presLayoutVars>
          <dgm:bulletEnabled val="1"/>
        </dgm:presLayoutVars>
      </dgm:prSet>
      <dgm:spPr/>
    </dgm:pt>
    <dgm:pt modelId="{46EE1AEB-2DB9-4D9F-8652-98EF180A765F}" type="pres">
      <dgm:prSet presAssocID="{BC531B32-9B0E-482E-BF91-65C61F17168D}" presName="sibTrans" presStyleLbl="sibTrans2D1" presStyleIdx="1" presStyleCnt="4"/>
      <dgm:spPr/>
    </dgm:pt>
    <dgm:pt modelId="{0DD3D3CB-8C57-4FE9-A9EA-1CF5F2ADE91E}" type="pres">
      <dgm:prSet presAssocID="{BC531B32-9B0E-482E-BF91-65C61F17168D}" presName="connectorText" presStyleLbl="sibTrans2D1" presStyleIdx="1" presStyleCnt="4"/>
      <dgm:spPr/>
    </dgm:pt>
    <dgm:pt modelId="{CA7E1A6D-2B17-4CC4-BE5F-4D4ED42F5EA1}" type="pres">
      <dgm:prSet presAssocID="{EE62A4F6-4AC4-435B-990E-81A71CE8CAC7}" presName="node" presStyleLbl="node1" presStyleIdx="2" presStyleCnt="5">
        <dgm:presLayoutVars>
          <dgm:bulletEnabled val="1"/>
        </dgm:presLayoutVars>
      </dgm:prSet>
      <dgm:spPr/>
    </dgm:pt>
    <dgm:pt modelId="{7C602BCC-0AA9-4CFE-82F9-D1C64821151F}" type="pres">
      <dgm:prSet presAssocID="{389F9A93-0231-4877-8C41-5D5B8DD7AAC0}" presName="sibTrans" presStyleLbl="sibTrans2D1" presStyleIdx="2" presStyleCnt="4"/>
      <dgm:spPr/>
    </dgm:pt>
    <dgm:pt modelId="{87740F04-E9E1-4B62-9922-B184580478A8}" type="pres">
      <dgm:prSet presAssocID="{389F9A93-0231-4877-8C41-5D5B8DD7AAC0}" presName="connectorText" presStyleLbl="sibTrans2D1" presStyleIdx="2" presStyleCnt="4"/>
      <dgm:spPr/>
    </dgm:pt>
    <dgm:pt modelId="{760A012F-67A2-4436-A25A-9A21EEB1BFF5}" type="pres">
      <dgm:prSet presAssocID="{2A22E84C-3AA3-4E9C-AE5F-9C2FB0D7FB11}" presName="node" presStyleLbl="node1" presStyleIdx="3" presStyleCnt="5">
        <dgm:presLayoutVars>
          <dgm:bulletEnabled val="1"/>
        </dgm:presLayoutVars>
      </dgm:prSet>
      <dgm:spPr/>
    </dgm:pt>
    <dgm:pt modelId="{667207AA-B2C5-4750-ABA3-10CC6B6BC418}" type="pres">
      <dgm:prSet presAssocID="{744EA591-F199-49C2-B63A-82709D96C729}" presName="sibTrans" presStyleLbl="sibTrans2D1" presStyleIdx="3" presStyleCnt="4"/>
      <dgm:spPr/>
    </dgm:pt>
    <dgm:pt modelId="{FC8118C5-E560-43F3-B4A2-B6878A611BDF}" type="pres">
      <dgm:prSet presAssocID="{744EA591-F199-49C2-B63A-82709D96C729}" presName="connectorText" presStyleLbl="sibTrans2D1" presStyleIdx="3" presStyleCnt="4"/>
      <dgm:spPr/>
    </dgm:pt>
    <dgm:pt modelId="{03C09BFB-30E2-4652-A775-993CD238573D}" type="pres">
      <dgm:prSet presAssocID="{36045517-CEA4-4BE3-B836-C2B6BFE5649B}" presName="node" presStyleLbl="node1" presStyleIdx="4" presStyleCnt="5">
        <dgm:presLayoutVars>
          <dgm:bulletEnabled val="1"/>
        </dgm:presLayoutVars>
      </dgm:prSet>
      <dgm:spPr/>
    </dgm:pt>
  </dgm:ptLst>
  <dgm:cxnLst>
    <dgm:cxn modelId="{C6C0650C-71D9-453B-947B-BB9A78FA0BE3}" type="presOf" srcId="{744EA591-F199-49C2-B63A-82709D96C729}" destId="{667207AA-B2C5-4750-ABA3-10CC6B6BC418}" srcOrd="0" destOrd="0" presId="urn:microsoft.com/office/officeart/2005/8/layout/process1"/>
    <dgm:cxn modelId="{AC4A1312-0BBB-49DE-B232-A8D8FEBC1F06}" type="presOf" srcId="{110CC072-E78D-486A-BD24-8CD6CE5683E0}" destId="{03C09BFB-30E2-4652-A775-993CD238573D}" srcOrd="0" destOrd="1" presId="urn:microsoft.com/office/officeart/2005/8/layout/process1"/>
    <dgm:cxn modelId="{E8DE3613-00E5-425E-B627-03CF5F129DD4}" type="presOf" srcId="{F66099B6-DBBD-4AB0-82D2-877B80F846F7}" destId="{448C0BFA-E441-42D8-A883-325066AF8B61}" srcOrd="0" destOrd="0" presId="urn:microsoft.com/office/officeart/2005/8/layout/process1"/>
    <dgm:cxn modelId="{04C15915-2593-4DDD-8669-3BB99A72D65A}" type="presOf" srcId="{9ADACFBF-2A78-45C9-A7C4-5E5DBC674760}" destId="{760A012F-67A2-4436-A25A-9A21EEB1BFF5}" srcOrd="0" destOrd="1" presId="urn:microsoft.com/office/officeart/2005/8/layout/process1"/>
    <dgm:cxn modelId="{8434B018-BBD6-47E7-B32D-1D5F02A0BFE4}" type="presOf" srcId="{389F9A93-0231-4877-8C41-5D5B8DD7AAC0}" destId="{87740F04-E9E1-4B62-9922-B184580478A8}" srcOrd="1" destOrd="0" presId="urn:microsoft.com/office/officeart/2005/8/layout/process1"/>
    <dgm:cxn modelId="{D51CA01F-EA4C-49E7-BF0A-F0818865410A}" type="presOf" srcId="{744EA591-F199-49C2-B63A-82709D96C729}" destId="{FC8118C5-E560-43F3-B4A2-B6878A611BDF}" srcOrd="1" destOrd="0" presId="urn:microsoft.com/office/officeart/2005/8/layout/process1"/>
    <dgm:cxn modelId="{2AA9C11F-1F1D-428E-801A-47EAA766C99D}" srcId="{B9C32B05-62EA-407A-B21C-2310C7945705}" destId="{42D71409-67F9-455C-8C6D-716D284AAA6B}" srcOrd="0" destOrd="0" parTransId="{51680ED1-AF6E-4B28-AE94-92B0EFB0DF7D}" sibTransId="{478B7D3C-9FB4-4BC6-90AC-49960560DECD}"/>
    <dgm:cxn modelId="{79D1D91F-E12B-4DF8-80C4-B6BB8B3B40B6}" type="presOf" srcId="{BC531B32-9B0E-482E-BF91-65C61F17168D}" destId="{0DD3D3CB-8C57-4FE9-A9EA-1CF5F2ADE91E}" srcOrd="1" destOrd="0" presId="urn:microsoft.com/office/officeart/2005/8/layout/process1"/>
    <dgm:cxn modelId="{22BD7A22-E31F-451B-9A69-AE161F6E1DAA}" type="presOf" srcId="{478B7D3C-9FB4-4BC6-90AC-49960560DECD}" destId="{857F0533-90D2-48BE-992C-E80B4D1753B8}" srcOrd="1" destOrd="0" presId="urn:microsoft.com/office/officeart/2005/8/layout/process1"/>
    <dgm:cxn modelId="{A302F027-DCA2-4FC0-9F00-2F9058907AE7}" type="presOf" srcId="{478B7D3C-9FB4-4BC6-90AC-49960560DECD}" destId="{A0474681-0F1A-45E4-85ED-06AC6EC2BAC9}" srcOrd="0" destOrd="0" presId="urn:microsoft.com/office/officeart/2005/8/layout/process1"/>
    <dgm:cxn modelId="{7BCA6630-126B-43AD-B467-560FEFEE3E1F}" type="presOf" srcId="{F64D9B44-8949-42CE-A3F5-920CF85E6D38}" destId="{03C09BFB-30E2-4652-A775-993CD238573D}" srcOrd="0" destOrd="2" presId="urn:microsoft.com/office/officeart/2005/8/layout/process1"/>
    <dgm:cxn modelId="{B4F3EA32-CE64-4A92-9BAE-BC57E5392B05}" srcId="{B9C32B05-62EA-407A-B21C-2310C7945705}" destId="{F66099B6-DBBD-4AB0-82D2-877B80F846F7}" srcOrd="1" destOrd="0" parTransId="{B09C8BFB-F41C-4AC4-AB94-F216E3081C2D}" sibTransId="{BC531B32-9B0E-482E-BF91-65C61F17168D}"/>
    <dgm:cxn modelId="{35013F34-57BC-4E3C-A003-07C0E49926DB}" srcId="{F66099B6-DBBD-4AB0-82D2-877B80F846F7}" destId="{BE788BF5-FE9F-4C7D-A1CD-9232D7860179}" srcOrd="1" destOrd="0" parTransId="{963A52CB-C772-45F2-8A30-8ABA6B14D3CE}" sibTransId="{88191C5E-55BA-42F2-B842-FC86CBBADC0F}"/>
    <dgm:cxn modelId="{4019353B-443B-4DED-AA6C-3C60E18414C7}" srcId="{B9C32B05-62EA-407A-B21C-2310C7945705}" destId="{36045517-CEA4-4BE3-B836-C2B6BFE5649B}" srcOrd="4" destOrd="0" parTransId="{6231A36F-9B04-4B4A-917A-7E163AFFC956}" sibTransId="{BFF3C5ED-87D0-4709-A3B8-A7BF0668006A}"/>
    <dgm:cxn modelId="{F091E13E-CC91-4760-8919-F8E7FA115B30}" srcId="{36045517-CEA4-4BE3-B836-C2B6BFE5649B}" destId="{F64D9B44-8949-42CE-A3F5-920CF85E6D38}" srcOrd="1" destOrd="0" parTransId="{81AB81A4-D793-40B9-964C-9DA3AF17B95D}" sibTransId="{ECDC803C-5DBD-4EEE-A68A-AC8585F1A4EB}"/>
    <dgm:cxn modelId="{8A0D1268-E368-40AE-BB1B-60357994015B}" type="presOf" srcId="{EE62A4F6-4AC4-435B-990E-81A71CE8CAC7}" destId="{CA7E1A6D-2B17-4CC4-BE5F-4D4ED42F5EA1}" srcOrd="0" destOrd="0" presId="urn:microsoft.com/office/officeart/2005/8/layout/process1"/>
    <dgm:cxn modelId="{BEC4114A-5B66-4775-B81E-516CAC22F5E2}" type="presOf" srcId="{6CF284C3-4A70-4432-8F33-E75A802B3330}" destId="{448C0BFA-E441-42D8-A883-325066AF8B61}" srcOrd="0" destOrd="1" presId="urn:microsoft.com/office/officeart/2005/8/layout/process1"/>
    <dgm:cxn modelId="{C3FE964A-6589-4EC1-8597-92B280C3B7E4}" type="presOf" srcId="{3CE06941-9820-4827-8B16-CD80CC49F780}" destId="{CA7E1A6D-2B17-4CC4-BE5F-4D4ED42F5EA1}" srcOrd="0" destOrd="1" presId="urn:microsoft.com/office/officeart/2005/8/layout/process1"/>
    <dgm:cxn modelId="{957CE04B-4E8C-46FC-9BBF-257A9340227C}" type="presOf" srcId="{8EA7219F-BDB2-48EB-9EEB-3133522D132E}" destId="{7433B3B3-5C6F-4821-B327-1EF2789B92EC}" srcOrd="0" destOrd="1" presId="urn:microsoft.com/office/officeart/2005/8/layout/process1"/>
    <dgm:cxn modelId="{1573B473-D9FC-42EC-AC9A-3E11605C95A7}" type="presOf" srcId="{BE788BF5-FE9F-4C7D-A1CD-9232D7860179}" destId="{448C0BFA-E441-42D8-A883-325066AF8B61}" srcOrd="0" destOrd="2" presId="urn:microsoft.com/office/officeart/2005/8/layout/process1"/>
    <dgm:cxn modelId="{82ED8076-7DE6-417E-982C-0EE552DD54BD}" type="presOf" srcId="{36045517-CEA4-4BE3-B836-C2B6BFE5649B}" destId="{03C09BFB-30E2-4652-A775-993CD238573D}" srcOrd="0" destOrd="0" presId="urn:microsoft.com/office/officeart/2005/8/layout/process1"/>
    <dgm:cxn modelId="{7F96AC57-2F84-4E8C-AA92-E82865EE63FE}" srcId="{EE62A4F6-4AC4-435B-990E-81A71CE8CAC7}" destId="{386C2B6D-2EE1-4682-AE61-EE246CD54E31}" srcOrd="1" destOrd="0" parTransId="{649D72FB-0D8F-479C-87D1-C73133EF35E2}" sibTransId="{E1C9E6F1-2ED2-4DD8-9B78-28FC1AF5D352}"/>
    <dgm:cxn modelId="{CFF27D78-A666-4E5C-B119-81B4BD13456A}" type="presOf" srcId="{386C2B6D-2EE1-4682-AE61-EE246CD54E31}" destId="{CA7E1A6D-2B17-4CC4-BE5F-4D4ED42F5EA1}" srcOrd="0" destOrd="2" presId="urn:microsoft.com/office/officeart/2005/8/layout/process1"/>
    <dgm:cxn modelId="{13647C79-7FE5-476B-B363-6EAE08736089}" type="presOf" srcId="{2A22E84C-3AA3-4E9C-AE5F-9C2FB0D7FB11}" destId="{760A012F-67A2-4436-A25A-9A21EEB1BFF5}" srcOrd="0" destOrd="0" presId="urn:microsoft.com/office/officeart/2005/8/layout/process1"/>
    <dgm:cxn modelId="{2B98897D-9937-49AC-9FE9-6629E912033A}" srcId="{2A22E84C-3AA3-4E9C-AE5F-9C2FB0D7FB11}" destId="{9ADACFBF-2A78-45C9-A7C4-5E5DBC674760}" srcOrd="0" destOrd="0" parTransId="{E121796C-71AB-4354-A1D4-3BF0025298A5}" sibTransId="{F3FE7E5A-DC73-423B-998C-02943CF263BF}"/>
    <dgm:cxn modelId="{2DC24386-BC50-4BAB-8571-16CB10C2603C}" srcId="{F66099B6-DBBD-4AB0-82D2-877B80F846F7}" destId="{6CF284C3-4A70-4432-8F33-E75A802B3330}" srcOrd="0" destOrd="0" parTransId="{044831E6-2FC9-4DDA-81FB-5FA418568D07}" sibTransId="{CD50B82D-84BB-4747-B282-ABB339EBA294}"/>
    <dgm:cxn modelId="{38CB518B-42CA-4BB4-AC5C-AA95C67BEABF}" type="presOf" srcId="{3AF880A5-0F00-4315-A5DF-1FE656798601}" destId="{7433B3B3-5C6F-4821-B327-1EF2789B92EC}" srcOrd="0" destOrd="2" presId="urn:microsoft.com/office/officeart/2005/8/layout/process1"/>
    <dgm:cxn modelId="{C99CE395-39F6-46B4-938C-9BF085685D1A}" srcId="{EE62A4F6-4AC4-435B-990E-81A71CE8CAC7}" destId="{3CE06941-9820-4827-8B16-CD80CC49F780}" srcOrd="0" destOrd="0" parTransId="{141A3C92-8966-4E2F-82E4-2E09E22674B2}" sibTransId="{F58FC55B-E61F-445C-956E-0BB2202254CA}"/>
    <dgm:cxn modelId="{7AF91B96-DA69-42D6-83DE-0E63677A4C47}" srcId="{2A22E84C-3AA3-4E9C-AE5F-9C2FB0D7FB11}" destId="{6C39594C-4AE1-4221-9751-E4FBA9469435}" srcOrd="1" destOrd="0" parTransId="{EA90E5E0-265B-4677-A3EF-FCD0DFDF4F41}" sibTransId="{F04E3063-747B-4761-B46E-8C06B2EF3C55}"/>
    <dgm:cxn modelId="{453F899E-190E-40F6-BCFF-C6B60C8DC8C9}" type="presOf" srcId="{6C39594C-4AE1-4221-9751-E4FBA9469435}" destId="{760A012F-67A2-4436-A25A-9A21EEB1BFF5}" srcOrd="0" destOrd="2" presId="urn:microsoft.com/office/officeart/2005/8/layout/process1"/>
    <dgm:cxn modelId="{3A2CECA6-0C5B-46BB-B7C6-7D37E9D210BD}" srcId="{B9C32B05-62EA-407A-B21C-2310C7945705}" destId="{EE62A4F6-4AC4-435B-990E-81A71CE8CAC7}" srcOrd="2" destOrd="0" parTransId="{F287B947-7343-4FA2-B288-B23A59FFAE31}" sibTransId="{389F9A93-0231-4877-8C41-5D5B8DD7AAC0}"/>
    <dgm:cxn modelId="{A0F5C9CA-EA8E-497B-BDD1-E584243C052D}" type="presOf" srcId="{BC531B32-9B0E-482E-BF91-65C61F17168D}" destId="{46EE1AEB-2DB9-4D9F-8652-98EF180A765F}" srcOrd="0" destOrd="0" presId="urn:microsoft.com/office/officeart/2005/8/layout/process1"/>
    <dgm:cxn modelId="{5670A7D8-BA42-4857-8679-D269077AD7D7}" srcId="{36045517-CEA4-4BE3-B836-C2B6BFE5649B}" destId="{110CC072-E78D-486A-BD24-8CD6CE5683E0}" srcOrd="0" destOrd="0" parTransId="{EFE20FCA-41FE-42D4-8C71-85751017ADFF}" sibTransId="{C901204A-BC8E-4B62-854A-DFB2104323F5}"/>
    <dgm:cxn modelId="{6A2DBEE1-05C6-483A-AD9E-1D7963DAC661}" type="presOf" srcId="{42D71409-67F9-455C-8C6D-716D284AAA6B}" destId="{7433B3B3-5C6F-4821-B327-1EF2789B92EC}" srcOrd="0" destOrd="0" presId="urn:microsoft.com/office/officeart/2005/8/layout/process1"/>
    <dgm:cxn modelId="{24F8CBE2-5003-4E69-A772-6B98F2B05181}" srcId="{42D71409-67F9-455C-8C6D-716D284AAA6B}" destId="{3AF880A5-0F00-4315-A5DF-1FE656798601}" srcOrd="1" destOrd="0" parTransId="{A13BB1F9-5857-4B43-8BF5-6589AA2CB759}" sibTransId="{C198C41D-2640-4669-83ED-E0CD35701C8E}"/>
    <dgm:cxn modelId="{BEB859E7-C343-408E-86A1-667C27EE5761}" srcId="{B9C32B05-62EA-407A-B21C-2310C7945705}" destId="{2A22E84C-3AA3-4E9C-AE5F-9C2FB0D7FB11}" srcOrd="3" destOrd="0" parTransId="{6C025E55-DF42-4C5D-AFD5-6015FA053D46}" sibTransId="{744EA591-F199-49C2-B63A-82709D96C729}"/>
    <dgm:cxn modelId="{0B0E48EF-3C48-4E03-B2B1-2B6DBF8AF77E}" type="presOf" srcId="{B9C32B05-62EA-407A-B21C-2310C7945705}" destId="{1B3B138B-0D91-48C2-9CF6-5A8742F3C82C}" srcOrd="0" destOrd="0" presId="urn:microsoft.com/office/officeart/2005/8/layout/process1"/>
    <dgm:cxn modelId="{58AD7EEF-D408-406B-87EE-4691D4C30668}" srcId="{42D71409-67F9-455C-8C6D-716D284AAA6B}" destId="{8EA7219F-BDB2-48EB-9EEB-3133522D132E}" srcOrd="0" destOrd="0" parTransId="{3EE8403A-CB7C-4815-85BD-AEBCAEB71B37}" sibTransId="{C94B7947-85DC-4B21-BB99-DF8438356F98}"/>
    <dgm:cxn modelId="{D3534CF4-2D35-4D92-B4C2-9DF2D3764D92}" type="presOf" srcId="{389F9A93-0231-4877-8C41-5D5B8DD7AAC0}" destId="{7C602BCC-0AA9-4CFE-82F9-D1C64821151F}" srcOrd="0" destOrd="0" presId="urn:microsoft.com/office/officeart/2005/8/layout/process1"/>
    <dgm:cxn modelId="{CE37A5FB-78B3-409E-A466-63DFD3F211F9}" type="presParOf" srcId="{1B3B138B-0D91-48C2-9CF6-5A8742F3C82C}" destId="{7433B3B3-5C6F-4821-B327-1EF2789B92EC}" srcOrd="0" destOrd="0" presId="urn:microsoft.com/office/officeart/2005/8/layout/process1"/>
    <dgm:cxn modelId="{2C362529-B30A-4E91-A0EF-D40AD7772604}" type="presParOf" srcId="{1B3B138B-0D91-48C2-9CF6-5A8742F3C82C}" destId="{A0474681-0F1A-45E4-85ED-06AC6EC2BAC9}" srcOrd="1" destOrd="0" presId="urn:microsoft.com/office/officeart/2005/8/layout/process1"/>
    <dgm:cxn modelId="{27EB0CF9-FEE7-4ED7-B3E4-B109F19BA9BE}" type="presParOf" srcId="{A0474681-0F1A-45E4-85ED-06AC6EC2BAC9}" destId="{857F0533-90D2-48BE-992C-E80B4D1753B8}" srcOrd="0" destOrd="0" presId="urn:microsoft.com/office/officeart/2005/8/layout/process1"/>
    <dgm:cxn modelId="{6EAD03BE-2AA6-4A09-870E-090CDC4556B9}" type="presParOf" srcId="{1B3B138B-0D91-48C2-9CF6-5A8742F3C82C}" destId="{448C0BFA-E441-42D8-A883-325066AF8B61}" srcOrd="2" destOrd="0" presId="urn:microsoft.com/office/officeart/2005/8/layout/process1"/>
    <dgm:cxn modelId="{8B1CE38D-EE3F-4611-9875-424A0922BD60}" type="presParOf" srcId="{1B3B138B-0D91-48C2-9CF6-5A8742F3C82C}" destId="{46EE1AEB-2DB9-4D9F-8652-98EF180A765F}" srcOrd="3" destOrd="0" presId="urn:microsoft.com/office/officeart/2005/8/layout/process1"/>
    <dgm:cxn modelId="{0DBC7142-E8E5-4562-98DB-618B584446A6}" type="presParOf" srcId="{46EE1AEB-2DB9-4D9F-8652-98EF180A765F}" destId="{0DD3D3CB-8C57-4FE9-A9EA-1CF5F2ADE91E}" srcOrd="0" destOrd="0" presId="urn:microsoft.com/office/officeart/2005/8/layout/process1"/>
    <dgm:cxn modelId="{136682FF-F32C-4CB7-A406-ACE4A3102B67}" type="presParOf" srcId="{1B3B138B-0D91-48C2-9CF6-5A8742F3C82C}" destId="{CA7E1A6D-2B17-4CC4-BE5F-4D4ED42F5EA1}" srcOrd="4" destOrd="0" presId="urn:microsoft.com/office/officeart/2005/8/layout/process1"/>
    <dgm:cxn modelId="{99CA8451-7176-4E49-B09B-A16353F347C4}" type="presParOf" srcId="{1B3B138B-0D91-48C2-9CF6-5A8742F3C82C}" destId="{7C602BCC-0AA9-4CFE-82F9-D1C64821151F}" srcOrd="5" destOrd="0" presId="urn:microsoft.com/office/officeart/2005/8/layout/process1"/>
    <dgm:cxn modelId="{2570447F-A3DC-4CC4-8D08-9E4501C52350}" type="presParOf" srcId="{7C602BCC-0AA9-4CFE-82F9-D1C64821151F}" destId="{87740F04-E9E1-4B62-9922-B184580478A8}" srcOrd="0" destOrd="0" presId="urn:microsoft.com/office/officeart/2005/8/layout/process1"/>
    <dgm:cxn modelId="{5AE3B39B-E7DF-43F5-AB6E-A837D04BBBDD}" type="presParOf" srcId="{1B3B138B-0D91-48C2-9CF6-5A8742F3C82C}" destId="{760A012F-67A2-4436-A25A-9A21EEB1BFF5}" srcOrd="6" destOrd="0" presId="urn:microsoft.com/office/officeart/2005/8/layout/process1"/>
    <dgm:cxn modelId="{26DC9FB6-5457-495D-83EC-E65DF7D248F3}" type="presParOf" srcId="{1B3B138B-0D91-48C2-9CF6-5A8742F3C82C}" destId="{667207AA-B2C5-4750-ABA3-10CC6B6BC418}" srcOrd="7" destOrd="0" presId="urn:microsoft.com/office/officeart/2005/8/layout/process1"/>
    <dgm:cxn modelId="{CEF032B9-837A-4728-B2BE-54E681D10964}" type="presParOf" srcId="{667207AA-B2C5-4750-ABA3-10CC6B6BC418}" destId="{FC8118C5-E560-43F3-B4A2-B6878A611BDF}" srcOrd="0" destOrd="0" presId="urn:microsoft.com/office/officeart/2005/8/layout/process1"/>
    <dgm:cxn modelId="{EB0FB629-D5C5-4B1E-A316-F385B58B5419}" type="presParOf" srcId="{1B3B138B-0D91-48C2-9CF6-5A8742F3C82C}" destId="{03C09BFB-30E2-4652-A775-993CD238573D}" srcOrd="8" destOrd="0" presId="urn:microsoft.com/office/officeart/2005/8/layout/process1"/>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43.xml><?xml version="1.0" encoding="utf-8"?>
<dgm:dataModel xmlns:dgm="http://schemas.openxmlformats.org/drawingml/2006/diagram" xmlns:a="http://schemas.openxmlformats.org/drawingml/2006/main">
  <dgm:ptLst>
    <dgm:pt modelId="{B9C32B05-62EA-407A-B21C-2310C7945705}" type="doc">
      <dgm:prSet loTypeId="urn:microsoft.com/office/officeart/2009/3/layout/StepUpProcess" loCatId="process"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solidFill>
                <a:schemeClr val="tx2"/>
              </a:solidFill>
            </a:rPr>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F66099B6-DBBD-4AB0-82D2-877B80F846F7}">
      <dgm:prSet phldrT="[Text]"/>
      <dgm:spPr/>
      <dgm:t>
        <a:bodyPr/>
        <a:lstStyle/>
        <a:p>
          <a:r>
            <a:rPr lang="en-US" dirty="0">
              <a:solidFill>
                <a:schemeClr val="tx2"/>
              </a:solidFill>
            </a:rPr>
            <a:t>Lorem Ipsum</a:t>
          </a:r>
        </a:p>
      </dgm:t>
    </dgm:pt>
    <dgm:pt modelId="{B09C8BFB-F41C-4AC4-AB94-F216E3081C2D}" type="parTrans" cxnId="{B4F3EA32-CE64-4A92-9BAE-BC57E5392B05}">
      <dgm:prSet/>
      <dgm:spPr/>
      <dgm:t>
        <a:bodyPr/>
        <a:lstStyle/>
        <a:p>
          <a:endParaRPr lang="en-US"/>
        </a:p>
      </dgm:t>
    </dgm:pt>
    <dgm:pt modelId="{BC531B32-9B0E-482E-BF91-65C61F17168D}" type="sibTrans" cxnId="{B4F3EA32-CE64-4A92-9BAE-BC57E5392B05}">
      <dgm:prSet/>
      <dgm:spPr/>
      <dgm:t>
        <a:bodyPr/>
        <a:lstStyle/>
        <a:p>
          <a:endParaRPr lang="en-US"/>
        </a:p>
      </dgm:t>
    </dgm:pt>
    <dgm:pt modelId="{EE62A4F6-4AC4-435B-990E-81A71CE8CAC7}">
      <dgm:prSet phldrT="[Text]"/>
      <dgm:spPr/>
      <dgm:t>
        <a:bodyPr/>
        <a:lstStyle/>
        <a:p>
          <a:r>
            <a:rPr lang="en-US" dirty="0">
              <a:solidFill>
                <a:schemeClr val="tx2"/>
              </a:solidFill>
            </a:rPr>
            <a:t>Lorem Ipsum</a:t>
          </a:r>
        </a:p>
      </dgm:t>
    </dgm:pt>
    <dgm:pt modelId="{F287B947-7343-4FA2-B288-B23A59FFAE31}" type="parTrans" cxnId="{3A2CECA6-0C5B-46BB-B7C6-7D37E9D210BD}">
      <dgm:prSet/>
      <dgm:spPr/>
      <dgm:t>
        <a:bodyPr/>
        <a:lstStyle/>
        <a:p>
          <a:endParaRPr lang="en-US"/>
        </a:p>
      </dgm:t>
    </dgm:pt>
    <dgm:pt modelId="{389F9A93-0231-4877-8C41-5D5B8DD7AAC0}" type="sibTrans" cxnId="{3A2CECA6-0C5B-46BB-B7C6-7D37E9D210BD}">
      <dgm:prSet/>
      <dgm:spPr/>
      <dgm:t>
        <a:bodyPr/>
        <a:lstStyle/>
        <a:p>
          <a:endParaRPr lang="en-US"/>
        </a:p>
      </dgm:t>
    </dgm:pt>
    <dgm:pt modelId="{6CF284C3-4A70-4432-8F33-E75A802B3330}">
      <dgm:prSet/>
      <dgm:spPr/>
      <dgm:t>
        <a:bodyPr/>
        <a:lstStyle/>
        <a:p>
          <a:r>
            <a:rPr lang="en-US" dirty="0">
              <a:solidFill>
                <a:schemeClr val="tx2"/>
              </a:solidFill>
            </a:rPr>
            <a:t>Some text here</a:t>
          </a:r>
        </a:p>
      </dgm:t>
    </dgm:pt>
    <dgm:pt modelId="{044831E6-2FC9-4DDA-81FB-5FA418568D07}" type="parTrans" cxnId="{2DC24386-BC50-4BAB-8571-16CB10C2603C}">
      <dgm:prSet/>
      <dgm:spPr/>
      <dgm:t>
        <a:bodyPr/>
        <a:lstStyle/>
        <a:p>
          <a:endParaRPr lang="en-US"/>
        </a:p>
      </dgm:t>
    </dgm:pt>
    <dgm:pt modelId="{CD50B82D-84BB-4747-B282-ABB339EBA294}" type="sibTrans" cxnId="{2DC24386-BC50-4BAB-8571-16CB10C2603C}">
      <dgm:prSet/>
      <dgm:spPr/>
      <dgm:t>
        <a:bodyPr/>
        <a:lstStyle/>
        <a:p>
          <a:endParaRPr lang="en-US"/>
        </a:p>
      </dgm:t>
    </dgm:pt>
    <dgm:pt modelId="{3AF880A5-0F00-4315-A5DF-1FE656798601}">
      <dgm:prSet phldrT="[Text]"/>
      <dgm:spPr/>
      <dgm:t>
        <a:bodyPr/>
        <a:lstStyle/>
        <a:p>
          <a:r>
            <a:rPr lang="en-US" dirty="0">
              <a:solidFill>
                <a:schemeClr val="tx2"/>
              </a:solidFill>
            </a:rPr>
            <a:t>Some text here</a:t>
          </a:r>
        </a:p>
      </dgm:t>
    </dgm:pt>
    <dgm:pt modelId="{A13BB1F9-5857-4B43-8BF5-6589AA2CB759}" type="parTrans" cxnId="{24F8CBE2-5003-4E69-A772-6B98F2B05181}">
      <dgm:prSet/>
      <dgm:spPr/>
      <dgm:t>
        <a:bodyPr/>
        <a:lstStyle/>
        <a:p>
          <a:endParaRPr lang="en-US"/>
        </a:p>
      </dgm:t>
    </dgm:pt>
    <dgm:pt modelId="{C198C41D-2640-4669-83ED-E0CD35701C8E}" type="sibTrans" cxnId="{24F8CBE2-5003-4E69-A772-6B98F2B05181}">
      <dgm:prSet/>
      <dgm:spPr/>
      <dgm:t>
        <a:bodyPr/>
        <a:lstStyle/>
        <a:p>
          <a:endParaRPr lang="en-US"/>
        </a:p>
      </dgm:t>
    </dgm:pt>
    <dgm:pt modelId="{8EA7219F-BDB2-48EB-9EEB-3133522D132E}">
      <dgm:prSet phldrT="[Text]"/>
      <dgm:spPr/>
      <dgm:t>
        <a:bodyPr/>
        <a:lstStyle/>
        <a:p>
          <a:r>
            <a:rPr lang="en-US" dirty="0">
              <a:solidFill>
                <a:schemeClr val="tx2"/>
              </a:solidFill>
            </a:rPr>
            <a:t>Some text here</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BE788BF5-FE9F-4C7D-A1CD-9232D7860179}">
      <dgm:prSet phldrT="[Text]"/>
      <dgm:spPr/>
      <dgm:t>
        <a:bodyPr/>
        <a:lstStyle/>
        <a:p>
          <a:r>
            <a:rPr lang="en-US" dirty="0">
              <a:solidFill>
                <a:schemeClr val="tx2"/>
              </a:solidFill>
            </a:rPr>
            <a:t>Some text here</a:t>
          </a:r>
        </a:p>
      </dgm:t>
    </dgm:pt>
    <dgm:pt modelId="{963A52CB-C772-45F2-8A30-8ABA6B14D3CE}" type="parTrans" cxnId="{35013F34-57BC-4E3C-A003-07C0E49926DB}">
      <dgm:prSet/>
      <dgm:spPr/>
      <dgm:t>
        <a:bodyPr/>
        <a:lstStyle/>
        <a:p>
          <a:endParaRPr lang="en-US"/>
        </a:p>
      </dgm:t>
    </dgm:pt>
    <dgm:pt modelId="{88191C5E-55BA-42F2-B842-FC86CBBADC0F}" type="sibTrans" cxnId="{35013F34-57BC-4E3C-A003-07C0E49926DB}">
      <dgm:prSet/>
      <dgm:spPr/>
      <dgm:t>
        <a:bodyPr/>
        <a:lstStyle/>
        <a:p>
          <a:endParaRPr lang="en-US"/>
        </a:p>
      </dgm:t>
    </dgm:pt>
    <dgm:pt modelId="{3CE06941-9820-4827-8B16-CD80CC49F780}">
      <dgm:prSet phldrT="[Text]"/>
      <dgm:spPr/>
      <dgm:t>
        <a:bodyPr/>
        <a:lstStyle/>
        <a:p>
          <a:r>
            <a:rPr lang="en-US" dirty="0">
              <a:solidFill>
                <a:schemeClr val="tx2"/>
              </a:solidFill>
            </a:rPr>
            <a:t>Some text here</a:t>
          </a:r>
        </a:p>
      </dgm:t>
    </dgm:pt>
    <dgm:pt modelId="{141A3C92-8966-4E2F-82E4-2E09E22674B2}" type="parTrans" cxnId="{C99CE395-39F6-46B4-938C-9BF085685D1A}">
      <dgm:prSet/>
      <dgm:spPr/>
      <dgm:t>
        <a:bodyPr/>
        <a:lstStyle/>
        <a:p>
          <a:endParaRPr lang="en-US"/>
        </a:p>
      </dgm:t>
    </dgm:pt>
    <dgm:pt modelId="{F58FC55B-E61F-445C-956E-0BB2202254CA}" type="sibTrans" cxnId="{C99CE395-39F6-46B4-938C-9BF085685D1A}">
      <dgm:prSet/>
      <dgm:spPr/>
      <dgm:t>
        <a:bodyPr/>
        <a:lstStyle/>
        <a:p>
          <a:endParaRPr lang="en-US"/>
        </a:p>
      </dgm:t>
    </dgm:pt>
    <dgm:pt modelId="{386C2B6D-2EE1-4682-AE61-EE246CD54E31}">
      <dgm:prSet phldrT="[Text]"/>
      <dgm:spPr/>
      <dgm:t>
        <a:bodyPr/>
        <a:lstStyle/>
        <a:p>
          <a:r>
            <a:rPr lang="en-US" dirty="0">
              <a:solidFill>
                <a:schemeClr val="tx2"/>
              </a:solidFill>
            </a:rPr>
            <a:t>Some text here</a:t>
          </a:r>
        </a:p>
      </dgm:t>
    </dgm:pt>
    <dgm:pt modelId="{649D72FB-0D8F-479C-87D1-C73133EF35E2}" type="parTrans" cxnId="{7F96AC57-2F84-4E8C-AA92-E82865EE63FE}">
      <dgm:prSet/>
      <dgm:spPr/>
      <dgm:t>
        <a:bodyPr/>
        <a:lstStyle/>
        <a:p>
          <a:endParaRPr lang="en-US"/>
        </a:p>
      </dgm:t>
    </dgm:pt>
    <dgm:pt modelId="{E1C9E6F1-2ED2-4DD8-9B78-28FC1AF5D352}" type="sibTrans" cxnId="{7F96AC57-2F84-4E8C-AA92-E82865EE63FE}">
      <dgm:prSet/>
      <dgm:spPr/>
      <dgm:t>
        <a:bodyPr/>
        <a:lstStyle/>
        <a:p>
          <a:endParaRPr lang="en-US"/>
        </a:p>
      </dgm:t>
    </dgm:pt>
    <dgm:pt modelId="{2A22E84C-3AA3-4E9C-AE5F-9C2FB0D7FB11}">
      <dgm:prSet phldrT="[Text]"/>
      <dgm:spPr/>
      <dgm:t>
        <a:bodyPr/>
        <a:lstStyle/>
        <a:p>
          <a:r>
            <a:rPr lang="en-US">
              <a:solidFill>
                <a:schemeClr val="tx2"/>
              </a:solidFill>
            </a:rPr>
            <a:t>Lorem Ipsum</a:t>
          </a:r>
          <a:endParaRPr lang="en-US" dirty="0">
            <a:solidFill>
              <a:schemeClr val="tx2"/>
            </a:solidFill>
          </a:endParaRPr>
        </a:p>
      </dgm:t>
    </dgm:pt>
    <dgm:pt modelId="{6C025E55-DF42-4C5D-AFD5-6015FA053D46}" type="parTrans" cxnId="{BEB859E7-C343-408E-86A1-667C27EE5761}">
      <dgm:prSet/>
      <dgm:spPr/>
      <dgm:t>
        <a:bodyPr/>
        <a:lstStyle/>
        <a:p>
          <a:endParaRPr lang="en-US"/>
        </a:p>
      </dgm:t>
    </dgm:pt>
    <dgm:pt modelId="{744EA591-F199-49C2-B63A-82709D96C729}" type="sibTrans" cxnId="{BEB859E7-C343-408E-86A1-667C27EE5761}">
      <dgm:prSet/>
      <dgm:spPr/>
      <dgm:t>
        <a:bodyPr/>
        <a:lstStyle/>
        <a:p>
          <a:endParaRPr lang="en-US"/>
        </a:p>
      </dgm:t>
    </dgm:pt>
    <dgm:pt modelId="{9ADACFBF-2A78-45C9-A7C4-5E5DBC674760}">
      <dgm:prSet phldrT="[Text]"/>
      <dgm:spPr/>
      <dgm:t>
        <a:bodyPr/>
        <a:lstStyle/>
        <a:p>
          <a:r>
            <a:rPr lang="en-US" dirty="0">
              <a:solidFill>
                <a:schemeClr val="tx2"/>
              </a:solidFill>
            </a:rPr>
            <a:t>Some text here</a:t>
          </a:r>
        </a:p>
      </dgm:t>
    </dgm:pt>
    <dgm:pt modelId="{E121796C-71AB-4354-A1D4-3BF0025298A5}" type="parTrans" cxnId="{2B98897D-9937-49AC-9FE9-6629E912033A}">
      <dgm:prSet/>
      <dgm:spPr/>
      <dgm:t>
        <a:bodyPr/>
        <a:lstStyle/>
        <a:p>
          <a:endParaRPr lang="en-US"/>
        </a:p>
      </dgm:t>
    </dgm:pt>
    <dgm:pt modelId="{F3FE7E5A-DC73-423B-998C-02943CF263BF}" type="sibTrans" cxnId="{2B98897D-9937-49AC-9FE9-6629E912033A}">
      <dgm:prSet/>
      <dgm:spPr/>
      <dgm:t>
        <a:bodyPr/>
        <a:lstStyle/>
        <a:p>
          <a:endParaRPr lang="en-US"/>
        </a:p>
      </dgm:t>
    </dgm:pt>
    <dgm:pt modelId="{6C39594C-4AE1-4221-9751-E4FBA9469435}">
      <dgm:prSet phldrT="[Text]"/>
      <dgm:spPr/>
      <dgm:t>
        <a:bodyPr/>
        <a:lstStyle/>
        <a:p>
          <a:r>
            <a:rPr lang="en-US" dirty="0">
              <a:solidFill>
                <a:schemeClr val="tx2"/>
              </a:solidFill>
            </a:rPr>
            <a:t>Some text here</a:t>
          </a:r>
        </a:p>
      </dgm:t>
    </dgm:pt>
    <dgm:pt modelId="{EA90E5E0-265B-4677-A3EF-FCD0DFDF4F41}" type="parTrans" cxnId="{7AF91B96-DA69-42D6-83DE-0E63677A4C47}">
      <dgm:prSet/>
      <dgm:spPr/>
      <dgm:t>
        <a:bodyPr/>
        <a:lstStyle/>
        <a:p>
          <a:endParaRPr lang="en-US"/>
        </a:p>
      </dgm:t>
    </dgm:pt>
    <dgm:pt modelId="{F04E3063-747B-4761-B46E-8C06B2EF3C55}" type="sibTrans" cxnId="{7AF91B96-DA69-42D6-83DE-0E63677A4C47}">
      <dgm:prSet/>
      <dgm:spPr/>
      <dgm:t>
        <a:bodyPr/>
        <a:lstStyle/>
        <a:p>
          <a:endParaRPr lang="en-US"/>
        </a:p>
      </dgm:t>
    </dgm:pt>
    <dgm:pt modelId="{36045517-CEA4-4BE3-B836-C2B6BFE5649B}">
      <dgm:prSet phldrT="[Text]"/>
      <dgm:spPr/>
      <dgm:t>
        <a:bodyPr/>
        <a:lstStyle/>
        <a:p>
          <a:r>
            <a:rPr lang="en-US">
              <a:solidFill>
                <a:schemeClr val="tx2"/>
              </a:solidFill>
            </a:rPr>
            <a:t>Lorem Ipsum</a:t>
          </a:r>
          <a:endParaRPr lang="en-US" dirty="0">
            <a:solidFill>
              <a:schemeClr val="tx2"/>
            </a:solidFill>
          </a:endParaRPr>
        </a:p>
      </dgm:t>
    </dgm:pt>
    <dgm:pt modelId="{6231A36F-9B04-4B4A-917A-7E163AFFC956}" type="parTrans" cxnId="{4019353B-443B-4DED-AA6C-3C60E18414C7}">
      <dgm:prSet/>
      <dgm:spPr/>
      <dgm:t>
        <a:bodyPr/>
        <a:lstStyle/>
        <a:p>
          <a:endParaRPr lang="en-US"/>
        </a:p>
      </dgm:t>
    </dgm:pt>
    <dgm:pt modelId="{BFF3C5ED-87D0-4709-A3B8-A7BF0668006A}" type="sibTrans" cxnId="{4019353B-443B-4DED-AA6C-3C60E18414C7}">
      <dgm:prSet/>
      <dgm:spPr/>
      <dgm:t>
        <a:bodyPr/>
        <a:lstStyle/>
        <a:p>
          <a:endParaRPr lang="en-US"/>
        </a:p>
      </dgm:t>
    </dgm:pt>
    <dgm:pt modelId="{110CC072-E78D-486A-BD24-8CD6CE5683E0}">
      <dgm:prSet phldrT="[Text]"/>
      <dgm:spPr/>
      <dgm:t>
        <a:bodyPr/>
        <a:lstStyle/>
        <a:p>
          <a:r>
            <a:rPr lang="en-US" dirty="0">
              <a:solidFill>
                <a:schemeClr val="tx2"/>
              </a:solidFill>
            </a:rPr>
            <a:t>Some text here</a:t>
          </a:r>
        </a:p>
      </dgm:t>
    </dgm:pt>
    <dgm:pt modelId="{EFE20FCA-41FE-42D4-8C71-85751017ADFF}" type="parTrans" cxnId="{5670A7D8-BA42-4857-8679-D269077AD7D7}">
      <dgm:prSet/>
      <dgm:spPr/>
      <dgm:t>
        <a:bodyPr/>
        <a:lstStyle/>
        <a:p>
          <a:endParaRPr lang="en-US"/>
        </a:p>
      </dgm:t>
    </dgm:pt>
    <dgm:pt modelId="{C901204A-BC8E-4B62-854A-DFB2104323F5}" type="sibTrans" cxnId="{5670A7D8-BA42-4857-8679-D269077AD7D7}">
      <dgm:prSet/>
      <dgm:spPr/>
      <dgm:t>
        <a:bodyPr/>
        <a:lstStyle/>
        <a:p>
          <a:endParaRPr lang="en-US"/>
        </a:p>
      </dgm:t>
    </dgm:pt>
    <dgm:pt modelId="{F64D9B44-8949-42CE-A3F5-920CF85E6D38}">
      <dgm:prSet phldrT="[Text]"/>
      <dgm:spPr/>
      <dgm:t>
        <a:bodyPr/>
        <a:lstStyle/>
        <a:p>
          <a:r>
            <a:rPr lang="en-US" dirty="0">
              <a:solidFill>
                <a:schemeClr val="tx2"/>
              </a:solidFill>
            </a:rPr>
            <a:t>Some text here</a:t>
          </a:r>
        </a:p>
      </dgm:t>
    </dgm:pt>
    <dgm:pt modelId="{81AB81A4-D793-40B9-964C-9DA3AF17B95D}" type="parTrans" cxnId="{F091E13E-CC91-4760-8919-F8E7FA115B30}">
      <dgm:prSet/>
      <dgm:spPr/>
      <dgm:t>
        <a:bodyPr/>
        <a:lstStyle/>
        <a:p>
          <a:endParaRPr lang="en-US"/>
        </a:p>
      </dgm:t>
    </dgm:pt>
    <dgm:pt modelId="{ECDC803C-5DBD-4EEE-A68A-AC8585F1A4EB}" type="sibTrans" cxnId="{F091E13E-CC91-4760-8919-F8E7FA115B30}">
      <dgm:prSet/>
      <dgm:spPr/>
      <dgm:t>
        <a:bodyPr/>
        <a:lstStyle/>
        <a:p>
          <a:endParaRPr lang="en-US"/>
        </a:p>
      </dgm:t>
    </dgm:pt>
    <dgm:pt modelId="{708A0BF7-A416-4709-A87C-21F3398CAEA5}" type="pres">
      <dgm:prSet presAssocID="{B9C32B05-62EA-407A-B21C-2310C7945705}" presName="rootnode" presStyleCnt="0">
        <dgm:presLayoutVars>
          <dgm:chMax/>
          <dgm:chPref/>
          <dgm:dir/>
          <dgm:animLvl val="lvl"/>
        </dgm:presLayoutVars>
      </dgm:prSet>
      <dgm:spPr/>
    </dgm:pt>
    <dgm:pt modelId="{B3E71B69-C578-4E00-9927-34A16E9C96C9}" type="pres">
      <dgm:prSet presAssocID="{42D71409-67F9-455C-8C6D-716D284AAA6B}" presName="composite" presStyleCnt="0"/>
      <dgm:spPr/>
    </dgm:pt>
    <dgm:pt modelId="{C29D15C6-07AC-4589-8CCC-24CF3FC9C6DB}" type="pres">
      <dgm:prSet presAssocID="{42D71409-67F9-455C-8C6D-716D284AAA6B}" presName="LShape" presStyleLbl="alignNode1" presStyleIdx="0" presStyleCnt="9"/>
      <dgm:spPr/>
    </dgm:pt>
    <dgm:pt modelId="{A3EF2DD0-17D3-4D27-B4F6-F9D46B57DF85}" type="pres">
      <dgm:prSet presAssocID="{42D71409-67F9-455C-8C6D-716D284AAA6B}" presName="ParentText" presStyleLbl="revTx" presStyleIdx="0" presStyleCnt="5">
        <dgm:presLayoutVars>
          <dgm:chMax val="0"/>
          <dgm:chPref val="0"/>
          <dgm:bulletEnabled val="1"/>
        </dgm:presLayoutVars>
      </dgm:prSet>
      <dgm:spPr/>
    </dgm:pt>
    <dgm:pt modelId="{BB165B35-CC80-4076-9101-07C7DE8E269A}" type="pres">
      <dgm:prSet presAssocID="{42D71409-67F9-455C-8C6D-716D284AAA6B}" presName="Triangle" presStyleLbl="alignNode1" presStyleIdx="1" presStyleCnt="9"/>
      <dgm:spPr/>
    </dgm:pt>
    <dgm:pt modelId="{04F961E3-A1B5-4FBF-9B38-94710F5F3C00}" type="pres">
      <dgm:prSet presAssocID="{478B7D3C-9FB4-4BC6-90AC-49960560DECD}" presName="sibTrans" presStyleCnt="0"/>
      <dgm:spPr/>
    </dgm:pt>
    <dgm:pt modelId="{B9D60B59-BC9C-44DB-9A02-BD1392D29DD8}" type="pres">
      <dgm:prSet presAssocID="{478B7D3C-9FB4-4BC6-90AC-49960560DECD}" presName="space" presStyleCnt="0"/>
      <dgm:spPr/>
    </dgm:pt>
    <dgm:pt modelId="{B03D98BE-D17B-42A9-9066-2A4EA88D1885}" type="pres">
      <dgm:prSet presAssocID="{F66099B6-DBBD-4AB0-82D2-877B80F846F7}" presName="composite" presStyleCnt="0"/>
      <dgm:spPr/>
    </dgm:pt>
    <dgm:pt modelId="{3C3FC654-B3F4-4CBE-AA1B-608264053F6B}" type="pres">
      <dgm:prSet presAssocID="{F66099B6-DBBD-4AB0-82D2-877B80F846F7}" presName="LShape" presStyleLbl="alignNode1" presStyleIdx="2" presStyleCnt="9"/>
      <dgm:spPr/>
    </dgm:pt>
    <dgm:pt modelId="{090D207F-6633-4503-95C2-3F109B785740}" type="pres">
      <dgm:prSet presAssocID="{F66099B6-DBBD-4AB0-82D2-877B80F846F7}" presName="ParentText" presStyleLbl="revTx" presStyleIdx="1" presStyleCnt="5">
        <dgm:presLayoutVars>
          <dgm:chMax val="0"/>
          <dgm:chPref val="0"/>
          <dgm:bulletEnabled val="1"/>
        </dgm:presLayoutVars>
      </dgm:prSet>
      <dgm:spPr/>
    </dgm:pt>
    <dgm:pt modelId="{C316683A-655C-45FC-AFF7-0765AEE8E61F}" type="pres">
      <dgm:prSet presAssocID="{F66099B6-DBBD-4AB0-82D2-877B80F846F7}" presName="Triangle" presStyleLbl="alignNode1" presStyleIdx="3" presStyleCnt="9"/>
      <dgm:spPr/>
    </dgm:pt>
    <dgm:pt modelId="{FC82A982-E7A9-4B95-9A6D-45797516FD8C}" type="pres">
      <dgm:prSet presAssocID="{BC531B32-9B0E-482E-BF91-65C61F17168D}" presName="sibTrans" presStyleCnt="0"/>
      <dgm:spPr/>
    </dgm:pt>
    <dgm:pt modelId="{ECE9E7A1-EC98-4B28-9ECA-B452EE8F465D}" type="pres">
      <dgm:prSet presAssocID="{BC531B32-9B0E-482E-BF91-65C61F17168D}" presName="space" presStyleCnt="0"/>
      <dgm:spPr/>
    </dgm:pt>
    <dgm:pt modelId="{56E07F61-8D9B-4CF4-A00C-16D55D2D62FF}" type="pres">
      <dgm:prSet presAssocID="{EE62A4F6-4AC4-435B-990E-81A71CE8CAC7}" presName="composite" presStyleCnt="0"/>
      <dgm:spPr/>
    </dgm:pt>
    <dgm:pt modelId="{46A9F2B5-1B55-4913-9546-59E0E1D0110A}" type="pres">
      <dgm:prSet presAssocID="{EE62A4F6-4AC4-435B-990E-81A71CE8CAC7}" presName="LShape" presStyleLbl="alignNode1" presStyleIdx="4" presStyleCnt="9"/>
      <dgm:spPr/>
    </dgm:pt>
    <dgm:pt modelId="{FB36B8EF-09FD-4F50-B1B2-2C7A4D27391E}" type="pres">
      <dgm:prSet presAssocID="{EE62A4F6-4AC4-435B-990E-81A71CE8CAC7}" presName="ParentText" presStyleLbl="revTx" presStyleIdx="2" presStyleCnt="5">
        <dgm:presLayoutVars>
          <dgm:chMax val="0"/>
          <dgm:chPref val="0"/>
          <dgm:bulletEnabled val="1"/>
        </dgm:presLayoutVars>
      </dgm:prSet>
      <dgm:spPr/>
    </dgm:pt>
    <dgm:pt modelId="{1C955794-C0D3-4843-9D15-76FD669DD9B1}" type="pres">
      <dgm:prSet presAssocID="{EE62A4F6-4AC4-435B-990E-81A71CE8CAC7}" presName="Triangle" presStyleLbl="alignNode1" presStyleIdx="5" presStyleCnt="9"/>
      <dgm:spPr/>
    </dgm:pt>
    <dgm:pt modelId="{B0733124-E5A0-4DB8-996A-290668FB57FE}" type="pres">
      <dgm:prSet presAssocID="{389F9A93-0231-4877-8C41-5D5B8DD7AAC0}" presName="sibTrans" presStyleCnt="0"/>
      <dgm:spPr/>
    </dgm:pt>
    <dgm:pt modelId="{2B15E32C-18BF-4EF5-BAEC-CC5BA00D8CC1}" type="pres">
      <dgm:prSet presAssocID="{389F9A93-0231-4877-8C41-5D5B8DD7AAC0}" presName="space" presStyleCnt="0"/>
      <dgm:spPr/>
    </dgm:pt>
    <dgm:pt modelId="{B4DEE251-9736-43F6-B85F-A38BAE93774B}" type="pres">
      <dgm:prSet presAssocID="{2A22E84C-3AA3-4E9C-AE5F-9C2FB0D7FB11}" presName="composite" presStyleCnt="0"/>
      <dgm:spPr/>
    </dgm:pt>
    <dgm:pt modelId="{EC0D2D31-959E-4F74-BE42-635C8A784ABE}" type="pres">
      <dgm:prSet presAssocID="{2A22E84C-3AA3-4E9C-AE5F-9C2FB0D7FB11}" presName="LShape" presStyleLbl="alignNode1" presStyleIdx="6" presStyleCnt="9"/>
      <dgm:spPr/>
    </dgm:pt>
    <dgm:pt modelId="{13EC714B-C3FE-4641-BC69-7AD59D4978D4}" type="pres">
      <dgm:prSet presAssocID="{2A22E84C-3AA3-4E9C-AE5F-9C2FB0D7FB11}" presName="ParentText" presStyleLbl="revTx" presStyleIdx="3" presStyleCnt="5">
        <dgm:presLayoutVars>
          <dgm:chMax val="0"/>
          <dgm:chPref val="0"/>
          <dgm:bulletEnabled val="1"/>
        </dgm:presLayoutVars>
      </dgm:prSet>
      <dgm:spPr/>
    </dgm:pt>
    <dgm:pt modelId="{6E2C60CB-92D3-42C7-9797-B98A7E7024F7}" type="pres">
      <dgm:prSet presAssocID="{2A22E84C-3AA3-4E9C-AE5F-9C2FB0D7FB11}" presName="Triangle" presStyleLbl="alignNode1" presStyleIdx="7" presStyleCnt="9"/>
      <dgm:spPr/>
    </dgm:pt>
    <dgm:pt modelId="{FB177E7D-E7E5-4B21-9EBE-026B5AD19806}" type="pres">
      <dgm:prSet presAssocID="{744EA591-F199-49C2-B63A-82709D96C729}" presName="sibTrans" presStyleCnt="0"/>
      <dgm:spPr/>
    </dgm:pt>
    <dgm:pt modelId="{6B33A980-B9B4-445B-B85F-3EF5CA37DF88}" type="pres">
      <dgm:prSet presAssocID="{744EA591-F199-49C2-B63A-82709D96C729}" presName="space" presStyleCnt="0"/>
      <dgm:spPr/>
    </dgm:pt>
    <dgm:pt modelId="{4235A5D0-5CFC-4233-938E-C5754FC7FA68}" type="pres">
      <dgm:prSet presAssocID="{36045517-CEA4-4BE3-B836-C2B6BFE5649B}" presName="composite" presStyleCnt="0"/>
      <dgm:spPr/>
    </dgm:pt>
    <dgm:pt modelId="{08FC8BE4-95D3-4409-AA7F-3573E266C6CD}" type="pres">
      <dgm:prSet presAssocID="{36045517-CEA4-4BE3-B836-C2B6BFE5649B}" presName="LShape" presStyleLbl="alignNode1" presStyleIdx="8" presStyleCnt="9"/>
      <dgm:spPr/>
    </dgm:pt>
    <dgm:pt modelId="{B0D8CB92-0718-41D1-B065-99B075A8BBD5}" type="pres">
      <dgm:prSet presAssocID="{36045517-CEA4-4BE3-B836-C2B6BFE5649B}" presName="ParentText" presStyleLbl="revTx" presStyleIdx="4" presStyleCnt="5">
        <dgm:presLayoutVars>
          <dgm:chMax val="0"/>
          <dgm:chPref val="0"/>
          <dgm:bulletEnabled val="1"/>
        </dgm:presLayoutVars>
      </dgm:prSet>
      <dgm:spPr/>
    </dgm:pt>
  </dgm:ptLst>
  <dgm:cxnLst>
    <dgm:cxn modelId="{777A1F1A-4CD4-4487-B205-51A4EF1B2065}" type="presOf" srcId="{8EA7219F-BDB2-48EB-9EEB-3133522D132E}" destId="{A3EF2DD0-17D3-4D27-B4F6-F9D46B57DF85}" srcOrd="0" destOrd="1" presId="urn:microsoft.com/office/officeart/2009/3/layout/StepUpProcess"/>
    <dgm:cxn modelId="{FDAFDB1D-3DB5-4D8E-B231-D7CF4315E13E}" type="presOf" srcId="{F66099B6-DBBD-4AB0-82D2-877B80F846F7}" destId="{090D207F-6633-4503-95C2-3F109B785740}" srcOrd="0" destOrd="0" presId="urn:microsoft.com/office/officeart/2009/3/layout/StepUpProcess"/>
    <dgm:cxn modelId="{2AA9C11F-1F1D-428E-801A-47EAA766C99D}" srcId="{B9C32B05-62EA-407A-B21C-2310C7945705}" destId="{42D71409-67F9-455C-8C6D-716D284AAA6B}" srcOrd="0" destOrd="0" parTransId="{51680ED1-AF6E-4B28-AE94-92B0EFB0DF7D}" sibTransId="{478B7D3C-9FB4-4BC6-90AC-49960560DECD}"/>
    <dgm:cxn modelId="{00437431-D57F-4158-9456-650097E3DC51}" type="presOf" srcId="{36045517-CEA4-4BE3-B836-C2B6BFE5649B}" destId="{B0D8CB92-0718-41D1-B065-99B075A8BBD5}" srcOrd="0" destOrd="0" presId="urn:microsoft.com/office/officeart/2009/3/layout/StepUpProcess"/>
    <dgm:cxn modelId="{B4F3EA32-CE64-4A92-9BAE-BC57E5392B05}" srcId="{B9C32B05-62EA-407A-B21C-2310C7945705}" destId="{F66099B6-DBBD-4AB0-82D2-877B80F846F7}" srcOrd="1" destOrd="0" parTransId="{B09C8BFB-F41C-4AC4-AB94-F216E3081C2D}" sibTransId="{BC531B32-9B0E-482E-BF91-65C61F17168D}"/>
    <dgm:cxn modelId="{35013F34-57BC-4E3C-A003-07C0E49926DB}" srcId="{F66099B6-DBBD-4AB0-82D2-877B80F846F7}" destId="{BE788BF5-FE9F-4C7D-A1CD-9232D7860179}" srcOrd="1" destOrd="0" parTransId="{963A52CB-C772-45F2-8A30-8ABA6B14D3CE}" sibTransId="{88191C5E-55BA-42F2-B842-FC86CBBADC0F}"/>
    <dgm:cxn modelId="{B8009F3A-2527-4901-8F52-E3DA976A3031}" type="presOf" srcId="{B9C32B05-62EA-407A-B21C-2310C7945705}" destId="{708A0BF7-A416-4709-A87C-21F3398CAEA5}" srcOrd="0" destOrd="0" presId="urn:microsoft.com/office/officeart/2009/3/layout/StepUpProcess"/>
    <dgm:cxn modelId="{4019353B-443B-4DED-AA6C-3C60E18414C7}" srcId="{B9C32B05-62EA-407A-B21C-2310C7945705}" destId="{36045517-CEA4-4BE3-B836-C2B6BFE5649B}" srcOrd="4" destOrd="0" parTransId="{6231A36F-9B04-4B4A-917A-7E163AFFC956}" sibTransId="{BFF3C5ED-87D0-4709-A3B8-A7BF0668006A}"/>
    <dgm:cxn modelId="{F091E13E-CC91-4760-8919-F8E7FA115B30}" srcId="{36045517-CEA4-4BE3-B836-C2B6BFE5649B}" destId="{F64D9B44-8949-42CE-A3F5-920CF85E6D38}" srcOrd="1" destOrd="0" parTransId="{81AB81A4-D793-40B9-964C-9DA3AF17B95D}" sibTransId="{ECDC803C-5DBD-4EEE-A68A-AC8585F1A4EB}"/>
    <dgm:cxn modelId="{4A147148-C240-4539-AB3C-7BED827A1F1B}" type="presOf" srcId="{EE62A4F6-4AC4-435B-990E-81A71CE8CAC7}" destId="{FB36B8EF-09FD-4F50-B1B2-2C7A4D27391E}" srcOrd="0" destOrd="0" presId="urn:microsoft.com/office/officeart/2009/3/layout/StepUpProcess"/>
    <dgm:cxn modelId="{427F6F55-2132-44F5-B73A-B891EA6EFAE0}" type="presOf" srcId="{6CF284C3-4A70-4432-8F33-E75A802B3330}" destId="{090D207F-6633-4503-95C2-3F109B785740}" srcOrd="0" destOrd="1" presId="urn:microsoft.com/office/officeart/2009/3/layout/StepUpProcess"/>
    <dgm:cxn modelId="{7F96AC57-2F84-4E8C-AA92-E82865EE63FE}" srcId="{EE62A4F6-4AC4-435B-990E-81A71CE8CAC7}" destId="{386C2B6D-2EE1-4682-AE61-EE246CD54E31}" srcOrd="1" destOrd="0" parTransId="{649D72FB-0D8F-479C-87D1-C73133EF35E2}" sibTransId="{E1C9E6F1-2ED2-4DD8-9B78-28FC1AF5D352}"/>
    <dgm:cxn modelId="{2B98897D-9937-49AC-9FE9-6629E912033A}" srcId="{2A22E84C-3AA3-4E9C-AE5F-9C2FB0D7FB11}" destId="{9ADACFBF-2A78-45C9-A7C4-5E5DBC674760}" srcOrd="0" destOrd="0" parTransId="{E121796C-71AB-4354-A1D4-3BF0025298A5}" sibTransId="{F3FE7E5A-DC73-423B-998C-02943CF263BF}"/>
    <dgm:cxn modelId="{2DC24386-BC50-4BAB-8571-16CB10C2603C}" srcId="{F66099B6-DBBD-4AB0-82D2-877B80F846F7}" destId="{6CF284C3-4A70-4432-8F33-E75A802B3330}" srcOrd="0" destOrd="0" parTransId="{044831E6-2FC9-4DDA-81FB-5FA418568D07}" sibTransId="{CD50B82D-84BB-4747-B282-ABB339EBA294}"/>
    <dgm:cxn modelId="{C99CE395-39F6-46B4-938C-9BF085685D1A}" srcId="{EE62A4F6-4AC4-435B-990E-81A71CE8CAC7}" destId="{3CE06941-9820-4827-8B16-CD80CC49F780}" srcOrd="0" destOrd="0" parTransId="{141A3C92-8966-4E2F-82E4-2E09E22674B2}" sibTransId="{F58FC55B-E61F-445C-956E-0BB2202254CA}"/>
    <dgm:cxn modelId="{7AF91B96-DA69-42D6-83DE-0E63677A4C47}" srcId="{2A22E84C-3AA3-4E9C-AE5F-9C2FB0D7FB11}" destId="{6C39594C-4AE1-4221-9751-E4FBA9469435}" srcOrd="1" destOrd="0" parTransId="{EA90E5E0-265B-4677-A3EF-FCD0DFDF4F41}" sibTransId="{F04E3063-747B-4761-B46E-8C06B2EF3C55}"/>
    <dgm:cxn modelId="{3283AC9B-3C59-4C15-AA79-E0BB548FE5CA}" type="presOf" srcId="{6C39594C-4AE1-4221-9751-E4FBA9469435}" destId="{13EC714B-C3FE-4641-BC69-7AD59D4978D4}" srcOrd="0" destOrd="2" presId="urn:microsoft.com/office/officeart/2009/3/layout/StepUpProcess"/>
    <dgm:cxn modelId="{23346E9C-E516-496C-B88B-10901360AB25}" type="presOf" srcId="{386C2B6D-2EE1-4682-AE61-EE246CD54E31}" destId="{FB36B8EF-09FD-4F50-B1B2-2C7A4D27391E}" srcOrd="0" destOrd="2" presId="urn:microsoft.com/office/officeart/2009/3/layout/StepUpProcess"/>
    <dgm:cxn modelId="{3A2CECA6-0C5B-46BB-B7C6-7D37E9D210BD}" srcId="{B9C32B05-62EA-407A-B21C-2310C7945705}" destId="{EE62A4F6-4AC4-435B-990E-81A71CE8CAC7}" srcOrd="2" destOrd="0" parTransId="{F287B947-7343-4FA2-B288-B23A59FFAE31}" sibTransId="{389F9A93-0231-4877-8C41-5D5B8DD7AAC0}"/>
    <dgm:cxn modelId="{B89370AE-AB8A-42E5-B0F0-8B6BE6900099}" type="presOf" srcId="{3AF880A5-0F00-4315-A5DF-1FE656798601}" destId="{A3EF2DD0-17D3-4D27-B4F6-F9D46B57DF85}" srcOrd="0" destOrd="2" presId="urn:microsoft.com/office/officeart/2009/3/layout/StepUpProcess"/>
    <dgm:cxn modelId="{79281AB4-5DC6-4B3C-BB67-7F8609645D14}" type="presOf" srcId="{BE788BF5-FE9F-4C7D-A1CD-9232D7860179}" destId="{090D207F-6633-4503-95C2-3F109B785740}" srcOrd="0" destOrd="2" presId="urn:microsoft.com/office/officeart/2009/3/layout/StepUpProcess"/>
    <dgm:cxn modelId="{FB3256BB-3F4B-4DD7-AB08-BE021989B448}" type="presOf" srcId="{9ADACFBF-2A78-45C9-A7C4-5E5DBC674760}" destId="{13EC714B-C3FE-4641-BC69-7AD59D4978D4}" srcOrd="0" destOrd="1" presId="urn:microsoft.com/office/officeart/2009/3/layout/StepUpProcess"/>
    <dgm:cxn modelId="{AA26AEBE-53DA-43D5-9535-52DF708087CA}" type="presOf" srcId="{42D71409-67F9-455C-8C6D-716D284AAA6B}" destId="{A3EF2DD0-17D3-4D27-B4F6-F9D46B57DF85}" srcOrd="0" destOrd="0" presId="urn:microsoft.com/office/officeart/2009/3/layout/StepUpProcess"/>
    <dgm:cxn modelId="{0BE967BF-6C05-4B58-B332-3A2DDE18793D}" type="presOf" srcId="{F64D9B44-8949-42CE-A3F5-920CF85E6D38}" destId="{B0D8CB92-0718-41D1-B065-99B075A8BBD5}" srcOrd="0" destOrd="2" presId="urn:microsoft.com/office/officeart/2009/3/layout/StepUpProcess"/>
    <dgm:cxn modelId="{25DD04C1-C3BB-4AA4-ADC8-CDD9F36B26A7}" type="presOf" srcId="{110CC072-E78D-486A-BD24-8CD6CE5683E0}" destId="{B0D8CB92-0718-41D1-B065-99B075A8BBD5}" srcOrd="0" destOrd="1" presId="urn:microsoft.com/office/officeart/2009/3/layout/StepUpProcess"/>
    <dgm:cxn modelId="{463486C3-D008-4EB4-B360-A1382DEA93A8}" type="presOf" srcId="{3CE06941-9820-4827-8B16-CD80CC49F780}" destId="{FB36B8EF-09FD-4F50-B1B2-2C7A4D27391E}" srcOrd="0" destOrd="1" presId="urn:microsoft.com/office/officeart/2009/3/layout/StepUpProcess"/>
    <dgm:cxn modelId="{059D23D4-169E-435C-9416-D28C7B662DCF}" type="presOf" srcId="{2A22E84C-3AA3-4E9C-AE5F-9C2FB0D7FB11}" destId="{13EC714B-C3FE-4641-BC69-7AD59D4978D4}" srcOrd="0" destOrd="0" presId="urn:microsoft.com/office/officeart/2009/3/layout/StepUpProcess"/>
    <dgm:cxn modelId="{5670A7D8-BA42-4857-8679-D269077AD7D7}" srcId="{36045517-CEA4-4BE3-B836-C2B6BFE5649B}" destId="{110CC072-E78D-486A-BD24-8CD6CE5683E0}" srcOrd="0" destOrd="0" parTransId="{EFE20FCA-41FE-42D4-8C71-85751017ADFF}" sibTransId="{C901204A-BC8E-4B62-854A-DFB2104323F5}"/>
    <dgm:cxn modelId="{24F8CBE2-5003-4E69-A772-6B98F2B05181}" srcId="{42D71409-67F9-455C-8C6D-716D284AAA6B}" destId="{3AF880A5-0F00-4315-A5DF-1FE656798601}" srcOrd="1" destOrd="0" parTransId="{A13BB1F9-5857-4B43-8BF5-6589AA2CB759}" sibTransId="{C198C41D-2640-4669-83ED-E0CD35701C8E}"/>
    <dgm:cxn modelId="{BEB859E7-C343-408E-86A1-667C27EE5761}" srcId="{B9C32B05-62EA-407A-B21C-2310C7945705}" destId="{2A22E84C-3AA3-4E9C-AE5F-9C2FB0D7FB11}" srcOrd="3" destOrd="0" parTransId="{6C025E55-DF42-4C5D-AFD5-6015FA053D46}" sibTransId="{744EA591-F199-49C2-B63A-82709D96C729}"/>
    <dgm:cxn modelId="{58AD7EEF-D408-406B-87EE-4691D4C30668}" srcId="{42D71409-67F9-455C-8C6D-716D284AAA6B}" destId="{8EA7219F-BDB2-48EB-9EEB-3133522D132E}" srcOrd="0" destOrd="0" parTransId="{3EE8403A-CB7C-4815-85BD-AEBCAEB71B37}" sibTransId="{C94B7947-85DC-4B21-BB99-DF8438356F98}"/>
    <dgm:cxn modelId="{1A7F2C90-B315-4317-9F68-6B7744F6BFB5}" type="presParOf" srcId="{708A0BF7-A416-4709-A87C-21F3398CAEA5}" destId="{B3E71B69-C578-4E00-9927-34A16E9C96C9}" srcOrd="0" destOrd="0" presId="urn:microsoft.com/office/officeart/2009/3/layout/StepUpProcess"/>
    <dgm:cxn modelId="{BDE25872-D7D3-4B08-9BE5-B23944F60B38}" type="presParOf" srcId="{B3E71B69-C578-4E00-9927-34A16E9C96C9}" destId="{C29D15C6-07AC-4589-8CCC-24CF3FC9C6DB}" srcOrd="0" destOrd="0" presId="urn:microsoft.com/office/officeart/2009/3/layout/StepUpProcess"/>
    <dgm:cxn modelId="{6EBD341D-7626-46FC-A0CC-422219D0BBE9}" type="presParOf" srcId="{B3E71B69-C578-4E00-9927-34A16E9C96C9}" destId="{A3EF2DD0-17D3-4D27-B4F6-F9D46B57DF85}" srcOrd="1" destOrd="0" presId="urn:microsoft.com/office/officeart/2009/3/layout/StepUpProcess"/>
    <dgm:cxn modelId="{A42B0AF2-E821-4BD4-85AC-9B07E3E97893}" type="presParOf" srcId="{B3E71B69-C578-4E00-9927-34A16E9C96C9}" destId="{BB165B35-CC80-4076-9101-07C7DE8E269A}" srcOrd="2" destOrd="0" presId="urn:microsoft.com/office/officeart/2009/3/layout/StepUpProcess"/>
    <dgm:cxn modelId="{90145FAC-9084-4F10-BD6A-FDC2B411A9A9}" type="presParOf" srcId="{708A0BF7-A416-4709-A87C-21F3398CAEA5}" destId="{04F961E3-A1B5-4FBF-9B38-94710F5F3C00}" srcOrd="1" destOrd="0" presId="urn:microsoft.com/office/officeart/2009/3/layout/StepUpProcess"/>
    <dgm:cxn modelId="{2D796D8C-6BBE-4B32-BC80-E8DCB41ED07C}" type="presParOf" srcId="{04F961E3-A1B5-4FBF-9B38-94710F5F3C00}" destId="{B9D60B59-BC9C-44DB-9A02-BD1392D29DD8}" srcOrd="0" destOrd="0" presId="urn:microsoft.com/office/officeart/2009/3/layout/StepUpProcess"/>
    <dgm:cxn modelId="{97DB997A-081B-43F1-A8DF-BF31ED89713E}" type="presParOf" srcId="{708A0BF7-A416-4709-A87C-21F3398CAEA5}" destId="{B03D98BE-D17B-42A9-9066-2A4EA88D1885}" srcOrd="2" destOrd="0" presId="urn:microsoft.com/office/officeart/2009/3/layout/StepUpProcess"/>
    <dgm:cxn modelId="{248C2D3F-2880-4072-BB7B-FBF047C7FA3E}" type="presParOf" srcId="{B03D98BE-D17B-42A9-9066-2A4EA88D1885}" destId="{3C3FC654-B3F4-4CBE-AA1B-608264053F6B}" srcOrd="0" destOrd="0" presId="urn:microsoft.com/office/officeart/2009/3/layout/StepUpProcess"/>
    <dgm:cxn modelId="{B1D424A9-398E-46B4-9118-7CBF8EC84FDE}" type="presParOf" srcId="{B03D98BE-D17B-42A9-9066-2A4EA88D1885}" destId="{090D207F-6633-4503-95C2-3F109B785740}" srcOrd="1" destOrd="0" presId="urn:microsoft.com/office/officeart/2009/3/layout/StepUpProcess"/>
    <dgm:cxn modelId="{2B522E8B-ECDA-433C-A159-389E2D513661}" type="presParOf" srcId="{B03D98BE-D17B-42A9-9066-2A4EA88D1885}" destId="{C316683A-655C-45FC-AFF7-0765AEE8E61F}" srcOrd="2" destOrd="0" presId="urn:microsoft.com/office/officeart/2009/3/layout/StepUpProcess"/>
    <dgm:cxn modelId="{8DAEE030-43E9-4B56-88AE-5387BE963097}" type="presParOf" srcId="{708A0BF7-A416-4709-A87C-21F3398CAEA5}" destId="{FC82A982-E7A9-4B95-9A6D-45797516FD8C}" srcOrd="3" destOrd="0" presId="urn:microsoft.com/office/officeart/2009/3/layout/StepUpProcess"/>
    <dgm:cxn modelId="{68B3E686-F8C3-482F-AA84-3AA7F37BED82}" type="presParOf" srcId="{FC82A982-E7A9-4B95-9A6D-45797516FD8C}" destId="{ECE9E7A1-EC98-4B28-9ECA-B452EE8F465D}" srcOrd="0" destOrd="0" presId="urn:microsoft.com/office/officeart/2009/3/layout/StepUpProcess"/>
    <dgm:cxn modelId="{E4C9F145-2FB3-4092-8B48-8715BE5ADCB0}" type="presParOf" srcId="{708A0BF7-A416-4709-A87C-21F3398CAEA5}" destId="{56E07F61-8D9B-4CF4-A00C-16D55D2D62FF}" srcOrd="4" destOrd="0" presId="urn:microsoft.com/office/officeart/2009/3/layout/StepUpProcess"/>
    <dgm:cxn modelId="{48516B70-FE22-492A-B35A-D4EB70222540}" type="presParOf" srcId="{56E07F61-8D9B-4CF4-A00C-16D55D2D62FF}" destId="{46A9F2B5-1B55-4913-9546-59E0E1D0110A}" srcOrd="0" destOrd="0" presId="urn:microsoft.com/office/officeart/2009/3/layout/StepUpProcess"/>
    <dgm:cxn modelId="{7F43CE7B-9377-4D18-82D7-B738AE0A9190}" type="presParOf" srcId="{56E07F61-8D9B-4CF4-A00C-16D55D2D62FF}" destId="{FB36B8EF-09FD-4F50-B1B2-2C7A4D27391E}" srcOrd="1" destOrd="0" presId="urn:microsoft.com/office/officeart/2009/3/layout/StepUpProcess"/>
    <dgm:cxn modelId="{01755276-E5F3-4757-982D-018AC0D3BC5E}" type="presParOf" srcId="{56E07F61-8D9B-4CF4-A00C-16D55D2D62FF}" destId="{1C955794-C0D3-4843-9D15-76FD669DD9B1}" srcOrd="2" destOrd="0" presId="urn:microsoft.com/office/officeart/2009/3/layout/StepUpProcess"/>
    <dgm:cxn modelId="{C0F843CC-A576-4139-AB84-387F9E5EC6D2}" type="presParOf" srcId="{708A0BF7-A416-4709-A87C-21F3398CAEA5}" destId="{B0733124-E5A0-4DB8-996A-290668FB57FE}" srcOrd="5" destOrd="0" presId="urn:microsoft.com/office/officeart/2009/3/layout/StepUpProcess"/>
    <dgm:cxn modelId="{D754C758-D63D-4F90-B3DE-0D4055706FD4}" type="presParOf" srcId="{B0733124-E5A0-4DB8-996A-290668FB57FE}" destId="{2B15E32C-18BF-4EF5-BAEC-CC5BA00D8CC1}" srcOrd="0" destOrd="0" presId="urn:microsoft.com/office/officeart/2009/3/layout/StepUpProcess"/>
    <dgm:cxn modelId="{0B3FF8EC-EC3D-4266-88F1-3B37C5CA1731}" type="presParOf" srcId="{708A0BF7-A416-4709-A87C-21F3398CAEA5}" destId="{B4DEE251-9736-43F6-B85F-A38BAE93774B}" srcOrd="6" destOrd="0" presId="urn:microsoft.com/office/officeart/2009/3/layout/StepUpProcess"/>
    <dgm:cxn modelId="{44535913-3FC8-4D77-B43E-E7EE0050EFAF}" type="presParOf" srcId="{B4DEE251-9736-43F6-B85F-A38BAE93774B}" destId="{EC0D2D31-959E-4F74-BE42-635C8A784ABE}" srcOrd="0" destOrd="0" presId="urn:microsoft.com/office/officeart/2009/3/layout/StepUpProcess"/>
    <dgm:cxn modelId="{C1152CCD-74BD-41F0-BE28-5E61E1C2C82F}" type="presParOf" srcId="{B4DEE251-9736-43F6-B85F-A38BAE93774B}" destId="{13EC714B-C3FE-4641-BC69-7AD59D4978D4}" srcOrd="1" destOrd="0" presId="urn:microsoft.com/office/officeart/2009/3/layout/StepUpProcess"/>
    <dgm:cxn modelId="{3D490EB2-64AC-437E-B6A0-920E49D7A230}" type="presParOf" srcId="{B4DEE251-9736-43F6-B85F-A38BAE93774B}" destId="{6E2C60CB-92D3-42C7-9797-B98A7E7024F7}" srcOrd="2" destOrd="0" presId="urn:microsoft.com/office/officeart/2009/3/layout/StepUpProcess"/>
    <dgm:cxn modelId="{CE06A40F-0FC5-46D5-9472-C16DDEA795B6}" type="presParOf" srcId="{708A0BF7-A416-4709-A87C-21F3398CAEA5}" destId="{FB177E7D-E7E5-4B21-9EBE-026B5AD19806}" srcOrd="7" destOrd="0" presId="urn:microsoft.com/office/officeart/2009/3/layout/StepUpProcess"/>
    <dgm:cxn modelId="{071A403B-EA26-4C73-9988-858F09608709}" type="presParOf" srcId="{FB177E7D-E7E5-4B21-9EBE-026B5AD19806}" destId="{6B33A980-B9B4-445B-B85F-3EF5CA37DF88}" srcOrd="0" destOrd="0" presId="urn:microsoft.com/office/officeart/2009/3/layout/StepUpProcess"/>
    <dgm:cxn modelId="{CC42482C-954E-4F71-84D4-3E2D7F2499A6}" type="presParOf" srcId="{708A0BF7-A416-4709-A87C-21F3398CAEA5}" destId="{4235A5D0-5CFC-4233-938E-C5754FC7FA68}" srcOrd="8" destOrd="0" presId="urn:microsoft.com/office/officeart/2009/3/layout/StepUpProcess"/>
    <dgm:cxn modelId="{8673112C-6B53-4762-87ED-FEE86535747A}" type="presParOf" srcId="{4235A5D0-5CFC-4233-938E-C5754FC7FA68}" destId="{08FC8BE4-95D3-4409-AA7F-3573E266C6CD}" srcOrd="0" destOrd="0" presId="urn:microsoft.com/office/officeart/2009/3/layout/StepUpProcess"/>
    <dgm:cxn modelId="{40DDD70E-BBFE-48D4-9D0A-A93CDC6F8305}" type="presParOf" srcId="{4235A5D0-5CFC-4233-938E-C5754FC7FA68}" destId="{B0D8CB92-0718-41D1-B065-99B075A8BBD5}" srcOrd="1" destOrd="0" presId="urn:microsoft.com/office/officeart/2009/3/layout/StepUpProcess"/>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44.xml><?xml version="1.0" encoding="utf-8"?>
<dgm:dataModel xmlns:dgm="http://schemas.openxmlformats.org/drawingml/2006/diagram" xmlns:a="http://schemas.openxmlformats.org/drawingml/2006/main">
  <dgm:ptLst>
    <dgm:pt modelId="{B9C32B05-62EA-407A-B21C-2310C7945705}" type="doc">
      <dgm:prSet loTypeId="urn:microsoft.com/office/officeart/2005/8/layout/StepDownProcess" loCatId="process"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F66099B6-DBBD-4AB0-82D2-877B80F846F7}">
      <dgm:prSet phldrT="[Text]"/>
      <dgm:spPr/>
      <dgm:t>
        <a:bodyPr/>
        <a:lstStyle/>
        <a:p>
          <a:r>
            <a:rPr lang="en-US" dirty="0"/>
            <a:t>Lorem Ipsum</a:t>
          </a:r>
        </a:p>
      </dgm:t>
    </dgm:pt>
    <dgm:pt modelId="{B09C8BFB-F41C-4AC4-AB94-F216E3081C2D}" type="parTrans" cxnId="{B4F3EA32-CE64-4A92-9BAE-BC57E5392B05}">
      <dgm:prSet/>
      <dgm:spPr/>
      <dgm:t>
        <a:bodyPr/>
        <a:lstStyle/>
        <a:p>
          <a:endParaRPr lang="en-US"/>
        </a:p>
      </dgm:t>
    </dgm:pt>
    <dgm:pt modelId="{BC531B32-9B0E-482E-BF91-65C61F17168D}" type="sibTrans" cxnId="{B4F3EA32-CE64-4A92-9BAE-BC57E5392B05}">
      <dgm:prSet/>
      <dgm:spPr/>
      <dgm:t>
        <a:bodyPr/>
        <a:lstStyle/>
        <a:p>
          <a:endParaRPr lang="en-US"/>
        </a:p>
      </dgm:t>
    </dgm:pt>
    <dgm:pt modelId="{EE62A4F6-4AC4-435B-990E-81A71CE8CAC7}">
      <dgm:prSet phldrT="[Text]"/>
      <dgm:spPr/>
      <dgm:t>
        <a:bodyPr/>
        <a:lstStyle/>
        <a:p>
          <a:r>
            <a:rPr lang="en-US" dirty="0"/>
            <a:t>Lorem Ipsum</a:t>
          </a:r>
        </a:p>
      </dgm:t>
    </dgm:pt>
    <dgm:pt modelId="{F287B947-7343-4FA2-B288-B23A59FFAE31}" type="parTrans" cxnId="{3A2CECA6-0C5B-46BB-B7C6-7D37E9D210BD}">
      <dgm:prSet/>
      <dgm:spPr/>
      <dgm:t>
        <a:bodyPr/>
        <a:lstStyle/>
        <a:p>
          <a:endParaRPr lang="en-US"/>
        </a:p>
      </dgm:t>
    </dgm:pt>
    <dgm:pt modelId="{389F9A93-0231-4877-8C41-5D5B8DD7AAC0}" type="sibTrans" cxnId="{3A2CECA6-0C5B-46BB-B7C6-7D37E9D210BD}">
      <dgm:prSet/>
      <dgm:spPr/>
      <dgm:t>
        <a:bodyPr/>
        <a:lstStyle/>
        <a:p>
          <a:endParaRPr lang="en-US"/>
        </a:p>
      </dgm:t>
    </dgm:pt>
    <dgm:pt modelId="{6CF284C3-4A70-4432-8F33-E75A802B3330}">
      <dgm:prSet/>
      <dgm:spPr/>
      <dgm:t>
        <a:bodyPr/>
        <a:lstStyle/>
        <a:p>
          <a:r>
            <a:rPr lang="en-US" dirty="0"/>
            <a:t>Some text here</a:t>
          </a:r>
        </a:p>
      </dgm:t>
    </dgm:pt>
    <dgm:pt modelId="{044831E6-2FC9-4DDA-81FB-5FA418568D07}" type="parTrans" cxnId="{2DC24386-BC50-4BAB-8571-16CB10C2603C}">
      <dgm:prSet/>
      <dgm:spPr/>
      <dgm:t>
        <a:bodyPr/>
        <a:lstStyle/>
        <a:p>
          <a:endParaRPr lang="en-US"/>
        </a:p>
      </dgm:t>
    </dgm:pt>
    <dgm:pt modelId="{CD50B82D-84BB-4747-B282-ABB339EBA294}" type="sibTrans" cxnId="{2DC24386-BC50-4BAB-8571-16CB10C2603C}">
      <dgm:prSet/>
      <dgm:spPr/>
      <dgm:t>
        <a:bodyPr/>
        <a:lstStyle/>
        <a:p>
          <a:endParaRPr lang="en-US"/>
        </a:p>
      </dgm:t>
    </dgm:pt>
    <dgm:pt modelId="{3AF880A5-0F00-4315-A5DF-1FE656798601}">
      <dgm:prSet phldrT="[Text]"/>
      <dgm:spPr/>
      <dgm:t>
        <a:bodyPr/>
        <a:lstStyle/>
        <a:p>
          <a:r>
            <a:rPr lang="en-US" dirty="0"/>
            <a:t>Some text here</a:t>
          </a:r>
        </a:p>
      </dgm:t>
    </dgm:pt>
    <dgm:pt modelId="{A13BB1F9-5857-4B43-8BF5-6589AA2CB759}" type="parTrans" cxnId="{24F8CBE2-5003-4E69-A772-6B98F2B05181}">
      <dgm:prSet/>
      <dgm:spPr/>
      <dgm:t>
        <a:bodyPr/>
        <a:lstStyle/>
        <a:p>
          <a:endParaRPr lang="en-US"/>
        </a:p>
      </dgm:t>
    </dgm:pt>
    <dgm:pt modelId="{C198C41D-2640-4669-83ED-E0CD35701C8E}" type="sibTrans" cxnId="{24F8CBE2-5003-4E69-A772-6B98F2B05181}">
      <dgm:prSet/>
      <dgm:spPr/>
      <dgm:t>
        <a:bodyPr/>
        <a:lstStyle/>
        <a:p>
          <a:endParaRPr lang="en-US"/>
        </a:p>
      </dgm:t>
    </dgm:pt>
    <dgm:pt modelId="{8EA7219F-BDB2-48EB-9EEB-3133522D132E}">
      <dgm:prSet phldrT="[Text]"/>
      <dgm:spPr/>
      <dgm:t>
        <a:bodyPr/>
        <a:lstStyle/>
        <a:p>
          <a:r>
            <a:rPr lang="en-US" dirty="0"/>
            <a:t>Some text here</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BE788BF5-FE9F-4C7D-A1CD-9232D7860179}">
      <dgm:prSet phldrT="[Text]"/>
      <dgm:spPr/>
      <dgm:t>
        <a:bodyPr/>
        <a:lstStyle/>
        <a:p>
          <a:r>
            <a:rPr lang="en-US"/>
            <a:t>Some text here</a:t>
          </a:r>
          <a:endParaRPr lang="en-US" dirty="0"/>
        </a:p>
      </dgm:t>
    </dgm:pt>
    <dgm:pt modelId="{963A52CB-C772-45F2-8A30-8ABA6B14D3CE}" type="parTrans" cxnId="{35013F34-57BC-4E3C-A003-07C0E49926DB}">
      <dgm:prSet/>
      <dgm:spPr/>
      <dgm:t>
        <a:bodyPr/>
        <a:lstStyle/>
        <a:p>
          <a:endParaRPr lang="en-US"/>
        </a:p>
      </dgm:t>
    </dgm:pt>
    <dgm:pt modelId="{88191C5E-55BA-42F2-B842-FC86CBBADC0F}" type="sibTrans" cxnId="{35013F34-57BC-4E3C-A003-07C0E49926DB}">
      <dgm:prSet/>
      <dgm:spPr/>
      <dgm:t>
        <a:bodyPr/>
        <a:lstStyle/>
        <a:p>
          <a:endParaRPr lang="en-US"/>
        </a:p>
      </dgm:t>
    </dgm:pt>
    <dgm:pt modelId="{3CE06941-9820-4827-8B16-CD80CC49F780}">
      <dgm:prSet phldrT="[Text]"/>
      <dgm:spPr/>
      <dgm:t>
        <a:bodyPr/>
        <a:lstStyle/>
        <a:p>
          <a:r>
            <a:rPr lang="en-US" dirty="0"/>
            <a:t>Some text here</a:t>
          </a:r>
        </a:p>
      </dgm:t>
    </dgm:pt>
    <dgm:pt modelId="{141A3C92-8966-4E2F-82E4-2E09E22674B2}" type="parTrans" cxnId="{C99CE395-39F6-46B4-938C-9BF085685D1A}">
      <dgm:prSet/>
      <dgm:spPr/>
      <dgm:t>
        <a:bodyPr/>
        <a:lstStyle/>
        <a:p>
          <a:endParaRPr lang="en-US"/>
        </a:p>
      </dgm:t>
    </dgm:pt>
    <dgm:pt modelId="{F58FC55B-E61F-445C-956E-0BB2202254CA}" type="sibTrans" cxnId="{C99CE395-39F6-46B4-938C-9BF085685D1A}">
      <dgm:prSet/>
      <dgm:spPr/>
      <dgm:t>
        <a:bodyPr/>
        <a:lstStyle/>
        <a:p>
          <a:endParaRPr lang="en-US"/>
        </a:p>
      </dgm:t>
    </dgm:pt>
    <dgm:pt modelId="{386C2B6D-2EE1-4682-AE61-EE246CD54E31}">
      <dgm:prSet phldrT="[Text]"/>
      <dgm:spPr/>
      <dgm:t>
        <a:bodyPr/>
        <a:lstStyle/>
        <a:p>
          <a:r>
            <a:rPr lang="en-US" dirty="0"/>
            <a:t>Some text here</a:t>
          </a:r>
        </a:p>
      </dgm:t>
    </dgm:pt>
    <dgm:pt modelId="{649D72FB-0D8F-479C-87D1-C73133EF35E2}" type="parTrans" cxnId="{7F96AC57-2F84-4E8C-AA92-E82865EE63FE}">
      <dgm:prSet/>
      <dgm:spPr/>
      <dgm:t>
        <a:bodyPr/>
        <a:lstStyle/>
        <a:p>
          <a:endParaRPr lang="en-US"/>
        </a:p>
      </dgm:t>
    </dgm:pt>
    <dgm:pt modelId="{E1C9E6F1-2ED2-4DD8-9B78-28FC1AF5D352}" type="sibTrans" cxnId="{7F96AC57-2F84-4E8C-AA92-E82865EE63FE}">
      <dgm:prSet/>
      <dgm:spPr/>
      <dgm:t>
        <a:bodyPr/>
        <a:lstStyle/>
        <a:p>
          <a:endParaRPr lang="en-US"/>
        </a:p>
      </dgm:t>
    </dgm:pt>
    <dgm:pt modelId="{2A22E84C-3AA3-4E9C-AE5F-9C2FB0D7FB11}">
      <dgm:prSet phldrT="[Text]"/>
      <dgm:spPr/>
      <dgm:t>
        <a:bodyPr/>
        <a:lstStyle/>
        <a:p>
          <a:r>
            <a:rPr lang="en-US"/>
            <a:t>Lorem Ipsum</a:t>
          </a:r>
          <a:endParaRPr lang="en-US" dirty="0"/>
        </a:p>
      </dgm:t>
    </dgm:pt>
    <dgm:pt modelId="{6C025E55-DF42-4C5D-AFD5-6015FA053D46}" type="parTrans" cxnId="{BEB859E7-C343-408E-86A1-667C27EE5761}">
      <dgm:prSet/>
      <dgm:spPr/>
      <dgm:t>
        <a:bodyPr/>
        <a:lstStyle/>
        <a:p>
          <a:endParaRPr lang="en-US"/>
        </a:p>
      </dgm:t>
    </dgm:pt>
    <dgm:pt modelId="{744EA591-F199-49C2-B63A-82709D96C729}" type="sibTrans" cxnId="{BEB859E7-C343-408E-86A1-667C27EE5761}">
      <dgm:prSet/>
      <dgm:spPr/>
      <dgm:t>
        <a:bodyPr/>
        <a:lstStyle/>
        <a:p>
          <a:endParaRPr lang="en-US"/>
        </a:p>
      </dgm:t>
    </dgm:pt>
    <dgm:pt modelId="{9ADACFBF-2A78-45C9-A7C4-5E5DBC674760}">
      <dgm:prSet phldrT="[Text]"/>
      <dgm:spPr/>
      <dgm:t>
        <a:bodyPr/>
        <a:lstStyle/>
        <a:p>
          <a:r>
            <a:rPr lang="en-US" dirty="0"/>
            <a:t>Some text here</a:t>
          </a:r>
        </a:p>
      </dgm:t>
    </dgm:pt>
    <dgm:pt modelId="{E121796C-71AB-4354-A1D4-3BF0025298A5}" type="parTrans" cxnId="{2B98897D-9937-49AC-9FE9-6629E912033A}">
      <dgm:prSet/>
      <dgm:spPr/>
      <dgm:t>
        <a:bodyPr/>
        <a:lstStyle/>
        <a:p>
          <a:endParaRPr lang="en-US"/>
        </a:p>
      </dgm:t>
    </dgm:pt>
    <dgm:pt modelId="{F3FE7E5A-DC73-423B-998C-02943CF263BF}" type="sibTrans" cxnId="{2B98897D-9937-49AC-9FE9-6629E912033A}">
      <dgm:prSet/>
      <dgm:spPr/>
      <dgm:t>
        <a:bodyPr/>
        <a:lstStyle/>
        <a:p>
          <a:endParaRPr lang="en-US"/>
        </a:p>
      </dgm:t>
    </dgm:pt>
    <dgm:pt modelId="{6C39594C-4AE1-4221-9751-E4FBA9469435}">
      <dgm:prSet phldrT="[Text]"/>
      <dgm:spPr/>
      <dgm:t>
        <a:bodyPr/>
        <a:lstStyle/>
        <a:p>
          <a:r>
            <a:rPr lang="en-US" dirty="0"/>
            <a:t>Some text here</a:t>
          </a:r>
        </a:p>
      </dgm:t>
    </dgm:pt>
    <dgm:pt modelId="{EA90E5E0-265B-4677-A3EF-FCD0DFDF4F41}" type="parTrans" cxnId="{7AF91B96-DA69-42D6-83DE-0E63677A4C47}">
      <dgm:prSet/>
      <dgm:spPr/>
      <dgm:t>
        <a:bodyPr/>
        <a:lstStyle/>
        <a:p>
          <a:endParaRPr lang="en-US"/>
        </a:p>
      </dgm:t>
    </dgm:pt>
    <dgm:pt modelId="{F04E3063-747B-4761-B46E-8C06B2EF3C55}" type="sibTrans" cxnId="{7AF91B96-DA69-42D6-83DE-0E63677A4C47}">
      <dgm:prSet/>
      <dgm:spPr/>
      <dgm:t>
        <a:bodyPr/>
        <a:lstStyle/>
        <a:p>
          <a:endParaRPr lang="en-US"/>
        </a:p>
      </dgm:t>
    </dgm:pt>
    <dgm:pt modelId="{36045517-CEA4-4BE3-B836-C2B6BFE5649B}">
      <dgm:prSet phldrT="[Text]"/>
      <dgm:spPr/>
      <dgm:t>
        <a:bodyPr/>
        <a:lstStyle/>
        <a:p>
          <a:r>
            <a:rPr lang="en-US"/>
            <a:t>Lorem Ipsum</a:t>
          </a:r>
          <a:endParaRPr lang="en-US" dirty="0"/>
        </a:p>
      </dgm:t>
    </dgm:pt>
    <dgm:pt modelId="{6231A36F-9B04-4B4A-917A-7E163AFFC956}" type="parTrans" cxnId="{4019353B-443B-4DED-AA6C-3C60E18414C7}">
      <dgm:prSet/>
      <dgm:spPr/>
      <dgm:t>
        <a:bodyPr/>
        <a:lstStyle/>
        <a:p>
          <a:endParaRPr lang="en-US"/>
        </a:p>
      </dgm:t>
    </dgm:pt>
    <dgm:pt modelId="{BFF3C5ED-87D0-4709-A3B8-A7BF0668006A}" type="sibTrans" cxnId="{4019353B-443B-4DED-AA6C-3C60E18414C7}">
      <dgm:prSet/>
      <dgm:spPr/>
      <dgm:t>
        <a:bodyPr/>
        <a:lstStyle/>
        <a:p>
          <a:endParaRPr lang="en-US"/>
        </a:p>
      </dgm:t>
    </dgm:pt>
    <dgm:pt modelId="{110CC072-E78D-486A-BD24-8CD6CE5683E0}">
      <dgm:prSet phldrT="[Text]"/>
      <dgm:spPr/>
      <dgm:t>
        <a:bodyPr/>
        <a:lstStyle/>
        <a:p>
          <a:r>
            <a:rPr lang="en-US" dirty="0"/>
            <a:t>Some text here</a:t>
          </a:r>
        </a:p>
      </dgm:t>
    </dgm:pt>
    <dgm:pt modelId="{EFE20FCA-41FE-42D4-8C71-85751017ADFF}" type="parTrans" cxnId="{5670A7D8-BA42-4857-8679-D269077AD7D7}">
      <dgm:prSet/>
      <dgm:spPr/>
      <dgm:t>
        <a:bodyPr/>
        <a:lstStyle/>
        <a:p>
          <a:endParaRPr lang="en-US"/>
        </a:p>
      </dgm:t>
    </dgm:pt>
    <dgm:pt modelId="{C901204A-BC8E-4B62-854A-DFB2104323F5}" type="sibTrans" cxnId="{5670A7D8-BA42-4857-8679-D269077AD7D7}">
      <dgm:prSet/>
      <dgm:spPr/>
      <dgm:t>
        <a:bodyPr/>
        <a:lstStyle/>
        <a:p>
          <a:endParaRPr lang="en-US"/>
        </a:p>
      </dgm:t>
    </dgm:pt>
    <dgm:pt modelId="{F64D9B44-8949-42CE-A3F5-920CF85E6D38}">
      <dgm:prSet phldrT="[Text]"/>
      <dgm:spPr/>
      <dgm:t>
        <a:bodyPr/>
        <a:lstStyle/>
        <a:p>
          <a:r>
            <a:rPr lang="en-US" dirty="0"/>
            <a:t>Some text here</a:t>
          </a:r>
        </a:p>
      </dgm:t>
    </dgm:pt>
    <dgm:pt modelId="{81AB81A4-D793-40B9-964C-9DA3AF17B95D}" type="parTrans" cxnId="{F091E13E-CC91-4760-8919-F8E7FA115B30}">
      <dgm:prSet/>
      <dgm:spPr/>
      <dgm:t>
        <a:bodyPr/>
        <a:lstStyle/>
        <a:p>
          <a:endParaRPr lang="en-US"/>
        </a:p>
      </dgm:t>
    </dgm:pt>
    <dgm:pt modelId="{ECDC803C-5DBD-4EEE-A68A-AC8585F1A4EB}" type="sibTrans" cxnId="{F091E13E-CC91-4760-8919-F8E7FA115B30}">
      <dgm:prSet/>
      <dgm:spPr/>
      <dgm:t>
        <a:bodyPr/>
        <a:lstStyle/>
        <a:p>
          <a:endParaRPr lang="en-US"/>
        </a:p>
      </dgm:t>
    </dgm:pt>
    <dgm:pt modelId="{39362E13-8BC5-4574-ABA5-32EA0CE3DDF1}" type="pres">
      <dgm:prSet presAssocID="{B9C32B05-62EA-407A-B21C-2310C7945705}" presName="rootnode" presStyleCnt="0">
        <dgm:presLayoutVars>
          <dgm:chMax/>
          <dgm:chPref/>
          <dgm:dir/>
          <dgm:animLvl val="lvl"/>
        </dgm:presLayoutVars>
      </dgm:prSet>
      <dgm:spPr/>
    </dgm:pt>
    <dgm:pt modelId="{79D0F5AF-910F-4660-B067-225865CBBDCF}" type="pres">
      <dgm:prSet presAssocID="{42D71409-67F9-455C-8C6D-716D284AAA6B}" presName="composite" presStyleCnt="0"/>
      <dgm:spPr/>
    </dgm:pt>
    <dgm:pt modelId="{D89511C6-ACA3-494A-96A1-BBE7FAB9B2FE}" type="pres">
      <dgm:prSet presAssocID="{42D71409-67F9-455C-8C6D-716D284AAA6B}" presName="bentUpArrow1" presStyleLbl="alignImgPlace1" presStyleIdx="0" presStyleCnt="4"/>
      <dgm:spPr/>
    </dgm:pt>
    <dgm:pt modelId="{2673054C-49E6-4C08-B546-F45510902181}" type="pres">
      <dgm:prSet presAssocID="{42D71409-67F9-455C-8C6D-716D284AAA6B}" presName="ParentText" presStyleLbl="node1" presStyleIdx="0" presStyleCnt="5">
        <dgm:presLayoutVars>
          <dgm:chMax val="1"/>
          <dgm:chPref val="1"/>
          <dgm:bulletEnabled val="1"/>
        </dgm:presLayoutVars>
      </dgm:prSet>
      <dgm:spPr/>
    </dgm:pt>
    <dgm:pt modelId="{3443CAD9-2F66-4A11-B473-35AD7BB6C872}" type="pres">
      <dgm:prSet presAssocID="{42D71409-67F9-455C-8C6D-716D284AAA6B}" presName="ChildText" presStyleLbl="revTx" presStyleIdx="0" presStyleCnt="5">
        <dgm:presLayoutVars>
          <dgm:chMax val="0"/>
          <dgm:chPref val="0"/>
          <dgm:bulletEnabled val="1"/>
        </dgm:presLayoutVars>
      </dgm:prSet>
      <dgm:spPr/>
    </dgm:pt>
    <dgm:pt modelId="{54676D5B-F807-40C1-AA0A-1E362AE7E634}" type="pres">
      <dgm:prSet presAssocID="{478B7D3C-9FB4-4BC6-90AC-49960560DECD}" presName="sibTrans" presStyleCnt="0"/>
      <dgm:spPr/>
    </dgm:pt>
    <dgm:pt modelId="{260B2C43-AED1-4908-AB21-CAEDC6D3DD0F}" type="pres">
      <dgm:prSet presAssocID="{F66099B6-DBBD-4AB0-82D2-877B80F846F7}" presName="composite" presStyleCnt="0"/>
      <dgm:spPr/>
    </dgm:pt>
    <dgm:pt modelId="{EADEBF3C-C70C-46B5-BA1A-761D61D6C928}" type="pres">
      <dgm:prSet presAssocID="{F66099B6-DBBD-4AB0-82D2-877B80F846F7}" presName="bentUpArrow1" presStyleLbl="alignImgPlace1" presStyleIdx="1" presStyleCnt="4"/>
      <dgm:spPr/>
    </dgm:pt>
    <dgm:pt modelId="{B0FBA56C-782C-4265-B5C2-9CC50CFC990B}" type="pres">
      <dgm:prSet presAssocID="{F66099B6-DBBD-4AB0-82D2-877B80F846F7}" presName="ParentText" presStyleLbl="node1" presStyleIdx="1" presStyleCnt="5">
        <dgm:presLayoutVars>
          <dgm:chMax val="1"/>
          <dgm:chPref val="1"/>
          <dgm:bulletEnabled val="1"/>
        </dgm:presLayoutVars>
      </dgm:prSet>
      <dgm:spPr/>
    </dgm:pt>
    <dgm:pt modelId="{5DF857C0-DC0B-48F1-9ECD-31F2E3FF5FD1}" type="pres">
      <dgm:prSet presAssocID="{F66099B6-DBBD-4AB0-82D2-877B80F846F7}" presName="ChildText" presStyleLbl="revTx" presStyleIdx="1" presStyleCnt="5">
        <dgm:presLayoutVars>
          <dgm:chMax val="0"/>
          <dgm:chPref val="0"/>
          <dgm:bulletEnabled val="1"/>
        </dgm:presLayoutVars>
      </dgm:prSet>
      <dgm:spPr/>
    </dgm:pt>
    <dgm:pt modelId="{AD74987E-6E4F-4A7F-AB1E-0C181D3B2E8E}" type="pres">
      <dgm:prSet presAssocID="{BC531B32-9B0E-482E-BF91-65C61F17168D}" presName="sibTrans" presStyleCnt="0"/>
      <dgm:spPr/>
    </dgm:pt>
    <dgm:pt modelId="{F711365F-E19F-45E4-9200-2DDB4CA68679}" type="pres">
      <dgm:prSet presAssocID="{EE62A4F6-4AC4-435B-990E-81A71CE8CAC7}" presName="composite" presStyleCnt="0"/>
      <dgm:spPr/>
    </dgm:pt>
    <dgm:pt modelId="{8D5F8873-BC51-4621-AA90-EA6E557ADA63}" type="pres">
      <dgm:prSet presAssocID="{EE62A4F6-4AC4-435B-990E-81A71CE8CAC7}" presName="bentUpArrow1" presStyleLbl="alignImgPlace1" presStyleIdx="2" presStyleCnt="4"/>
      <dgm:spPr/>
    </dgm:pt>
    <dgm:pt modelId="{E4F7EF63-1427-4813-AB3A-98F4E9176B06}" type="pres">
      <dgm:prSet presAssocID="{EE62A4F6-4AC4-435B-990E-81A71CE8CAC7}" presName="ParentText" presStyleLbl="node1" presStyleIdx="2" presStyleCnt="5">
        <dgm:presLayoutVars>
          <dgm:chMax val="1"/>
          <dgm:chPref val="1"/>
          <dgm:bulletEnabled val="1"/>
        </dgm:presLayoutVars>
      </dgm:prSet>
      <dgm:spPr/>
    </dgm:pt>
    <dgm:pt modelId="{2889E5AD-7A0B-43F2-8CC8-16B36326E767}" type="pres">
      <dgm:prSet presAssocID="{EE62A4F6-4AC4-435B-990E-81A71CE8CAC7}" presName="ChildText" presStyleLbl="revTx" presStyleIdx="2" presStyleCnt="5">
        <dgm:presLayoutVars>
          <dgm:chMax val="0"/>
          <dgm:chPref val="0"/>
          <dgm:bulletEnabled val="1"/>
        </dgm:presLayoutVars>
      </dgm:prSet>
      <dgm:spPr/>
    </dgm:pt>
    <dgm:pt modelId="{34E1B39C-A584-4E8E-9896-1D19637F08F1}" type="pres">
      <dgm:prSet presAssocID="{389F9A93-0231-4877-8C41-5D5B8DD7AAC0}" presName="sibTrans" presStyleCnt="0"/>
      <dgm:spPr/>
    </dgm:pt>
    <dgm:pt modelId="{4BDD48A6-484D-4D76-ADAC-263E9857F296}" type="pres">
      <dgm:prSet presAssocID="{2A22E84C-3AA3-4E9C-AE5F-9C2FB0D7FB11}" presName="composite" presStyleCnt="0"/>
      <dgm:spPr/>
    </dgm:pt>
    <dgm:pt modelId="{860B6BE1-CE0F-4B7D-8572-88BCEF9D38B5}" type="pres">
      <dgm:prSet presAssocID="{2A22E84C-3AA3-4E9C-AE5F-9C2FB0D7FB11}" presName="bentUpArrow1" presStyleLbl="alignImgPlace1" presStyleIdx="3" presStyleCnt="4"/>
      <dgm:spPr/>
    </dgm:pt>
    <dgm:pt modelId="{D228381A-0371-49A3-A6CD-44583CB0A32B}" type="pres">
      <dgm:prSet presAssocID="{2A22E84C-3AA3-4E9C-AE5F-9C2FB0D7FB11}" presName="ParentText" presStyleLbl="node1" presStyleIdx="3" presStyleCnt="5">
        <dgm:presLayoutVars>
          <dgm:chMax val="1"/>
          <dgm:chPref val="1"/>
          <dgm:bulletEnabled val="1"/>
        </dgm:presLayoutVars>
      </dgm:prSet>
      <dgm:spPr/>
    </dgm:pt>
    <dgm:pt modelId="{6B7A59AE-00E6-493D-BF53-F05AB58A10FD}" type="pres">
      <dgm:prSet presAssocID="{2A22E84C-3AA3-4E9C-AE5F-9C2FB0D7FB11}" presName="ChildText" presStyleLbl="revTx" presStyleIdx="3" presStyleCnt="5">
        <dgm:presLayoutVars>
          <dgm:chMax val="0"/>
          <dgm:chPref val="0"/>
          <dgm:bulletEnabled val="1"/>
        </dgm:presLayoutVars>
      </dgm:prSet>
      <dgm:spPr/>
    </dgm:pt>
    <dgm:pt modelId="{CC652AD7-4EBF-45B3-934F-56A9A8367197}" type="pres">
      <dgm:prSet presAssocID="{744EA591-F199-49C2-B63A-82709D96C729}" presName="sibTrans" presStyleCnt="0"/>
      <dgm:spPr/>
    </dgm:pt>
    <dgm:pt modelId="{6FD4D094-58AB-47E9-9868-11CD0572FAE4}" type="pres">
      <dgm:prSet presAssocID="{36045517-CEA4-4BE3-B836-C2B6BFE5649B}" presName="composite" presStyleCnt="0"/>
      <dgm:spPr/>
    </dgm:pt>
    <dgm:pt modelId="{F0309328-1A56-45EE-9287-35AB188EBFD8}" type="pres">
      <dgm:prSet presAssocID="{36045517-CEA4-4BE3-B836-C2B6BFE5649B}" presName="ParentText" presStyleLbl="node1" presStyleIdx="4" presStyleCnt="5">
        <dgm:presLayoutVars>
          <dgm:chMax val="1"/>
          <dgm:chPref val="1"/>
          <dgm:bulletEnabled val="1"/>
        </dgm:presLayoutVars>
      </dgm:prSet>
      <dgm:spPr/>
    </dgm:pt>
    <dgm:pt modelId="{4119C48E-8AD3-403C-B875-C82419D7A28A}" type="pres">
      <dgm:prSet presAssocID="{36045517-CEA4-4BE3-B836-C2B6BFE5649B}" presName="FinalChildText" presStyleLbl="revTx" presStyleIdx="4" presStyleCnt="5">
        <dgm:presLayoutVars>
          <dgm:chMax val="0"/>
          <dgm:chPref val="0"/>
          <dgm:bulletEnabled val="1"/>
        </dgm:presLayoutVars>
      </dgm:prSet>
      <dgm:spPr/>
    </dgm:pt>
  </dgm:ptLst>
  <dgm:cxnLst>
    <dgm:cxn modelId="{9C4B0205-7BF6-4CB9-ADA4-28EB0846EC06}" type="presOf" srcId="{110CC072-E78D-486A-BD24-8CD6CE5683E0}" destId="{4119C48E-8AD3-403C-B875-C82419D7A28A}" srcOrd="0" destOrd="0" presId="urn:microsoft.com/office/officeart/2005/8/layout/StepDownProcess"/>
    <dgm:cxn modelId="{2AA9C11F-1F1D-428E-801A-47EAA766C99D}" srcId="{B9C32B05-62EA-407A-B21C-2310C7945705}" destId="{42D71409-67F9-455C-8C6D-716D284AAA6B}" srcOrd="0" destOrd="0" parTransId="{51680ED1-AF6E-4B28-AE94-92B0EFB0DF7D}" sibTransId="{478B7D3C-9FB4-4BC6-90AC-49960560DECD}"/>
    <dgm:cxn modelId="{2D4FB120-A6CF-4212-B726-B98D3D884E8B}" type="presOf" srcId="{6C39594C-4AE1-4221-9751-E4FBA9469435}" destId="{6B7A59AE-00E6-493D-BF53-F05AB58A10FD}" srcOrd="0" destOrd="1" presId="urn:microsoft.com/office/officeart/2005/8/layout/StepDownProcess"/>
    <dgm:cxn modelId="{2246AF22-FDAC-4DFA-875C-BC478D9E6459}" type="presOf" srcId="{386C2B6D-2EE1-4682-AE61-EE246CD54E31}" destId="{2889E5AD-7A0B-43F2-8CC8-16B36326E767}" srcOrd="0" destOrd="1" presId="urn:microsoft.com/office/officeart/2005/8/layout/StepDownProcess"/>
    <dgm:cxn modelId="{B4F3EA32-CE64-4A92-9BAE-BC57E5392B05}" srcId="{B9C32B05-62EA-407A-B21C-2310C7945705}" destId="{F66099B6-DBBD-4AB0-82D2-877B80F846F7}" srcOrd="1" destOrd="0" parTransId="{B09C8BFB-F41C-4AC4-AB94-F216E3081C2D}" sibTransId="{BC531B32-9B0E-482E-BF91-65C61F17168D}"/>
    <dgm:cxn modelId="{35013F34-57BC-4E3C-A003-07C0E49926DB}" srcId="{F66099B6-DBBD-4AB0-82D2-877B80F846F7}" destId="{BE788BF5-FE9F-4C7D-A1CD-9232D7860179}" srcOrd="1" destOrd="0" parTransId="{963A52CB-C772-45F2-8A30-8ABA6B14D3CE}" sibTransId="{88191C5E-55BA-42F2-B842-FC86CBBADC0F}"/>
    <dgm:cxn modelId="{4019353B-443B-4DED-AA6C-3C60E18414C7}" srcId="{B9C32B05-62EA-407A-B21C-2310C7945705}" destId="{36045517-CEA4-4BE3-B836-C2B6BFE5649B}" srcOrd="4" destOrd="0" parTransId="{6231A36F-9B04-4B4A-917A-7E163AFFC956}" sibTransId="{BFF3C5ED-87D0-4709-A3B8-A7BF0668006A}"/>
    <dgm:cxn modelId="{F091E13E-CC91-4760-8919-F8E7FA115B30}" srcId="{36045517-CEA4-4BE3-B836-C2B6BFE5649B}" destId="{F64D9B44-8949-42CE-A3F5-920CF85E6D38}" srcOrd="1" destOrd="0" parTransId="{81AB81A4-D793-40B9-964C-9DA3AF17B95D}" sibTransId="{ECDC803C-5DBD-4EEE-A68A-AC8585F1A4EB}"/>
    <dgm:cxn modelId="{FED3945D-FA28-478A-A5B5-30C5755A1F3B}" type="presOf" srcId="{3AF880A5-0F00-4315-A5DF-1FE656798601}" destId="{3443CAD9-2F66-4A11-B473-35AD7BB6C872}" srcOrd="0" destOrd="1" presId="urn:microsoft.com/office/officeart/2005/8/layout/StepDownProcess"/>
    <dgm:cxn modelId="{93C43373-8406-40C0-A0C5-C6E2380E4D0A}" type="presOf" srcId="{BE788BF5-FE9F-4C7D-A1CD-9232D7860179}" destId="{5DF857C0-DC0B-48F1-9ECD-31F2E3FF5FD1}" srcOrd="0" destOrd="1" presId="urn:microsoft.com/office/officeart/2005/8/layout/StepDownProcess"/>
    <dgm:cxn modelId="{75F6F453-FF28-4E2A-9EA0-D0EC054D9B37}" type="presOf" srcId="{2A22E84C-3AA3-4E9C-AE5F-9C2FB0D7FB11}" destId="{D228381A-0371-49A3-A6CD-44583CB0A32B}" srcOrd="0" destOrd="0" presId="urn:microsoft.com/office/officeart/2005/8/layout/StepDownProcess"/>
    <dgm:cxn modelId="{7F96AC57-2F84-4E8C-AA92-E82865EE63FE}" srcId="{EE62A4F6-4AC4-435B-990E-81A71CE8CAC7}" destId="{386C2B6D-2EE1-4682-AE61-EE246CD54E31}" srcOrd="1" destOrd="0" parTransId="{649D72FB-0D8F-479C-87D1-C73133EF35E2}" sibTransId="{E1C9E6F1-2ED2-4DD8-9B78-28FC1AF5D352}"/>
    <dgm:cxn modelId="{DCA0A57C-B877-478B-BF8E-35DCEDFEEEE4}" type="presOf" srcId="{F66099B6-DBBD-4AB0-82D2-877B80F846F7}" destId="{B0FBA56C-782C-4265-B5C2-9CC50CFC990B}" srcOrd="0" destOrd="0" presId="urn:microsoft.com/office/officeart/2005/8/layout/StepDownProcess"/>
    <dgm:cxn modelId="{2B98897D-9937-49AC-9FE9-6629E912033A}" srcId="{2A22E84C-3AA3-4E9C-AE5F-9C2FB0D7FB11}" destId="{9ADACFBF-2A78-45C9-A7C4-5E5DBC674760}" srcOrd="0" destOrd="0" parTransId="{E121796C-71AB-4354-A1D4-3BF0025298A5}" sibTransId="{F3FE7E5A-DC73-423B-998C-02943CF263BF}"/>
    <dgm:cxn modelId="{2DC24386-BC50-4BAB-8571-16CB10C2603C}" srcId="{F66099B6-DBBD-4AB0-82D2-877B80F846F7}" destId="{6CF284C3-4A70-4432-8F33-E75A802B3330}" srcOrd="0" destOrd="0" parTransId="{044831E6-2FC9-4DDA-81FB-5FA418568D07}" sibTransId="{CD50B82D-84BB-4747-B282-ABB339EBA294}"/>
    <dgm:cxn modelId="{2C9BC995-8FC6-49FF-AEAE-20CB2C4DEFDA}" type="presOf" srcId="{6CF284C3-4A70-4432-8F33-E75A802B3330}" destId="{5DF857C0-DC0B-48F1-9ECD-31F2E3FF5FD1}" srcOrd="0" destOrd="0" presId="urn:microsoft.com/office/officeart/2005/8/layout/StepDownProcess"/>
    <dgm:cxn modelId="{C99CE395-39F6-46B4-938C-9BF085685D1A}" srcId="{EE62A4F6-4AC4-435B-990E-81A71CE8CAC7}" destId="{3CE06941-9820-4827-8B16-CD80CC49F780}" srcOrd="0" destOrd="0" parTransId="{141A3C92-8966-4E2F-82E4-2E09E22674B2}" sibTransId="{F58FC55B-E61F-445C-956E-0BB2202254CA}"/>
    <dgm:cxn modelId="{7AF91B96-DA69-42D6-83DE-0E63677A4C47}" srcId="{2A22E84C-3AA3-4E9C-AE5F-9C2FB0D7FB11}" destId="{6C39594C-4AE1-4221-9751-E4FBA9469435}" srcOrd="1" destOrd="0" parTransId="{EA90E5E0-265B-4677-A3EF-FCD0DFDF4F41}" sibTransId="{F04E3063-747B-4761-B46E-8C06B2EF3C55}"/>
    <dgm:cxn modelId="{3A2CECA6-0C5B-46BB-B7C6-7D37E9D210BD}" srcId="{B9C32B05-62EA-407A-B21C-2310C7945705}" destId="{EE62A4F6-4AC4-435B-990E-81A71CE8CAC7}" srcOrd="2" destOrd="0" parTransId="{F287B947-7343-4FA2-B288-B23A59FFAE31}" sibTransId="{389F9A93-0231-4877-8C41-5D5B8DD7AAC0}"/>
    <dgm:cxn modelId="{C08C55B3-00BC-424A-9C7A-D089495B272A}" type="presOf" srcId="{42D71409-67F9-455C-8C6D-716D284AAA6B}" destId="{2673054C-49E6-4C08-B546-F45510902181}" srcOrd="0" destOrd="0" presId="urn:microsoft.com/office/officeart/2005/8/layout/StepDownProcess"/>
    <dgm:cxn modelId="{25A612D0-9E37-4CCF-97BF-CC999B34BE01}" type="presOf" srcId="{EE62A4F6-4AC4-435B-990E-81A71CE8CAC7}" destId="{E4F7EF63-1427-4813-AB3A-98F4E9176B06}" srcOrd="0" destOrd="0" presId="urn:microsoft.com/office/officeart/2005/8/layout/StepDownProcess"/>
    <dgm:cxn modelId="{E1FF67D2-AB48-41E3-BAF0-30710E99C6DC}" type="presOf" srcId="{9ADACFBF-2A78-45C9-A7C4-5E5DBC674760}" destId="{6B7A59AE-00E6-493D-BF53-F05AB58A10FD}" srcOrd="0" destOrd="0" presId="urn:microsoft.com/office/officeart/2005/8/layout/StepDownProcess"/>
    <dgm:cxn modelId="{5670A7D8-BA42-4857-8679-D269077AD7D7}" srcId="{36045517-CEA4-4BE3-B836-C2B6BFE5649B}" destId="{110CC072-E78D-486A-BD24-8CD6CE5683E0}" srcOrd="0" destOrd="0" parTransId="{EFE20FCA-41FE-42D4-8C71-85751017ADFF}" sibTransId="{C901204A-BC8E-4B62-854A-DFB2104323F5}"/>
    <dgm:cxn modelId="{F54352D9-6718-4B71-BD20-F86043A1C555}" type="presOf" srcId="{36045517-CEA4-4BE3-B836-C2B6BFE5649B}" destId="{F0309328-1A56-45EE-9287-35AB188EBFD8}" srcOrd="0" destOrd="0" presId="urn:microsoft.com/office/officeart/2005/8/layout/StepDownProcess"/>
    <dgm:cxn modelId="{E8A89FDB-DD6D-4283-9C83-AFD4934CB666}" type="presOf" srcId="{3CE06941-9820-4827-8B16-CD80CC49F780}" destId="{2889E5AD-7A0B-43F2-8CC8-16B36326E767}" srcOrd="0" destOrd="0" presId="urn:microsoft.com/office/officeart/2005/8/layout/StepDownProcess"/>
    <dgm:cxn modelId="{24F8CBE2-5003-4E69-A772-6B98F2B05181}" srcId="{42D71409-67F9-455C-8C6D-716D284AAA6B}" destId="{3AF880A5-0F00-4315-A5DF-1FE656798601}" srcOrd="1" destOrd="0" parTransId="{A13BB1F9-5857-4B43-8BF5-6589AA2CB759}" sibTransId="{C198C41D-2640-4669-83ED-E0CD35701C8E}"/>
    <dgm:cxn modelId="{BEB859E7-C343-408E-86A1-667C27EE5761}" srcId="{B9C32B05-62EA-407A-B21C-2310C7945705}" destId="{2A22E84C-3AA3-4E9C-AE5F-9C2FB0D7FB11}" srcOrd="3" destOrd="0" parTransId="{6C025E55-DF42-4C5D-AFD5-6015FA053D46}" sibTransId="{744EA591-F199-49C2-B63A-82709D96C729}"/>
    <dgm:cxn modelId="{9D59D3E8-366A-4C92-9CBE-204F5DE61A5D}" type="presOf" srcId="{B9C32B05-62EA-407A-B21C-2310C7945705}" destId="{39362E13-8BC5-4574-ABA5-32EA0CE3DDF1}" srcOrd="0" destOrd="0" presId="urn:microsoft.com/office/officeart/2005/8/layout/StepDownProcess"/>
    <dgm:cxn modelId="{58AD7EEF-D408-406B-87EE-4691D4C30668}" srcId="{42D71409-67F9-455C-8C6D-716D284AAA6B}" destId="{8EA7219F-BDB2-48EB-9EEB-3133522D132E}" srcOrd="0" destOrd="0" parTransId="{3EE8403A-CB7C-4815-85BD-AEBCAEB71B37}" sibTransId="{C94B7947-85DC-4B21-BB99-DF8438356F98}"/>
    <dgm:cxn modelId="{E557F8FB-888A-4190-8C91-19D8BB1191AE}" type="presOf" srcId="{F64D9B44-8949-42CE-A3F5-920CF85E6D38}" destId="{4119C48E-8AD3-403C-B875-C82419D7A28A}" srcOrd="0" destOrd="1" presId="urn:microsoft.com/office/officeart/2005/8/layout/StepDownProcess"/>
    <dgm:cxn modelId="{8A8C95FC-F775-4F13-B6A5-98A9965EA19A}" type="presOf" srcId="{8EA7219F-BDB2-48EB-9EEB-3133522D132E}" destId="{3443CAD9-2F66-4A11-B473-35AD7BB6C872}" srcOrd="0" destOrd="0" presId="urn:microsoft.com/office/officeart/2005/8/layout/StepDownProcess"/>
    <dgm:cxn modelId="{0DC9E368-30DE-46EA-BE66-5A8485430F98}" type="presParOf" srcId="{39362E13-8BC5-4574-ABA5-32EA0CE3DDF1}" destId="{79D0F5AF-910F-4660-B067-225865CBBDCF}" srcOrd="0" destOrd="0" presId="urn:microsoft.com/office/officeart/2005/8/layout/StepDownProcess"/>
    <dgm:cxn modelId="{3C84249A-986D-45ED-8879-60A4298BAB64}" type="presParOf" srcId="{79D0F5AF-910F-4660-B067-225865CBBDCF}" destId="{D89511C6-ACA3-494A-96A1-BBE7FAB9B2FE}" srcOrd="0" destOrd="0" presId="urn:microsoft.com/office/officeart/2005/8/layout/StepDownProcess"/>
    <dgm:cxn modelId="{32D89D19-E97A-408C-9FAF-BC835F60EA43}" type="presParOf" srcId="{79D0F5AF-910F-4660-B067-225865CBBDCF}" destId="{2673054C-49E6-4C08-B546-F45510902181}" srcOrd="1" destOrd="0" presId="urn:microsoft.com/office/officeart/2005/8/layout/StepDownProcess"/>
    <dgm:cxn modelId="{948A0E9D-58A7-4F7E-8DB5-7DDF966FD88C}" type="presParOf" srcId="{79D0F5AF-910F-4660-B067-225865CBBDCF}" destId="{3443CAD9-2F66-4A11-B473-35AD7BB6C872}" srcOrd="2" destOrd="0" presId="urn:microsoft.com/office/officeart/2005/8/layout/StepDownProcess"/>
    <dgm:cxn modelId="{928CB2AA-F64F-4357-99EF-A68BABA95004}" type="presParOf" srcId="{39362E13-8BC5-4574-ABA5-32EA0CE3DDF1}" destId="{54676D5B-F807-40C1-AA0A-1E362AE7E634}" srcOrd="1" destOrd="0" presId="urn:microsoft.com/office/officeart/2005/8/layout/StepDownProcess"/>
    <dgm:cxn modelId="{8ABEB6DC-E2CA-49E5-8D6A-EFBDF56FF98D}" type="presParOf" srcId="{39362E13-8BC5-4574-ABA5-32EA0CE3DDF1}" destId="{260B2C43-AED1-4908-AB21-CAEDC6D3DD0F}" srcOrd="2" destOrd="0" presId="urn:microsoft.com/office/officeart/2005/8/layout/StepDownProcess"/>
    <dgm:cxn modelId="{87181CA8-79BF-4A4D-9C13-B660224B0293}" type="presParOf" srcId="{260B2C43-AED1-4908-AB21-CAEDC6D3DD0F}" destId="{EADEBF3C-C70C-46B5-BA1A-761D61D6C928}" srcOrd="0" destOrd="0" presId="urn:microsoft.com/office/officeart/2005/8/layout/StepDownProcess"/>
    <dgm:cxn modelId="{CF42CAE3-8580-4B9A-9BCE-B21F89A9C6CC}" type="presParOf" srcId="{260B2C43-AED1-4908-AB21-CAEDC6D3DD0F}" destId="{B0FBA56C-782C-4265-B5C2-9CC50CFC990B}" srcOrd="1" destOrd="0" presId="urn:microsoft.com/office/officeart/2005/8/layout/StepDownProcess"/>
    <dgm:cxn modelId="{12A983C7-1341-40CD-8B7A-DA76837DA2F8}" type="presParOf" srcId="{260B2C43-AED1-4908-AB21-CAEDC6D3DD0F}" destId="{5DF857C0-DC0B-48F1-9ECD-31F2E3FF5FD1}" srcOrd="2" destOrd="0" presId="urn:microsoft.com/office/officeart/2005/8/layout/StepDownProcess"/>
    <dgm:cxn modelId="{F9A5F4DC-CF4C-4D99-A01F-BF68CA86275B}" type="presParOf" srcId="{39362E13-8BC5-4574-ABA5-32EA0CE3DDF1}" destId="{AD74987E-6E4F-4A7F-AB1E-0C181D3B2E8E}" srcOrd="3" destOrd="0" presId="urn:microsoft.com/office/officeart/2005/8/layout/StepDownProcess"/>
    <dgm:cxn modelId="{735E1602-4DE6-4644-BA66-BEA204F29B49}" type="presParOf" srcId="{39362E13-8BC5-4574-ABA5-32EA0CE3DDF1}" destId="{F711365F-E19F-45E4-9200-2DDB4CA68679}" srcOrd="4" destOrd="0" presId="urn:microsoft.com/office/officeart/2005/8/layout/StepDownProcess"/>
    <dgm:cxn modelId="{9F3C97AB-E653-4040-AD3F-6BC1834AA233}" type="presParOf" srcId="{F711365F-E19F-45E4-9200-2DDB4CA68679}" destId="{8D5F8873-BC51-4621-AA90-EA6E557ADA63}" srcOrd="0" destOrd="0" presId="urn:microsoft.com/office/officeart/2005/8/layout/StepDownProcess"/>
    <dgm:cxn modelId="{E9374936-76FB-49CF-AD55-CDA3C7AA3675}" type="presParOf" srcId="{F711365F-E19F-45E4-9200-2DDB4CA68679}" destId="{E4F7EF63-1427-4813-AB3A-98F4E9176B06}" srcOrd="1" destOrd="0" presId="urn:microsoft.com/office/officeart/2005/8/layout/StepDownProcess"/>
    <dgm:cxn modelId="{E2B15B35-73DF-4F4F-BEB2-1221F40B074B}" type="presParOf" srcId="{F711365F-E19F-45E4-9200-2DDB4CA68679}" destId="{2889E5AD-7A0B-43F2-8CC8-16B36326E767}" srcOrd="2" destOrd="0" presId="urn:microsoft.com/office/officeart/2005/8/layout/StepDownProcess"/>
    <dgm:cxn modelId="{772CB3D9-0A27-462B-9A29-29BB723D975E}" type="presParOf" srcId="{39362E13-8BC5-4574-ABA5-32EA0CE3DDF1}" destId="{34E1B39C-A584-4E8E-9896-1D19637F08F1}" srcOrd="5" destOrd="0" presId="urn:microsoft.com/office/officeart/2005/8/layout/StepDownProcess"/>
    <dgm:cxn modelId="{C13AB2E7-C7EF-4E3F-9B63-4CB3F6A033FA}" type="presParOf" srcId="{39362E13-8BC5-4574-ABA5-32EA0CE3DDF1}" destId="{4BDD48A6-484D-4D76-ADAC-263E9857F296}" srcOrd="6" destOrd="0" presId="urn:microsoft.com/office/officeart/2005/8/layout/StepDownProcess"/>
    <dgm:cxn modelId="{8A3154B0-7AB4-4540-A7A6-A03CE8D40032}" type="presParOf" srcId="{4BDD48A6-484D-4D76-ADAC-263E9857F296}" destId="{860B6BE1-CE0F-4B7D-8572-88BCEF9D38B5}" srcOrd="0" destOrd="0" presId="urn:microsoft.com/office/officeart/2005/8/layout/StepDownProcess"/>
    <dgm:cxn modelId="{4F21915C-AA4D-414A-87D7-1CE8366DB343}" type="presParOf" srcId="{4BDD48A6-484D-4D76-ADAC-263E9857F296}" destId="{D228381A-0371-49A3-A6CD-44583CB0A32B}" srcOrd="1" destOrd="0" presId="urn:microsoft.com/office/officeart/2005/8/layout/StepDownProcess"/>
    <dgm:cxn modelId="{031357B8-9334-4246-8A85-CBD3FEA9FAF6}" type="presParOf" srcId="{4BDD48A6-484D-4D76-ADAC-263E9857F296}" destId="{6B7A59AE-00E6-493D-BF53-F05AB58A10FD}" srcOrd="2" destOrd="0" presId="urn:microsoft.com/office/officeart/2005/8/layout/StepDownProcess"/>
    <dgm:cxn modelId="{00F8CE06-D410-425F-B433-442951C32430}" type="presParOf" srcId="{39362E13-8BC5-4574-ABA5-32EA0CE3DDF1}" destId="{CC652AD7-4EBF-45B3-934F-56A9A8367197}" srcOrd="7" destOrd="0" presId="urn:microsoft.com/office/officeart/2005/8/layout/StepDownProcess"/>
    <dgm:cxn modelId="{207CBC7B-96F6-4A52-A876-97C79F133898}" type="presParOf" srcId="{39362E13-8BC5-4574-ABA5-32EA0CE3DDF1}" destId="{6FD4D094-58AB-47E9-9868-11CD0572FAE4}" srcOrd="8" destOrd="0" presId="urn:microsoft.com/office/officeart/2005/8/layout/StepDownProcess"/>
    <dgm:cxn modelId="{6F552C64-3E10-4B2F-BCAA-07C34EB2319E}" type="presParOf" srcId="{6FD4D094-58AB-47E9-9868-11CD0572FAE4}" destId="{F0309328-1A56-45EE-9287-35AB188EBFD8}" srcOrd="0" destOrd="0" presId="urn:microsoft.com/office/officeart/2005/8/layout/StepDownProcess"/>
    <dgm:cxn modelId="{52EBDC3E-BC75-4C07-939F-1FC9A0C422BA}" type="presParOf" srcId="{6FD4D094-58AB-47E9-9868-11CD0572FAE4}" destId="{4119C48E-8AD3-403C-B875-C82419D7A28A}" srcOrd="1" destOrd="0" presId="urn:microsoft.com/office/officeart/2005/8/layout/StepDownProcess"/>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45.xml><?xml version="1.0" encoding="utf-8"?>
<dgm:dataModel xmlns:dgm="http://schemas.openxmlformats.org/drawingml/2006/diagram" xmlns:a="http://schemas.openxmlformats.org/drawingml/2006/main">
  <dgm:ptLst>
    <dgm:pt modelId="{B9C32B05-62EA-407A-B21C-2310C7945705}" type="doc">
      <dgm:prSet loTypeId="urn:microsoft.com/office/officeart/2005/8/layout/process3" loCatId="process"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F66099B6-DBBD-4AB0-82D2-877B80F846F7}">
      <dgm:prSet phldrT="[Text]"/>
      <dgm:spPr/>
      <dgm:t>
        <a:bodyPr/>
        <a:lstStyle/>
        <a:p>
          <a:r>
            <a:rPr lang="en-US" dirty="0"/>
            <a:t>Lorem Ipsum</a:t>
          </a:r>
        </a:p>
      </dgm:t>
    </dgm:pt>
    <dgm:pt modelId="{B09C8BFB-F41C-4AC4-AB94-F216E3081C2D}" type="parTrans" cxnId="{B4F3EA32-CE64-4A92-9BAE-BC57E5392B05}">
      <dgm:prSet/>
      <dgm:spPr/>
      <dgm:t>
        <a:bodyPr/>
        <a:lstStyle/>
        <a:p>
          <a:endParaRPr lang="en-US"/>
        </a:p>
      </dgm:t>
    </dgm:pt>
    <dgm:pt modelId="{BC531B32-9B0E-482E-BF91-65C61F17168D}" type="sibTrans" cxnId="{B4F3EA32-CE64-4A92-9BAE-BC57E5392B05}">
      <dgm:prSet/>
      <dgm:spPr/>
      <dgm:t>
        <a:bodyPr/>
        <a:lstStyle/>
        <a:p>
          <a:endParaRPr lang="en-US"/>
        </a:p>
      </dgm:t>
    </dgm:pt>
    <dgm:pt modelId="{EE62A4F6-4AC4-435B-990E-81A71CE8CAC7}">
      <dgm:prSet phldrT="[Text]"/>
      <dgm:spPr/>
      <dgm:t>
        <a:bodyPr/>
        <a:lstStyle/>
        <a:p>
          <a:r>
            <a:rPr lang="en-US" dirty="0"/>
            <a:t>Lorem Ipsum</a:t>
          </a:r>
        </a:p>
      </dgm:t>
    </dgm:pt>
    <dgm:pt modelId="{F287B947-7343-4FA2-B288-B23A59FFAE31}" type="parTrans" cxnId="{3A2CECA6-0C5B-46BB-B7C6-7D37E9D210BD}">
      <dgm:prSet/>
      <dgm:spPr/>
      <dgm:t>
        <a:bodyPr/>
        <a:lstStyle/>
        <a:p>
          <a:endParaRPr lang="en-US"/>
        </a:p>
      </dgm:t>
    </dgm:pt>
    <dgm:pt modelId="{389F9A93-0231-4877-8C41-5D5B8DD7AAC0}" type="sibTrans" cxnId="{3A2CECA6-0C5B-46BB-B7C6-7D37E9D210BD}">
      <dgm:prSet/>
      <dgm:spPr/>
      <dgm:t>
        <a:bodyPr/>
        <a:lstStyle/>
        <a:p>
          <a:endParaRPr lang="en-US"/>
        </a:p>
      </dgm:t>
    </dgm:pt>
    <dgm:pt modelId="{6CF284C3-4A70-4432-8F33-E75A802B3330}">
      <dgm:prSet/>
      <dgm:spPr/>
      <dgm:t>
        <a:bodyPr/>
        <a:lstStyle/>
        <a:p>
          <a:r>
            <a:rPr lang="en-US" dirty="0"/>
            <a:t>Some text here</a:t>
          </a:r>
        </a:p>
      </dgm:t>
    </dgm:pt>
    <dgm:pt modelId="{044831E6-2FC9-4DDA-81FB-5FA418568D07}" type="parTrans" cxnId="{2DC24386-BC50-4BAB-8571-16CB10C2603C}">
      <dgm:prSet/>
      <dgm:spPr/>
      <dgm:t>
        <a:bodyPr/>
        <a:lstStyle/>
        <a:p>
          <a:endParaRPr lang="en-US"/>
        </a:p>
      </dgm:t>
    </dgm:pt>
    <dgm:pt modelId="{CD50B82D-84BB-4747-B282-ABB339EBA294}" type="sibTrans" cxnId="{2DC24386-BC50-4BAB-8571-16CB10C2603C}">
      <dgm:prSet/>
      <dgm:spPr/>
      <dgm:t>
        <a:bodyPr/>
        <a:lstStyle/>
        <a:p>
          <a:endParaRPr lang="en-US"/>
        </a:p>
      </dgm:t>
    </dgm:pt>
    <dgm:pt modelId="{3AF880A5-0F00-4315-A5DF-1FE656798601}">
      <dgm:prSet phldrT="[Text]"/>
      <dgm:spPr/>
      <dgm:t>
        <a:bodyPr/>
        <a:lstStyle/>
        <a:p>
          <a:r>
            <a:rPr lang="en-US" dirty="0"/>
            <a:t>Some text here</a:t>
          </a:r>
        </a:p>
      </dgm:t>
    </dgm:pt>
    <dgm:pt modelId="{A13BB1F9-5857-4B43-8BF5-6589AA2CB759}" type="parTrans" cxnId="{24F8CBE2-5003-4E69-A772-6B98F2B05181}">
      <dgm:prSet/>
      <dgm:spPr/>
      <dgm:t>
        <a:bodyPr/>
        <a:lstStyle/>
        <a:p>
          <a:endParaRPr lang="en-US"/>
        </a:p>
      </dgm:t>
    </dgm:pt>
    <dgm:pt modelId="{C198C41D-2640-4669-83ED-E0CD35701C8E}" type="sibTrans" cxnId="{24F8CBE2-5003-4E69-A772-6B98F2B05181}">
      <dgm:prSet/>
      <dgm:spPr/>
      <dgm:t>
        <a:bodyPr/>
        <a:lstStyle/>
        <a:p>
          <a:endParaRPr lang="en-US"/>
        </a:p>
      </dgm:t>
    </dgm:pt>
    <dgm:pt modelId="{8EA7219F-BDB2-48EB-9EEB-3133522D132E}">
      <dgm:prSet phldrT="[Text]"/>
      <dgm:spPr/>
      <dgm:t>
        <a:bodyPr/>
        <a:lstStyle/>
        <a:p>
          <a:r>
            <a:rPr lang="en-US" dirty="0"/>
            <a:t>Some text here</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BE788BF5-FE9F-4C7D-A1CD-9232D7860179}">
      <dgm:prSet phldrT="[Text]"/>
      <dgm:spPr/>
      <dgm:t>
        <a:bodyPr/>
        <a:lstStyle/>
        <a:p>
          <a:r>
            <a:rPr lang="en-US"/>
            <a:t>Some text here</a:t>
          </a:r>
          <a:endParaRPr lang="en-US" dirty="0"/>
        </a:p>
      </dgm:t>
    </dgm:pt>
    <dgm:pt modelId="{963A52CB-C772-45F2-8A30-8ABA6B14D3CE}" type="parTrans" cxnId="{35013F34-57BC-4E3C-A003-07C0E49926DB}">
      <dgm:prSet/>
      <dgm:spPr/>
      <dgm:t>
        <a:bodyPr/>
        <a:lstStyle/>
        <a:p>
          <a:endParaRPr lang="en-US"/>
        </a:p>
      </dgm:t>
    </dgm:pt>
    <dgm:pt modelId="{88191C5E-55BA-42F2-B842-FC86CBBADC0F}" type="sibTrans" cxnId="{35013F34-57BC-4E3C-A003-07C0E49926DB}">
      <dgm:prSet/>
      <dgm:spPr/>
      <dgm:t>
        <a:bodyPr/>
        <a:lstStyle/>
        <a:p>
          <a:endParaRPr lang="en-US"/>
        </a:p>
      </dgm:t>
    </dgm:pt>
    <dgm:pt modelId="{3CE06941-9820-4827-8B16-CD80CC49F780}">
      <dgm:prSet phldrT="[Text]"/>
      <dgm:spPr/>
      <dgm:t>
        <a:bodyPr/>
        <a:lstStyle/>
        <a:p>
          <a:r>
            <a:rPr lang="en-US" dirty="0"/>
            <a:t>Some text here</a:t>
          </a:r>
        </a:p>
      </dgm:t>
    </dgm:pt>
    <dgm:pt modelId="{141A3C92-8966-4E2F-82E4-2E09E22674B2}" type="parTrans" cxnId="{C99CE395-39F6-46B4-938C-9BF085685D1A}">
      <dgm:prSet/>
      <dgm:spPr/>
      <dgm:t>
        <a:bodyPr/>
        <a:lstStyle/>
        <a:p>
          <a:endParaRPr lang="en-US"/>
        </a:p>
      </dgm:t>
    </dgm:pt>
    <dgm:pt modelId="{F58FC55B-E61F-445C-956E-0BB2202254CA}" type="sibTrans" cxnId="{C99CE395-39F6-46B4-938C-9BF085685D1A}">
      <dgm:prSet/>
      <dgm:spPr/>
      <dgm:t>
        <a:bodyPr/>
        <a:lstStyle/>
        <a:p>
          <a:endParaRPr lang="en-US"/>
        </a:p>
      </dgm:t>
    </dgm:pt>
    <dgm:pt modelId="{386C2B6D-2EE1-4682-AE61-EE246CD54E31}">
      <dgm:prSet phldrT="[Text]"/>
      <dgm:spPr/>
      <dgm:t>
        <a:bodyPr/>
        <a:lstStyle/>
        <a:p>
          <a:r>
            <a:rPr lang="en-US" dirty="0"/>
            <a:t>Some text here</a:t>
          </a:r>
        </a:p>
      </dgm:t>
    </dgm:pt>
    <dgm:pt modelId="{649D72FB-0D8F-479C-87D1-C73133EF35E2}" type="parTrans" cxnId="{7F96AC57-2F84-4E8C-AA92-E82865EE63FE}">
      <dgm:prSet/>
      <dgm:spPr/>
      <dgm:t>
        <a:bodyPr/>
        <a:lstStyle/>
        <a:p>
          <a:endParaRPr lang="en-US"/>
        </a:p>
      </dgm:t>
    </dgm:pt>
    <dgm:pt modelId="{E1C9E6F1-2ED2-4DD8-9B78-28FC1AF5D352}" type="sibTrans" cxnId="{7F96AC57-2F84-4E8C-AA92-E82865EE63FE}">
      <dgm:prSet/>
      <dgm:spPr/>
      <dgm:t>
        <a:bodyPr/>
        <a:lstStyle/>
        <a:p>
          <a:endParaRPr lang="en-US"/>
        </a:p>
      </dgm:t>
    </dgm:pt>
    <dgm:pt modelId="{2A22E84C-3AA3-4E9C-AE5F-9C2FB0D7FB11}">
      <dgm:prSet phldrT="[Text]"/>
      <dgm:spPr/>
      <dgm:t>
        <a:bodyPr/>
        <a:lstStyle/>
        <a:p>
          <a:r>
            <a:rPr lang="en-US"/>
            <a:t>Lorem Ipsum</a:t>
          </a:r>
          <a:endParaRPr lang="en-US" dirty="0"/>
        </a:p>
      </dgm:t>
    </dgm:pt>
    <dgm:pt modelId="{6C025E55-DF42-4C5D-AFD5-6015FA053D46}" type="parTrans" cxnId="{BEB859E7-C343-408E-86A1-667C27EE5761}">
      <dgm:prSet/>
      <dgm:spPr/>
      <dgm:t>
        <a:bodyPr/>
        <a:lstStyle/>
        <a:p>
          <a:endParaRPr lang="en-US"/>
        </a:p>
      </dgm:t>
    </dgm:pt>
    <dgm:pt modelId="{744EA591-F199-49C2-B63A-82709D96C729}" type="sibTrans" cxnId="{BEB859E7-C343-408E-86A1-667C27EE5761}">
      <dgm:prSet/>
      <dgm:spPr/>
      <dgm:t>
        <a:bodyPr/>
        <a:lstStyle/>
        <a:p>
          <a:endParaRPr lang="en-US"/>
        </a:p>
      </dgm:t>
    </dgm:pt>
    <dgm:pt modelId="{9ADACFBF-2A78-45C9-A7C4-5E5DBC674760}">
      <dgm:prSet phldrT="[Text]"/>
      <dgm:spPr/>
      <dgm:t>
        <a:bodyPr/>
        <a:lstStyle/>
        <a:p>
          <a:r>
            <a:rPr lang="en-US" dirty="0"/>
            <a:t>Some text here</a:t>
          </a:r>
        </a:p>
      </dgm:t>
    </dgm:pt>
    <dgm:pt modelId="{E121796C-71AB-4354-A1D4-3BF0025298A5}" type="parTrans" cxnId="{2B98897D-9937-49AC-9FE9-6629E912033A}">
      <dgm:prSet/>
      <dgm:spPr/>
      <dgm:t>
        <a:bodyPr/>
        <a:lstStyle/>
        <a:p>
          <a:endParaRPr lang="en-US"/>
        </a:p>
      </dgm:t>
    </dgm:pt>
    <dgm:pt modelId="{F3FE7E5A-DC73-423B-998C-02943CF263BF}" type="sibTrans" cxnId="{2B98897D-9937-49AC-9FE9-6629E912033A}">
      <dgm:prSet/>
      <dgm:spPr/>
      <dgm:t>
        <a:bodyPr/>
        <a:lstStyle/>
        <a:p>
          <a:endParaRPr lang="en-US"/>
        </a:p>
      </dgm:t>
    </dgm:pt>
    <dgm:pt modelId="{6C39594C-4AE1-4221-9751-E4FBA9469435}">
      <dgm:prSet phldrT="[Text]"/>
      <dgm:spPr/>
      <dgm:t>
        <a:bodyPr/>
        <a:lstStyle/>
        <a:p>
          <a:r>
            <a:rPr lang="en-US" dirty="0"/>
            <a:t>Some text here</a:t>
          </a:r>
        </a:p>
      </dgm:t>
    </dgm:pt>
    <dgm:pt modelId="{EA90E5E0-265B-4677-A3EF-FCD0DFDF4F41}" type="parTrans" cxnId="{7AF91B96-DA69-42D6-83DE-0E63677A4C47}">
      <dgm:prSet/>
      <dgm:spPr/>
      <dgm:t>
        <a:bodyPr/>
        <a:lstStyle/>
        <a:p>
          <a:endParaRPr lang="en-US"/>
        </a:p>
      </dgm:t>
    </dgm:pt>
    <dgm:pt modelId="{F04E3063-747B-4761-B46E-8C06B2EF3C55}" type="sibTrans" cxnId="{7AF91B96-DA69-42D6-83DE-0E63677A4C47}">
      <dgm:prSet/>
      <dgm:spPr/>
      <dgm:t>
        <a:bodyPr/>
        <a:lstStyle/>
        <a:p>
          <a:endParaRPr lang="en-US"/>
        </a:p>
      </dgm:t>
    </dgm:pt>
    <dgm:pt modelId="{36045517-CEA4-4BE3-B836-C2B6BFE5649B}">
      <dgm:prSet phldrT="[Text]"/>
      <dgm:spPr/>
      <dgm:t>
        <a:bodyPr/>
        <a:lstStyle/>
        <a:p>
          <a:r>
            <a:rPr lang="en-US"/>
            <a:t>Lorem Ipsum</a:t>
          </a:r>
          <a:endParaRPr lang="en-US" dirty="0"/>
        </a:p>
      </dgm:t>
    </dgm:pt>
    <dgm:pt modelId="{6231A36F-9B04-4B4A-917A-7E163AFFC956}" type="parTrans" cxnId="{4019353B-443B-4DED-AA6C-3C60E18414C7}">
      <dgm:prSet/>
      <dgm:spPr/>
      <dgm:t>
        <a:bodyPr/>
        <a:lstStyle/>
        <a:p>
          <a:endParaRPr lang="en-US"/>
        </a:p>
      </dgm:t>
    </dgm:pt>
    <dgm:pt modelId="{BFF3C5ED-87D0-4709-A3B8-A7BF0668006A}" type="sibTrans" cxnId="{4019353B-443B-4DED-AA6C-3C60E18414C7}">
      <dgm:prSet/>
      <dgm:spPr/>
      <dgm:t>
        <a:bodyPr/>
        <a:lstStyle/>
        <a:p>
          <a:endParaRPr lang="en-US"/>
        </a:p>
      </dgm:t>
    </dgm:pt>
    <dgm:pt modelId="{110CC072-E78D-486A-BD24-8CD6CE5683E0}">
      <dgm:prSet phldrT="[Text]"/>
      <dgm:spPr/>
      <dgm:t>
        <a:bodyPr/>
        <a:lstStyle/>
        <a:p>
          <a:r>
            <a:rPr lang="en-US" dirty="0"/>
            <a:t>Some text here</a:t>
          </a:r>
        </a:p>
      </dgm:t>
    </dgm:pt>
    <dgm:pt modelId="{EFE20FCA-41FE-42D4-8C71-85751017ADFF}" type="parTrans" cxnId="{5670A7D8-BA42-4857-8679-D269077AD7D7}">
      <dgm:prSet/>
      <dgm:spPr/>
      <dgm:t>
        <a:bodyPr/>
        <a:lstStyle/>
        <a:p>
          <a:endParaRPr lang="en-US"/>
        </a:p>
      </dgm:t>
    </dgm:pt>
    <dgm:pt modelId="{C901204A-BC8E-4B62-854A-DFB2104323F5}" type="sibTrans" cxnId="{5670A7D8-BA42-4857-8679-D269077AD7D7}">
      <dgm:prSet/>
      <dgm:spPr/>
      <dgm:t>
        <a:bodyPr/>
        <a:lstStyle/>
        <a:p>
          <a:endParaRPr lang="en-US"/>
        </a:p>
      </dgm:t>
    </dgm:pt>
    <dgm:pt modelId="{F64D9B44-8949-42CE-A3F5-920CF85E6D38}">
      <dgm:prSet phldrT="[Text]"/>
      <dgm:spPr/>
      <dgm:t>
        <a:bodyPr/>
        <a:lstStyle/>
        <a:p>
          <a:r>
            <a:rPr lang="en-US" dirty="0"/>
            <a:t>Some text here</a:t>
          </a:r>
        </a:p>
      </dgm:t>
    </dgm:pt>
    <dgm:pt modelId="{81AB81A4-D793-40B9-964C-9DA3AF17B95D}" type="parTrans" cxnId="{F091E13E-CC91-4760-8919-F8E7FA115B30}">
      <dgm:prSet/>
      <dgm:spPr/>
      <dgm:t>
        <a:bodyPr/>
        <a:lstStyle/>
        <a:p>
          <a:endParaRPr lang="en-US"/>
        </a:p>
      </dgm:t>
    </dgm:pt>
    <dgm:pt modelId="{ECDC803C-5DBD-4EEE-A68A-AC8585F1A4EB}" type="sibTrans" cxnId="{F091E13E-CC91-4760-8919-F8E7FA115B30}">
      <dgm:prSet/>
      <dgm:spPr/>
      <dgm:t>
        <a:bodyPr/>
        <a:lstStyle/>
        <a:p>
          <a:endParaRPr lang="en-US"/>
        </a:p>
      </dgm:t>
    </dgm:pt>
    <dgm:pt modelId="{36D3490E-7BA5-49F3-9343-692EB803C622}" type="pres">
      <dgm:prSet presAssocID="{B9C32B05-62EA-407A-B21C-2310C7945705}" presName="linearFlow" presStyleCnt="0">
        <dgm:presLayoutVars>
          <dgm:dir/>
          <dgm:animLvl val="lvl"/>
          <dgm:resizeHandles val="exact"/>
        </dgm:presLayoutVars>
      </dgm:prSet>
      <dgm:spPr/>
    </dgm:pt>
    <dgm:pt modelId="{C2159AA9-D09B-4F72-9B7F-C2D3994E5AAB}" type="pres">
      <dgm:prSet presAssocID="{42D71409-67F9-455C-8C6D-716D284AAA6B}" presName="composite" presStyleCnt="0"/>
      <dgm:spPr/>
    </dgm:pt>
    <dgm:pt modelId="{2946BF4E-DC5D-4663-8456-B2FDBBB85E2F}" type="pres">
      <dgm:prSet presAssocID="{42D71409-67F9-455C-8C6D-716D284AAA6B}" presName="parTx" presStyleLbl="node1" presStyleIdx="0" presStyleCnt="5">
        <dgm:presLayoutVars>
          <dgm:chMax val="0"/>
          <dgm:chPref val="0"/>
          <dgm:bulletEnabled val="1"/>
        </dgm:presLayoutVars>
      </dgm:prSet>
      <dgm:spPr/>
    </dgm:pt>
    <dgm:pt modelId="{91ECDDB5-CCC6-4179-B7C0-3C63EF32BFF4}" type="pres">
      <dgm:prSet presAssocID="{42D71409-67F9-455C-8C6D-716D284AAA6B}" presName="parSh" presStyleLbl="node1" presStyleIdx="0" presStyleCnt="5"/>
      <dgm:spPr/>
    </dgm:pt>
    <dgm:pt modelId="{BB63AEBF-6286-4875-BAF6-60B3E1804076}" type="pres">
      <dgm:prSet presAssocID="{42D71409-67F9-455C-8C6D-716D284AAA6B}" presName="desTx" presStyleLbl="fgAcc1" presStyleIdx="0" presStyleCnt="5">
        <dgm:presLayoutVars>
          <dgm:bulletEnabled val="1"/>
        </dgm:presLayoutVars>
      </dgm:prSet>
      <dgm:spPr/>
    </dgm:pt>
    <dgm:pt modelId="{BCBAEA5F-E368-4255-8161-1B2E8B4C8ECE}" type="pres">
      <dgm:prSet presAssocID="{478B7D3C-9FB4-4BC6-90AC-49960560DECD}" presName="sibTrans" presStyleLbl="sibTrans2D1" presStyleIdx="0" presStyleCnt="4"/>
      <dgm:spPr/>
    </dgm:pt>
    <dgm:pt modelId="{D701DD6F-D608-4D5A-B0D4-20BE79EBE28C}" type="pres">
      <dgm:prSet presAssocID="{478B7D3C-9FB4-4BC6-90AC-49960560DECD}" presName="connTx" presStyleLbl="sibTrans2D1" presStyleIdx="0" presStyleCnt="4"/>
      <dgm:spPr/>
    </dgm:pt>
    <dgm:pt modelId="{76A2CA2C-785E-4481-B36A-4CC50690B428}" type="pres">
      <dgm:prSet presAssocID="{F66099B6-DBBD-4AB0-82D2-877B80F846F7}" presName="composite" presStyleCnt="0"/>
      <dgm:spPr/>
    </dgm:pt>
    <dgm:pt modelId="{C788984C-A890-4216-A7E9-0B6B36113407}" type="pres">
      <dgm:prSet presAssocID="{F66099B6-DBBD-4AB0-82D2-877B80F846F7}" presName="parTx" presStyleLbl="node1" presStyleIdx="0" presStyleCnt="5">
        <dgm:presLayoutVars>
          <dgm:chMax val="0"/>
          <dgm:chPref val="0"/>
          <dgm:bulletEnabled val="1"/>
        </dgm:presLayoutVars>
      </dgm:prSet>
      <dgm:spPr/>
    </dgm:pt>
    <dgm:pt modelId="{D90B3DBC-D4B8-4FB1-B46F-79E8E606E0E1}" type="pres">
      <dgm:prSet presAssocID="{F66099B6-DBBD-4AB0-82D2-877B80F846F7}" presName="parSh" presStyleLbl="node1" presStyleIdx="1" presStyleCnt="5"/>
      <dgm:spPr/>
    </dgm:pt>
    <dgm:pt modelId="{F4FEB44B-1BC8-48C3-B6DF-28EA481128E3}" type="pres">
      <dgm:prSet presAssocID="{F66099B6-DBBD-4AB0-82D2-877B80F846F7}" presName="desTx" presStyleLbl="fgAcc1" presStyleIdx="1" presStyleCnt="5">
        <dgm:presLayoutVars>
          <dgm:bulletEnabled val="1"/>
        </dgm:presLayoutVars>
      </dgm:prSet>
      <dgm:spPr/>
    </dgm:pt>
    <dgm:pt modelId="{0A0659B1-A50A-4E4C-A80C-3E3F7DDF960E}" type="pres">
      <dgm:prSet presAssocID="{BC531B32-9B0E-482E-BF91-65C61F17168D}" presName="sibTrans" presStyleLbl="sibTrans2D1" presStyleIdx="1" presStyleCnt="4"/>
      <dgm:spPr/>
    </dgm:pt>
    <dgm:pt modelId="{6F078761-19C4-4CBE-B9D5-7A254227BDEC}" type="pres">
      <dgm:prSet presAssocID="{BC531B32-9B0E-482E-BF91-65C61F17168D}" presName="connTx" presStyleLbl="sibTrans2D1" presStyleIdx="1" presStyleCnt="4"/>
      <dgm:spPr/>
    </dgm:pt>
    <dgm:pt modelId="{58CE5388-C2C0-4D20-9707-BEA7F69E3612}" type="pres">
      <dgm:prSet presAssocID="{EE62A4F6-4AC4-435B-990E-81A71CE8CAC7}" presName="composite" presStyleCnt="0"/>
      <dgm:spPr/>
    </dgm:pt>
    <dgm:pt modelId="{49C3C812-9594-45D5-BE67-BDB4AB0CA526}" type="pres">
      <dgm:prSet presAssocID="{EE62A4F6-4AC4-435B-990E-81A71CE8CAC7}" presName="parTx" presStyleLbl="node1" presStyleIdx="1" presStyleCnt="5">
        <dgm:presLayoutVars>
          <dgm:chMax val="0"/>
          <dgm:chPref val="0"/>
          <dgm:bulletEnabled val="1"/>
        </dgm:presLayoutVars>
      </dgm:prSet>
      <dgm:spPr/>
    </dgm:pt>
    <dgm:pt modelId="{E48029D7-47C7-470A-937D-7AC4A96F313E}" type="pres">
      <dgm:prSet presAssocID="{EE62A4F6-4AC4-435B-990E-81A71CE8CAC7}" presName="parSh" presStyleLbl="node1" presStyleIdx="2" presStyleCnt="5"/>
      <dgm:spPr/>
    </dgm:pt>
    <dgm:pt modelId="{51D683C9-4131-4429-AED6-426042BBC39C}" type="pres">
      <dgm:prSet presAssocID="{EE62A4F6-4AC4-435B-990E-81A71CE8CAC7}" presName="desTx" presStyleLbl="fgAcc1" presStyleIdx="2" presStyleCnt="5">
        <dgm:presLayoutVars>
          <dgm:bulletEnabled val="1"/>
        </dgm:presLayoutVars>
      </dgm:prSet>
      <dgm:spPr/>
    </dgm:pt>
    <dgm:pt modelId="{ED994E09-386B-4878-8F9F-C97C8CE09806}" type="pres">
      <dgm:prSet presAssocID="{389F9A93-0231-4877-8C41-5D5B8DD7AAC0}" presName="sibTrans" presStyleLbl="sibTrans2D1" presStyleIdx="2" presStyleCnt="4"/>
      <dgm:spPr/>
    </dgm:pt>
    <dgm:pt modelId="{23FBB3C7-7932-4176-A0EB-837DA6FFAD44}" type="pres">
      <dgm:prSet presAssocID="{389F9A93-0231-4877-8C41-5D5B8DD7AAC0}" presName="connTx" presStyleLbl="sibTrans2D1" presStyleIdx="2" presStyleCnt="4"/>
      <dgm:spPr/>
    </dgm:pt>
    <dgm:pt modelId="{12135286-0B00-489A-81B4-DA9489537592}" type="pres">
      <dgm:prSet presAssocID="{2A22E84C-3AA3-4E9C-AE5F-9C2FB0D7FB11}" presName="composite" presStyleCnt="0"/>
      <dgm:spPr/>
    </dgm:pt>
    <dgm:pt modelId="{BF14EC1A-4EA2-48A1-A8EA-A7507B474F15}" type="pres">
      <dgm:prSet presAssocID="{2A22E84C-3AA3-4E9C-AE5F-9C2FB0D7FB11}" presName="parTx" presStyleLbl="node1" presStyleIdx="2" presStyleCnt="5">
        <dgm:presLayoutVars>
          <dgm:chMax val="0"/>
          <dgm:chPref val="0"/>
          <dgm:bulletEnabled val="1"/>
        </dgm:presLayoutVars>
      </dgm:prSet>
      <dgm:spPr/>
    </dgm:pt>
    <dgm:pt modelId="{EF713B26-BC89-4D85-BA63-983E3C6BAD11}" type="pres">
      <dgm:prSet presAssocID="{2A22E84C-3AA3-4E9C-AE5F-9C2FB0D7FB11}" presName="parSh" presStyleLbl="node1" presStyleIdx="3" presStyleCnt="5"/>
      <dgm:spPr/>
    </dgm:pt>
    <dgm:pt modelId="{21E1275F-C261-4194-9AD8-F6D90D8309DB}" type="pres">
      <dgm:prSet presAssocID="{2A22E84C-3AA3-4E9C-AE5F-9C2FB0D7FB11}" presName="desTx" presStyleLbl="fgAcc1" presStyleIdx="3" presStyleCnt="5">
        <dgm:presLayoutVars>
          <dgm:bulletEnabled val="1"/>
        </dgm:presLayoutVars>
      </dgm:prSet>
      <dgm:spPr/>
    </dgm:pt>
    <dgm:pt modelId="{E04D725E-59E9-40CF-8855-D1EC8203994C}" type="pres">
      <dgm:prSet presAssocID="{744EA591-F199-49C2-B63A-82709D96C729}" presName="sibTrans" presStyleLbl="sibTrans2D1" presStyleIdx="3" presStyleCnt="4"/>
      <dgm:spPr/>
    </dgm:pt>
    <dgm:pt modelId="{24C32FE2-C14E-4A3F-9EF7-2B9171BE9897}" type="pres">
      <dgm:prSet presAssocID="{744EA591-F199-49C2-B63A-82709D96C729}" presName="connTx" presStyleLbl="sibTrans2D1" presStyleIdx="3" presStyleCnt="4"/>
      <dgm:spPr/>
    </dgm:pt>
    <dgm:pt modelId="{364BF5BE-376D-4733-843C-F4C57BD0BD68}" type="pres">
      <dgm:prSet presAssocID="{36045517-CEA4-4BE3-B836-C2B6BFE5649B}" presName="composite" presStyleCnt="0"/>
      <dgm:spPr/>
    </dgm:pt>
    <dgm:pt modelId="{FBCD96C9-A8D1-4141-9BD5-85C48CCEBE63}" type="pres">
      <dgm:prSet presAssocID="{36045517-CEA4-4BE3-B836-C2B6BFE5649B}" presName="parTx" presStyleLbl="node1" presStyleIdx="3" presStyleCnt="5">
        <dgm:presLayoutVars>
          <dgm:chMax val="0"/>
          <dgm:chPref val="0"/>
          <dgm:bulletEnabled val="1"/>
        </dgm:presLayoutVars>
      </dgm:prSet>
      <dgm:spPr/>
    </dgm:pt>
    <dgm:pt modelId="{618575C4-8AAE-43BF-AE1C-0AC9EA2B275C}" type="pres">
      <dgm:prSet presAssocID="{36045517-CEA4-4BE3-B836-C2B6BFE5649B}" presName="parSh" presStyleLbl="node1" presStyleIdx="4" presStyleCnt="5"/>
      <dgm:spPr/>
    </dgm:pt>
    <dgm:pt modelId="{0CF210A1-0D53-4B5A-9855-71EE7CA51FC1}" type="pres">
      <dgm:prSet presAssocID="{36045517-CEA4-4BE3-B836-C2B6BFE5649B}" presName="desTx" presStyleLbl="fgAcc1" presStyleIdx="4" presStyleCnt="5">
        <dgm:presLayoutVars>
          <dgm:bulletEnabled val="1"/>
        </dgm:presLayoutVars>
      </dgm:prSet>
      <dgm:spPr/>
    </dgm:pt>
  </dgm:ptLst>
  <dgm:cxnLst>
    <dgm:cxn modelId="{04D0CA02-ADBD-4DF0-9748-1B2AA362BFDE}" type="presOf" srcId="{F66099B6-DBBD-4AB0-82D2-877B80F846F7}" destId="{C788984C-A890-4216-A7E9-0B6B36113407}" srcOrd="0" destOrd="0" presId="urn:microsoft.com/office/officeart/2005/8/layout/process3"/>
    <dgm:cxn modelId="{2AA9C11F-1F1D-428E-801A-47EAA766C99D}" srcId="{B9C32B05-62EA-407A-B21C-2310C7945705}" destId="{42D71409-67F9-455C-8C6D-716D284AAA6B}" srcOrd="0" destOrd="0" parTransId="{51680ED1-AF6E-4B28-AE94-92B0EFB0DF7D}" sibTransId="{478B7D3C-9FB4-4BC6-90AC-49960560DECD}"/>
    <dgm:cxn modelId="{03FE8920-E811-446F-A602-3B9B9BAA6F10}" type="presOf" srcId="{744EA591-F199-49C2-B63A-82709D96C729}" destId="{24C32FE2-C14E-4A3F-9EF7-2B9171BE9897}" srcOrd="1" destOrd="0" presId="urn:microsoft.com/office/officeart/2005/8/layout/process3"/>
    <dgm:cxn modelId="{FA528229-14CF-4BB7-8824-80016FC694BD}" type="presOf" srcId="{3CE06941-9820-4827-8B16-CD80CC49F780}" destId="{51D683C9-4131-4429-AED6-426042BBC39C}" srcOrd="0" destOrd="0" presId="urn:microsoft.com/office/officeart/2005/8/layout/process3"/>
    <dgm:cxn modelId="{B4F3EA32-CE64-4A92-9BAE-BC57E5392B05}" srcId="{B9C32B05-62EA-407A-B21C-2310C7945705}" destId="{F66099B6-DBBD-4AB0-82D2-877B80F846F7}" srcOrd="1" destOrd="0" parTransId="{B09C8BFB-F41C-4AC4-AB94-F216E3081C2D}" sibTransId="{BC531B32-9B0E-482E-BF91-65C61F17168D}"/>
    <dgm:cxn modelId="{35013F34-57BC-4E3C-A003-07C0E49926DB}" srcId="{F66099B6-DBBD-4AB0-82D2-877B80F846F7}" destId="{BE788BF5-FE9F-4C7D-A1CD-9232D7860179}" srcOrd="1" destOrd="0" parTransId="{963A52CB-C772-45F2-8A30-8ABA6B14D3CE}" sibTransId="{88191C5E-55BA-42F2-B842-FC86CBBADC0F}"/>
    <dgm:cxn modelId="{4019353B-443B-4DED-AA6C-3C60E18414C7}" srcId="{B9C32B05-62EA-407A-B21C-2310C7945705}" destId="{36045517-CEA4-4BE3-B836-C2B6BFE5649B}" srcOrd="4" destOrd="0" parTransId="{6231A36F-9B04-4B4A-917A-7E163AFFC956}" sibTransId="{BFF3C5ED-87D0-4709-A3B8-A7BF0668006A}"/>
    <dgm:cxn modelId="{F091E13E-CC91-4760-8919-F8E7FA115B30}" srcId="{36045517-CEA4-4BE3-B836-C2B6BFE5649B}" destId="{F64D9B44-8949-42CE-A3F5-920CF85E6D38}" srcOrd="1" destOrd="0" parTransId="{81AB81A4-D793-40B9-964C-9DA3AF17B95D}" sibTransId="{ECDC803C-5DBD-4EEE-A68A-AC8585F1A4EB}"/>
    <dgm:cxn modelId="{94C17840-F339-4095-A427-054C5B62DDE1}" type="presOf" srcId="{BC531B32-9B0E-482E-BF91-65C61F17168D}" destId="{0A0659B1-A50A-4E4C-A80C-3E3F7DDF960E}" srcOrd="0" destOrd="0" presId="urn:microsoft.com/office/officeart/2005/8/layout/process3"/>
    <dgm:cxn modelId="{17F15B5C-5B5C-470D-816B-F0DAE5EA3D1B}" type="presOf" srcId="{B9C32B05-62EA-407A-B21C-2310C7945705}" destId="{36D3490E-7BA5-49F3-9343-692EB803C622}" srcOrd="0" destOrd="0" presId="urn:microsoft.com/office/officeart/2005/8/layout/process3"/>
    <dgm:cxn modelId="{C9D91D61-93AE-419C-A7BD-946DD5D28E53}" type="presOf" srcId="{6C39594C-4AE1-4221-9751-E4FBA9469435}" destId="{21E1275F-C261-4194-9AD8-F6D90D8309DB}" srcOrd="0" destOrd="1" presId="urn:microsoft.com/office/officeart/2005/8/layout/process3"/>
    <dgm:cxn modelId="{6F479F62-1971-4E83-88CD-99D3DAFB8BE2}" type="presOf" srcId="{9ADACFBF-2A78-45C9-A7C4-5E5DBC674760}" destId="{21E1275F-C261-4194-9AD8-F6D90D8309DB}" srcOrd="0" destOrd="0" presId="urn:microsoft.com/office/officeart/2005/8/layout/process3"/>
    <dgm:cxn modelId="{7113CB43-3D0D-4045-8BA8-F65F9D1A556F}" type="presOf" srcId="{8EA7219F-BDB2-48EB-9EEB-3133522D132E}" destId="{BB63AEBF-6286-4875-BAF6-60B3E1804076}" srcOrd="0" destOrd="0" presId="urn:microsoft.com/office/officeart/2005/8/layout/process3"/>
    <dgm:cxn modelId="{52E23D46-2155-47D7-9D44-23753CFFFAB7}" type="presOf" srcId="{478B7D3C-9FB4-4BC6-90AC-49960560DECD}" destId="{BCBAEA5F-E368-4255-8161-1B2E8B4C8ECE}" srcOrd="0" destOrd="0" presId="urn:microsoft.com/office/officeart/2005/8/layout/process3"/>
    <dgm:cxn modelId="{33AC8446-E577-4B85-AD9C-06DEDDD5DD13}" type="presOf" srcId="{744EA591-F199-49C2-B63A-82709D96C729}" destId="{E04D725E-59E9-40CF-8855-D1EC8203994C}" srcOrd="0" destOrd="0" presId="urn:microsoft.com/office/officeart/2005/8/layout/process3"/>
    <dgm:cxn modelId="{10E11071-6E8A-41A0-8E27-615D0BF6B41E}" type="presOf" srcId="{2A22E84C-3AA3-4E9C-AE5F-9C2FB0D7FB11}" destId="{BF14EC1A-4EA2-48A1-A8EA-A7507B474F15}" srcOrd="0" destOrd="0" presId="urn:microsoft.com/office/officeart/2005/8/layout/process3"/>
    <dgm:cxn modelId="{852F1474-F386-4707-8B89-C2AE028A8540}" type="presOf" srcId="{389F9A93-0231-4877-8C41-5D5B8DD7AAC0}" destId="{23FBB3C7-7932-4176-A0EB-837DA6FFAD44}" srcOrd="1" destOrd="0" presId="urn:microsoft.com/office/officeart/2005/8/layout/process3"/>
    <dgm:cxn modelId="{7F96AC57-2F84-4E8C-AA92-E82865EE63FE}" srcId="{EE62A4F6-4AC4-435B-990E-81A71CE8CAC7}" destId="{386C2B6D-2EE1-4682-AE61-EE246CD54E31}" srcOrd="1" destOrd="0" parTransId="{649D72FB-0D8F-479C-87D1-C73133EF35E2}" sibTransId="{E1C9E6F1-2ED2-4DD8-9B78-28FC1AF5D352}"/>
    <dgm:cxn modelId="{2B98897D-9937-49AC-9FE9-6629E912033A}" srcId="{2A22E84C-3AA3-4E9C-AE5F-9C2FB0D7FB11}" destId="{9ADACFBF-2A78-45C9-A7C4-5E5DBC674760}" srcOrd="0" destOrd="0" parTransId="{E121796C-71AB-4354-A1D4-3BF0025298A5}" sibTransId="{F3FE7E5A-DC73-423B-998C-02943CF263BF}"/>
    <dgm:cxn modelId="{2DC24386-BC50-4BAB-8571-16CB10C2603C}" srcId="{F66099B6-DBBD-4AB0-82D2-877B80F846F7}" destId="{6CF284C3-4A70-4432-8F33-E75A802B3330}" srcOrd="0" destOrd="0" parTransId="{044831E6-2FC9-4DDA-81FB-5FA418568D07}" sibTransId="{CD50B82D-84BB-4747-B282-ABB339EBA294}"/>
    <dgm:cxn modelId="{B1F79386-F130-42C4-8E81-3B1B02E1661E}" type="presOf" srcId="{EE62A4F6-4AC4-435B-990E-81A71CE8CAC7}" destId="{E48029D7-47C7-470A-937D-7AC4A96F313E}" srcOrd="1" destOrd="0" presId="urn:microsoft.com/office/officeart/2005/8/layout/process3"/>
    <dgm:cxn modelId="{DDB1E58B-00B4-436F-A1F3-B236C1AB71DD}" type="presOf" srcId="{F64D9B44-8949-42CE-A3F5-920CF85E6D38}" destId="{0CF210A1-0D53-4B5A-9855-71EE7CA51FC1}" srcOrd="0" destOrd="1" presId="urn:microsoft.com/office/officeart/2005/8/layout/process3"/>
    <dgm:cxn modelId="{AC5F168C-AE09-40E9-8790-FA47C69B5725}" type="presOf" srcId="{36045517-CEA4-4BE3-B836-C2B6BFE5649B}" destId="{FBCD96C9-A8D1-4141-9BD5-85C48CCEBE63}" srcOrd="0" destOrd="0" presId="urn:microsoft.com/office/officeart/2005/8/layout/process3"/>
    <dgm:cxn modelId="{DCD2548C-C1CF-40FD-A736-58621812A87E}" type="presOf" srcId="{6CF284C3-4A70-4432-8F33-E75A802B3330}" destId="{F4FEB44B-1BC8-48C3-B6DF-28EA481128E3}" srcOrd="0" destOrd="0" presId="urn:microsoft.com/office/officeart/2005/8/layout/process3"/>
    <dgm:cxn modelId="{C99CE395-39F6-46B4-938C-9BF085685D1A}" srcId="{EE62A4F6-4AC4-435B-990E-81A71CE8CAC7}" destId="{3CE06941-9820-4827-8B16-CD80CC49F780}" srcOrd="0" destOrd="0" parTransId="{141A3C92-8966-4E2F-82E4-2E09E22674B2}" sibTransId="{F58FC55B-E61F-445C-956E-0BB2202254CA}"/>
    <dgm:cxn modelId="{7AF91B96-DA69-42D6-83DE-0E63677A4C47}" srcId="{2A22E84C-3AA3-4E9C-AE5F-9C2FB0D7FB11}" destId="{6C39594C-4AE1-4221-9751-E4FBA9469435}" srcOrd="1" destOrd="0" parTransId="{EA90E5E0-265B-4677-A3EF-FCD0DFDF4F41}" sibTransId="{F04E3063-747B-4761-B46E-8C06B2EF3C55}"/>
    <dgm:cxn modelId="{D52C39A4-C26B-4A19-8829-50D4B5949633}" type="presOf" srcId="{36045517-CEA4-4BE3-B836-C2B6BFE5649B}" destId="{618575C4-8AAE-43BF-AE1C-0AC9EA2B275C}" srcOrd="1" destOrd="0" presId="urn:microsoft.com/office/officeart/2005/8/layout/process3"/>
    <dgm:cxn modelId="{AFF56AA6-A5AD-4096-8B80-F3F3410A6C34}" type="presOf" srcId="{478B7D3C-9FB4-4BC6-90AC-49960560DECD}" destId="{D701DD6F-D608-4D5A-B0D4-20BE79EBE28C}" srcOrd="1" destOrd="0" presId="urn:microsoft.com/office/officeart/2005/8/layout/process3"/>
    <dgm:cxn modelId="{3A2CECA6-0C5B-46BB-B7C6-7D37E9D210BD}" srcId="{B9C32B05-62EA-407A-B21C-2310C7945705}" destId="{EE62A4F6-4AC4-435B-990E-81A71CE8CAC7}" srcOrd="2" destOrd="0" parTransId="{F287B947-7343-4FA2-B288-B23A59FFAE31}" sibTransId="{389F9A93-0231-4877-8C41-5D5B8DD7AAC0}"/>
    <dgm:cxn modelId="{29FE9BA7-D90E-42E4-96C3-F1D44BB8BA5C}" type="presOf" srcId="{2A22E84C-3AA3-4E9C-AE5F-9C2FB0D7FB11}" destId="{EF713B26-BC89-4D85-BA63-983E3C6BAD11}" srcOrd="1" destOrd="0" presId="urn:microsoft.com/office/officeart/2005/8/layout/process3"/>
    <dgm:cxn modelId="{1E9786BD-3148-4E3E-9FDE-EEEFC8788D9A}" type="presOf" srcId="{110CC072-E78D-486A-BD24-8CD6CE5683E0}" destId="{0CF210A1-0D53-4B5A-9855-71EE7CA51FC1}" srcOrd="0" destOrd="0" presId="urn:microsoft.com/office/officeart/2005/8/layout/process3"/>
    <dgm:cxn modelId="{51A6BCC1-8E29-46A4-BCEC-257B1454F6BE}" type="presOf" srcId="{389F9A93-0231-4877-8C41-5D5B8DD7AAC0}" destId="{ED994E09-386B-4878-8F9F-C97C8CE09806}" srcOrd="0" destOrd="0" presId="urn:microsoft.com/office/officeart/2005/8/layout/process3"/>
    <dgm:cxn modelId="{37E815D1-C719-46E7-B945-4684A1D2C41B}" type="presOf" srcId="{42D71409-67F9-455C-8C6D-716D284AAA6B}" destId="{2946BF4E-DC5D-4663-8456-B2FDBBB85E2F}" srcOrd="0" destOrd="0" presId="urn:microsoft.com/office/officeart/2005/8/layout/process3"/>
    <dgm:cxn modelId="{52D0E6D6-8198-4576-A053-3F62801328B3}" type="presOf" srcId="{BC531B32-9B0E-482E-BF91-65C61F17168D}" destId="{6F078761-19C4-4CBE-B9D5-7A254227BDEC}" srcOrd="1" destOrd="0" presId="urn:microsoft.com/office/officeart/2005/8/layout/process3"/>
    <dgm:cxn modelId="{5670A7D8-BA42-4857-8679-D269077AD7D7}" srcId="{36045517-CEA4-4BE3-B836-C2B6BFE5649B}" destId="{110CC072-E78D-486A-BD24-8CD6CE5683E0}" srcOrd="0" destOrd="0" parTransId="{EFE20FCA-41FE-42D4-8C71-85751017ADFF}" sibTransId="{C901204A-BC8E-4B62-854A-DFB2104323F5}"/>
    <dgm:cxn modelId="{523308DF-DFD1-4061-B97F-C1928D9AA204}" type="presOf" srcId="{42D71409-67F9-455C-8C6D-716D284AAA6B}" destId="{91ECDDB5-CCC6-4179-B7C0-3C63EF32BFF4}" srcOrd="1" destOrd="0" presId="urn:microsoft.com/office/officeart/2005/8/layout/process3"/>
    <dgm:cxn modelId="{24F8CBE2-5003-4E69-A772-6B98F2B05181}" srcId="{42D71409-67F9-455C-8C6D-716D284AAA6B}" destId="{3AF880A5-0F00-4315-A5DF-1FE656798601}" srcOrd="1" destOrd="0" parTransId="{A13BB1F9-5857-4B43-8BF5-6589AA2CB759}" sibTransId="{C198C41D-2640-4669-83ED-E0CD35701C8E}"/>
    <dgm:cxn modelId="{413FE2E2-E16E-4ED6-B1D2-1FA1BFB69E82}" type="presOf" srcId="{F66099B6-DBBD-4AB0-82D2-877B80F846F7}" destId="{D90B3DBC-D4B8-4FB1-B46F-79E8E606E0E1}" srcOrd="1" destOrd="0" presId="urn:microsoft.com/office/officeart/2005/8/layout/process3"/>
    <dgm:cxn modelId="{C86AD9E6-53A7-4E8A-A14A-A35B0D1702DA}" type="presOf" srcId="{EE62A4F6-4AC4-435B-990E-81A71CE8CAC7}" destId="{49C3C812-9594-45D5-BE67-BDB4AB0CA526}" srcOrd="0" destOrd="0" presId="urn:microsoft.com/office/officeart/2005/8/layout/process3"/>
    <dgm:cxn modelId="{BEB859E7-C343-408E-86A1-667C27EE5761}" srcId="{B9C32B05-62EA-407A-B21C-2310C7945705}" destId="{2A22E84C-3AA3-4E9C-AE5F-9C2FB0D7FB11}" srcOrd="3" destOrd="0" parTransId="{6C025E55-DF42-4C5D-AFD5-6015FA053D46}" sibTransId="{744EA591-F199-49C2-B63A-82709D96C729}"/>
    <dgm:cxn modelId="{3313F5ED-EF9B-46BA-A2D1-F06D4FC79C01}" type="presOf" srcId="{386C2B6D-2EE1-4682-AE61-EE246CD54E31}" destId="{51D683C9-4131-4429-AED6-426042BBC39C}" srcOrd="0" destOrd="1" presId="urn:microsoft.com/office/officeart/2005/8/layout/process3"/>
    <dgm:cxn modelId="{58AD7EEF-D408-406B-87EE-4691D4C30668}" srcId="{42D71409-67F9-455C-8C6D-716D284AAA6B}" destId="{8EA7219F-BDB2-48EB-9EEB-3133522D132E}" srcOrd="0" destOrd="0" parTransId="{3EE8403A-CB7C-4815-85BD-AEBCAEB71B37}" sibTransId="{C94B7947-85DC-4B21-BB99-DF8438356F98}"/>
    <dgm:cxn modelId="{750E9CFD-83B1-4561-AF9E-C491D5E6A1F5}" type="presOf" srcId="{3AF880A5-0F00-4315-A5DF-1FE656798601}" destId="{BB63AEBF-6286-4875-BAF6-60B3E1804076}" srcOrd="0" destOrd="1" presId="urn:microsoft.com/office/officeart/2005/8/layout/process3"/>
    <dgm:cxn modelId="{075514FE-408C-4D86-BAFA-A5329BA7823E}" type="presOf" srcId="{BE788BF5-FE9F-4C7D-A1CD-9232D7860179}" destId="{F4FEB44B-1BC8-48C3-B6DF-28EA481128E3}" srcOrd="0" destOrd="1" presId="urn:microsoft.com/office/officeart/2005/8/layout/process3"/>
    <dgm:cxn modelId="{ED7E4D0C-AE0B-468E-A002-AC21BD75D369}" type="presParOf" srcId="{36D3490E-7BA5-49F3-9343-692EB803C622}" destId="{C2159AA9-D09B-4F72-9B7F-C2D3994E5AAB}" srcOrd="0" destOrd="0" presId="urn:microsoft.com/office/officeart/2005/8/layout/process3"/>
    <dgm:cxn modelId="{A275496D-3803-452B-B4CE-37662173B075}" type="presParOf" srcId="{C2159AA9-D09B-4F72-9B7F-C2D3994E5AAB}" destId="{2946BF4E-DC5D-4663-8456-B2FDBBB85E2F}" srcOrd="0" destOrd="0" presId="urn:microsoft.com/office/officeart/2005/8/layout/process3"/>
    <dgm:cxn modelId="{0616A62C-35CD-4FAB-8A4F-C2159024846F}" type="presParOf" srcId="{C2159AA9-D09B-4F72-9B7F-C2D3994E5AAB}" destId="{91ECDDB5-CCC6-4179-B7C0-3C63EF32BFF4}" srcOrd="1" destOrd="0" presId="urn:microsoft.com/office/officeart/2005/8/layout/process3"/>
    <dgm:cxn modelId="{DF78A5E8-68B5-4F5D-B3D0-638EC9924AAC}" type="presParOf" srcId="{C2159AA9-D09B-4F72-9B7F-C2D3994E5AAB}" destId="{BB63AEBF-6286-4875-BAF6-60B3E1804076}" srcOrd="2" destOrd="0" presId="urn:microsoft.com/office/officeart/2005/8/layout/process3"/>
    <dgm:cxn modelId="{DDB2E885-B903-4EDE-888B-C2D5BB4C6052}" type="presParOf" srcId="{36D3490E-7BA5-49F3-9343-692EB803C622}" destId="{BCBAEA5F-E368-4255-8161-1B2E8B4C8ECE}" srcOrd="1" destOrd="0" presId="urn:microsoft.com/office/officeart/2005/8/layout/process3"/>
    <dgm:cxn modelId="{A0C7FF02-F202-4EF8-8D02-9209E85BD7E4}" type="presParOf" srcId="{BCBAEA5F-E368-4255-8161-1B2E8B4C8ECE}" destId="{D701DD6F-D608-4D5A-B0D4-20BE79EBE28C}" srcOrd="0" destOrd="0" presId="urn:microsoft.com/office/officeart/2005/8/layout/process3"/>
    <dgm:cxn modelId="{867E3C6A-B731-4624-BB44-2C0B8B17F7AE}" type="presParOf" srcId="{36D3490E-7BA5-49F3-9343-692EB803C622}" destId="{76A2CA2C-785E-4481-B36A-4CC50690B428}" srcOrd="2" destOrd="0" presId="urn:microsoft.com/office/officeart/2005/8/layout/process3"/>
    <dgm:cxn modelId="{EBC1B667-3C4B-4779-BED5-8617567DB291}" type="presParOf" srcId="{76A2CA2C-785E-4481-B36A-4CC50690B428}" destId="{C788984C-A890-4216-A7E9-0B6B36113407}" srcOrd="0" destOrd="0" presId="urn:microsoft.com/office/officeart/2005/8/layout/process3"/>
    <dgm:cxn modelId="{E5FD743B-183B-4D5A-AA3B-813C5ACC3B84}" type="presParOf" srcId="{76A2CA2C-785E-4481-B36A-4CC50690B428}" destId="{D90B3DBC-D4B8-4FB1-B46F-79E8E606E0E1}" srcOrd="1" destOrd="0" presId="urn:microsoft.com/office/officeart/2005/8/layout/process3"/>
    <dgm:cxn modelId="{7F32EFDB-B927-4EB4-ACCA-644F550AF45B}" type="presParOf" srcId="{76A2CA2C-785E-4481-B36A-4CC50690B428}" destId="{F4FEB44B-1BC8-48C3-B6DF-28EA481128E3}" srcOrd="2" destOrd="0" presId="urn:microsoft.com/office/officeart/2005/8/layout/process3"/>
    <dgm:cxn modelId="{53725BA8-EBF3-48F7-9CB8-6339F76D21B6}" type="presParOf" srcId="{36D3490E-7BA5-49F3-9343-692EB803C622}" destId="{0A0659B1-A50A-4E4C-A80C-3E3F7DDF960E}" srcOrd="3" destOrd="0" presId="urn:microsoft.com/office/officeart/2005/8/layout/process3"/>
    <dgm:cxn modelId="{E44F0790-ED64-469C-B661-C6A5106A174C}" type="presParOf" srcId="{0A0659B1-A50A-4E4C-A80C-3E3F7DDF960E}" destId="{6F078761-19C4-4CBE-B9D5-7A254227BDEC}" srcOrd="0" destOrd="0" presId="urn:microsoft.com/office/officeart/2005/8/layout/process3"/>
    <dgm:cxn modelId="{9A0F583A-0278-4CEE-80BA-D1680F84D779}" type="presParOf" srcId="{36D3490E-7BA5-49F3-9343-692EB803C622}" destId="{58CE5388-C2C0-4D20-9707-BEA7F69E3612}" srcOrd="4" destOrd="0" presId="urn:microsoft.com/office/officeart/2005/8/layout/process3"/>
    <dgm:cxn modelId="{E77C3870-5D7F-408E-9F5C-6C3A5E585974}" type="presParOf" srcId="{58CE5388-C2C0-4D20-9707-BEA7F69E3612}" destId="{49C3C812-9594-45D5-BE67-BDB4AB0CA526}" srcOrd="0" destOrd="0" presId="urn:microsoft.com/office/officeart/2005/8/layout/process3"/>
    <dgm:cxn modelId="{0E0FA949-F9E9-492A-926D-30034C41A26A}" type="presParOf" srcId="{58CE5388-C2C0-4D20-9707-BEA7F69E3612}" destId="{E48029D7-47C7-470A-937D-7AC4A96F313E}" srcOrd="1" destOrd="0" presId="urn:microsoft.com/office/officeart/2005/8/layout/process3"/>
    <dgm:cxn modelId="{8184136D-7E77-4CE7-805A-7ADE168B2FEF}" type="presParOf" srcId="{58CE5388-C2C0-4D20-9707-BEA7F69E3612}" destId="{51D683C9-4131-4429-AED6-426042BBC39C}" srcOrd="2" destOrd="0" presId="urn:microsoft.com/office/officeart/2005/8/layout/process3"/>
    <dgm:cxn modelId="{11293A5F-5A38-4731-BB11-0C1D22272D12}" type="presParOf" srcId="{36D3490E-7BA5-49F3-9343-692EB803C622}" destId="{ED994E09-386B-4878-8F9F-C97C8CE09806}" srcOrd="5" destOrd="0" presId="urn:microsoft.com/office/officeart/2005/8/layout/process3"/>
    <dgm:cxn modelId="{1469F93E-9754-449D-93E2-62C300116061}" type="presParOf" srcId="{ED994E09-386B-4878-8F9F-C97C8CE09806}" destId="{23FBB3C7-7932-4176-A0EB-837DA6FFAD44}" srcOrd="0" destOrd="0" presId="urn:microsoft.com/office/officeart/2005/8/layout/process3"/>
    <dgm:cxn modelId="{FD14EE8F-57A2-4FDC-9FCE-2FF686F80679}" type="presParOf" srcId="{36D3490E-7BA5-49F3-9343-692EB803C622}" destId="{12135286-0B00-489A-81B4-DA9489537592}" srcOrd="6" destOrd="0" presId="urn:microsoft.com/office/officeart/2005/8/layout/process3"/>
    <dgm:cxn modelId="{D17D3950-6041-4C62-8797-794BB13D6183}" type="presParOf" srcId="{12135286-0B00-489A-81B4-DA9489537592}" destId="{BF14EC1A-4EA2-48A1-A8EA-A7507B474F15}" srcOrd="0" destOrd="0" presId="urn:microsoft.com/office/officeart/2005/8/layout/process3"/>
    <dgm:cxn modelId="{565CC0EA-D0B4-4795-B419-B453091C50AC}" type="presParOf" srcId="{12135286-0B00-489A-81B4-DA9489537592}" destId="{EF713B26-BC89-4D85-BA63-983E3C6BAD11}" srcOrd="1" destOrd="0" presId="urn:microsoft.com/office/officeart/2005/8/layout/process3"/>
    <dgm:cxn modelId="{3E53F018-B4C2-43A0-B358-6F405EABBAA0}" type="presParOf" srcId="{12135286-0B00-489A-81B4-DA9489537592}" destId="{21E1275F-C261-4194-9AD8-F6D90D8309DB}" srcOrd="2" destOrd="0" presId="urn:microsoft.com/office/officeart/2005/8/layout/process3"/>
    <dgm:cxn modelId="{63D759E0-B08A-41A6-8851-2AD887E5F6EB}" type="presParOf" srcId="{36D3490E-7BA5-49F3-9343-692EB803C622}" destId="{E04D725E-59E9-40CF-8855-D1EC8203994C}" srcOrd="7" destOrd="0" presId="urn:microsoft.com/office/officeart/2005/8/layout/process3"/>
    <dgm:cxn modelId="{186965B9-8CD0-4914-87F0-6A47C7BF7390}" type="presParOf" srcId="{E04D725E-59E9-40CF-8855-D1EC8203994C}" destId="{24C32FE2-C14E-4A3F-9EF7-2B9171BE9897}" srcOrd="0" destOrd="0" presId="urn:microsoft.com/office/officeart/2005/8/layout/process3"/>
    <dgm:cxn modelId="{20CA182A-4E6E-40F4-BA7C-54A1DC594C70}" type="presParOf" srcId="{36D3490E-7BA5-49F3-9343-692EB803C622}" destId="{364BF5BE-376D-4733-843C-F4C57BD0BD68}" srcOrd="8" destOrd="0" presId="urn:microsoft.com/office/officeart/2005/8/layout/process3"/>
    <dgm:cxn modelId="{909C4EFC-5607-4F35-B8A2-6B27E7F4DD5D}" type="presParOf" srcId="{364BF5BE-376D-4733-843C-F4C57BD0BD68}" destId="{FBCD96C9-A8D1-4141-9BD5-85C48CCEBE63}" srcOrd="0" destOrd="0" presId="urn:microsoft.com/office/officeart/2005/8/layout/process3"/>
    <dgm:cxn modelId="{CD2A5373-B21F-42AA-8CBD-16E6E995E5EE}" type="presParOf" srcId="{364BF5BE-376D-4733-843C-F4C57BD0BD68}" destId="{618575C4-8AAE-43BF-AE1C-0AC9EA2B275C}" srcOrd="1" destOrd="0" presId="urn:microsoft.com/office/officeart/2005/8/layout/process3"/>
    <dgm:cxn modelId="{604556A7-6C2D-4F56-B82E-E1C62EFD4B49}" type="presParOf" srcId="{364BF5BE-376D-4733-843C-F4C57BD0BD68}" destId="{0CF210A1-0D53-4B5A-9855-71EE7CA51FC1}" srcOrd="2" destOrd="0" presId="urn:microsoft.com/office/officeart/2005/8/layout/process3"/>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46.xml><?xml version="1.0" encoding="utf-8"?>
<dgm:dataModel xmlns:dgm="http://schemas.openxmlformats.org/drawingml/2006/diagram" xmlns:a="http://schemas.openxmlformats.org/drawingml/2006/main">
  <dgm:ptLst>
    <dgm:pt modelId="{B9C32B05-62EA-407A-B21C-2310C7945705}" type="doc">
      <dgm:prSet loTypeId="urn:microsoft.com/office/officeart/2005/8/layout/hProcess10" loCatId="process"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F66099B6-DBBD-4AB0-82D2-877B80F846F7}">
      <dgm:prSet phldrT="[Text]"/>
      <dgm:spPr/>
      <dgm:t>
        <a:bodyPr/>
        <a:lstStyle/>
        <a:p>
          <a:r>
            <a:rPr lang="en-US" dirty="0"/>
            <a:t>Lorem Ipsum</a:t>
          </a:r>
        </a:p>
      </dgm:t>
    </dgm:pt>
    <dgm:pt modelId="{B09C8BFB-F41C-4AC4-AB94-F216E3081C2D}" type="parTrans" cxnId="{B4F3EA32-CE64-4A92-9BAE-BC57E5392B05}">
      <dgm:prSet/>
      <dgm:spPr/>
      <dgm:t>
        <a:bodyPr/>
        <a:lstStyle/>
        <a:p>
          <a:endParaRPr lang="en-US"/>
        </a:p>
      </dgm:t>
    </dgm:pt>
    <dgm:pt modelId="{BC531B32-9B0E-482E-BF91-65C61F17168D}" type="sibTrans" cxnId="{B4F3EA32-CE64-4A92-9BAE-BC57E5392B05}">
      <dgm:prSet/>
      <dgm:spPr/>
      <dgm:t>
        <a:bodyPr/>
        <a:lstStyle/>
        <a:p>
          <a:endParaRPr lang="en-US"/>
        </a:p>
      </dgm:t>
    </dgm:pt>
    <dgm:pt modelId="{EE62A4F6-4AC4-435B-990E-81A71CE8CAC7}">
      <dgm:prSet phldrT="[Text]"/>
      <dgm:spPr/>
      <dgm:t>
        <a:bodyPr/>
        <a:lstStyle/>
        <a:p>
          <a:r>
            <a:rPr lang="en-US" dirty="0"/>
            <a:t>Lorem Ipsum</a:t>
          </a:r>
        </a:p>
      </dgm:t>
    </dgm:pt>
    <dgm:pt modelId="{F287B947-7343-4FA2-B288-B23A59FFAE31}" type="parTrans" cxnId="{3A2CECA6-0C5B-46BB-B7C6-7D37E9D210BD}">
      <dgm:prSet/>
      <dgm:spPr/>
      <dgm:t>
        <a:bodyPr/>
        <a:lstStyle/>
        <a:p>
          <a:endParaRPr lang="en-US"/>
        </a:p>
      </dgm:t>
    </dgm:pt>
    <dgm:pt modelId="{389F9A93-0231-4877-8C41-5D5B8DD7AAC0}" type="sibTrans" cxnId="{3A2CECA6-0C5B-46BB-B7C6-7D37E9D210BD}">
      <dgm:prSet/>
      <dgm:spPr/>
      <dgm:t>
        <a:bodyPr/>
        <a:lstStyle/>
        <a:p>
          <a:endParaRPr lang="en-US"/>
        </a:p>
      </dgm:t>
    </dgm:pt>
    <dgm:pt modelId="{6CF284C3-4A70-4432-8F33-E75A802B3330}">
      <dgm:prSet/>
      <dgm:spPr/>
      <dgm:t>
        <a:bodyPr/>
        <a:lstStyle/>
        <a:p>
          <a:r>
            <a:rPr lang="en-US" dirty="0"/>
            <a:t>Some text here</a:t>
          </a:r>
        </a:p>
      </dgm:t>
    </dgm:pt>
    <dgm:pt modelId="{044831E6-2FC9-4DDA-81FB-5FA418568D07}" type="parTrans" cxnId="{2DC24386-BC50-4BAB-8571-16CB10C2603C}">
      <dgm:prSet/>
      <dgm:spPr/>
      <dgm:t>
        <a:bodyPr/>
        <a:lstStyle/>
        <a:p>
          <a:endParaRPr lang="en-US"/>
        </a:p>
      </dgm:t>
    </dgm:pt>
    <dgm:pt modelId="{CD50B82D-84BB-4747-B282-ABB339EBA294}" type="sibTrans" cxnId="{2DC24386-BC50-4BAB-8571-16CB10C2603C}">
      <dgm:prSet/>
      <dgm:spPr/>
      <dgm:t>
        <a:bodyPr/>
        <a:lstStyle/>
        <a:p>
          <a:endParaRPr lang="en-US"/>
        </a:p>
      </dgm:t>
    </dgm:pt>
    <dgm:pt modelId="{3AF880A5-0F00-4315-A5DF-1FE656798601}">
      <dgm:prSet phldrT="[Text]"/>
      <dgm:spPr/>
      <dgm:t>
        <a:bodyPr/>
        <a:lstStyle/>
        <a:p>
          <a:r>
            <a:rPr lang="en-US" dirty="0"/>
            <a:t>Some text here</a:t>
          </a:r>
        </a:p>
      </dgm:t>
    </dgm:pt>
    <dgm:pt modelId="{A13BB1F9-5857-4B43-8BF5-6589AA2CB759}" type="parTrans" cxnId="{24F8CBE2-5003-4E69-A772-6B98F2B05181}">
      <dgm:prSet/>
      <dgm:spPr/>
      <dgm:t>
        <a:bodyPr/>
        <a:lstStyle/>
        <a:p>
          <a:endParaRPr lang="en-US"/>
        </a:p>
      </dgm:t>
    </dgm:pt>
    <dgm:pt modelId="{C198C41D-2640-4669-83ED-E0CD35701C8E}" type="sibTrans" cxnId="{24F8CBE2-5003-4E69-A772-6B98F2B05181}">
      <dgm:prSet/>
      <dgm:spPr/>
      <dgm:t>
        <a:bodyPr/>
        <a:lstStyle/>
        <a:p>
          <a:endParaRPr lang="en-US"/>
        </a:p>
      </dgm:t>
    </dgm:pt>
    <dgm:pt modelId="{8EA7219F-BDB2-48EB-9EEB-3133522D132E}">
      <dgm:prSet phldrT="[Text]"/>
      <dgm:spPr/>
      <dgm:t>
        <a:bodyPr/>
        <a:lstStyle/>
        <a:p>
          <a:r>
            <a:rPr lang="en-US" dirty="0"/>
            <a:t>Some text here</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BE788BF5-FE9F-4C7D-A1CD-9232D7860179}">
      <dgm:prSet phldrT="[Text]"/>
      <dgm:spPr/>
      <dgm:t>
        <a:bodyPr/>
        <a:lstStyle/>
        <a:p>
          <a:r>
            <a:rPr lang="en-US"/>
            <a:t>Some text here</a:t>
          </a:r>
          <a:endParaRPr lang="en-US" dirty="0"/>
        </a:p>
      </dgm:t>
    </dgm:pt>
    <dgm:pt modelId="{963A52CB-C772-45F2-8A30-8ABA6B14D3CE}" type="parTrans" cxnId="{35013F34-57BC-4E3C-A003-07C0E49926DB}">
      <dgm:prSet/>
      <dgm:spPr/>
      <dgm:t>
        <a:bodyPr/>
        <a:lstStyle/>
        <a:p>
          <a:endParaRPr lang="en-US"/>
        </a:p>
      </dgm:t>
    </dgm:pt>
    <dgm:pt modelId="{88191C5E-55BA-42F2-B842-FC86CBBADC0F}" type="sibTrans" cxnId="{35013F34-57BC-4E3C-A003-07C0E49926DB}">
      <dgm:prSet/>
      <dgm:spPr/>
      <dgm:t>
        <a:bodyPr/>
        <a:lstStyle/>
        <a:p>
          <a:endParaRPr lang="en-US"/>
        </a:p>
      </dgm:t>
    </dgm:pt>
    <dgm:pt modelId="{3CE06941-9820-4827-8B16-CD80CC49F780}">
      <dgm:prSet phldrT="[Text]"/>
      <dgm:spPr/>
      <dgm:t>
        <a:bodyPr/>
        <a:lstStyle/>
        <a:p>
          <a:r>
            <a:rPr lang="en-US" dirty="0"/>
            <a:t>Some text here</a:t>
          </a:r>
        </a:p>
      </dgm:t>
    </dgm:pt>
    <dgm:pt modelId="{141A3C92-8966-4E2F-82E4-2E09E22674B2}" type="parTrans" cxnId="{C99CE395-39F6-46B4-938C-9BF085685D1A}">
      <dgm:prSet/>
      <dgm:spPr/>
      <dgm:t>
        <a:bodyPr/>
        <a:lstStyle/>
        <a:p>
          <a:endParaRPr lang="en-US"/>
        </a:p>
      </dgm:t>
    </dgm:pt>
    <dgm:pt modelId="{F58FC55B-E61F-445C-956E-0BB2202254CA}" type="sibTrans" cxnId="{C99CE395-39F6-46B4-938C-9BF085685D1A}">
      <dgm:prSet/>
      <dgm:spPr/>
      <dgm:t>
        <a:bodyPr/>
        <a:lstStyle/>
        <a:p>
          <a:endParaRPr lang="en-US"/>
        </a:p>
      </dgm:t>
    </dgm:pt>
    <dgm:pt modelId="{386C2B6D-2EE1-4682-AE61-EE246CD54E31}">
      <dgm:prSet phldrT="[Text]"/>
      <dgm:spPr/>
      <dgm:t>
        <a:bodyPr/>
        <a:lstStyle/>
        <a:p>
          <a:r>
            <a:rPr lang="en-US" dirty="0"/>
            <a:t>Some text here</a:t>
          </a:r>
        </a:p>
      </dgm:t>
    </dgm:pt>
    <dgm:pt modelId="{649D72FB-0D8F-479C-87D1-C73133EF35E2}" type="parTrans" cxnId="{7F96AC57-2F84-4E8C-AA92-E82865EE63FE}">
      <dgm:prSet/>
      <dgm:spPr/>
      <dgm:t>
        <a:bodyPr/>
        <a:lstStyle/>
        <a:p>
          <a:endParaRPr lang="en-US"/>
        </a:p>
      </dgm:t>
    </dgm:pt>
    <dgm:pt modelId="{E1C9E6F1-2ED2-4DD8-9B78-28FC1AF5D352}" type="sibTrans" cxnId="{7F96AC57-2F84-4E8C-AA92-E82865EE63FE}">
      <dgm:prSet/>
      <dgm:spPr/>
      <dgm:t>
        <a:bodyPr/>
        <a:lstStyle/>
        <a:p>
          <a:endParaRPr lang="en-US"/>
        </a:p>
      </dgm:t>
    </dgm:pt>
    <dgm:pt modelId="{2A22E84C-3AA3-4E9C-AE5F-9C2FB0D7FB11}">
      <dgm:prSet phldrT="[Text]"/>
      <dgm:spPr/>
      <dgm:t>
        <a:bodyPr/>
        <a:lstStyle/>
        <a:p>
          <a:r>
            <a:rPr lang="en-US"/>
            <a:t>Lorem Ipsum</a:t>
          </a:r>
          <a:endParaRPr lang="en-US" dirty="0"/>
        </a:p>
      </dgm:t>
    </dgm:pt>
    <dgm:pt modelId="{6C025E55-DF42-4C5D-AFD5-6015FA053D46}" type="parTrans" cxnId="{BEB859E7-C343-408E-86A1-667C27EE5761}">
      <dgm:prSet/>
      <dgm:spPr/>
      <dgm:t>
        <a:bodyPr/>
        <a:lstStyle/>
        <a:p>
          <a:endParaRPr lang="en-US"/>
        </a:p>
      </dgm:t>
    </dgm:pt>
    <dgm:pt modelId="{744EA591-F199-49C2-B63A-82709D96C729}" type="sibTrans" cxnId="{BEB859E7-C343-408E-86A1-667C27EE5761}">
      <dgm:prSet/>
      <dgm:spPr/>
      <dgm:t>
        <a:bodyPr/>
        <a:lstStyle/>
        <a:p>
          <a:endParaRPr lang="en-US"/>
        </a:p>
      </dgm:t>
    </dgm:pt>
    <dgm:pt modelId="{9ADACFBF-2A78-45C9-A7C4-5E5DBC674760}">
      <dgm:prSet phldrT="[Text]"/>
      <dgm:spPr/>
      <dgm:t>
        <a:bodyPr/>
        <a:lstStyle/>
        <a:p>
          <a:r>
            <a:rPr lang="en-US" dirty="0"/>
            <a:t>Some text here</a:t>
          </a:r>
        </a:p>
      </dgm:t>
    </dgm:pt>
    <dgm:pt modelId="{E121796C-71AB-4354-A1D4-3BF0025298A5}" type="parTrans" cxnId="{2B98897D-9937-49AC-9FE9-6629E912033A}">
      <dgm:prSet/>
      <dgm:spPr/>
      <dgm:t>
        <a:bodyPr/>
        <a:lstStyle/>
        <a:p>
          <a:endParaRPr lang="en-US"/>
        </a:p>
      </dgm:t>
    </dgm:pt>
    <dgm:pt modelId="{F3FE7E5A-DC73-423B-998C-02943CF263BF}" type="sibTrans" cxnId="{2B98897D-9937-49AC-9FE9-6629E912033A}">
      <dgm:prSet/>
      <dgm:spPr/>
      <dgm:t>
        <a:bodyPr/>
        <a:lstStyle/>
        <a:p>
          <a:endParaRPr lang="en-US"/>
        </a:p>
      </dgm:t>
    </dgm:pt>
    <dgm:pt modelId="{6C39594C-4AE1-4221-9751-E4FBA9469435}">
      <dgm:prSet phldrT="[Text]"/>
      <dgm:spPr/>
      <dgm:t>
        <a:bodyPr/>
        <a:lstStyle/>
        <a:p>
          <a:r>
            <a:rPr lang="en-US" dirty="0"/>
            <a:t>Some text here</a:t>
          </a:r>
        </a:p>
      </dgm:t>
    </dgm:pt>
    <dgm:pt modelId="{EA90E5E0-265B-4677-A3EF-FCD0DFDF4F41}" type="parTrans" cxnId="{7AF91B96-DA69-42D6-83DE-0E63677A4C47}">
      <dgm:prSet/>
      <dgm:spPr/>
      <dgm:t>
        <a:bodyPr/>
        <a:lstStyle/>
        <a:p>
          <a:endParaRPr lang="en-US"/>
        </a:p>
      </dgm:t>
    </dgm:pt>
    <dgm:pt modelId="{F04E3063-747B-4761-B46E-8C06B2EF3C55}" type="sibTrans" cxnId="{7AF91B96-DA69-42D6-83DE-0E63677A4C47}">
      <dgm:prSet/>
      <dgm:spPr/>
      <dgm:t>
        <a:bodyPr/>
        <a:lstStyle/>
        <a:p>
          <a:endParaRPr lang="en-US"/>
        </a:p>
      </dgm:t>
    </dgm:pt>
    <dgm:pt modelId="{36045517-CEA4-4BE3-B836-C2B6BFE5649B}">
      <dgm:prSet phldrT="[Text]"/>
      <dgm:spPr/>
      <dgm:t>
        <a:bodyPr/>
        <a:lstStyle/>
        <a:p>
          <a:r>
            <a:rPr lang="en-US"/>
            <a:t>Lorem Ipsum</a:t>
          </a:r>
          <a:endParaRPr lang="en-US" dirty="0"/>
        </a:p>
      </dgm:t>
    </dgm:pt>
    <dgm:pt modelId="{6231A36F-9B04-4B4A-917A-7E163AFFC956}" type="parTrans" cxnId="{4019353B-443B-4DED-AA6C-3C60E18414C7}">
      <dgm:prSet/>
      <dgm:spPr/>
      <dgm:t>
        <a:bodyPr/>
        <a:lstStyle/>
        <a:p>
          <a:endParaRPr lang="en-US"/>
        </a:p>
      </dgm:t>
    </dgm:pt>
    <dgm:pt modelId="{BFF3C5ED-87D0-4709-A3B8-A7BF0668006A}" type="sibTrans" cxnId="{4019353B-443B-4DED-AA6C-3C60E18414C7}">
      <dgm:prSet/>
      <dgm:spPr/>
      <dgm:t>
        <a:bodyPr/>
        <a:lstStyle/>
        <a:p>
          <a:endParaRPr lang="en-US"/>
        </a:p>
      </dgm:t>
    </dgm:pt>
    <dgm:pt modelId="{110CC072-E78D-486A-BD24-8CD6CE5683E0}">
      <dgm:prSet phldrT="[Text]"/>
      <dgm:spPr/>
      <dgm:t>
        <a:bodyPr/>
        <a:lstStyle/>
        <a:p>
          <a:r>
            <a:rPr lang="en-US" dirty="0"/>
            <a:t>Some text here</a:t>
          </a:r>
        </a:p>
      </dgm:t>
    </dgm:pt>
    <dgm:pt modelId="{EFE20FCA-41FE-42D4-8C71-85751017ADFF}" type="parTrans" cxnId="{5670A7D8-BA42-4857-8679-D269077AD7D7}">
      <dgm:prSet/>
      <dgm:spPr/>
      <dgm:t>
        <a:bodyPr/>
        <a:lstStyle/>
        <a:p>
          <a:endParaRPr lang="en-US"/>
        </a:p>
      </dgm:t>
    </dgm:pt>
    <dgm:pt modelId="{C901204A-BC8E-4B62-854A-DFB2104323F5}" type="sibTrans" cxnId="{5670A7D8-BA42-4857-8679-D269077AD7D7}">
      <dgm:prSet/>
      <dgm:spPr/>
      <dgm:t>
        <a:bodyPr/>
        <a:lstStyle/>
        <a:p>
          <a:endParaRPr lang="en-US"/>
        </a:p>
      </dgm:t>
    </dgm:pt>
    <dgm:pt modelId="{F64D9B44-8949-42CE-A3F5-920CF85E6D38}">
      <dgm:prSet phldrT="[Text]"/>
      <dgm:spPr/>
      <dgm:t>
        <a:bodyPr/>
        <a:lstStyle/>
        <a:p>
          <a:r>
            <a:rPr lang="en-US" dirty="0"/>
            <a:t>Some text here</a:t>
          </a:r>
        </a:p>
      </dgm:t>
    </dgm:pt>
    <dgm:pt modelId="{81AB81A4-D793-40B9-964C-9DA3AF17B95D}" type="parTrans" cxnId="{F091E13E-CC91-4760-8919-F8E7FA115B30}">
      <dgm:prSet/>
      <dgm:spPr/>
      <dgm:t>
        <a:bodyPr/>
        <a:lstStyle/>
        <a:p>
          <a:endParaRPr lang="en-US"/>
        </a:p>
      </dgm:t>
    </dgm:pt>
    <dgm:pt modelId="{ECDC803C-5DBD-4EEE-A68A-AC8585F1A4EB}" type="sibTrans" cxnId="{F091E13E-CC91-4760-8919-F8E7FA115B30}">
      <dgm:prSet/>
      <dgm:spPr/>
      <dgm:t>
        <a:bodyPr/>
        <a:lstStyle/>
        <a:p>
          <a:endParaRPr lang="en-US"/>
        </a:p>
      </dgm:t>
    </dgm:pt>
    <dgm:pt modelId="{11B30796-89FA-4F75-8EF7-8B0D1E5351F0}" type="pres">
      <dgm:prSet presAssocID="{B9C32B05-62EA-407A-B21C-2310C7945705}" presName="Name0" presStyleCnt="0">
        <dgm:presLayoutVars>
          <dgm:dir/>
          <dgm:resizeHandles val="exact"/>
        </dgm:presLayoutVars>
      </dgm:prSet>
      <dgm:spPr/>
    </dgm:pt>
    <dgm:pt modelId="{C9620B4E-8802-4D09-A97E-E877B692D6AD}" type="pres">
      <dgm:prSet presAssocID="{42D71409-67F9-455C-8C6D-716D284AAA6B}" presName="composite" presStyleCnt="0"/>
      <dgm:spPr/>
    </dgm:pt>
    <dgm:pt modelId="{A6A38A5C-B49F-4993-B2B1-CBF3BED7F368}" type="pres">
      <dgm:prSet presAssocID="{42D71409-67F9-455C-8C6D-716D284AAA6B}" presName="imagSh" presStyleLbl="bgImgPlace1" presStyleIdx="0" presStyleCnt="5"/>
      <dgm:spPr/>
    </dgm:pt>
    <dgm:pt modelId="{7525E8BE-216E-43D5-9C50-99474735F09F}" type="pres">
      <dgm:prSet presAssocID="{42D71409-67F9-455C-8C6D-716D284AAA6B}" presName="txNode" presStyleLbl="node1" presStyleIdx="0" presStyleCnt="5">
        <dgm:presLayoutVars>
          <dgm:bulletEnabled val="1"/>
        </dgm:presLayoutVars>
      </dgm:prSet>
      <dgm:spPr/>
    </dgm:pt>
    <dgm:pt modelId="{59559D9F-CA12-440E-AEB3-DB29D8C21E58}" type="pres">
      <dgm:prSet presAssocID="{478B7D3C-9FB4-4BC6-90AC-49960560DECD}" presName="sibTrans" presStyleLbl="sibTrans2D1" presStyleIdx="0" presStyleCnt="4"/>
      <dgm:spPr/>
    </dgm:pt>
    <dgm:pt modelId="{3E017291-236C-43B0-AC14-8FB0679ECDC2}" type="pres">
      <dgm:prSet presAssocID="{478B7D3C-9FB4-4BC6-90AC-49960560DECD}" presName="connTx" presStyleLbl="sibTrans2D1" presStyleIdx="0" presStyleCnt="4"/>
      <dgm:spPr/>
    </dgm:pt>
    <dgm:pt modelId="{E37BB76D-D748-42FA-AB25-7C56FE875F0D}" type="pres">
      <dgm:prSet presAssocID="{F66099B6-DBBD-4AB0-82D2-877B80F846F7}" presName="composite" presStyleCnt="0"/>
      <dgm:spPr/>
    </dgm:pt>
    <dgm:pt modelId="{2A1EFEE2-19BB-4779-BCAB-11C9C4D69FA3}" type="pres">
      <dgm:prSet presAssocID="{F66099B6-DBBD-4AB0-82D2-877B80F846F7}" presName="imagSh" presStyleLbl="bgImgPlace1" presStyleIdx="1" presStyleCnt="5"/>
      <dgm:spPr/>
    </dgm:pt>
    <dgm:pt modelId="{BCB073C5-26C1-44AF-91B1-8887DDD20A7E}" type="pres">
      <dgm:prSet presAssocID="{F66099B6-DBBD-4AB0-82D2-877B80F846F7}" presName="txNode" presStyleLbl="node1" presStyleIdx="1" presStyleCnt="5">
        <dgm:presLayoutVars>
          <dgm:bulletEnabled val="1"/>
        </dgm:presLayoutVars>
      </dgm:prSet>
      <dgm:spPr/>
    </dgm:pt>
    <dgm:pt modelId="{9676C644-2534-43F5-BB8E-7DBC30E4A5C2}" type="pres">
      <dgm:prSet presAssocID="{BC531B32-9B0E-482E-BF91-65C61F17168D}" presName="sibTrans" presStyleLbl="sibTrans2D1" presStyleIdx="1" presStyleCnt="4"/>
      <dgm:spPr/>
    </dgm:pt>
    <dgm:pt modelId="{37FBFB74-7000-4EAE-81E7-B2B8FA46C55D}" type="pres">
      <dgm:prSet presAssocID="{BC531B32-9B0E-482E-BF91-65C61F17168D}" presName="connTx" presStyleLbl="sibTrans2D1" presStyleIdx="1" presStyleCnt="4"/>
      <dgm:spPr/>
    </dgm:pt>
    <dgm:pt modelId="{32FB1A14-A1D7-45D3-809B-C7E01B38B448}" type="pres">
      <dgm:prSet presAssocID="{EE62A4F6-4AC4-435B-990E-81A71CE8CAC7}" presName="composite" presStyleCnt="0"/>
      <dgm:spPr/>
    </dgm:pt>
    <dgm:pt modelId="{4D9F3CEA-ED0E-49A6-8955-FBEAB0352B24}" type="pres">
      <dgm:prSet presAssocID="{EE62A4F6-4AC4-435B-990E-81A71CE8CAC7}" presName="imagSh" presStyleLbl="bgImgPlace1" presStyleIdx="2" presStyleCnt="5"/>
      <dgm:spPr/>
    </dgm:pt>
    <dgm:pt modelId="{DE12806D-BF19-4768-B410-6D25A291DBFA}" type="pres">
      <dgm:prSet presAssocID="{EE62A4F6-4AC4-435B-990E-81A71CE8CAC7}" presName="txNode" presStyleLbl="node1" presStyleIdx="2" presStyleCnt="5">
        <dgm:presLayoutVars>
          <dgm:bulletEnabled val="1"/>
        </dgm:presLayoutVars>
      </dgm:prSet>
      <dgm:spPr/>
    </dgm:pt>
    <dgm:pt modelId="{BBC88E7E-3035-4A60-A6D2-37936B5C24BE}" type="pres">
      <dgm:prSet presAssocID="{389F9A93-0231-4877-8C41-5D5B8DD7AAC0}" presName="sibTrans" presStyleLbl="sibTrans2D1" presStyleIdx="2" presStyleCnt="4"/>
      <dgm:spPr/>
    </dgm:pt>
    <dgm:pt modelId="{DD5A7DDF-DD27-49CB-917A-B797E317EC9D}" type="pres">
      <dgm:prSet presAssocID="{389F9A93-0231-4877-8C41-5D5B8DD7AAC0}" presName="connTx" presStyleLbl="sibTrans2D1" presStyleIdx="2" presStyleCnt="4"/>
      <dgm:spPr/>
    </dgm:pt>
    <dgm:pt modelId="{61688B96-0C43-4E15-A55A-52DD255A0DCE}" type="pres">
      <dgm:prSet presAssocID="{2A22E84C-3AA3-4E9C-AE5F-9C2FB0D7FB11}" presName="composite" presStyleCnt="0"/>
      <dgm:spPr/>
    </dgm:pt>
    <dgm:pt modelId="{D4035746-659D-446F-9E43-DA8C1C50264C}" type="pres">
      <dgm:prSet presAssocID="{2A22E84C-3AA3-4E9C-AE5F-9C2FB0D7FB11}" presName="imagSh" presStyleLbl="bgImgPlace1" presStyleIdx="3" presStyleCnt="5"/>
      <dgm:spPr/>
    </dgm:pt>
    <dgm:pt modelId="{02287A8F-4754-4843-9D83-2B07D3D92105}" type="pres">
      <dgm:prSet presAssocID="{2A22E84C-3AA3-4E9C-AE5F-9C2FB0D7FB11}" presName="txNode" presStyleLbl="node1" presStyleIdx="3" presStyleCnt="5">
        <dgm:presLayoutVars>
          <dgm:bulletEnabled val="1"/>
        </dgm:presLayoutVars>
      </dgm:prSet>
      <dgm:spPr/>
    </dgm:pt>
    <dgm:pt modelId="{55A3DC9C-C158-465C-BB3C-A680B736FB2D}" type="pres">
      <dgm:prSet presAssocID="{744EA591-F199-49C2-B63A-82709D96C729}" presName="sibTrans" presStyleLbl="sibTrans2D1" presStyleIdx="3" presStyleCnt="4"/>
      <dgm:spPr/>
    </dgm:pt>
    <dgm:pt modelId="{A3F7302A-DC08-4887-96E4-53B55067A773}" type="pres">
      <dgm:prSet presAssocID="{744EA591-F199-49C2-B63A-82709D96C729}" presName="connTx" presStyleLbl="sibTrans2D1" presStyleIdx="3" presStyleCnt="4"/>
      <dgm:spPr/>
    </dgm:pt>
    <dgm:pt modelId="{CBF989D7-BE72-4E2C-B1C9-94046F02A2CA}" type="pres">
      <dgm:prSet presAssocID="{36045517-CEA4-4BE3-B836-C2B6BFE5649B}" presName="composite" presStyleCnt="0"/>
      <dgm:spPr/>
    </dgm:pt>
    <dgm:pt modelId="{8FC12D5D-5599-4846-BCB6-EC7C787C7781}" type="pres">
      <dgm:prSet presAssocID="{36045517-CEA4-4BE3-B836-C2B6BFE5649B}" presName="imagSh" presStyleLbl="bgImgPlace1" presStyleIdx="4" presStyleCnt="5"/>
      <dgm:spPr/>
    </dgm:pt>
    <dgm:pt modelId="{54BF6183-83EA-4D09-9EAE-7BD4596779B4}" type="pres">
      <dgm:prSet presAssocID="{36045517-CEA4-4BE3-B836-C2B6BFE5649B}" presName="txNode" presStyleLbl="node1" presStyleIdx="4" presStyleCnt="5">
        <dgm:presLayoutVars>
          <dgm:bulletEnabled val="1"/>
        </dgm:presLayoutVars>
      </dgm:prSet>
      <dgm:spPr/>
    </dgm:pt>
  </dgm:ptLst>
  <dgm:cxnLst>
    <dgm:cxn modelId="{25043F05-A0BC-4B46-9D23-683754B7E56F}" type="presOf" srcId="{744EA591-F199-49C2-B63A-82709D96C729}" destId="{55A3DC9C-C158-465C-BB3C-A680B736FB2D}" srcOrd="0" destOrd="0" presId="urn:microsoft.com/office/officeart/2005/8/layout/hProcess10"/>
    <dgm:cxn modelId="{26258C14-B26B-447E-B503-BB3132ADED4A}" type="presOf" srcId="{F64D9B44-8949-42CE-A3F5-920CF85E6D38}" destId="{54BF6183-83EA-4D09-9EAE-7BD4596779B4}" srcOrd="0" destOrd="2" presId="urn:microsoft.com/office/officeart/2005/8/layout/hProcess10"/>
    <dgm:cxn modelId="{3B167319-0FAA-4C2B-B258-12438BED3156}" type="presOf" srcId="{389F9A93-0231-4877-8C41-5D5B8DD7AAC0}" destId="{BBC88E7E-3035-4A60-A6D2-37936B5C24BE}" srcOrd="0" destOrd="0" presId="urn:microsoft.com/office/officeart/2005/8/layout/hProcess10"/>
    <dgm:cxn modelId="{126C231D-0088-49B1-8DE8-32BF04644C20}" type="presOf" srcId="{8EA7219F-BDB2-48EB-9EEB-3133522D132E}" destId="{7525E8BE-216E-43D5-9C50-99474735F09F}" srcOrd="0" destOrd="1" presId="urn:microsoft.com/office/officeart/2005/8/layout/hProcess10"/>
    <dgm:cxn modelId="{2AA9C11F-1F1D-428E-801A-47EAA766C99D}" srcId="{B9C32B05-62EA-407A-B21C-2310C7945705}" destId="{42D71409-67F9-455C-8C6D-716D284AAA6B}" srcOrd="0" destOrd="0" parTransId="{51680ED1-AF6E-4B28-AE94-92B0EFB0DF7D}" sibTransId="{478B7D3C-9FB4-4BC6-90AC-49960560DECD}"/>
    <dgm:cxn modelId="{CCD2F72F-9F4B-435D-A857-E7E86D40B6A2}" type="presOf" srcId="{386C2B6D-2EE1-4682-AE61-EE246CD54E31}" destId="{DE12806D-BF19-4768-B410-6D25A291DBFA}" srcOrd="0" destOrd="2" presId="urn:microsoft.com/office/officeart/2005/8/layout/hProcess10"/>
    <dgm:cxn modelId="{B4F3EA32-CE64-4A92-9BAE-BC57E5392B05}" srcId="{B9C32B05-62EA-407A-B21C-2310C7945705}" destId="{F66099B6-DBBD-4AB0-82D2-877B80F846F7}" srcOrd="1" destOrd="0" parTransId="{B09C8BFB-F41C-4AC4-AB94-F216E3081C2D}" sibTransId="{BC531B32-9B0E-482E-BF91-65C61F17168D}"/>
    <dgm:cxn modelId="{35013F34-57BC-4E3C-A003-07C0E49926DB}" srcId="{F66099B6-DBBD-4AB0-82D2-877B80F846F7}" destId="{BE788BF5-FE9F-4C7D-A1CD-9232D7860179}" srcOrd="1" destOrd="0" parTransId="{963A52CB-C772-45F2-8A30-8ABA6B14D3CE}" sibTransId="{88191C5E-55BA-42F2-B842-FC86CBBADC0F}"/>
    <dgm:cxn modelId="{CF3ABF39-B197-4920-9602-2AC144EC1CDD}" type="presOf" srcId="{110CC072-E78D-486A-BD24-8CD6CE5683E0}" destId="{54BF6183-83EA-4D09-9EAE-7BD4596779B4}" srcOrd="0" destOrd="1" presId="urn:microsoft.com/office/officeart/2005/8/layout/hProcess10"/>
    <dgm:cxn modelId="{4019353B-443B-4DED-AA6C-3C60E18414C7}" srcId="{B9C32B05-62EA-407A-B21C-2310C7945705}" destId="{36045517-CEA4-4BE3-B836-C2B6BFE5649B}" srcOrd="4" destOrd="0" parTransId="{6231A36F-9B04-4B4A-917A-7E163AFFC956}" sibTransId="{BFF3C5ED-87D0-4709-A3B8-A7BF0668006A}"/>
    <dgm:cxn modelId="{B9692C3C-AA03-4809-9905-C63B567CF7DC}" type="presOf" srcId="{36045517-CEA4-4BE3-B836-C2B6BFE5649B}" destId="{54BF6183-83EA-4D09-9EAE-7BD4596779B4}" srcOrd="0" destOrd="0" presId="urn:microsoft.com/office/officeart/2005/8/layout/hProcess10"/>
    <dgm:cxn modelId="{1B75473C-68AF-450E-B7E0-F774FBEB0F77}" type="presOf" srcId="{6CF284C3-4A70-4432-8F33-E75A802B3330}" destId="{BCB073C5-26C1-44AF-91B1-8887DDD20A7E}" srcOrd="0" destOrd="1" presId="urn:microsoft.com/office/officeart/2005/8/layout/hProcess10"/>
    <dgm:cxn modelId="{F091E13E-CC91-4760-8919-F8E7FA115B30}" srcId="{36045517-CEA4-4BE3-B836-C2B6BFE5649B}" destId="{F64D9B44-8949-42CE-A3F5-920CF85E6D38}" srcOrd="1" destOrd="0" parTransId="{81AB81A4-D793-40B9-964C-9DA3AF17B95D}" sibTransId="{ECDC803C-5DBD-4EEE-A68A-AC8585F1A4EB}"/>
    <dgm:cxn modelId="{0D58DD5C-35EC-4986-B05F-BDF1ADD8CD77}" type="presOf" srcId="{3CE06941-9820-4827-8B16-CD80CC49F780}" destId="{DE12806D-BF19-4768-B410-6D25A291DBFA}" srcOrd="0" destOrd="1" presId="urn:microsoft.com/office/officeart/2005/8/layout/hProcess10"/>
    <dgm:cxn modelId="{EDE61468-E551-40FA-A8E2-2BFA2661CB92}" type="presOf" srcId="{3AF880A5-0F00-4315-A5DF-1FE656798601}" destId="{7525E8BE-216E-43D5-9C50-99474735F09F}" srcOrd="0" destOrd="2" presId="urn:microsoft.com/office/officeart/2005/8/layout/hProcess10"/>
    <dgm:cxn modelId="{B48ADF4E-E589-493D-8178-6AADD0319918}" type="presOf" srcId="{389F9A93-0231-4877-8C41-5D5B8DD7AAC0}" destId="{DD5A7DDF-DD27-49CB-917A-B797E317EC9D}" srcOrd="1" destOrd="0" presId="urn:microsoft.com/office/officeart/2005/8/layout/hProcess10"/>
    <dgm:cxn modelId="{75A23B53-FCF8-472E-BD64-651B89F975DF}" type="presOf" srcId="{478B7D3C-9FB4-4BC6-90AC-49960560DECD}" destId="{59559D9F-CA12-440E-AEB3-DB29D8C21E58}" srcOrd="0" destOrd="0" presId="urn:microsoft.com/office/officeart/2005/8/layout/hProcess10"/>
    <dgm:cxn modelId="{7F96AC57-2F84-4E8C-AA92-E82865EE63FE}" srcId="{EE62A4F6-4AC4-435B-990E-81A71CE8CAC7}" destId="{386C2B6D-2EE1-4682-AE61-EE246CD54E31}" srcOrd="1" destOrd="0" parTransId="{649D72FB-0D8F-479C-87D1-C73133EF35E2}" sibTransId="{E1C9E6F1-2ED2-4DD8-9B78-28FC1AF5D352}"/>
    <dgm:cxn modelId="{E74B2278-84CD-4E9F-B16F-102DD3137997}" type="presOf" srcId="{EE62A4F6-4AC4-435B-990E-81A71CE8CAC7}" destId="{DE12806D-BF19-4768-B410-6D25A291DBFA}" srcOrd="0" destOrd="0" presId="urn:microsoft.com/office/officeart/2005/8/layout/hProcess10"/>
    <dgm:cxn modelId="{2B98897D-9937-49AC-9FE9-6629E912033A}" srcId="{2A22E84C-3AA3-4E9C-AE5F-9C2FB0D7FB11}" destId="{9ADACFBF-2A78-45C9-A7C4-5E5DBC674760}" srcOrd="0" destOrd="0" parTransId="{E121796C-71AB-4354-A1D4-3BF0025298A5}" sibTransId="{F3FE7E5A-DC73-423B-998C-02943CF263BF}"/>
    <dgm:cxn modelId="{95382985-898F-4CCF-A163-661B4F43573A}" type="presOf" srcId="{744EA591-F199-49C2-B63A-82709D96C729}" destId="{A3F7302A-DC08-4887-96E4-53B55067A773}" srcOrd="1" destOrd="0" presId="urn:microsoft.com/office/officeart/2005/8/layout/hProcess10"/>
    <dgm:cxn modelId="{2DC24386-BC50-4BAB-8571-16CB10C2603C}" srcId="{F66099B6-DBBD-4AB0-82D2-877B80F846F7}" destId="{6CF284C3-4A70-4432-8F33-E75A802B3330}" srcOrd="0" destOrd="0" parTransId="{044831E6-2FC9-4DDA-81FB-5FA418568D07}" sibTransId="{CD50B82D-84BB-4747-B282-ABB339EBA294}"/>
    <dgm:cxn modelId="{C99CE395-39F6-46B4-938C-9BF085685D1A}" srcId="{EE62A4F6-4AC4-435B-990E-81A71CE8CAC7}" destId="{3CE06941-9820-4827-8B16-CD80CC49F780}" srcOrd="0" destOrd="0" parTransId="{141A3C92-8966-4E2F-82E4-2E09E22674B2}" sibTransId="{F58FC55B-E61F-445C-956E-0BB2202254CA}"/>
    <dgm:cxn modelId="{7AF91B96-DA69-42D6-83DE-0E63677A4C47}" srcId="{2A22E84C-3AA3-4E9C-AE5F-9C2FB0D7FB11}" destId="{6C39594C-4AE1-4221-9751-E4FBA9469435}" srcOrd="1" destOrd="0" parTransId="{EA90E5E0-265B-4677-A3EF-FCD0DFDF4F41}" sibTransId="{F04E3063-747B-4761-B46E-8C06B2EF3C55}"/>
    <dgm:cxn modelId="{60DB689A-C41B-44B7-9E7B-E982C192A6CD}" type="presOf" srcId="{B9C32B05-62EA-407A-B21C-2310C7945705}" destId="{11B30796-89FA-4F75-8EF7-8B0D1E5351F0}" srcOrd="0" destOrd="0" presId="urn:microsoft.com/office/officeart/2005/8/layout/hProcess10"/>
    <dgm:cxn modelId="{BAF2E49A-42FD-4413-B7C8-BA84476084C6}" type="presOf" srcId="{BE788BF5-FE9F-4C7D-A1CD-9232D7860179}" destId="{BCB073C5-26C1-44AF-91B1-8887DDD20A7E}" srcOrd="0" destOrd="2" presId="urn:microsoft.com/office/officeart/2005/8/layout/hProcess10"/>
    <dgm:cxn modelId="{3A2CECA6-0C5B-46BB-B7C6-7D37E9D210BD}" srcId="{B9C32B05-62EA-407A-B21C-2310C7945705}" destId="{EE62A4F6-4AC4-435B-990E-81A71CE8CAC7}" srcOrd="2" destOrd="0" parTransId="{F287B947-7343-4FA2-B288-B23A59FFAE31}" sibTransId="{389F9A93-0231-4877-8C41-5D5B8DD7AAC0}"/>
    <dgm:cxn modelId="{1FF802AF-389D-4C81-9F9D-A1138069736C}" type="presOf" srcId="{F66099B6-DBBD-4AB0-82D2-877B80F846F7}" destId="{BCB073C5-26C1-44AF-91B1-8887DDD20A7E}" srcOrd="0" destOrd="0" presId="urn:microsoft.com/office/officeart/2005/8/layout/hProcess10"/>
    <dgm:cxn modelId="{DC0B98B2-C2F8-406B-B63A-4DD94BA1E03F}" type="presOf" srcId="{9ADACFBF-2A78-45C9-A7C4-5E5DBC674760}" destId="{02287A8F-4754-4843-9D83-2B07D3D92105}" srcOrd="0" destOrd="1" presId="urn:microsoft.com/office/officeart/2005/8/layout/hProcess10"/>
    <dgm:cxn modelId="{0A26B3B4-52CF-416D-8D13-2E7680DFD1CD}" type="presOf" srcId="{42D71409-67F9-455C-8C6D-716D284AAA6B}" destId="{7525E8BE-216E-43D5-9C50-99474735F09F}" srcOrd="0" destOrd="0" presId="urn:microsoft.com/office/officeart/2005/8/layout/hProcess10"/>
    <dgm:cxn modelId="{D3C403B8-0799-4926-8F44-EED0BD0A3E8C}" type="presOf" srcId="{BC531B32-9B0E-482E-BF91-65C61F17168D}" destId="{9676C644-2534-43F5-BB8E-7DBC30E4A5C2}" srcOrd="0" destOrd="0" presId="urn:microsoft.com/office/officeart/2005/8/layout/hProcess10"/>
    <dgm:cxn modelId="{B04B7BCB-509D-4C53-9BCE-2018B0A383A6}" type="presOf" srcId="{2A22E84C-3AA3-4E9C-AE5F-9C2FB0D7FB11}" destId="{02287A8F-4754-4843-9D83-2B07D3D92105}" srcOrd="0" destOrd="0" presId="urn:microsoft.com/office/officeart/2005/8/layout/hProcess10"/>
    <dgm:cxn modelId="{5670A7D8-BA42-4857-8679-D269077AD7D7}" srcId="{36045517-CEA4-4BE3-B836-C2B6BFE5649B}" destId="{110CC072-E78D-486A-BD24-8CD6CE5683E0}" srcOrd="0" destOrd="0" parTransId="{EFE20FCA-41FE-42D4-8C71-85751017ADFF}" sibTransId="{C901204A-BC8E-4B62-854A-DFB2104323F5}"/>
    <dgm:cxn modelId="{24F8CBE2-5003-4E69-A772-6B98F2B05181}" srcId="{42D71409-67F9-455C-8C6D-716D284AAA6B}" destId="{3AF880A5-0F00-4315-A5DF-1FE656798601}" srcOrd="1" destOrd="0" parTransId="{A13BB1F9-5857-4B43-8BF5-6589AA2CB759}" sibTransId="{C198C41D-2640-4669-83ED-E0CD35701C8E}"/>
    <dgm:cxn modelId="{0C5279E7-A2FC-428F-8902-5C88F2500049}" type="presOf" srcId="{6C39594C-4AE1-4221-9751-E4FBA9469435}" destId="{02287A8F-4754-4843-9D83-2B07D3D92105}" srcOrd="0" destOrd="2" presId="urn:microsoft.com/office/officeart/2005/8/layout/hProcess10"/>
    <dgm:cxn modelId="{BEB859E7-C343-408E-86A1-667C27EE5761}" srcId="{B9C32B05-62EA-407A-B21C-2310C7945705}" destId="{2A22E84C-3AA3-4E9C-AE5F-9C2FB0D7FB11}" srcOrd="3" destOrd="0" parTransId="{6C025E55-DF42-4C5D-AFD5-6015FA053D46}" sibTransId="{744EA591-F199-49C2-B63A-82709D96C729}"/>
    <dgm:cxn modelId="{58AD7EEF-D408-406B-87EE-4691D4C30668}" srcId="{42D71409-67F9-455C-8C6D-716D284AAA6B}" destId="{8EA7219F-BDB2-48EB-9EEB-3133522D132E}" srcOrd="0" destOrd="0" parTransId="{3EE8403A-CB7C-4815-85BD-AEBCAEB71B37}" sibTransId="{C94B7947-85DC-4B21-BB99-DF8438356F98}"/>
    <dgm:cxn modelId="{E3FF50F8-B17F-4516-9E0B-96FB06C13C1D}" type="presOf" srcId="{BC531B32-9B0E-482E-BF91-65C61F17168D}" destId="{37FBFB74-7000-4EAE-81E7-B2B8FA46C55D}" srcOrd="1" destOrd="0" presId="urn:microsoft.com/office/officeart/2005/8/layout/hProcess10"/>
    <dgm:cxn modelId="{B0B131FD-DF6C-42CA-9572-FC8FCF680F85}" type="presOf" srcId="{478B7D3C-9FB4-4BC6-90AC-49960560DECD}" destId="{3E017291-236C-43B0-AC14-8FB0679ECDC2}" srcOrd="1" destOrd="0" presId="urn:microsoft.com/office/officeart/2005/8/layout/hProcess10"/>
    <dgm:cxn modelId="{43C78BA0-0AE9-4263-85CE-AFC214D99E39}" type="presParOf" srcId="{11B30796-89FA-4F75-8EF7-8B0D1E5351F0}" destId="{C9620B4E-8802-4D09-A97E-E877B692D6AD}" srcOrd="0" destOrd="0" presId="urn:microsoft.com/office/officeart/2005/8/layout/hProcess10"/>
    <dgm:cxn modelId="{D0D96255-FDB4-44C9-89E2-AD5A3C1DAC4B}" type="presParOf" srcId="{C9620B4E-8802-4D09-A97E-E877B692D6AD}" destId="{A6A38A5C-B49F-4993-B2B1-CBF3BED7F368}" srcOrd="0" destOrd="0" presId="urn:microsoft.com/office/officeart/2005/8/layout/hProcess10"/>
    <dgm:cxn modelId="{97D8F3DA-B6EF-49E1-AE71-1B6B44497325}" type="presParOf" srcId="{C9620B4E-8802-4D09-A97E-E877B692D6AD}" destId="{7525E8BE-216E-43D5-9C50-99474735F09F}" srcOrd="1" destOrd="0" presId="urn:microsoft.com/office/officeart/2005/8/layout/hProcess10"/>
    <dgm:cxn modelId="{8BD88867-B37A-4202-A2DB-8517F95F3F99}" type="presParOf" srcId="{11B30796-89FA-4F75-8EF7-8B0D1E5351F0}" destId="{59559D9F-CA12-440E-AEB3-DB29D8C21E58}" srcOrd="1" destOrd="0" presId="urn:microsoft.com/office/officeart/2005/8/layout/hProcess10"/>
    <dgm:cxn modelId="{AA2DE685-DA82-4E36-8473-92414C4FD918}" type="presParOf" srcId="{59559D9F-CA12-440E-AEB3-DB29D8C21E58}" destId="{3E017291-236C-43B0-AC14-8FB0679ECDC2}" srcOrd="0" destOrd="0" presId="urn:microsoft.com/office/officeart/2005/8/layout/hProcess10"/>
    <dgm:cxn modelId="{722C5785-43F5-40D8-B7A8-6762FEF2CA43}" type="presParOf" srcId="{11B30796-89FA-4F75-8EF7-8B0D1E5351F0}" destId="{E37BB76D-D748-42FA-AB25-7C56FE875F0D}" srcOrd="2" destOrd="0" presId="urn:microsoft.com/office/officeart/2005/8/layout/hProcess10"/>
    <dgm:cxn modelId="{BD75B5C5-CC82-4559-B4DE-194E0154E9EF}" type="presParOf" srcId="{E37BB76D-D748-42FA-AB25-7C56FE875F0D}" destId="{2A1EFEE2-19BB-4779-BCAB-11C9C4D69FA3}" srcOrd="0" destOrd="0" presId="urn:microsoft.com/office/officeart/2005/8/layout/hProcess10"/>
    <dgm:cxn modelId="{6D3CBC94-F93D-4A63-9683-9C1BE27FA8D2}" type="presParOf" srcId="{E37BB76D-D748-42FA-AB25-7C56FE875F0D}" destId="{BCB073C5-26C1-44AF-91B1-8887DDD20A7E}" srcOrd="1" destOrd="0" presId="urn:microsoft.com/office/officeart/2005/8/layout/hProcess10"/>
    <dgm:cxn modelId="{F76ED5D3-9BD5-4B3A-B387-6DD58AFAB0AC}" type="presParOf" srcId="{11B30796-89FA-4F75-8EF7-8B0D1E5351F0}" destId="{9676C644-2534-43F5-BB8E-7DBC30E4A5C2}" srcOrd="3" destOrd="0" presId="urn:microsoft.com/office/officeart/2005/8/layout/hProcess10"/>
    <dgm:cxn modelId="{27C90A3A-7675-484E-B357-885AA770B37F}" type="presParOf" srcId="{9676C644-2534-43F5-BB8E-7DBC30E4A5C2}" destId="{37FBFB74-7000-4EAE-81E7-B2B8FA46C55D}" srcOrd="0" destOrd="0" presId="urn:microsoft.com/office/officeart/2005/8/layout/hProcess10"/>
    <dgm:cxn modelId="{47863F2F-A54B-4337-A1D3-4A8A4301D791}" type="presParOf" srcId="{11B30796-89FA-4F75-8EF7-8B0D1E5351F0}" destId="{32FB1A14-A1D7-45D3-809B-C7E01B38B448}" srcOrd="4" destOrd="0" presId="urn:microsoft.com/office/officeart/2005/8/layout/hProcess10"/>
    <dgm:cxn modelId="{EE3B81F0-4C2E-40B2-87CE-ECE481DB306B}" type="presParOf" srcId="{32FB1A14-A1D7-45D3-809B-C7E01B38B448}" destId="{4D9F3CEA-ED0E-49A6-8955-FBEAB0352B24}" srcOrd="0" destOrd="0" presId="urn:microsoft.com/office/officeart/2005/8/layout/hProcess10"/>
    <dgm:cxn modelId="{A8F0D907-5850-4E43-AB1D-46D88E002A14}" type="presParOf" srcId="{32FB1A14-A1D7-45D3-809B-C7E01B38B448}" destId="{DE12806D-BF19-4768-B410-6D25A291DBFA}" srcOrd="1" destOrd="0" presId="urn:microsoft.com/office/officeart/2005/8/layout/hProcess10"/>
    <dgm:cxn modelId="{519DFB12-3BAE-450A-9E30-CBB85F1BEE69}" type="presParOf" srcId="{11B30796-89FA-4F75-8EF7-8B0D1E5351F0}" destId="{BBC88E7E-3035-4A60-A6D2-37936B5C24BE}" srcOrd="5" destOrd="0" presId="urn:microsoft.com/office/officeart/2005/8/layout/hProcess10"/>
    <dgm:cxn modelId="{244433ED-3A00-4777-915F-A747F90F2CA7}" type="presParOf" srcId="{BBC88E7E-3035-4A60-A6D2-37936B5C24BE}" destId="{DD5A7DDF-DD27-49CB-917A-B797E317EC9D}" srcOrd="0" destOrd="0" presId="urn:microsoft.com/office/officeart/2005/8/layout/hProcess10"/>
    <dgm:cxn modelId="{26E20740-A61B-4A0E-AC09-6522B731DE09}" type="presParOf" srcId="{11B30796-89FA-4F75-8EF7-8B0D1E5351F0}" destId="{61688B96-0C43-4E15-A55A-52DD255A0DCE}" srcOrd="6" destOrd="0" presId="urn:microsoft.com/office/officeart/2005/8/layout/hProcess10"/>
    <dgm:cxn modelId="{DDC85D1D-A956-42E3-B24F-03D976AC1586}" type="presParOf" srcId="{61688B96-0C43-4E15-A55A-52DD255A0DCE}" destId="{D4035746-659D-446F-9E43-DA8C1C50264C}" srcOrd="0" destOrd="0" presId="urn:microsoft.com/office/officeart/2005/8/layout/hProcess10"/>
    <dgm:cxn modelId="{0180B978-F134-4228-8C1C-963C647755E5}" type="presParOf" srcId="{61688B96-0C43-4E15-A55A-52DD255A0DCE}" destId="{02287A8F-4754-4843-9D83-2B07D3D92105}" srcOrd="1" destOrd="0" presId="urn:microsoft.com/office/officeart/2005/8/layout/hProcess10"/>
    <dgm:cxn modelId="{21767327-55B2-4AAB-BBD3-D9F1AB0FA324}" type="presParOf" srcId="{11B30796-89FA-4F75-8EF7-8B0D1E5351F0}" destId="{55A3DC9C-C158-465C-BB3C-A680B736FB2D}" srcOrd="7" destOrd="0" presId="urn:microsoft.com/office/officeart/2005/8/layout/hProcess10"/>
    <dgm:cxn modelId="{E347E2B9-87AC-4AA1-9DBB-E0EA5ADB9668}" type="presParOf" srcId="{55A3DC9C-C158-465C-BB3C-A680B736FB2D}" destId="{A3F7302A-DC08-4887-96E4-53B55067A773}" srcOrd="0" destOrd="0" presId="urn:microsoft.com/office/officeart/2005/8/layout/hProcess10"/>
    <dgm:cxn modelId="{0A9D0BF2-5072-4ECE-AFD1-9F6BDD013189}" type="presParOf" srcId="{11B30796-89FA-4F75-8EF7-8B0D1E5351F0}" destId="{CBF989D7-BE72-4E2C-B1C9-94046F02A2CA}" srcOrd="8" destOrd="0" presId="urn:microsoft.com/office/officeart/2005/8/layout/hProcess10"/>
    <dgm:cxn modelId="{EBC964FE-4065-4A9F-B30C-4700A3C3EA3B}" type="presParOf" srcId="{CBF989D7-BE72-4E2C-B1C9-94046F02A2CA}" destId="{8FC12D5D-5599-4846-BCB6-EC7C787C7781}" srcOrd="0" destOrd="0" presId="urn:microsoft.com/office/officeart/2005/8/layout/hProcess10"/>
    <dgm:cxn modelId="{653EA323-1CCF-4EEA-A0F2-6715A680000B}" type="presParOf" srcId="{CBF989D7-BE72-4E2C-B1C9-94046F02A2CA}" destId="{54BF6183-83EA-4D09-9EAE-7BD4596779B4}" srcOrd="1" destOrd="0" presId="urn:microsoft.com/office/officeart/2005/8/layout/hProcess10"/>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47.xml><?xml version="1.0" encoding="utf-8"?>
<dgm:dataModel xmlns:dgm="http://schemas.openxmlformats.org/drawingml/2006/diagram" xmlns:a="http://schemas.openxmlformats.org/drawingml/2006/main">
  <dgm:ptLst>
    <dgm:pt modelId="{B9C32B05-62EA-407A-B21C-2310C7945705}" type="doc">
      <dgm:prSet loTypeId="urn:microsoft.com/office/officeart/2005/8/layout/hProcess4" loCatId="process"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F66099B6-DBBD-4AB0-82D2-877B80F846F7}">
      <dgm:prSet phldrT="[Text]"/>
      <dgm:spPr/>
      <dgm:t>
        <a:bodyPr/>
        <a:lstStyle/>
        <a:p>
          <a:r>
            <a:rPr lang="en-US" dirty="0"/>
            <a:t>Lorem Ipsum</a:t>
          </a:r>
        </a:p>
      </dgm:t>
    </dgm:pt>
    <dgm:pt modelId="{B09C8BFB-F41C-4AC4-AB94-F216E3081C2D}" type="parTrans" cxnId="{B4F3EA32-CE64-4A92-9BAE-BC57E5392B05}">
      <dgm:prSet/>
      <dgm:spPr/>
      <dgm:t>
        <a:bodyPr/>
        <a:lstStyle/>
        <a:p>
          <a:endParaRPr lang="en-US"/>
        </a:p>
      </dgm:t>
    </dgm:pt>
    <dgm:pt modelId="{BC531B32-9B0E-482E-BF91-65C61F17168D}" type="sibTrans" cxnId="{B4F3EA32-CE64-4A92-9BAE-BC57E5392B05}">
      <dgm:prSet/>
      <dgm:spPr/>
      <dgm:t>
        <a:bodyPr/>
        <a:lstStyle/>
        <a:p>
          <a:endParaRPr lang="en-US"/>
        </a:p>
      </dgm:t>
    </dgm:pt>
    <dgm:pt modelId="{EE62A4F6-4AC4-435B-990E-81A71CE8CAC7}">
      <dgm:prSet phldrT="[Text]"/>
      <dgm:spPr/>
      <dgm:t>
        <a:bodyPr/>
        <a:lstStyle/>
        <a:p>
          <a:r>
            <a:rPr lang="en-US" dirty="0"/>
            <a:t>Lorem Ipsum</a:t>
          </a:r>
        </a:p>
      </dgm:t>
    </dgm:pt>
    <dgm:pt modelId="{F287B947-7343-4FA2-B288-B23A59FFAE31}" type="parTrans" cxnId="{3A2CECA6-0C5B-46BB-B7C6-7D37E9D210BD}">
      <dgm:prSet/>
      <dgm:spPr/>
      <dgm:t>
        <a:bodyPr/>
        <a:lstStyle/>
        <a:p>
          <a:endParaRPr lang="en-US"/>
        </a:p>
      </dgm:t>
    </dgm:pt>
    <dgm:pt modelId="{389F9A93-0231-4877-8C41-5D5B8DD7AAC0}" type="sibTrans" cxnId="{3A2CECA6-0C5B-46BB-B7C6-7D37E9D210BD}">
      <dgm:prSet/>
      <dgm:spPr/>
      <dgm:t>
        <a:bodyPr/>
        <a:lstStyle/>
        <a:p>
          <a:endParaRPr lang="en-US"/>
        </a:p>
      </dgm:t>
    </dgm:pt>
    <dgm:pt modelId="{6CF284C3-4A70-4432-8F33-E75A802B3330}">
      <dgm:prSet/>
      <dgm:spPr/>
      <dgm:t>
        <a:bodyPr/>
        <a:lstStyle/>
        <a:p>
          <a:r>
            <a:rPr lang="en-US" dirty="0"/>
            <a:t>Some text here</a:t>
          </a:r>
        </a:p>
      </dgm:t>
    </dgm:pt>
    <dgm:pt modelId="{044831E6-2FC9-4DDA-81FB-5FA418568D07}" type="parTrans" cxnId="{2DC24386-BC50-4BAB-8571-16CB10C2603C}">
      <dgm:prSet/>
      <dgm:spPr/>
      <dgm:t>
        <a:bodyPr/>
        <a:lstStyle/>
        <a:p>
          <a:endParaRPr lang="en-US"/>
        </a:p>
      </dgm:t>
    </dgm:pt>
    <dgm:pt modelId="{CD50B82D-84BB-4747-B282-ABB339EBA294}" type="sibTrans" cxnId="{2DC24386-BC50-4BAB-8571-16CB10C2603C}">
      <dgm:prSet/>
      <dgm:spPr/>
      <dgm:t>
        <a:bodyPr/>
        <a:lstStyle/>
        <a:p>
          <a:endParaRPr lang="en-US"/>
        </a:p>
      </dgm:t>
    </dgm:pt>
    <dgm:pt modelId="{3AF880A5-0F00-4315-A5DF-1FE656798601}">
      <dgm:prSet phldrT="[Text]"/>
      <dgm:spPr/>
      <dgm:t>
        <a:bodyPr/>
        <a:lstStyle/>
        <a:p>
          <a:r>
            <a:rPr lang="en-US" dirty="0"/>
            <a:t>Some text here</a:t>
          </a:r>
        </a:p>
      </dgm:t>
    </dgm:pt>
    <dgm:pt modelId="{A13BB1F9-5857-4B43-8BF5-6589AA2CB759}" type="parTrans" cxnId="{24F8CBE2-5003-4E69-A772-6B98F2B05181}">
      <dgm:prSet/>
      <dgm:spPr/>
      <dgm:t>
        <a:bodyPr/>
        <a:lstStyle/>
        <a:p>
          <a:endParaRPr lang="en-US"/>
        </a:p>
      </dgm:t>
    </dgm:pt>
    <dgm:pt modelId="{C198C41D-2640-4669-83ED-E0CD35701C8E}" type="sibTrans" cxnId="{24F8CBE2-5003-4E69-A772-6B98F2B05181}">
      <dgm:prSet/>
      <dgm:spPr/>
      <dgm:t>
        <a:bodyPr/>
        <a:lstStyle/>
        <a:p>
          <a:endParaRPr lang="en-US"/>
        </a:p>
      </dgm:t>
    </dgm:pt>
    <dgm:pt modelId="{8EA7219F-BDB2-48EB-9EEB-3133522D132E}">
      <dgm:prSet phldrT="[Text]"/>
      <dgm:spPr/>
      <dgm:t>
        <a:bodyPr/>
        <a:lstStyle/>
        <a:p>
          <a:r>
            <a:rPr lang="en-US" dirty="0"/>
            <a:t>Some text here</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BE788BF5-FE9F-4C7D-A1CD-9232D7860179}">
      <dgm:prSet phldrT="[Text]"/>
      <dgm:spPr/>
      <dgm:t>
        <a:bodyPr/>
        <a:lstStyle/>
        <a:p>
          <a:r>
            <a:rPr lang="en-US"/>
            <a:t>Some text here</a:t>
          </a:r>
          <a:endParaRPr lang="en-US" dirty="0"/>
        </a:p>
      </dgm:t>
    </dgm:pt>
    <dgm:pt modelId="{963A52CB-C772-45F2-8A30-8ABA6B14D3CE}" type="parTrans" cxnId="{35013F34-57BC-4E3C-A003-07C0E49926DB}">
      <dgm:prSet/>
      <dgm:spPr/>
      <dgm:t>
        <a:bodyPr/>
        <a:lstStyle/>
        <a:p>
          <a:endParaRPr lang="en-US"/>
        </a:p>
      </dgm:t>
    </dgm:pt>
    <dgm:pt modelId="{88191C5E-55BA-42F2-B842-FC86CBBADC0F}" type="sibTrans" cxnId="{35013F34-57BC-4E3C-A003-07C0E49926DB}">
      <dgm:prSet/>
      <dgm:spPr/>
      <dgm:t>
        <a:bodyPr/>
        <a:lstStyle/>
        <a:p>
          <a:endParaRPr lang="en-US"/>
        </a:p>
      </dgm:t>
    </dgm:pt>
    <dgm:pt modelId="{3CE06941-9820-4827-8B16-CD80CC49F780}">
      <dgm:prSet phldrT="[Text]"/>
      <dgm:spPr/>
      <dgm:t>
        <a:bodyPr/>
        <a:lstStyle/>
        <a:p>
          <a:r>
            <a:rPr lang="en-US" dirty="0"/>
            <a:t>Some text here</a:t>
          </a:r>
        </a:p>
      </dgm:t>
    </dgm:pt>
    <dgm:pt modelId="{141A3C92-8966-4E2F-82E4-2E09E22674B2}" type="parTrans" cxnId="{C99CE395-39F6-46B4-938C-9BF085685D1A}">
      <dgm:prSet/>
      <dgm:spPr/>
      <dgm:t>
        <a:bodyPr/>
        <a:lstStyle/>
        <a:p>
          <a:endParaRPr lang="en-US"/>
        </a:p>
      </dgm:t>
    </dgm:pt>
    <dgm:pt modelId="{F58FC55B-E61F-445C-956E-0BB2202254CA}" type="sibTrans" cxnId="{C99CE395-39F6-46B4-938C-9BF085685D1A}">
      <dgm:prSet/>
      <dgm:spPr/>
      <dgm:t>
        <a:bodyPr/>
        <a:lstStyle/>
        <a:p>
          <a:endParaRPr lang="en-US"/>
        </a:p>
      </dgm:t>
    </dgm:pt>
    <dgm:pt modelId="{386C2B6D-2EE1-4682-AE61-EE246CD54E31}">
      <dgm:prSet phldrT="[Text]"/>
      <dgm:spPr/>
      <dgm:t>
        <a:bodyPr/>
        <a:lstStyle/>
        <a:p>
          <a:r>
            <a:rPr lang="en-US" dirty="0"/>
            <a:t>Some text here</a:t>
          </a:r>
        </a:p>
      </dgm:t>
    </dgm:pt>
    <dgm:pt modelId="{649D72FB-0D8F-479C-87D1-C73133EF35E2}" type="parTrans" cxnId="{7F96AC57-2F84-4E8C-AA92-E82865EE63FE}">
      <dgm:prSet/>
      <dgm:spPr/>
      <dgm:t>
        <a:bodyPr/>
        <a:lstStyle/>
        <a:p>
          <a:endParaRPr lang="en-US"/>
        </a:p>
      </dgm:t>
    </dgm:pt>
    <dgm:pt modelId="{E1C9E6F1-2ED2-4DD8-9B78-28FC1AF5D352}" type="sibTrans" cxnId="{7F96AC57-2F84-4E8C-AA92-E82865EE63FE}">
      <dgm:prSet/>
      <dgm:spPr/>
      <dgm:t>
        <a:bodyPr/>
        <a:lstStyle/>
        <a:p>
          <a:endParaRPr lang="en-US"/>
        </a:p>
      </dgm:t>
    </dgm:pt>
    <dgm:pt modelId="{2A22E84C-3AA3-4E9C-AE5F-9C2FB0D7FB11}">
      <dgm:prSet phldrT="[Text]"/>
      <dgm:spPr/>
      <dgm:t>
        <a:bodyPr/>
        <a:lstStyle/>
        <a:p>
          <a:r>
            <a:rPr lang="en-US"/>
            <a:t>Lorem Ipsum</a:t>
          </a:r>
          <a:endParaRPr lang="en-US" dirty="0"/>
        </a:p>
      </dgm:t>
    </dgm:pt>
    <dgm:pt modelId="{6C025E55-DF42-4C5D-AFD5-6015FA053D46}" type="parTrans" cxnId="{BEB859E7-C343-408E-86A1-667C27EE5761}">
      <dgm:prSet/>
      <dgm:spPr/>
      <dgm:t>
        <a:bodyPr/>
        <a:lstStyle/>
        <a:p>
          <a:endParaRPr lang="en-US"/>
        </a:p>
      </dgm:t>
    </dgm:pt>
    <dgm:pt modelId="{744EA591-F199-49C2-B63A-82709D96C729}" type="sibTrans" cxnId="{BEB859E7-C343-408E-86A1-667C27EE5761}">
      <dgm:prSet/>
      <dgm:spPr/>
      <dgm:t>
        <a:bodyPr/>
        <a:lstStyle/>
        <a:p>
          <a:endParaRPr lang="en-US"/>
        </a:p>
      </dgm:t>
    </dgm:pt>
    <dgm:pt modelId="{9ADACFBF-2A78-45C9-A7C4-5E5DBC674760}">
      <dgm:prSet phldrT="[Text]"/>
      <dgm:spPr/>
      <dgm:t>
        <a:bodyPr/>
        <a:lstStyle/>
        <a:p>
          <a:r>
            <a:rPr lang="en-US" dirty="0"/>
            <a:t>Some text here</a:t>
          </a:r>
        </a:p>
      </dgm:t>
    </dgm:pt>
    <dgm:pt modelId="{E121796C-71AB-4354-A1D4-3BF0025298A5}" type="parTrans" cxnId="{2B98897D-9937-49AC-9FE9-6629E912033A}">
      <dgm:prSet/>
      <dgm:spPr/>
      <dgm:t>
        <a:bodyPr/>
        <a:lstStyle/>
        <a:p>
          <a:endParaRPr lang="en-US"/>
        </a:p>
      </dgm:t>
    </dgm:pt>
    <dgm:pt modelId="{F3FE7E5A-DC73-423B-998C-02943CF263BF}" type="sibTrans" cxnId="{2B98897D-9937-49AC-9FE9-6629E912033A}">
      <dgm:prSet/>
      <dgm:spPr/>
      <dgm:t>
        <a:bodyPr/>
        <a:lstStyle/>
        <a:p>
          <a:endParaRPr lang="en-US"/>
        </a:p>
      </dgm:t>
    </dgm:pt>
    <dgm:pt modelId="{6C39594C-4AE1-4221-9751-E4FBA9469435}">
      <dgm:prSet phldrT="[Text]"/>
      <dgm:spPr/>
      <dgm:t>
        <a:bodyPr/>
        <a:lstStyle/>
        <a:p>
          <a:r>
            <a:rPr lang="en-US" dirty="0"/>
            <a:t>Some text here</a:t>
          </a:r>
        </a:p>
      </dgm:t>
    </dgm:pt>
    <dgm:pt modelId="{EA90E5E0-265B-4677-A3EF-FCD0DFDF4F41}" type="parTrans" cxnId="{7AF91B96-DA69-42D6-83DE-0E63677A4C47}">
      <dgm:prSet/>
      <dgm:spPr/>
      <dgm:t>
        <a:bodyPr/>
        <a:lstStyle/>
        <a:p>
          <a:endParaRPr lang="en-US"/>
        </a:p>
      </dgm:t>
    </dgm:pt>
    <dgm:pt modelId="{F04E3063-747B-4761-B46E-8C06B2EF3C55}" type="sibTrans" cxnId="{7AF91B96-DA69-42D6-83DE-0E63677A4C47}">
      <dgm:prSet/>
      <dgm:spPr/>
      <dgm:t>
        <a:bodyPr/>
        <a:lstStyle/>
        <a:p>
          <a:endParaRPr lang="en-US"/>
        </a:p>
      </dgm:t>
    </dgm:pt>
    <dgm:pt modelId="{36045517-CEA4-4BE3-B836-C2B6BFE5649B}">
      <dgm:prSet phldrT="[Text]"/>
      <dgm:spPr/>
      <dgm:t>
        <a:bodyPr/>
        <a:lstStyle/>
        <a:p>
          <a:r>
            <a:rPr lang="en-US"/>
            <a:t>Lorem Ipsum</a:t>
          </a:r>
          <a:endParaRPr lang="en-US" dirty="0"/>
        </a:p>
      </dgm:t>
    </dgm:pt>
    <dgm:pt modelId="{6231A36F-9B04-4B4A-917A-7E163AFFC956}" type="parTrans" cxnId="{4019353B-443B-4DED-AA6C-3C60E18414C7}">
      <dgm:prSet/>
      <dgm:spPr/>
      <dgm:t>
        <a:bodyPr/>
        <a:lstStyle/>
        <a:p>
          <a:endParaRPr lang="en-US"/>
        </a:p>
      </dgm:t>
    </dgm:pt>
    <dgm:pt modelId="{BFF3C5ED-87D0-4709-A3B8-A7BF0668006A}" type="sibTrans" cxnId="{4019353B-443B-4DED-AA6C-3C60E18414C7}">
      <dgm:prSet/>
      <dgm:spPr/>
      <dgm:t>
        <a:bodyPr/>
        <a:lstStyle/>
        <a:p>
          <a:endParaRPr lang="en-US"/>
        </a:p>
      </dgm:t>
    </dgm:pt>
    <dgm:pt modelId="{110CC072-E78D-486A-BD24-8CD6CE5683E0}">
      <dgm:prSet phldrT="[Text]"/>
      <dgm:spPr/>
      <dgm:t>
        <a:bodyPr/>
        <a:lstStyle/>
        <a:p>
          <a:r>
            <a:rPr lang="en-US" dirty="0"/>
            <a:t>Some text here</a:t>
          </a:r>
        </a:p>
      </dgm:t>
    </dgm:pt>
    <dgm:pt modelId="{EFE20FCA-41FE-42D4-8C71-85751017ADFF}" type="parTrans" cxnId="{5670A7D8-BA42-4857-8679-D269077AD7D7}">
      <dgm:prSet/>
      <dgm:spPr/>
      <dgm:t>
        <a:bodyPr/>
        <a:lstStyle/>
        <a:p>
          <a:endParaRPr lang="en-US"/>
        </a:p>
      </dgm:t>
    </dgm:pt>
    <dgm:pt modelId="{C901204A-BC8E-4B62-854A-DFB2104323F5}" type="sibTrans" cxnId="{5670A7D8-BA42-4857-8679-D269077AD7D7}">
      <dgm:prSet/>
      <dgm:spPr/>
      <dgm:t>
        <a:bodyPr/>
        <a:lstStyle/>
        <a:p>
          <a:endParaRPr lang="en-US"/>
        </a:p>
      </dgm:t>
    </dgm:pt>
    <dgm:pt modelId="{F64D9B44-8949-42CE-A3F5-920CF85E6D38}">
      <dgm:prSet phldrT="[Text]"/>
      <dgm:spPr/>
      <dgm:t>
        <a:bodyPr/>
        <a:lstStyle/>
        <a:p>
          <a:r>
            <a:rPr lang="en-US" dirty="0"/>
            <a:t>Some text here</a:t>
          </a:r>
        </a:p>
      </dgm:t>
    </dgm:pt>
    <dgm:pt modelId="{81AB81A4-D793-40B9-964C-9DA3AF17B95D}" type="parTrans" cxnId="{F091E13E-CC91-4760-8919-F8E7FA115B30}">
      <dgm:prSet/>
      <dgm:spPr/>
      <dgm:t>
        <a:bodyPr/>
        <a:lstStyle/>
        <a:p>
          <a:endParaRPr lang="en-US"/>
        </a:p>
      </dgm:t>
    </dgm:pt>
    <dgm:pt modelId="{ECDC803C-5DBD-4EEE-A68A-AC8585F1A4EB}" type="sibTrans" cxnId="{F091E13E-CC91-4760-8919-F8E7FA115B30}">
      <dgm:prSet/>
      <dgm:spPr/>
      <dgm:t>
        <a:bodyPr/>
        <a:lstStyle/>
        <a:p>
          <a:endParaRPr lang="en-US"/>
        </a:p>
      </dgm:t>
    </dgm:pt>
    <dgm:pt modelId="{D1E4C51A-6095-4744-AA6A-5538A575537F}">
      <dgm:prSet phldrT="[Text]"/>
      <dgm:spPr/>
      <dgm:t>
        <a:bodyPr/>
        <a:lstStyle/>
        <a:p>
          <a:r>
            <a:rPr lang="en-US"/>
            <a:t>Some text here</a:t>
          </a:r>
          <a:endParaRPr lang="en-US" dirty="0"/>
        </a:p>
      </dgm:t>
    </dgm:pt>
    <dgm:pt modelId="{0A22C6EA-6313-42CC-86C1-D5C738488F2F}" type="parTrans" cxnId="{5CF4FDAC-1BBE-4D17-A2FB-DEC98CB04144}">
      <dgm:prSet/>
      <dgm:spPr/>
      <dgm:t>
        <a:bodyPr/>
        <a:lstStyle/>
        <a:p>
          <a:endParaRPr lang="en-US"/>
        </a:p>
      </dgm:t>
    </dgm:pt>
    <dgm:pt modelId="{759A0924-45BF-4D2F-BA7B-4913B63FAE61}" type="sibTrans" cxnId="{5CF4FDAC-1BBE-4D17-A2FB-DEC98CB04144}">
      <dgm:prSet/>
      <dgm:spPr/>
      <dgm:t>
        <a:bodyPr/>
        <a:lstStyle/>
        <a:p>
          <a:endParaRPr lang="en-US"/>
        </a:p>
      </dgm:t>
    </dgm:pt>
    <dgm:pt modelId="{9F9C8212-3E57-4ADB-B2BA-B809778F0C3C}">
      <dgm:prSet phldrT="[Text]"/>
      <dgm:spPr/>
      <dgm:t>
        <a:bodyPr/>
        <a:lstStyle/>
        <a:p>
          <a:r>
            <a:rPr lang="en-US"/>
            <a:t>Some text here</a:t>
          </a:r>
          <a:endParaRPr lang="en-US" dirty="0"/>
        </a:p>
      </dgm:t>
    </dgm:pt>
    <dgm:pt modelId="{7031DDE2-DE0A-4F7A-9A8E-4B70BC164DC5}" type="parTrans" cxnId="{94BC9EFC-A5FF-44DC-A38B-6EF0E1C75127}">
      <dgm:prSet/>
      <dgm:spPr/>
      <dgm:t>
        <a:bodyPr/>
        <a:lstStyle/>
        <a:p>
          <a:endParaRPr lang="en-US"/>
        </a:p>
      </dgm:t>
    </dgm:pt>
    <dgm:pt modelId="{B290C660-17F7-420F-9C29-27C99928AC36}" type="sibTrans" cxnId="{94BC9EFC-A5FF-44DC-A38B-6EF0E1C75127}">
      <dgm:prSet/>
      <dgm:spPr/>
      <dgm:t>
        <a:bodyPr/>
        <a:lstStyle/>
        <a:p>
          <a:endParaRPr lang="en-US"/>
        </a:p>
      </dgm:t>
    </dgm:pt>
    <dgm:pt modelId="{DDC51B6C-2CF5-4217-9D4F-9E3B2CB7A75E}" type="pres">
      <dgm:prSet presAssocID="{B9C32B05-62EA-407A-B21C-2310C7945705}" presName="Name0" presStyleCnt="0">
        <dgm:presLayoutVars>
          <dgm:dir/>
          <dgm:animLvl val="lvl"/>
          <dgm:resizeHandles val="exact"/>
        </dgm:presLayoutVars>
      </dgm:prSet>
      <dgm:spPr/>
    </dgm:pt>
    <dgm:pt modelId="{338D1117-9907-4827-9B09-3C26316E76FF}" type="pres">
      <dgm:prSet presAssocID="{B9C32B05-62EA-407A-B21C-2310C7945705}" presName="tSp" presStyleCnt="0"/>
      <dgm:spPr/>
    </dgm:pt>
    <dgm:pt modelId="{5CC91036-9E4E-4C54-9A1C-71BF1BAEE85D}" type="pres">
      <dgm:prSet presAssocID="{B9C32B05-62EA-407A-B21C-2310C7945705}" presName="bSp" presStyleCnt="0"/>
      <dgm:spPr/>
    </dgm:pt>
    <dgm:pt modelId="{DAE45FD6-FCC1-4FA2-9518-FCC88ED6397C}" type="pres">
      <dgm:prSet presAssocID="{B9C32B05-62EA-407A-B21C-2310C7945705}" presName="process" presStyleCnt="0"/>
      <dgm:spPr/>
    </dgm:pt>
    <dgm:pt modelId="{5DD1349B-5276-4273-8206-1D59D61E1C89}" type="pres">
      <dgm:prSet presAssocID="{42D71409-67F9-455C-8C6D-716D284AAA6B}" presName="composite1" presStyleCnt="0"/>
      <dgm:spPr/>
    </dgm:pt>
    <dgm:pt modelId="{99F4AF07-BA8E-47BC-A9BC-DE0D4507901C}" type="pres">
      <dgm:prSet presAssocID="{42D71409-67F9-455C-8C6D-716D284AAA6B}" presName="dummyNode1" presStyleLbl="node1" presStyleIdx="0" presStyleCnt="5"/>
      <dgm:spPr/>
    </dgm:pt>
    <dgm:pt modelId="{EBCD9E22-5A4B-4853-89A1-35FBAA41A5C9}" type="pres">
      <dgm:prSet presAssocID="{42D71409-67F9-455C-8C6D-716D284AAA6B}" presName="childNode1" presStyleLbl="bgAcc1" presStyleIdx="0" presStyleCnt="5">
        <dgm:presLayoutVars>
          <dgm:bulletEnabled val="1"/>
        </dgm:presLayoutVars>
      </dgm:prSet>
      <dgm:spPr/>
    </dgm:pt>
    <dgm:pt modelId="{AD808792-6549-4E00-AA2E-BDE81977312D}" type="pres">
      <dgm:prSet presAssocID="{42D71409-67F9-455C-8C6D-716D284AAA6B}" presName="childNode1tx" presStyleLbl="bgAcc1" presStyleIdx="0" presStyleCnt="5">
        <dgm:presLayoutVars>
          <dgm:bulletEnabled val="1"/>
        </dgm:presLayoutVars>
      </dgm:prSet>
      <dgm:spPr/>
    </dgm:pt>
    <dgm:pt modelId="{B360DBE5-7A46-4AD0-86BF-BE02EEF61A7B}" type="pres">
      <dgm:prSet presAssocID="{42D71409-67F9-455C-8C6D-716D284AAA6B}" presName="parentNode1" presStyleLbl="node1" presStyleIdx="0" presStyleCnt="5">
        <dgm:presLayoutVars>
          <dgm:chMax val="1"/>
          <dgm:bulletEnabled val="1"/>
        </dgm:presLayoutVars>
      </dgm:prSet>
      <dgm:spPr/>
    </dgm:pt>
    <dgm:pt modelId="{ABBEA1F4-F437-4E5F-8DA2-C17003AC645E}" type="pres">
      <dgm:prSet presAssocID="{42D71409-67F9-455C-8C6D-716D284AAA6B}" presName="connSite1" presStyleCnt="0"/>
      <dgm:spPr/>
    </dgm:pt>
    <dgm:pt modelId="{CABCE495-6E24-4FEF-8757-B6133BD632C0}" type="pres">
      <dgm:prSet presAssocID="{478B7D3C-9FB4-4BC6-90AC-49960560DECD}" presName="Name9" presStyleLbl="sibTrans2D1" presStyleIdx="0" presStyleCnt="4"/>
      <dgm:spPr/>
    </dgm:pt>
    <dgm:pt modelId="{9FA21E5E-F906-47E4-B28B-C7DA54A551C5}" type="pres">
      <dgm:prSet presAssocID="{F66099B6-DBBD-4AB0-82D2-877B80F846F7}" presName="composite2" presStyleCnt="0"/>
      <dgm:spPr/>
    </dgm:pt>
    <dgm:pt modelId="{16307278-D590-4895-91A6-9909AB92C5B2}" type="pres">
      <dgm:prSet presAssocID="{F66099B6-DBBD-4AB0-82D2-877B80F846F7}" presName="dummyNode2" presStyleLbl="node1" presStyleIdx="0" presStyleCnt="5"/>
      <dgm:spPr/>
    </dgm:pt>
    <dgm:pt modelId="{706EAFA5-483B-4A1B-85F7-14160AFCDD8F}" type="pres">
      <dgm:prSet presAssocID="{F66099B6-DBBD-4AB0-82D2-877B80F846F7}" presName="childNode2" presStyleLbl="bgAcc1" presStyleIdx="1" presStyleCnt="5">
        <dgm:presLayoutVars>
          <dgm:bulletEnabled val="1"/>
        </dgm:presLayoutVars>
      </dgm:prSet>
      <dgm:spPr/>
    </dgm:pt>
    <dgm:pt modelId="{EE4A5136-1C14-4F4C-95CE-71570AD1F037}" type="pres">
      <dgm:prSet presAssocID="{F66099B6-DBBD-4AB0-82D2-877B80F846F7}" presName="childNode2tx" presStyleLbl="bgAcc1" presStyleIdx="1" presStyleCnt="5">
        <dgm:presLayoutVars>
          <dgm:bulletEnabled val="1"/>
        </dgm:presLayoutVars>
      </dgm:prSet>
      <dgm:spPr/>
    </dgm:pt>
    <dgm:pt modelId="{F0F63F1C-B466-42DE-9FD3-6E5C0C979CA0}" type="pres">
      <dgm:prSet presAssocID="{F66099B6-DBBD-4AB0-82D2-877B80F846F7}" presName="parentNode2" presStyleLbl="node1" presStyleIdx="1" presStyleCnt="5">
        <dgm:presLayoutVars>
          <dgm:chMax val="0"/>
          <dgm:bulletEnabled val="1"/>
        </dgm:presLayoutVars>
      </dgm:prSet>
      <dgm:spPr/>
    </dgm:pt>
    <dgm:pt modelId="{DC401D16-505A-4E75-AC91-DDD26B0E99A9}" type="pres">
      <dgm:prSet presAssocID="{F66099B6-DBBD-4AB0-82D2-877B80F846F7}" presName="connSite2" presStyleCnt="0"/>
      <dgm:spPr/>
    </dgm:pt>
    <dgm:pt modelId="{8783C605-B701-4C24-B2B0-5038E7538C68}" type="pres">
      <dgm:prSet presAssocID="{BC531B32-9B0E-482E-BF91-65C61F17168D}" presName="Name18" presStyleLbl="sibTrans2D1" presStyleIdx="1" presStyleCnt="4"/>
      <dgm:spPr/>
    </dgm:pt>
    <dgm:pt modelId="{2B6A8D42-ADC0-4FB1-BB36-3DA6EED942E5}" type="pres">
      <dgm:prSet presAssocID="{EE62A4F6-4AC4-435B-990E-81A71CE8CAC7}" presName="composite1" presStyleCnt="0"/>
      <dgm:spPr/>
    </dgm:pt>
    <dgm:pt modelId="{DF13C245-5BA7-4E97-A861-5D4A0C3BA3C8}" type="pres">
      <dgm:prSet presAssocID="{EE62A4F6-4AC4-435B-990E-81A71CE8CAC7}" presName="dummyNode1" presStyleLbl="node1" presStyleIdx="1" presStyleCnt="5"/>
      <dgm:spPr/>
    </dgm:pt>
    <dgm:pt modelId="{04585C1D-E91D-4D77-8B0F-51DF88B161C9}" type="pres">
      <dgm:prSet presAssocID="{EE62A4F6-4AC4-435B-990E-81A71CE8CAC7}" presName="childNode1" presStyleLbl="bgAcc1" presStyleIdx="2" presStyleCnt="5">
        <dgm:presLayoutVars>
          <dgm:bulletEnabled val="1"/>
        </dgm:presLayoutVars>
      </dgm:prSet>
      <dgm:spPr/>
    </dgm:pt>
    <dgm:pt modelId="{1F7926D9-387E-4F08-B412-0363D232E726}" type="pres">
      <dgm:prSet presAssocID="{EE62A4F6-4AC4-435B-990E-81A71CE8CAC7}" presName="childNode1tx" presStyleLbl="bgAcc1" presStyleIdx="2" presStyleCnt="5">
        <dgm:presLayoutVars>
          <dgm:bulletEnabled val="1"/>
        </dgm:presLayoutVars>
      </dgm:prSet>
      <dgm:spPr/>
    </dgm:pt>
    <dgm:pt modelId="{3D108508-B266-4803-87CD-6A585E69E4D7}" type="pres">
      <dgm:prSet presAssocID="{EE62A4F6-4AC4-435B-990E-81A71CE8CAC7}" presName="parentNode1" presStyleLbl="node1" presStyleIdx="2" presStyleCnt="5">
        <dgm:presLayoutVars>
          <dgm:chMax val="1"/>
          <dgm:bulletEnabled val="1"/>
        </dgm:presLayoutVars>
      </dgm:prSet>
      <dgm:spPr/>
    </dgm:pt>
    <dgm:pt modelId="{B60AFFB2-FC40-48E3-B7BD-D89C17032A02}" type="pres">
      <dgm:prSet presAssocID="{EE62A4F6-4AC4-435B-990E-81A71CE8CAC7}" presName="connSite1" presStyleCnt="0"/>
      <dgm:spPr/>
    </dgm:pt>
    <dgm:pt modelId="{6562FC07-AF47-46FA-A1E3-C0755ED95650}" type="pres">
      <dgm:prSet presAssocID="{389F9A93-0231-4877-8C41-5D5B8DD7AAC0}" presName="Name9" presStyleLbl="sibTrans2D1" presStyleIdx="2" presStyleCnt="4"/>
      <dgm:spPr/>
    </dgm:pt>
    <dgm:pt modelId="{CC56195D-D67B-48B8-AE3A-FE203873EEE7}" type="pres">
      <dgm:prSet presAssocID="{2A22E84C-3AA3-4E9C-AE5F-9C2FB0D7FB11}" presName="composite2" presStyleCnt="0"/>
      <dgm:spPr/>
    </dgm:pt>
    <dgm:pt modelId="{79EA5A68-C08B-48DA-875B-252DC41BB324}" type="pres">
      <dgm:prSet presAssocID="{2A22E84C-3AA3-4E9C-AE5F-9C2FB0D7FB11}" presName="dummyNode2" presStyleLbl="node1" presStyleIdx="2" presStyleCnt="5"/>
      <dgm:spPr/>
    </dgm:pt>
    <dgm:pt modelId="{CFCEC88B-27B2-4DAA-A6B7-72DAF246BB4A}" type="pres">
      <dgm:prSet presAssocID="{2A22E84C-3AA3-4E9C-AE5F-9C2FB0D7FB11}" presName="childNode2" presStyleLbl="bgAcc1" presStyleIdx="3" presStyleCnt="5">
        <dgm:presLayoutVars>
          <dgm:bulletEnabled val="1"/>
        </dgm:presLayoutVars>
      </dgm:prSet>
      <dgm:spPr/>
    </dgm:pt>
    <dgm:pt modelId="{FBA9BF35-2B2A-482F-BE6A-D2366A60F43A}" type="pres">
      <dgm:prSet presAssocID="{2A22E84C-3AA3-4E9C-AE5F-9C2FB0D7FB11}" presName="childNode2tx" presStyleLbl="bgAcc1" presStyleIdx="3" presStyleCnt="5">
        <dgm:presLayoutVars>
          <dgm:bulletEnabled val="1"/>
        </dgm:presLayoutVars>
      </dgm:prSet>
      <dgm:spPr/>
    </dgm:pt>
    <dgm:pt modelId="{9214A17C-ACB7-4BE5-8131-2AAB7B49EBD8}" type="pres">
      <dgm:prSet presAssocID="{2A22E84C-3AA3-4E9C-AE5F-9C2FB0D7FB11}" presName="parentNode2" presStyleLbl="node1" presStyleIdx="3" presStyleCnt="5">
        <dgm:presLayoutVars>
          <dgm:chMax val="0"/>
          <dgm:bulletEnabled val="1"/>
        </dgm:presLayoutVars>
      </dgm:prSet>
      <dgm:spPr/>
    </dgm:pt>
    <dgm:pt modelId="{4E3365FA-A6CC-4CF7-BB51-D7A07835B434}" type="pres">
      <dgm:prSet presAssocID="{2A22E84C-3AA3-4E9C-AE5F-9C2FB0D7FB11}" presName="connSite2" presStyleCnt="0"/>
      <dgm:spPr/>
    </dgm:pt>
    <dgm:pt modelId="{41B0FC4B-EE8E-41E4-BF10-3CEF1244B92E}" type="pres">
      <dgm:prSet presAssocID="{744EA591-F199-49C2-B63A-82709D96C729}" presName="Name18" presStyleLbl="sibTrans2D1" presStyleIdx="3" presStyleCnt="4"/>
      <dgm:spPr/>
    </dgm:pt>
    <dgm:pt modelId="{2617CFD0-2225-41AF-B6CB-00FF6A2FEDD5}" type="pres">
      <dgm:prSet presAssocID="{36045517-CEA4-4BE3-B836-C2B6BFE5649B}" presName="composite1" presStyleCnt="0"/>
      <dgm:spPr/>
    </dgm:pt>
    <dgm:pt modelId="{706E20D5-7F87-4E16-9073-838C1623EFD4}" type="pres">
      <dgm:prSet presAssocID="{36045517-CEA4-4BE3-B836-C2B6BFE5649B}" presName="dummyNode1" presStyleLbl="node1" presStyleIdx="3" presStyleCnt="5"/>
      <dgm:spPr/>
    </dgm:pt>
    <dgm:pt modelId="{64240C40-356A-4DB8-BBC2-3AB0FECC6CC2}" type="pres">
      <dgm:prSet presAssocID="{36045517-CEA4-4BE3-B836-C2B6BFE5649B}" presName="childNode1" presStyleLbl="bgAcc1" presStyleIdx="4" presStyleCnt="5">
        <dgm:presLayoutVars>
          <dgm:bulletEnabled val="1"/>
        </dgm:presLayoutVars>
      </dgm:prSet>
      <dgm:spPr/>
    </dgm:pt>
    <dgm:pt modelId="{9239506F-611A-4246-8C26-4E47F4CBE571}" type="pres">
      <dgm:prSet presAssocID="{36045517-CEA4-4BE3-B836-C2B6BFE5649B}" presName="childNode1tx" presStyleLbl="bgAcc1" presStyleIdx="4" presStyleCnt="5">
        <dgm:presLayoutVars>
          <dgm:bulletEnabled val="1"/>
        </dgm:presLayoutVars>
      </dgm:prSet>
      <dgm:spPr/>
    </dgm:pt>
    <dgm:pt modelId="{22BF283E-A970-4DE4-A09C-E4A2EC242943}" type="pres">
      <dgm:prSet presAssocID="{36045517-CEA4-4BE3-B836-C2B6BFE5649B}" presName="parentNode1" presStyleLbl="node1" presStyleIdx="4" presStyleCnt="5">
        <dgm:presLayoutVars>
          <dgm:chMax val="1"/>
          <dgm:bulletEnabled val="1"/>
        </dgm:presLayoutVars>
      </dgm:prSet>
      <dgm:spPr/>
    </dgm:pt>
    <dgm:pt modelId="{0E521CCE-73C6-4C20-AEDA-5EA354C283BB}" type="pres">
      <dgm:prSet presAssocID="{36045517-CEA4-4BE3-B836-C2B6BFE5649B}" presName="connSite1" presStyleCnt="0"/>
      <dgm:spPr/>
    </dgm:pt>
  </dgm:ptLst>
  <dgm:cxnLst>
    <dgm:cxn modelId="{F0AD4200-BB92-45E3-9244-6DDF93AB1ACC}" type="presOf" srcId="{6C39594C-4AE1-4221-9751-E4FBA9469435}" destId="{FBA9BF35-2B2A-482F-BE6A-D2366A60F43A}" srcOrd="1" destOrd="1" presId="urn:microsoft.com/office/officeart/2005/8/layout/hProcess4"/>
    <dgm:cxn modelId="{B2852803-4970-468C-AD28-DB859A5EEE15}" type="presOf" srcId="{9ADACFBF-2A78-45C9-A7C4-5E5DBC674760}" destId="{CFCEC88B-27B2-4DAA-A6B7-72DAF246BB4A}" srcOrd="0" destOrd="0" presId="urn:microsoft.com/office/officeart/2005/8/layout/hProcess4"/>
    <dgm:cxn modelId="{64BCC70A-800C-4159-9B3D-CE055A402DA2}" type="presOf" srcId="{F66099B6-DBBD-4AB0-82D2-877B80F846F7}" destId="{F0F63F1C-B466-42DE-9FD3-6E5C0C979CA0}" srcOrd="0" destOrd="0" presId="urn:microsoft.com/office/officeart/2005/8/layout/hProcess4"/>
    <dgm:cxn modelId="{443A0013-1D73-47AC-BBD6-D9721E3710C5}" type="presOf" srcId="{389F9A93-0231-4877-8C41-5D5B8DD7AAC0}" destId="{6562FC07-AF47-46FA-A1E3-C0755ED95650}" srcOrd="0" destOrd="0" presId="urn:microsoft.com/office/officeart/2005/8/layout/hProcess4"/>
    <dgm:cxn modelId="{18AE461C-0247-4CA3-847A-6C86855EB840}" type="presOf" srcId="{9ADACFBF-2A78-45C9-A7C4-5E5DBC674760}" destId="{FBA9BF35-2B2A-482F-BE6A-D2366A60F43A}" srcOrd="1" destOrd="0" presId="urn:microsoft.com/office/officeart/2005/8/layout/hProcess4"/>
    <dgm:cxn modelId="{2AA9C11F-1F1D-428E-801A-47EAA766C99D}" srcId="{B9C32B05-62EA-407A-B21C-2310C7945705}" destId="{42D71409-67F9-455C-8C6D-716D284AAA6B}" srcOrd="0" destOrd="0" parTransId="{51680ED1-AF6E-4B28-AE94-92B0EFB0DF7D}" sibTransId="{478B7D3C-9FB4-4BC6-90AC-49960560DECD}"/>
    <dgm:cxn modelId="{B261F524-3D1E-4B19-9721-FE60C577D07C}" type="presOf" srcId="{D1E4C51A-6095-4744-AA6A-5538A575537F}" destId="{AD808792-6549-4E00-AA2E-BDE81977312D}" srcOrd="1" destOrd="2" presId="urn:microsoft.com/office/officeart/2005/8/layout/hProcess4"/>
    <dgm:cxn modelId="{89D35E27-3058-415B-B679-C728CA7B956A}" type="presOf" srcId="{F64D9B44-8949-42CE-A3F5-920CF85E6D38}" destId="{9239506F-611A-4246-8C26-4E47F4CBE571}" srcOrd="1" destOrd="2" presId="urn:microsoft.com/office/officeart/2005/8/layout/hProcess4"/>
    <dgm:cxn modelId="{E377112D-F403-40E7-9E28-BD7388E7A8AA}" type="presOf" srcId="{BE788BF5-FE9F-4C7D-A1CD-9232D7860179}" destId="{EE4A5136-1C14-4F4C-95CE-71570AD1F037}" srcOrd="1" destOrd="1" presId="urn:microsoft.com/office/officeart/2005/8/layout/hProcess4"/>
    <dgm:cxn modelId="{B4F3EA32-CE64-4A92-9BAE-BC57E5392B05}" srcId="{B9C32B05-62EA-407A-B21C-2310C7945705}" destId="{F66099B6-DBBD-4AB0-82D2-877B80F846F7}" srcOrd="1" destOrd="0" parTransId="{B09C8BFB-F41C-4AC4-AB94-F216E3081C2D}" sibTransId="{BC531B32-9B0E-482E-BF91-65C61F17168D}"/>
    <dgm:cxn modelId="{35013F34-57BC-4E3C-A003-07C0E49926DB}" srcId="{F66099B6-DBBD-4AB0-82D2-877B80F846F7}" destId="{BE788BF5-FE9F-4C7D-A1CD-9232D7860179}" srcOrd="1" destOrd="0" parTransId="{963A52CB-C772-45F2-8A30-8ABA6B14D3CE}" sibTransId="{88191C5E-55BA-42F2-B842-FC86CBBADC0F}"/>
    <dgm:cxn modelId="{5D4AED35-1EF2-48D1-8F95-BFD7162F75AB}" type="presOf" srcId="{6CF284C3-4A70-4432-8F33-E75A802B3330}" destId="{EE4A5136-1C14-4F4C-95CE-71570AD1F037}" srcOrd="1" destOrd="0" presId="urn:microsoft.com/office/officeart/2005/8/layout/hProcess4"/>
    <dgm:cxn modelId="{A7F59136-ABF6-4AF9-A6CA-6A6D7B6B00B1}" type="presOf" srcId="{3AF880A5-0F00-4315-A5DF-1FE656798601}" destId="{AD808792-6549-4E00-AA2E-BDE81977312D}" srcOrd="1" destOrd="1" presId="urn:microsoft.com/office/officeart/2005/8/layout/hProcess4"/>
    <dgm:cxn modelId="{4019353B-443B-4DED-AA6C-3C60E18414C7}" srcId="{B9C32B05-62EA-407A-B21C-2310C7945705}" destId="{36045517-CEA4-4BE3-B836-C2B6BFE5649B}" srcOrd="4" destOrd="0" parTransId="{6231A36F-9B04-4B4A-917A-7E163AFFC956}" sibTransId="{BFF3C5ED-87D0-4709-A3B8-A7BF0668006A}"/>
    <dgm:cxn modelId="{7E833A3E-C890-4340-86E9-61FA473BBF16}" type="presOf" srcId="{B9C32B05-62EA-407A-B21C-2310C7945705}" destId="{DDC51B6C-2CF5-4217-9D4F-9E3B2CB7A75E}" srcOrd="0" destOrd="0" presId="urn:microsoft.com/office/officeart/2005/8/layout/hProcess4"/>
    <dgm:cxn modelId="{F091E13E-CC91-4760-8919-F8E7FA115B30}" srcId="{36045517-CEA4-4BE3-B836-C2B6BFE5649B}" destId="{F64D9B44-8949-42CE-A3F5-920CF85E6D38}" srcOrd="2" destOrd="0" parTransId="{81AB81A4-D793-40B9-964C-9DA3AF17B95D}" sibTransId="{ECDC803C-5DBD-4EEE-A68A-AC8585F1A4EB}"/>
    <dgm:cxn modelId="{86C31461-0B7F-4CD0-A9F1-A98A2B3FBCF5}" type="presOf" srcId="{D1E4C51A-6095-4744-AA6A-5538A575537F}" destId="{EBCD9E22-5A4B-4853-89A1-35FBAA41A5C9}" srcOrd="0" destOrd="2" presId="urn:microsoft.com/office/officeart/2005/8/layout/hProcess4"/>
    <dgm:cxn modelId="{6E593E61-4AC3-451D-A6AE-CDEEC815B5E9}" type="presOf" srcId="{478B7D3C-9FB4-4BC6-90AC-49960560DECD}" destId="{CABCE495-6E24-4FEF-8757-B6133BD632C0}" srcOrd="0" destOrd="0" presId="urn:microsoft.com/office/officeart/2005/8/layout/hProcess4"/>
    <dgm:cxn modelId="{F220D441-E63A-497A-B400-17A9B35206BE}" type="presOf" srcId="{42D71409-67F9-455C-8C6D-716D284AAA6B}" destId="{B360DBE5-7A46-4AD0-86BF-BE02EEF61A7B}" srcOrd="0" destOrd="0" presId="urn:microsoft.com/office/officeart/2005/8/layout/hProcess4"/>
    <dgm:cxn modelId="{2F05536E-88F1-4498-955E-A6EBDAF70271}" type="presOf" srcId="{3AF880A5-0F00-4315-A5DF-1FE656798601}" destId="{EBCD9E22-5A4B-4853-89A1-35FBAA41A5C9}" srcOrd="0" destOrd="1" presId="urn:microsoft.com/office/officeart/2005/8/layout/hProcess4"/>
    <dgm:cxn modelId="{42127E53-C7CD-45B1-88D7-39AA35E447C0}" type="presOf" srcId="{BE788BF5-FE9F-4C7D-A1CD-9232D7860179}" destId="{706EAFA5-483B-4A1B-85F7-14160AFCDD8F}" srcOrd="0" destOrd="1" presId="urn:microsoft.com/office/officeart/2005/8/layout/hProcess4"/>
    <dgm:cxn modelId="{7F96AC57-2F84-4E8C-AA92-E82865EE63FE}" srcId="{EE62A4F6-4AC4-435B-990E-81A71CE8CAC7}" destId="{386C2B6D-2EE1-4682-AE61-EE246CD54E31}" srcOrd="1" destOrd="0" parTransId="{649D72FB-0D8F-479C-87D1-C73133EF35E2}" sibTransId="{E1C9E6F1-2ED2-4DD8-9B78-28FC1AF5D352}"/>
    <dgm:cxn modelId="{95C86B7C-C330-4053-9279-00B427175274}" type="presOf" srcId="{386C2B6D-2EE1-4682-AE61-EE246CD54E31}" destId="{04585C1D-E91D-4D77-8B0F-51DF88B161C9}" srcOrd="0" destOrd="1" presId="urn:microsoft.com/office/officeart/2005/8/layout/hProcess4"/>
    <dgm:cxn modelId="{2B98897D-9937-49AC-9FE9-6629E912033A}" srcId="{2A22E84C-3AA3-4E9C-AE5F-9C2FB0D7FB11}" destId="{9ADACFBF-2A78-45C9-A7C4-5E5DBC674760}" srcOrd="0" destOrd="0" parTransId="{E121796C-71AB-4354-A1D4-3BF0025298A5}" sibTransId="{F3FE7E5A-DC73-423B-998C-02943CF263BF}"/>
    <dgm:cxn modelId="{E85E6C80-8072-4FFF-9104-4644B882B92E}" type="presOf" srcId="{6C39594C-4AE1-4221-9751-E4FBA9469435}" destId="{CFCEC88B-27B2-4DAA-A6B7-72DAF246BB4A}" srcOrd="0" destOrd="1" presId="urn:microsoft.com/office/officeart/2005/8/layout/hProcess4"/>
    <dgm:cxn modelId="{17029780-C806-4A33-95A8-CC49E65C3D2D}" type="presOf" srcId="{110CC072-E78D-486A-BD24-8CD6CE5683E0}" destId="{9239506F-611A-4246-8C26-4E47F4CBE571}" srcOrd="1" destOrd="0" presId="urn:microsoft.com/office/officeart/2005/8/layout/hProcess4"/>
    <dgm:cxn modelId="{C16E5C83-5C07-40E2-B869-737100394902}" type="presOf" srcId="{BC531B32-9B0E-482E-BF91-65C61F17168D}" destId="{8783C605-B701-4C24-B2B0-5038E7538C68}" srcOrd="0" destOrd="0" presId="urn:microsoft.com/office/officeart/2005/8/layout/hProcess4"/>
    <dgm:cxn modelId="{20C42C84-9A29-46D1-A3B0-F6E7E4F463C6}" type="presOf" srcId="{EE62A4F6-4AC4-435B-990E-81A71CE8CAC7}" destId="{3D108508-B266-4803-87CD-6A585E69E4D7}" srcOrd="0" destOrd="0" presId="urn:microsoft.com/office/officeart/2005/8/layout/hProcess4"/>
    <dgm:cxn modelId="{2DC24386-BC50-4BAB-8571-16CB10C2603C}" srcId="{F66099B6-DBBD-4AB0-82D2-877B80F846F7}" destId="{6CF284C3-4A70-4432-8F33-E75A802B3330}" srcOrd="0" destOrd="0" parTransId="{044831E6-2FC9-4DDA-81FB-5FA418568D07}" sibTransId="{CD50B82D-84BB-4747-B282-ABB339EBA294}"/>
    <dgm:cxn modelId="{94A0518F-8577-4968-99D7-FEFF8CA2EE18}" type="presOf" srcId="{36045517-CEA4-4BE3-B836-C2B6BFE5649B}" destId="{22BF283E-A970-4DE4-A09C-E4A2EC242943}" srcOrd="0" destOrd="0" presId="urn:microsoft.com/office/officeart/2005/8/layout/hProcess4"/>
    <dgm:cxn modelId="{28721791-8800-4704-972A-8734A32531F6}" type="presOf" srcId="{6CF284C3-4A70-4432-8F33-E75A802B3330}" destId="{706EAFA5-483B-4A1B-85F7-14160AFCDD8F}" srcOrd="0" destOrd="0" presId="urn:microsoft.com/office/officeart/2005/8/layout/hProcess4"/>
    <dgm:cxn modelId="{E388A893-403E-4AF3-A1AA-24828204D341}" type="presOf" srcId="{2A22E84C-3AA3-4E9C-AE5F-9C2FB0D7FB11}" destId="{9214A17C-ACB7-4BE5-8131-2AAB7B49EBD8}" srcOrd="0" destOrd="0" presId="urn:microsoft.com/office/officeart/2005/8/layout/hProcess4"/>
    <dgm:cxn modelId="{C99CE395-39F6-46B4-938C-9BF085685D1A}" srcId="{EE62A4F6-4AC4-435B-990E-81A71CE8CAC7}" destId="{3CE06941-9820-4827-8B16-CD80CC49F780}" srcOrd="0" destOrd="0" parTransId="{141A3C92-8966-4E2F-82E4-2E09E22674B2}" sibTransId="{F58FC55B-E61F-445C-956E-0BB2202254CA}"/>
    <dgm:cxn modelId="{7AF91B96-DA69-42D6-83DE-0E63677A4C47}" srcId="{2A22E84C-3AA3-4E9C-AE5F-9C2FB0D7FB11}" destId="{6C39594C-4AE1-4221-9751-E4FBA9469435}" srcOrd="1" destOrd="0" parTransId="{EA90E5E0-265B-4677-A3EF-FCD0DFDF4F41}" sibTransId="{F04E3063-747B-4761-B46E-8C06B2EF3C55}"/>
    <dgm:cxn modelId="{1FF1259D-1159-4687-8773-3DA60F2564C9}" type="presOf" srcId="{3CE06941-9820-4827-8B16-CD80CC49F780}" destId="{04585C1D-E91D-4D77-8B0F-51DF88B161C9}" srcOrd="0" destOrd="0" presId="urn:microsoft.com/office/officeart/2005/8/layout/hProcess4"/>
    <dgm:cxn modelId="{F338F9A0-F74E-4493-B0B7-6683B834DAE4}" type="presOf" srcId="{744EA591-F199-49C2-B63A-82709D96C729}" destId="{41B0FC4B-EE8E-41E4-BF10-3CEF1244B92E}" srcOrd="0" destOrd="0" presId="urn:microsoft.com/office/officeart/2005/8/layout/hProcess4"/>
    <dgm:cxn modelId="{3A2CECA6-0C5B-46BB-B7C6-7D37E9D210BD}" srcId="{B9C32B05-62EA-407A-B21C-2310C7945705}" destId="{EE62A4F6-4AC4-435B-990E-81A71CE8CAC7}" srcOrd="2" destOrd="0" parTransId="{F287B947-7343-4FA2-B288-B23A59FFAE31}" sibTransId="{389F9A93-0231-4877-8C41-5D5B8DD7AAC0}"/>
    <dgm:cxn modelId="{5CF4FDAC-1BBE-4D17-A2FB-DEC98CB04144}" srcId="{42D71409-67F9-455C-8C6D-716D284AAA6B}" destId="{D1E4C51A-6095-4744-AA6A-5538A575537F}" srcOrd="2" destOrd="0" parTransId="{0A22C6EA-6313-42CC-86C1-D5C738488F2F}" sibTransId="{759A0924-45BF-4D2F-BA7B-4913B63FAE61}"/>
    <dgm:cxn modelId="{A1A1F3B2-ED89-405B-881E-46CE7A51AAB3}" type="presOf" srcId="{8EA7219F-BDB2-48EB-9EEB-3133522D132E}" destId="{EBCD9E22-5A4B-4853-89A1-35FBAA41A5C9}" srcOrd="0" destOrd="0" presId="urn:microsoft.com/office/officeart/2005/8/layout/hProcess4"/>
    <dgm:cxn modelId="{4E73F2B4-CC8A-4E17-9407-A053FB2BEB5A}" type="presOf" srcId="{3CE06941-9820-4827-8B16-CD80CC49F780}" destId="{1F7926D9-387E-4F08-B412-0363D232E726}" srcOrd="1" destOrd="0" presId="urn:microsoft.com/office/officeart/2005/8/layout/hProcess4"/>
    <dgm:cxn modelId="{DCBCA6B7-907D-4005-B6F4-44EF93E07E08}" type="presOf" srcId="{9F9C8212-3E57-4ADB-B2BA-B809778F0C3C}" destId="{64240C40-356A-4DB8-BBC2-3AB0FECC6CC2}" srcOrd="0" destOrd="1" presId="urn:microsoft.com/office/officeart/2005/8/layout/hProcess4"/>
    <dgm:cxn modelId="{4178EECF-E249-428D-824C-DDCF3D56E806}" type="presOf" srcId="{110CC072-E78D-486A-BD24-8CD6CE5683E0}" destId="{64240C40-356A-4DB8-BBC2-3AB0FECC6CC2}" srcOrd="0" destOrd="0" presId="urn:microsoft.com/office/officeart/2005/8/layout/hProcess4"/>
    <dgm:cxn modelId="{4C40A6D3-638F-469C-8069-6846F8CA7E60}" type="presOf" srcId="{9F9C8212-3E57-4ADB-B2BA-B809778F0C3C}" destId="{9239506F-611A-4246-8C26-4E47F4CBE571}" srcOrd="1" destOrd="1" presId="urn:microsoft.com/office/officeart/2005/8/layout/hProcess4"/>
    <dgm:cxn modelId="{5670A7D8-BA42-4857-8679-D269077AD7D7}" srcId="{36045517-CEA4-4BE3-B836-C2B6BFE5649B}" destId="{110CC072-E78D-486A-BD24-8CD6CE5683E0}" srcOrd="0" destOrd="0" parTransId="{EFE20FCA-41FE-42D4-8C71-85751017ADFF}" sibTransId="{C901204A-BC8E-4B62-854A-DFB2104323F5}"/>
    <dgm:cxn modelId="{D0DB31DC-62E5-4828-93BA-6D0A3403C37B}" type="presOf" srcId="{8EA7219F-BDB2-48EB-9EEB-3133522D132E}" destId="{AD808792-6549-4E00-AA2E-BDE81977312D}" srcOrd="1" destOrd="0" presId="urn:microsoft.com/office/officeart/2005/8/layout/hProcess4"/>
    <dgm:cxn modelId="{24F8CBE2-5003-4E69-A772-6B98F2B05181}" srcId="{42D71409-67F9-455C-8C6D-716D284AAA6B}" destId="{3AF880A5-0F00-4315-A5DF-1FE656798601}" srcOrd="1" destOrd="0" parTransId="{A13BB1F9-5857-4B43-8BF5-6589AA2CB759}" sibTransId="{C198C41D-2640-4669-83ED-E0CD35701C8E}"/>
    <dgm:cxn modelId="{BEB859E7-C343-408E-86A1-667C27EE5761}" srcId="{B9C32B05-62EA-407A-B21C-2310C7945705}" destId="{2A22E84C-3AA3-4E9C-AE5F-9C2FB0D7FB11}" srcOrd="3" destOrd="0" parTransId="{6C025E55-DF42-4C5D-AFD5-6015FA053D46}" sibTransId="{744EA591-F199-49C2-B63A-82709D96C729}"/>
    <dgm:cxn modelId="{58AD7EEF-D408-406B-87EE-4691D4C30668}" srcId="{42D71409-67F9-455C-8C6D-716D284AAA6B}" destId="{8EA7219F-BDB2-48EB-9EEB-3133522D132E}" srcOrd="0" destOrd="0" parTransId="{3EE8403A-CB7C-4815-85BD-AEBCAEB71B37}" sibTransId="{C94B7947-85DC-4B21-BB99-DF8438356F98}"/>
    <dgm:cxn modelId="{683272F3-783E-43A0-810B-EF40A8AACDB1}" type="presOf" srcId="{F64D9B44-8949-42CE-A3F5-920CF85E6D38}" destId="{64240C40-356A-4DB8-BBC2-3AB0FECC6CC2}" srcOrd="0" destOrd="2" presId="urn:microsoft.com/office/officeart/2005/8/layout/hProcess4"/>
    <dgm:cxn modelId="{FDFE81FB-84BF-4CB3-B369-776B4C9A93D8}" type="presOf" srcId="{386C2B6D-2EE1-4682-AE61-EE246CD54E31}" destId="{1F7926D9-387E-4F08-B412-0363D232E726}" srcOrd="1" destOrd="1" presId="urn:microsoft.com/office/officeart/2005/8/layout/hProcess4"/>
    <dgm:cxn modelId="{94BC9EFC-A5FF-44DC-A38B-6EF0E1C75127}" srcId="{36045517-CEA4-4BE3-B836-C2B6BFE5649B}" destId="{9F9C8212-3E57-4ADB-B2BA-B809778F0C3C}" srcOrd="1" destOrd="0" parTransId="{7031DDE2-DE0A-4F7A-9A8E-4B70BC164DC5}" sibTransId="{B290C660-17F7-420F-9C29-27C99928AC36}"/>
    <dgm:cxn modelId="{C12B496B-153C-4CC1-9111-2A2A2314A87F}" type="presParOf" srcId="{DDC51B6C-2CF5-4217-9D4F-9E3B2CB7A75E}" destId="{338D1117-9907-4827-9B09-3C26316E76FF}" srcOrd="0" destOrd="0" presId="urn:microsoft.com/office/officeart/2005/8/layout/hProcess4"/>
    <dgm:cxn modelId="{53A7EEB6-5630-4992-B7DF-9E918C77DF34}" type="presParOf" srcId="{DDC51B6C-2CF5-4217-9D4F-9E3B2CB7A75E}" destId="{5CC91036-9E4E-4C54-9A1C-71BF1BAEE85D}" srcOrd="1" destOrd="0" presId="urn:microsoft.com/office/officeart/2005/8/layout/hProcess4"/>
    <dgm:cxn modelId="{1BB2E939-4184-4AF6-909A-1F915B2236A7}" type="presParOf" srcId="{DDC51B6C-2CF5-4217-9D4F-9E3B2CB7A75E}" destId="{DAE45FD6-FCC1-4FA2-9518-FCC88ED6397C}" srcOrd="2" destOrd="0" presId="urn:microsoft.com/office/officeart/2005/8/layout/hProcess4"/>
    <dgm:cxn modelId="{F681E833-3C0F-4EB3-8FC8-F77114C4000B}" type="presParOf" srcId="{DAE45FD6-FCC1-4FA2-9518-FCC88ED6397C}" destId="{5DD1349B-5276-4273-8206-1D59D61E1C89}" srcOrd="0" destOrd="0" presId="urn:microsoft.com/office/officeart/2005/8/layout/hProcess4"/>
    <dgm:cxn modelId="{E94CDD7F-1FF0-44C2-9A69-7BF09F7CE146}" type="presParOf" srcId="{5DD1349B-5276-4273-8206-1D59D61E1C89}" destId="{99F4AF07-BA8E-47BC-A9BC-DE0D4507901C}" srcOrd="0" destOrd="0" presId="urn:microsoft.com/office/officeart/2005/8/layout/hProcess4"/>
    <dgm:cxn modelId="{6921D617-C9B4-4A2F-B67D-CCE4FA99D290}" type="presParOf" srcId="{5DD1349B-5276-4273-8206-1D59D61E1C89}" destId="{EBCD9E22-5A4B-4853-89A1-35FBAA41A5C9}" srcOrd="1" destOrd="0" presId="urn:microsoft.com/office/officeart/2005/8/layout/hProcess4"/>
    <dgm:cxn modelId="{6136177D-F670-4A06-B12E-7EA239C2137D}" type="presParOf" srcId="{5DD1349B-5276-4273-8206-1D59D61E1C89}" destId="{AD808792-6549-4E00-AA2E-BDE81977312D}" srcOrd="2" destOrd="0" presId="urn:microsoft.com/office/officeart/2005/8/layout/hProcess4"/>
    <dgm:cxn modelId="{CE644FBD-EA39-4DF8-AD97-3E7A90E70F40}" type="presParOf" srcId="{5DD1349B-5276-4273-8206-1D59D61E1C89}" destId="{B360DBE5-7A46-4AD0-86BF-BE02EEF61A7B}" srcOrd="3" destOrd="0" presId="urn:microsoft.com/office/officeart/2005/8/layout/hProcess4"/>
    <dgm:cxn modelId="{906DB5C7-6281-45C5-BC6C-955D2D53D407}" type="presParOf" srcId="{5DD1349B-5276-4273-8206-1D59D61E1C89}" destId="{ABBEA1F4-F437-4E5F-8DA2-C17003AC645E}" srcOrd="4" destOrd="0" presId="urn:microsoft.com/office/officeart/2005/8/layout/hProcess4"/>
    <dgm:cxn modelId="{360CC713-6440-4DC7-8AA1-4639FD77FE33}" type="presParOf" srcId="{DAE45FD6-FCC1-4FA2-9518-FCC88ED6397C}" destId="{CABCE495-6E24-4FEF-8757-B6133BD632C0}" srcOrd="1" destOrd="0" presId="urn:microsoft.com/office/officeart/2005/8/layout/hProcess4"/>
    <dgm:cxn modelId="{5D3990A7-2EF6-4897-BC3D-BF842C7B8348}" type="presParOf" srcId="{DAE45FD6-FCC1-4FA2-9518-FCC88ED6397C}" destId="{9FA21E5E-F906-47E4-B28B-C7DA54A551C5}" srcOrd="2" destOrd="0" presId="urn:microsoft.com/office/officeart/2005/8/layout/hProcess4"/>
    <dgm:cxn modelId="{1D993D26-E1F2-474C-B468-0298C6DA6583}" type="presParOf" srcId="{9FA21E5E-F906-47E4-B28B-C7DA54A551C5}" destId="{16307278-D590-4895-91A6-9909AB92C5B2}" srcOrd="0" destOrd="0" presId="urn:microsoft.com/office/officeart/2005/8/layout/hProcess4"/>
    <dgm:cxn modelId="{97042F0C-7F42-4AC9-97AD-90FAE1E1E631}" type="presParOf" srcId="{9FA21E5E-F906-47E4-B28B-C7DA54A551C5}" destId="{706EAFA5-483B-4A1B-85F7-14160AFCDD8F}" srcOrd="1" destOrd="0" presId="urn:microsoft.com/office/officeart/2005/8/layout/hProcess4"/>
    <dgm:cxn modelId="{2E4ABFA1-FBDB-4953-A6AA-E114A21B3B1D}" type="presParOf" srcId="{9FA21E5E-F906-47E4-B28B-C7DA54A551C5}" destId="{EE4A5136-1C14-4F4C-95CE-71570AD1F037}" srcOrd="2" destOrd="0" presId="urn:microsoft.com/office/officeart/2005/8/layout/hProcess4"/>
    <dgm:cxn modelId="{88792F12-A252-4BF3-B992-70685AB5A0EC}" type="presParOf" srcId="{9FA21E5E-F906-47E4-B28B-C7DA54A551C5}" destId="{F0F63F1C-B466-42DE-9FD3-6E5C0C979CA0}" srcOrd="3" destOrd="0" presId="urn:microsoft.com/office/officeart/2005/8/layout/hProcess4"/>
    <dgm:cxn modelId="{534E2011-77ED-4692-A146-C07AC78C3041}" type="presParOf" srcId="{9FA21E5E-F906-47E4-B28B-C7DA54A551C5}" destId="{DC401D16-505A-4E75-AC91-DDD26B0E99A9}" srcOrd="4" destOrd="0" presId="urn:microsoft.com/office/officeart/2005/8/layout/hProcess4"/>
    <dgm:cxn modelId="{29F9745C-C207-4233-B2D1-415DBD59C08D}" type="presParOf" srcId="{DAE45FD6-FCC1-4FA2-9518-FCC88ED6397C}" destId="{8783C605-B701-4C24-B2B0-5038E7538C68}" srcOrd="3" destOrd="0" presId="urn:microsoft.com/office/officeart/2005/8/layout/hProcess4"/>
    <dgm:cxn modelId="{64DB321A-4A61-462C-A804-9B2D5917C92E}" type="presParOf" srcId="{DAE45FD6-FCC1-4FA2-9518-FCC88ED6397C}" destId="{2B6A8D42-ADC0-4FB1-BB36-3DA6EED942E5}" srcOrd="4" destOrd="0" presId="urn:microsoft.com/office/officeart/2005/8/layout/hProcess4"/>
    <dgm:cxn modelId="{B1573687-4E79-46EE-AA15-7C6CA497DF34}" type="presParOf" srcId="{2B6A8D42-ADC0-4FB1-BB36-3DA6EED942E5}" destId="{DF13C245-5BA7-4E97-A861-5D4A0C3BA3C8}" srcOrd="0" destOrd="0" presId="urn:microsoft.com/office/officeart/2005/8/layout/hProcess4"/>
    <dgm:cxn modelId="{760C815E-DFC1-4287-908E-896407C0DCE2}" type="presParOf" srcId="{2B6A8D42-ADC0-4FB1-BB36-3DA6EED942E5}" destId="{04585C1D-E91D-4D77-8B0F-51DF88B161C9}" srcOrd="1" destOrd="0" presId="urn:microsoft.com/office/officeart/2005/8/layout/hProcess4"/>
    <dgm:cxn modelId="{DE83F7FB-217C-425A-BA5D-FDA26F6C97EE}" type="presParOf" srcId="{2B6A8D42-ADC0-4FB1-BB36-3DA6EED942E5}" destId="{1F7926D9-387E-4F08-B412-0363D232E726}" srcOrd="2" destOrd="0" presId="urn:microsoft.com/office/officeart/2005/8/layout/hProcess4"/>
    <dgm:cxn modelId="{24B4E6ED-D4C1-4A48-A2D6-4708C0B9CAA4}" type="presParOf" srcId="{2B6A8D42-ADC0-4FB1-BB36-3DA6EED942E5}" destId="{3D108508-B266-4803-87CD-6A585E69E4D7}" srcOrd="3" destOrd="0" presId="urn:microsoft.com/office/officeart/2005/8/layout/hProcess4"/>
    <dgm:cxn modelId="{9880B2FB-2429-4E8D-8D84-B55F5FA554C0}" type="presParOf" srcId="{2B6A8D42-ADC0-4FB1-BB36-3DA6EED942E5}" destId="{B60AFFB2-FC40-48E3-B7BD-D89C17032A02}" srcOrd="4" destOrd="0" presId="urn:microsoft.com/office/officeart/2005/8/layout/hProcess4"/>
    <dgm:cxn modelId="{4A13D138-0CD5-4DD3-9204-035C32D87827}" type="presParOf" srcId="{DAE45FD6-FCC1-4FA2-9518-FCC88ED6397C}" destId="{6562FC07-AF47-46FA-A1E3-C0755ED95650}" srcOrd="5" destOrd="0" presId="urn:microsoft.com/office/officeart/2005/8/layout/hProcess4"/>
    <dgm:cxn modelId="{470BE2CB-F64B-4442-9E22-9977953689CC}" type="presParOf" srcId="{DAE45FD6-FCC1-4FA2-9518-FCC88ED6397C}" destId="{CC56195D-D67B-48B8-AE3A-FE203873EEE7}" srcOrd="6" destOrd="0" presId="urn:microsoft.com/office/officeart/2005/8/layout/hProcess4"/>
    <dgm:cxn modelId="{5AD55C2E-6D6E-46BE-828D-A53D3B2277C7}" type="presParOf" srcId="{CC56195D-D67B-48B8-AE3A-FE203873EEE7}" destId="{79EA5A68-C08B-48DA-875B-252DC41BB324}" srcOrd="0" destOrd="0" presId="urn:microsoft.com/office/officeart/2005/8/layout/hProcess4"/>
    <dgm:cxn modelId="{45266D41-AF5B-42BA-849F-8C7C9BC6A042}" type="presParOf" srcId="{CC56195D-D67B-48B8-AE3A-FE203873EEE7}" destId="{CFCEC88B-27B2-4DAA-A6B7-72DAF246BB4A}" srcOrd="1" destOrd="0" presId="urn:microsoft.com/office/officeart/2005/8/layout/hProcess4"/>
    <dgm:cxn modelId="{86597C51-73AD-4D01-8B85-0A9DF6A862C2}" type="presParOf" srcId="{CC56195D-D67B-48B8-AE3A-FE203873EEE7}" destId="{FBA9BF35-2B2A-482F-BE6A-D2366A60F43A}" srcOrd="2" destOrd="0" presId="urn:microsoft.com/office/officeart/2005/8/layout/hProcess4"/>
    <dgm:cxn modelId="{B724CDF5-2F84-4F7E-98C5-0EBC971F5B92}" type="presParOf" srcId="{CC56195D-D67B-48B8-AE3A-FE203873EEE7}" destId="{9214A17C-ACB7-4BE5-8131-2AAB7B49EBD8}" srcOrd="3" destOrd="0" presId="urn:microsoft.com/office/officeart/2005/8/layout/hProcess4"/>
    <dgm:cxn modelId="{DD3A2104-727F-4CF7-ADDB-75C5D4EB5F09}" type="presParOf" srcId="{CC56195D-D67B-48B8-AE3A-FE203873EEE7}" destId="{4E3365FA-A6CC-4CF7-BB51-D7A07835B434}" srcOrd="4" destOrd="0" presId="urn:microsoft.com/office/officeart/2005/8/layout/hProcess4"/>
    <dgm:cxn modelId="{544C2474-71F3-40AE-8018-A74B741B0EA0}" type="presParOf" srcId="{DAE45FD6-FCC1-4FA2-9518-FCC88ED6397C}" destId="{41B0FC4B-EE8E-41E4-BF10-3CEF1244B92E}" srcOrd="7" destOrd="0" presId="urn:microsoft.com/office/officeart/2005/8/layout/hProcess4"/>
    <dgm:cxn modelId="{52E2CC63-42C8-4467-9176-EA38DE47A9A4}" type="presParOf" srcId="{DAE45FD6-FCC1-4FA2-9518-FCC88ED6397C}" destId="{2617CFD0-2225-41AF-B6CB-00FF6A2FEDD5}" srcOrd="8" destOrd="0" presId="urn:microsoft.com/office/officeart/2005/8/layout/hProcess4"/>
    <dgm:cxn modelId="{238547B4-E020-46CD-95C8-A5AC350B9EB9}" type="presParOf" srcId="{2617CFD0-2225-41AF-B6CB-00FF6A2FEDD5}" destId="{706E20D5-7F87-4E16-9073-838C1623EFD4}" srcOrd="0" destOrd="0" presId="urn:microsoft.com/office/officeart/2005/8/layout/hProcess4"/>
    <dgm:cxn modelId="{CFC5FB43-5F23-479A-ABA7-A4C28F358D71}" type="presParOf" srcId="{2617CFD0-2225-41AF-B6CB-00FF6A2FEDD5}" destId="{64240C40-356A-4DB8-BBC2-3AB0FECC6CC2}" srcOrd="1" destOrd="0" presId="urn:microsoft.com/office/officeart/2005/8/layout/hProcess4"/>
    <dgm:cxn modelId="{7E8476B9-0A25-42C9-9F3C-9A7DD0484DBA}" type="presParOf" srcId="{2617CFD0-2225-41AF-B6CB-00FF6A2FEDD5}" destId="{9239506F-611A-4246-8C26-4E47F4CBE571}" srcOrd="2" destOrd="0" presId="urn:microsoft.com/office/officeart/2005/8/layout/hProcess4"/>
    <dgm:cxn modelId="{3C4AA847-D82F-4BFC-8BC3-0369AF0742AA}" type="presParOf" srcId="{2617CFD0-2225-41AF-B6CB-00FF6A2FEDD5}" destId="{22BF283E-A970-4DE4-A09C-E4A2EC242943}" srcOrd="3" destOrd="0" presId="urn:microsoft.com/office/officeart/2005/8/layout/hProcess4"/>
    <dgm:cxn modelId="{9ABC9B2B-69B8-484E-BF5C-C20A74D0BD72}" type="presParOf" srcId="{2617CFD0-2225-41AF-B6CB-00FF6A2FEDD5}" destId="{0E521CCE-73C6-4C20-AEDA-5EA354C283BB}" srcOrd="4" destOrd="0" presId="urn:microsoft.com/office/officeart/2005/8/layout/hProcess4"/>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48.xml><?xml version="1.0" encoding="utf-8"?>
<dgm:dataModel xmlns:dgm="http://schemas.openxmlformats.org/drawingml/2006/diagram" xmlns:a="http://schemas.openxmlformats.org/drawingml/2006/main">
  <dgm:ptLst>
    <dgm:pt modelId="{B9C32B05-62EA-407A-B21C-2310C7945705}" type="doc">
      <dgm:prSet loTypeId="urn:microsoft.com/office/officeart/2008/layout/IncreasingCircleProcess" loCatId="process"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b="1"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F66099B6-DBBD-4AB0-82D2-877B80F846F7}">
      <dgm:prSet phldrT="[Text]"/>
      <dgm:spPr/>
      <dgm:t>
        <a:bodyPr/>
        <a:lstStyle/>
        <a:p>
          <a:r>
            <a:rPr lang="en-US" b="1" dirty="0"/>
            <a:t>Lorem Ipsum</a:t>
          </a:r>
        </a:p>
      </dgm:t>
    </dgm:pt>
    <dgm:pt modelId="{B09C8BFB-F41C-4AC4-AB94-F216E3081C2D}" type="parTrans" cxnId="{B4F3EA32-CE64-4A92-9BAE-BC57E5392B05}">
      <dgm:prSet/>
      <dgm:spPr/>
      <dgm:t>
        <a:bodyPr/>
        <a:lstStyle/>
        <a:p>
          <a:endParaRPr lang="en-US"/>
        </a:p>
      </dgm:t>
    </dgm:pt>
    <dgm:pt modelId="{BC531B32-9B0E-482E-BF91-65C61F17168D}" type="sibTrans" cxnId="{B4F3EA32-CE64-4A92-9BAE-BC57E5392B05}">
      <dgm:prSet/>
      <dgm:spPr/>
      <dgm:t>
        <a:bodyPr/>
        <a:lstStyle/>
        <a:p>
          <a:endParaRPr lang="en-US"/>
        </a:p>
      </dgm:t>
    </dgm:pt>
    <dgm:pt modelId="{EE62A4F6-4AC4-435B-990E-81A71CE8CAC7}">
      <dgm:prSet phldrT="[Text]"/>
      <dgm:spPr/>
      <dgm:t>
        <a:bodyPr/>
        <a:lstStyle/>
        <a:p>
          <a:r>
            <a:rPr lang="en-US" b="1" dirty="0"/>
            <a:t>Lorem Ipsum</a:t>
          </a:r>
        </a:p>
      </dgm:t>
    </dgm:pt>
    <dgm:pt modelId="{F287B947-7343-4FA2-B288-B23A59FFAE31}" type="parTrans" cxnId="{3A2CECA6-0C5B-46BB-B7C6-7D37E9D210BD}">
      <dgm:prSet/>
      <dgm:spPr/>
      <dgm:t>
        <a:bodyPr/>
        <a:lstStyle/>
        <a:p>
          <a:endParaRPr lang="en-US"/>
        </a:p>
      </dgm:t>
    </dgm:pt>
    <dgm:pt modelId="{389F9A93-0231-4877-8C41-5D5B8DD7AAC0}" type="sibTrans" cxnId="{3A2CECA6-0C5B-46BB-B7C6-7D37E9D210BD}">
      <dgm:prSet/>
      <dgm:spPr/>
      <dgm:t>
        <a:bodyPr/>
        <a:lstStyle/>
        <a:p>
          <a:endParaRPr lang="en-US"/>
        </a:p>
      </dgm:t>
    </dgm:pt>
    <dgm:pt modelId="{2A22E84C-3AA3-4E9C-AE5F-9C2FB0D7FB11}">
      <dgm:prSet phldrT="[Text]"/>
      <dgm:spPr/>
      <dgm:t>
        <a:bodyPr/>
        <a:lstStyle/>
        <a:p>
          <a:r>
            <a:rPr lang="en-US" b="1" dirty="0"/>
            <a:t>Lorem Ipsum</a:t>
          </a:r>
        </a:p>
      </dgm:t>
    </dgm:pt>
    <dgm:pt modelId="{6C025E55-DF42-4C5D-AFD5-6015FA053D46}" type="parTrans" cxnId="{BEB859E7-C343-408E-86A1-667C27EE5761}">
      <dgm:prSet/>
      <dgm:spPr/>
      <dgm:t>
        <a:bodyPr/>
        <a:lstStyle/>
        <a:p>
          <a:endParaRPr lang="en-US"/>
        </a:p>
      </dgm:t>
    </dgm:pt>
    <dgm:pt modelId="{744EA591-F199-49C2-B63A-82709D96C729}" type="sibTrans" cxnId="{BEB859E7-C343-408E-86A1-667C27EE5761}">
      <dgm:prSet/>
      <dgm:spPr/>
      <dgm:t>
        <a:bodyPr/>
        <a:lstStyle/>
        <a:p>
          <a:endParaRPr lang="en-US"/>
        </a:p>
      </dgm:t>
    </dgm:pt>
    <dgm:pt modelId="{81DEC5DF-F079-45FE-B22F-5C50E927A729}">
      <dgm:prSet phldrT="[Text]"/>
      <dgm:spPr/>
      <dgm:t>
        <a:bodyPr/>
        <a:lstStyle/>
        <a:p>
          <a:r>
            <a:rPr lang="en-US"/>
            <a:t>Some text here</a:t>
          </a:r>
          <a:endParaRPr lang="en-US" dirty="0"/>
        </a:p>
      </dgm:t>
    </dgm:pt>
    <dgm:pt modelId="{B45F9FB4-F32C-4974-8B83-B33C39D5BB60}" type="parTrans" cxnId="{639ECE58-3D61-463D-A65D-B35E377EBEB2}">
      <dgm:prSet/>
      <dgm:spPr/>
      <dgm:t>
        <a:bodyPr/>
        <a:lstStyle/>
        <a:p>
          <a:endParaRPr lang="en-US"/>
        </a:p>
      </dgm:t>
    </dgm:pt>
    <dgm:pt modelId="{C58F52B9-B5C8-4011-BD74-68574BD6EC92}" type="sibTrans" cxnId="{639ECE58-3D61-463D-A65D-B35E377EBEB2}">
      <dgm:prSet/>
      <dgm:spPr/>
      <dgm:t>
        <a:bodyPr/>
        <a:lstStyle/>
        <a:p>
          <a:endParaRPr lang="en-US"/>
        </a:p>
      </dgm:t>
    </dgm:pt>
    <dgm:pt modelId="{B390F0C0-D20A-4564-919F-C5984A70D116}">
      <dgm:prSet phldrT="[Text]"/>
      <dgm:spPr/>
      <dgm:t>
        <a:bodyPr/>
        <a:lstStyle/>
        <a:p>
          <a:r>
            <a:rPr lang="en-US" dirty="0"/>
            <a:t>Some text here</a:t>
          </a:r>
        </a:p>
      </dgm:t>
    </dgm:pt>
    <dgm:pt modelId="{27DD3CD6-727D-4940-A3B4-6949504151F9}" type="parTrans" cxnId="{933DC83A-B4DC-46DA-9CAE-E15225A89465}">
      <dgm:prSet/>
      <dgm:spPr/>
      <dgm:t>
        <a:bodyPr/>
        <a:lstStyle/>
        <a:p>
          <a:endParaRPr lang="en-US"/>
        </a:p>
      </dgm:t>
    </dgm:pt>
    <dgm:pt modelId="{633B3DD5-CA5F-428C-A42B-ED4FD2EF949A}" type="sibTrans" cxnId="{933DC83A-B4DC-46DA-9CAE-E15225A89465}">
      <dgm:prSet/>
      <dgm:spPr/>
      <dgm:t>
        <a:bodyPr/>
        <a:lstStyle/>
        <a:p>
          <a:endParaRPr lang="en-US"/>
        </a:p>
      </dgm:t>
    </dgm:pt>
    <dgm:pt modelId="{603350D9-09C5-4F2D-A9FC-659DCBB4C333}">
      <dgm:prSet phldrT="[Text]"/>
      <dgm:spPr/>
      <dgm:t>
        <a:bodyPr/>
        <a:lstStyle/>
        <a:p>
          <a:r>
            <a:rPr lang="en-US"/>
            <a:t>Some text here</a:t>
          </a:r>
          <a:endParaRPr lang="en-US" dirty="0"/>
        </a:p>
      </dgm:t>
    </dgm:pt>
    <dgm:pt modelId="{75C38F04-B5B9-4AC8-BB66-D7AE916DFE10}" type="parTrans" cxnId="{6AC0C6BB-AF4A-47A3-A9C0-EBFC3469D565}">
      <dgm:prSet/>
      <dgm:spPr/>
      <dgm:t>
        <a:bodyPr/>
        <a:lstStyle/>
        <a:p>
          <a:endParaRPr lang="en-US"/>
        </a:p>
      </dgm:t>
    </dgm:pt>
    <dgm:pt modelId="{924416A6-BE19-4E3C-84F7-66E430178F57}" type="sibTrans" cxnId="{6AC0C6BB-AF4A-47A3-A9C0-EBFC3469D565}">
      <dgm:prSet/>
      <dgm:spPr/>
      <dgm:t>
        <a:bodyPr/>
        <a:lstStyle/>
        <a:p>
          <a:endParaRPr lang="en-US"/>
        </a:p>
      </dgm:t>
    </dgm:pt>
    <dgm:pt modelId="{F95BC805-0EDD-45ED-A6F1-4A8B24BCB520}">
      <dgm:prSet phldrT="[Text]"/>
      <dgm:spPr/>
      <dgm:t>
        <a:bodyPr/>
        <a:lstStyle/>
        <a:p>
          <a:r>
            <a:rPr lang="en-US"/>
            <a:t>Some text here</a:t>
          </a:r>
          <a:endParaRPr lang="en-US" dirty="0"/>
        </a:p>
      </dgm:t>
    </dgm:pt>
    <dgm:pt modelId="{7DB5CA63-18D3-4681-AEE5-520C10CFE2EE}" type="parTrans" cxnId="{A85BABFC-EA76-4689-96D2-FB9843D39090}">
      <dgm:prSet/>
      <dgm:spPr/>
      <dgm:t>
        <a:bodyPr/>
        <a:lstStyle/>
        <a:p>
          <a:endParaRPr lang="en-US"/>
        </a:p>
      </dgm:t>
    </dgm:pt>
    <dgm:pt modelId="{6A5BE45A-1F58-4076-BD97-CA50FA210508}" type="sibTrans" cxnId="{A85BABFC-EA76-4689-96D2-FB9843D39090}">
      <dgm:prSet/>
      <dgm:spPr/>
      <dgm:t>
        <a:bodyPr/>
        <a:lstStyle/>
        <a:p>
          <a:endParaRPr lang="en-US"/>
        </a:p>
      </dgm:t>
    </dgm:pt>
    <dgm:pt modelId="{6A4100DD-40E4-492F-8C07-858D94E03B34}">
      <dgm:prSet phldrT="[Text]"/>
      <dgm:spPr/>
      <dgm:t>
        <a:bodyPr/>
        <a:lstStyle/>
        <a:p>
          <a:r>
            <a:rPr lang="en-US"/>
            <a:t>Some text here</a:t>
          </a:r>
          <a:endParaRPr lang="en-US" dirty="0"/>
        </a:p>
      </dgm:t>
    </dgm:pt>
    <dgm:pt modelId="{2F4E6B34-907D-49EB-A104-F7C148D8EA9A}" type="parTrans" cxnId="{58A8336D-D040-4ABF-8D49-53F659163478}">
      <dgm:prSet/>
      <dgm:spPr/>
      <dgm:t>
        <a:bodyPr/>
        <a:lstStyle/>
        <a:p>
          <a:endParaRPr lang="en-US"/>
        </a:p>
      </dgm:t>
    </dgm:pt>
    <dgm:pt modelId="{5C0AC68D-5A97-47A4-9BBC-00DB8B037E10}" type="sibTrans" cxnId="{58A8336D-D040-4ABF-8D49-53F659163478}">
      <dgm:prSet/>
      <dgm:spPr/>
      <dgm:t>
        <a:bodyPr/>
        <a:lstStyle/>
        <a:p>
          <a:endParaRPr lang="en-US"/>
        </a:p>
      </dgm:t>
    </dgm:pt>
    <dgm:pt modelId="{95E1A50B-9059-4584-B5F7-76F11D0146EA}">
      <dgm:prSet phldrT="[Text]"/>
      <dgm:spPr/>
      <dgm:t>
        <a:bodyPr/>
        <a:lstStyle/>
        <a:p>
          <a:r>
            <a:rPr lang="en-US"/>
            <a:t>Some text here</a:t>
          </a:r>
          <a:endParaRPr lang="en-US" dirty="0"/>
        </a:p>
      </dgm:t>
    </dgm:pt>
    <dgm:pt modelId="{CB72F96B-D86B-4A83-8E0F-395A706DFB05}" type="parTrans" cxnId="{6A05DA3E-F65D-4AD3-B7AC-9BD7A88104F6}">
      <dgm:prSet/>
      <dgm:spPr/>
      <dgm:t>
        <a:bodyPr/>
        <a:lstStyle/>
        <a:p>
          <a:endParaRPr lang="en-US"/>
        </a:p>
      </dgm:t>
    </dgm:pt>
    <dgm:pt modelId="{80A55C9E-4A29-42AD-A602-C3605BAEE4A9}" type="sibTrans" cxnId="{6A05DA3E-F65D-4AD3-B7AC-9BD7A88104F6}">
      <dgm:prSet/>
      <dgm:spPr/>
      <dgm:t>
        <a:bodyPr/>
        <a:lstStyle/>
        <a:p>
          <a:endParaRPr lang="en-US"/>
        </a:p>
      </dgm:t>
    </dgm:pt>
    <dgm:pt modelId="{5C84856B-683C-4B55-BED6-5EABC63CECDD}">
      <dgm:prSet phldrT="[Text]"/>
      <dgm:spPr/>
      <dgm:t>
        <a:bodyPr/>
        <a:lstStyle/>
        <a:p>
          <a:r>
            <a:rPr lang="en-US"/>
            <a:t>Some text here</a:t>
          </a:r>
          <a:endParaRPr lang="en-US" dirty="0"/>
        </a:p>
      </dgm:t>
    </dgm:pt>
    <dgm:pt modelId="{6C3DC381-7F0B-435D-91E2-0545420BBF10}" type="parTrans" cxnId="{4562B5D3-F0C4-49FD-8B3F-5356A2420972}">
      <dgm:prSet/>
      <dgm:spPr/>
      <dgm:t>
        <a:bodyPr/>
        <a:lstStyle/>
        <a:p>
          <a:endParaRPr lang="en-US"/>
        </a:p>
      </dgm:t>
    </dgm:pt>
    <dgm:pt modelId="{5AC6ECC1-373D-497B-927F-0BA30E4C12AC}" type="sibTrans" cxnId="{4562B5D3-F0C4-49FD-8B3F-5356A2420972}">
      <dgm:prSet/>
      <dgm:spPr/>
      <dgm:t>
        <a:bodyPr/>
        <a:lstStyle/>
        <a:p>
          <a:endParaRPr lang="en-US"/>
        </a:p>
      </dgm:t>
    </dgm:pt>
    <dgm:pt modelId="{2D65C1EF-A244-4521-A01A-2F2BFB38B370}">
      <dgm:prSet phldrT="[Text]"/>
      <dgm:spPr/>
      <dgm:t>
        <a:bodyPr/>
        <a:lstStyle/>
        <a:p>
          <a:r>
            <a:rPr lang="en-US"/>
            <a:t>Some text here</a:t>
          </a:r>
          <a:endParaRPr lang="en-US" dirty="0"/>
        </a:p>
      </dgm:t>
    </dgm:pt>
    <dgm:pt modelId="{333E06EF-8019-4C18-8860-6C892C76240F}" type="parTrans" cxnId="{7622DDA1-5F1C-49E7-90B9-ADD8F5645E81}">
      <dgm:prSet/>
      <dgm:spPr/>
      <dgm:t>
        <a:bodyPr/>
        <a:lstStyle/>
        <a:p>
          <a:endParaRPr lang="en-US"/>
        </a:p>
      </dgm:t>
    </dgm:pt>
    <dgm:pt modelId="{D6F5C659-CBD4-45B0-B359-7B0A2E05743D}" type="sibTrans" cxnId="{7622DDA1-5F1C-49E7-90B9-ADD8F5645E81}">
      <dgm:prSet/>
      <dgm:spPr/>
      <dgm:t>
        <a:bodyPr/>
        <a:lstStyle/>
        <a:p>
          <a:endParaRPr lang="en-US"/>
        </a:p>
      </dgm:t>
    </dgm:pt>
    <dgm:pt modelId="{0329AF9F-9143-44AC-A46B-F5A72CD65652}">
      <dgm:prSet phldrT="[Text]"/>
      <dgm:spPr/>
      <dgm:t>
        <a:bodyPr/>
        <a:lstStyle/>
        <a:p>
          <a:r>
            <a:rPr lang="en-US"/>
            <a:t>Some text here</a:t>
          </a:r>
          <a:endParaRPr lang="en-US" dirty="0"/>
        </a:p>
      </dgm:t>
    </dgm:pt>
    <dgm:pt modelId="{970EAAD8-938A-4796-8DB9-CB0E48DBF28B}" type="parTrans" cxnId="{C62CC1EC-76D7-4D13-8C2C-730B983FE94D}">
      <dgm:prSet/>
      <dgm:spPr/>
      <dgm:t>
        <a:bodyPr/>
        <a:lstStyle/>
        <a:p>
          <a:endParaRPr lang="en-US"/>
        </a:p>
      </dgm:t>
    </dgm:pt>
    <dgm:pt modelId="{C635BA2B-6416-4707-BCFD-AFAE5DC93413}" type="sibTrans" cxnId="{C62CC1EC-76D7-4D13-8C2C-730B983FE94D}">
      <dgm:prSet/>
      <dgm:spPr/>
      <dgm:t>
        <a:bodyPr/>
        <a:lstStyle/>
        <a:p>
          <a:endParaRPr lang="en-US"/>
        </a:p>
      </dgm:t>
    </dgm:pt>
    <dgm:pt modelId="{D7E720B1-619C-4DDC-BAE8-3EC856084776}">
      <dgm:prSet phldrT="[Text]"/>
      <dgm:spPr/>
      <dgm:t>
        <a:bodyPr/>
        <a:lstStyle/>
        <a:p>
          <a:r>
            <a:rPr lang="en-US"/>
            <a:t>Some text here</a:t>
          </a:r>
          <a:endParaRPr lang="en-US" dirty="0"/>
        </a:p>
      </dgm:t>
    </dgm:pt>
    <dgm:pt modelId="{D87E0792-26B4-4DB2-BF7A-E369039F5044}" type="parTrans" cxnId="{67C1597B-F56F-45B9-995D-2D017ECC6BD2}">
      <dgm:prSet/>
      <dgm:spPr/>
      <dgm:t>
        <a:bodyPr/>
        <a:lstStyle/>
        <a:p>
          <a:endParaRPr lang="en-US"/>
        </a:p>
      </dgm:t>
    </dgm:pt>
    <dgm:pt modelId="{027FF96D-1692-4BBE-9B2B-5727BDC1DA8A}" type="sibTrans" cxnId="{67C1597B-F56F-45B9-995D-2D017ECC6BD2}">
      <dgm:prSet/>
      <dgm:spPr/>
      <dgm:t>
        <a:bodyPr/>
        <a:lstStyle/>
        <a:p>
          <a:endParaRPr lang="en-US"/>
        </a:p>
      </dgm:t>
    </dgm:pt>
    <dgm:pt modelId="{03DB0BDD-0CC5-41A2-893E-41DCBCCD1DF0}">
      <dgm:prSet phldrT="[Text]"/>
      <dgm:spPr/>
      <dgm:t>
        <a:bodyPr/>
        <a:lstStyle/>
        <a:p>
          <a:r>
            <a:rPr lang="en-US"/>
            <a:t>Some text here</a:t>
          </a:r>
          <a:endParaRPr lang="en-US" dirty="0"/>
        </a:p>
      </dgm:t>
    </dgm:pt>
    <dgm:pt modelId="{3214A145-088D-4A3F-B865-98BF4C682E60}" type="parTrans" cxnId="{976FB22D-15C7-46F2-B46B-EBD229202998}">
      <dgm:prSet/>
      <dgm:spPr/>
      <dgm:t>
        <a:bodyPr/>
        <a:lstStyle/>
        <a:p>
          <a:endParaRPr lang="en-US"/>
        </a:p>
      </dgm:t>
    </dgm:pt>
    <dgm:pt modelId="{9256A4A7-2094-4CD4-BB49-06734052A9CB}" type="sibTrans" cxnId="{976FB22D-15C7-46F2-B46B-EBD229202998}">
      <dgm:prSet/>
      <dgm:spPr/>
      <dgm:t>
        <a:bodyPr/>
        <a:lstStyle/>
        <a:p>
          <a:endParaRPr lang="en-US"/>
        </a:p>
      </dgm:t>
    </dgm:pt>
    <dgm:pt modelId="{90268FA3-2E81-4A06-87A2-D75AD11DCBBF}">
      <dgm:prSet phldrT="[Text]"/>
      <dgm:spPr/>
      <dgm:t>
        <a:bodyPr/>
        <a:lstStyle/>
        <a:p>
          <a:r>
            <a:rPr lang="en-US"/>
            <a:t>Some text here</a:t>
          </a:r>
          <a:endParaRPr lang="en-US" dirty="0"/>
        </a:p>
      </dgm:t>
    </dgm:pt>
    <dgm:pt modelId="{DDC3564B-92E7-4284-909C-72048EDFF08A}" type="parTrans" cxnId="{8A52C66E-5535-4735-BEBC-0758317A27E6}">
      <dgm:prSet/>
      <dgm:spPr/>
      <dgm:t>
        <a:bodyPr/>
        <a:lstStyle/>
        <a:p>
          <a:endParaRPr lang="en-US"/>
        </a:p>
      </dgm:t>
    </dgm:pt>
    <dgm:pt modelId="{FB19D3E9-79BE-4C04-B87D-6DA78E14135F}" type="sibTrans" cxnId="{8A52C66E-5535-4735-BEBC-0758317A27E6}">
      <dgm:prSet/>
      <dgm:spPr/>
      <dgm:t>
        <a:bodyPr/>
        <a:lstStyle/>
        <a:p>
          <a:endParaRPr lang="en-US"/>
        </a:p>
      </dgm:t>
    </dgm:pt>
    <dgm:pt modelId="{E0E8551B-B467-45A0-9549-3A811A62086B}">
      <dgm:prSet phldrT="[Text]"/>
      <dgm:spPr/>
      <dgm:t>
        <a:bodyPr/>
        <a:lstStyle/>
        <a:p>
          <a:r>
            <a:rPr lang="en-US"/>
            <a:t>Some text here</a:t>
          </a:r>
          <a:endParaRPr lang="en-US" dirty="0"/>
        </a:p>
      </dgm:t>
    </dgm:pt>
    <dgm:pt modelId="{4E67536E-113D-4E1C-BE2C-C5FB97A19F5B}" type="parTrans" cxnId="{012CF198-E4A4-49E1-A1D2-79FAD5DF45F0}">
      <dgm:prSet/>
      <dgm:spPr/>
      <dgm:t>
        <a:bodyPr/>
        <a:lstStyle/>
        <a:p>
          <a:endParaRPr lang="en-US"/>
        </a:p>
      </dgm:t>
    </dgm:pt>
    <dgm:pt modelId="{34EDE7D3-9D2D-4060-9190-3CF02E87B82F}" type="sibTrans" cxnId="{012CF198-E4A4-49E1-A1D2-79FAD5DF45F0}">
      <dgm:prSet/>
      <dgm:spPr/>
      <dgm:t>
        <a:bodyPr/>
        <a:lstStyle/>
        <a:p>
          <a:endParaRPr lang="en-US"/>
        </a:p>
      </dgm:t>
    </dgm:pt>
    <dgm:pt modelId="{43E65E92-F145-4EBC-A1C5-5CB07E1B8C39}">
      <dgm:prSet phldrT="[Text]"/>
      <dgm:spPr/>
      <dgm:t>
        <a:bodyPr/>
        <a:lstStyle/>
        <a:p>
          <a:r>
            <a:rPr lang="en-US"/>
            <a:t>Some text here</a:t>
          </a:r>
          <a:endParaRPr lang="en-US" dirty="0"/>
        </a:p>
      </dgm:t>
    </dgm:pt>
    <dgm:pt modelId="{D1C2DEF1-55C0-4FBA-951F-7D9AC5D3AC75}" type="parTrans" cxnId="{9D1A08D6-3979-4F4F-8B99-79670A345BE2}">
      <dgm:prSet/>
      <dgm:spPr/>
      <dgm:t>
        <a:bodyPr/>
        <a:lstStyle/>
        <a:p>
          <a:endParaRPr lang="en-US"/>
        </a:p>
      </dgm:t>
    </dgm:pt>
    <dgm:pt modelId="{178B40B5-AF3E-462A-8942-74FBC39267F0}" type="sibTrans" cxnId="{9D1A08D6-3979-4F4F-8B99-79670A345BE2}">
      <dgm:prSet/>
      <dgm:spPr/>
      <dgm:t>
        <a:bodyPr/>
        <a:lstStyle/>
        <a:p>
          <a:endParaRPr lang="en-US"/>
        </a:p>
      </dgm:t>
    </dgm:pt>
    <dgm:pt modelId="{554191F3-0420-4DBE-8DEB-45CE48C9224D}">
      <dgm:prSet phldrT="[Text]"/>
      <dgm:spPr/>
      <dgm:t>
        <a:bodyPr/>
        <a:lstStyle/>
        <a:p>
          <a:r>
            <a:rPr lang="en-US"/>
            <a:t>Some text here</a:t>
          </a:r>
          <a:endParaRPr lang="en-US" dirty="0"/>
        </a:p>
      </dgm:t>
    </dgm:pt>
    <dgm:pt modelId="{97E14D69-F138-4116-BCD3-52F7AA8D76EF}" type="parTrans" cxnId="{B2EF3000-9B31-49E3-B592-8D7425FD39EC}">
      <dgm:prSet/>
      <dgm:spPr/>
      <dgm:t>
        <a:bodyPr/>
        <a:lstStyle/>
        <a:p>
          <a:endParaRPr lang="en-US"/>
        </a:p>
      </dgm:t>
    </dgm:pt>
    <dgm:pt modelId="{5BDE13EF-BF31-4694-B626-9BEB8BBD0092}" type="sibTrans" cxnId="{B2EF3000-9B31-49E3-B592-8D7425FD39EC}">
      <dgm:prSet/>
      <dgm:spPr/>
      <dgm:t>
        <a:bodyPr/>
        <a:lstStyle/>
        <a:p>
          <a:endParaRPr lang="en-US"/>
        </a:p>
      </dgm:t>
    </dgm:pt>
    <dgm:pt modelId="{0FEDB9E3-4CC9-4174-9CC9-761138207EBD}">
      <dgm:prSet phldrT="[Text]"/>
      <dgm:spPr/>
      <dgm:t>
        <a:bodyPr/>
        <a:lstStyle/>
        <a:p>
          <a:r>
            <a:rPr lang="en-US" dirty="0"/>
            <a:t>Some text here</a:t>
          </a:r>
        </a:p>
      </dgm:t>
    </dgm:pt>
    <dgm:pt modelId="{DC1E8AB4-5F87-48F4-BC3D-D9E6160D4806}" type="parTrans" cxnId="{E024C522-CD64-4AA4-B495-2E40EC610800}">
      <dgm:prSet/>
      <dgm:spPr/>
      <dgm:t>
        <a:bodyPr/>
        <a:lstStyle/>
        <a:p>
          <a:endParaRPr lang="en-US"/>
        </a:p>
      </dgm:t>
    </dgm:pt>
    <dgm:pt modelId="{B4692EE2-9E73-476F-8A27-2310568C6FDC}" type="sibTrans" cxnId="{E024C522-CD64-4AA4-B495-2E40EC610800}">
      <dgm:prSet/>
      <dgm:spPr/>
      <dgm:t>
        <a:bodyPr/>
        <a:lstStyle/>
        <a:p>
          <a:endParaRPr lang="en-US"/>
        </a:p>
      </dgm:t>
    </dgm:pt>
    <dgm:pt modelId="{6FC8E725-7015-4D7B-BA36-3D858292F1F8}">
      <dgm:prSet phldrT="[Text]"/>
      <dgm:spPr/>
      <dgm:t>
        <a:bodyPr/>
        <a:lstStyle/>
        <a:p>
          <a:r>
            <a:rPr lang="en-US"/>
            <a:t>Some text here</a:t>
          </a:r>
          <a:endParaRPr lang="en-US" dirty="0"/>
        </a:p>
      </dgm:t>
    </dgm:pt>
    <dgm:pt modelId="{A8D11F36-0DFC-4E94-817B-D825FAB2E307}" type="parTrans" cxnId="{9E495105-A535-46C2-ABD9-F53399154405}">
      <dgm:prSet/>
      <dgm:spPr/>
      <dgm:t>
        <a:bodyPr/>
        <a:lstStyle/>
        <a:p>
          <a:endParaRPr lang="en-US"/>
        </a:p>
      </dgm:t>
    </dgm:pt>
    <dgm:pt modelId="{E9E161A4-A08E-477E-9778-EC6E95C76D9A}" type="sibTrans" cxnId="{9E495105-A535-46C2-ABD9-F53399154405}">
      <dgm:prSet/>
      <dgm:spPr/>
      <dgm:t>
        <a:bodyPr/>
        <a:lstStyle/>
        <a:p>
          <a:endParaRPr lang="en-US"/>
        </a:p>
      </dgm:t>
    </dgm:pt>
    <dgm:pt modelId="{24EF864C-0F57-4D76-B39D-ED87D235712F}" type="pres">
      <dgm:prSet presAssocID="{B9C32B05-62EA-407A-B21C-2310C7945705}" presName="Name0" presStyleCnt="0">
        <dgm:presLayoutVars>
          <dgm:chMax val="7"/>
          <dgm:chPref val="7"/>
          <dgm:dir/>
          <dgm:animOne val="branch"/>
          <dgm:animLvl val="lvl"/>
        </dgm:presLayoutVars>
      </dgm:prSet>
      <dgm:spPr/>
    </dgm:pt>
    <dgm:pt modelId="{95DB727B-FD3F-4A08-A06F-72DA1907B778}" type="pres">
      <dgm:prSet presAssocID="{42D71409-67F9-455C-8C6D-716D284AAA6B}" presName="composite" presStyleCnt="0"/>
      <dgm:spPr/>
    </dgm:pt>
    <dgm:pt modelId="{2373CDE8-FC40-4ED0-AF9F-AE46AD27CBEE}" type="pres">
      <dgm:prSet presAssocID="{42D71409-67F9-455C-8C6D-716D284AAA6B}" presName="BackAccent" presStyleLbl="bgShp" presStyleIdx="0" presStyleCnt="4"/>
      <dgm:spPr/>
    </dgm:pt>
    <dgm:pt modelId="{6D453A8C-4FED-471F-BD1D-A87F91278E19}" type="pres">
      <dgm:prSet presAssocID="{42D71409-67F9-455C-8C6D-716D284AAA6B}" presName="Accent" presStyleLbl="alignNode1" presStyleIdx="0" presStyleCnt="4"/>
      <dgm:spPr/>
    </dgm:pt>
    <dgm:pt modelId="{2E9A0365-F54B-4A34-B14A-A523C1C0042E}" type="pres">
      <dgm:prSet presAssocID="{42D71409-67F9-455C-8C6D-716D284AAA6B}" presName="Child" presStyleLbl="revTx" presStyleIdx="0" presStyleCnt="8">
        <dgm:presLayoutVars>
          <dgm:chMax val="0"/>
          <dgm:chPref val="0"/>
          <dgm:bulletEnabled val="1"/>
        </dgm:presLayoutVars>
      </dgm:prSet>
      <dgm:spPr/>
    </dgm:pt>
    <dgm:pt modelId="{393E1DFE-DA9E-4CA7-893C-C5D469A2DFDA}" type="pres">
      <dgm:prSet presAssocID="{42D71409-67F9-455C-8C6D-716D284AAA6B}" presName="Parent" presStyleLbl="revTx" presStyleIdx="1" presStyleCnt="8">
        <dgm:presLayoutVars>
          <dgm:chMax val="1"/>
          <dgm:chPref val="1"/>
          <dgm:bulletEnabled val="1"/>
        </dgm:presLayoutVars>
      </dgm:prSet>
      <dgm:spPr/>
    </dgm:pt>
    <dgm:pt modelId="{B8C7C70D-3D09-4FDF-9CE9-F76B1C82B9D9}" type="pres">
      <dgm:prSet presAssocID="{478B7D3C-9FB4-4BC6-90AC-49960560DECD}" presName="sibTrans" presStyleCnt="0"/>
      <dgm:spPr/>
    </dgm:pt>
    <dgm:pt modelId="{6303E106-56BA-4B17-86DD-A12F6C921F52}" type="pres">
      <dgm:prSet presAssocID="{F66099B6-DBBD-4AB0-82D2-877B80F846F7}" presName="composite" presStyleCnt="0"/>
      <dgm:spPr/>
    </dgm:pt>
    <dgm:pt modelId="{707B5271-006F-4B66-BD13-C382C1B2BC25}" type="pres">
      <dgm:prSet presAssocID="{F66099B6-DBBD-4AB0-82D2-877B80F846F7}" presName="BackAccent" presStyleLbl="bgShp" presStyleIdx="1" presStyleCnt="4"/>
      <dgm:spPr/>
    </dgm:pt>
    <dgm:pt modelId="{74E798C0-34C3-4183-B502-CCD215DED350}" type="pres">
      <dgm:prSet presAssocID="{F66099B6-DBBD-4AB0-82D2-877B80F846F7}" presName="Accent" presStyleLbl="alignNode1" presStyleIdx="1" presStyleCnt="4"/>
      <dgm:spPr/>
    </dgm:pt>
    <dgm:pt modelId="{5B3D5122-12DF-402A-A51D-2317CBF8078C}" type="pres">
      <dgm:prSet presAssocID="{F66099B6-DBBD-4AB0-82D2-877B80F846F7}" presName="Child" presStyleLbl="revTx" presStyleIdx="2" presStyleCnt="8">
        <dgm:presLayoutVars>
          <dgm:chMax val="0"/>
          <dgm:chPref val="0"/>
          <dgm:bulletEnabled val="1"/>
        </dgm:presLayoutVars>
      </dgm:prSet>
      <dgm:spPr/>
    </dgm:pt>
    <dgm:pt modelId="{85215417-711C-4046-9F36-457D7EC4CB60}" type="pres">
      <dgm:prSet presAssocID="{F66099B6-DBBD-4AB0-82D2-877B80F846F7}" presName="Parent" presStyleLbl="revTx" presStyleIdx="3" presStyleCnt="8">
        <dgm:presLayoutVars>
          <dgm:chMax val="1"/>
          <dgm:chPref val="1"/>
          <dgm:bulletEnabled val="1"/>
        </dgm:presLayoutVars>
      </dgm:prSet>
      <dgm:spPr/>
    </dgm:pt>
    <dgm:pt modelId="{E6C23F5E-E9E0-4560-98CD-350D041AFDE4}" type="pres">
      <dgm:prSet presAssocID="{BC531B32-9B0E-482E-BF91-65C61F17168D}" presName="sibTrans" presStyleCnt="0"/>
      <dgm:spPr/>
    </dgm:pt>
    <dgm:pt modelId="{CCA48C43-B71D-4C81-ABBD-3101D7E5F12B}" type="pres">
      <dgm:prSet presAssocID="{EE62A4F6-4AC4-435B-990E-81A71CE8CAC7}" presName="composite" presStyleCnt="0"/>
      <dgm:spPr/>
    </dgm:pt>
    <dgm:pt modelId="{CB3B3318-2EF9-4B8A-9B39-B7658CC28C4F}" type="pres">
      <dgm:prSet presAssocID="{EE62A4F6-4AC4-435B-990E-81A71CE8CAC7}" presName="BackAccent" presStyleLbl="bgShp" presStyleIdx="2" presStyleCnt="4"/>
      <dgm:spPr/>
    </dgm:pt>
    <dgm:pt modelId="{B26245C8-595A-43AD-B9E9-7186E905C395}" type="pres">
      <dgm:prSet presAssocID="{EE62A4F6-4AC4-435B-990E-81A71CE8CAC7}" presName="Accent" presStyleLbl="alignNode1" presStyleIdx="2" presStyleCnt="4"/>
      <dgm:spPr/>
    </dgm:pt>
    <dgm:pt modelId="{E094835F-2E7E-41B6-9F4B-CDE18F234028}" type="pres">
      <dgm:prSet presAssocID="{EE62A4F6-4AC4-435B-990E-81A71CE8CAC7}" presName="Child" presStyleLbl="revTx" presStyleIdx="4" presStyleCnt="8">
        <dgm:presLayoutVars>
          <dgm:chMax val="0"/>
          <dgm:chPref val="0"/>
          <dgm:bulletEnabled val="1"/>
        </dgm:presLayoutVars>
      </dgm:prSet>
      <dgm:spPr/>
    </dgm:pt>
    <dgm:pt modelId="{4DC74006-2D33-45CD-BBFE-2D9D28163E67}" type="pres">
      <dgm:prSet presAssocID="{EE62A4F6-4AC4-435B-990E-81A71CE8CAC7}" presName="Parent" presStyleLbl="revTx" presStyleIdx="5" presStyleCnt="8">
        <dgm:presLayoutVars>
          <dgm:chMax val="1"/>
          <dgm:chPref val="1"/>
          <dgm:bulletEnabled val="1"/>
        </dgm:presLayoutVars>
      </dgm:prSet>
      <dgm:spPr/>
    </dgm:pt>
    <dgm:pt modelId="{E7CCF681-F589-41E0-B813-3552F1AC3011}" type="pres">
      <dgm:prSet presAssocID="{389F9A93-0231-4877-8C41-5D5B8DD7AAC0}" presName="sibTrans" presStyleCnt="0"/>
      <dgm:spPr/>
    </dgm:pt>
    <dgm:pt modelId="{33BC9ABF-4A3B-4498-866B-97EBD3FEE107}" type="pres">
      <dgm:prSet presAssocID="{2A22E84C-3AA3-4E9C-AE5F-9C2FB0D7FB11}" presName="composite" presStyleCnt="0"/>
      <dgm:spPr/>
    </dgm:pt>
    <dgm:pt modelId="{3136518E-00CE-4D5F-8481-D8DEC1D3D5EC}" type="pres">
      <dgm:prSet presAssocID="{2A22E84C-3AA3-4E9C-AE5F-9C2FB0D7FB11}" presName="BackAccent" presStyleLbl="bgShp" presStyleIdx="3" presStyleCnt="4"/>
      <dgm:spPr/>
    </dgm:pt>
    <dgm:pt modelId="{D025550E-41E6-4879-B98B-187E5672A98A}" type="pres">
      <dgm:prSet presAssocID="{2A22E84C-3AA3-4E9C-AE5F-9C2FB0D7FB11}" presName="Accent" presStyleLbl="alignNode1" presStyleIdx="3" presStyleCnt="4"/>
      <dgm:spPr/>
    </dgm:pt>
    <dgm:pt modelId="{D881AC97-42A0-4D44-BFE7-1902710EB0BB}" type="pres">
      <dgm:prSet presAssocID="{2A22E84C-3AA3-4E9C-AE5F-9C2FB0D7FB11}" presName="Child" presStyleLbl="revTx" presStyleIdx="6" presStyleCnt="8">
        <dgm:presLayoutVars>
          <dgm:chMax val="0"/>
          <dgm:chPref val="0"/>
          <dgm:bulletEnabled val="1"/>
        </dgm:presLayoutVars>
      </dgm:prSet>
      <dgm:spPr/>
    </dgm:pt>
    <dgm:pt modelId="{814D23AA-53BF-4C3E-A36A-5AC554369781}" type="pres">
      <dgm:prSet presAssocID="{2A22E84C-3AA3-4E9C-AE5F-9C2FB0D7FB11}" presName="Parent" presStyleLbl="revTx" presStyleIdx="7" presStyleCnt="8">
        <dgm:presLayoutVars>
          <dgm:chMax val="1"/>
          <dgm:chPref val="1"/>
          <dgm:bulletEnabled val="1"/>
        </dgm:presLayoutVars>
      </dgm:prSet>
      <dgm:spPr/>
    </dgm:pt>
  </dgm:ptLst>
  <dgm:cxnLst>
    <dgm:cxn modelId="{B2EF3000-9B31-49E3-B592-8D7425FD39EC}" srcId="{2A22E84C-3AA3-4E9C-AE5F-9C2FB0D7FB11}" destId="{554191F3-0420-4DBE-8DEB-45CE48C9224D}" srcOrd="2" destOrd="0" parTransId="{97E14D69-F138-4116-BCD3-52F7AA8D76EF}" sibTransId="{5BDE13EF-BF31-4694-B626-9BEB8BBD0092}"/>
    <dgm:cxn modelId="{94F2C101-8708-4F6A-8919-D2E22A72A7B1}" type="presOf" srcId="{603350D9-09C5-4F2D-A9FC-659DCBB4C333}" destId="{2E9A0365-F54B-4A34-B14A-A523C1C0042E}" srcOrd="0" destOrd="2" presId="urn:microsoft.com/office/officeart/2008/layout/IncreasingCircleProcess"/>
    <dgm:cxn modelId="{9E495105-A535-46C2-ABD9-F53399154405}" srcId="{42D71409-67F9-455C-8C6D-716D284AAA6B}" destId="{6FC8E725-7015-4D7B-BA36-3D858292F1F8}" srcOrd="4" destOrd="0" parTransId="{A8D11F36-0DFC-4E94-817B-D825FAB2E307}" sibTransId="{E9E161A4-A08E-477E-9778-EC6E95C76D9A}"/>
    <dgm:cxn modelId="{17A6020D-C511-4402-8B92-EE0F9CC42993}" type="presOf" srcId="{03DB0BDD-0CC5-41A2-893E-41DCBCCD1DF0}" destId="{E094835F-2E7E-41B6-9F4B-CDE18F234028}" srcOrd="0" destOrd="2" presId="urn:microsoft.com/office/officeart/2008/layout/IncreasingCircleProcess"/>
    <dgm:cxn modelId="{7D35DA17-886E-4318-86E0-E3FEE9477019}" type="presOf" srcId="{D7E720B1-619C-4DDC-BAE8-3EC856084776}" destId="{E094835F-2E7E-41B6-9F4B-CDE18F234028}" srcOrd="0" destOrd="1" presId="urn:microsoft.com/office/officeart/2008/layout/IncreasingCircleProcess"/>
    <dgm:cxn modelId="{A667CF1A-98BF-4CAF-863B-C82941B2C352}" type="presOf" srcId="{2A22E84C-3AA3-4E9C-AE5F-9C2FB0D7FB11}" destId="{814D23AA-53BF-4C3E-A36A-5AC554369781}" srcOrd="0" destOrd="0" presId="urn:microsoft.com/office/officeart/2008/layout/IncreasingCircleProcess"/>
    <dgm:cxn modelId="{2AA9C11F-1F1D-428E-801A-47EAA766C99D}" srcId="{B9C32B05-62EA-407A-B21C-2310C7945705}" destId="{42D71409-67F9-455C-8C6D-716D284AAA6B}" srcOrd="0" destOrd="0" parTransId="{51680ED1-AF6E-4B28-AE94-92B0EFB0DF7D}" sibTransId="{478B7D3C-9FB4-4BC6-90AC-49960560DECD}"/>
    <dgm:cxn modelId="{E024C522-CD64-4AA4-B495-2E40EC610800}" srcId="{2A22E84C-3AA3-4E9C-AE5F-9C2FB0D7FB11}" destId="{0FEDB9E3-4CC9-4174-9CC9-761138207EBD}" srcOrd="3" destOrd="0" parTransId="{DC1E8AB4-5F87-48F4-BC3D-D9E6160D4806}" sibTransId="{B4692EE2-9E73-476F-8A27-2310568C6FDC}"/>
    <dgm:cxn modelId="{F12C822A-2E96-4FDA-82AC-379FCD0FAA79}" type="presOf" srcId="{B9C32B05-62EA-407A-B21C-2310C7945705}" destId="{24EF864C-0F57-4D76-B39D-ED87D235712F}" srcOrd="0" destOrd="0" presId="urn:microsoft.com/office/officeart/2008/layout/IncreasingCircleProcess"/>
    <dgm:cxn modelId="{976FB22D-15C7-46F2-B46B-EBD229202998}" srcId="{EE62A4F6-4AC4-435B-990E-81A71CE8CAC7}" destId="{03DB0BDD-0CC5-41A2-893E-41DCBCCD1DF0}" srcOrd="2" destOrd="0" parTransId="{3214A145-088D-4A3F-B865-98BF4C682E60}" sibTransId="{9256A4A7-2094-4CD4-BB49-06734052A9CB}"/>
    <dgm:cxn modelId="{B4F3EA32-CE64-4A92-9BAE-BC57E5392B05}" srcId="{B9C32B05-62EA-407A-B21C-2310C7945705}" destId="{F66099B6-DBBD-4AB0-82D2-877B80F846F7}" srcOrd="1" destOrd="0" parTransId="{B09C8BFB-F41C-4AC4-AB94-F216E3081C2D}" sibTransId="{BC531B32-9B0E-482E-BF91-65C61F17168D}"/>
    <dgm:cxn modelId="{933DC83A-B4DC-46DA-9CAE-E15225A89465}" srcId="{42D71409-67F9-455C-8C6D-716D284AAA6B}" destId="{B390F0C0-D20A-4564-919F-C5984A70D116}" srcOrd="1" destOrd="0" parTransId="{27DD3CD6-727D-4940-A3B4-6949504151F9}" sibTransId="{633B3DD5-CA5F-428C-A42B-ED4FD2EF949A}"/>
    <dgm:cxn modelId="{6A05DA3E-F65D-4AD3-B7AC-9BD7A88104F6}" srcId="{F66099B6-DBBD-4AB0-82D2-877B80F846F7}" destId="{95E1A50B-9059-4584-B5F7-76F11D0146EA}" srcOrd="1" destOrd="0" parTransId="{CB72F96B-D86B-4A83-8E0F-395A706DFB05}" sibTransId="{80A55C9E-4A29-42AD-A602-C3605BAEE4A9}"/>
    <dgm:cxn modelId="{4534D543-CDDD-4BB2-802E-B8DB13A8D9A5}" type="presOf" srcId="{B390F0C0-D20A-4564-919F-C5984A70D116}" destId="{2E9A0365-F54B-4A34-B14A-A523C1C0042E}" srcOrd="0" destOrd="1" presId="urn:microsoft.com/office/officeart/2008/layout/IncreasingCircleProcess"/>
    <dgm:cxn modelId="{B7AE9966-7E0A-4A85-8DE5-B48E0AA76C8A}" type="presOf" srcId="{42D71409-67F9-455C-8C6D-716D284AAA6B}" destId="{393E1DFE-DA9E-4CA7-893C-C5D469A2DFDA}" srcOrd="0" destOrd="0" presId="urn:microsoft.com/office/officeart/2008/layout/IncreasingCircleProcess"/>
    <dgm:cxn modelId="{FCBF9A46-EFBE-45B9-9E32-D7D2389B3A9B}" type="presOf" srcId="{EE62A4F6-4AC4-435B-990E-81A71CE8CAC7}" destId="{4DC74006-2D33-45CD-BBFE-2D9D28163E67}" srcOrd="0" destOrd="0" presId="urn:microsoft.com/office/officeart/2008/layout/IncreasingCircleProcess"/>
    <dgm:cxn modelId="{58A8336D-D040-4ABF-8D49-53F659163478}" srcId="{F66099B6-DBBD-4AB0-82D2-877B80F846F7}" destId="{6A4100DD-40E4-492F-8C07-858D94E03B34}" srcOrd="0" destOrd="0" parTransId="{2F4E6B34-907D-49EB-A104-F7C148D8EA9A}" sibTransId="{5C0AC68D-5A97-47A4-9BBC-00DB8B037E10}"/>
    <dgm:cxn modelId="{8A52C66E-5535-4735-BEBC-0758317A27E6}" srcId="{EE62A4F6-4AC4-435B-990E-81A71CE8CAC7}" destId="{90268FA3-2E81-4A06-87A2-D75AD11DCBBF}" srcOrd="3" destOrd="0" parTransId="{DDC3564B-92E7-4284-909C-72048EDFF08A}" sibTransId="{FB19D3E9-79BE-4C04-B87D-6DA78E14135F}"/>
    <dgm:cxn modelId="{D6A3386F-F840-446F-BB31-37CAB65F46CE}" type="presOf" srcId="{81DEC5DF-F079-45FE-B22F-5C50E927A729}" destId="{2E9A0365-F54B-4A34-B14A-A523C1C0042E}" srcOrd="0" destOrd="0" presId="urn:microsoft.com/office/officeart/2008/layout/IncreasingCircleProcess"/>
    <dgm:cxn modelId="{639ECE58-3D61-463D-A65D-B35E377EBEB2}" srcId="{42D71409-67F9-455C-8C6D-716D284AAA6B}" destId="{81DEC5DF-F079-45FE-B22F-5C50E927A729}" srcOrd="0" destOrd="0" parTransId="{B45F9FB4-F32C-4974-8B83-B33C39D5BB60}" sibTransId="{C58F52B9-B5C8-4011-BD74-68574BD6EC92}"/>
    <dgm:cxn modelId="{1207F85A-9265-435E-9A6F-43C0ED231891}" type="presOf" srcId="{5C84856B-683C-4B55-BED6-5EABC63CECDD}" destId="{5B3D5122-12DF-402A-A51D-2317CBF8078C}" srcOrd="0" destOrd="2" presId="urn:microsoft.com/office/officeart/2008/layout/IncreasingCircleProcess"/>
    <dgm:cxn modelId="{67C1597B-F56F-45B9-995D-2D017ECC6BD2}" srcId="{EE62A4F6-4AC4-435B-990E-81A71CE8CAC7}" destId="{D7E720B1-619C-4DDC-BAE8-3EC856084776}" srcOrd="1" destOrd="0" parTransId="{D87E0792-26B4-4DB2-BF7A-E369039F5044}" sibTransId="{027FF96D-1692-4BBE-9B2B-5727BDC1DA8A}"/>
    <dgm:cxn modelId="{29439298-C87B-471E-A0F7-E38A2F710C90}" type="presOf" srcId="{6FC8E725-7015-4D7B-BA36-3D858292F1F8}" destId="{2E9A0365-F54B-4A34-B14A-A523C1C0042E}" srcOrd="0" destOrd="4" presId="urn:microsoft.com/office/officeart/2008/layout/IncreasingCircleProcess"/>
    <dgm:cxn modelId="{012CF198-E4A4-49E1-A1D2-79FAD5DF45F0}" srcId="{2A22E84C-3AA3-4E9C-AE5F-9C2FB0D7FB11}" destId="{E0E8551B-B467-45A0-9549-3A811A62086B}" srcOrd="0" destOrd="0" parTransId="{4E67536E-113D-4E1C-BE2C-C5FB97A19F5B}" sibTransId="{34EDE7D3-9D2D-4060-9190-3CF02E87B82F}"/>
    <dgm:cxn modelId="{EAF99999-D15D-4D1B-9A00-4173718D4FE0}" type="presOf" srcId="{43E65E92-F145-4EBC-A1C5-5CB07E1B8C39}" destId="{D881AC97-42A0-4D44-BFE7-1902710EB0BB}" srcOrd="0" destOrd="1" presId="urn:microsoft.com/office/officeart/2008/layout/IncreasingCircleProcess"/>
    <dgm:cxn modelId="{CC5124A0-FE08-479F-AE73-0C7794A57C6D}" type="presOf" srcId="{0329AF9F-9143-44AC-A46B-F5A72CD65652}" destId="{E094835F-2E7E-41B6-9F4B-CDE18F234028}" srcOrd="0" destOrd="0" presId="urn:microsoft.com/office/officeart/2008/layout/IncreasingCircleProcess"/>
    <dgm:cxn modelId="{7622DDA1-5F1C-49E7-90B9-ADD8F5645E81}" srcId="{F66099B6-DBBD-4AB0-82D2-877B80F846F7}" destId="{2D65C1EF-A244-4521-A01A-2F2BFB38B370}" srcOrd="3" destOrd="0" parTransId="{333E06EF-8019-4C18-8860-6C892C76240F}" sibTransId="{D6F5C659-CBD4-45B0-B359-7B0A2E05743D}"/>
    <dgm:cxn modelId="{30D7A9A6-9831-4977-BEA6-AE2892BE688B}" type="presOf" srcId="{0FEDB9E3-4CC9-4174-9CC9-761138207EBD}" destId="{D881AC97-42A0-4D44-BFE7-1902710EB0BB}" srcOrd="0" destOrd="3" presId="urn:microsoft.com/office/officeart/2008/layout/IncreasingCircleProcess"/>
    <dgm:cxn modelId="{3A2CECA6-0C5B-46BB-B7C6-7D37E9D210BD}" srcId="{B9C32B05-62EA-407A-B21C-2310C7945705}" destId="{EE62A4F6-4AC4-435B-990E-81A71CE8CAC7}" srcOrd="2" destOrd="0" parTransId="{F287B947-7343-4FA2-B288-B23A59FFAE31}" sibTransId="{389F9A93-0231-4877-8C41-5D5B8DD7AAC0}"/>
    <dgm:cxn modelId="{F4A019A8-1068-481A-B096-80E52DF63E1E}" type="presOf" srcId="{2D65C1EF-A244-4521-A01A-2F2BFB38B370}" destId="{5B3D5122-12DF-402A-A51D-2317CBF8078C}" srcOrd="0" destOrd="3" presId="urn:microsoft.com/office/officeart/2008/layout/IncreasingCircleProcess"/>
    <dgm:cxn modelId="{5360D5B7-59D2-4F9A-8468-A813C8B9AFC9}" type="presOf" srcId="{F66099B6-DBBD-4AB0-82D2-877B80F846F7}" destId="{85215417-711C-4046-9F36-457D7EC4CB60}" srcOrd="0" destOrd="0" presId="urn:microsoft.com/office/officeart/2008/layout/IncreasingCircleProcess"/>
    <dgm:cxn modelId="{6AC0C6BB-AF4A-47A3-A9C0-EBFC3469D565}" srcId="{42D71409-67F9-455C-8C6D-716D284AAA6B}" destId="{603350D9-09C5-4F2D-A9FC-659DCBB4C333}" srcOrd="2" destOrd="0" parTransId="{75C38F04-B5B9-4AC8-BB66-D7AE916DFE10}" sibTransId="{924416A6-BE19-4E3C-84F7-66E430178F57}"/>
    <dgm:cxn modelId="{539D19BD-86A6-44FE-AD65-E39D64C12D89}" type="presOf" srcId="{F95BC805-0EDD-45ED-A6F1-4A8B24BCB520}" destId="{2E9A0365-F54B-4A34-B14A-A523C1C0042E}" srcOrd="0" destOrd="3" presId="urn:microsoft.com/office/officeart/2008/layout/IncreasingCircleProcess"/>
    <dgm:cxn modelId="{E8E07AC4-C23E-4F3F-A835-BB8C962AD51C}" type="presOf" srcId="{6A4100DD-40E4-492F-8C07-858D94E03B34}" destId="{5B3D5122-12DF-402A-A51D-2317CBF8078C}" srcOrd="0" destOrd="0" presId="urn:microsoft.com/office/officeart/2008/layout/IncreasingCircleProcess"/>
    <dgm:cxn modelId="{4562B5D3-F0C4-49FD-8B3F-5356A2420972}" srcId="{F66099B6-DBBD-4AB0-82D2-877B80F846F7}" destId="{5C84856B-683C-4B55-BED6-5EABC63CECDD}" srcOrd="2" destOrd="0" parTransId="{6C3DC381-7F0B-435D-91E2-0545420BBF10}" sibTransId="{5AC6ECC1-373D-497B-927F-0BA30E4C12AC}"/>
    <dgm:cxn modelId="{6305E5D5-C7FE-423A-A19A-A5A7C5F47586}" type="presOf" srcId="{90268FA3-2E81-4A06-87A2-D75AD11DCBBF}" destId="{E094835F-2E7E-41B6-9F4B-CDE18F234028}" srcOrd="0" destOrd="3" presId="urn:microsoft.com/office/officeart/2008/layout/IncreasingCircleProcess"/>
    <dgm:cxn modelId="{9D1A08D6-3979-4F4F-8B99-79670A345BE2}" srcId="{2A22E84C-3AA3-4E9C-AE5F-9C2FB0D7FB11}" destId="{43E65E92-F145-4EBC-A1C5-5CB07E1B8C39}" srcOrd="1" destOrd="0" parTransId="{D1C2DEF1-55C0-4FBA-951F-7D9AC5D3AC75}" sibTransId="{178B40B5-AF3E-462A-8942-74FBC39267F0}"/>
    <dgm:cxn modelId="{18B4B3DB-9D15-446C-9C22-F23E2BA5F85A}" type="presOf" srcId="{554191F3-0420-4DBE-8DEB-45CE48C9224D}" destId="{D881AC97-42A0-4D44-BFE7-1902710EB0BB}" srcOrd="0" destOrd="2" presId="urn:microsoft.com/office/officeart/2008/layout/IncreasingCircleProcess"/>
    <dgm:cxn modelId="{BEB859E7-C343-408E-86A1-667C27EE5761}" srcId="{B9C32B05-62EA-407A-B21C-2310C7945705}" destId="{2A22E84C-3AA3-4E9C-AE5F-9C2FB0D7FB11}" srcOrd="3" destOrd="0" parTransId="{6C025E55-DF42-4C5D-AFD5-6015FA053D46}" sibTransId="{744EA591-F199-49C2-B63A-82709D96C729}"/>
    <dgm:cxn modelId="{C62CC1EC-76D7-4D13-8C2C-730B983FE94D}" srcId="{EE62A4F6-4AC4-435B-990E-81A71CE8CAC7}" destId="{0329AF9F-9143-44AC-A46B-F5A72CD65652}" srcOrd="0" destOrd="0" parTransId="{970EAAD8-938A-4796-8DB9-CB0E48DBF28B}" sibTransId="{C635BA2B-6416-4707-BCFD-AFAE5DC93413}"/>
    <dgm:cxn modelId="{6A15E3EF-7B57-47DF-AFBE-66ADBEA094F6}" type="presOf" srcId="{95E1A50B-9059-4584-B5F7-76F11D0146EA}" destId="{5B3D5122-12DF-402A-A51D-2317CBF8078C}" srcOrd="0" destOrd="1" presId="urn:microsoft.com/office/officeart/2008/layout/IncreasingCircleProcess"/>
    <dgm:cxn modelId="{A85BABFC-EA76-4689-96D2-FB9843D39090}" srcId="{42D71409-67F9-455C-8C6D-716D284AAA6B}" destId="{F95BC805-0EDD-45ED-A6F1-4A8B24BCB520}" srcOrd="3" destOrd="0" parTransId="{7DB5CA63-18D3-4681-AEE5-520C10CFE2EE}" sibTransId="{6A5BE45A-1F58-4076-BD97-CA50FA210508}"/>
    <dgm:cxn modelId="{B4B7E7FE-85C0-4C73-A508-59D12CB41268}" type="presOf" srcId="{E0E8551B-B467-45A0-9549-3A811A62086B}" destId="{D881AC97-42A0-4D44-BFE7-1902710EB0BB}" srcOrd="0" destOrd="0" presId="urn:microsoft.com/office/officeart/2008/layout/IncreasingCircleProcess"/>
    <dgm:cxn modelId="{FBB631AB-2861-4079-80C3-68E90FDBB56A}" type="presParOf" srcId="{24EF864C-0F57-4D76-B39D-ED87D235712F}" destId="{95DB727B-FD3F-4A08-A06F-72DA1907B778}" srcOrd="0" destOrd="0" presId="urn:microsoft.com/office/officeart/2008/layout/IncreasingCircleProcess"/>
    <dgm:cxn modelId="{A0E67A52-D0CF-4428-BBEF-F3BE9D927102}" type="presParOf" srcId="{95DB727B-FD3F-4A08-A06F-72DA1907B778}" destId="{2373CDE8-FC40-4ED0-AF9F-AE46AD27CBEE}" srcOrd="0" destOrd="0" presId="urn:microsoft.com/office/officeart/2008/layout/IncreasingCircleProcess"/>
    <dgm:cxn modelId="{A9DF1CD5-6496-442B-9404-201F7F3472CA}" type="presParOf" srcId="{95DB727B-FD3F-4A08-A06F-72DA1907B778}" destId="{6D453A8C-4FED-471F-BD1D-A87F91278E19}" srcOrd="1" destOrd="0" presId="urn:microsoft.com/office/officeart/2008/layout/IncreasingCircleProcess"/>
    <dgm:cxn modelId="{8E3B8718-D381-4EAA-815D-D9833F3583CC}" type="presParOf" srcId="{95DB727B-FD3F-4A08-A06F-72DA1907B778}" destId="{2E9A0365-F54B-4A34-B14A-A523C1C0042E}" srcOrd="2" destOrd="0" presId="urn:microsoft.com/office/officeart/2008/layout/IncreasingCircleProcess"/>
    <dgm:cxn modelId="{0807AE70-B23B-4DD1-AAE2-76F18D39A88D}" type="presParOf" srcId="{95DB727B-FD3F-4A08-A06F-72DA1907B778}" destId="{393E1DFE-DA9E-4CA7-893C-C5D469A2DFDA}" srcOrd="3" destOrd="0" presId="urn:microsoft.com/office/officeart/2008/layout/IncreasingCircleProcess"/>
    <dgm:cxn modelId="{4B88A030-2A8A-4082-9AD6-A09B8C919691}" type="presParOf" srcId="{24EF864C-0F57-4D76-B39D-ED87D235712F}" destId="{B8C7C70D-3D09-4FDF-9CE9-F76B1C82B9D9}" srcOrd="1" destOrd="0" presId="urn:microsoft.com/office/officeart/2008/layout/IncreasingCircleProcess"/>
    <dgm:cxn modelId="{029E1191-F17A-403E-AAB0-66C75D94ED8E}" type="presParOf" srcId="{24EF864C-0F57-4D76-B39D-ED87D235712F}" destId="{6303E106-56BA-4B17-86DD-A12F6C921F52}" srcOrd="2" destOrd="0" presId="urn:microsoft.com/office/officeart/2008/layout/IncreasingCircleProcess"/>
    <dgm:cxn modelId="{64537346-3E41-4E5D-932A-5CF0897A0CE0}" type="presParOf" srcId="{6303E106-56BA-4B17-86DD-A12F6C921F52}" destId="{707B5271-006F-4B66-BD13-C382C1B2BC25}" srcOrd="0" destOrd="0" presId="urn:microsoft.com/office/officeart/2008/layout/IncreasingCircleProcess"/>
    <dgm:cxn modelId="{45650F21-7B04-4478-A74D-17A1FBD89A7F}" type="presParOf" srcId="{6303E106-56BA-4B17-86DD-A12F6C921F52}" destId="{74E798C0-34C3-4183-B502-CCD215DED350}" srcOrd="1" destOrd="0" presId="urn:microsoft.com/office/officeart/2008/layout/IncreasingCircleProcess"/>
    <dgm:cxn modelId="{D645BE5D-88A3-4A6E-AF94-3466D39FFA3D}" type="presParOf" srcId="{6303E106-56BA-4B17-86DD-A12F6C921F52}" destId="{5B3D5122-12DF-402A-A51D-2317CBF8078C}" srcOrd="2" destOrd="0" presId="urn:microsoft.com/office/officeart/2008/layout/IncreasingCircleProcess"/>
    <dgm:cxn modelId="{6993EA51-2C34-49C4-997D-C9DECC3417E5}" type="presParOf" srcId="{6303E106-56BA-4B17-86DD-A12F6C921F52}" destId="{85215417-711C-4046-9F36-457D7EC4CB60}" srcOrd="3" destOrd="0" presId="urn:microsoft.com/office/officeart/2008/layout/IncreasingCircleProcess"/>
    <dgm:cxn modelId="{0CBE10F2-25F9-4A80-86A0-2E79401C15CB}" type="presParOf" srcId="{24EF864C-0F57-4D76-B39D-ED87D235712F}" destId="{E6C23F5E-E9E0-4560-98CD-350D041AFDE4}" srcOrd="3" destOrd="0" presId="urn:microsoft.com/office/officeart/2008/layout/IncreasingCircleProcess"/>
    <dgm:cxn modelId="{C57C29AC-FFFE-421A-BFD8-CC0ACC854FB1}" type="presParOf" srcId="{24EF864C-0F57-4D76-B39D-ED87D235712F}" destId="{CCA48C43-B71D-4C81-ABBD-3101D7E5F12B}" srcOrd="4" destOrd="0" presId="urn:microsoft.com/office/officeart/2008/layout/IncreasingCircleProcess"/>
    <dgm:cxn modelId="{252B36FF-74EB-4A19-A233-7A322D969982}" type="presParOf" srcId="{CCA48C43-B71D-4C81-ABBD-3101D7E5F12B}" destId="{CB3B3318-2EF9-4B8A-9B39-B7658CC28C4F}" srcOrd="0" destOrd="0" presId="urn:microsoft.com/office/officeart/2008/layout/IncreasingCircleProcess"/>
    <dgm:cxn modelId="{7A12EFD5-971A-4097-BAFC-83F4CB70C4CE}" type="presParOf" srcId="{CCA48C43-B71D-4C81-ABBD-3101D7E5F12B}" destId="{B26245C8-595A-43AD-B9E9-7186E905C395}" srcOrd="1" destOrd="0" presId="urn:microsoft.com/office/officeart/2008/layout/IncreasingCircleProcess"/>
    <dgm:cxn modelId="{B3A2A63F-2EA0-467E-A445-D698BF4E8B51}" type="presParOf" srcId="{CCA48C43-B71D-4C81-ABBD-3101D7E5F12B}" destId="{E094835F-2E7E-41B6-9F4B-CDE18F234028}" srcOrd="2" destOrd="0" presId="urn:microsoft.com/office/officeart/2008/layout/IncreasingCircleProcess"/>
    <dgm:cxn modelId="{4E556D5F-C4B9-423B-9610-B5DBBD816EBF}" type="presParOf" srcId="{CCA48C43-B71D-4C81-ABBD-3101D7E5F12B}" destId="{4DC74006-2D33-45CD-BBFE-2D9D28163E67}" srcOrd="3" destOrd="0" presId="urn:microsoft.com/office/officeart/2008/layout/IncreasingCircleProcess"/>
    <dgm:cxn modelId="{789B0476-8031-48C4-838B-9A4A84591180}" type="presParOf" srcId="{24EF864C-0F57-4D76-B39D-ED87D235712F}" destId="{E7CCF681-F589-41E0-B813-3552F1AC3011}" srcOrd="5" destOrd="0" presId="urn:microsoft.com/office/officeart/2008/layout/IncreasingCircleProcess"/>
    <dgm:cxn modelId="{7E1BF90B-580B-46C8-99B9-351FC41877B5}" type="presParOf" srcId="{24EF864C-0F57-4D76-B39D-ED87D235712F}" destId="{33BC9ABF-4A3B-4498-866B-97EBD3FEE107}" srcOrd="6" destOrd="0" presId="urn:microsoft.com/office/officeart/2008/layout/IncreasingCircleProcess"/>
    <dgm:cxn modelId="{0C6B16F8-5AEA-4568-821D-F8392971ED8C}" type="presParOf" srcId="{33BC9ABF-4A3B-4498-866B-97EBD3FEE107}" destId="{3136518E-00CE-4D5F-8481-D8DEC1D3D5EC}" srcOrd="0" destOrd="0" presId="urn:microsoft.com/office/officeart/2008/layout/IncreasingCircleProcess"/>
    <dgm:cxn modelId="{8609EC5F-6BA7-404C-8AE0-B03BE61A3B15}" type="presParOf" srcId="{33BC9ABF-4A3B-4498-866B-97EBD3FEE107}" destId="{D025550E-41E6-4879-B98B-187E5672A98A}" srcOrd="1" destOrd="0" presId="urn:microsoft.com/office/officeart/2008/layout/IncreasingCircleProcess"/>
    <dgm:cxn modelId="{63B2A3DD-B73B-4438-A383-B2BA2378569C}" type="presParOf" srcId="{33BC9ABF-4A3B-4498-866B-97EBD3FEE107}" destId="{D881AC97-42A0-4D44-BFE7-1902710EB0BB}" srcOrd="2" destOrd="0" presId="urn:microsoft.com/office/officeart/2008/layout/IncreasingCircleProcess"/>
    <dgm:cxn modelId="{FB756D3A-D28B-46D5-9821-E0C8C37CA3F7}" type="presParOf" srcId="{33BC9ABF-4A3B-4498-866B-97EBD3FEE107}" destId="{814D23AA-53BF-4C3E-A36A-5AC554369781}" srcOrd="3" destOrd="0" presId="urn:microsoft.com/office/officeart/2008/layout/IncreasingCircleProcess"/>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49.xml><?xml version="1.0" encoding="utf-8"?>
<dgm:dataModel xmlns:dgm="http://schemas.openxmlformats.org/drawingml/2006/diagram" xmlns:a="http://schemas.openxmlformats.org/drawingml/2006/main">
  <dgm:ptLst>
    <dgm:pt modelId="{B9C32B05-62EA-407A-B21C-2310C7945705}" type="doc">
      <dgm:prSet loTypeId="urn:microsoft.com/office/officeart/2009/3/layout/PieProcess" loCatId="process"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F66099B6-DBBD-4AB0-82D2-877B80F846F7}">
      <dgm:prSet phldrT="[Text]"/>
      <dgm:spPr/>
      <dgm:t>
        <a:bodyPr/>
        <a:lstStyle/>
        <a:p>
          <a:r>
            <a:rPr lang="en-US" dirty="0"/>
            <a:t>Lorem Ipsum</a:t>
          </a:r>
        </a:p>
      </dgm:t>
    </dgm:pt>
    <dgm:pt modelId="{B09C8BFB-F41C-4AC4-AB94-F216E3081C2D}" type="parTrans" cxnId="{B4F3EA32-CE64-4A92-9BAE-BC57E5392B05}">
      <dgm:prSet/>
      <dgm:spPr/>
      <dgm:t>
        <a:bodyPr/>
        <a:lstStyle/>
        <a:p>
          <a:endParaRPr lang="en-US"/>
        </a:p>
      </dgm:t>
    </dgm:pt>
    <dgm:pt modelId="{BC531B32-9B0E-482E-BF91-65C61F17168D}" type="sibTrans" cxnId="{B4F3EA32-CE64-4A92-9BAE-BC57E5392B05}">
      <dgm:prSet/>
      <dgm:spPr/>
      <dgm:t>
        <a:bodyPr/>
        <a:lstStyle/>
        <a:p>
          <a:endParaRPr lang="en-US"/>
        </a:p>
      </dgm:t>
    </dgm:pt>
    <dgm:pt modelId="{EE62A4F6-4AC4-435B-990E-81A71CE8CAC7}">
      <dgm:prSet phldrT="[Text]"/>
      <dgm:spPr/>
      <dgm:t>
        <a:bodyPr/>
        <a:lstStyle/>
        <a:p>
          <a:r>
            <a:rPr lang="en-US" dirty="0"/>
            <a:t>Lorem Ipsum</a:t>
          </a:r>
        </a:p>
      </dgm:t>
    </dgm:pt>
    <dgm:pt modelId="{F287B947-7343-4FA2-B288-B23A59FFAE31}" type="parTrans" cxnId="{3A2CECA6-0C5B-46BB-B7C6-7D37E9D210BD}">
      <dgm:prSet/>
      <dgm:spPr/>
      <dgm:t>
        <a:bodyPr/>
        <a:lstStyle/>
        <a:p>
          <a:endParaRPr lang="en-US"/>
        </a:p>
      </dgm:t>
    </dgm:pt>
    <dgm:pt modelId="{389F9A93-0231-4877-8C41-5D5B8DD7AAC0}" type="sibTrans" cxnId="{3A2CECA6-0C5B-46BB-B7C6-7D37E9D210BD}">
      <dgm:prSet/>
      <dgm:spPr/>
      <dgm:t>
        <a:bodyPr/>
        <a:lstStyle/>
        <a:p>
          <a:endParaRPr lang="en-US"/>
        </a:p>
      </dgm:t>
    </dgm:pt>
    <dgm:pt modelId="{6CF284C3-4A70-4432-8F33-E75A802B3330}">
      <dgm:prSet custT="1"/>
      <dgm:spPr/>
      <dgm:t>
        <a:bodyPr/>
        <a:lstStyle/>
        <a:p>
          <a:r>
            <a:rPr lang="en-US" sz="1800" dirty="0"/>
            <a:t>Some text here</a:t>
          </a:r>
        </a:p>
      </dgm:t>
    </dgm:pt>
    <dgm:pt modelId="{044831E6-2FC9-4DDA-81FB-5FA418568D07}" type="parTrans" cxnId="{2DC24386-BC50-4BAB-8571-16CB10C2603C}">
      <dgm:prSet/>
      <dgm:spPr/>
      <dgm:t>
        <a:bodyPr/>
        <a:lstStyle/>
        <a:p>
          <a:endParaRPr lang="en-US"/>
        </a:p>
      </dgm:t>
    </dgm:pt>
    <dgm:pt modelId="{CD50B82D-84BB-4747-B282-ABB339EBA294}" type="sibTrans" cxnId="{2DC24386-BC50-4BAB-8571-16CB10C2603C}">
      <dgm:prSet/>
      <dgm:spPr/>
      <dgm:t>
        <a:bodyPr/>
        <a:lstStyle/>
        <a:p>
          <a:endParaRPr lang="en-US"/>
        </a:p>
      </dgm:t>
    </dgm:pt>
    <dgm:pt modelId="{3AF880A5-0F00-4315-A5DF-1FE656798601}">
      <dgm:prSet phldrT="[Text]" custT="1"/>
      <dgm:spPr/>
      <dgm:t>
        <a:bodyPr/>
        <a:lstStyle/>
        <a:p>
          <a:r>
            <a:rPr lang="en-US" sz="1800" dirty="0"/>
            <a:t>Some text here</a:t>
          </a:r>
        </a:p>
      </dgm:t>
    </dgm:pt>
    <dgm:pt modelId="{A13BB1F9-5857-4B43-8BF5-6589AA2CB759}" type="parTrans" cxnId="{24F8CBE2-5003-4E69-A772-6B98F2B05181}">
      <dgm:prSet/>
      <dgm:spPr/>
      <dgm:t>
        <a:bodyPr/>
        <a:lstStyle/>
        <a:p>
          <a:endParaRPr lang="en-US"/>
        </a:p>
      </dgm:t>
    </dgm:pt>
    <dgm:pt modelId="{C198C41D-2640-4669-83ED-E0CD35701C8E}" type="sibTrans" cxnId="{24F8CBE2-5003-4E69-A772-6B98F2B05181}">
      <dgm:prSet/>
      <dgm:spPr/>
      <dgm:t>
        <a:bodyPr/>
        <a:lstStyle/>
        <a:p>
          <a:endParaRPr lang="en-US"/>
        </a:p>
      </dgm:t>
    </dgm:pt>
    <dgm:pt modelId="{8EA7219F-BDB2-48EB-9EEB-3133522D132E}">
      <dgm:prSet phldrT="[Text]" custT="1"/>
      <dgm:spPr/>
      <dgm:t>
        <a:bodyPr/>
        <a:lstStyle/>
        <a:p>
          <a:r>
            <a:rPr lang="en-US" sz="1800" dirty="0"/>
            <a:t>Some text here</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BE788BF5-FE9F-4C7D-A1CD-9232D7860179}">
      <dgm:prSet phldrT="[Text]" custT="1"/>
      <dgm:spPr/>
      <dgm:t>
        <a:bodyPr/>
        <a:lstStyle/>
        <a:p>
          <a:r>
            <a:rPr lang="en-US" sz="1800" dirty="0"/>
            <a:t>Some text here</a:t>
          </a:r>
        </a:p>
      </dgm:t>
    </dgm:pt>
    <dgm:pt modelId="{963A52CB-C772-45F2-8A30-8ABA6B14D3CE}" type="parTrans" cxnId="{35013F34-57BC-4E3C-A003-07C0E49926DB}">
      <dgm:prSet/>
      <dgm:spPr/>
      <dgm:t>
        <a:bodyPr/>
        <a:lstStyle/>
        <a:p>
          <a:endParaRPr lang="en-US"/>
        </a:p>
      </dgm:t>
    </dgm:pt>
    <dgm:pt modelId="{88191C5E-55BA-42F2-B842-FC86CBBADC0F}" type="sibTrans" cxnId="{35013F34-57BC-4E3C-A003-07C0E49926DB}">
      <dgm:prSet/>
      <dgm:spPr/>
      <dgm:t>
        <a:bodyPr/>
        <a:lstStyle/>
        <a:p>
          <a:endParaRPr lang="en-US"/>
        </a:p>
      </dgm:t>
    </dgm:pt>
    <dgm:pt modelId="{3CE06941-9820-4827-8B16-CD80CC49F780}">
      <dgm:prSet phldrT="[Text]" custT="1"/>
      <dgm:spPr/>
      <dgm:t>
        <a:bodyPr/>
        <a:lstStyle/>
        <a:p>
          <a:r>
            <a:rPr lang="en-US" sz="1800" dirty="0"/>
            <a:t>Some text here</a:t>
          </a:r>
        </a:p>
      </dgm:t>
    </dgm:pt>
    <dgm:pt modelId="{141A3C92-8966-4E2F-82E4-2E09E22674B2}" type="parTrans" cxnId="{C99CE395-39F6-46B4-938C-9BF085685D1A}">
      <dgm:prSet/>
      <dgm:spPr/>
      <dgm:t>
        <a:bodyPr/>
        <a:lstStyle/>
        <a:p>
          <a:endParaRPr lang="en-US"/>
        </a:p>
      </dgm:t>
    </dgm:pt>
    <dgm:pt modelId="{F58FC55B-E61F-445C-956E-0BB2202254CA}" type="sibTrans" cxnId="{C99CE395-39F6-46B4-938C-9BF085685D1A}">
      <dgm:prSet/>
      <dgm:spPr/>
      <dgm:t>
        <a:bodyPr/>
        <a:lstStyle/>
        <a:p>
          <a:endParaRPr lang="en-US"/>
        </a:p>
      </dgm:t>
    </dgm:pt>
    <dgm:pt modelId="{386C2B6D-2EE1-4682-AE61-EE246CD54E31}">
      <dgm:prSet phldrT="[Text]" custT="1"/>
      <dgm:spPr/>
      <dgm:t>
        <a:bodyPr/>
        <a:lstStyle/>
        <a:p>
          <a:r>
            <a:rPr lang="en-US" sz="1800" dirty="0"/>
            <a:t>Some text here</a:t>
          </a:r>
        </a:p>
      </dgm:t>
    </dgm:pt>
    <dgm:pt modelId="{649D72FB-0D8F-479C-87D1-C73133EF35E2}" type="parTrans" cxnId="{7F96AC57-2F84-4E8C-AA92-E82865EE63FE}">
      <dgm:prSet/>
      <dgm:spPr/>
      <dgm:t>
        <a:bodyPr/>
        <a:lstStyle/>
        <a:p>
          <a:endParaRPr lang="en-US"/>
        </a:p>
      </dgm:t>
    </dgm:pt>
    <dgm:pt modelId="{E1C9E6F1-2ED2-4DD8-9B78-28FC1AF5D352}" type="sibTrans" cxnId="{7F96AC57-2F84-4E8C-AA92-E82865EE63FE}">
      <dgm:prSet/>
      <dgm:spPr/>
      <dgm:t>
        <a:bodyPr/>
        <a:lstStyle/>
        <a:p>
          <a:endParaRPr lang="en-US"/>
        </a:p>
      </dgm:t>
    </dgm:pt>
    <dgm:pt modelId="{2A22E84C-3AA3-4E9C-AE5F-9C2FB0D7FB11}">
      <dgm:prSet phldrT="[Text]"/>
      <dgm:spPr/>
      <dgm:t>
        <a:bodyPr/>
        <a:lstStyle/>
        <a:p>
          <a:r>
            <a:rPr lang="en-US" dirty="0"/>
            <a:t>Lorem Ipsum</a:t>
          </a:r>
        </a:p>
      </dgm:t>
    </dgm:pt>
    <dgm:pt modelId="{6C025E55-DF42-4C5D-AFD5-6015FA053D46}" type="parTrans" cxnId="{BEB859E7-C343-408E-86A1-667C27EE5761}">
      <dgm:prSet/>
      <dgm:spPr/>
      <dgm:t>
        <a:bodyPr/>
        <a:lstStyle/>
        <a:p>
          <a:endParaRPr lang="en-US"/>
        </a:p>
      </dgm:t>
    </dgm:pt>
    <dgm:pt modelId="{744EA591-F199-49C2-B63A-82709D96C729}" type="sibTrans" cxnId="{BEB859E7-C343-408E-86A1-667C27EE5761}">
      <dgm:prSet/>
      <dgm:spPr/>
      <dgm:t>
        <a:bodyPr/>
        <a:lstStyle/>
        <a:p>
          <a:endParaRPr lang="en-US"/>
        </a:p>
      </dgm:t>
    </dgm:pt>
    <dgm:pt modelId="{9ADACFBF-2A78-45C9-A7C4-5E5DBC674760}">
      <dgm:prSet phldrT="[Text]" custT="1"/>
      <dgm:spPr/>
      <dgm:t>
        <a:bodyPr/>
        <a:lstStyle/>
        <a:p>
          <a:r>
            <a:rPr lang="en-US" sz="1800" dirty="0"/>
            <a:t>Some text here</a:t>
          </a:r>
        </a:p>
      </dgm:t>
    </dgm:pt>
    <dgm:pt modelId="{E121796C-71AB-4354-A1D4-3BF0025298A5}" type="parTrans" cxnId="{2B98897D-9937-49AC-9FE9-6629E912033A}">
      <dgm:prSet/>
      <dgm:spPr/>
      <dgm:t>
        <a:bodyPr/>
        <a:lstStyle/>
        <a:p>
          <a:endParaRPr lang="en-US"/>
        </a:p>
      </dgm:t>
    </dgm:pt>
    <dgm:pt modelId="{F3FE7E5A-DC73-423B-998C-02943CF263BF}" type="sibTrans" cxnId="{2B98897D-9937-49AC-9FE9-6629E912033A}">
      <dgm:prSet/>
      <dgm:spPr/>
      <dgm:t>
        <a:bodyPr/>
        <a:lstStyle/>
        <a:p>
          <a:endParaRPr lang="en-US"/>
        </a:p>
      </dgm:t>
    </dgm:pt>
    <dgm:pt modelId="{6C39594C-4AE1-4221-9751-E4FBA9469435}">
      <dgm:prSet phldrT="[Text]" custT="1"/>
      <dgm:spPr/>
      <dgm:t>
        <a:bodyPr/>
        <a:lstStyle/>
        <a:p>
          <a:r>
            <a:rPr lang="en-US" sz="1800" dirty="0"/>
            <a:t>Some text here</a:t>
          </a:r>
        </a:p>
      </dgm:t>
    </dgm:pt>
    <dgm:pt modelId="{EA90E5E0-265B-4677-A3EF-FCD0DFDF4F41}" type="parTrans" cxnId="{7AF91B96-DA69-42D6-83DE-0E63677A4C47}">
      <dgm:prSet/>
      <dgm:spPr/>
      <dgm:t>
        <a:bodyPr/>
        <a:lstStyle/>
        <a:p>
          <a:endParaRPr lang="en-US"/>
        </a:p>
      </dgm:t>
    </dgm:pt>
    <dgm:pt modelId="{F04E3063-747B-4761-B46E-8C06B2EF3C55}" type="sibTrans" cxnId="{7AF91B96-DA69-42D6-83DE-0E63677A4C47}">
      <dgm:prSet/>
      <dgm:spPr/>
      <dgm:t>
        <a:bodyPr/>
        <a:lstStyle/>
        <a:p>
          <a:endParaRPr lang="en-US"/>
        </a:p>
      </dgm:t>
    </dgm:pt>
    <dgm:pt modelId="{36045517-CEA4-4BE3-B836-C2B6BFE5649B}">
      <dgm:prSet phldrT="[Text]"/>
      <dgm:spPr/>
      <dgm:t>
        <a:bodyPr/>
        <a:lstStyle/>
        <a:p>
          <a:r>
            <a:rPr lang="en-US"/>
            <a:t>Lorem Ipsum</a:t>
          </a:r>
          <a:endParaRPr lang="en-US" dirty="0"/>
        </a:p>
      </dgm:t>
    </dgm:pt>
    <dgm:pt modelId="{6231A36F-9B04-4B4A-917A-7E163AFFC956}" type="parTrans" cxnId="{4019353B-443B-4DED-AA6C-3C60E18414C7}">
      <dgm:prSet/>
      <dgm:spPr/>
      <dgm:t>
        <a:bodyPr/>
        <a:lstStyle/>
        <a:p>
          <a:endParaRPr lang="en-US"/>
        </a:p>
      </dgm:t>
    </dgm:pt>
    <dgm:pt modelId="{BFF3C5ED-87D0-4709-A3B8-A7BF0668006A}" type="sibTrans" cxnId="{4019353B-443B-4DED-AA6C-3C60E18414C7}">
      <dgm:prSet/>
      <dgm:spPr/>
      <dgm:t>
        <a:bodyPr/>
        <a:lstStyle/>
        <a:p>
          <a:endParaRPr lang="en-US"/>
        </a:p>
      </dgm:t>
    </dgm:pt>
    <dgm:pt modelId="{110CC072-E78D-486A-BD24-8CD6CE5683E0}">
      <dgm:prSet phldrT="[Text]" custT="1"/>
      <dgm:spPr/>
      <dgm:t>
        <a:bodyPr/>
        <a:lstStyle/>
        <a:p>
          <a:r>
            <a:rPr lang="en-US" sz="1800" dirty="0"/>
            <a:t>Some text here</a:t>
          </a:r>
        </a:p>
      </dgm:t>
    </dgm:pt>
    <dgm:pt modelId="{EFE20FCA-41FE-42D4-8C71-85751017ADFF}" type="parTrans" cxnId="{5670A7D8-BA42-4857-8679-D269077AD7D7}">
      <dgm:prSet/>
      <dgm:spPr/>
      <dgm:t>
        <a:bodyPr/>
        <a:lstStyle/>
        <a:p>
          <a:endParaRPr lang="en-US"/>
        </a:p>
      </dgm:t>
    </dgm:pt>
    <dgm:pt modelId="{C901204A-BC8E-4B62-854A-DFB2104323F5}" type="sibTrans" cxnId="{5670A7D8-BA42-4857-8679-D269077AD7D7}">
      <dgm:prSet/>
      <dgm:spPr/>
      <dgm:t>
        <a:bodyPr/>
        <a:lstStyle/>
        <a:p>
          <a:endParaRPr lang="en-US"/>
        </a:p>
      </dgm:t>
    </dgm:pt>
    <dgm:pt modelId="{F64D9B44-8949-42CE-A3F5-920CF85E6D38}">
      <dgm:prSet phldrT="[Text]" custT="1"/>
      <dgm:spPr/>
      <dgm:t>
        <a:bodyPr/>
        <a:lstStyle/>
        <a:p>
          <a:r>
            <a:rPr lang="en-US" sz="1800" dirty="0"/>
            <a:t>Some text here</a:t>
          </a:r>
        </a:p>
      </dgm:t>
    </dgm:pt>
    <dgm:pt modelId="{81AB81A4-D793-40B9-964C-9DA3AF17B95D}" type="parTrans" cxnId="{F091E13E-CC91-4760-8919-F8E7FA115B30}">
      <dgm:prSet/>
      <dgm:spPr/>
      <dgm:t>
        <a:bodyPr/>
        <a:lstStyle/>
        <a:p>
          <a:endParaRPr lang="en-US"/>
        </a:p>
      </dgm:t>
    </dgm:pt>
    <dgm:pt modelId="{ECDC803C-5DBD-4EEE-A68A-AC8585F1A4EB}" type="sibTrans" cxnId="{F091E13E-CC91-4760-8919-F8E7FA115B30}">
      <dgm:prSet/>
      <dgm:spPr/>
      <dgm:t>
        <a:bodyPr/>
        <a:lstStyle/>
        <a:p>
          <a:endParaRPr lang="en-US"/>
        </a:p>
      </dgm:t>
    </dgm:pt>
    <dgm:pt modelId="{E4A97A72-F849-4255-9501-1CFFFF0BF429}" type="pres">
      <dgm:prSet presAssocID="{B9C32B05-62EA-407A-B21C-2310C7945705}" presName="Name0" presStyleCnt="0">
        <dgm:presLayoutVars>
          <dgm:chMax val="7"/>
          <dgm:chPref val="7"/>
          <dgm:dir/>
          <dgm:animOne val="branch"/>
          <dgm:animLvl val="lvl"/>
        </dgm:presLayoutVars>
      </dgm:prSet>
      <dgm:spPr/>
    </dgm:pt>
    <dgm:pt modelId="{E63CB556-1C08-46DD-9B7F-8B5A9626C56F}" type="pres">
      <dgm:prSet presAssocID="{42D71409-67F9-455C-8C6D-716D284AAA6B}" presName="ParentComposite" presStyleCnt="0"/>
      <dgm:spPr/>
    </dgm:pt>
    <dgm:pt modelId="{86C78FB8-58CD-4041-9BE3-D11C3FEFD4F0}" type="pres">
      <dgm:prSet presAssocID="{42D71409-67F9-455C-8C6D-716D284AAA6B}" presName="Chord" presStyleLbl="bgShp" presStyleIdx="0" presStyleCnt="5"/>
      <dgm:spPr/>
    </dgm:pt>
    <dgm:pt modelId="{9938599A-E539-4800-B805-1E1818F2A7DF}" type="pres">
      <dgm:prSet presAssocID="{42D71409-67F9-455C-8C6D-716D284AAA6B}" presName="Pie" presStyleLbl="alignNode1" presStyleIdx="0" presStyleCnt="5"/>
      <dgm:spPr/>
    </dgm:pt>
    <dgm:pt modelId="{685D48D3-4A07-4B33-A573-3E30E09A99CA}" type="pres">
      <dgm:prSet presAssocID="{42D71409-67F9-455C-8C6D-716D284AAA6B}" presName="Parent" presStyleLbl="revTx" presStyleIdx="0" presStyleCnt="10">
        <dgm:presLayoutVars>
          <dgm:chMax val="1"/>
          <dgm:chPref val="1"/>
          <dgm:bulletEnabled val="1"/>
        </dgm:presLayoutVars>
      </dgm:prSet>
      <dgm:spPr/>
    </dgm:pt>
    <dgm:pt modelId="{5409A62A-5A69-499F-9147-0D1D3A2BC1E8}" type="pres">
      <dgm:prSet presAssocID="{C94B7947-85DC-4B21-BB99-DF8438356F98}" presName="negSibTrans" presStyleCnt="0"/>
      <dgm:spPr/>
    </dgm:pt>
    <dgm:pt modelId="{11A5C5FE-0032-4D16-996E-9993D216057F}" type="pres">
      <dgm:prSet presAssocID="{42D71409-67F9-455C-8C6D-716D284AAA6B}" presName="composite" presStyleCnt="0"/>
      <dgm:spPr/>
    </dgm:pt>
    <dgm:pt modelId="{14BBA40C-F75F-425E-B9F7-9D89F6163265}" type="pres">
      <dgm:prSet presAssocID="{42D71409-67F9-455C-8C6D-716D284AAA6B}" presName="Child" presStyleLbl="revTx" presStyleIdx="1" presStyleCnt="10">
        <dgm:presLayoutVars>
          <dgm:chMax val="0"/>
          <dgm:chPref val="0"/>
          <dgm:bulletEnabled val="1"/>
        </dgm:presLayoutVars>
      </dgm:prSet>
      <dgm:spPr/>
    </dgm:pt>
    <dgm:pt modelId="{918B23A4-EEF5-431B-AB00-E8BB2ABB9907}" type="pres">
      <dgm:prSet presAssocID="{478B7D3C-9FB4-4BC6-90AC-49960560DECD}" presName="sibTrans" presStyleCnt="0"/>
      <dgm:spPr/>
    </dgm:pt>
    <dgm:pt modelId="{2AAADB28-7E54-441F-8F4E-2A74E2754C5C}" type="pres">
      <dgm:prSet presAssocID="{F66099B6-DBBD-4AB0-82D2-877B80F846F7}" presName="ParentComposite" presStyleCnt="0"/>
      <dgm:spPr/>
    </dgm:pt>
    <dgm:pt modelId="{E90D5009-EA17-42C2-AE95-A21F2827DE74}" type="pres">
      <dgm:prSet presAssocID="{F66099B6-DBBD-4AB0-82D2-877B80F846F7}" presName="Chord" presStyleLbl="bgShp" presStyleIdx="1" presStyleCnt="5"/>
      <dgm:spPr/>
    </dgm:pt>
    <dgm:pt modelId="{C7DFCD72-810C-4711-A500-135F0749ADF4}" type="pres">
      <dgm:prSet presAssocID="{F66099B6-DBBD-4AB0-82D2-877B80F846F7}" presName="Pie" presStyleLbl="alignNode1" presStyleIdx="1" presStyleCnt="5"/>
      <dgm:spPr/>
    </dgm:pt>
    <dgm:pt modelId="{4B47C1FA-15F6-4A92-8845-1F2947AAEE43}" type="pres">
      <dgm:prSet presAssocID="{F66099B6-DBBD-4AB0-82D2-877B80F846F7}" presName="Parent" presStyleLbl="revTx" presStyleIdx="2" presStyleCnt="10">
        <dgm:presLayoutVars>
          <dgm:chMax val="1"/>
          <dgm:chPref val="1"/>
          <dgm:bulletEnabled val="1"/>
        </dgm:presLayoutVars>
      </dgm:prSet>
      <dgm:spPr/>
    </dgm:pt>
    <dgm:pt modelId="{B93A78D5-0B4A-4638-9DA6-098F306C024E}" type="pres">
      <dgm:prSet presAssocID="{CD50B82D-84BB-4747-B282-ABB339EBA294}" presName="negSibTrans" presStyleCnt="0"/>
      <dgm:spPr/>
    </dgm:pt>
    <dgm:pt modelId="{A16DB3EF-178E-4364-8AB6-9453E7B26794}" type="pres">
      <dgm:prSet presAssocID="{F66099B6-DBBD-4AB0-82D2-877B80F846F7}" presName="composite" presStyleCnt="0"/>
      <dgm:spPr/>
    </dgm:pt>
    <dgm:pt modelId="{11204B70-A9D5-4D20-B79C-4EA145D23AE4}" type="pres">
      <dgm:prSet presAssocID="{F66099B6-DBBD-4AB0-82D2-877B80F846F7}" presName="Child" presStyleLbl="revTx" presStyleIdx="3" presStyleCnt="10">
        <dgm:presLayoutVars>
          <dgm:chMax val="0"/>
          <dgm:chPref val="0"/>
          <dgm:bulletEnabled val="1"/>
        </dgm:presLayoutVars>
      </dgm:prSet>
      <dgm:spPr/>
    </dgm:pt>
    <dgm:pt modelId="{00747B04-5055-4A96-8DD5-6C0C23DBE858}" type="pres">
      <dgm:prSet presAssocID="{BC531B32-9B0E-482E-BF91-65C61F17168D}" presName="sibTrans" presStyleCnt="0"/>
      <dgm:spPr/>
    </dgm:pt>
    <dgm:pt modelId="{E1FA9AB0-58F9-40C5-AF6D-CA079A191B49}" type="pres">
      <dgm:prSet presAssocID="{EE62A4F6-4AC4-435B-990E-81A71CE8CAC7}" presName="ParentComposite" presStyleCnt="0"/>
      <dgm:spPr/>
    </dgm:pt>
    <dgm:pt modelId="{7FD05309-F2D0-4626-8419-CEB432BAB241}" type="pres">
      <dgm:prSet presAssocID="{EE62A4F6-4AC4-435B-990E-81A71CE8CAC7}" presName="Chord" presStyleLbl="bgShp" presStyleIdx="2" presStyleCnt="5"/>
      <dgm:spPr/>
    </dgm:pt>
    <dgm:pt modelId="{9644A77B-3AF8-4D34-8A45-1A20CB7CD921}" type="pres">
      <dgm:prSet presAssocID="{EE62A4F6-4AC4-435B-990E-81A71CE8CAC7}" presName="Pie" presStyleLbl="alignNode1" presStyleIdx="2" presStyleCnt="5"/>
      <dgm:spPr/>
    </dgm:pt>
    <dgm:pt modelId="{36836FCA-A2BB-4DDD-83AB-23EFB1A998BF}" type="pres">
      <dgm:prSet presAssocID="{EE62A4F6-4AC4-435B-990E-81A71CE8CAC7}" presName="Parent" presStyleLbl="revTx" presStyleIdx="4" presStyleCnt="10">
        <dgm:presLayoutVars>
          <dgm:chMax val="1"/>
          <dgm:chPref val="1"/>
          <dgm:bulletEnabled val="1"/>
        </dgm:presLayoutVars>
      </dgm:prSet>
      <dgm:spPr/>
    </dgm:pt>
    <dgm:pt modelId="{069F4B5C-AFF0-455D-85F1-BC5EAEBC1489}" type="pres">
      <dgm:prSet presAssocID="{F58FC55B-E61F-445C-956E-0BB2202254CA}" presName="negSibTrans" presStyleCnt="0"/>
      <dgm:spPr/>
    </dgm:pt>
    <dgm:pt modelId="{579C649C-0596-467C-8E1B-589FB8D5F912}" type="pres">
      <dgm:prSet presAssocID="{EE62A4F6-4AC4-435B-990E-81A71CE8CAC7}" presName="composite" presStyleCnt="0"/>
      <dgm:spPr/>
    </dgm:pt>
    <dgm:pt modelId="{F70345C1-6E3A-4DBC-A3A5-5BBB33073453}" type="pres">
      <dgm:prSet presAssocID="{EE62A4F6-4AC4-435B-990E-81A71CE8CAC7}" presName="Child" presStyleLbl="revTx" presStyleIdx="5" presStyleCnt="10">
        <dgm:presLayoutVars>
          <dgm:chMax val="0"/>
          <dgm:chPref val="0"/>
          <dgm:bulletEnabled val="1"/>
        </dgm:presLayoutVars>
      </dgm:prSet>
      <dgm:spPr/>
    </dgm:pt>
    <dgm:pt modelId="{712120D7-D585-4781-ADB1-618B2BEBC2C6}" type="pres">
      <dgm:prSet presAssocID="{389F9A93-0231-4877-8C41-5D5B8DD7AAC0}" presName="sibTrans" presStyleCnt="0"/>
      <dgm:spPr/>
    </dgm:pt>
    <dgm:pt modelId="{7AABB5B5-95CE-4E92-A377-748C6A7EEFD5}" type="pres">
      <dgm:prSet presAssocID="{2A22E84C-3AA3-4E9C-AE5F-9C2FB0D7FB11}" presName="ParentComposite" presStyleCnt="0"/>
      <dgm:spPr/>
    </dgm:pt>
    <dgm:pt modelId="{9D556EF3-F325-4108-8E1D-3E147A0FC377}" type="pres">
      <dgm:prSet presAssocID="{2A22E84C-3AA3-4E9C-AE5F-9C2FB0D7FB11}" presName="Chord" presStyleLbl="bgShp" presStyleIdx="3" presStyleCnt="5"/>
      <dgm:spPr/>
    </dgm:pt>
    <dgm:pt modelId="{2B5A36C8-1B26-4A40-B283-95B35E503A96}" type="pres">
      <dgm:prSet presAssocID="{2A22E84C-3AA3-4E9C-AE5F-9C2FB0D7FB11}" presName="Pie" presStyleLbl="alignNode1" presStyleIdx="3" presStyleCnt="5"/>
      <dgm:spPr/>
    </dgm:pt>
    <dgm:pt modelId="{210EB8E4-3649-43CA-AEAB-D673B507D88F}" type="pres">
      <dgm:prSet presAssocID="{2A22E84C-3AA3-4E9C-AE5F-9C2FB0D7FB11}" presName="Parent" presStyleLbl="revTx" presStyleIdx="6" presStyleCnt="10">
        <dgm:presLayoutVars>
          <dgm:chMax val="1"/>
          <dgm:chPref val="1"/>
          <dgm:bulletEnabled val="1"/>
        </dgm:presLayoutVars>
      </dgm:prSet>
      <dgm:spPr/>
    </dgm:pt>
    <dgm:pt modelId="{2821ADAC-9244-4CA8-ACD3-9CB55DE15FCD}" type="pres">
      <dgm:prSet presAssocID="{F3FE7E5A-DC73-423B-998C-02943CF263BF}" presName="negSibTrans" presStyleCnt="0"/>
      <dgm:spPr/>
    </dgm:pt>
    <dgm:pt modelId="{142B4955-4A40-4910-9EED-5E080012641E}" type="pres">
      <dgm:prSet presAssocID="{2A22E84C-3AA3-4E9C-AE5F-9C2FB0D7FB11}" presName="composite" presStyleCnt="0"/>
      <dgm:spPr/>
    </dgm:pt>
    <dgm:pt modelId="{94CC67AE-CA4B-426C-B0CF-E2685CBDDB95}" type="pres">
      <dgm:prSet presAssocID="{2A22E84C-3AA3-4E9C-AE5F-9C2FB0D7FB11}" presName="Child" presStyleLbl="revTx" presStyleIdx="7" presStyleCnt="10">
        <dgm:presLayoutVars>
          <dgm:chMax val="0"/>
          <dgm:chPref val="0"/>
          <dgm:bulletEnabled val="1"/>
        </dgm:presLayoutVars>
      </dgm:prSet>
      <dgm:spPr/>
    </dgm:pt>
    <dgm:pt modelId="{641F6E12-88A3-4D2C-8FCB-CD3F5BBC1A9E}" type="pres">
      <dgm:prSet presAssocID="{744EA591-F199-49C2-B63A-82709D96C729}" presName="sibTrans" presStyleCnt="0"/>
      <dgm:spPr/>
    </dgm:pt>
    <dgm:pt modelId="{6EFC8EAA-6C8D-46FA-8CBB-15F9EC2B92B8}" type="pres">
      <dgm:prSet presAssocID="{36045517-CEA4-4BE3-B836-C2B6BFE5649B}" presName="ParentComposite" presStyleCnt="0"/>
      <dgm:spPr/>
    </dgm:pt>
    <dgm:pt modelId="{7C0E5526-7B87-493E-96A3-0543770C1F9C}" type="pres">
      <dgm:prSet presAssocID="{36045517-CEA4-4BE3-B836-C2B6BFE5649B}" presName="Chord" presStyleLbl="bgShp" presStyleIdx="4" presStyleCnt="5"/>
      <dgm:spPr/>
    </dgm:pt>
    <dgm:pt modelId="{BAEF92AD-7B9F-497B-BD44-77739E9D1F72}" type="pres">
      <dgm:prSet presAssocID="{36045517-CEA4-4BE3-B836-C2B6BFE5649B}" presName="Pie" presStyleLbl="alignNode1" presStyleIdx="4" presStyleCnt="5"/>
      <dgm:spPr/>
    </dgm:pt>
    <dgm:pt modelId="{5924FA43-3341-44F3-8170-B7D7B1EB3FB4}" type="pres">
      <dgm:prSet presAssocID="{36045517-CEA4-4BE3-B836-C2B6BFE5649B}" presName="Parent" presStyleLbl="revTx" presStyleIdx="8" presStyleCnt="10">
        <dgm:presLayoutVars>
          <dgm:chMax val="1"/>
          <dgm:chPref val="1"/>
          <dgm:bulletEnabled val="1"/>
        </dgm:presLayoutVars>
      </dgm:prSet>
      <dgm:spPr/>
    </dgm:pt>
    <dgm:pt modelId="{9660DA9C-4791-4B3B-85EA-A41CD06BFD32}" type="pres">
      <dgm:prSet presAssocID="{C901204A-BC8E-4B62-854A-DFB2104323F5}" presName="negSibTrans" presStyleCnt="0"/>
      <dgm:spPr/>
    </dgm:pt>
    <dgm:pt modelId="{E308B6E4-5048-45F6-BF56-286C689628D3}" type="pres">
      <dgm:prSet presAssocID="{36045517-CEA4-4BE3-B836-C2B6BFE5649B}" presName="composite" presStyleCnt="0"/>
      <dgm:spPr/>
    </dgm:pt>
    <dgm:pt modelId="{69DA2315-58F2-406B-8F37-BBED3B4E6E36}" type="pres">
      <dgm:prSet presAssocID="{36045517-CEA4-4BE3-B836-C2B6BFE5649B}" presName="Child" presStyleLbl="revTx" presStyleIdx="9" presStyleCnt="10">
        <dgm:presLayoutVars>
          <dgm:chMax val="0"/>
          <dgm:chPref val="0"/>
          <dgm:bulletEnabled val="1"/>
        </dgm:presLayoutVars>
      </dgm:prSet>
      <dgm:spPr/>
    </dgm:pt>
  </dgm:ptLst>
  <dgm:cxnLst>
    <dgm:cxn modelId="{CCBE441D-9B08-4444-9E76-92FC30433E2C}" type="presOf" srcId="{F64D9B44-8949-42CE-A3F5-920CF85E6D38}" destId="{69DA2315-58F2-406B-8F37-BBED3B4E6E36}" srcOrd="0" destOrd="1" presId="urn:microsoft.com/office/officeart/2009/3/layout/PieProcess"/>
    <dgm:cxn modelId="{2AA9C11F-1F1D-428E-801A-47EAA766C99D}" srcId="{B9C32B05-62EA-407A-B21C-2310C7945705}" destId="{42D71409-67F9-455C-8C6D-716D284AAA6B}" srcOrd="0" destOrd="0" parTransId="{51680ED1-AF6E-4B28-AE94-92B0EFB0DF7D}" sibTransId="{478B7D3C-9FB4-4BC6-90AC-49960560DECD}"/>
    <dgm:cxn modelId="{AE615F21-2DFA-47EA-9A1E-23DFCE013E4B}" type="presOf" srcId="{36045517-CEA4-4BE3-B836-C2B6BFE5649B}" destId="{5924FA43-3341-44F3-8170-B7D7B1EB3FB4}" srcOrd="0" destOrd="0" presId="urn:microsoft.com/office/officeart/2009/3/layout/PieProcess"/>
    <dgm:cxn modelId="{B4F3EA32-CE64-4A92-9BAE-BC57E5392B05}" srcId="{B9C32B05-62EA-407A-B21C-2310C7945705}" destId="{F66099B6-DBBD-4AB0-82D2-877B80F846F7}" srcOrd="1" destOrd="0" parTransId="{B09C8BFB-F41C-4AC4-AB94-F216E3081C2D}" sibTransId="{BC531B32-9B0E-482E-BF91-65C61F17168D}"/>
    <dgm:cxn modelId="{75634733-257B-4B99-AD9E-F8BD0905940F}" type="presOf" srcId="{6CF284C3-4A70-4432-8F33-E75A802B3330}" destId="{11204B70-A9D5-4D20-B79C-4EA145D23AE4}" srcOrd="0" destOrd="0" presId="urn:microsoft.com/office/officeart/2009/3/layout/PieProcess"/>
    <dgm:cxn modelId="{35013F34-57BC-4E3C-A003-07C0E49926DB}" srcId="{F66099B6-DBBD-4AB0-82D2-877B80F846F7}" destId="{BE788BF5-FE9F-4C7D-A1CD-9232D7860179}" srcOrd="1" destOrd="0" parTransId="{963A52CB-C772-45F2-8A30-8ABA6B14D3CE}" sibTransId="{88191C5E-55BA-42F2-B842-FC86CBBADC0F}"/>
    <dgm:cxn modelId="{4019353B-443B-4DED-AA6C-3C60E18414C7}" srcId="{B9C32B05-62EA-407A-B21C-2310C7945705}" destId="{36045517-CEA4-4BE3-B836-C2B6BFE5649B}" srcOrd="4" destOrd="0" parTransId="{6231A36F-9B04-4B4A-917A-7E163AFFC956}" sibTransId="{BFF3C5ED-87D0-4709-A3B8-A7BF0668006A}"/>
    <dgm:cxn modelId="{C5CAAA3E-C9DC-4A6C-A160-800D279919FF}" type="presOf" srcId="{BE788BF5-FE9F-4C7D-A1CD-9232D7860179}" destId="{11204B70-A9D5-4D20-B79C-4EA145D23AE4}" srcOrd="0" destOrd="1" presId="urn:microsoft.com/office/officeart/2009/3/layout/PieProcess"/>
    <dgm:cxn modelId="{F091E13E-CC91-4760-8919-F8E7FA115B30}" srcId="{36045517-CEA4-4BE3-B836-C2B6BFE5649B}" destId="{F64D9B44-8949-42CE-A3F5-920CF85E6D38}" srcOrd="1" destOrd="0" parTransId="{81AB81A4-D793-40B9-964C-9DA3AF17B95D}" sibTransId="{ECDC803C-5DBD-4EEE-A68A-AC8585F1A4EB}"/>
    <dgm:cxn modelId="{7F132C63-06DD-4881-9442-91FA1282C1D5}" type="presOf" srcId="{2A22E84C-3AA3-4E9C-AE5F-9C2FB0D7FB11}" destId="{210EB8E4-3649-43CA-AEAB-D673B507D88F}" srcOrd="0" destOrd="0" presId="urn:microsoft.com/office/officeart/2009/3/layout/PieProcess"/>
    <dgm:cxn modelId="{08D00C44-90EC-4129-A201-ED0873C94FB2}" type="presOf" srcId="{3CE06941-9820-4827-8B16-CD80CC49F780}" destId="{F70345C1-6E3A-4DBC-A3A5-5BBB33073453}" srcOrd="0" destOrd="0" presId="urn:microsoft.com/office/officeart/2009/3/layout/PieProcess"/>
    <dgm:cxn modelId="{71A7BC44-F556-492F-9B22-ACA1A05C8992}" type="presOf" srcId="{8EA7219F-BDB2-48EB-9EEB-3133522D132E}" destId="{14BBA40C-F75F-425E-B9F7-9D89F6163265}" srcOrd="0" destOrd="0" presId="urn:microsoft.com/office/officeart/2009/3/layout/PieProcess"/>
    <dgm:cxn modelId="{77153265-EDB2-4083-AA78-C49770F9B3A3}" type="presOf" srcId="{F66099B6-DBBD-4AB0-82D2-877B80F846F7}" destId="{4B47C1FA-15F6-4A92-8845-1F2947AAEE43}" srcOrd="0" destOrd="0" presId="urn:microsoft.com/office/officeart/2009/3/layout/PieProcess"/>
    <dgm:cxn modelId="{F793906B-6E07-4C08-AEC3-F98EAE384030}" type="presOf" srcId="{3AF880A5-0F00-4315-A5DF-1FE656798601}" destId="{14BBA40C-F75F-425E-B9F7-9D89F6163265}" srcOrd="0" destOrd="1" presId="urn:microsoft.com/office/officeart/2009/3/layout/PieProcess"/>
    <dgm:cxn modelId="{C9A2AB6E-EACD-40F1-81E0-716EC7A03CB0}" type="presOf" srcId="{386C2B6D-2EE1-4682-AE61-EE246CD54E31}" destId="{F70345C1-6E3A-4DBC-A3A5-5BBB33073453}" srcOrd="0" destOrd="1" presId="urn:microsoft.com/office/officeart/2009/3/layout/PieProcess"/>
    <dgm:cxn modelId="{6F984950-E26C-4DAE-B7E1-924734486865}" type="presOf" srcId="{9ADACFBF-2A78-45C9-A7C4-5E5DBC674760}" destId="{94CC67AE-CA4B-426C-B0CF-E2685CBDDB95}" srcOrd="0" destOrd="0" presId="urn:microsoft.com/office/officeart/2009/3/layout/PieProcess"/>
    <dgm:cxn modelId="{52F6A073-0C1B-441B-BBFD-2D57672046CF}" type="presOf" srcId="{110CC072-E78D-486A-BD24-8CD6CE5683E0}" destId="{69DA2315-58F2-406B-8F37-BBED3B4E6E36}" srcOrd="0" destOrd="0" presId="urn:microsoft.com/office/officeart/2009/3/layout/PieProcess"/>
    <dgm:cxn modelId="{46E58A55-1FF3-486E-86E9-17CDBB37B8E1}" type="presOf" srcId="{6C39594C-4AE1-4221-9751-E4FBA9469435}" destId="{94CC67AE-CA4B-426C-B0CF-E2685CBDDB95}" srcOrd="0" destOrd="1" presId="urn:microsoft.com/office/officeart/2009/3/layout/PieProcess"/>
    <dgm:cxn modelId="{7F96AC57-2F84-4E8C-AA92-E82865EE63FE}" srcId="{EE62A4F6-4AC4-435B-990E-81A71CE8CAC7}" destId="{386C2B6D-2EE1-4682-AE61-EE246CD54E31}" srcOrd="1" destOrd="0" parTransId="{649D72FB-0D8F-479C-87D1-C73133EF35E2}" sibTransId="{E1C9E6F1-2ED2-4DD8-9B78-28FC1AF5D352}"/>
    <dgm:cxn modelId="{9793577B-5BB3-4444-B427-C2D1CA3BE08C}" type="presOf" srcId="{EE62A4F6-4AC4-435B-990E-81A71CE8CAC7}" destId="{36836FCA-A2BB-4DDD-83AB-23EFB1A998BF}" srcOrd="0" destOrd="0" presId="urn:microsoft.com/office/officeart/2009/3/layout/PieProcess"/>
    <dgm:cxn modelId="{2B98897D-9937-49AC-9FE9-6629E912033A}" srcId="{2A22E84C-3AA3-4E9C-AE5F-9C2FB0D7FB11}" destId="{9ADACFBF-2A78-45C9-A7C4-5E5DBC674760}" srcOrd="0" destOrd="0" parTransId="{E121796C-71AB-4354-A1D4-3BF0025298A5}" sibTransId="{F3FE7E5A-DC73-423B-998C-02943CF263BF}"/>
    <dgm:cxn modelId="{2DC24386-BC50-4BAB-8571-16CB10C2603C}" srcId="{F66099B6-DBBD-4AB0-82D2-877B80F846F7}" destId="{6CF284C3-4A70-4432-8F33-E75A802B3330}" srcOrd="0" destOrd="0" parTransId="{044831E6-2FC9-4DDA-81FB-5FA418568D07}" sibTransId="{CD50B82D-84BB-4747-B282-ABB339EBA294}"/>
    <dgm:cxn modelId="{C99CE395-39F6-46B4-938C-9BF085685D1A}" srcId="{EE62A4F6-4AC4-435B-990E-81A71CE8CAC7}" destId="{3CE06941-9820-4827-8B16-CD80CC49F780}" srcOrd="0" destOrd="0" parTransId="{141A3C92-8966-4E2F-82E4-2E09E22674B2}" sibTransId="{F58FC55B-E61F-445C-956E-0BB2202254CA}"/>
    <dgm:cxn modelId="{7AF91B96-DA69-42D6-83DE-0E63677A4C47}" srcId="{2A22E84C-3AA3-4E9C-AE5F-9C2FB0D7FB11}" destId="{6C39594C-4AE1-4221-9751-E4FBA9469435}" srcOrd="1" destOrd="0" parTransId="{EA90E5E0-265B-4677-A3EF-FCD0DFDF4F41}" sibTransId="{F04E3063-747B-4761-B46E-8C06B2EF3C55}"/>
    <dgm:cxn modelId="{3A2CECA6-0C5B-46BB-B7C6-7D37E9D210BD}" srcId="{B9C32B05-62EA-407A-B21C-2310C7945705}" destId="{EE62A4F6-4AC4-435B-990E-81A71CE8CAC7}" srcOrd="2" destOrd="0" parTransId="{F287B947-7343-4FA2-B288-B23A59FFAE31}" sibTransId="{389F9A93-0231-4877-8C41-5D5B8DD7AAC0}"/>
    <dgm:cxn modelId="{6F1A14B2-8A96-4A95-86A5-01E0FDC1105D}" type="presOf" srcId="{B9C32B05-62EA-407A-B21C-2310C7945705}" destId="{E4A97A72-F849-4255-9501-1CFFFF0BF429}" srcOrd="0" destOrd="0" presId="urn:microsoft.com/office/officeart/2009/3/layout/PieProcess"/>
    <dgm:cxn modelId="{5670A7D8-BA42-4857-8679-D269077AD7D7}" srcId="{36045517-CEA4-4BE3-B836-C2B6BFE5649B}" destId="{110CC072-E78D-486A-BD24-8CD6CE5683E0}" srcOrd="0" destOrd="0" parTransId="{EFE20FCA-41FE-42D4-8C71-85751017ADFF}" sibTransId="{C901204A-BC8E-4B62-854A-DFB2104323F5}"/>
    <dgm:cxn modelId="{24F8CBE2-5003-4E69-A772-6B98F2B05181}" srcId="{42D71409-67F9-455C-8C6D-716D284AAA6B}" destId="{3AF880A5-0F00-4315-A5DF-1FE656798601}" srcOrd="1" destOrd="0" parTransId="{A13BB1F9-5857-4B43-8BF5-6589AA2CB759}" sibTransId="{C198C41D-2640-4669-83ED-E0CD35701C8E}"/>
    <dgm:cxn modelId="{BEB859E7-C343-408E-86A1-667C27EE5761}" srcId="{B9C32B05-62EA-407A-B21C-2310C7945705}" destId="{2A22E84C-3AA3-4E9C-AE5F-9C2FB0D7FB11}" srcOrd="3" destOrd="0" parTransId="{6C025E55-DF42-4C5D-AFD5-6015FA053D46}" sibTransId="{744EA591-F199-49C2-B63A-82709D96C729}"/>
    <dgm:cxn modelId="{9D098AEA-20CA-4D5C-9EBF-ED01B54465FA}" type="presOf" srcId="{42D71409-67F9-455C-8C6D-716D284AAA6B}" destId="{685D48D3-4A07-4B33-A573-3E30E09A99CA}" srcOrd="0" destOrd="0" presId="urn:microsoft.com/office/officeart/2009/3/layout/PieProcess"/>
    <dgm:cxn modelId="{58AD7EEF-D408-406B-87EE-4691D4C30668}" srcId="{42D71409-67F9-455C-8C6D-716D284AAA6B}" destId="{8EA7219F-BDB2-48EB-9EEB-3133522D132E}" srcOrd="0" destOrd="0" parTransId="{3EE8403A-CB7C-4815-85BD-AEBCAEB71B37}" sibTransId="{C94B7947-85DC-4B21-BB99-DF8438356F98}"/>
    <dgm:cxn modelId="{164549CB-6D42-451A-86F0-7561D1775093}" type="presParOf" srcId="{E4A97A72-F849-4255-9501-1CFFFF0BF429}" destId="{E63CB556-1C08-46DD-9B7F-8B5A9626C56F}" srcOrd="0" destOrd="0" presId="urn:microsoft.com/office/officeart/2009/3/layout/PieProcess"/>
    <dgm:cxn modelId="{CD362350-284E-4638-877E-36714675276F}" type="presParOf" srcId="{E63CB556-1C08-46DD-9B7F-8B5A9626C56F}" destId="{86C78FB8-58CD-4041-9BE3-D11C3FEFD4F0}" srcOrd="0" destOrd="0" presId="urn:microsoft.com/office/officeart/2009/3/layout/PieProcess"/>
    <dgm:cxn modelId="{6AA10B11-6CA8-4BE5-B1CD-0318F7E07EE0}" type="presParOf" srcId="{E63CB556-1C08-46DD-9B7F-8B5A9626C56F}" destId="{9938599A-E539-4800-B805-1E1818F2A7DF}" srcOrd="1" destOrd="0" presId="urn:microsoft.com/office/officeart/2009/3/layout/PieProcess"/>
    <dgm:cxn modelId="{A20F5236-C8E2-4C23-843E-74B8FC1096BE}" type="presParOf" srcId="{E63CB556-1C08-46DD-9B7F-8B5A9626C56F}" destId="{685D48D3-4A07-4B33-A573-3E30E09A99CA}" srcOrd="2" destOrd="0" presId="urn:microsoft.com/office/officeart/2009/3/layout/PieProcess"/>
    <dgm:cxn modelId="{3D8323E8-DF2C-4C6E-AFF2-7401EB6532D3}" type="presParOf" srcId="{E4A97A72-F849-4255-9501-1CFFFF0BF429}" destId="{5409A62A-5A69-499F-9147-0D1D3A2BC1E8}" srcOrd="1" destOrd="0" presId="urn:microsoft.com/office/officeart/2009/3/layout/PieProcess"/>
    <dgm:cxn modelId="{A3630A3F-A37D-4F5F-A16B-1A8C312EC473}" type="presParOf" srcId="{E4A97A72-F849-4255-9501-1CFFFF0BF429}" destId="{11A5C5FE-0032-4D16-996E-9993D216057F}" srcOrd="2" destOrd="0" presId="urn:microsoft.com/office/officeart/2009/3/layout/PieProcess"/>
    <dgm:cxn modelId="{6566250E-6841-49AF-8D8F-0FA711F12AD6}" type="presParOf" srcId="{11A5C5FE-0032-4D16-996E-9993D216057F}" destId="{14BBA40C-F75F-425E-B9F7-9D89F6163265}" srcOrd="0" destOrd="0" presId="urn:microsoft.com/office/officeart/2009/3/layout/PieProcess"/>
    <dgm:cxn modelId="{42118738-E2DB-4EF4-8F69-5F7D1D691521}" type="presParOf" srcId="{E4A97A72-F849-4255-9501-1CFFFF0BF429}" destId="{918B23A4-EEF5-431B-AB00-E8BB2ABB9907}" srcOrd="3" destOrd="0" presId="urn:microsoft.com/office/officeart/2009/3/layout/PieProcess"/>
    <dgm:cxn modelId="{B11B0305-CFE1-44F3-8732-B715E903AA34}" type="presParOf" srcId="{E4A97A72-F849-4255-9501-1CFFFF0BF429}" destId="{2AAADB28-7E54-441F-8F4E-2A74E2754C5C}" srcOrd="4" destOrd="0" presId="urn:microsoft.com/office/officeart/2009/3/layout/PieProcess"/>
    <dgm:cxn modelId="{13509DE7-B111-4309-B525-49371EF58C96}" type="presParOf" srcId="{2AAADB28-7E54-441F-8F4E-2A74E2754C5C}" destId="{E90D5009-EA17-42C2-AE95-A21F2827DE74}" srcOrd="0" destOrd="0" presId="urn:microsoft.com/office/officeart/2009/3/layout/PieProcess"/>
    <dgm:cxn modelId="{2630221A-2266-4018-B9D5-2C1FDF2A0E27}" type="presParOf" srcId="{2AAADB28-7E54-441F-8F4E-2A74E2754C5C}" destId="{C7DFCD72-810C-4711-A500-135F0749ADF4}" srcOrd="1" destOrd="0" presId="urn:microsoft.com/office/officeart/2009/3/layout/PieProcess"/>
    <dgm:cxn modelId="{EC44527E-9E8D-413C-B849-AA8AC088E08F}" type="presParOf" srcId="{2AAADB28-7E54-441F-8F4E-2A74E2754C5C}" destId="{4B47C1FA-15F6-4A92-8845-1F2947AAEE43}" srcOrd="2" destOrd="0" presId="urn:microsoft.com/office/officeart/2009/3/layout/PieProcess"/>
    <dgm:cxn modelId="{82234905-2A95-4EC2-8BDC-5972F85B8D54}" type="presParOf" srcId="{E4A97A72-F849-4255-9501-1CFFFF0BF429}" destId="{B93A78D5-0B4A-4638-9DA6-098F306C024E}" srcOrd="5" destOrd="0" presId="urn:microsoft.com/office/officeart/2009/3/layout/PieProcess"/>
    <dgm:cxn modelId="{042CFA7F-B620-4F98-970F-A513A67FB487}" type="presParOf" srcId="{E4A97A72-F849-4255-9501-1CFFFF0BF429}" destId="{A16DB3EF-178E-4364-8AB6-9453E7B26794}" srcOrd="6" destOrd="0" presId="urn:microsoft.com/office/officeart/2009/3/layout/PieProcess"/>
    <dgm:cxn modelId="{060E138E-C1D5-4ECC-8BB7-9EA2626ADFAD}" type="presParOf" srcId="{A16DB3EF-178E-4364-8AB6-9453E7B26794}" destId="{11204B70-A9D5-4D20-B79C-4EA145D23AE4}" srcOrd="0" destOrd="0" presId="urn:microsoft.com/office/officeart/2009/3/layout/PieProcess"/>
    <dgm:cxn modelId="{F75DAFCC-3F8B-4DDC-8E12-562D22B126C9}" type="presParOf" srcId="{E4A97A72-F849-4255-9501-1CFFFF0BF429}" destId="{00747B04-5055-4A96-8DD5-6C0C23DBE858}" srcOrd="7" destOrd="0" presId="urn:microsoft.com/office/officeart/2009/3/layout/PieProcess"/>
    <dgm:cxn modelId="{21FCB771-CFA9-44CE-8221-C6160092FF87}" type="presParOf" srcId="{E4A97A72-F849-4255-9501-1CFFFF0BF429}" destId="{E1FA9AB0-58F9-40C5-AF6D-CA079A191B49}" srcOrd="8" destOrd="0" presId="urn:microsoft.com/office/officeart/2009/3/layout/PieProcess"/>
    <dgm:cxn modelId="{E7C57A1B-EDD4-419A-BE10-B054C7CCFD50}" type="presParOf" srcId="{E1FA9AB0-58F9-40C5-AF6D-CA079A191B49}" destId="{7FD05309-F2D0-4626-8419-CEB432BAB241}" srcOrd="0" destOrd="0" presId="urn:microsoft.com/office/officeart/2009/3/layout/PieProcess"/>
    <dgm:cxn modelId="{C67B7147-201F-449F-97C3-6EC05C69EF18}" type="presParOf" srcId="{E1FA9AB0-58F9-40C5-AF6D-CA079A191B49}" destId="{9644A77B-3AF8-4D34-8A45-1A20CB7CD921}" srcOrd="1" destOrd="0" presId="urn:microsoft.com/office/officeart/2009/3/layout/PieProcess"/>
    <dgm:cxn modelId="{792504ED-638A-46A8-A285-20BF9B1EF686}" type="presParOf" srcId="{E1FA9AB0-58F9-40C5-AF6D-CA079A191B49}" destId="{36836FCA-A2BB-4DDD-83AB-23EFB1A998BF}" srcOrd="2" destOrd="0" presId="urn:microsoft.com/office/officeart/2009/3/layout/PieProcess"/>
    <dgm:cxn modelId="{B1F1179B-B6EB-45D7-AC8F-BAAC0818F752}" type="presParOf" srcId="{E4A97A72-F849-4255-9501-1CFFFF0BF429}" destId="{069F4B5C-AFF0-455D-85F1-BC5EAEBC1489}" srcOrd="9" destOrd="0" presId="urn:microsoft.com/office/officeart/2009/3/layout/PieProcess"/>
    <dgm:cxn modelId="{176F0BBC-3DF7-45D8-9217-FAAA8ED51168}" type="presParOf" srcId="{E4A97A72-F849-4255-9501-1CFFFF0BF429}" destId="{579C649C-0596-467C-8E1B-589FB8D5F912}" srcOrd="10" destOrd="0" presId="urn:microsoft.com/office/officeart/2009/3/layout/PieProcess"/>
    <dgm:cxn modelId="{4CF56E4E-99D4-43DE-A8D8-D7B0158C1B3F}" type="presParOf" srcId="{579C649C-0596-467C-8E1B-589FB8D5F912}" destId="{F70345C1-6E3A-4DBC-A3A5-5BBB33073453}" srcOrd="0" destOrd="0" presId="urn:microsoft.com/office/officeart/2009/3/layout/PieProcess"/>
    <dgm:cxn modelId="{C71C2D5F-C656-49B5-AC9C-D4A94EE102D0}" type="presParOf" srcId="{E4A97A72-F849-4255-9501-1CFFFF0BF429}" destId="{712120D7-D585-4781-ADB1-618B2BEBC2C6}" srcOrd="11" destOrd="0" presId="urn:microsoft.com/office/officeart/2009/3/layout/PieProcess"/>
    <dgm:cxn modelId="{53B7F12E-4C54-4AD3-A27F-5BD71A73A514}" type="presParOf" srcId="{E4A97A72-F849-4255-9501-1CFFFF0BF429}" destId="{7AABB5B5-95CE-4E92-A377-748C6A7EEFD5}" srcOrd="12" destOrd="0" presId="urn:microsoft.com/office/officeart/2009/3/layout/PieProcess"/>
    <dgm:cxn modelId="{D236C22B-11C9-4347-BB57-C150298EB4CE}" type="presParOf" srcId="{7AABB5B5-95CE-4E92-A377-748C6A7EEFD5}" destId="{9D556EF3-F325-4108-8E1D-3E147A0FC377}" srcOrd="0" destOrd="0" presId="urn:microsoft.com/office/officeart/2009/3/layout/PieProcess"/>
    <dgm:cxn modelId="{784DD656-55D1-451C-9092-62135C0EECD5}" type="presParOf" srcId="{7AABB5B5-95CE-4E92-A377-748C6A7EEFD5}" destId="{2B5A36C8-1B26-4A40-B283-95B35E503A96}" srcOrd="1" destOrd="0" presId="urn:microsoft.com/office/officeart/2009/3/layout/PieProcess"/>
    <dgm:cxn modelId="{EB42530C-54A6-4E2C-B855-82A09FC497C6}" type="presParOf" srcId="{7AABB5B5-95CE-4E92-A377-748C6A7EEFD5}" destId="{210EB8E4-3649-43CA-AEAB-D673B507D88F}" srcOrd="2" destOrd="0" presId="urn:microsoft.com/office/officeart/2009/3/layout/PieProcess"/>
    <dgm:cxn modelId="{DE543463-DF7B-4774-8F8B-8A3AFCE13028}" type="presParOf" srcId="{E4A97A72-F849-4255-9501-1CFFFF0BF429}" destId="{2821ADAC-9244-4CA8-ACD3-9CB55DE15FCD}" srcOrd="13" destOrd="0" presId="urn:microsoft.com/office/officeart/2009/3/layout/PieProcess"/>
    <dgm:cxn modelId="{FD3519FF-EAB1-42E0-AB29-B294004AFBE7}" type="presParOf" srcId="{E4A97A72-F849-4255-9501-1CFFFF0BF429}" destId="{142B4955-4A40-4910-9EED-5E080012641E}" srcOrd="14" destOrd="0" presId="urn:microsoft.com/office/officeart/2009/3/layout/PieProcess"/>
    <dgm:cxn modelId="{401D1C74-FEE3-40DE-98CC-69E9377B99F2}" type="presParOf" srcId="{142B4955-4A40-4910-9EED-5E080012641E}" destId="{94CC67AE-CA4B-426C-B0CF-E2685CBDDB95}" srcOrd="0" destOrd="0" presId="urn:microsoft.com/office/officeart/2009/3/layout/PieProcess"/>
    <dgm:cxn modelId="{D38E9B92-C154-4AA1-BD47-32435C014413}" type="presParOf" srcId="{E4A97A72-F849-4255-9501-1CFFFF0BF429}" destId="{641F6E12-88A3-4D2C-8FCB-CD3F5BBC1A9E}" srcOrd="15" destOrd="0" presId="urn:microsoft.com/office/officeart/2009/3/layout/PieProcess"/>
    <dgm:cxn modelId="{7BA9E2DE-4F5B-4B9C-B7C0-3D75FF177963}" type="presParOf" srcId="{E4A97A72-F849-4255-9501-1CFFFF0BF429}" destId="{6EFC8EAA-6C8D-46FA-8CBB-15F9EC2B92B8}" srcOrd="16" destOrd="0" presId="urn:microsoft.com/office/officeart/2009/3/layout/PieProcess"/>
    <dgm:cxn modelId="{86856815-8854-48EE-80DC-2832B5A47657}" type="presParOf" srcId="{6EFC8EAA-6C8D-46FA-8CBB-15F9EC2B92B8}" destId="{7C0E5526-7B87-493E-96A3-0543770C1F9C}" srcOrd="0" destOrd="0" presId="urn:microsoft.com/office/officeart/2009/3/layout/PieProcess"/>
    <dgm:cxn modelId="{D06E5AAB-B772-4E86-9592-A34A6F2F6E66}" type="presParOf" srcId="{6EFC8EAA-6C8D-46FA-8CBB-15F9EC2B92B8}" destId="{BAEF92AD-7B9F-497B-BD44-77739E9D1F72}" srcOrd="1" destOrd="0" presId="urn:microsoft.com/office/officeart/2009/3/layout/PieProcess"/>
    <dgm:cxn modelId="{663619CE-9661-4147-8704-057E732B78E3}" type="presParOf" srcId="{6EFC8EAA-6C8D-46FA-8CBB-15F9EC2B92B8}" destId="{5924FA43-3341-44F3-8170-B7D7B1EB3FB4}" srcOrd="2" destOrd="0" presId="urn:microsoft.com/office/officeart/2009/3/layout/PieProcess"/>
    <dgm:cxn modelId="{45569E3D-8DC5-4B9E-99F2-0331D9C92810}" type="presParOf" srcId="{E4A97A72-F849-4255-9501-1CFFFF0BF429}" destId="{9660DA9C-4791-4B3B-85EA-A41CD06BFD32}" srcOrd="17" destOrd="0" presId="urn:microsoft.com/office/officeart/2009/3/layout/PieProcess"/>
    <dgm:cxn modelId="{49755BFA-24EE-4500-9A5B-0C30239D15EE}" type="presParOf" srcId="{E4A97A72-F849-4255-9501-1CFFFF0BF429}" destId="{E308B6E4-5048-45F6-BF56-286C689628D3}" srcOrd="18" destOrd="0" presId="urn:microsoft.com/office/officeart/2009/3/layout/PieProcess"/>
    <dgm:cxn modelId="{F9186B7C-7619-4623-AD4C-402F6951AE86}" type="presParOf" srcId="{E308B6E4-5048-45F6-BF56-286C689628D3}" destId="{69DA2315-58F2-406B-8F37-BBED3B4E6E36}" srcOrd="0" destOrd="0" presId="urn:microsoft.com/office/officeart/2009/3/layout/PieProcess"/>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50.xml><?xml version="1.0" encoding="utf-8"?>
<dgm:dataModel xmlns:dgm="http://schemas.openxmlformats.org/drawingml/2006/diagram" xmlns:a="http://schemas.openxmlformats.org/drawingml/2006/main">
  <dgm:ptLst>
    <dgm:pt modelId="{B9C32B05-62EA-407A-B21C-2310C7945705}" type="doc">
      <dgm:prSet loTypeId="urn:microsoft.com/office/officeart/2005/8/layout/hProcess9" loCatId="process"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F66099B6-DBBD-4AB0-82D2-877B80F846F7}">
      <dgm:prSet phldrT="[Text]"/>
      <dgm:spPr/>
      <dgm:t>
        <a:bodyPr/>
        <a:lstStyle/>
        <a:p>
          <a:r>
            <a:rPr lang="en-US" dirty="0"/>
            <a:t>Lorem Ipsum</a:t>
          </a:r>
        </a:p>
      </dgm:t>
    </dgm:pt>
    <dgm:pt modelId="{B09C8BFB-F41C-4AC4-AB94-F216E3081C2D}" type="parTrans" cxnId="{B4F3EA32-CE64-4A92-9BAE-BC57E5392B05}">
      <dgm:prSet/>
      <dgm:spPr/>
      <dgm:t>
        <a:bodyPr/>
        <a:lstStyle/>
        <a:p>
          <a:endParaRPr lang="en-US"/>
        </a:p>
      </dgm:t>
    </dgm:pt>
    <dgm:pt modelId="{BC531B32-9B0E-482E-BF91-65C61F17168D}" type="sibTrans" cxnId="{B4F3EA32-CE64-4A92-9BAE-BC57E5392B05}">
      <dgm:prSet/>
      <dgm:spPr/>
      <dgm:t>
        <a:bodyPr/>
        <a:lstStyle/>
        <a:p>
          <a:endParaRPr lang="en-US"/>
        </a:p>
      </dgm:t>
    </dgm:pt>
    <dgm:pt modelId="{EE62A4F6-4AC4-435B-990E-81A71CE8CAC7}">
      <dgm:prSet phldrT="[Text]"/>
      <dgm:spPr/>
      <dgm:t>
        <a:bodyPr/>
        <a:lstStyle/>
        <a:p>
          <a:r>
            <a:rPr lang="en-US" dirty="0"/>
            <a:t>Lorem Ipsum</a:t>
          </a:r>
        </a:p>
      </dgm:t>
    </dgm:pt>
    <dgm:pt modelId="{F287B947-7343-4FA2-B288-B23A59FFAE31}" type="parTrans" cxnId="{3A2CECA6-0C5B-46BB-B7C6-7D37E9D210BD}">
      <dgm:prSet/>
      <dgm:spPr/>
      <dgm:t>
        <a:bodyPr/>
        <a:lstStyle/>
        <a:p>
          <a:endParaRPr lang="en-US"/>
        </a:p>
      </dgm:t>
    </dgm:pt>
    <dgm:pt modelId="{389F9A93-0231-4877-8C41-5D5B8DD7AAC0}" type="sibTrans" cxnId="{3A2CECA6-0C5B-46BB-B7C6-7D37E9D210BD}">
      <dgm:prSet/>
      <dgm:spPr/>
      <dgm:t>
        <a:bodyPr/>
        <a:lstStyle/>
        <a:p>
          <a:endParaRPr lang="en-US"/>
        </a:p>
      </dgm:t>
    </dgm:pt>
    <dgm:pt modelId="{6CF284C3-4A70-4432-8F33-E75A802B3330}">
      <dgm:prSet/>
      <dgm:spPr/>
      <dgm:t>
        <a:bodyPr/>
        <a:lstStyle/>
        <a:p>
          <a:r>
            <a:rPr lang="en-US" dirty="0"/>
            <a:t>Some text here</a:t>
          </a:r>
        </a:p>
      </dgm:t>
    </dgm:pt>
    <dgm:pt modelId="{044831E6-2FC9-4DDA-81FB-5FA418568D07}" type="parTrans" cxnId="{2DC24386-BC50-4BAB-8571-16CB10C2603C}">
      <dgm:prSet/>
      <dgm:spPr/>
      <dgm:t>
        <a:bodyPr/>
        <a:lstStyle/>
        <a:p>
          <a:endParaRPr lang="en-US"/>
        </a:p>
      </dgm:t>
    </dgm:pt>
    <dgm:pt modelId="{CD50B82D-84BB-4747-B282-ABB339EBA294}" type="sibTrans" cxnId="{2DC24386-BC50-4BAB-8571-16CB10C2603C}">
      <dgm:prSet/>
      <dgm:spPr/>
      <dgm:t>
        <a:bodyPr/>
        <a:lstStyle/>
        <a:p>
          <a:endParaRPr lang="en-US"/>
        </a:p>
      </dgm:t>
    </dgm:pt>
    <dgm:pt modelId="{3AF880A5-0F00-4315-A5DF-1FE656798601}">
      <dgm:prSet phldrT="[Text]"/>
      <dgm:spPr/>
      <dgm:t>
        <a:bodyPr/>
        <a:lstStyle/>
        <a:p>
          <a:r>
            <a:rPr lang="en-US" dirty="0"/>
            <a:t>Some text here</a:t>
          </a:r>
        </a:p>
      </dgm:t>
    </dgm:pt>
    <dgm:pt modelId="{A13BB1F9-5857-4B43-8BF5-6589AA2CB759}" type="parTrans" cxnId="{24F8CBE2-5003-4E69-A772-6B98F2B05181}">
      <dgm:prSet/>
      <dgm:spPr/>
      <dgm:t>
        <a:bodyPr/>
        <a:lstStyle/>
        <a:p>
          <a:endParaRPr lang="en-US"/>
        </a:p>
      </dgm:t>
    </dgm:pt>
    <dgm:pt modelId="{C198C41D-2640-4669-83ED-E0CD35701C8E}" type="sibTrans" cxnId="{24F8CBE2-5003-4E69-A772-6B98F2B05181}">
      <dgm:prSet/>
      <dgm:spPr/>
      <dgm:t>
        <a:bodyPr/>
        <a:lstStyle/>
        <a:p>
          <a:endParaRPr lang="en-US"/>
        </a:p>
      </dgm:t>
    </dgm:pt>
    <dgm:pt modelId="{8EA7219F-BDB2-48EB-9EEB-3133522D132E}">
      <dgm:prSet phldrT="[Text]"/>
      <dgm:spPr/>
      <dgm:t>
        <a:bodyPr/>
        <a:lstStyle/>
        <a:p>
          <a:r>
            <a:rPr lang="en-US" dirty="0"/>
            <a:t>Some text here</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BE788BF5-FE9F-4C7D-A1CD-9232D7860179}">
      <dgm:prSet phldrT="[Text]"/>
      <dgm:spPr/>
      <dgm:t>
        <a:bodyPr/>
        <a:lstStyle/>
        <a:p>
          <a:r>
            <a:rPr lang="en-US"/>
            <a:t>Some text here</a:t>
          </a:r>
          <a:endParaRPr lang="en-US" dirty="0"/>
        </a:p>
      </dgm:t>
    </dgm:pt>
    <dgm:pt modelId="{963A52CB-C772-45F2-8A30-8ABA6B14D3CE}" type="parTrans" cxnId="{35013F34-57BC-4E3C-A003-07C0E49926DB}">
      <dgm:prSet/>
      <dgm:spPr/>
      <dgm:t>
        <a:bodyPr/>
        <a:lstStyle/>
        <a:p>
          <a:endParaRPr lang="en-US"/>
        </a:p>
      </dgm:t>
    </dgm:pt>
    <dgm:pt modelId="{88191C5E-55BA-42F2-B842-FC86CBBADC0F}" type="sibTrans" cxnId="{35013F34-57BC-4E3C-A003-07C0E49926DB}">
      <dgm:prSet/>
      <dgm:spPr/>
      <dgm:t>
        <a:bodyPr/>
        <a:lstStyle/>
        <a:p>
          <a:endParaRPr lang="en-US"/>
        </a:p>
      </dgm:t>
    </dgm:pt>
    <dgm:pt modelId="{3CE06941-9820-4827-8B16-CD80CC49F780}">
      <dgm:prSet phldrT="[Text]"/>
      <dgm:spPr/>
      <dgm:t>
        <a:bodyPr/>
        <a:lstStyle/>
        <a:p>
          <a:r>
            <a:rPr lang="en-US" dirty="0"/>
            <a:t>Some text here</a:t>
          </a:r>
        </a:p>
      </dgm:t>
    </dgm:pt>
    <dgm:pt modelId="{141A3C92-8966-4E2F-82E4-2E09E22674B2}" type="parTrans" cxnId="{C99CE395-39F6-46B4-938C-9BF085685D1A}">
      <dgm:prSet/>
      <dgm:spPr/>
      <dgm:t>
        <a:bodyPr/>
        <a:lstStyle/>
        <a:p>
          <a:endParaRPr lang="en-US"/>
        </a:p>
      </dgm:t>
    </dgm:pt>
    <dgm:pt modelId="{F58FC55B-E61F-445C-956E-0BB2202254CA}" type="sibTrans" cxnId="{C99CE395-39F6-46B4-938C-9BF085685D1A}">
      <dgm:prSet/>
      <dgm:spPr/>
      <dgm:t>
        <a:bodyPr/>
        <a:lstStyle/>
        <a:p>
          <a:endParaRPr lang="en-US"/>
        </a:p>
      </dgm:t>
    </dgm:pt>
    <dgm:pt modelId="{386C2B6D-2EE1-4682-AE61-EE246CD54E31}">
      <dgm:prSet phldrT="[Text]"/>
      <dgm:spPr/>
      <dgm:t>
        <a:bodyPr/>
        <a:lstStyle/>
        <a:p>
          <a:r>
            <a:rPr lang="en-US" dirty="0"/>
            <a:t>Some text here</a:t>
          </a:r>
        </a:p>
      </dgm:t>
    </dgm:pt>
    <dgm:pt modelId="{649D72FB-0D8F-479C-87D1-C73133EF35E2}" type="parTrans" cxnId="{7F96AC57-2F84-4E8C-AA92-E82865EE63FE}">
      <dgm:prSet/>
      <dgm:spPr/>
      <dgm:t>
        <a:bodyPr/>
        <a:lstStyle/>
        <a:p>
          <a:endParaRPr lang="en-US"/>
        </a:p>
      </dgm:t>
    </dgm:pt>
    <dgm:pt modelId="{E1C9E6F1-2ED2-4DD8-9B78-28FC1AF5D352}" type="sibTrans" cxnId="{7F96AC57-2F84-4E8C-AA92-E82865EE63FE}">
      <dgm:prSet/>
      <dgm:spPr/>
      <dgm:t>
        <a:bodyPr/>
        <a:lstStyle/>
        <a:p>
          <a:endParaRPr lang="en-US"/>
        </a:p>
      </dgm:t>
    </dgm:pt>
    <dgm:pt modelId="{2A22E84C-3AA3-4E9C-AE5F-9C2FB0D7FB11}">
      <dgm:prSet phldrT="[Text]"/>
      <dgm:spPr/>
      <dgm:t>
        <a:bodyPr/>
        <a:lstStyle/>
        <a:p>
          <a:r>
            <a:rPr lang="en-US"/>
            <a:t>Lorem Ipsum</a:t>
          </a:r>
          <a:endParaRPr lang="en-US" dirty="0"/>
        </a:p>
      </dgm:t>
    </dgm:pt>
    <dgm:pt modelId="{6C025E55-DF42-4C5D-AFD5-6015FA053D46}" type="parTrans" cxnId="{BEB859E7-C343-408E-86A1-667C27EE5761}">
      <dgm:prSet/>
      <dgm:spPr/>
      <dgm:t>
        <a:bodyPr/>
        <a:lstStyle/>
        <a:p>
          <a:endParaRPr lang="en-US"/>
        </a:p>
      </dgm:t>
    </dgm:pt>
    <dgm:pt modelId="{744EA591-F199-49C2-B63A-82709D96C729}" type="sibTrans" cxnId="{BEB859E7-C343-408E-86A1-667C27EE5761}">
      <dgm:prSet/>
      <dgm:spPr/>
      <dgm:t>
        <a:bodyPr/>
        <a:lstStyle/>
        <a:p>
          <a:endParaRPr lang="en-US"/>
        </a:p>
      </dgm:t>
    </dgm:pt>
    <dgm:pt modelId="{9ADACFBF-2A78-45C9-A7C4-5E5DBC674760}">
      <dgm:prSet phldrT="[Text]"/>
      <dgm:spPr/>
      <dgm:t>
        <a:bodyPr/>
        <a:lstStyle/>
        <a:p>
          <a:r>
            <a:rPr lang="en-US" dirty="0"/>
            <a:t>Some text here</a:t>
          </a:r>
        </a:p>
      </dgm:t>
    </dgm:pt>
    <dgm:pt modelId="{E121796C-71AB-4354-A1D4-3BF0025298A5}" type="parTrans" cxnId="{2B98897D-9937-49AC-9FE9-6629E912033A}">
      <dgm:prSet/>
      <dgm:spPr/>
      <dgm:t>
        <a:bodyPr/>
        <a:lstStyle/>
        <a:p>
          <a:endParaRPr lang="en-US"/>
        </a:p>
      </dgm:t>
    </dgm:pt>
    <dgm:pt modelId="{F3FE7E5A-DC73-423B-998C-02943CF263BF}" type="sibTrans" cxnId="{2B98897D-9937-49AC-9FE9-6629E912033A}">
      <dgm:prSet/>
      <dgm:spPr/>
      <dgm:t>
        <a:bodyPr/>
        <a:lstStyle/>
        <a:p>
          <a:endParaRPr lang="en-US"/>
        </a:p>
      </dgm:t>
    </dgm:pt>
    <dgm:pt modelId="{6C39594C-4AE1-4221-9751-E4FBA9469435}">
      <dgm:prSet phldrT="[Text]"/>
      <dgm:spPr/>
      <dgm:t>
        <a:bodyPr/>
        <a:lstStyle/>
        <a:p>
          <a:r>
            <a:rPr lang="en-US" dirty="0"/>
            <a:t>Some text here</a:t>
          </a:r>
        </a:p>
      </dgm:t>
    </dgm:pt>
    <dgm:pt modelId="{EA90E5E0-265B-4677-A3EF-FCD0DFDF4F41}" type="parTrans" cxnId="{7AF91B96-DA69-42D6-83DE-0E63677A4C47}">
      <dgm:prSet/>
      <dgm:spPr/>
      <dgm:t>
        <a:bodyPr/>
        <a:lstStyle/>
        <a:p>
          <a:endParaRPr lang="en-US"/>
        </a:p>
      </dgm:t>
    </dgm:pt>
    <dgm:pt modelId="{F04E3063-747B-4761-B46E-8C06B2EF3C55}" type="sibTrans" cxnId="{7AF91B96-DA69-42D6-83DE-0E63677A4C47}">
      <dgm:prSet/>
      <dgm:spPr/>
      <dgm:t>
        <a:bodyPr/>
        <a:lstStyle/>
        <a:p>
          <a:endParaRPr lang="en-US"/>
        </a:p>
      </dgm:t>
    </dgm:pt>
    <dgm:pt modelId="{36045517-CEA4-4BE3-B836-C2B6BFE5649B}">
      <dgm:prSet phldrT="[Text]"/>
      <dgm:spPr/>
      <dgm:t>
        <a:bodyPr/>
        <a:lstStyle/>
        <a:p>
          <a:r>
            <a:rPr lang="en-US"/>
            <a:t>Lorem Ipsum</a:t>
          </a:r>
          <a:endParaRPr lang="en-US" dirty="0"/>
        </a:p>
      </dgm:t>
    </dgm:pt>
    <dgm:pt modelId="{6231A36F-9B04-4B4A-917A-7E163AFFC956}" type="parTrans" cxnId="{4019353B-443B-4DED-AA6C-3C60E18414C7}">
      <dgm:prSet/>
      <dgm:spPr/>
      <dgm:t>
        <a:bodyPr/>
        <a:lstStyle/>
        <a:p>
          <a:endParaRPr lang="en-US"/>
        </a:p>
      </dgm:t>
    </dgm:pt>
    <dgm:pt modelId="{BFF3C5ED-87D0-4709-A3B8-A7BF0668006A}" type="sibTrans" cxnId="{4019353B-443B-4DED-AA6C-3C60E18414C7}">
      <dgm:prSet/>
      <dgm:spPr/>
      <dgm:t>
        <a:bodyPr/>
        <a:lstStyle/>
        <a:p>
          <a:endParaRPr lang="en-US"/>
        </a:p>
      </dgm:t>
    </dgm:pt>
    <dgm:pt modelId="{110CC072-E78D-486A-BD24-8CD6CE5683E0}">
      <dgm:prSet phldrT="[Text]"/>
      <dgm:spPr/>
      <dgm:t>
        <a:bodyPr/>
        <a:lstStyle/>
        <a:p>
          <a:r>
            <a:rPr lang="en-US" dirty="0"/>
            <a:t>Some text here</a:t>
          </a:r>
        </a:p>
      </dgm:t>
    </dgm:pt>
    <dgm:pt modelId="{EFE20FCA-41FE-42D4-8C71-85751017ADFF}" type="parTrans" cxnId="{5670A7D8-BA42-4857-8679-D269077AD7D7}">
      <dgm:prSet/>
      <dgm:spPr/>
      <dgm:t>
        <a:bodyPr/>
        <a:lstStyle/>
        <a:p>
          <a:endParaRPr lang="en-US"/>
        </a:p>
      </dgm:t>
    </dgm:pt>
    <dgm:pt modelId="{C901204A-BC8E-4B62-854A-DFB2104323F5}" type="sibTrans" cxnId="{5670A7D8-BA42-4857-8679-D269077AD7D7}">
      <dgm:prSet/>
      <dgm:spPr/>
      <dgm:t>
        <a:bodyPr/>
        <a:lstStyle/>
        <a:p>
          <a:endParaRPr lang="en-US"/>
        </a:p>
      </dgm:t>
    </dgm:pt>
    <dgm:pt modelId="{F64D9B44-8949-42CE-A3F5-920CF85E6D38}">
      <dgm:prSet phldrT="[Text]"/>
      <dgm:spPr/>
      <dgm:t>
        <a:bodyPr/>
        <a:lstStyle/>
        <a:p>
          <a:r>
            <a:rPr lang="en-US" dirty="0"/>
            <a:t>Some text here</a:t>
          </a:r>
        </a:p>
      </dgm:t>
    </dgm:pt>
    <dgm:pt modelId="{81AB81A4-D793-40B9-964C-9DA3AF17B95D}" type="parTrans" cxnId="{F091E13E-CC91-4760-8919-F8E7FA115B30}">
      <dgm:prSet/>
      <dgm:spPr/>
      <dgm:t>
        <a:bodyPr/>
        <a:lstStyle/>
        <a:p>
          <a:endParaRPr lang="en-US"/>
        </a:p>
      </dgm:t>
    </dgm:pt>
    <dgm:pt modelId="{ECDC803C-5DBD-4EEE-A68A-AC8585F1A4EB}" type="sibTrans" cxnId="{F091E13E-CC91-4760-8919-F8E7FA115B30}">
      <dgm:prSet/>
      <dgm:spPr/>
      <dgm:t>
        <a:bodyPr/>
        <a:lstStyle/>
        <a:p>
          <a:endParaRPr lang="en-US"/>
        </a:p>
      </dgm:t>
    </dgm:pt>
    <dgm:pt modelId="{A7EED7A3-6BCC-4A53-ADC7-161901778E64}" type="pres">
      <dgm:prSet presAssocID="{B9C32B05-62EA-407A-B21C-2310C7945705}" presName="CompostProcess" presStyleCnt="0">
        <dgm:presLayoutVars>
          <dgm:dir/>
          <dgm:resizeHandles val="exact"/>
        </dgm:presLayoutVars>
      </dgm:prSet>
      <dgm:spPr/>
    </dgm:pt>
    <dgm:pt modelId="{819C6893-73B1-4A8C-A75D-FCBFED62213C}" type="pres">
      <dgm:prSet presAssocID="{B9C32B05-62EA-407A-B21C-2310C7945705}" presName="arrow" presStyleLbl="bgShp" presStyleIdx="0" presStyleCnt="1"/>
      <dgm:spPr/>
    </dgm:pt>
    <dgm:pt modelId="{EA01F96E-2024-450C-BF3F-6D539D9D0CD2}" type="pres">
      <dgm:prSet presAssocID="{B9C32B05-62EA-407A-B21C-2310C7945705}" presName="linearProcess" presStyleCnt="0"/>
      <dgm:spPr/>
    </dgm:pt>
    <dgm:pt modelId="{AA43B9AA-C9BB-431D-BE50-2D65E4605F0D}" type="pres">
      <dgm:prSet presAssocID="{42D71409-67F9-455C-8C6D-716D284AAA6B}" presName="textNode" presStyleLbl="node1" presStyleIdx="0" presStyleCnt="5">
        <dgm:presLayoutVars>
          <dgm:bulletEnabled val="1"/>
        </dgm:presLayoutVars>
      </dgm:prSet>
      <dgm:spPr/>
    </dgm:pt>
    <dgm:pt modelId="{E95CCDA2-8259-4A3F-9DAD-194EE4C34DE6}" type="pres">
      <dgm:prSet presAssocID="{478B7D3C-9FB4-4BC6-90AC-49960560DECD}" presName="sibTrans" presStyleCnt="0"/>
      <dgm:spPr/>
    </dgm:pt>
    <dgm:pt modelId="{D114D26A-1DC5-49E3-AC2F-75D4A2A1961F}" type="pres">
      <dgm:prSet presAssocID="{F66099B6-DBBD-4AB0-82D2-877B80F846F7}" presName="textNode" presStyleLbl="node1" presStyleIdx="1" presStyleCnt="5">
        <dgm:presLayoutVars>
          <dgm:bulletEnabled val="1"/>
        </dgm:presLayoutVars>
      </dgm:prSet>
      <dgm:spPr/>
    </dgm:pt>
    <dgm:pt modelId="{86306388-B344-4BD1-A1E0-AF120F14A844}" type="pres">
      <dgm:prSet presAssocID="{BC531B32-9B0E-482E-BF91-65C61F17168D}" presName="sibTrans" presStyleCnt="0"/>
      <dgm:spPr/>
    </dgm:pt>
    <dgm:pt modelId="{BADF9EF9-60FA-4FE2-9899-60AFCED19BAE}" type="pres">
      <dgm:prSet presAssocID="{EE62A4F6-4AC4-435B-990E-81A71CE8CAC7}" presName="textNode" presStyleLbl="node1" presStyleIdx="2" presStyleCnt="5">
        <dgm:presLayoutVars>
          <dgm:bulletEnabled val="1"/>
        </dgm:presLayoutVars>
      </dgm:prSet>
      <dgm:spPr/>
    </dgm:pt>
    <dgm:pt modelId="{CCDAB892-DF8A-4EB9-8A4E-2A9E7A6746DD}" type="pres">
      <dgm:prSet presAssocID="{389F9A93-0231-4877-8C41-5D5B8DD7AAC0}" presName="sibTrans" presStyleCnt="0"/>
      <dgm:spPr/>
    </dgm:pt>
    <dgm:pt modelId="{2FBA4CF5-2F2E-4875-9607-AC125841F1C6}" type="pres">
      <dgm:prSet presAssocID="{2A22E84C-3AA3-4E9C-AE5F-9C2FB0D7FB11}" presName="textNode" presStyleLbl="node1" presStyleIdx="3" presStyleCnt="5">
        <dgm:presLayoutVars>
          <dgm:bulletEnabled val="1"/>
        </dgm:presLayoutVars>
      </dgm:prSet>
      <dgm:spPr/>
    </dgm:pt>
    <dgm:pt modelId="{C52919CC-22DC-47C8-9E33-30F719DF74C9}" type="pres">
      <dgm:prSet presAssocID="{744EA591-F199-49C2-B63A-82709D96C729}" presName="sibTrans" presStyleCnt="0"/>
      <dgm:spPr/>
    </dgm:pt>
    <dgm:pt modelId="{310BF1EF-12BE-460E-9688-B284BC252ED5}" type="pres">
      <dgm:prSet presAssocID="{36045517-CEA4-4BE3-B836-C2B6BFE5649B}" presName="textNode" presStyleLbl="node1" presStyleIdx="4" presStyleCnt="5">
        <dgm:presLayoutVars>
          <dgm:bulletEnabled val="1"/>
        </dgm:presLayoutVars>
      </dgm:prSet>
      <dgm:spPr/>
    </dgm:pt>
  </dgm:ptLst>
  <dgm:cxnLst>
    <dgm:cxn modelId="{5746A614-85DC-4540-AE2F-52537BE3E5C3}" type="presOf" srcId="{B9C32B05-62EA-407A-B21C-2310C7945705}" destId="{A7EED7A3-6BCC-4A53-ADC7-161901778E64}" srcOrd="0" destOrd="0" presId="urn:microsoft.com/office/officeart/2005/8/layout/hProcess9"/>
    <dgm:cxn modelId="{2AA9C11F-1F1D-428E-801A-47EAA766C99D}" srcId="{B9C32B05-62EA-407A-B21C-2310C7945705}" destId="{42D71409-67F9-455C-8C6D-716D284AAA6B}" srcOrd="0" destOrd="0" parTransId="{51680ED1-AF6E-4B28-AE94-92B0EFB0DF7D}" sibTransId="{478B7D3C-9FB4-4BC6-90AC-49960560DECD}"/>
    <dgm:cxn modelId="{2A3CB626-B9B0-4C8B-8BAE-C80283B9954F}" type="presOf" srcId="{386C2B6D-2EE1-4682-AE61-EE246CD54E31}" destId="{BADF9EF9-60FA-4FE2-9899-60AFCED19BAE}" srcOrd="0" destOrd="2" presId="urn:microsoft.com/office/officeart/2005/8/layout/hProcess9"/>
    <dgm:cxn modelId="{B4F3EA32-CE64-4A92-9BAE-BC57E5392B05}" srcId="{B9C32B05-62EA-407A-B21C-2310C7945705}" destId="{F66099B6-DBBD-4AB0-82D2-877B80F846F7}" srcOrd="1" destOrd="0" parTransId="{B09C8BFB-F41C-4AC4-AB94-F216E3081C2D}" sibTransId="{BC531B32-9B0E-482E-BF91-65C61F17168D}"/>
    <dgm:cxn modelId="{35013F34-57BC-4E3C-A003-07C0E49926DB}" srcId="{F66099B6-DBBD-4AB0-82D2-877B80F846F7}" destId="{BE788BF5-FE9F-4C7D-A1CD-9232D7860179}" srcOrd="1" destOrd="0" parTransId="{963A52CB-C772-45F2-8A30-8ABA6B14D3CE}" sibTransId="{88191C5E-55BA-42F2-B842-FC86CBBADC0F}"/>
    <dgm:cxn modelId="{4019353B-443B-4DED-AA6C-3C60E18414C7}" srcId="{B9C32B05-62EA-407A-B21C-2310C7945705}" destId="{36045517-CEA4-4BE3-B836-C2B6BFE5649B}" srcOrd="4" destOrd="0" parTransId="{6231A36F-9B04-4B4A-917A-7E163AFFC956}" sibTransId="{BFF3C5ED-87D0-4709-A3B8-A7BF0668006A}"/>
    <dgm:cxn modelId="{BDB5353D-753B-4BA8-8D18-D893C6798EA9}" type="presOf" srcId="{EE62A4F6-4AC4-435B-990E-81A71CE8CAC7}" destId="{BADF9EF9-60FA-4FE2-9899-60AFCED19BAE}" srcOrd="0" destOrd="0" presId="urn:microsoft.com/office/officeart/2005/8/layout/hProcess9"/>
    <dgm:cxn modelId="{F091E13E-CC91-4760-8919-F8E7FA115B30}" srcId="{36045517-CEA4-4BE3-B836-C2B6BFE5649B}" destId="{F64D9B44-8949-42CE-A3F5-920CF85E6D38}" srcOrd="1" destOrd="0" parTransId="{81AB81A4-D793-40B9-964C-9DA3AF17B95D}" sibTransId="{ECDC803C-5DBD-4EEE-A68A-AC8585F1A4EB}"/>
    <dgm:cxn modelId="{2A7D465C-0153-4F6B-8B1A-33A5CB7340CF}" type="presOf" srcId="{3AF880A5-0F00-4315-A5DF-1FE656798601}" destId="{AA43B9AA-C9BB-431D-BE50-2D65E4605F0D}" srcOrd="0" destOrd="2" presId="urn:microsoft.com/office/officeart/2005/8/layout/hProcess9"/>
    <dgm:cxn modelId="{5AF28166-7ED8-45E4-8B42-B2A256F8845D}" type="presOf" srcId="{9ADACFBF-2A78-45C9-A7C4-5E5DBC674760}" destId="{2FBA4CF5-2F2E-4875-9607-AC125841F1C6}" srcOrd="0" destOrd="1" presId="urn:microsoft.com/office/officeart/2005/8/layout/hProcess9"/>
    <dgm:cxn modelId="{0CF07150-E5C6-4D17-B86B-F21EA1254E01}" type="presOf" srcId="{8EA7219F-BDB2-48EB-9EEB-3133522D132E}" destId="{AA43B9AA-C9BB-431D-BE50-2D65E4605F0D}" srcOrd="0" destOrd="1" presId="urn:microsoft.com/office/officeart/2005/8/layout/hProcess9"/>
    <dgm:cxn modelId="{D929D851-2601-42AA-9A24-3DBDAA97726A}" type="presOf" srcId="{F64D9B44-8949-42CE-A3F5-920CF85E6D38}" destId="{310BF1EF-12BE-460E-9688-B284BC252ED5}" srcOrd="0" destOrd="2" presId="urn:microsoft.com/office/officeart/2005/8/layout/hProcess9"/>
    <dgm:cxn modelId="{383EAA56-9D97-4AF8-8D1B-15308BC88E76}" type="presOf" srcId="{110CC072-E78D-486A-BD24-8CD6CE5683E0}" destId="{310BF1EF-12BE-460E-9688-B284BC252ED5}" srcOrd="0" destOrd="1" presId="urn:microsoft.com/office/officeart/2005/8/layout/hProcess9"/>
    <dgm:cxn modelId="{7F96AC57-2F84-4E8C-AA92-E82865EE63FE}" srcId="{EE62A4F6-4AC4-435B-990E-81A71CE8CAC7}" destId="{386C2B6D-2EE1-4682-AE61-EE246CD54E31}" srcOrd="1" destOrd="0" parTransId="{649D72FB-0D8F-479C-87D1-C73133EF35E2}" sibTransId="{E1C9E6F1-2ED2-4DD8-9B78-28FC1AF5D352}"/>
    <dgm:cxn modelId="{5DFFD657-A0A6-4C3E-ABD2-2C504963B418}" type="presOf" srcId="{36045517-CEA4-4BE3-B836-C2B6BFE5649B}" destId="{310BF1EF-12BE-460E-9688-B284BC252ED5}" srcOrd="0" destOrd="0" presId="urn:microsoft.com/office/officeart/2005/8/layout/hProcess9"/>
    <dgm:cxn modelId="{2B98897D-9937-49AC-9FE9-6629E912033A}" srcId="{2A22E84C-3AA3-4E9C-AE5F-9C2FB0D7FB11}" destId="{9ADACFBF-2A78-45C9-A7C4-5E5DBC674760}" srcOrd="0" destOrd="0" parTransId="{E121796C-71AB-4354-A1D4-3BF0025298A5}" sibTransId="{F3FE7E5A-DC73-423B-998C-02943CF263BF}"/>
    <dgm:cxn modelId="{2DC24386-BC50-4BAB-8571-16CB10C2603C}" srcId="{F66099B6-DBBD-4AB0-82D2-877B80F846F7}" destId="{6CF284C3-4A70-4432-8F33-E75A802B3330}" srcOrd="0" destOrd="0" parTransId="{044831E6-2FC9-4DDA-81FB-5FA418568D07}" sibTransId="{CD50B82D-84BB-4747-B282-ABB339EBA294}"/>
    <dgm:cxn modelId="{2164AF88-B00F-4D38-9F34-C82E232BB220}" type="presOf" srcId="{2A22E84C-3AA3-4E9C-AE5F-9C2FB0D7FB11}" destId="{2FBA4CF5-2F2E-4875-9607-AC125841F1C6}" srcOrd="0" destOrd="0" presId="urn:microsoft.com/office/officeart/2005/8/layout/hProcess9"/>
    <dgm:cxn modelId="{C99CE395-39F6-46B4-938C-9BF085685D1A}" srcId="{EE62A4F6-4AC4-435B-990E-81A71CE8CAC7}" destId="{3CE06941-9820-4827-8B16-CD80CC49F780}" srcOrd="0" destOrd="0" parTransId="{141A3C92-8966-4E2F-82E4-2E09E22674B2}" sibTransId="{F58FC55B-E61F-445C-956E-0BB2202254CA}"/>
    <dgm:cxn modelId="{7AF91B96-DA69-42D6-83DE-0E63677A4C47}" srcId="{2A22E84C-3AA3-4E9C-AE5F-9C2FB0D7FB11}" destId="{6C39594C-4AE1-4221-9751-E4FBA9469435}" srcOrd="1" destOrd="0" parTransId="{EA90E5E0-265B-4677-A3EF-FCD0DFDF4F41}" sibTransId="{F04E3063-747B-4761-B46E-8C06B2EF3C55}"/>
    <dgm:cxn modelId="{73CB319E-B5DC-4800-81AD-9F5C94775A65}" type="presOf" srcId="{BE788BF5-FE9F-4C7D-A1CD-9232D7860179}" destId="{D114D26A-1DC5-49E3-AC2F-75D4A2A1961F}" srcOrd="0" destOrd="2" presId="urn:microsoft.com/office/officeart/2005/8/layout/hProcess9"/>
    <dgm:cxn modelId="{3A2CECA6-0C5B-46BB-B7C6-7D37E9D210BD}" srcId="{B9C32B05-62EA-407A-B21C-2310C7945705}" destId="{EE62A4F6-4AC4-435B-990E-81A71CE8CAC7}" srcOrd="2" destOrd="0" parTransId="{F287B947-7343-4FA2-B288-B23A59FFAE31}" sibTransId="{389F9A93-0231-4877-8C41-5D5B8DD7AAC0}"/>
    <dgm:cxn modelId="{574510BA-36AF-4BC7-8397-608FC2FA3F99}" type="presOf" srcId="{F66099B6-DBBD-4AB0-82D2-877B80F846F7}" destId="{D114D26A-1DC5-49E3-AC2F-75D4A2A1961F}" srcOrd="0" destOrd="0" presId="urn:microsoft.com/office/officeart/2005/8/layout/hProcess9"/>
    <dgm:cxn modelId="{48CE06BB-1F08-4473-92DE-7DAE8C45FB90}" type="presOf" srcId="{42D71409-67F9-455C-8C6D-716D284AAA6B}" destId="{AA43B9AA-C9BB-431D-BE50-2D65E4605F0D}" srcOrd="0" destOrd="0" presId="urn:microsoft.com/office/officeart/2005/8/layout/hProcess9"/>
    <dgm:cxn modelId="{5670A7D8-BA42-4857-8679-D269077AD7D7}" srcId="{36045517-CEA4-4BE3-B836-C2B6BFE5649B}" destId="{110CC072-E78D-486A-BD24-8CD6CE5683E0}" srcOrd="0" destOrd="0" parTransId="{EFE20FCA-41FE-42D4-8C71-85751017ADFF}" sibTransId="{C901204A-BC8E-4B62-854A-DFB2104323F5}"/>
    <dgm:cxn modelId="{EABA7DDC-1A85-4C7D-B3D1-42A981E40E78}" type="presOf" srcId="{6CF284C3-4A70-4432-8F33-E75A802B3330}" destId="{D114D26A-1DC5-49E3-AC2F-75D4A2A1961F}" srcOrd="0" destOrd="1" presId="urn:microsoft.com/office/officeart/2005/8/layout/hProcess9"/>
    <dgm:cxn modelId="{24F8CBE2-5003-4E69-A772-6B98F2B05181}" srcId="{42D71409-67F9-455C-8C6D-716D284AAA6B}" destId="{3AF880A5-0F00-4315-A5DF-1FE656798601}" srcOrd="1" destOrd="0" parTransId="{A13BB1F9-5857-4B43-8BF5-6589AA2CB759}" sibTransId="{C198C41D-2640-4669-83ED-E0CD35701C8E}"/>
    <dgm:cxn modelId="{BEB859E7-C343-408E-86A1-667C27EE5761}" srcId="{B9C32B05-62EA-407A-B21C-2310C7945705}" destId="{2A22E84C-3AA3-4E9C-AE5F-9C2FB0D7FB11}" srcOrd="3" destOrd="0" parTransId="{6C025E55-DF42-4C5D-AFD5-6015FA053D46}" sibTransId="{744EA591-F199-49C2-B63A-82709D96C729}"/>
    <dgm:cxn modelId="{58AD7EEF-D408-406B-87EE-4691D4C30668}" srcId="{42D71409-67F9-455C-8C6D-716D284AAA6B}" destId="{8EA7219F-BDB2-48EB-9EEB-3133522D132E}" srcOrd="0" destOrd="0" parTransId="{3EE8403A-CB7C-4815-85BD-AEBCAEB71B37}" sibTransId="{C94B7947-85DC-4B21-BB99-DF8438356F98}"/>
    <dgm:cxn modelId="{2D218FEF-1327-4041-A7C0-F7AF2BF5CD23}" type="presOf" srcId="{3CE06941-9820-4827-8B16-CD80CC49F780}" destId="{BADF9EF9-60FA-4FE2-9899-60AFCED19BAE}" srcOrd="0" destOrd="1" presId="urn:microsoft.com/office/officeart/2005/8/layout/hProcess9"/>
    <dgm:cxn modelId="{7705F9F6-0317-49C7-8497-AD640AAAC191}" type="presOf" srcId="{6C39594C-4AE1-4221-9751-E4FBA9469435}" destId="{2FBA4CF5-2F2E-4875-9607-AC125841F1C6}" srcOrd="0" destOrd="2" presId="urn:microsoft.com/office/officeart/2005/8/layout/hProcess9"/>
    <dgm:cxn modelId="{104DE3AA-8019-47E8-A5DB-8EA5DA6C85C2}" type="presParOf" srcId="{A7EED7A3-6BCC-4A53-ADC7-161901778E64}" destId="{819C6893-73B1-4A8C-A75D-FCBFED62213C}" srcOrd="0" destOrd="0" presId="urn:microsoft.com/office/officeart/2005/8/layout/hProcess9"/>
    <dgm:cxn modelId="{FFE37DD2-C795-4909-B9B7-53B19F8150CC}" type="presParOf" srcId="{A7EED7A3-6BCC-4A53-ADC7-161901778E64}" destId="{EA01F96E-2024-450C-BF3F-6D539D9D0CD2}" srcOrd="1" destOrd="0" presId="urn:microsoft.com/office/officeart/2005/8/layout/hProcess9"/>
    <dgm:cxn modelId="{0EDF6C90-A7AA-444E-94B2-F8F96B365289}" type="presParOf" srcId="{EA01F96E-2024-450C-BF3F-6D539D9D0CD2}" destId="{AA43B9AA-C9BB-431D-BE50-2D65E4605F0D}" srcOrd="0" destOrd="0" presId="urn:microsoft.com/office/officeart/2005/8/layout/hProcess9"/>
    <dgm:cxn modelId="{C0CA8043-23D7-4810-9DF6-ADF28BF884C0}" type="presParOf" srcId="{EA01F96E-2024-450C-BF3F-6D539D9D0CD2}" destId="{E95CCDA2-8259-4A3F-9DAD-194EE4C34DE6}" srcOrd="1" destOrd="0" presId="urn:microsoft.com/office/officeart/2005/8/layout/hProcess9"/>
    <dgm:cxn modelId="{8F34F8CF-DF5E-450C-935F-819A6DD8FC66}" type="presParOf" srcId="{EA01F96E-2024-450C-BF3F-6D539D9D0CD2}" destId="{D114D26A-1DC5-49E3-AC2F-75D4A2A1961F}" srcOrd="2" destOrd="0" presId="urn:microsoft.com/office/officeart/2005/8/layout/hProcess9"/>
    <dgm:cxn modelId="{FCB2D145-BC1A-4A26-B9D9-668E57A412DA}" type="presParOf" srcId="{EA01F96E-2024-450C-BF3F-6D539D9D0CD2}" destId="{86306388-B344-4BD1-A1E0-AF120F14A844}" srcOrd="3" destOrd="0" presId="urn:microsoft.com/office/officeart/2005/8/layout/hProcess9"/>
    <dgm:cxn modelId="{23425DBC-F6FE-4E4D-8765-FB7FE558A279}" type="presParOf" srcId="{EA01F96E-2024-450C-BF3F-6D539D9D0CD2}" destId="{BADF9EF9-60FA-4FE2-9899-60AFCED19BAE}" srcOrd="4" destOrd="0" presId="urn:microsoft.com/office/officeart/2005/8/layout/hProcess9"/>
    <dgm:cxn modelId="{C0A00BE1-C1D9-4DCC-972F-7B4FE5B4F9D4}" type="presParOf" srcId="{EA01F96E-2024-450C-BF3F-6D539D9D0CD2}" destId="{CCDAB892-DF8A-4EB9-8A4E-2A9E7A6746DD}" srcOrd="5" destOrd="0" presId="urn:microsoft.com/office/officeart/2005/8/layout/hProcess9"/>
    <dgm:cxn modelId="{86CD9260-FDB4-4474-ABF1-636922847D7B}" type="presParOf" srcId="{EA01F96E-2024-450C-BF3F-6D539D9D0CD2}" destId="{2FBA4CF5-2F2E-4875-9607-AC125841F1C6}" srcOrd="6" destOrd="0" presId="urn:microsoft.com/office/officeart/2005/8/layout/hProcess9"/>
    <dgm:cxn modelId="{63F9EAA2-A15F-4675-B2A1-8530EAD7881C}" type="presParOf" srcId="{EA01F96E-2024-450C-BF3F-6D539D9D0CD2}" destId="{C52919CC-22DC-47C8-9E33-30F719DF74C9}" srcOrd="7" destOrd="0" presId="urn:microsoft.com/office/officeart/2005/8/layout/hProcess9"/>
    <dgm:cxn modelId="{95F739D2-BEAE-43C7-8D70-6AED19801FC5}" type="presParOf" srcId="{EA01F96E-2024-450C-BF3F-6D539D9D0CD2}" destId="{310BF1EF-12BE-460E-9688-B284BC252ED5}" srcOrd="8" destOrd="0" presId="urn:microsoft.com/office/officeart/2005/8/layout/hProcess9"/>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51.xml><?xml version="1.0" encoding="utf-8"?>
<dgm:dataModel xmlns:dgm="http://schemas.openxmlformats.org/drawingml/2006/diagram" xmlns:a="http://schemas.openxmlformats.org/drawingml/2006/main">
  <dgm:ptLst>
    <dgm:pt modelId="{B9C32B05-62EA-407A-B21C-2310C7945705}" type="doc">
      <dgm:prSet loTypeId="urn:microsoft.com/office/officeart/2009/3/layout/IncreasingArrowsProcess" loCatId="process"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F66099B6-DBBD-4AB0-82D2-877B80F846F7}">
      <dgm:prSet phldrT="[Text]"/>
      <dgm:spPr/>
      <dgm:t>
        <a:bodyPr/>
        <a:lstStyle/>
        <a:p>
          <a:r>
            <a:rPr lang="en-US" dirty="0"/>
            <a:t>Lorem Ipsum</a:t>
          </a:r>
        </a:p>
      </dgm:t>
    </dgm:pt>
    <dgm:pt modelId="{B09C8BFB-F41C-4AC4-AB94-F216E3081C2D}" type="parTrans" cxnId="{B4F3EA32-CE64-4A92-9BAE-BC57E5392B05}">
      <dgm:prSet/>
      <dgm:spPr/>
      <dgm:t>
        <a:bodyPr/>
        <a:lstStyle/>
        <a:p>
          <a:endParaRPr lang="en-US"/>
        </a:p>
      </dgm:t>
    </dgm:pt>
    <dgm:pt modelId="{BC531B32-9B0E-482E-BF91-65C61F17168D}" type="sibTrans" cxnId="{B4F3EA32-CE64-4A92-9BAE-BC57E5392B05}">
      <dgm:prSet/>
      <dgm:spPr/>
      <dgm:t>
        <a:bodyPr/>
        <a:lstStyle/>
        <a:p>
          <a:endParaRPr lang="en-US"/>
        </a:p>
      </dgm:t>
    </dgm:pt>
    <dgm:pt modelId="{EE62A4F6-4AC4-435B-990E-81A71CE8CAC7}">
      <dgm:prSet phldrT="[Text]"/>
      <dgm:spPr/>
      <dgm:t>
        <a:bodyPr/>
        <a:lstStyle/>
        <a:p>
          <a:r>
            <a:rPr lang="en-US" dirty="0"/>
            <a:t>Lorem Ipsum</a:t>
          </a:r>
        </a:p>
      </dgm:t>
    </dgm:pt>
    <dgm:pt modelId="{F287B947-7343-4FA2-B288-B23A59FFAE31}" type="parTrans" cxnId="{3A2CECA6-0C5B-46BB-B7C6-7D37E9D210BD}">
      <dgm:prSet/>
      <dgm:spPr/>
      <dgm:t>
        <a:bodyPr/>
        <a:lstStyle/>
        <a:p>
          <a:endParaRPr lang="en-US"/>
        </a:p>
      </dgm:t>
    </dgm:pt>
    <dgm:pt modelId="{389F9A93-0231-4877-8C41-5D5B8DD7AAC0}" type="sibTrans" cxnId="{3A2CECA6-0C5B-46BB-B7C6-7D37E9D210BD}">
      <dgm:prSet/>
      <dgm:spPr/>
      <dgm:t>
        <a:bodyPr/>
        <a:lstStyle/>
        <a:p>
          <a:endParaRPr lang="en-US"/>
        </a:p>
      </dgm:t>
    </dgm:pt>
    <dgm:pt modelId="{6CF284C3-4A70-4432-8F33-E75A802B3330}">
      <dgm:prSet/>
      <dgm:spPr/>
      <dgm:t>
        <a:bodyPr/>
        <a:lstStyle/>
        <a:p>
          <a:r>
            <a:rPr lang="en-US" dirty="0"/>
            <a:t>Some text here</a:t>
          </a:r>
        </a:p>
      </dgm:t>
    </dgm:pt>
    <dgm:pt modelId="{044831E6-2FC9-4DDA-81FB-5FA418568D07}" type="parTrans" cxnId="{2DC24386-BC50-4BAB-8571-16CB10C2603C}">
      <dgm:prSet/>
      <dgm:spPr/>
      <dgm:t>
        <a:bodyPr/>
        <a:lstStyle/>
        <a:p>
          <a:endParaRPr lang="en-US"/>
        </a:p>
      </dgm:t>
    </dgm:pt>
    <dgm:pt modelId="{CD50B82D-84BB-4747-B282-ABB339EBA294}" type="sibTrans" cxnId="{2DC24386-BC50-4BAB-8571-16CB10C2603C}">
      <dgm:prSet/>
      <dgm:spPr/>
      <dgm:t>
        <a:bodyPr/>
        <a:lstStyle/>
        <a:p>
          <a:endParaRPr lang="en-US"/>
        </a:p>
      </dgm:t>
    </dgm:pt>
    <dgm:pt modelId="{3AF880A5-0F00-4315-A5DF-1FE656798601}">
      <dgm:prSet phldrT="[Text]"/>
      <dgm:spPr/>
      <dgm:t>
        <a:bodyPr/>
        <a:lstStyle/>
        <a:p>
          <a:r>
            <a:rPr lang="en-US" dirty="0"/>
            <a:t>Some text here</a:t>
          </a:r>
        </a:p>
      </dgm:t>
    </dgm:pt>
    <dgm:pt modelId="{A13BB1F9-5857-4B43-8BF5-6589AA2CB759}" type="parTrans" cxnId="{24F8CBE2-5003-4E69-A772-6B98F2B05181}">
      <dgm:prSet/>
      <dgm:spPr/>
      <dgm:t>
        <a:bodyPr/>
        <a:lstStyle/>
        <a:p>
          <a:endParaRPr lang="en-US"/>
        </a:p>
      </dgm:t>
    </dgm:pt>
    <dgm:pt modelId="{C198C41D-2640-4669-83ED-E0CD35701C8E}" type="sibTrans" cxnId="{24F8CBE2-5003-4E69-A772-6B98F2B05181}">
      <dgm:prSet/>
      <dgm:spPr/>
      <dgm:t>
        <a:bodyPr/>
        <a:lstStyle/>
        <a:p>
          <a:endParaRPr lang="en-US"/>
        </a:p>
      </dgm:t>
    </dgm:pt>
    <dgm:pt modelId="{8EA7219F-BDB2-48EB-9EEB-3133522D132E}">
      <dgm:prSet phldrT="[Text]"/>
      <dgm:spPr/>
      <dgm:t>
        <a:bodyPr/>
        <a:lstStyle/>
        <a:p>
          <a:r>
            <a:rPr lang="en-US" dirty="0"/>
            <a:t>Some text here</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BE788BF5-FE9F-4C7D-A1CD-9232D7860179}">
      <dgm:prSet phldrT="[Text]"/>
      <dgm:spPr/>
      <dgm:t>
        <a:bodyPr/>
        <a:lstStyle/>
        <a:p>
          <a:r>
            <a:rPr lang="en-US"/>
            <a:t>Some text here</a:t>
          </a:r>
          <a:endParaRPr lang="en-US" dirty="0"/>
        </a:p>
      </dgm:t>
    </dgm:pt>
    <dgm:pt modelId="{963A52CB-C772-45F2-8A30-8ABA6B14D3CE}" type="parTrans" cxnId="{35013F34-57BC-4E3C-A003-07C0E49926DB}">
      <dgm:prSet/>
      <dgm:spPr/>
      <dgm:t>
        <a:bodyPr/>
        <a:lstStyle/>
        <a:p>
          <a:endParaRPr lang="en-US"/>
        </a:p>
      </dgm:t>
    </dgm:pt>
    <dgm:pt modelId="{88191C5E-55BA-42F2-B842-FC86CBBADC0F}" type="sibTrans" cxnId="{35013F34-57BC-4E3C-A003-07C0E49926DB}">
      <dgm:prSet/>
      <dgm:spPr/>
      <dgm:t>
        <a:bodyPr/>
        <a:lstStyle/>
        <a:p>
          <a:endParaRPr lang="en-US"/>
        </a:p>
      </dgm:t>
    </dgm:pt>
    <dgm:pt modelId="{3CE06941-9820-4827-8B16-CD80CC49F780}">
      <dgm:prSet phldrT="[Text]"/>
      <dgm:spPr/>
      <dgm:t>
        <a:bodyPr/>
        <a:lstStyle/>
        <a:p>
          <a:r>
            <a:rPr lang="en-US" dirty="0"/>
            <a:t>Some text here</a:t>
          </a:r>
        </a:p>
      </dgm:t>
    </dgm:pt>
    <dgm:pt modelId="{141A3C92-8966-4E2F-82E4-2E09E22674B2}" type="parTrans" cxnId="{C99CE395-39F6-46B4-938C-9BF085685D1A}">
      <dgm:prSet/>
      <dgm:spPr/>
      <dgm:t>
        <a:bodyPr/>
        <a:lstStyle/>
        <a:p>
          <a:endParaRPr lang="en-US"/>
        </a:p>
      </dgm:t>
    </dgm:pt>
    <dgm:pt modelId="{F58FC55B-E61F-445C-956E-0BB2202254CA}" type="sibTrans" cxnId="{C99CE395-39F6-46B4-938C-9BF085685D1A}">
      <dgm:prSet/>
      <dgm:spPr/>
      <dgm:t>
        <a:bodyPr/>
        <a:lstStyle/>
        <a:p>
          <a:endParaRPr lang="en-US"/>
        </a:p>
      </dgm:t>
    </dgm:pt>
    <dgm:pt modelId="{386C2B6D-2EE1-4682-AE61-EE246CD54E31}">
      <dgm:prSet phldrT="[Text]"/>
      <dgm:spPr/>
      <dgm:t>
        <a:bodyPr/>
        <a:lstStyle/>
        <a:p>
          <a:r>
            <a:rPr lang="en-US" dirty="0"/>
            <a:t>Some text here</a:t>
          </a:r>
        </a:p>
      </dgm:t>
    </dgm:pt>
    <dgm:pt modelId="{649D72FB-0D8F-479C-87D1-C73133EF35E2}" type="parTrans" cxnId="{7F96AC57-2F84-4E8C-AA92-E82865EE63FE}">
      <dgm:prSet/>
      <dgm:spPr/>
      <dgm:t>
        <a:bodyPr/>
        <a:lstStyle/>
        <a:p>
          <a:endParaRPr lang="en-US"/>
        </a:p>
      </dgm:t>
    </dgm:pt>
    <dgm:pt modelId="{E1C9E6F1-2ED2-4DD8-9B78-28FC1AF5D352}" type="sibTrans" cxnId="{7F96AC57-2F84-4E8C-AA92-E82865EE63FE}">
      <dgm:prSet/>
      <dgm:spPr/>
      <dgm:t>
        <a:bodyPr/>
        <a:lstStyle/>
        <a:p>
          <a:endParaRPr lang="en-US"/>
        </a:p>
      </dgm:t>
    </dgm:pt>
    <dgm:pt modelId="{2A22E84C-3AA3-4E9C-AE5F-9C2FB0D7FB11}">
      <dgm:prSet phldrT="[Text]"/>
      <dgm:spPr/>
      <dgm:t>
        <a:bodyPr/>
        <a:lstStyle/>
        <a:p>
          <a:r>
            <a:rPr lang="en-US"/>
            <a:t>Lorem Ipsum</a:t>
          </a:r>
          <a:endParaRPr lang="en-US" dirty="0"/>
        </a:p>
      </dgm:t>
    </dgm:pt>
    <dgm:pt modelId="{6C025E55-DF42-4C5D-AFD5-6015FA053D46}" type="parTrans" cxnId="{BEB859E7-C343-408E-86A1-667C27EE5761}">
      <dgm:prSet/>
      <dgm:spPr/>
      <dgm:t>
        <a:bodyPr/>
        <a:lstStyle/>
        <a:p>
          <a:endParaRPr lang="en-US"/>
        </a:p>
      </dgm:t>
    </dgm:pt>
    <dgm:pt modelId="{744EA591-F199-49C2-B63A-82709D96C729}" type="sibTrans" cxnId="{BEB859E7-C343-408E-86A1-667C27EE5761}">
      <dgm:prSet/>
      <dgm:spPr/>
      <dgm:t>
        <a:bodyPr/>
        <a:lstStyle/>
        <a:p>
          <a:endParaRPr lang="en-US"/>
        </a:p>
      </dgm:t>
    </dgm:pt>
    <dgm:pt modelId="{9ADACFBF-2A78-45C9-A7C4-5E5DBC674760}">
      <dgm:prSet phldrT="[Text]"/>
      <dgm:spPr/>
      <dgm:t>
        <a:bodyPr/>
        <a:lstStyle/>
        <a:p>
          <a:r>
            <a:rPr lang="en-US" dirty="0"/>
            <a:t>Some text here</a:t>
          </a:r>
        </a:p>
      </dgm:t>
    </dgm:pt>
    <dgm:pt modelId="{E121796C-71AB-4354-A1D4-3BF0025298A5}" type="parTrans" cxnId="{2B98897D-9937-49AC-9FE9-6629E912033A}">
      <dgm:prSet/>
      <dgm:spPr/>
      <dgm:t>
        <a:bodyPr/>
        <a:lstStyle/>
        <a:p>
          <a:endParaRPr lang="en-US"/>
        </a:p>
      </dgm:t>
    </dgm:pt>
    <dgm:pt modelId="{F3FE7E5A-DC73-423B-998C-02943CF263BF}" type="sibTrans" cxnId="{2B98897D-9937-49AC-9FE9-6629E912033A}">
      <dgm:prSet/>
      <dgm:spPr/>
      <dgm:t>
        <a:bodyPr/>
        <a:lstStyle/>
        <a:p>
          <a:endParaRPr lang="en-US"/>
        </a:p>
      </dgm:t>
    </dgm:pt>
    <dgm:pt modelId="{6C39594C-4AE1-4221-9751-E4FBA9469435}">
      <dgm:prSet phldrT="[Text]"/>
      <dgm:spPr/>
      <dgm:t>
        <a:bodyPr/>
        <a:lstStyle/>
        <a:p>
          <a:r>
            <a:rPr lang="en-US" dirty="0"/>
            <a:t>Some text here</a:t>
          </a:r>
        </a:p>
      </dgm:t>
    </dgm:pt>
    <dgm:pt modelId="{EA90E5E0-265B-4677-A3EF-FCD0DFDF4F41}" type="parTrans" cxnId="{7AF91B96-DA69-42D6-83DE-0E63677A4C47}">
      <dgm:prSet/>
      <dgm:spPr/>
      <dgm:t>
        <a:bodyPr/>
        <a:lstStyle/>
        <a:p>
          <a:endParaRPr lang="en-US"/>
        </a:p>
      </dgm:t>
    </dgm:pt>
    <dgm:pt modelId="{F04E3063-747B-4761-B46E-8C06B2EF3C55}" type="sibTrans" cxnId="{7AF91B96-DA69-42D6-83DE-0E63677A4C47}">
      <dgm:prSet/>
      <dgm:spPr/>
      <dgm:t>
        <a:bodyPr/>
        <a:lstStyle/>
        <a:p>
          <a:endParaRPr lang="en-US"/>
        </a:p>
      </dgm:t>
    </dgm:pt>
    <dgm:pt modelId="{36045517-CEA4-4BE3-B836-C2B6BFE5649B}">
      <dgm:prSet phldrT="[Text]"/>
      <dgm:spPr/>
      <dgm:t>
        <a:bodyPr/>
        <a:lstStyle/>
        <a:p>
          <a:r>
            <a:rPr lang="en-US"/>
            <a:t>Lorem Ipsum</a:t>
          </a:r>
          <a:endParaRPr lang="en-US" dirty="0"/>
        </a:p>
      </dgm:t>
    </dgm:pt>
    <dgm:pt modelId="{6231A36F-9B04-4B4A-917A-7E163AFFC956}" type="parTrans" cxnId="{4019353B-443B-4DED-AA6C-3C60E18414C7}">
      <dgm:prSet/>
      <dgm:spPr/>
      <dgm:t>
        <a:bodyPr/>
        <a:lstStyle/>
        <a:p>
          <a:endParaRPr lang="en-US"/>
        </a:p>
      </dgm:t>
    </dgm:pt>
    <dgm:pt modelId="{BFF3C5ED-87D0-4709-A3B8-A7BF0668006A}" type="sibTrans" cxnId="{4019353B-443B-4DED-AA6C-3C60E18414C7}">
      <dgm:prSet/>
      <dgm:spPr/>
      <dgm:t>
        <a:bodyPr/>
        <a:lstStyle/>
        <a:p>
          <a:endParaRPr lang="en-US"/>
        </a:p>
      </dgm:t>
    </dgm:pt>
    <dgm:pt modelId="{110CC072-E78D-486A-BD24-8CD6CE5683E0}">
      <dgm:prSet phldrT="[Text]"/>
      <dgm:spPr/>
      <dgm:t>
        <a:bodyPr/>
        <a:lstStyle/>
        <a:p>
          <a:r>
            <a:rPr lang="en-US" dirty="0"/>
            <a:t>Some text here</a:t>
          </a:r>
        </a:p>
      </dgm:t>
    </dgm:pt>
    <dgm:pt modelId="{EFE20FCA-41FE-42D4-8C71-85751017ADFF}" type="parTrans" cxnId="{5670A7D8-BA42-4857-8679-D269077AD7D7}">
      <dgm:prSet/>
      <dgm:spPr/>
      <dgm:t>
        <a:bodyPr/>
        <a:lstStyle/>
        <a:p>
          <a:endParaRPr lang="en-US"/>
        </a:p>
      </dgm:t>
    </dgm:pt>
    <dgm:pt modelId="{C901204A-BC8E-4B62-854A-DFB2104323F5}" type="sibTrans" cxnId="{5670A7D8-BA42-4857-8679-D269077AD7D7}">
      <dgm:prSet/>
      <dgm:spPr/>
      <dgm:t>
        <a:bodyPr/>
        <a:lstStyle/>
        <a:p>
          <a:endParaRPr lang="en-US"/>
        </a:p>
      </dgm:t>
    </dgm:pt>
    <dgm:pt modelId="{F64D9B44-8949-42CE-A3F5-920CF85E6D38}">
      <dgm:prSet phldrT="[Text]"/>
      <dgm:spPr/>
      <dgm:t>
        <a:bodyPr/>
        <a:lstStyle/>
        <a:p>
          <a:r>
            <a:rPr lang="en-US" dirty="0"/>
            <a:t>Some text here</a:t>
          </a:r>
        </a:p>
      </dgm:t>
    </dgm:pt>
    <dgm:pt modelId="{81AB81A4-D793-40B9-964C-9DA3AF17B95D}" type="parTrans" cxnId="{F091E13E-CC91-4760-8919-F8E7FA115B30}">
      <dgm:prSet/>
      <dgm:spPr/>
      <dgm:t>
        <a:bodyPr/>
        <a:lstStyle/>
        <a:p>
          <a:endParaRPr lang="en-US"/>
        </a:p>
      </dgm:t>
    </dgm:pt>
    <dgm:pt modelId="{ECDC803C-5DBD-4EEE-A68A-AC8585F1A4EB}" type="sibTrans" cxnId="{F091E13E-CC91-4760-8919-F8E7FA115B30}">
      <dgm:prSet/>
      <dgm:spPr/>
      <dgm:t>
        <a:bodyPr/>
        <a:lstStyle/>
        <a:p>
          <a:endParaRPr lang="en-US"/>
        </a:p>
      </dgm:t>
    </dgm:pt>
    <dgm:pt modelId="{CC00AD90-3481-4852-A4D9-4BC33B40B1D4}">
      <dgm:prSet phldrT="[Text]"/>
      <dgm:spPr/>
      <dgm:t>
        <a:bodyPr/>
        <a:lstStyle/>
        <a:p>
          <a:r>
            <a:rPr lang="en-US"/>
            <a:t>Some text here</a:t>
          </a:r>
          <a:endParaRPr lang="en-US" dirty="0"/>
        </a:p>
      </dgm:t>
    </dgm:pt>
    <dgm:pt modelId="{FEFBBB10-5CC1-45AD-878A-FB5211A46360}" type="parTrans" cxnId="{BEB98B64-BAC6-4003-A481-52B9C9D48B85}">
      <dgm:prSet/>
      <dgm:spPr/>
      <dgm:t>
        <a:bodyPr/>
        <a:lstStyle/>
        <a:p>
          <a:endParaRPr lang="en-US"/>
        </a:p>
      </dgm:t>
    </dgm:pt>
    <dgm:pt modelId="{05DB2CC9-BDFA-42A1-AC1B-6DE231A63B52}" type="sibTrans" cxnId="{BEB98B64-BAC6-4003-A481-52B9C9D48B85}">
      <dgm:prSet/>
      <dgm:spPr/>
      <dgm:t>
        <a:bodyPr/>
        <a:lstStyle/>
        <a:p>
          <a:endParaRPr lang="en-US"/>
        </a:p>
      </dgm:t>
    </dgm:pt>
    <dgm:pt modelId="{7F15572D-198E-42A9-B104-9F44718D9DA6}">
      <dgm:prSet phldrT="[Text]"/>
      <dgm:spPr/>
      <dgm:t>
        <a:bodyPr/>
        <a:lstStyle/>
        <a:p>
          <a:r>
            <a:rPr lang="en-US"/>
            <a:t>Some text here</a:t>
          </a:r>
          <a:endParaRPr lang="en-US" dirty="0"/>
        </a:p>
      </dgm:t>
    </dgm:pt>
    <dgm:pt modelId="{94D7FC8D-C1CA-4068-9986-FAC25C901288}" type="parTrans" cxnId="{DAC05C77-0E4B-4D7F-B30D-D275AF240576}">
      <dgm:prSet/>
      <dgm:spPr/>
      <dgm:t>
        <a:bodyPr/>
        <a:lstStyle/>
        <a:p>
          <a:endParaRPr lang="en-US"/>
        </a:p>
      </dgm:t>
    </dgm:pt>
    <dgm:pt modelId="{2660F0D8-231E-438E-BCB3-2F49924A9AF8}" type="sibTrans" cxnId="{DAC05C77-0E4B-4D7F-B30D-D275AF240576}">
      <dgm:prSet/>
      <dgm:spPr/>
      <dgm:t>
        <a:bodyPr/>
        <a:lstStyle/>
        <a:p>
          <a:endParaRPr lang="en-US"/>
        </a:p>
      </dgm:t>
    </dgm:pt>
    <dgm:pt modelId="{B2B1B58D-948A-42FD-A16C-10BCA42E667F}" type="pres">
      <dgm:prSet presAssocID="{B9C32B05-62EA-407A-B21C-2310C7945705}" presName="Name0" presStyleCnt="0">
        <dgm:presLayoutVars>
          <dgm:chMax val="5"/>
          <dgm:chPref val="5"/>
          <dgm:dir/>
          <dgm:animLvl val="lvl"/>
        </dgm:presLayoutVars>
      </dgm:prSet>
      <dgm:spPr/>
    </dgm:pt>
    <dgm:pt modelId="{CAC5BA5B-1C52-4A85-8546-EE2CDC608361}" type="pres">
      <dgm:prSet presAssocID="{42D71409-67F9-455C-8C6D-716D284AAA6B}" presName="parentText1" presStyleLbl="node1" presStyleIdx="0" presStyleCnt="5">
        <dgm:presLayoutVars>
          <dgm:chMax/>
          <dgm:chPref val="3"/>
          <dgm:bulletEnabled val="1"/>
        </dgm:presLayoutVars>
      </dgm:prSet>
      <dgm:spPr/>
    </dgm:pt>
    <dgm:pt modelId="{E410EE75-4F93-4AB6-93B3-C378A4B114F4}" type="pres">
      <dgm:prSet presAssocID="{42D71409-67F9-455C-8C6D-716D284AAA6B}" presName="childText1" presStyleLbl="solidAlignAcc1" presStyleIdx="0" presStyleCnt="5">
        <dgm:presLayoutVars>
          <dgm:chMax val="0"/>
          <dgm:chPref val="0"/>
          <dgm:bulletEnabled val="1"/>
        </dgm:presLayoutVars>
      </dgm:prSet>
      <dgm:spPr/>
    </dgm:pt>
    <dgm:pt modelId="{225B60AA-2F38-4A13-82D3-1CC53C978A5C}" type="pres">
      <dgm:prSet presAssocID="{F66099B6-DBBD-4AB0-82D2-877B80F846F7}" presName="parentText2" presStyleLbl="node1" presStyleIdx="1" presStyleCnt="5">
        <dgm:presLayoutVars>
          <dgm:chMax/>
          <dgm:chPref val="3"/>
          <dgm:bulletEnabled val="1"/>
        </dgm:presLayoutVars>
      </dgm:prSet>
      <dgm:spPr/>
    </dgm:pt>
    <dgm:pt modelId="{1F0D8777-6013-4519-B6A7-B38404A69CF5}" type="pres">
      <dgm:prSet presAssocID="{F66099B6-DBBD-4AB0-82D2-877B80F846F7}" presName="childText2" presStyleLbl="solidAlignAcc1" presStyleIdx="1" presStyleCnt="5">
        <dgm:presLayoutVars>
          <dgm:chMax val="0"/>
          <dgm:chPref val="0"/>
          <dgm:bulletEnabled val="1"/>
        </dgm:presLayoutVars>
      </dgm:prSet>
      <dgm:spPr/>
    </dgm:pt>
    <dgm:pt modelId="{48768FF4-286F-4F92-86A2-53AD2D1FCE40}" type="pres">
      <dgm:prSet presAssocID="{EE62A4F6-4AC4-435B-990E-81A71CE8CAC7}" presName="parentText3" presStyleLbl="node1" presStyleIdx="2" presStyleCnt="5">
        <dgm:presLayoutVars>
          <dgm:chMax/>
          <dgm:chPref val="3"/>
          <dgm:bulletEnabled val="1"/>
        </dgm:presLayoutVars>
      </dgm:prSet>
      <dgm:spPr/>
    </dgm:pt>
    <dgm:pt modelId="{434A8E86-C547-4922-903B-AE3F3AC7A04C}" type="pres">
      <dgm:prSet presAssocID="{EE62A4F6-4AC4-435B-990E-81A71CE8CAC7}" presName="childText3" presStyleLbl="solidAlignAcc1" presStyleIdx="2" presStyleCnt="5">
        <dgm:presLayoutVars>
          <dgm:chMax val="0"/>
          <dgm:chPref val="0"/>
          <dgm:bulletEnabled val="1"/>
        </dgm:presLayoutVars>
      </dgm:prSet>
      <dgm:spPr/>
    </dgm:pt>
    <dgm:pt modelId="{1F8017E5-81A7-4923-82DB-3E3921F16FA8}" type="pres">
      <dgm:prSet presAssocID="{2A22E84C-3AA3-4E9C-AE5F-9C2FB0D7FB11}" presName="parentText4" presStyleLbl="node1" presStyleIdx="3" presStyleCnt="5">
        <dgm:presLayoutVars>
          <dgm:chMax/>
          <dgm:chPref val="3"/>
          <dgm:bulletEnabled val="1"/>
        </dgm:presLayoutVars>
      </dgm:prSet>
      <dgm:spPr/>
    </dgm:pt>
    <dgm:pt modelId="{CF3E6AC7-87F5-4F0F-A513-10FC8B62959B}" type="pres">
      <dgm:prSet presAssocID="{2A22E84C-3AA3-4E9C-AE5F-9C2FB0D7FB11}" presName="childText4" presStyleLbl="solidAlignAcc1" presStyleIdx="3" presStyleCnt="5">
        <dgm:presLayoutVars>
          <dgm:chMax val="0"/>
          <dgm:chPref val="0"/>
          <dgm:bulletEnabled val="1"/>
        </dgm:presLayoutVars>
      </dgm:prSet>
      <dgm:spPr/>
    </dgm:pt>
    <dgm:pt modelId="{101A4B59-0158-4CE7-BDC0-951A98339C41}" type="pres">
      <dgm:prSet presAssocID="{36045517-CEA4-4BE3-B836-C2B6BFE5649B}" presName="parentText5" presStyleLbl="node1" presStyleIdx="4" presStyleCnt="5">
        <dgm:presLayoutVars>
          <dgm:chMax/>
          <dgm:chPref val="3"/>
          <dgm:bulletEnabled val="1"/>
        </dgm:presLayoutVars>
      </dgm:prSet>
      <dgm:spPr/>
    </dgm:pt>
    <dgm:pt modelId="{FD7D3EB5-9871-4298-B05B-3D5633475BF8}" type="pres">
      <dgm:prSet presAssocID="{36045517-CEA4-4BE3-B836-C2B6BFE5649B}" presName="childText5" presStyleLbl="solidAlignAcc1" presStyleIdx="4" presStyleCnt="5">
        <dgm:presLayoutVars>
          <dgm:chMax val="0"/>
          <dgm:chPref val="0"/>
          <dgm:bulletEnabled val="1"/>
        </dgm:presLayoutVars>
      </dgm:prSet>
      <dgm:spPr/>
    </dgm:pt>
  </dgm:ptLst>
  <dgm:cxnLst>
    <dgm:cxn modelId="{12386A04-E81C-45AA-BBCE-A8EBBB17F870}" type="presOf" srcId="{3AF880A5-0F00-4315-A5DF-1FE656798601}" destId="{E410EE75-4F93-4AB6-93B3-C378A4B114F4}" srcOrd="0" destOrd="1" presId="urn:microsoft.com/office/officeart/2009/3/layout/IncreasingArrowsProcess"/>
    <dgm:cxn modelId="{D377070C-42F4-42B4-82F5-865581635DB3}" type="presOf" srcId="{386C2B6D-2EE1-4682-AE61-EE246CD54E31}" destId="{434A8E86-C547-4922-903B-AE3F3AC7A04C}" srcOrd="0" destOrd="1" presId="urn:microsoft.com/office/officeart/2009/3/layout/IncreasingArrowsProcess"/>
    <dgm:cxn modelId="{9E1CB60C-1739-4705-AF9D-99EA5360724E}" type="presOf" srcId="{6C39594C-4AE1-4221-9751-E4FBA9469435}" destId="{CF3E6AC7-87F5-4F0F-A513-10FC8B62959B}" srcOrd="0" destOrd="1" presId="urn:microsoft.com/office/officeart/2009/3/layout/IncreasingArrowsProcess"/>
    <dgm:cxn modelId="{45FB2912-6287-41D2-8CF1-375CBDA32AE9}" type="presOf" srcId="{3CE06941-9820-4827-8B16-CD80CC49F780}" destId="{434A8E86-C547-4922-903B-AE3F3AC7A04C}" srcOrd="0" destOrd="0" presId="urn:microsoft.com/office/officeart/2009/3/layout/IncreasingArrowsProcess"/>
    <dgm:cxn modelId="{17E7D515-C19F-4291-9669-4C3D5C039DAA}" type="presOf" srcId="{F66099B6-DBBD-4AB0-82D2-877B80F846F7}" destId="{225B60AA-2F38-4A13-82D3-1CC53C978A5C}" srcOrd="0" destOrd="0" presId="urn:microsoft.com/office/officeart/2009/3/layout/IncreasingArrowsProcess"/>
    <dgm:cxn modelId="{F166DC1D-6BAB-4FE9-8BF0-134C063F31EF}" type="presOf" srcId="{8EA7219F-BDB2-48EB-9EEB-3133522D132E}" destId="{E410EE75-4F93-4AB6-93B3-C378A4B114F4}" srcOrd="0" destOrd="0" presId="urn:microsoft.com/office/officeart/2009/3/layout/IncreasingArrowsProcess"/>
    <dgm:cxn modelId="{2AA9C11F-1F1D-428E-801A-47EAA766C99D}" srcId="{B9C32B05-62EA-407A-B21C-2310C7945705}" destId="{42D71409-67F9-455C-8C6D-716D284AAA6B}" srcOrd="0" destOrd="0" parTransId="{51680ED1-AF6E-4B28-AE94-92B0EFB0DF7D}" sibTransId="{478B7D3C-9FB4-4BC6-90AC-49960560DECD}"/>
    <dgm:cxn modelId="{B8431F25-8344-43F8-93A1-F794B7747887}" type="presOf" srcId="{110CC072-E78D-486A-BD24-8CD6CE5683E0}" destId="{FD7D3EB5-9871-4298-B05B-3D5633475BF8}" srcOrd="0" destOrd="0" presId="urn:microsoft.com/office/officeart/2009/3/layout/IncreasingArrowsProcess"/>
    <dgm:cxn modelId="{07DAB92F-BFAE-42F5-BDEA-52A7827BA71A}" type="presOf" srcId="{9ADACFBF-2A78-45C9-A7C4-5E5DBC674760}" destId="{CF3E6AC7-87F5-4F0F-A513-10FC8B62959B}" srcOrd="0" destOrd="0" presId="urn:microsoft.com/office/officeart/2009/3/layout/IncreasingArrowsProcess"/>
    <dgm:cxn modelId="{B4F3EA32-CE64-4A92-9BAE-BC57E5392B05}" srcId="{B9C32B05-62EA-407A-B21C-2310C7945705}" destId="{F66099B6-DBBD-4AB0-82D2-877B80F846F7}" srcOrd="1" destOrd="0" parTransId="{B09C8BFB-F41C-4AC4-AB94-F216E3081C2D}" sibTransId="{BC531B32-9B0E-482E-BF91-65C61F17168D}"/>
    <dgm:cxn modelId="{35013F34-57BC-4E3C-A003-07C0E49926DB}" srcId="{F66099B6-DBBD-4AB0-82D2-877B80F846F7}" destId="{BE788BF5-FE9F-4C7D-A1CD-9232D7860179}" srcOrd="1" destOrd="0" parTransId="{963A52CB-C772-45F2-8A30-8ABA6B14D3CE}" sibTransId="{88191C5E-55BA-42F2-B842-FC86CBBADC0F}"/>
    <dgm:cxn modelId="{4019353B-443B-4DED-AA6C-3C60E18414C7}" srcId="{B9C32B05-62EA-407A-B21C-2310C7945705}" destId="{36045517-CEA4-4BE3-B836-C2B6BFE5649B}" srcOrd="4" destOrd="0" parTransId="{6231A36F-9B04-4B4A-917A-7E163AFFC956}" sibTransId="{BFF3C5ED-87D0-4709-A3B8-A7BF0668006A}"/>
    <dgm:cxn modelId="{F091E13E-CC91-4760-8919-F8E7FA115B30}" srcId="{36045517-CEA4-4BE3-B836-C2B6BFE5649B}" destId="{F64D9B44-8949-42CE-A3F5-920CF85E6D38}" srcOrd="1" destOrd="0" parTransId="{81AB81A4-D793-40B9-964C-9DA3AF17B95D}" sibTransId="{ECDC803C-5DBD-4EEE-A68A-AC8585F1A4EB}"/>
    <dgm:cxn modelId="{4135A740-8E89-425D-A03E-887A39607E6B}" type="presOf" srcId="{CC00AD90-3481-4852-A4D9-4BC33B40B1D4}" destId="{E410EE75-4F93-4AB6-93B3-C378A4B114F4}" srcOrd="0" destOrd="2" presId="urn:microsoft.com/office/officeart/2009/3/layout/IncreasingArrowsProcess"/>
    <dgm:cxn modelId="{3656245C-AFC2-4382-B94C-2ABEF7FE03AD}" type="presOf" srcId="{F64D9B44-8949-42CE-A3F5-920CF85E6D38}" destId="{FD7D3EB5-9871-4298-B05B-3D5633475BF8}" srcOrd="0" destOrd="1" presId="urn:microsoft.com/office/officeart/2009/3/layout/IncreasingArrowsProcess"/>
    <dgm:cxn modelId="{BEB98B64-BAC6-4003-A481-52B9C9D48B85}" srcId="{42D71409-67F9-455C-8C6D-716D284AAA6B}" destId="{CC00AD90-3481-4852-A4D9-4BC33B40B1D4}" srcOrd="2" destOrd="0" parTransId="{FEFBBB10-5CC1-45AD-878A-FB5211A46360}" sibTransId="{05DB2CC9-BDFA-42A1-AC1B-6DE231A63B52}"/>
    <dgm:cxn modelId="{AFA69274-A201-475E-BDC8-96643BA4C14E}" type="presOf" srcId="{6CF284C3-4A70-4432-8F33-E75A802B3330}" destId="{1F0D8777-6013-4519-B6A7-B38404A69CF5}" srcOrd="0" destOrd="0" presId="urn:microsoft.com/office/officeart/2009/3/layout/IncreasingArrowsProcess"/>
    <dgm:cxn modelId="{DAC05C77-0E4B-4D7F-B30D-D275AF240576}" srcId="{2A22E84C-3AA3-4E9C-AE5F-9C2FB0D7FB11}" destId="{7F15572D-198E-42A9-B104-9F44718D9DA6}" srcOrd="2" destOrd="0" parTransId="{94D7FC8D-C1CA-4068-9986-FAC25C901288}" sibTransId="{2660F0D8-231E-438E-BCB3-2F49924A9AF8}"/>
    <dgm:cxn modelId="{7F96AC57-2F84-4E8C-AA92-E82865EE63FE}" srcId="{EE62A4F6-4AC4-435B-990E-81A71CE8CAC7}" destId="{386C2B6D-2EE1-4682-AE61-EE246CD54E31}" srcOrd="1" destOrd="0" parTransId="{649D72FB-0D8F-479C-87D1-C73133EF35E2}" sibTransId="{E1C9E6F1-2ED2-4DD8-9B78-28FC1AF5D352}"/>
    <dgm:cxn modelId="{2B98897D-9937-49AC-9FE9-6629E912033A}" srcId="{2A22E84C-3AA3-4E9C-AE5F-9C2FB0D7FB11}" destId="{9ADACFBF-2A78-45C9-A7C4-5E5DBC674760}" srcOrd="0" destOrd="0" parTransId="{E121796C-71AB-4354-A1D4-3BF0025298A5}" sibTransId="{F3FE7E5A-DC73-423B-998C-02943CF263BF}"/>
    <dgm:cxn modelId="{42CA9781-3EC9-4134-B080-CE9232910C57}" type="presOf" srcId="{B9C32B05-62EA-407A-B21C-2310C7945705}" destId="{B2B1B58D-948A-42FD-A16C-10BCA42E667F}" srcOrd="0" destOrd="0" presId="urn:microsoft.com/office/officeart/2009/3/layout/IncreasingArrowsProcess"/>
    <dgm:cxn modelId="{2DC24386-BC50-4BAB-8571-16CB10C2603C}" srcId="{F66099B6-DBBD-4AB0-82D2-877B80F846F7}" destId="{6CF284C3-4A70-4432-8F33-E75A802B3330}" srcOrd="0" destOrd="0" parTransId="{044831E6-2FC9-4DDA-81FB-5FA418568D07}" sibTransId="{CD50B82D-84BB-4747-B282-ABB339EBA294}"/>
    <dgm:cxn modelId="{C99CE395-39F6-46B4-938C-9BF085685D1A}" srcId="{EE62A4F6-4AC4-435B-990E-81A71CE8CAC7}" destId="{3CE06941-9820-4827-8B16-CD80CC49F780}" srcOrd="0" destOrd="0" parTransId="{141A3C92-8966-4E2F-82E4-2E09E22674B2}" sibTransId="{F58FC55B-E61F-445C-956E-0BB2202254CA}"/>
    <dgm:cxn modelId="{7AF91B96-DA69-42D6-83DE-0E63677A4C47}" srcId="{2A22E84C-3AA3-4E9C-AE5F-9C2FB0D7FB11}" destId="{6C39594C-4AE1-4221-9751-E4FBA9469435}" srcOrd="1" destOrd="0" parTransId="{EA90E5E0-265B-4677-A3EF-FCD0DFDF4F41}" sibTransId="{F04E3063-747B-4761-B46E-8C06B2EF3C55}"/>
    <dgm:cxn modelId="{8D8A90A1-BDC8-4775-9E3B-7AC67C858E15}" type="presOf" srcId="{EE62A4F6-4AC4-435B-990E-81A71CE8CAC7}" destId="{48768FF4-286F-4F92-86A2-53AD2D1FCE40}" srcOrd="0" destOrd="0" presId="urn:microsoft.com/office/officeart/2009/3/layout/IncreasingArrowsProcess"/>
    <dgm:cxn modelId="{3A2CECA6-0C5B-46BB-B7C6-7D37E9D210BD}" srcId="{B9C32B05-62EA-407A-B21C-2310C7945705}" destId="{EE62A4F6-4AC4-435B-990E-81A71CE8CAC7}" srcOrd="2" destOrd="0" parTransId="{F287B947-7343-4FA2-B288-B23A59FFAE31}" sibTransId="{389F9A93-0231-4877-8C41-5D5B8DD7AAC0}"/>
    <dgm:cxn modelId="{CC9103CC-109E-4FF3-8F9E-70846CB5971B}" type="presOf" srcId="{2A22E84C-3AA3-4E9C-AE5F-9C2FB0D7FB11}" destId="{1F8017E5-81A7-4923-82DB-3E3921F16FA8}" srcOrd="0" destOrd="0" presId="urn:microsoft.com/office/officeart/2009/3/layout/IncreasingArrowsProcess"/>
    <dgm:cxn modelId="{11A290D2-EDBE-467B-945D-9C4F9549866D}" type="presOf" srcId="{7F15572D-198E-42A9-B104-9F44718D9DA6}" destId="{CF3E6AC7-87F5-4F0F-A513-10FC8B62959B}" srcOrd="0" destOrd="2" presId="urn:microsoft.com/office/officeart/2009/3/layout/IncreasingArrowsProcess"/>
    <dgm:cxn modelId="{5670A7D8-BA42-4857-8679-D269077AD7D7}" srcId="{36045517-CEA4-4BE3-B836-C2B6BFE5649B}" destId="{110CC072-E78D-486A-BD24-8CD6CE5683E0}" srcOrd="0" destOrd="0" parTransId="{EFE20FCA-41FE-42D4-8C71-85751017ADFF}" sibTransId="{C901204A-BC8E-4B62-854A-DFB2104323F5}"/>
    <dgm:cxn modelId="{24F8CBE2-5003-4E69-A772-6B98F2B05181}" srcId="{42D71409-67F9-455C-8C6D-716D284AAA6B}" destId="{3AF880A5-0F00-4315-A5DF-1FE656798601}" srcOrd="1" destOrd="0" parTransId="{A13BB1F9-5857-4B43-8BF5-6589AA2CB759}" sibTransId="{C198C41D-2640-4669-83ED-E0CD35701C8E}"/>
    <dgm:cxn modelId="{BEB859E7-C343-408E-86A1-667C27EE5761}" srcId="{B9C32B05-62EA-407A-B21C-2310C7945705}" destId="{2A22E84C-3AA3-4E9C-AE5F-9C2FB0D7FB11}" srcOrd="3" destOrd="0" parTransId="{6C025E55-DF42-4C5D-AFD5-6015FA053D46}" sibTransId="{744EA591-F199-49C2-B63A-82709D96C729}"/>
    <dgm:cxn modelId="{FB226EE9-58BC-47FE-8B4E-AB8D8027B295}" type="presOf" srcId="{36045517-CEA4-4BE3-B836-C2B6BFE5649B}" destId="{101A4B59-0158-4CE7-BDC0-951A98339C41}" srcOrd="0" destOrd="0" presId="urn:microsoft.com/office/officeart/2009/3/layout/IncreasingArrowsProcess"/>
    <dgm:cxn modelId="{58AD7EEF-D408-406B-87EE-4691D4C30668}" srcId="{42D71409-67F9-455C-8C6D-716D284AAA6B}" destId="{8EA7219F-BDB2-48EB-9EEB-3133522D132E}" srcOrd="0" destOrd="0" parTransId="{3EE8403A-CB7C-4815-85BD-AEBCAEB71B37}" sibTransId="{C94B7947-85DC-4B21-BB99-DF8438356F98}"/>
    <dgm:cxn modelId="{325CDEF0-B4ED-4A52-929D-FD54DE3D1BBA}" type="presOf" srcId="{42D71409-67F9-455C-8C6D-716D284AAA6B}" destId="{CAC5BA5B-1C52-4A85-8546-EE2CDC608361}" srcOrd="0" destOrd="0" presId="urn:microsoft.com/office/officeart/2009/3/layout/IncreasingArrowsProcess"/>
    <dgm:cxn modelId="{220C4AF9-C3BF-415E-8FA4-CEA855E3F258}" type="presOf" srcId="{BE788BF5-FE9F-4C7D-A1CD-9232D7860179}" destId="{1F0D8777-6013-4519-B6A7-B38404A69CF5}" srcOrd="0" destOrd="1" presId="urn:microsoft.com/office/officeart/2009/3/layout/IncreasingArrowsProcess"/>
    <dgm:cxn modelId="{CA5D9A1D-45FE-4617-AEED-05664AA0F043}" type="presParOf" srcId="{B2B1B58D-948A-42FD-A16C-10BCA42E667F}" destId="{CAC5BA5B-1C52-4A85-8546-EE2CDC608361}" srcOrd="0" destOrd="0" presId="urn:microsoft.com/office/officeart/2009/3/layout/IncreasingArrowsProcess"/>
    <dgm:cxn modelId="{57311EB7-BB03-4F4A-9389-C13621CB55F0}" type="presParOf" srcId="{B2B1B58D-948A-42FD-A16C-10BCA42E667F}" destId="{E410EE75-4F93-4AB6-93B3-C378A4B114F4}" srcOrd="1" destOrd="0" presId="urn:microsoft.com/office/officeart/2009/3/layout/IncreasingArrowsProcess"/>
    <dgm:cxn modelId="{068258EF-AD35-4C9D-B334-9AC5DC7BA943}" type="presParOf" srcId="{B2B1B58D-948A-42FD-A16C-10BCA42E667F}" destId="{225B60AA-2F38-4A13-82D3-1CC53C978A5C}" srcOrd="2" destOrd="0" presId="urn:microsoft.com/office/officeart/2009/3/layout/IncreasingArrowsProcess"/>
    <dgm:cxn modelId="{03CF6B34-3C68-439B-8C94-5861FE80581E}" type="presParOf" srcId="{B2B1B58D-948A-42FD-A16C-10BCA42E667F}" destId="{1F0D8777-6013-4519-B6A7-B38404A69CF5}" srcOrd="3" destOrd="0" presId="urn:microsoft.com/office/officeart/2009/3/layout/IncreasingArrowsProcess"/>
    <dgm:cxn modelId="{75592050-1A5E-4209-B131-4576FCBC7A73}" type="presParOf" srcId="{B2B1B58D-948A-42FD-A16C-10BCA42E667F}" destId="{48768FF4-286F-4F92-86A2-53AD2D1FCE40}" srcOrd="4" destOrd="0" presId="urn:microsoft.com/office/officeart/2009/3/layout/IncreasingArrowsProcess"/>
    <dgm:cxn modelId="{DF812868-642A-4819-9A33-4787D5CD4C01}" type="presParOf" srcId="{B2B1B58D-948A-42FD-A16C-10BCA42E667F}" destId="{434A8E86-C547-4922-903B-AE3F3AC7A04C}" srcOrd="5" destOrd="0" presId="urn:microsoft.com/office/officeart/2009/3/layout/IncreasingArrowsProcess"/>
    <dgm:cxn modelId="{0C1CBBE5-3BAC-448C-8C7B-AD5B35959A7D}" type="presParOf" srcId="{B2B1B58D-948A-42FD-A16C-10BCA42E667F}" destId="{1F8017E5-81A7-4923-82DB-3E3921F16FA8}" srcOrd="6" destOrd="0" presId="urn:microsoft.com/office/officeart/2009/3/layout/IncreasingArrowsProcess"/>
    <dgm:cxn modelId="{959836A0-A68C-4F63-AD5F-123EEB68BBDE}" type="presParOf" srcId="{B2B1B58D-948A-42FD-A16C-10BCA42E667F}" destId="{CF3E6AC7-87F5-4F0F-A513-10FC8B62959B}" srcOrd="7" destOrd="0" presId="urn:microsoft.com/office/officeart/2009/3/layout/IncreasingArrowsProcess"/>
    <dgm:cxn modelId="{7CE8119C-67B0-4DA3-A499-60A2CE02EB7E}" type="presParOf" srcId="{B2B1B58D-948A-42FD-A16C-10BCA42E667F}" destId="{101A4B59-0158-4CE7-BDC0-951A98339C41}" srcOrd="8" destOrd="0" presId="urn:microsoft.com/office/officeart/2009/3/layout/IncreasingArrowsProcess"/>
    <dgm:cxn modelId="{DEB2B21A-14F4-49CE-973E-2B5FEE875B39}" type="presParOf" srcId="{B2B1B58D-948A-42FD-A16C-10BCA42E667F}" destId="{FD7D3EB5-9871-4298-B05B-3D5633475BF8}" srcOrd="9" destOrd="0" presId="urn:microsoft.com/office/officeart/2009/3/layout/IncreasingArrowsProcess"/>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52.xml><?xml version="1.0" encoding="utf-8"?>
<dgm:dataModel xmlns:dgm="http://schemas.openxmlformats.org/drawingml/2006/diagram" xmlns:a="http://schemas.openxmlformats.org/drawingml/2006/main">
  <dgm:ptLst>
    <dgm:pt modelId="{B9C32B05-62EA-407A-B21C-2310C7945705}" type="doc">
      <dgm:prSet loTypeId="urn:microsoft.com/office/officeart/2011/layout/InterconnectedBlockProcess" loCatId="process"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F66099B6-DBBD-4AB0-82D2-877B80F846F7}">
      <dgm:prSet phldrT="[Text]"/>
      <dgm:spPr/>
      <dgm:t>
        <a:bodyPr/>
        <a:lstStyle/>
        <a:p>
          <a:r>
            <a:rPr lang="en-US" dirty="0"/>
            <a:t>Lorem Ipsum</a:t>
          </a:r>
        </a:p>
      </dgm:t>
    </dgm:pt>
    <dgm:pt modelId="{B09C8BFB-F41C-4AC4-AB94-F216E3081C2D}" type="parTrans" cxnId="{B4F3EA32-CE64-4A92-9BAE-BC57E5392B05}">
      <dgm:prSet/>
      <dgm:spPr/>
      <dgm:t>
        <a:bodyPr/>
        <a:lstStyle/>
        <a:p>
          <a:endParaRPr lang="en-US"/>
        </a:p>
      </dgm:t>
    </dgm:pt>
    <dgm:pt modelId="{BC531B32-9B0E-482E-BF91-65C61F17168D}" type="sibTrans" cxnId="{B4F3EA32-CE64-4A92-9BAE-BC57E5392B05}">
      <dgm:prSet/>
      <dgm:spPr/>
      <dgm:t>
        <a:bodyPr/>
        <a:lstStyle/>
        <a:p>
          <a:endParaRPr lang="en-US"/>
        </a:p>
      </dgm:t>
    </dgm:pt>
    <dgm:pt modelId="{EE62A4F6-4AC4-435B-990E-81A71CE8CAC7}">
      <dgm:prSet phldrT="[Text]"/>
      <dgm:spPr/>
      <dgm:t>
        <a:bodyPr/>
        <a:lstStyle/>
        <a:p>
          <a:r>
            <a:rPr lang="en-US"/>
            <a:t>Lorem Ipsum</a:t>
          </a:r>
          <a:endParaRPr lang="en-US" dirty="0"/>
        </a:p>
      </dgm:t>
    </dgm:pt>
    <dgm:pt modelId="{F287B947-7343-4FA2-B288-B23A59FFAE31}" type="parTrans" cxnId="{3A2CECA6-0C5B-46BB-B7C6-7D37E9D210BD}">
      <dgm:prSet/>
      <dgm:spPr/>
      <dgm:t>
        <a:bodyPr/>
        <a:lstStyle/>
        <a:p>
          <a:endParaRPr lang="en-US"/>
        </a:p>
      </dgm:t>
    </dgm:pt>
    <dgm:pt modelId="{389F9A93-0231-4877-8C41-5D5B8DD7AAC0}" type="sibTrans" cxnId="{3A2CECA6-0C5B-46BB-B7C6-7D37E9D210BD}">
      <dgm:prSet/>
      <dgm:spPr/>
      <dgm:t>
        <a:bodyPr/>
        <a:lstStyle/>
        <a:p>
          <a:endParaRPr lang="en-US"/>
        </a:p>
      </dgm:t>
    </dgm:pt>
    <dgm:pt modelId="{2A22E84C-3AA3-4E9C-AE5F-9C2FB0D7FB11}">
      <dgm:prSet phldrT="[Text]"/>
      <dgm:spPr/>
      <dgm:t>
        <a:bodyPr/>
        <a:lstStyle/>
        <a:p>
          <a:r>
            <a:rPr lang="en-US"/>
            <a:t>Lorem Ipsum</a:t>
          </a:r>
          <a:endParaRPr lang="en-US" dirty="0"/>
        </a:p>
      </dgm:t>
    </dgm:pt>
    <dgm:pt modelId="{6C025E55-DF42-4C5D-AFD5-6015FA053D46}" type="parTrans" cxnId="{BEB859E7-C343-408E-86A1-667C27EE5761}">
      <dgm:prSet/>
      <dgm:spPr/>
      <dgm:t>
        <a:bodyPr/>
        <a:lstStyle/>
        <a:p>
          <a:endParaRPr lang="en-US"/>
        </a:p>
      </dgm:t>
    </dgm:pt>
    <dgm:pt modelId="{744EA591-F199-49C2-B63A-82709D96C729}" type="sibTrans" cxnId="{BEB859E7-C343-408E-86A1-667C27EE5761}">
      <dgm:prSet/>
      <dgm:spPr/>
      <dgm:t>
        <a:bodyPr/>
        <a:lstStyle/>
        <a:p>
          <a:endParaRPr lang="en-US"/>
        </a:p>
      </dgm:t>
    </dgm:pt>
    <dgm:pt modelId="{36045517-CEA4-4BE3-B836-C2B6BFE5649B}">
      <dgm:prSet phldrT="[Text]"/>
      <dgm:spPr/>
      <dgm:t>
        <a:bodyPr/>
        <a:lstStyle/>
        <a:p>
          <a:r>
            <a:rPr lang="en-US"/>
            <a:t>Lorem Ipsum</a:t>
          </a:r>
          <a:endParaRPr lang="en-US" dirty="0"/>
        </a:p>
      </dgm:t>
    </dgm:pt>
    <dgm:pt modelId="{6231A36F-9B04-4B4A-917A-7E163AFFC956}" type="parTrans" cxnId="{4019353B-443B-4DED-AA6C-3C60E18414C7}">
      <dgm:prSet/>
      <dgm:spPr/>
      <dgm:t>
        <a:bodyPr/>
        <a:lstStyle/>
        <a:p>
          <a:endParaRPr lang="en-US"/>
        </a:p>
      </dgm:t>
    </dgm:pt>
    <dgm:pt modelId="{BFF3C5ED-87D0-4709-A3B8-A7BF0668006A}" type="sibTrans" cxnId="{4019353B-443B-4DED-AA6C-3C60E18414C7}">
      <dgm:prSet/>
      <dgm:spPr/>
      <dgm:t>
        <a:bodyPr/>
        <a:lstStyle/>
        <a:p>
          <a:endParaRPr lang="en-US"/>
        </a:p>
      </dgm:t>
    </dgm:pt>
    <dgm:pt modelId="{B8B8D19F-6262-4D92-8085-FA54F8DBC17C}">
      <dgm:prSet phldrT="[Text]"/>
      <dgm:spPr/>
      <dgm:t>
        <a:bodyPr/>
        <a:lstStyle/>
        <a:p>
          <a:r>
            <a:rPr lang="en-US" dirty="0"/>
            <a:t>Some text here</a:t>
          </a:r>
        </a:p>
      </dgm:t>
    </dgm:pt>
    <dgm:pt modelId="{C62F8FE3-07F5-4AA5-B384-C9FECB1B06D1}" type="parTrans" cxnId="{4040A205-395E-4739-A8E1-707B3345958C}">
      <dgm:prSet/>
      <dgm:spPr/>
      <dgm:t>
        <a:bodyPr/>
        <a:lstStyle/>
        <a:p>
          <a:endParaRPr lang="en-US"/>
        </a:p>
      </dgm:t>
    </dgm:pt>
    <dgm:pt modelId="{2E18262D-54AE-4051-90A8-9CAABC7C6F51}" type="sibTrans" cxnId="{4040A205-395E-4739-A8E1-707B3345958C}">
      <dgm:prSet/>
      <dgm:spPr/>
      <dgm:t>
        <a:bodyPr/>
        <a:lstStyle/>
        <a:p>
          <a:endParaRPr lang="en-US"/>
        </a:p>
      </dgm:t>
    </dgm:pt>
    <dgm:pt modelId="{5F553747-FC52-482D-A4E5-60DD10D5D725}">
      <dgm:prSet phldrT="[Text]"/>
      <dgm:spPr/>
      <dgm:t>
        <a:bodyPr/>
        <a:lstStyle/>
        <a:p>
          <a:r>
            <a:rPr lang="en-US" dirty="0"/>
            <a:t>Some text here</a:t>
          </a:r>
        </a:p>
      </dgm:t>
    </dgm:pt>
    <dgm:pt modelId="{69977844-F659-4E4E-8D3E-CD6DBC0AB167}" type="parTrans" cxnId="{EB42BF6A-9B19-4370-957E-092DE69101A8}">
      <dgm:prSet/>
      <dgm:spPr/>
      <dgm:t>
        <a:bodyPr/>
        <a:lstStyle/>
        <a:p>
          <a:endParaRPr lang="en-US"/>
        </a:p>
      </dgm:t>
    </dgm:pt>
    <dgm:pt modelId="{EB9845F3-18D8-4424-A8E5-10FEFAC0413B}" type="sibTrans" cxnId="{EB42BF6A-9B19-4370-957E-092DE69101A8}">
      <dgm:prSet/>
      <dgm:spPr/>
      <dgm:t>
        <a:bodyPr/>
        <a:lstStyle/>
        <a:p>
          <a:endParaRPr lang="en-US"/>
        </a:p>
      </dgm:t>
    </dgm:pt>
    <dgm:pt modelId="{FE07D924-586A-4DD5-8922-619A8DC6B886}">
      <dgm:prSet phldrT="[Text]"/>
      <dgm:spPr/>
      <dgm:t>
        <a:bodyPr/>
        <a:lstStyle/>
        <a:p>
          <a:r>
            <a:rPr lang="en-US" dirty="0"/>
            <a:t>Some text here</a:t>
          </a:r>
        </a:p>
      </dgm:t>
    </dgm:pt>
    <dgm:pt modelId="{70B9E27F-AE0C-4FED-BC3B-2A6E7FA9C350}" type="parTrans" cxnId="{327FA060-37D5-4D25-A9FE-D974402181C8}">
      <dgm:prSet/>
      <dgm:spPr/>
      <dgm:t>
        <a:bodyPr/>
        <a:lstStyle/>
        <a:p>
          <a:endParaRPr lang="en-US"/>
        </a:p>
      </dgm:t>
    </dgm:pt>
    <dgm:pt modelId="{421CC652-E969-4406-B2FA-858E1382510B}" type="sibTrans" cxnId="{327FA060-37D5-4D25-A9FE-D974402181C8}">
      <dgm:prSet/>
      <dgm:spPr/>
      <dgm:t>
        <a:bodyPr/>
        <a:lstStyle/>
        <a:p>
          <a:endParaRPr lang="en-US"/>
        </a:p>
      </dgm:t>
    </dgm:pt>
    <dgm:pt modelId="{20D2C347-EDCE-43BE-970D-E9D346C2F1B1}">
      <dgm:prSet phldrT="[Text]"/>
      <dgm:spPr/>
      <dgm:t>
        <a:bodyPr/>
        <a:lstStyle/>
        <a:p>
          <a:r>
            <a:rPr lang="en-US" dirty="0"/>
            <a:t>Some text here</a:t>
          </a:r>
        </a:p>
      </dgm:t>
    </dgm:pt>
    <dgm:pt modelId="{F8D0AF7E-F031-4F96-B28D-C7DFBAFAEC6F}" type="parTrans" cxnId="{3F221863-9CE2-4D55-9FE9-E60593422ACD}">
      <dgm:prSet/>
      <dgm:spPr/>
      <dgm:t>
        <a:bodyPr/>
        <a:lstStyle/>
        <a:p>
          <a:endParaRPr lang="en-US"/>
        </a:p>
      </dgm:t>
    </dgm:pt>
    <dgm:pt modelId="{A197DB49-5E0D-443B-B722-720179E09C44}" type="sibTrans" cxnId="{3F221863-9CE2-4D55-9FE9-E60593422ACD}">
      <dgm:prSet/>
      <dgm:spPr/>
      <dgm:t>
        <a:bodyPr/>
        <a:lstStyle/>
        <a:p>
          <a:endParaRPr lang="en-US"/>
        </a:p>
      </dgm:t>
    </dgm:pt>
    <dgm:pt modelId="{05DFF8EE-AC75-4A19-BC36-735E6DA1B66B}">
      <dgm:prSet phldrT="[Text]"/>
      <dgm:spPr/>
      <dgm:t>
        <a:bodyPr/>
        <a:lstStyle/>
        <a:p>
          <a:r>
            <a:rPr lang="en-US" dirty="0"/>
            <a:t>Some text here</a:t>
          </a:r>
        </a:p>
      </dgm:t>
    </dgm:pt>
    <dgm:pt modelId="{1E128E41-66FB-4A5A-B96E-F99140C2D746}" type="parTrans" cxnId="{699E8EE4-9156-406F-BFEE-D73680B0045A}">
      <dgm:prSet/>
      <dgm:spPr/>
      <dgm:t>
        <a:bodyPr/>
        <a:lstStyle/>
        <a:p>
          <a:endParaRPr lang="en-US"/>
        </a:p>
      </dgm:t>
    </dgm:pt>
    <dgm:pt modelId="{5834AB3E-DD2F-4616-80ED-B6E65D84CF91}" type="sibTrans" cxnId="{699E8EE4-9156-406F-BFEE-D73680B0045A}">
      <dgm:prSet/>
      <dgm:spPr/>
      <dgm:t>
        <a:bodyPr/>
        <a:lstStyle/>
        <a:p>
          <a:endParaRPr lang="en-US"/>
        </a:p>
      </dgm:t>
    </dgm:pt>
    <dgm:pt modelId="{AF2153D6-5674-48AC-892B-6094C0CDF1D2}">
      <dgm:prSet phldrT="[Text]"/>
      <dgm:spPr/>
      <dgm:t>
        <a:bodyPr/>
        <a:lstStyle/>
        <a:p>
          <a:r>
            <a:rPr lang="en-US" dirty="0"/>
            <a:t>Some text here</a:t>
          </a:r>
        </a:p>
      </dgm:t>
    </dgm:pt>
    <dgm:pt modelId="{6D3CC25D-1FDA-4353-AB73-6FF8AB7F3A78}" type="parTrans" cxnId="{49886F59-0388-418A-9566-BEAE5DA8BA04}">
      <dgm:prSet/>
      <dgm:spPr/>
      <dgm:t>
        <a:bodyPr/>
        <a:lstStyle/>
        <a:p>
          <a:endParaRPr lang="en-US"/>
        </a:p>
      </dgm:t>
    </dgm:pt>
    <dgm:pt modelId="{FE21187F-F6C7-4662-94F7-DBEDABD95091}" type="sibTrans" cxnId="{49886F59-0388-418A-9566-BEAE5DA8BA04}">
      <dgm:prSet/>
      <dgm:spPr/>
      <dgm:t>
        <a:bodyPr/>
        <a:lstStyle/>
        <a:p>
          <a:endParaRPr lang="en-US"/>
        </a:p>
      </dgm:t>
    </dgm:pt>
    <dgm:pt modelId="{7969DB01-748A-4C0D-8207-ACB4CA36B44F}">
      <dgm:prSet phldrT="[Text]"/>
      <dgm:spPr/>
      <dgm:t>
        <a:bodyPr/>
        <a:lstStyle/>
        <a:p>
          <a:r>
            <a:rPr lang="en-US" dirty="0"/>
            <a:t>Some text here</a:t>
          </a:r>
        </a:p>
      </dgm:t>
    </dgm:pt>
    <dgm:pt modelId="{7D1AC366-1582-428F-A5F7-6CE022DF2AA5}" type="parTrans" cxnId="{FE66EBFE-7219-4E3C-AD9E-852A7E74D3EB}">
      <dgm:prSet/>
      <dgm:spPr/>
      <dgm:t>
        <a:bodyPr/>
        <a:lstStyle/>
        <a:p>
          <a:endParaRPr lang="en-US"/>
        </a:p>
      </dgm:t>
    </dgm:pt>
    <dgm:pt modelId="{29E9BD49-5DC4-42E8-95AF-15A74E3373C0}" type="sibTrans" cxnId="{FE66EBFE-7219-4E3C-AD9E-852A7E74D3EB}">
      <dgm:prSet/>
      <dgm:spPr/>
      <dgm:t>
        <a:bodyPr/>
        <a:lstStyle/>
        <a:p>
          <a:endParaRPr lang="en-US"/>
        </a:p>
      </dgm:t>
    </dgm:pt>
    <dgm:pt modelId="{D1D8BF2D-0F6B-43AF-967E-5E7FEEC25B35}">
      <dgm:prSet phldrT="[Text]"/>
      <dgm:spPr/>
      <dgm:t>
        <a:bodyPr/>
        <a:lstStyle/>
        <a:p>
          <a:r>
            <a:rPr lang="en-US" dirty="0"/>
            <a:t>Some text here</a:t>
          </a:r>
        </a:p>
      </dgm:t>
    </dgm:pt>
    <dgm:pt modelId="{3F311534-ACEC-4118-A5E3-3BE621A60B0D}" type="parTrans" cxnId="{34AD2B73-9094-4135-BC1B-C37949ABC099}">
      <dgm:prSet/>
      <dgm:spPr/>
      <dgm:t>
        <a:bodyPr/>
        <a:lstStyle/>
        <a:p>
          <a:endParaRPr lang="en-US"/>
        </a:p>
      </dgm:t>
    </dgm:pt>
    <dgm:pt modelId="{DE4259A9-A997-45AB-B292-E672D5454D96}" type="sibTrans" cxnId="{34AD2B73-9094-4135-BC1B-C37949ABC099}">
      <dgm:prSet/>
      <dgm:spPr/>
      <dgm:t>
        <a:bodyPr/>
        <a:lstStyle/>
        <a:p>
          <a:endParaRPr lang="en-US"/>
        </a:p>
      </dgm:t>
    </dgm:pt>
    <dgm:pt modelId="{B0F239F7-0EA8-4F1B-93B5-C2B96C528084}">
      <dgm:prSet phldrT="[Text]"/>
      <dgm:spPr/>
      <dgm:t>
        <a:bodyPr/>
        <a:lstStyle/>
        <a:p>
          <a:r>
            <a:rPr lang="en-US" dirty="0"/>
            <a:t>Some text here</a:t>
          </a:r>
        </a:p>
      </dgm:t>
    </dgm:pt>
    <dgm:pt modelId="{8A59F1B6-AFFC-4C16-A91A-576BD8505CFC}" type="parTrans" cxnId="{BBF66BC8-7B1F-4AF4-8735-414A18829CFD}">
      <dgm:prSet/>
      <dgm:spPr/>
      <dgm:t>
        <a:bodyPr/>
        <a:lstStyle/>
        <a:p>
          <a:endParaRPr lang="en-US"/>
        </a:p>
      </dgm:t>
    </dgm:pt>
    <dgm:pt modelId="{BD4E5C98-6BB0-4996-A05C-185F0EB19B44}" type="sibTrans" cxnId="{BBF66BC8-7B1F-4AF4-8735-414A18829CFD}">
      <dgm:prSet/>
      <dgm:spPr/>
      <dgm:t>
        <a:bodyPr/>
        <a:lstStyle/>
        <a:p>
          <a:endParaRPr lang="en-US"/>
        </a:p>
      </dgm:t>
    </dgm:pt>
    <dgm:pt modelId="{EF5870A9-59AC-4844-B155-3679729BA299}">
      <dgm:prSet phldrT="[Text]"/>
      <dgm:spPr/>
      <dgm:t>
        <a:bodyPr/>
        <a:lstStyle/>
        <a:p>
          <a:r>
            <a:rPr lang="en-US" dirty="0"/>
            <a:t>Some text here</a:t>
          </a:r>
        </a:p>
      </dgm:t>
    </dgm:pt>
    <dgm:pt modelId="{A833CE2C-B27D-4712-BEDE-CC931647DF47}" type="parTrans" cxnId="{5DAA9413-EE63-45D2-B540-273061F6E463}">
      <dgm:prSet/>
      <dgm:spPr/>
      <dgm:t>
        <a:bodyPr/>
        <a:lstStyle/>
        <a:p>
          <a:endParaRPr lang="en-US"/>
        </a:p>
      </dgm:t>
    </dgm:pt>
    <dgm:pt modelId="{3FA8823A-CB6F-4FCB-8A8E-01D6292D6D5B}" type="sibTrans" cxnId="{5DAA9413-EE63-45D2-B540-273061F6E463}">
      <dgm:prSet/>
      <dgm:spPr/>
      <dgm:t>
        <a:bodyPr/>
        <a:lstStyle/>
        <a:p>
          <a:endParaRPr lang="en-US"/>
        </a:p>
      </dgm:t>
    </dgm:pt>
    <dgm:pt modelId="{23B30CD2-95B1-48BC-B463-A38FC11A35FD}">
      <dgm:prSet phldrT="[Text]"/>
      <dgm:spPr/>
      <dgm:t>
        <a:bodyPr/>
        <a:lstStyle/>
        <a:p>
          <a:r>
            <a:rPr lang="en-US" dirty="0"/>
            <a:t>Some text here</a:t>
          </a:r>
        </a:p>
      </dgm:t>
    </dgm:pt>
    <dgm:pt modelId="{55482169-C35B-439C-9A5B-1A3B37A2C840}" type="parTrans" cxnId="{9265015A-FAEB-4F5F-B351-79C3FD3ECF7C}">
      <dgm:prSet/>
      <dgm:spPr/>
      <dgm:t>
        <a:bodyPr/>
        <a:lstStyle/>
        <a:p>
          <a:endParaRPr lang="en-US"/>
        </a:p>
      </dgm:t>
    </dgm:pt>
    <dgm:pt modelId="{C73228B9-2F81-4F1E-B3DC-68698AB34EC5}" type="sibTrans" cxnId="{9265015A-FAEB-4F5F-B351-79C3FD3ECF7C}">
      <dgm:prSet/>
      <dgm:spPr/>
      <dgm:t>
        <a:bodyPr/>
        <a:lstStyle/>
        <a:p>
          <a:endParaRPr lang="en-US"/>
        </a:p>
      </dgm:t>
    </dgm:pt>
    <dgm:pt modelId="{9DC33C64-690F-44BD-B1EF-1DDDDE45FA5E}">
      <dgm:prSet phldrT="[Text]"/>
      <dgm:spPr/>
      <dgm:t>
        <a:bodyPr/>
        <a:lstStyle/>
        <a:p>
          <a:r>
            <a:rPr lang="en-US" dirty="0"/>
            <a:t>Some text here</a:t>
          </a:r>
        </a:p>
      </dgm:t>
    </dgm:pt>
    <dgm:pt modelId="{56A39A13-FFDC-45F3-9820-93D171CD7E2E}" type="parTrans" cxnId="{46230AF7-040D-4CAE-8B03-130EE28DF5AA}">
      <dgm:prSet/>
      <dgm:spPr/>
      <dgm:t>
        <a:bodyPr/>
        <a:lstStyle/>
        <a:p>
          <a:endParaRPr lang="en-US"/>
        </a:p>
      </dgm:t>
    </dgm:pt>
    <dgm:pt modelId="{C8936BB2-F05C-4FBE-8E36-A3C62239FB59}" type="sibTrans" cxnId="{46230AF7-040D-4CAE-8B03-130EE28DF5AA}">
      <dgm:prSet/>
      <dgm:spPr/>
      <dgm:t>
        <a:bodyPr/>
        <a:lstStyle/>
        <a:p>
          <a:endParaRPr lang="en-US"/>
        </a:p>
      </dgm:t>
    </dgm:pt>
    <dgm:pt modelId="{3C753BD6-56B9-456E-8E4F-73EBDF9002B5}">
      <dgm:prSet phldrT="[Text]"/>
      <dgm:spPr/>
      <dgm:t>
        <a:bodyPr/>
        <a:lstStyle/>
        <a:p>
          <a:r>
            <a:rPr lang="en-US" dirty="0"/>
            <a:t>Some text here</a:t>
          </a:r>
        </a:p>
      </dgm:t>
    </dgm:pt>
    <dgm:pt modelId="{633066B3-875A-441C-B476-06E16803B99D}" type="parTrans" cxnId="{3123264F-C1C5-4EE8-81A6-D435DF0F5AF4}">
      <dgm:prSet/>
      <dgm:spPr/>
      <dgm:t>
        <a:bodyPr/>
        <a:lstStyle/>
        <a:p>
          <a:endParaRPr lang="en-US"/>
        </a:p>
      </dgm:t>
    </dgm:pt>
    <dgm:pt modelId="{1CD54C1E-5CC3-45AC-B48F-1D8247DA84A5}" type="sibTrans" cxnId="{3123264F-C1C5-4EE8-81A6-D435DF0F5AF4}">
      <dgm:prSet/>
      <dgm:spPr/>
      <dgm:t>
        <a:bodyPr/>
        <a:lstStyle/>
        <a:p>
          <a:endParaRPr lang="en-US"/>
        </a:p>
      </dgm:t>
    </dgm:pt>
    <dgm:pt modelId="{16FCCF47-A35F-4ED2-9DA2-50D082F3AECA}">
      <dgm:prSet phldrT="[Text]"/>
      <dgm:spPr/>
      <dgm:t>
        <a:bodyPr/>
        <a:lstStyle/>
        <a:p>
          <a:r>
            <a:rPr lang="en-US" dirty="0"/>
            <a:t>Some text here</a:t>
          </a:r>
        </a:p>
      </dgm:t>
    </dgm:pt>
    <dgm:pt modelId="{F42C0CED-A1ED-4ECD-8780-3CC11A58DF5F}" type="parTrans" cxnId="{7BED4585-F203-4AC9-935F-ECC164A1A40E}">
      <dgm:prSet/>
      <dgm:spPr/>
      <dgm:t>
        <a:bodyPr/>
        <a:lstStyle/>
        <a:p>
          <a:endParaRPr lang="en-US"/>
        </a:p>
      </dgm:t>
    </dgm:pt>
    <dgm:pt modelId="{4B1A5B53-A3B0-4CE9-BAF0-803DA199BEB4}" type="sibTrans" cxnId="{7BED4585-F203-4AC9-935F-ECC164A1A40E}">
      <dgm:prSet/>
      <dgm:spPr/>
      <dgm:t>
        <a:bodyPr/>
        <a:lstStyle/>
        <a:p>
          <a:endParaRPr lang="en-US"/>
        </a:p>
      </dgm:t>
    </dgm:pt>
    <dgm:pt modelId="{257C7022-5AAD-47C2-88FE-B5AE2BE2670A}">
      <dgm:prSet phldrT="[Text]"/>
      <dgm:spPr/>
      <dgm:t>
        <a:bodyPr/>
        <a:lstStyle/>
        <a:p>
          <a:r>
            <a:rPr lang="en-US" dirty="0"/>
            <a:t>Some text here</a:t>
          </a:r>
        </a:p>
      </dgm:t>
    </dgm:pt>
    <dgm:pt modelId="{9716D557-D31A-4591-B1FD-195907ECFAA5}" type="parTrans" cxnId="{4363FACB-D3BA-4A8D-83C8-CFEF2EEAB301}">
      <dgm:prSet/>
      <dgm:spPr/>
      <dgm:t>
        <a:bodyPr/>
        <a:lstStyle/>
        <a:p>
          <a:endParaRPr lang="en-US"/>
        </a:p>
      </dgm:t>
    </dgm:pt>
    <dgm:pt modelId="{A3FBC232-6DB6-4CDD-BE8D-ADBE110543E8}" type="sibTrans" cxnId="{4363FACB-D3BA-4A8D-83C8-CFEF2EEAB301}">
      <dgm:prSet/>
      <dgm:spPr/>
      <dgm:t>
        <a:bodyPr/>
        <a:lstStyle/>
        <a:p>
          <a:endParaRPr lang="en-US"/>
        </a:p>
      </dgm:t>
    </dgm:pt>
    <dgm:pt modelId="{4EA4B1CA-6764-4A34-9983-6D070BD8C3BB}">
      <dgm:prSet phldrT="[Text]"/>
      <dgm:spPr/>
      <dgm:t>
        <a:bodyPr/>
        <a:lstStyle/>
        <a:p>
          <a:r>
            <a:rPr lang="en-US" dirty="0"/>
            <a:t>Some text here</a:t>
          </a:r>
        </a:p>
      </dgm:t>
    </dgm:pt>
    <dgm:pt modelId="{D91F8146-C7DD-44E9-A263-7138B72AC6E1}" type="parTrans" cxnId="{120D287B-3C86-4FB4-896F-2D526BFE0F50}">
      <dgm:prSet/>
      <dgm:spPr/>
      <dgm:t>
        <a:bodyPr/>
        <a:lstStyle/>
        <a:p>
          <a:endParaRPr lang="en-US"/>
        </a:p>
      </dgm:t>
    </dgm:pt>
    <dgm:pt modelId="{DDDD79B9-0589-49E0-89C2-4D774A1B2BFA}" type="sibTrans" cxnId="{120D287B-3C86-4FB4-896F-2D526BFE0F50}">
      <dgm:prSet/>
      <dgm:spPr/>
      <dgm:t>
        <a:bodyPr/>
        <a:lstStyle/>
        <a:p>
          <a:endParaRPr lang="en-US"/>
        </a:p>
      </dgm:t>
    </dgm:pt>
    <dgm:pt modelId="{6905BD1A-310C-471F-8F14-08B88A87D97C}">
      <dgm:prSet phldrT="[Text]"/>
      <dgm:spPr/>
      <dgm:t>
        <a:bodyPr/>
        <a:lstStyle/>
        <a:p>
          <a:r>
            <a:rPr lang="en-US" dirty="0"/>
            <a:t>Some text here</a:t>
          </a:r>
        </a:p>
      </dgm:t>
    </dgm:pt>
    <dgm:pt modelId="{18269A61-8812-4C7C-B053-A9ABC9C88D3B}" type="parTrans" cxnId="{E72188BE-E8C8-4D4E-A163-E7236F1A5254}">
      <dgm:prSet/>
      <dgm:spPr/>
      <dgm:t>
        <a:bodyPr/>
        <a:lstStyle/>
        <a:p>
          <a:endParaRPr lang="en-US"/>
        </a:p>
      </dgm:t>
    </dgm:pt>
    <dgm:pt modelId="{BA3D223C-E0DE-4A4E-BF8E-A3F52C916C94}" type="sibTrans" cxnId="{E72188BE-E8C8-4D4E-A163-E7236F1A5254}">
      <dgm:prSet/>
      <dgm:spPr/>
      <dgm:t>
        <a:bodyPr/>
        <a:lstStyle/>
        <a:p>
          <a:endParaRPr lang="en-US"/>
        </a:p>
      </dgm:t>
    </dgm:pt>
    <dgm:pt modelId="{B0F315BF-0063-46B4-A55F-F82C4B4B0109}">
      <dgm:prSet phldrT="[Text]"/>
      <dgm:spPr/>
      <dgm:t>
        <a:bodyPr/>
        <a:lstStyle/>
        <a:p>
          <a:r>
            <a:rPr lang="en-US" dirty="0"/>
            <a:t>Some text here</a:t>
          </a:r>
        </a:p>
      </dgm:t>
    </dgm:pt>
    <dgm:pt modelId="{09F1540C-125F-4A03-ACBE-629B5D1D30F6}" type="parTrans" cxnId="{287F4015-D7B5-4C11-B8B7-CA60AACD81D1}">
      <dgm:prSet/>
      <dgm:spPr/>
      <dgm:t>
        <a:bodyPr/>
        <a:lstStyle/>
        <a:p>
          <a:endParaRPr lang="en-US"/>
        </a:p>
      </dgm:t>
    </dgm:pt>
    <dgm:pt modelId="{AB033198-FA94-4583-AC34-FBCA0653AA87}" type="sibTrans" cxnId="{287F4015-D7B5-4C11-B8B7-CA60AACD81D1}">
      <dgm:prSet/>
      <dgm:spPr/>
      <dgm:t>
        <a:bodyPr/>
        <a:lstStyle/>
        <a:p>
          <a:endParaRPr lang="en-US"/>
        </a:p>
      </dgm:t>
    </dgm:pt>
    <dgm:pt modelId="{89AAA095-8C88-4B65-A670-BF5F41094699}">
      <dgm:prSet phldrT="[Text]"/>
      <dgm:spPr/>
      <dgm:t>
        <a:bodyPr/>
        <a:lstStyle/>
        <a:p>
          <a:r>
            <a:rPr lang="en-US" dirty="0"/>
            <a:t>Some text here</a:t>
          </a:r>
        </a:p>
      </dgm:t>
    </dgm:pt>
    <dgm:pt modelId="{C30BCBEA-E69A-4DE9-8111-ECFDA4B5F925}" type="parTrans" cxnId="{7A2310BD-F146-4E32-AB1D-F948F53706AD}">
      <dgm:prSet/>
      <dgm:spPr/>
      <dgm:t>
        <a:bodyPr/>
        <a:lstStyle/>
        <a:p>
          <a:endParaRPr lang="en-US"/>
        </a:p>
      </dgm:t>
    </dgm:pt>
    <dgm:pt modelId="{8CE75ACF-B9BD-4A2A-A3B4-0EFE931AC8BF}" type="sibTrans" cxnId="{7A2310BD-F146-4E32-AB1D-F948F53706AD}">
      <dgm:prSet/>
      <dgm:spPr/>
      <dgm:t>
        <a:bodyPr/>
        <a:lstStyle/>
        <a:p>
          <a:endParaRPr lang="en-US"/>
        </a:p>
      </dgm:t>
    </dgm:pt>
    <dgm:pt modelId="{E9B1E9B5-08AA-495D-B1C9-982E716F3690}">
      <dgm:prSet phldrT="[Text]"/>
      <dgm:spPr/>
      <dgm:t>
        <a:bodyPr/>
        <a:lstStyle/>
        <a:p>
          <a:r>
            <a:rPr lang="en-US" dirty="0"/>
            <a:t>Some text here</a:t>
          </a:r>
        </a:p>
      </dgm:t>
    </dgm:pt>
    <dgm:pt modelId="{20C234D8-7761-4154-8BBF-F9729057DAE0}" type="parTrans" cxnId="{B1894E9F-57B3-4C5F-90EB-90E6F5879AB5}">
      <dgm:prSet/>
      <dgm:spPr/>
      <dgm:t>
        <a:bodyPr/>
        <a:lstStyle/>
        <a:p>
          <a:endParaRPr lang="en-US"/>
        </a:p>
      </dgm:t>
    </dgm:pt>
    <dgm:pt modelId="{A6A21565-D472-4513-9A41-1DC7BEB8EDB1}" type="sibTrans" cxnId="{B1894E9F-57B3-4C5F-90EB-90E6F5879AB5}">
      <dgm:prSet/>
      <dgm:spPr/>
      <dgm:t>
        <a:bodyPr/>
        <a:lstStyle/>
        <a:p>
          <a:endParaRPr lang="en-US"/>
        </a:p>
      </dgm:t>
    </dgm:pt>
    <dgm:pt modelId="{09592B82-CFCE-4E6D-B9D9-CEE5ACAEB5FD}" type="pres">
      <dgm:prSet presAssocID="{B9C32B05-62EA-407A-B21C-2310C7945705}" presName="Name0" presStyleCnt="0">
        <dgm:presLayoutVars>
          <dgm:chMax val="7"/>
          <dgm:chPref val="5"/>
          <dgm:dir/>
          <dgm:animOne val="branch"/>
          <dgm:animLvl val="lvl"/>
        </dgm:presLayoutVars>
      </dgm:prSet>
      <dgm:spPr/>
    </dgm:pt>
    <dgm:pt modelId="{21C4E5B6-ACC3-44CF-B0AE-FA7C752C1817}" type="pres">
      <dgm:prSet presAssocID="{36045517-CEA4-4BE3-B836-C2B6BFE5649B}" presName="ChildAccent5" presStyleCnt="0"/>
      <dgm:spPr/>
    </dgm:pt>
    <dgm:pt modelId="{05AACA48-5B9E-4455-BF27-25132BD444EC}" type="pres">
      <dgm:prSet presAssocID="{36045517-CEA4-4BE3-B836-C2B6BFE5649B}" presName="ChildAccent" presStyleLbl="alignImgPlace1" presStyleIdx="0" presStyleCnt="5"/>
      <dgm:spPr/>
    </dgm:pt>
    <dgm:pt modelId="{87FD9874-9EB9-4CE8-9DC2-30E44A48A32F}" type="pres">
      <dgm:prSet presAssocID="{36045517-CEA4-4BE3-B836-C2B6BFE5649B}" presName="Child5" presStyleLbl="revTx" presStyleIdx="0" presStyleCnt="0">
        <dgm:presLayoutVars>
          <dgm:chMax val="0"/>
          <dgm:chPref val="0"/>
          <dgm:bulletEnabled val="1"/>
        </dgm:presLayoutVars>
      </dgm:prSet>
      <dgm:spPr/>
    </dgm:pt>
    <dgm:pt modelId="{7E216651-E673-4011-80B0-6265786EFB08}" type="pres">
      <dgm:prSet presAssocID="{36045517-CEA4-4BE3-B836-C2B6BFE5649B}" presName="Parent5" presStyleLbl="node1" presStyleIdx="0" presStyleCnt="5">
        <dgm:presLayoutVars>
          <dgm:chMax val="2"/>
          <dgm:chPref val="1"/>
          <dgm:bulletEnabled val="1"/>
        </dgm:presLayoutVars>
      </dgm:prSet>
      <dgm:spPr/>
    </dgm:pt>
    <dgm:pt modelId="{6675556B-14D8-47D8-BB03-C54E2D800FE0}" type="pres">
      <dgm:prSet presAssocID="{2A22E84C-3AA3-4E9C-AE5F-9C2FB0D7FB11}" presName="ChildAccent4" presStyleCnt="0"/>
      <dgm:spPr/>
    </dgm:pt>
    <dgm:pt modelId="{EA2DC2B4-0A0A-40A5-9A7C-78BD2C93513A}" type="pres">
      <dgm:prSet presAssocID="{2A22E84C-3AA3-4E9C-AE5F-9C2FB0D7FB11}" presName="ChildAccent" presStyleLbl="alignImgPlace1" presStyleIdx="1" presStyleCnt="5"/>
      <dgm:spPr/>
    </dgm:pt>
    <dgm:pt modelId="{15A831ED-8B00-46DB-A486-8123F3ECC2B5}" type="pres">
      <dgm:prSet presAssocID="{2A22E84C-3AA3-4E9C-AE5F-9C2FB0D7FB11}" presName="Child4" presStyleLbl="revTx" presStyleIdx="0" presStyleCnt="0">
        <dgm:presLayoutVars>
          <dgm:chMax val="0"/>
          <dgm:chPref val="0"/>
          <dgm:bulletEnabled val="1"/>
        </dgm:presLayoutVars>
      </dgm:prSet>
      <dgm:spPr/>
    </dgm:pt>
    <dgm:pt modelId="{E92B9ED6-F4A3-49E9-980A-D39981F8182B}" type="pres">
      <dgm:prSet presAssocID="{2A22E84C-3AA3-4E9C-AE5F-9C2FB0D7FB11}" presName="Parent4" presStyleLbl="node1" presStyleIdx="1" presStyleCnt="5">
        <dgm:presLayoutVars>
          <dgm:chMax val="2"/>
          <dgm:chPref val="1"/>
          <dgm:bulletEnabled val="1"/>
        </dgm:presLayoutVars>
      </dgm:prSet>
      <dgm:spPr/>
    </dgm:pt>
    <dgm:pt modelId="{F55F03DE-1C5B-4ECE-B96A-9FE94BCAFB4E}" type="pres">
      <dgm:prSet presAssocID="{EE62A4F6-4AC4-435B-990E-81A71CE8CAC7}" presName="ChildAccent3" presStyleCnt="0"/>
      <dgm:spPr/>
    </dgm:pt>
    <dgm:pt modelId="{6EBB87B2-96A1-46C4-AFA1-400CBC961F99}" type="pres">
      <dgm:prSet presAssocID="{EE62A4F6-4AC4-435B-990E-81A71CE8CAC7}" presName="ChildAccent" presStyleLbl="alignImgPlace1" presStyleIdx="2" presStyleCnt="5"/>
      <dgm:spPr/>
    </dgm:pt>
    <dgm:pt modelId="{E78582C2-889D-496F-A566-CFCD6EAE1BFE}" type="pres">
      <dgm:prSet presAssocID="{EE62A4F6-4AC4-435B-990E-81A71CE8CAC7}" presName="Child3" presStyleLbl="revTx" presStyleIdx="0" presStyleCnt="0">
        <dgm:presLayoutVars>
          <dgm:chMax val="0"/>
          <dgm:chPref val="0"/>
          <dgm:bulletEnabled val="1"/>
        </dgm:presLayoutVars>
      </dgm:prSet>
      <dgm:spPr/>
    </dgm:pt>
    <dgm:pt modelId="{4C029145-E8A7-4226-9AC0-4C7946CC73B5}" type="pres">
      <dgm:prSet presAssocID="{EE62A4F6-4AC4-435B-990E-81A71CE8CAC7}" presName="Parent3" presStyleLbl="node1" presStyleIdx="2" presStyleCnt="5">
        <dgm:presLayoutVars>
          <dgm:chMax val="2"/>
          <dgm:chPref val="1"/>
          <dgm:bulletEnabled val="1"/>
        </dgm:presLayoutVars>
      </dgm:prSet>
      <dgm:spPr/>
    </dgm:pt>
    <dgm:pt modelId="{938C0D39-A837-4FC2-9885-438742BAEE65}" type="pres">
      <dgm:prSet presAssocID="{F66099B6-DBBD-4AB0-82D2-877B80F846F7}" presName="ChildAccent2" presStyleCnt="0"/>
      <dgm:spPr/>
    </dgm:pt>
    <dgm:pt modelId="{4495F30F-7065-4A67-BD99-B742D75DE06F}" type="pres">
      <dgm:prSet presAssocID="{F66099B6-DBBD-4AB0-82D2-877B80F846F7}" presName="ChildAccent" presStyleLbl="alignImgPlace1" presStyleIdx="3" presStyleCnt="5"/>
      <dgm:spPr/>
    </dgm:pt>
    <dgm:pt modelId="{31210D45-9742-45E1-B482-A264AD1FC088}" type="pres">
      <dgm:prSet presAssocID="{F66099B6-DBBD-4AB0-82D2-877B80F846F7}" presName="Child2" presStyleLbl="revTx" presStyleIdx="0" presStyleCnt="0">
        <dgm:presLayoutVars>
          <dgm:chMax val="0"/>
          <dgm:chPref val="0"/>
          <dgm:bulletEnabled val="1"/>
        </dgm:presLayoutVars>
      </dgm:prSet>
      <dgm:spPr/>
    </dgm:pt>
    <dgm:pt modelId="{5CC491EE-2EBC-4767-9AA0-FE16A400BE53}" type="pres">
      <dgm:prSet presAssocID="{F66099B6-DBBD-4AB0-82D2-877B80F846F7}" presName="Parent2" presStyleLbl="node1" presStyleIdx="3" presStyleCnt="5">
        <dgm:presLayoutVars>
          <dgm:chMax val="2"/>
          <dgm:chPref val="1"/>
          <dgm:bulletEnabled val="1"/>
        </dgm:presLayoutVars>
      </dgm:prSet>
      <dgm:spPr/>
    </dgm:pt>
    <dgm:pt modelId="{C2355F1E-4EAF-4E81-9B82-EF99633DED2B}" type="pres">
      <dgm:prSet presAssocID="{42D71409-67F9-455C-8C6D-716D284AAA6B}" presName="ChildAccent1" presStyleCnt="0"/>
      <dgm:spPr/>
    </dgm:pt>
    <dgm:pt modelId="{95647C7C-B5B8-40B6-BE6C-4C2DAFCE6B68}" type="pres">
      <dgm:prSet presAssocID="{42D71409-67F9-455C-8C6D-716D284AAA6B}" presName="ChildAccent" presStyleLbl="alignImgPlace1" presStyleIdx="4" presStyleCnt="5"/>
      <dgm:spPr/>
    </dgm:pt>
    <dgm:pt modelId="{F747745C-0788-4E21-B1E2-C8D639BA3472}" type="pres">
      <dgm:prSet presAssocID="{42D71409-67F9-455C-8C6D-716D284AAA6B}" presName="Child1" presStyleLbl="revTx" presStyleIdx="0" presStyleCnt="0">
        <dgm:presLayoutVars>
          <dgm:chMax val="0"/>
          <dgm:chPref val="0"/>
          <dgm:bulletEnabled val="1"/>
        </dgm:presLayoutVars>
      </dgm:prSet>
      <dgm:spPr/>
    </dgm:pt>
    <dgm:pt modelId="{343841F7-65AD-493B-B055-A065EBB97A13}" type="pres">
      <dgm:prSet presAssocID="{42D71409-67F9-455C-8C6D-716D284AAA6B}" presName="Parent1" presStyleLbl="node1" presStyleIdx="4" presStyleCnt="5">
        <dgm:presLayoutVars>
          <dgm:chMax val="2"/>
          <dgm:chPref val="1"/>
          <dgm:bulletEnabled val="1"/>
        </dgm:presLayoutVars>
      </dgm:prSet>
      <dgm:spPr/>
    </dgm:pt>
  </dgm:ptLst>
  <dgm:cxnLst>
    <dgm:cxn modelId="{E166E802-2661-444A-9B03-5E7FCF283FD9}" type="presOf" srcId="{5F553747-FC52-482D-A4E5-60DD10D5D725}" destId="{95647C7C-B5B8-40B6-BE6C-4C2DAFCE6B68}" srcOrd="0" destOrd="1" presId="urn:microsoft.com/office/officeart/2011/layout/InterconnectedBlockProcess"/>
    <dgm:cxn modelId="{4040A205-395E-4739-A8E1-707B3345958C}" srcId="{42D71409-67F9-455C-8C6D-716D284AAA6B}" destId="{B8B8D19F-6262-4D92-8085-FA54F8DBC17C}" srcOrd="0" destOrd="0" parTransId="{C62F8FE3-07F5-4AA5-B384-C9FECB1B06D1}" sibTransId="{2E18262D-54AE-4051-90A8-9CAABC7C6F51}"/>
    <dgm:cxn modelId="{2FC8D40A-B0CC-44D8-8CEA-D0C2F650FEA3}" type="presOf" srcId="{AF2153D6-5674-48AC-892B-6094C0CDF1D2}" destId="{4495F30F-7065-4A67-BD99-B742D75DE06F}" srcOrd="0" destOrd="1" presId="urn:microsoft.com/office/officeart/2011/layout/InterconnectedBlockProcess"/>
    <dgm:cxn modelId="{D4E7480B-332D-45FC-B46C-A4F46ADAA4D1}" type="presOf" srcId="{B0F315BF-0063-46B4-A55F-F82C4B4B0109}" destId="{05AACA48-5B9E-4455-BF27-25132BD444EC}" srcOrd="0" destOrd="1" presId="urn:microsoft.com/office/officeart/2011/layout/InterconnectedBlockProcess"/>
    <dgm:cxn modelId="{A16AF010-6C31-41EC-AA61-A33317051BBD}" type="presOf" srcId="{05DFF8EE-AC75-4A19-BC36-735E6DA1B66B}" destId="{4495F30F-7065-4A67-BD99-B742D75DE06F}" srcOrd="0" destOrd="0" presId="urn:microsoft.com/office/officeart/2011/layout/InterconnectedBlockProcess"/>
    <dgm:cxn modelId="{5DAA9413-EE63-45D2-B540-273061F6E463}" srcId="{EE62A4F6-4AC4-435B-990E-81A71CE8CAC7}" destId="{EF5870A9-59AC-4844-B155-3679729BA299}" srcOrd="1" destOrd="0" parTransId="{A833CE2C-B27D-4712-BEDE-CC931647DF47}" sibTransId="{3FA8823A-CB6F-4FCB-8A8E-01D6292D6D5B}"/>
    <dgm:cxn modelId="{287F4015-D7B5-4C11-B8B7-CA60AACD81D1}" srcId="{36045517-CEA4-4BE3-B836-C2B6BFE5649B}" destId="{B0F315BF-0063-46B4-A55F-F82C4B4B0109}" srcOrd="1" destOrd="0" parTransId="{09F1540C-125F-4A03-ACBE-629B5D1D30F6}" sibTransId="{AB033198-FA94-4583-AC34-FBCA0653AA87}"/>
    <dgm:cxn modelId="{83CC8118-1DA2-4B14-B273-8A2BE2825494}" type="presOf" srcId="{6905BD1A-310C-471F-8F14-08B88A87D97C}" destId="{87FD9874-9EB9-4CE8-9DC2-30E44A48A32F}" srcOrd="1" destOrd="0" presId="urn:microsoft.com/office/officeart/2011/layout/InterconnectedBlockProcess"/>
    <dgm:cxn modelId="{DE5E391C-1529-4E8E-AE80-6A112204F800}" type="presOf" srcId="{4EA4B1CA-6764-4A34-9983-6D070BD8C3BB}" destId="{EA2DC2B4-0A0A-40A5-9A7C-78BD2C93513A}" srcOrd="0" destOrd="3" presId="urn:microsoft.com/office/officeart/2011/layout/InterconnectedBlockProcess"/>
    <dgm:cxn modelId="{2AA9C11F-1F1D-428E-801A-47EAA766C99D}" srcId="{B9C32B05-62EA-407A-B21C-2310C7945705}" destId="{42D71409-67F9-455C-8C6D-716D284AAA6B}" srcOrd="0" destOrd="0" parTransId="{51680ED1-AF6E-4B28-AE94-92B0EFB0DF7D}" sibTransId="{478B7D3C-9FB4-4BC6-90AC-49960560DECD}"/>
    <dgm:cxn modelId="{F6291D21-C0D2-40F0-BE6C-55511F8ACE20}" type="presOf" srcId="{16FCCF47-A35F-4ED2-9DA2-50D082F3AECA}" destId="{15A831ED-8B00-46DB-A486-8123F3ECC2B5}" srcOrd="1" destOrd="1" presId="urn:microsoft.com/office/officeart/2011/layout/InterconnectedBlockProcess"/>
    <dgm:cxn modelId="{E390DF23-A52B-4256-BE33-01AF5A1C0900}" type="presOf" srcId="{3C753BD6-56B9-456E-8E4F-73EBDF9002B5}" destId="{EA2DC2B4-0A0A-40A5-9A7C-78BD2C93513A}" srcOrd="0" destOrd="0" presId="urn:microsoft.com/office/officeart/2011/layout/InterconnectedBlockProcess"/>
    <dgm:cxn modelId="{80874F26-5EE1-4312-9002-E831F374CB9F}" type="presOf" srcId="{9DC33C64-690F-44BD-B1EF-1DDDDE45FA5E}" destId="{6EBB87B2-96A1-46C4-AFA1-400CBC961F99}" srcOrd="0" destOrd="3" presId="urn:microsoft.com/office/officeart/2011/layout/InterconnectedBlockProcess"/>
    <dgm:cxn modelId="{72D05227-12AF-46B7-9FF0-1550E9A6108C}" type="presOf" srcId="{20D2C347-EDCE-43BE-970D-E9D346C2F1B1}" destId="{F747745C-0788-4E21-B1E2-C8D639BA3472}" srcOrd="1" destOrd="3" presId="urn:microsoft.com/office/officeart/2011/layout/InterconnectedBlockProcess"/>
    <dgm:cxn modelId="{B4F3EA32-CE64-4A92-9BAE-BC57E5392B05}" srcId="{B9C32B05-62EA-407A-B21C-2310C7945705}" destId="{F66099B6-DBBD-4AB0-82D2-877B80F846F7}" srcOrd="1" destOrd="0" parTransId="{B09C8BFB-F41C-4AC4-AB94-F216E3081C2D}" sibTransId="{BC531B32-9B0E-482E-BF91-65C61F17168D}"/>
    <dgm:cxn modelId="{E94F6B38-0477-4951-9F48-3330EC7D37CE}" type="presOf" srcId="{E9B1E9B5-08AA-495D-B1C9-982E716F3690}" destId="{87FD9874-9EB9-4CE8-9DC2-30E44A48A32F}" srcOrd="1" destOrd="3" presId="urn:microsoft.com/office/officeart/2011/layout/InterconnectedBlockProcess"/>
    <dgm:cxn modelId="{4019353B-443B-4DED-AA6C-3C60E18414C7}" srcId="{B9C32B05-62EA-407A-B21C-2310C7945705}" destId="{36045517-CEA4-4BE3-B836-C2B6BFE5649B}" srcOrd="4" destOrd="0" parTransId="{6231A36F-9B04-4B4A-917A-7E163AFFC956}" sibTransId="{BFF3C5ED-87D0-4709-A3B8-A7BF0668006A}"/>
    <dgm:cxn modelId="{327FA060-37D5-4D25-A9FE-D974402181C8}" srcId="{42D71409-67F9-455C-8C6D-716D284AAA6B}" destId="{FE07D924-586A-4DD5-8922-619A8DC6B886}" srcOrd="2" destOrd="0" parTransId="{70B9E27F-AE0C-4FED-BC3B-2A6E7FA9C350}" sibTransId="{421CC652-E969-4406-B2FA-858E1382510B}"/>
    <dgm:cxn modelId="{D4A33441-C739-4C77-AB47-02D31DCA7A62}" type="presOf" srcId="{16FCCF47-A35F-4ED2-9DA2-50D082F3AECA}" destId="{EA2DC2B4-0A0A-40A5-9A7C-78BD2C93513A}" srcOrd="0" destOrd="1" presId="urn:microsoft.com/office/officeart/2011/layout/InterconnectedBlockProcess"/>
    <dgm:cxn modelId="{F3F3CB62-0DA1-49E6-8871-EAD923BBFC45}" type="presOf" srcId="{B0F239F7-0EA8-4F1B-93B5-C2B96C528084}" destId="{6EBB87B2-96A1-46C4-AFA1-400CBC961F99}" srcOrd="0" destOrd="0" presId="urn:microsoft.com/office/officeart/2011/layout/InterconnectedBlockProcess"/>
    <dgm:cxn modelId="{3F221863-9CE2-4D55-9FE9-E60593422ACD}" srcId="{42D71409-67F9-455C-8C6D-716D284AAA6B}" destId="{20D2C347-EDCE-43BE-970D-E9D346C2F1B1}" srcOrd="3" destOrd="0" parTransId="{F8D0AF7E-F031-4F96-B28D-C7DFBAFAEC6F}" sibTransId="{A197DB49-5E0D-443B-B722-720179E09C44}"/>
    <dgm:cxn modelId="{F4F46044-49FE-482D-86D9-1AA0F443A5C2}" type="presOf" srcId="{AF2153D6-5674-48AC-892B-6094C0CDF1D2}" destId="{31210D45-9742-45E1-B482-A264AD1FC088}" srcOrd="1" destOrd="1" presId="urn:microsoft.com/office/officeart/2011/layout/InterconnectedBlockProcess"/>
    <dgm:cxn modelId="{A78F8B45-B4D5-4E90-961D-DDF217DEA84D}" type="presOf" srcId="{42D71409-67F9-455C-8C6D-716D284AAA6B}" destId="{343841F7-65AD-493B-B055-A065EBB97A13}" srcOrd="0" destOrd="0" presId="urn:microsoft.com/office/officeart/2011/layout/InterconnectedBlockProcess"/>
    <dgm:cxn modelId="{D542994A-824C-43CA-8A8D-BD01F82EA4EA}" type="presOf" srcId="{4EA4B1CA-6764-4A34-9983-6D070BD8C3BB}" destId="{15A831ED-8B00-46DB-A486-8123F3ECC2B5}" srcOrd="1" destOrd="3" presId="urn:microsoft.com/office/officeart/2011/layout/InterconnectedBlockProcess"/>
    <dgm:cxn modelId="{4B31A94A-CB83-482E-81DB-533E07113580}" type="presOf" srcId="{D1D8BF2D-0F6B-43AF-967E-5E7FEEC25B35}" destId="{4495F30F-7065-4A67-BD99-B742D75DE06F}" srcOrd="0" destOrd="3" presId="urn:microsoft.com/office/officeart/2011/layout/InterconnectedBlockProcess"/>
    <dgm:cxn modelId="{EB42BF6A-9B19-4370-957E-092DE69101A8}" srcId="{42D71409-67F9-455C-8C6D-716D284AAA6B}" destId="{5F553747-FC52-482D-A4E5-60DD10D5D725}" srcOrd="1" destOrd="0" parTransId="{69977844-F659-4E4E-8D3E-CD6DBC0AB167}" sibTransId="{EB9845F3-18D8-4424-A8E5-10FEFAC0413B}"/>
    <dgm:cxn modelId="{06883D4D-6ADA-4FFD-BA13-D4B64451ADB6}" type="presOf" srcId="{B8B8D19F-6262-4D92-8085-FA54F8DBC17C}" destId="{95647C7C-B5B8-40B6-BE6C-4C2DAFCE6B68}" srcOrd="0" destOrd="0" presId="urn:microsoft.com/office/officeart/2011/layout/InterconnectedBlockProcess"/>
    <dgm:cxn modelId="{7A0C544E-37A6-4E34-B157-257BE9E8A8DA}" type="presOf" srcId="{B9C32B05-62EA-407A-B21C-2310C7945705}" destId="{09592B82-CFCE-4E6D-B9D9-CEE5ACAEB5FD}" srcOrd="0" destOrd="0" presId="urn:microsoft.com/office/officeart/2011/layout/InterconnectedBlockProcess"/>
    <dgm:cxn modelId="{3123264F-C1C5-4EE8-81A6-D435DF0F5AF4}" srcId="{2A22E84C-3AA3-4E9C-AE5F-9C2FB0D7FB11}" destId="{3C753BD6-56B9-456E-8E4F-73EBDF9002B5}" srcOrd="0" destOrd="0" parTransId="{633066B3-875A-441C-B476-06E16803B99D}" sibTransId="{1CD54C1E-5CC3-45AC-B48F-1D8247DA84A5}"/>
    <dgm:cxn modelId="{7544B64F-88ED-402A-AF3B-CCBE6209BE8E}" type="presOf" srcId="{5F553747-FC52-482D-A4E5-60DD10D5D725}" destId="{F747745C-0788-4E21-B1E2-C8D639BA3472}" srcOrd="1" destOrd="1" presId="urn:microsoft.com/office/officeart/2011/layout/InterconnectedBlockProcess"/>
    <dgm:cxn modelId="{686EB351-8CA4-4278-AEA0-F36F571E9EDB}" type="presOf" srcId="{F66099B6-DBBD-4AB0-82D2-877B80F846F7}" destId="{5CC491EE-2EBC-4767-9AA0-FE16A400BE53}" srcOrd="0" destOrd="0" presId="urn:microsoft.com/office/officeart/2011/layout/InterconnectedBlockProcess"/>
    <dgm:cxn modelId="{34AD2B73-9094-4135-BC1B-C37949ABC099}" srcId="{F66099B6-DBBD-4AB0-82D2-877B80F846F7}" destId="{D1D8BF2D-0F6B-43AF-967E-5E7FEEC25B35}" srcOrd="3" destOrd="0" parTransId="{3F311534-ACEC-4118-A5E3-3BE621A60B0D}" sibTransId="{DE4259A9-A997-45AB-B292-E672D5454D96}"/>
    <dgm:cxn modelId="{D63C3853-B86E-4784-84CF-6FA52C7264B1}" type="presOf" srcId="{B0F239F7-0EA8-4F1B-93B5-C2B96C528084}" destId="{E78582C2-889D-496F-A566-CFCD6EAE1BFE}" srcOrd="1" destOrd="0" presId="urn:microsoft.com/office/officeart/2011/layout/InterconnectedBlockProcess"/>
    <dgm:cxn modelId="{1F73EE54-BD73-4021-B4C8-F974B7BFE357}" type="presOf" srcId="{FE07D924-586A-4DD5-8922-619A8DC6B886}" destId="{F747745C-0788-4E21-B1E2-C8D639BA3472}" srcOrd="1" destOrd="2" presId="urn:microsoft.com/office/officeart/2011/layout/InterconnectedBlockProcess"/>
    <dgm:cxn modelId="{49886F59-0388-418A-9566-BEAE5DA8BA04}" srcId="{F66099B6-DBBD-4AB0-82D2-877B80F846F7}" destId="{AF2153D6-5674-48AC-892B-6094C0CDF1D2}" srcOrd="1" destOrd="0" parTransId="{6D3CC25D-1FDA-4353-AB73-6FF8AB7F3A78}" sibTransId="{FE21187F-F6C7-4662-94F7-DBEDABD95091}"/>
    <dgm:cxn modelId="{9265015A-FAEB-4F5F-B351-79C3FD3ECF7C}" srcId="{EE62A4F6-4AC4-435B-990E-81A71CE8CAC7}" destId="{23B30CD2-95B1-48BC-B463-A38FC11A35FD}" srcOrd="2" destOrd="0" parTransId="{55482169-C35B-439C-9A5B-1A3B37A2C840}" sibTransId="{C73228B9-2F81-4F1E-B3DC-68698AB34EC5}"/>
    <dgm:cxn modelId="{120D287B-3C86-4FB4-896F-2D526BFE0F50}" srcId="{2A22E84C-3AA3-4E9C-AE5F-9C2FB0D7FB11}" destId="{4EA4B1CA-6764-4A34-9983-6D070BD8C3BB}" srcOrd="3" destOrd="0" parTransId="{D91F8146-C7DD-44E9-A263-7138B72AC6E1}" sibTransId="{DDDD79B9-0589-49E0-89C2-4D774A1B2BFA}"/>
    <dgm:cxn modelId="{819E6182-BFAA-4B16-8194-0543FD60FEF2}" type="presOf" srcId="{9DC33C64-690F-44BD-B1EF-1DDDDE45FA5E}" destId="{E78582C2-889D-496F-A566-CFCD6EAE1BFE}" srcOrd="1" destOrd="3" presId="urn:microsoft.com/office/officeart/2011/layout/InterconnectedBlockProcess"/>
    <dgm:cxn modelId="{EE9FCE82-0D41-45E4-8ECD-74FF77EA3413}" type="presOf" srcId="{23B30CD2-95B1-48BC-B463-A38FC11A35FD}" destId="{6EBB87B2-96A1-46C4-AFA1-400CBC961F99}" srcOrd="0" destOrd="2" presId="urn:microsoft.com/office/officeart/2011/layout/InterconnectedBlockProcess"/>
    <dgm:cxn modelId="{7BED4585-F203-4AC9-935F-ECC164A1A40E}" srcId="{2A22E84C-3AA3-4E9C-AE5F-9C2FB0D7FB11}" destId="{16FCCF47-A35F-4ED2-9DA2-50D082F3AECA}" srcOrd="1" destOrd="0" parTransId="{F42C0CED-A1ED-4ECD-8780-3CC11A58DF5F}" sibTransId="{4B1A5B53-A3B0-4CE9-BAF0-803DA199BEB4}"/>
    <dgm:cxn modelId="{81C3B487-B0D4-4B16-9554-EA40E934069E}" type="presOf" srcId="{B8B8D19F-6262-4D92-8085-FA54F8DBC17C}" destId="{F747745C-0788-4E21-B1E2-C8D639BA3472}" srcOrd="1" destOrd="0" presId="urn:microsoft.com/office/officeart/2011/layout/InterconnectedBlockProcess"/>
    <dgm:cxn modelId="{5997AF8A-968F-4267-AE87-3EDAAA459FB7}" type="presOf" srcId="{EF5870A9-59AC-4844-B155-3679729BA299}" destId="{6EBB87B2-96A1-46C4-AFA1-400CBC961F99}" srcOrd="0" destOrd="1" presId="urn:microsoft.com/office/officeart/2011/layout/InterconnectedBlockProcess"/>
    <dgm:cxn modelId="{29DF278D-588B-4BCC-B946-B911E07F6E29}" type="presOf" srcId="{89AAA095-8C88-4B65-A670-BF5F41094699}" destId="{87FD9874-9EB9-4CE8-9DC2-30E44A48A32F}" srcOrd="1" destOrd="2" presId="urn:microsoft.com/office/officeart/2011/layout/InterconnectedBlockProcess"/>
    <dgm:cxn modelId="{4260E195-7B15-48A9-9174-DC9F1F332985}" type="presOf" srcId="{EF5870A9-59AC-4844-B155-3679729BA299}" destId="{E78582C2-889D-496F-A566-CFCD6EAE1BFE}" srcOrd="1" destOrd="1" presId="urn:microsoft.com/office/officeart/2011/layout/InterconnectedBlockProcess"/>
    <dgm:cxn modelId="{B1894E9F-57B3-4C5F-90EB-90E6F5879AB5}" srcId="{36045517-CEA4-4BE3-B836-C2B6BFE5649B}" destId="{E9B1E9B5-08AA-495D-B1C9-982E716F3690}" srcOrd="3" destOrd="0" parTransId="{20C234D8-7761-4154-8BBF-F9729057DAE0}" sibTransId="{A6A21565-D472-4513-9A41-1DC7BEB8EDB1}"/>
    <dgm:cxn modelId="{6FAF0AA2-15AB-49EE-8916-84687592F151}" type="presOf" srcId="{23B30CD2-95B1-48BC-B463-A38FC11A35FD}" destId="{E78582C2-889D-496F-A566-CFCD6EAE1BFE}" srcOrd="1" destOrd="2" presId="urn:microsoft.com/office/officeart/2011/layout/InterconnectedBlockProcess"/>
    <dgm:cxn modelId="{291CDEA4-682F-4ACA-81EA-5F0DA503E1A8}" type="presOf" srcId="{2A22E84C-3AA3-4E9C-AE5F-9C2FB0D7FB11}" destId="{E92B9ED6-F4A3-49E9-980A-D39981F8182B}" srcOrd="0" destOrd="0" presId="urn:microsoft.com/office/officeart/2011/layout/InterconnectedBlockProcess"/>
    <dgm:cxn modelId="{DFCC27A6-BA03-42EF-8E2A-82AFA9A6BD13}" type="presOf" srcId="{36045517-CEA4-4BE3-B836-C2B6BFE5649B}" destId="{7E216651-E673-4011-80B0-6265786EFB08}" srcOrd="0" destOrd="0" presId="urn:microsoft.com/office/officeart/2011/layout/InterconnectedBlockProcess"/>
    <dgm:cxn modelId="{3A2CECA6-0C5B-46BB-B7C6-7D37E9D210BD}" srcId="{B9C32B05-62EA-407A-B21C-2310C7945705}" destId="{EE62A4F6-4AC4-435B-990E-81A71CE8CAC7}" srcOrd="2" destOrd="0" parTransId="{F287B947-7343-4FA2-B288-B23A59FFAE31}" sibTransId="{389F9A93-0231-4877-8C41-5D5B8DD7AAC0}"/>
    <dgm:cxn modelId="{7ABB4CB1-9FAA-4BC4-BDCC-D14E92F06BA9}" type="presOf" srcId="{20D2C347-EDCE-43BE-970D-E9D346C2F1B1}" destId="{95647C7C-B5B8-40B6-BE6C-4C2DAFCE6B68}" srcOrd="0" destOrd="3" presId="urn:microsoft.com/office/officeart/2011/layout/InterconnectedBlockProcess"/>
    <dgm:cxn modelId="{7A2310BD-F146-4E32-AB1D-F948F53706AD}" srcId="{36045517-CEA4-4BE3-B836-C2B6BFE5649B}" destId="{89AAA095-8C88-4B65-A670-BF5F41094699}" srcOrd="2" destOrd="0" parTransId="{C30BCBEA-E69A-4DE9-8111-ECFDA4B5F925}" sibTransId="{8CE75ACF-B9BD-4A2A-A3B4-0EFE931AC8BF}"/>
    <dgm:cxn modelId="{BAC62BBD-27F2-4F55-8D71-38B4A6AF7030}" type="presOf" srcId="{B0F315BF-0063-46B4-A55F-F82C4B4B0109}" destId="{87FD9874-9EB9-4CE8-9DC2-30E44A48A32F}" srcOrd="1" destOrd="1" presId="urn:microsoft.com/office/officeart/2011/layout/InterconnectedBlockProcess"/>
    <dgm:cxn modelId="{E72188BE-E8C8-4D4E-A163-E7236F1A5254}" srcId="{36045517-CEA4-4BE3-B836-C2B6BFE5649B}" destId="{6905BD1A-310C-471F-8F14-08B88A87D97C}" srcOrd="0" destOrd="0" parTransId="{18269A61-8812-4C7C-B053-A9ABC9C88D3B}" sibTransId="{BA3D223C-E0DE-4A4E-BF8E-A3F52C916C94}"/>
    <dgm:cxn modelId="{BBF66BC8-7B1F-4AF4-8735-414A18829CFD}" srcId="{EE62A4F6-4AC4-435B-990E-81A71CE8CAC7}" destId="{B0F239F7-0EA8-4F1B-93B5-C2B96C528084}" srcOrd="0" destOrd="0" parTransId="{8A59F1B6-AFFC-4C16-A91A-576BD8505CFC}" sibTransId="{BD4E5C98-6BB0-4996-A05C-185F0EB19B44}"/>
    <dgm:cxn modelId="{ED3A8BCA-F727-4F6C-BE53-2BDDCB565178}" type="presOf" srcId="{89AAA095-8C88-4B65-A670-BF5F41094699}" destId="{05AACA48-5B9E-4455-BF27-25132BD444EC}" srcOrd="0" destOrd="2" presId="urn:microsoft.com/office/officeart/2011/layout/InterconnectedBlockProcess"/>
    <dgm:cxn modelId="{7DAFCDCB-81B4-4101-9B62-9F07B4237E79}" type="presOf" srcId="{E9B1E9B5-08AA-495D-B1C9-982E716F3690}" destId="{05AACA48-5B9E-4455-BF27-25132BD444EC}" srcOrd="0" destOrd="3" presId="urn:microsoft.com/office/officeart/2011/layout/InterconnectedBlockProcess"/>
    <dgm:cxn modelId="{4363FACB-D3BA-4A8D-83C8-CFEF2EEAB301}" srcId="{2A22E84C-3AA3-4E9C-AE5F-9C2FB0D7FB11}" destId="{257C7022-5AAD-47C2-88FE-B5AE2BE2670A}" srcOrd="2" destOrd="0" parTransId="{9716D557-D31A-4591-B1FD-195907ECFAA5}" sibTransId="{A3FBC232-6DB6-4CDD-BE8D-ADBE110543E8}"/>
    <dgm:cxn modelId="{105949CC-0CD4-4724-B496-8EE664365AF5}" type="presOf" srcId="{D1D8BF2D-0F6B-43AF-967E-5E7FEEC25B35}" destId="{31210D45-9742-45E1-B482-A264AD1FC088}" srcOrd="1" destOrd="3" presId="urn:microsoft.com/office/officeart/2011/layout/InterconnectedBlockProcess"/>
    <dgm:cxn modelId="{DCAEC2D1-B214-4256-8954-A91EB24DE34B}" type="presOf" srcId="{EE62A4F6-4AC4-435B-990E-81A71CE8CAC7}" destId="{4C029145-E8A7-4226-9AC0-4C7946CC73B5}" srcOrd="0" destOrd="0" presId="urn:microsoft.com/office/officeart/2011/layout/InterconnectedBlockProcess"/>
    <dgm:cxn modelId="{9CB70ED4-73FE-4608-B949-E7C8E277E54A}" type="presOf" srcId="{3C753BD6-56B9-456E-8E4F-73EBDF9002B5}" destId="{15A831ED-8B00-46DB-A486-8123F3ECC2B5}" srcOrd="1" destOrd="0" presId="urn:microsoft.com/office/officeart/2011/layout/InterconnectedBlockProcess"/>
    <dgm:cxn modelId="{9D9773D8-0965-4EBF-963F-11D7D1D86663}" type="presOf" srcId="{FE07D924-586A-4DD5-8922-619A8DC6B886}" destId="{95647C7C-B5B8-40B6-BE6C-4C2DAFCE6B68}" srcOrd="0" destOrd="2" presId="urn:microsoft.com/office/officeart/2011/layout/InterconnectedBlockProcess"/>
    <dgm:cxn modelId="{699E8EE4-9156-406F-BFEE-D73680B0045A}" srcId="{F66099B6-DBBD-4AB0-82D2-877B80F846F7}" destId="{05DFF8EE-AC75-4A19-BC36-735E6DA1B66B}" srcOrd="0" destOrd="0" parTransId="{1E128E41-66FB-4A5A-B96E-F99140C2D746}" sibTransId="{5834AB3E-DD2F-4616-80ED-B6E65D84CF91}"/>
    <dgm:cxn modelId="{8AE605E6-8E56-4AAD-A5DB-AA03B02D3AB3}" type="presOf" srcId="{05DFF8EE-AC75-4A19-BC36-735E6DA1B66B}" destId="{31210D45-9742-45E1-B482-A264AD1FC088}" srcOrd="1" destOrd="0" presId="urn:microsoft.com/office/officeart/2011/layout/InterconnectedBlockProcess"/>
    <dgm:cxn modelId="{BEB859E7-C343-408E-86A1-667C27EE5761}" srcId="{B9C32B05-62EA-407A-B21C-2310C7945705}" destId="{2A22E84C-3AA3-4E9C-AE5F-9C2FB0D7FB11}" srcOrd="3" destOrd="0" parTransId="{6C025E55-DF42-4C5D-AFD5-6015FA053D46}" sibTransId="{744EA591-F199-49C2-B63A-82709D96C729}"/>
    <dgm:cxn modelId="{CA19CAE9-D4AD-4948-85E4-C7BAF52091FF}" type="presOf" srcId="{6905BD1A-310C-471F-8F14-08B88A87D97C}" destId="{05AACA48-5B9E-4455-BF27-25132BD444EC}" srcOrd="0" destOrd="0" presId="urn:microsoft.com/office/officeart/2011/layout/InterconnectedBlockProcess"/>
    <dgm:cxn modelId="{F75FC9EB-44AF-4EAD-A849-CE5DF92B7B67}" type="presOf" srcId="{257C7022-5AAD-47C2-88FE-B5AE2BE2670A}" destId="{EA2DC2B4-0A0A-40A5-9A7C-78BD2C93513A}" srcOrd="0" destOrd="2" presId="urn:microsoft.com/office/officeart/2011/layout/InterconnectedBlockProcess"/>
    <dgm:cxn modelId="{F56588EF-1D64-4FE3-8A32-C963F41B0DEF}" type="presOf" srcId="{7969DB01-748A-4C0D-8207-ACB4CA36B44F}" destId="{4495F30F-7065-4A67-BD99-B742D75DE06F}" srcOrd="0" destOrd="2" presId="urn:microsoft.com/office/officeart/2011/layout/InterconnectedBlockProcess"/>
    <dgm:cxn modelId="{E9E7D0F0-B959-4C31-9ABC-BFEA157269CB}" type="presOf" srcId="{257C7022-5AAD-47C2-88FE-B5AE2BE2670A}" destId="{15A831ED-8B00-46DB-A486-8123F3ECC2B5}" srcOrd="1" destOrd="2" presId="urn:microsoft.com/office/officeart/2011/layout/InterconnectedBlockProcess"/>
    <dgm:cxn modelId="{46230AF7-040D-4CAE-8B03-130EE28DF5AA}" srcId="{EE62A4F6-4AC4-435B-990E-81A71CE8CAC7}" destId="{9DC33C64-690F-44BD-B1EF-1DDDDE45FA5E}" srcOrd="3" destOrd="0" parTransId="{56A39A13-FFDC-45F3-9820-93D171CD7E2E}" sibTransId="{C8936BB2-F05C-4FBE-8E36-A3C62239FB59}"/>
    <dgm:cxn modelId="{8F6604FA-4769-480F-897A-3F382345CDA3}" type="presOf" srcId="{7969DB01-748A-4C0D-8207-ACB4CA36B44F}" destId="{31210D45-9742-45E1-B482-A264AD1FC088}" srcOrd="1" destOrd="2" presId="urn:microsoft.com/office/officeart/2011/layout/InterconnectedBlockProcess"/>
    <dgm:cxn modelId="{FE66EBFE-7219-4E3C-AD9E-852A7E74D3EB}" srcId="{F66099B6-DBBD-4AB0-82D2-877B80F846F7}" destId="{7969DB01-748A-4C0D-8207-ACB4CA36B44F}" srcOrd="2" destOrd="0" parTransId="{7D1AC366-1582-428F-A5F7-6CE022DF2AA5}" sibTransId="{29E9BD49-5DC4-42E8-95AF-15A74E3373C0}"/>
    <dgm:cxn modelId="{38F44606-2ED5-432E-8951-015E8CB0AD5D}" type="presParOf" srcId="{09592B82-CFCE-4E6D-B9D9-CEE5ACAEB5FD}" destId="{21C4E5B6-ACC3-44CF-B0AE-FA7C752C1817}" srcOrd="0" destOrd="0" presId="urn:microsoft.com/office/officeart/2011/layout/InterconnectedBlockProcess"/>
    <dgm:cxn modelId="{5A1C4194-ECE1-4448-BEB0-6D3B2A2C31BF}" type="presParOf" srcId="{21C4E5B6-ACC3-44CF-B0AE-FA7C752C1817}" destId="{05AACA48-5B9E-4455-BF27-25132BD444EC}" srcOrd="0" destOrd="0" presId="urn:microsoft.com/office/officeart/2011/layout/InterconnectedBlockProcess"/>
    <dgm:cxn modelId="{1A52ECC4-6038-45B3-A2C6-DC8EA7B924E1}" type="presParOf" srcId="{09592B82-CFCE-4E6D-B9D9-CEE5ACAEB5FD}" destId="{87FD9874-9EB9-4CE8-9DC2-30E44A48A32F}" srcOrd="1" destOrd="0" presId="urn:microsoft.com/office/officeart/2011/layout/InterconnectedBlockProcess"/>
    <dgm:cxn modelId="{698D5F10-7230-4D43-B134-23BE4DF2674F}" type="presParOf" srcId="{09592B82-CFCE-4E6D-B9D9-CEE5ACAEB5FD}" destId="{7E216651-E673-4011-80B0-6265786EFB08}" srcOrd="2" destOrd="0" presId="urn:microsoft.com/office/officeart/2011/layout/InterconnectedBlockProcess"/>
    <dgm:cxn modelId="{0D5F895B-A24F-429B-A9B9-D055C90FF286}" type="presParOf" srcId="{09592B82-CFCE-4E6D-B9D9-CEE5ACAEB5FD}" destId="{6675556B-14D8-47D8-BB03-C54E2D800FE0}" srcOrd="3" destOrd="0" presId="urn:microsoft.com/office/officeart/2011/layout/InterconnectedBlockProcess"/>
    <dgm:cxn modelId="{6CC54B7E-2547-48C6-A277-3E5071D50EEB}" type="presParOf" srcId="{6675556B-14D8-47D8-BB03-C54E2D800FE0}" destId="{EA2DC2B4-0A0A-40A5-9A7C-78BD2C93513A}" srcOrd="0" destOrd="0" presId="urn:microsoft.com/office/officeart/2011/layout/InterconnectedBlockProcess"/>
    <dgm:cxn modelId="{354C4D0C-9FD0-4F6D-8831-4DC9E4C07CF9}" type="presParOf" srcId="{09592B82-CFCE-4E6D-B9D9-CEE5ACAEB5FD}" destId="{15A831ED-8B00-46DB-A486-8123F3ECC2B5}" srcOrd="4" destOrd="0" presId="urn:microsoft.com/office/officeart/2011/layout/InterconnectedBlockProcess"/>
    <dgm:cxn modelId="{F4773F70-241F-4B89-BCE5-E59FECD2C137}" type="presParOf" srcId="{09592B82-CFCE-4E6D-B9D9-CEE5ACAEB5FD}" destId="{E92B9ED6-F4A3-49E9-980A-D39981F8182B}" srcOrd="5" destOrd="0" presId="urn:microsoft.com/office/officeart/2011/layout/InterconnectedBlockProcess"/>
    <dgm:cxn modelId="{005EFB53-E7D7-4A98-B226-1D25037F7FFD}" type="presParOf" srcId="{09592B82-CFCE-4E6D-B9D9-CEE5ACAEB5FD}" destId="{F55F03DE-1C5B-4ECE-B96A-9FE94BCAFB4E}" srcOrd="6" destOrd="0" presId="urn:microsoft.com/office/officeart/2011/layout/InterconnectedBlockProcess"/>
    <dgm:cxn modelId="{4F71D4B6-4F0F-41F8-BA24-7BD8A85DDDAD}" type="presParOf" srcId="{F55F03DE-1C5B-4ECE-B96A-9FE94BCAFB4E}" destId="{6EBB87B2-96A1-46C4-AFA1-400CBC961F99}" srcOrd="0" destOrd="0" presId="urn:microsoft.com/office/officeart/2011/layout/InterconnectedBlockProcess"/>
    <dgm:cxn modelId="{7AD83709-B877-432A-A101-94EC1D90DC5B}" type="presParOf" srcId="{09592B82-CFCE-4E6D-B9D9-CEE5ACAEB5FD}" destId="{E78582C2-889D-496F-A566-CFCD6EAE1BFE}" srcOrd="7" destOrd="0" presId="urn:microsoft.com/office/officeart/2011/layout/InterconnectedBlockProcess"/>
    <dgm:cxn modelId="{7D4DADF5-7E15-4F74-BD60-70EF923E1790}" type="presParOf" srcId="{09592B82-CFCE-4E6D-B9D9-CEE5ACAEB5FD}" destId="{4C029145-E8A7-4226-9AC0-4C7946CC73B5}" srcOrd="8" destOrd="0" presId="urn:microsoft.com/office/officeart/2011/layout/InterconnectedBlockProcess"/>
    <dgm:cxn modelId="{8CA57AA4-0CFD-4F70-AC96-DD6A940AFEA6}" type="presParOf" srcId="{09592B82-CFCE-4E6D-B9D9-CEE5ACAEB5FD}" destId="{938C0D39-A837-4FC2-9885-438742BAEE65}" srcOrd="9" destOrd="0" presId="urn:microsoft.com/office/officeart/2011/layout/InterconnectedBlockProcess"/>
    <dgm:cxn modelId="{5FF66E6B-2DE3-4F75-AE7B-FF0E8483D8D9}" type="presParOf" srcId="{938C0D39-A837-4FC2-9885-438742BAEE65}" destId="{4495F30F-7065-4A67-BD99-B742D75DE06F}" srcOrd="0" destOrd="0" presId="urn:microsoft.com/office/officeart/2011/layout/InterconnectedBlockProcess"/>
    <dgm:cxn modelId="{B4C2F56A-E453-4EA3-A71C-56E42BE168BF}" type="presParOf" srcId="{09592B82-CFCE-4E6D-B9D9-CEE5ACAEB5FD}" destId="{31210D45-9742-45E1-B482-A264AD1FC088}" srcOrd="10" destOrd="0" presId="urn:microsoft.com/office/officeart/2011/layout/InterconnectedBlockProcess"/>
    <dgm:cxn modelId="{4AC3082C-1BA0-4920-830C-33C3CB2DD8DC}" type="presParOf" srcId="{09592B82-CFCE-4E6D-B9D9-CEE5ACAEB5FD}" destId="{5CC491EE-2EBC-4767-9AA0-FE16A400BE53}" srcOrd="11" destOrd="0" presId="urn:microsoft.com/office/officeart/2011/layout/InterconnectedBlockProcess"/>
    <dgm:cxn modelId="{74D426FC-76F3-46AA-B332-A349BFE02A24}" type="presParOf" srcId="{09592B82-CFCE-4E6D-B9D9-CEE5ACAEB5FD}" destId="{C2355F1E-4EAF-4E81-9B82-EF99633DED2B}" srcOrd="12" destOrd="0" presId="urn:microsoft.com/office/officeart/2011/layout/InterconnectedBlockProcess"/>
    <dgm:cxn modelId="{411CA35F-72DC-4530-8521-14BDEB91E74C}" type="presParOf" srcId="{C2355F1E-4EAF-4E81-9B82-EF99633DED2B}" destId="{95647C7C-B5B8-40B6-BE6C-4C2DAFCE6B68}" srcOrd="0" destOrd="0" presId="urn:microsoft.com/office/officeart/2011/layout/InterconnectedBlockProcess"/>
    <dgm:cxn modelId="{3B71A657-ED7E-4C7C-8446-9BEB336FC62F}" type="presParOf" srcId="{09592B82-CFCE-4E6D-B9D9-CEE5ACAEB5FD}" destId="{F747745C-0788-4E21-B1E2-C8D639BA3472}" srcOrd="13" destOrd="0" presId="urn:microsoft.com/office/officeart/2011/layout/InterconnectedBlockProcess"/>
    <dgm:cxn modelId="{0D84FA2B-D545-444E-B5BB-75882468D8C0}" type="presParOf" srcId="{09592B82-CFCE-4E6D-B9D9-CEE5ACAEB5FD}" destId="{343841F7-65AD-493B-B055-A065EBB97A13}" srcOrd="14" destOrd="0" presId="urn:microsoft.com/office/officeart/2011/layout/InterconnectedBlockProcess"/>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53.xml><?xml version="1.0" encoding="utf-8"?>
<dgm:dataModel xmlns:dgm="http://schemas.openxmlformats.org/drawingml/2006/diagram" xmlns:a="http://schemas.openxmlformats.org/drawingml/2006/main">
  <dgm:ptLst>
    <dgm:pt modelId="{B9C32B05-62EA-407A-B21C-2310C7945705}" type="doc">
      <dgm:prSet loTypeId="urn:microsoft.com/office/officeart/2005/8/layout/hProcess3" loCatId="process" qsTypeId="urn:microsoft.com/office/officeart/2005/8/quickstyle/simple4" qsCatId="simple" csTypeId="urn:microsoft.com/office/officeart/2005/8/colors/colorful4" csCatId="colorful" phldr="1"/>
      <dgm:spPr/>
      <dgm:t>
        <a:bodyPr/>
        <a:lstStyle/>
        <a:p>
          <a:endParaRPr lang="en-US"/>
        </a:p>
      </dgm:t>
    </dgm:pt>
    <dgm:pt modelId="{42D71409-67F9-455C-8C6D-716D284AAA6B}">
      <dgm:prSet phldrT="[Text]"/>
      <dgm:spPr/>
      <dgm:t>
        <a:bodyPr/>
        <a:lstStyle/>
        <a:p>
          <a:r>
            <a:rPr lang="en-US" dirty="0">
              <a:solidFill>
                <a:schemeClr val="tx2"/>
              </a:solidFill>
            </a:rPr>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F66099B6-DBBD-4AB0-82D2-877B80F846F7}">
      <dgm:prSet phldrT="[Text]"/>
      <dgm:spPr/>
      <dgm:t>
        <a:bodyPr/>
        <a:lstStyle/>
        <a:p>
          <a:r>
            <a:rPr lang="en-US" dirty="0">
              <a:solidFill>
                <a:schemeClr val="tx2"/>
              </a:solidFill>
            </a:rPr>
            <a:t>Lorem Ipsum</a:t>
          </a:r>
        </a:p>
      </dgm:t>
    </dgm:pt>
    <dgm:pt modelId="{B09C8BFB-F41C-4AC4-AB94-F216E3081C2D}" type="parTrans" cxnId="{B4F3EA32-CE64-4A92-9BAE-BC57E5392B05}">
      <dgm:prSet/>
      <dgm:spPr/>
      <dgm:t>
        <a:bodyPr/>
        <a:lstStyle/>
        <a:p>
          <a:endParaRPr lang="en-US"/>
        </a:p>
      </dgm:t>
    </dgm:pt>
    <dgm:pt modelId="{BC531B32-9B0E-482E-BF91-65C61F17168D}" type="sibTrans" cxnId="{B4F3EA32-CE64-4A92-9BAE-BC57E5392B05}">
      <dgm:prSet/>
      <dgm:spPr/>
      <dgm:t>
        <a:bodyPr/>
        <a:lstStyle/>
        <a:p>
          <a:endParaRPr lang="en-US"/>
        </a:p>
      </dgm:t>
    </dgm:pt>
    <dgm:pt modelId="{EE62A4F6-4AC4-435B-990E-81A71CE8CAC7}">
      <dgm:prSet phldrT="[Text]"/>
      <dgm:spPr/>
      <dgm:t>
        <a:bodyPr/>
        <a:lstStyle/>
        <a:p>
          <a:r>
            <a:rPr lang="en-US" dirty="0">
              <a:solidFill>
                <a:schemeClr val="tx2"/>
              </a:solidFill>
            </a:rPr>
            <a:t>Lorem Ipsum</a:t>
          </a:r>
        </a:p>
      </dgm:t>
    </dgm:pt>
    <dgm:pt modelId="{F287B947-7343-4FA2-B288-B23A59FFAE31}" type="parTrans" cxnId="{3A2CECA6-0C5B-46BB-B7C6-7D37E9D210BD}">
      <dgm:prSet/>
      <dgm:spPr/>
      <dgm:t>
        <a:bodyPr/>
        <a:lstStyle/>
        <a:p>
          <a:endParaRPr lang="en-US"/>
        </a:p>
      </dgm:t>
    </dgm:pt>
    <dgm:pt modelId="{389F9A93-0231-4877-8C41-5D5B8DD7AAC0}" type="sibTrans" cxnId="{3A2CECA6-0C5B-46BB-B7C6-7D37E9D210BD}">
      <dgm:prSet/>
      <dgm:spPr/>
      <dgm:t>
        <a:bodyPr/>
        <a:lstStyle/>
        <a:p>
          <a:endParaRPr lang="en-US"/>
        </a:p>
      </dgm:t>
    </dgm:pt>
    <dgm:pt modelId="{6CF284C3-4A70-4432-8F33-E75A802B3330}">
      <dgm:prSet/>
      <dgm:spPr/>
      <dgm:t>
        <a:bodyPr/>
        <a:lstStyle/>
        <a:p>
          <a:r>
            <a:rPr lang="en-US" dirty="0"/>
            <a:t>Some text here</a:t>
          </a:r>
        </a:p>
      </dgm:t>
    </dgm:pt>
    <dgm:pt modelId="{044831E6-2FC9-4DDA-81FB-5FA418568D07}" type="parTrans" cxnId="{2DC24386-BC50-4BAB-8571-16CB10C2603C}">
      <dgm:prSet/>
      <dgm:spPr/>
      <dgm:t>
        <a:bodyPr/>
        <a:lstStyle/>
        <a:p>
          <a:endParaRPr lang="en-US"/>
        </a:p>
      </dgm:t>
    </dgm:pt>
    <dgm:pt modelId="{CD50B82D-84BB-4747-B282-ABB339EBA294}" type="sibTrans" cxnId="{2DC24386-BC50-4BAB-8571-16CB10C2603C}">
      <dgm:prSet/>
      <dgm:spPr/>
      <dgm:t>
        <a:bodyPr/>
        <a:lstStyle/>
        <a:p>
          <a:endParaRPr lang="en-US"/>
        </a:p>
      </dgm:t>
    </dgm:pt>
    <dgm:pt modelId="{3AF880A5-0F00-4315-A5DF-1FE656798601}">
      <dgm:prSet phldrT="[Text]"/>
      <dgm:spPr/>
      <dgm:t>
        <a:bodyPr/>
        <a:lstStyle/>
        <a:p>
          <a:r>
            <a:rPr lang="en-US" dirty="0"/>
            <a:t>Some text here</a:t>
          </a:r>
        </a:p>
      </dgm:t>
    </dgm:pt>
    <dgm:pt modelId="{A13BB1F9-5857-4B43-8BF5-6589AA2CB759}" type="parTrans" cxnId="{24F8CBE2-5003-4E69-A772-6B98F2B05181}">
      <dgm:prSet/>
      <dgm:spPr/>
      <dgm:t>
        <a:bodyPr/>
        <a:lstStyle/>
        <a:p>
          <a:endParaRPr lang="en-US"/>
        </a:p>
      </dgm:t>
    </dgm:pt>
    <dgm:pt modelId="{C198C41D-2640-4669-83ED-E0CD35701C8E}" type="sibTrans" cxnId="{24F8CBE2-5003-4E69-A772-6B98F2B05181}">
      <dgm:prSet/>
      <dgm:spPr/>
      <dgm:t>
        <a:bodyPr/>
        <a:lstStyle/>
        <a:p>
          <a:endParaRPr lang="en-US"/>
        </a:p>
      </dgm:t>
    </dgm:pt>
    <dgm:pt modelId="{8EA7219F-BDB2-48EB-9EEB-3133522D132E}">
      <dgm:prSet phldrT="[Text]"/>
      <dgm:spPr/>
      <dgm:t>
        <a:bodyPr/>
        <a:lstStyle/>
        <a:p>
          <a:r>
            <a:rPr lang="en-US" dirty="0"/>
            <a:t>Some text here</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BE788BF5-FE9F-4C7D-A1CD-9232D7860179}">
      <dgm:prSet phldrT="[Text]"/>
      <dgm:spPr/>
      <dgm:t>
        <a:bodyPr/>
        <a:lstStyle/>
        <a:p>
          <a:r>
            <a:rPr lang="en-US"/>
            <a:t>Some text here</a:t>
          </a:r>
          <a:endParaRPr lang="en-US" dirty="0"/>
        </a:p>
      </dgm:t>
    </dgm:pt>
    <dgm:pt modelId="{963A52CB-C772-45F2-8A30-8ABA6B14D3CE}" type="parTrans" cxnId="{35013F34-57BC-4E3C-A003-07C0E49926DB}">
      <dgm:prSet/>
      <dgm:spPr/>
      <dgm:t>
        <a:bodyPr/>
        <a:lstStyle/>
        <a:p>
          <a:endParaRPr lang="en-US"/>
        </a:p>
      </dgm:t>
    </dgm:pt>
    <dgm:pt modelId="{88191C5E-55BA-42F2-B842-FC86CBBADC0F}" type="sibTrans" cxnId="{35013F34-57BC-4E3C-A003-07C0E49926DB}">
      <dgm:prSet/>
      <dgm:spPr/>
      <dgm:t>
        <a:bodyPr/>
        <a:lstStyle/>
        <a:p>
          <a:endParaRPr lang="en-US"/>
        </a:p>
      </dgm:t>
    </dgm:pt>
    <dgm:pt modelId="{3CE06941-9820-4827-8B16-CD80CC49F780}">
      <dgm:prSet phldrT="[Text]"/>
      <dgm:spPr/>
      <dgm:t>
        <a:bodyPr/>
        <a:lstStyle/>
        <a:p>
          <a:r>
            <a:rPr lang="en-US" dirty="0"/>
            <a:t>Some text here</a:t>
          </a:r>
        </a:p>
      </dgm:t>
    </dgm:pt>
    <dgm:pt modelId="{141A3C92-8966-4E2F-82E4-2E09E22674B2}" type="parTrans" cxnId="{C99CE395-39F6-46B4-938C-9BF085685D1A}">
      <dgm:prSet/>
      <dgm:spPr/>
      <dgm:t>
        <a:bodyPr/>
        <a:lstStyle/>
        <a:p>
          <a:endParaRPr lang="en-US"/>
        </a:p>
      </dgm:t>
    </dgm:pt>
    <dgm:pt modelId="{F58FC55B-E61F-445C-956E-0BB2202254CA}" type="sibTrans" cxnId="{C99CE395-39F6-46B4-938C-9BF085685D1A}">
      <dgm:prSet/>
      <dgm:spPr/>
      <dgm:t>
        <a:bodyPr/>
        <a:lstStyle/>
        <a:p>
          <a:endParaRPr lang="en-US"/>
        </a:p>
      </dgm:t>
    </dgm:pt>
    <dgm:pt modelId="{386C2B6D-2EE1-4682-AE61-EE246CD54E31}">
      <dgm:prSet phldrT="[Text]"/>
      <dgm:spPr/>
      <dgm:t>
        <a:bodyPr/>
        <a:lstStyle/>
        <a:p>
          <a:r>
            <a:rPr lang="en-US" dirty="0"/>
            <a:t>Some text here</a:t>
          </a:r>
        </a:p>
      </dgm:t>
    </dgm:pt>
    <dgm:pt modelId="{649D72FB-0D8F-479C-87D1-C73133EF35E2}" type="parTrans" cxnId="{7F96AC57-2F84-4E8C-AA92-E82865EE63FE}">
      <dgm:prSet/>
      <dgm:spPr/>
      <dgm:t>
        <a:bodyPr/>
        <a:lstStyle/>
        <a:p>
          <a:endParaRPr lang="en-US"/>
        </a:p>
      </dgm:t>
    </dgm:pt>
    <dgm:pt modelId="{E1C9E6F1-2ED2-4DD8-9B78-28FC1AF5D352}" type="sibTrans" cxnId="{7F96AC57-2F84-4E8C-AA92-E82865EE63FE}">
      <dgm:prSet/>
      <dgm:spPr/>
      <dgm:t>
        <a:bodyPr/>
        <a:lstStyle/>
        <a:p>
          <a:endParaRPr lang="en-US"/>
        </a:p>
      </dgm:t>
    </dgm:pt>
    <dgm:pt modelId="{2A22E84C-3AA3-4E9C-AE5F-9C2FB0D7FB11}">
      <dgm:prSet phldrT="[Text]"/>
      <dgm:spPr/>
      <dgm:t>
        <a:bodyPr/>
        <a:lstStyle/>
        <a:p>
          <a:r>
            <a:rPr lang="en-US" dirty="0">
              <a:solidFill>
                <a:schemeClr val="tx2"/>
              </a:solidFill>
            </a:rPr>
            <a:t>Lorem Ipsum</a:t>
          </a:r>
        </a:p>
      </dgm:t>
    </dgm:pt>
    <dgm:pt modelId="{6C025E55-DF42-4C5D-AFD5-6015FA053D46}" type="parTrans" cxnId="{BEB859E7-C343-408E-86A1-667C27EE5761}">
      <dgm:prSet/>
      <dgm:spPr/>
      <dgm:t>
        <a:bodyPr/>
        <a:lstStyle/>
        <a:p>
          <a:endParaRPr lang="en-US"/>
        </a:p>
      </dgm:t>
    </dgm:pt>
    <dgm:pt modelId="{744EA591-F199-49C2-B63A-82709D96C729}" type="sibTrans" cxnId="{BEB859E7-C343-408E-86A1-667C27EE5761}">
      <dgm:prSet/>
      <dgm:spPr/>
      <dgm:t>
        <a:bodyPr/>
        <a:lstStyle/>
        <a:p>
          <a:endParaRPr lang="en-US"/>
        </a:p>
      </dgm:t>
    </dgm:pt>
    <dgm:pt modelId="{9ADACFBF-2A78-45C9-A7C4-5E5DBC674760}">
      <dgm:prSet phldrT="[Text]"/>
      <dgm:spPr/>
      <dgm:t>
        <a:bodyPr/>
        <a:lstStyle/>
        <a:p>
          <a:r>
            <a:rPr lang="en-US" dirty="0"/>
            <a:t>Some text here</a:t>
          </a:r>
        </a:p>
      </dgm:t>
    </dgm:pt>
    <dgm:pt modelId="{E121796C-71AB-4354-A1D4-3BF0025298A5}" type="parTrans" cxnId="{2B98897D-9937-49AC-9FE9-6629E912033A}">
      <dgm:prSet/>
      <dgm:spPr/>
      <dgm:t>
        <a:bodyPr/>
        <a:lstStyle/>
        <a:p>
          <a:endParaRPr lang="en-US"/>
        </a:p>
      </dgm:t>
    </dgm:pt>
    <dgm:pt modelId="{F3FE7E5A-DC73-423B-998C-02943CF263BF}" type="sibTrans" cxnId="{2B98897D-9937-49AC-9FE9-6629E912033A}">
      <dgm:prSet/>
      <dgm:spPr/>
      <dgm:t>
        <a:bodyPr/>
        <a:lstStyle/>
        <a:p>
          <a:endParaRPr lang="en-US"/>
        </a:p>
      </dgm:t>
    </dgm:pt>
    <dgm:pt modelId="{6C39594C-4AE1-4221-9751-E4FBA9469435}">
      <dgm:prSet phldrT="[Text]"/>
      <dgm:spPr/>
      <dgm:t>
        <a:bodyPr/>
        <a:lstStyle/>
        <a:p>
          <a:r>
            <a:rPr lang="en-US" dirty="0"/>
            <a:t>Some text here</a:t>
          </a:r>
        </a:p>
      </dgm:t>
    </dgm:pt>
    <dgm:pt modelId="{EA90E5E0-265B-4677-A3EF-FCD0DFDF4F41}" type="parTrans" cxnId="{7AF91B96-DA69-42D6-83DE-0E63677A4C47}">
      <dgm:prSet/>
      <dgm:spPr/>
      <dgm:t>
        <a:bodyPr/>
        <a:lstStyle/>
        <a:p>
          <a:endParaRPr lang="en-US"/>
        </a:p>
      </dgm:t>
    </dgm:pt>
    <dgm:pt modelId="{F04E3063-747B-4761-B46E-8C06B2EF3C55}" type="sibTrans" cxnId="{7AF91B96-DA69-42D6-83DE-0E63677A4C47}">
      <dgm:prSet/>
      <dgm:spPr/>
      <dgm:t>
        <a:bodyPr/>
        <a:lstStyle/>
        <a:p>
          <a:endParaRPr lang="en-US"/>
        </a:p>
      </dgm:t>
    </dgm:pt>
    <dgm:pt modelId="{36045517-CEA4-4BE3-B836-C2B6BFE5649B}">
      <dgm:prSet phldrT="[Text]"/>
      <dgm:spPr/>
      <dgm:t>
        <a:bodyPr/>
        <a:lstStyle/>
        <a:p>
          <a:r>
            <a:rPr lang="en-US" dirty="0">
              <a:solidFill>
                <a:schemeClr val="tx2"/>
              </a:solidFill>
            </a:rPr>
            <a:t>Lorem Ipsum</a:t>
          </a:r>
        </a:p>
      </dgm:t>
    </dgm:pt>
    <dgm:pt modelId="{6231A36F-9B04-4B4A-917A-7E163AFFC956}" type="parTrans" cxnId="{4019353B-443B-4DED-AA6C-3C60E18414C7}">
      <dgm:prSet/>
      <dgm:spPr/>
      <dgm:t>
        <a:bodyPr/>
        <a:lstStyle/>
        <a:p>
          <a:endParaRPr lang="en-US"/>
        </a:p>
      </dgm:t>
    </dgm:pt>
    <dgm:pt modelId="{BFF3C5ED-87D0-4709-A3B8-A7BF0668006A}" type="sibTrans" cxnId="{4019353B-443B-4DED-AA6C-3C60E18414C7}">
      <dgm:prSet/>
      <dgm:spPr/>
      <dgm:t>
        <a:bodyPr/>
        <a:lstStyle/>
        <a:p>
          <a:endParaRPr lang="en-US"/>
        </a:p>
      </dgm:t>
    </dgm:pt>
    <dgm:pt modelId="{110CC072-E78D-486A-BD24-8CD6CE5683E0}">
      <dgm:prSet phldrT="[Text]"/>
      <dgm:spPr/>
      <dgm:t>
        <a:bodyPr/>
        <a:lstStyle/>
        <a:p>
          <a:r>
            <a:rPr lang="en-US" dirty="0"/>
            <a:t>Some text here</a:t>
          </a:r>
        </a:p>
      </dgm:t>
    </dgm:pt>
    <dgm:pt modelId="{EFE20FCA-41FE-42D4-8C71-85751017ADFF}" type="parTrans" cxnId="{5670A7D8-BA42-4857-8679-D269077AD7D7}">
      <dgm:prSet/>
      <dgm:spPr/>
      <dgm:t>
        <a:bodyPr/>
        <a:lstStyle/>
        <a:p>
          <a:endParaRPr lang="en-US"/>
        </a:p>
      </dgm:t>
    </dgm:pt>
    <dgm:pt modelId="{C901204A-BC8E-4B62-854A-DFB2104323F5}" type="sibTrans" cxnId="{5670A7D8-BA42-4857-8679-D269077AD7D7}">
      <dgm:prSet/>
      <dgm:spPr/>
      <dgm:t>
        <a:bodyPr/>
        <a:lstStyle/>
        <a:p>
          <a:endParaRPr lang="en-US"/>
        </a:p>
      </dgm:t>
    </dgm:pt>
    <dgm:pt modelId="{F64D9B44-8949-42CE-A3F5-920CF85E6D38}">
      <dgm:prSet phldrT="[Text]"/>
      <dgm:spPr/>
      <dgm:t>
        <a:bodyPr/>
        <a:lstStyle/>
        <a:p>
          <a:r>
            <a:rPr lang="en-US" dirty="0"/>
            <a:t>Some text here</a:t>
          </a:r>
        </a:p>
      </dgm:t>
    </dgm:pt>
    <dgm:pt modelId="{81AB81A4-D793-40B9-964C-9DA3AF17B95D}" type="parTrans" cxnId="{F091E13E-CC91-4760-8919-F8E7FA115B30}">
      <dgm:prSet/>
      <dgm:spPr/>
      <dgm:t>
        <a:bodyPr/>
        <a:lstStyle/>
        <a:p>
          <a:endParaRPr lang="en-US"/>
        </a:p>
      </dgm:t>
    </dgm:pt>
    <dgm:pt modelId="{ECDC803C-5DBD-4EEE-A68A-AC8585F1A4EB}" type="sibTrans" cxnId="{F091E13E-CC91-4760-8919-F8E7FA115B30}">
      <dgm:prSet/>
      <dgm:spPr/>
      <dgm:t>
        <a:bodyPr/>
        <a:lstStyle/>
        <a:p>
          <a:endParaRPr lang="en-US"/>
        </a:p>
      </dgm:t>
    </dgm:pt>
    <dgm:pt modelId="{A4239617-5E7B-47BC-8C89-649EF8474F19}">
      <dgm:prSet phldrT="[Text]"/>
      <dgm:spPr/>
      <dgm:t>
        <a:bodyPr/>
        <a:lstStyle/>
        <a:p>
          <a:r>
            <a:rPr lang="en-US"/>
            <a:t>Some text here</a:t>
          </a:r>
          <a:endParaRPr lang="en-US" dirty="0"/>
        </a:p>
      </dgm:t>
    </dgm:pt>
    <dgm:pt modelId="{8D6C8C82-FE87-435D-85FC-853024BE3647}" type="parTrans" cxnId="{6713939A-DFC1-4789-8348-57D586F2DEFC}">
      <dgm:prSet/>
      <dgm:spPr/>
      <dgm:t>
        <a:bodyPr/>
        <a:lstStyle/>
        <a:p>
          <a:endParaRPr lang="en-US"/>
        </a:p>
      </dgm:t>
    </dgm:pt>
    <dgm:pt modelId="{FC7A38DA-50F5-4476-9305-DD771B4944CB}" type="sibTrans" cxnId="{6713939A-DFC1-4789-8348-57D586F2DEFC}">
      <dgm:prSet/>
      <dgm:spPr/>
      <dgm:t>
        <a:bodyPr/>
        <a:lstStyle/>
        <a:p>
          <a:endParaRPr lang="en-US"/>
        </a:p>
      </dgm:t>
    </dgm:pt>
    <dgm:pt modelId="{C42E07F8-4756-46EC-A247-20F65BDEB604}">
      <dgm:prSet phldrT="[Text]"/>
      <dgm:spPr/>
      <dgm:t>
        <a:bodyPr/>
        <a:lstStyle/>
        <a:p>
          <a:r>
            <a:rPr lang="en-US"/>
            <a:t>Some text here</a:t>
          </a:r>
          <a:endParaRPr lang="en-US" dirty="0"/>
        </a:p>
      </dgm:t>
    </dgm:pt>
    <dgm:pt modelId="{716C0899-7EF4-4F0A-A1C9-62C4D0CC6D26}" type="parTrans" cxnId="{0CC20EF8-C17E-4AA9-ABEB-3A50546213A6}">
      <dgm:prSet/>
      <dgm:spPr/>
      <dgm:t>
        <a:bodyPr/>
        <a:lstStyle/>
        <a:p>
          <a:endParaRPr lang="en-US"/>
        </a:p>
      </dgm:t>
    </dgm:pt>
    <dgm:pt modelId="{5CB2E273-19CD-4B28-8079-96913606D6EA}" type="sibTrans" cxnId="{0CC20EF8-C17E-4AA9-ABEB-3A50546213A6}">
      <dgm:prSet/>
      <dgm:spPr/>
      <dgm:t>
        <a:bodyPr/>
        <a:lstStyle/>
        <a:p>
          <a:endParaRPr lang="en-US"/>
        </a:p>
      </dgm:t>
    </dgm:pt>
    <dgm:pt modelId="{18026F2F-FBC4-4372-8056-01233E744BB4}">
      <dgm:prSet phldrT="[Text]"/>
      <dgm:spPr/>
      <dgm:t>
        <a:bodyPr/>
        <a:lstStyle/>
        <a:p>
          <a:r>
            <a:rPr lang="en-US"/>
            <a:t>Some text here</a:t>
          </a:r>
          <a:endParaRPr lang="en-US" dirty="0"/>
        </a:p>
      </dgm:t>
    </dgm:pt>
    <dgm:pt modelId="{DF4C51F3-C820-4F2D-97E4-7D63EBAC92EE}" type="parTrans" cxnId="{0563C467-1389-4B86-8615-0AAAFEE714DE}">
      <dgm:prSet/>
      <dgm:spPr/>
      <dgm:t>
        <a:bodyPr/>
        <a:lstStyle/>
        <a:p>
          <a:endParaRPr lang="en-US"/>
        </a:p>
      </dgm:t>
    </dgm:pt>
    <dgm:pt modelId="{161F18FB-9FFA-48B6-AB10-DEC83285A8B3}" type="sibTrans" cxnId="{0563C467-1389-4B86-8615-0AAAFEE714DE}">
      <dgm:prSet/>
      <dgm:spPr/>
      <dgm:t>
        <a:bodyPr/>
        <a:lstStyle/>
        <a:p>
          <a:endParaRPr lang="en-US"/>
        </a:p>
      </dgm:t>
    </dgm:pt>
    <dgm:pt modelId="{DACE28F7-9F6F-4472-B3B9-B8D5E75C0061}">
      <dgm:prSet phldrT="[Text]"/>
      <dgm:spPr/>
      <dgm:t>
        <a:bodyPr/>
        <a:lstStyle/>
        <a:p>
          <a:r>
            <a:rPr lang="en-US"/>
            <a:t>Some text here</a:t>
          </a:r>
          <a:endParaRPr lang="en-US" dirty="0"/>
        </a:p>
      </dgm:t>
    </dgm:pt>
    <dgm:pt modelId="{073BCD31-4F10-49D9-B31C-0C6A3506F762}" type="parTrans" cxnId="{B782D595-D1C8-43E9-822F-C1C87EF85F26}">
      <dgm:prSet/>
      <dgm:spPr/>
      <dgm:t>
        <a:bodyPr/>
        <a:lstStyle/>
        <a:p>
          <a:endParaRPr lang="en-US"/>
        </a:p>
      </dgm:t>
    </dgm:pt>
    <dgm:pt modelId="{B3B71A4D-8ACA-47AC-AC35-864A246123DC}" type="sibTrans" cxnId="{B782D595-D1C8-43E9-822F-C1C87EF85F26}">
      <dgm:prSet/>
      <dgm:spPr/>
      <dgm:t>
        <a:bodyPr/>
        <a:lstStyle/>
        <a:p>
          <a:endParaRPr lang="en-US"/>
        </a:p>
      </dgm:t>
    </dgm:pt>
    <dgm:pt modelId="{FF3520D3-151C-4C33-8AF2-578A268C569E}" type="pres">
      <dgm:prSet presAssocID="{B9C32B05-62EA-407A-B21C-2310C7945705}" presName="Name0" presStyleCnt="0">
        <dgm:presLayoutVars>
          <dgm:dir/>
          <dgm:animLvl val="lvl"/>
          <dgm:resizeHandles val="exact"/>
        </dgm:presLayoutVars>
      </dgm:prSet>
      <dgm:spPr/>
    </dgm:pt>
    <dgm:pt modelId="{5143C426-72C5-4E85-AAC2-242A49976579}" type="pres">
      <dgm:prSet presAssocID="{B9C32B05-62EA-407A-B21C-2310C7945705}" presName="dummy" presStyleCnt="0"/>
      <dgm:spPr/>
    </dgm:pt>
    <dgm:pt modelId="{A53387A0-DFCD-4A77-986C-A5ACE5455FFF}" type="pres">
      <dgm:prSet presAssocID="{B9C32B05-62EA-407A-B21C-2310C7945705}" presName="linH" presStyleCnt="0"/>
      <dgm:spPr/>
    </dgm:pt>
    <dgm:pt modelId="{9389510F-E5E6-4613-9CC6-FD41E2475C22}" type="pres">
      <dgm:prSet presAssocID="{B9C32B05-62EA-407A-B21C-2310C7945705}" presName="padding1" presStyleCnt="0"/>
      <dgm:spPr/>
    </dgm:pt>
    <dgm:pt modelId="{D3A4ED55-D20C-48F0-BC5A-C074DEF7DBD9}" type="pres">
      <dgm:prSet presAssocID="{42D71409-67F9-455C-8C6D-716D284AAA6B}" presName="linV" presStyleCnt="0"/>
      <dgm:spPr/>
    </dgm:pt>
    <dgm:pt modelId="{E814FECA-BDB9-443D-807F-BA5063FEBAF5}" type="pres">
      <dgm:prSet presAssocID="{42D71409-67F9-455C-8C6D-716D284AAA6B}" presName="spVertical1" presStyleCnt="0"/>
      <dgm:spPr/>
    </dgm:pt>
    <dgm:pt modelId="{4B1103D8-6F69-4144-8EC1-23E929FD5732}" type="pres">
      <dgm:prSet presAssocID="{42D71409-67F9-455C-8C6D-716D284AAA6B}" presName="parTx" presStyleLbl="revTx" presStyleIdx="0" presStyleCnt="10">
        <dgm:presLayoutVars>
          <dgm:chMax val="0"/>
          <dgm:chPref val="0"/>
          <dgm:bulletEnabled val="1"/>
        </dgm:presLayoutVars>
      </dgm:prSet>
      <dgm:spPr/>
    </dgm:pt>
    <dgm:pt modelId="{2E835BDA-2D22-4B1C-B65D-F0A44669A520}" type="pres">
      <dgm:prSet presAssocID="{42D71409-67F9-455C-8C6D-716D284AAA6B}" presName="spVertical2" presStyleCnt="0"/>
      <dgm:spPr/>
    </dgm:pt>
    <dgm:pt modelId="{33586311-E90C-4C2A-8396-61A10975456E}" type="pres">
      <dgm:prSet presAssocID="{42D71409-67F9-455C-8C6D-716D284AAA6B}" presName="spVertical3" presStyleCnt="0"/>
      <dgm:spPr/>
    </dgm:pt>
    <dgm:pt modelId="{D02EBB56-F856-4D0B-B90E-8040924254A4}" type="pres">
      <dgm:prSet presAssocID="{42D71409-67F9-455C-8C6D-716D284AAA6B}" presName="desTx" presStyleLbl="revTx" presStyleIdx="1" presStyleCnt="10">
        <dgm:presLayoutVars>
          <dgm:bulletEnabled val="1"/>
        </dgm:presLayoutVars>
      </dgm:prSet>
      <dgm:spPr/>
    </dgm:pt>
    <dgm:pt modelId="{F08C2E13-171F-4C2E-B34F-ED7CED73106E}" type="pres">
      <dgm:prSet presAssocID="{478B7D3C-9FB4-4BC6-90AC-49960560DECD}" presName="space" presStyleCnt="0"/>
      <dgm:spPr/>
    </dgm:pt>
    <dgm:pt modelId="{0E28B9D1-304A-414F-8E09-E725A9AAE0CB}" type="pres">
      <dgm:prSet presAssocID="{F66099B6-DBBD-4AB0-82D2-877B80F846F7}" presName="linV" presStyleCnt="0"/>
      <dgm:spPr/>
    </dgm:pt>
    <dgm:pt modelId="{EE142F16-7F8B-4453-A1EF-58FAB18DFE4F}" type="pres">
      <dgm:prSet presAssocID="{F66099B6-DBBD-4AB0-82D2-877B80F846F7}" presName="spVertical1" presStyleCnt="0"/>
      <dgm:spPr/>
    </dgm:pt>
    <dgm:pt modelId="{7F0D179E-8CE1-44CD-A531-0EA3E02E317A}" type="pres">
      <dgm:prSet presAssocID="{F66099B6-DBBD-4AB0-82D2-877B80F846F7}" presName="parTx" presStyleLbl="revTx" presStyleIdx="2" presStyleCnt="10">
        <dgm:presLayoutVars>
          <dgm:chMax val="0"/>
          <dgm:chPref val="0"/>
          <dgm:bulletEnabled val="1"/>
        </dgm:presLayoutVars>
      </dgm:prSet>
      <dgm:spPr/>
    </dgm:pt>
    <dgm:pt modelId="{0DB227C9-040F-4F1A-8960-CEC25757FEDE}" type="pres">
      <dgm:prSet presAssocID="{F66099B6-DBBD-4AB0-82D2-877B80F846F7}" presName="spVertical2" presStyleCnt="0"/>
      <dgm:spPr/>
    </dgm:pt>
    <dgm:pt modelId="{B7B52D5C-1EBC-4546-B083-6A593A5D19B6}" type="pres">
      <dgm:prSet presAssocID="{F66099B6-DBBD-4AB0-82D2-877B80F846F7}" presName="spVertical3" presStyleCnt="0"/>
      <dgm:spPr/>
    </dgm:pt>
    <dgm:pt modelId="{27F9C84D-CF6D-49A3-BCE4-6C5A320E9F8C}" type="pres">
      <dgm:prSet presAssocID="{F66099B6-DBBD-4AB0-82D2-877B80F846F7}" presName="desTx" presStyleLbl="revTx" presStyleIdx="3" presStyleCnt="10">
        <dgm:presLayoutVars>
          <dgm:bulletEnabled val="1"/>
        </dgm:presLayoutVars>
      </dgm:prSet>
      <dgm:spPr/>
    </dgm:pt>
    <dgm:pt modelId="{FEBEB8E1-0A17-40CE-8858-7767F1B4C112}" type="pres">
      <dgm:prSet presAssocID="{BC531B32-9B0E-482E-BF91-65C61F17168D}" presName="space" presStyleCnt="0"/>
      <dgm:spPr/>
    </dgm:pt>
    <dgm:pt modelId="{DF7FC8B1-81E5-4481-9EBB-CA283B7A33CF}" type="pres">
      <dgm:prSet presAssocID="{EE62A4F6-4AC4-435B-990E-81A71CE8CAC7}" presName="linV" presStyleCnt="0"/>
      <dgm:spPr/>
    </dgm:pt>
    <dgm:pt modelId="{0ABB5BDF-A7EA-4FB0-B324-BBD29A966083}" type="pres">
      <dgm:prSet presAssocID="{EE62A4F6-4AC4-435B-990E-81A71CE8CAC7}" presName="spVertical1" presStyleCnt="0"/>
      <dgm:spPr/>
    </dgm:pt>
    <dgm:pt modelId="{BB4701CA-EFD5-46F2-AFB4-40E26547F057}" type="pres">
      <dgm:prSet presAssocID="{EE62A4F6-4AC4-435B-990E-81A71CE8CAC7}" presName="parTx" presStyleLbl="revTx" presStyleIdx="4" presStyleCnt="10">
        <dgm:presLayoutVars>
          <dgm:chMax val="0"/>
          <dgm:chPref val="0"/>
          <dgm:bulletEnabled val="1"/>
        </dgm:presLayoutVars>
      </dgm:prSet>
      <dgm:spPr/>
    </dgm:pt>
    <dgm:pt modelId="{DFF0730D-A91C-45F3-B44D-0174F81B538D}" type="pres">
      <dgm:prSet presAssocID="{EE62A4F6-4AC4-435B-990E-81A71CE8CAC7}" presName="spVertical2" presStyleCnt="0"/>
      <dgm:spPr/>
    </dgm:pt>
    <dgm:pt modelId="{9918F636-D2BC-4A9A-B037-E52D55910854}" type="pres">
      <dgm:prSet presAssocID="{EE62A4F6-4AC4-435B-990E-81A71CE8CAC7}" presName="spVertical3" presStyleCnt="0"/>
      <dgm:spPr/>
    </dgm:pt>
    <dgm:pt modelId="{8CB7067F-CB99-49A6-848E-EB5803A80961}" type="pres">
      <dgm:prSet presAssocID="{EE62A4F6-4AC4-435B-990E-81A71CE8CAC7}" presName="desTx" presStyleLbl="revTx" presStyleIdx="5" presStyleCnt="10">
        <dgm:presLayoutVars>
          <dgm:bulletEnabled val="1"/>
        </dgm:presLayoutVars>
      </dgm:prSet>
      <dgm:spPr/>
    </dgm:pt>
    <dgm:pt modelId="{83BF8579-20AD-400E-A266-4EBC23F5D791}" type="pres">
      <dgm:prSet presAssocID="{389F9A93-0231-4877-8C41-5D5B8DD7AAC0}" presName="space" presStyleCnt="0"/>
      <dgm:spPr/>
    </dgm:pt>
    <dgm:pt modelId="{667CD354-8AAC-40D2-A18D-473C0DABB372}" type="pres">
      <dgm:prSet presAssocID="{2A22E84C-3AA3-4E9C-AE5F-9C2FB0D7FB11}" presName="linV" presStyleCnt="0"/>
      <dgm:spPr/>
    </dgm:pt>
    <dgm:pt modelId="{3CA36DC8-4B53-4759-8BA6-EA869DD80554}" type="pres">
      <dgm:prSet presAssocID="{2A22E84C-3AA3-4E9C-AE5F-9C2FB0D7FB11}" presName="spVertical1" presStyleCnt="0"/>
      <dgm:spPr/>
    </dgm:pt>
    <dgm:pt modelId="{5AA3C951-20DB-4B1E-8164-86AB4D714CA7}" type="pres">
      <dgm:prSet presAssocID="{2A22E84C-3AA3-4E9C-AE5F-9C2FB0D7FB11}" presName="parTx" presStyleLbl="revTx" presStyleIdx="6" presStyleCnt="10">
        <dgm:presLayoutVars>
          <dgm:chMax val="0"/>
          <dgm:chPref val="0"/>
          <dgm:bulletEnabled val="1"/>
        </dgm:presLayoutVars>
      </dgm:prSet>
      <dgm:spPr/>
    </dgm:pt>
    <dgm:pt modelId="{3A7953F4-22D0-4A39-BDCC-C49D656B79FC}" type="pres">
      <dgm:prSet presAssocID="{2A22E84C-3AA3-4E9C-AE5F-9C2FB0D7FB11}" presName="spVertical2" presStyleCnt="0"/>
      <dgm:spPr/>
    </dgm:pt>
    <dgm:pt modelId="{786E43C2-9705-4BC6-B692-A5BD26432A31}" type="pres">
      <dgm:prSet presAssocID="{2A22E84C-3AA3-4E9C-AE5F-9C2FB0D7FB11}" presName="spVertical3" presStyleCnt="0"/>
      <dgm:spPr/>
    </dgm:pt>
    <dgm:pt modelId="{2DBB831A-CDA9-427F-83F0-639D0CEC5FBB}" type="pres">
      <dgm:prSet presAssocID="{2A22E84C-3AA3-4E9C-AE5F-9C2FB0D7FB11}" presName="desTx" presStyleLbl="revTx" presStyleIdx="7" presStyleCnt="10">
        <dgm:presLayoutVars>
          <dgm:bulletEnabled val="1"/>
        </dgm:presLayoutVars>
      </dgm:prSet>
      <dgm:spPr/>
    </dgm:pt>
    <dgm:pt modelId="{277B4D81-26B5-434C-9380-B3AD2E2A88E7}" type="pres">
      <dgm:prSet presAssocID="{744EA591-F199-49C2-B63A-82709D96C729}" presName="space" presStyleCnt="0"/>
      <dgm:spPr/>
    </dgm:pt>
    <dgm:pt modelId="{8A18D8D7-C6F7-4E0D-9E08-B36C1C022D1D}" type="pres">
      <dgm:prSet presAssocID="{36045517-CEA4-4BE3-B836-C2B6BFE5649B}" presName="linV" presStyleCnt="0"/>
      <dgm:spPr/>
    </dgm:pt>
    <dgm:pt modelId="{D4878E68-7076-4DE6-9858-2EA4E6BA23F5}" type="pres">
      <dgm:prSet presAssocID="{36045517-CEA4-4BE3-B836-C2B6BFE5649B}" presName="spVertical1" presStyleCnt="0"/>
      <dgm:spPr/>
    </dgm:pt>
    <dgm:pt modelId="{C006FE83-3448-42FF-AD4E-19A235937B0F}" type="pres">
      <dgm:prSet presAssocID="{36045517-CEA4-4BE3-B836-C2B6BFE5649B}" presName="parTx" presStyleLbl="revTx" presStyleIdx="8" presStyleCnt="10">
        <dgm:presLayoutVars>
          <dgm:chMax val="0"/>
          <dgm:chPref val="0"/>
          <dgm:bulletEnabled val="1"/>
        </dgm:presLayoutVars>
      </dgm:prSet>
      <dgm:spPr/>
    </dgm:pt>
    <dgm:pt modelId="{516E38A8-09B7-429A-8580-4AEDD171C326}" type="pres">
      <dgm:prSet presAssocID="{36045517-CEA4-4BE3-B836-C2B6BFE5649B}" presName="spVertical2" presStyleCnt="0"/>
      <dgm:spPr/>
    </dgm:pt>
    <dgm:pt modelId="{EBD5F5D0-CD35-47A9-B077-04D6EDF628E8}" type="pres">
      <dgm:prSet presAssocID="{36045517-CEA4-4BE3-B836-C2B6BFE5649B}" presName="spVertical3" presStyleCnt="0"/>
      <dgm:spPr/>
    </dgm:pt>
    <dgm:pt modelId="{44686ADD-8CB0-40B4-A7A4-9DF7B2928F21}" type="pres">
      <dgm:prSet presAssocID="{36045517-CEA4-4BE3-B836-C2B6BFE5649B}" presName="desTx" presStyleLbl="revTx" presStyleIdx="9" presStyleCnt="10">
        <dgm:presLayoutVars>
          <dgm:bulletEnabled val="1"/>
        </dgm:presLayoutVars>
      </dgm:prSet>
      <dgm:spPr/>
    </dgm:pt>
    <dgm:pt modelId="{45FD198B-96CA-46F0-81E9-9A6747B87E0E}" type="pres">
      <dgm:prSet presAssocID="{B9C32B05-62EA-407A-B21C-2310C7945705}" presName="padding2" presStyleCnt="0"/>
      <dgm:spPr/>
    </dgm:pt>
    <dgm:pt modelId="{A347F9C1-170F-4F97-8F52-C7F51189410F}" type="pres">
      <dgm:prSet presAssocID="{B9C32B05-62EA-407A-B21C-2310C7945705}" presName="negArrow" presStyleCnt="0"/>
      <dgm:spPr/>
    </dgm:pt>
    <dgm:pt modelId="{DFC92713-8F2A-462D-BB5C-55B300C3F85A}" type="pres">
      <dgm:prSet presAssocID="{B9C32B05-62EA-407A-B21C-2310C7945705}" presName="backgroundArrow" presStyleLbl="node1" presStyleIdx="0" presStyleCnt="1"/>
      <dgm:spPr/>
    </dgm:pt>
  </dgm:ptLst>
  <dgm:cxnLst>
    <dgm:cxn modelId="{7616A200-C909-4C42-B7D9-E67E15A033A3}" type="presOf" srcId="{F64D9B44-8949-42CE-A3F5-920CF85E6D38}" destId="{44686ADD-8CB0-40B4-A7A4-9DF7B2928F21}" srcOrd="0" destOrd="1" presId="urn:microsoft.com/office/officeart/2005/8/layout/hProcess3"/>
    <dgm:cxn modelId="{76EE6401-2FDE-44F8-8DEE-B2351EE6B7B9}" type="presOf" srcId="{B9C32B05-62EA-407A-B21C-2310C7945705}" destId="{FF3520D3-151C-4C33-8AF2-578A268C569E}" srcOrd="0" destOrd="0" presId="urn:microsoft.com/office/officeart/2005/8/layout/hProcess3"/>
    <dgm:cxn modelId="{03C74519-501E-41FC-AF8A-CDB0C13FBC90}" type="presOf" srcId="{C42E07F8-4756-46EC-A247-20F65BDEB604}" destId="{D02EBB56-F856-4D0B-B90E-8040924254A4}" srcOrd="0" destOrd="3" presId="urn:microsoft.com/office/officeart/2005/8/layout/hProcess3"/>
    <dgm:cxn modelId="{2AA9C11F-1F1D-428E-801A-47EAA766C99D}" srcId="{B9C32B05-62EA-407A-B21C-2310C7945705}" destId="{42D71409-67F9-455C-8C6D-716D284AAA6B}" srcOrd="0" destOrd="0" parTransId="{51680ED1-AF6E-4B28-AE94-92B0EFB0DF7D}" sibTransId="{478B7D3C-9FB4-4BC6-90AC-49960560DECD}"/>
    <dgm:cxn modelId="{B4F3EA32-CE64-4A92-9BAE-BC57E5392B05}" srcId="{B9C32B05-62EA-407A-B21C-2310C7945705}" destId="{F66099B6-DBBD-4AB0-82D2-877B80F846F7}" srcOrd="1" destOrd="0" parTransId="{B09C8BFB-F41C-4AC4-AB94-F216E3081C2D}" sibTransId="{BC531B32-9B0E-482E-BF91-65C61F17168D}"/>
    <dgm:cxn modelId="{35013F34-57BC-4E3C-A003-07C0E49926DB}" srcId="{F66099B6-DBBD-4AB0-82D2-877B80F846F7}" destId="{BE788BF5-FE9F-4C7D-A1CD-9232D7860179}" srcOrd="1" destOrd="0" parTransId="{963A52CB-C772-45F2-8A30-8ABA6B14D3CE}" sibTransId="{88191C5E-55BA-42F2-B842-FC86CBBADC0F}"/>
    <dgm:cxn modelId="{5E789C34-5EFD-4077-B120-02C714888BB5}" type="presOf" srcId="{110CC072-E78D-486A-BD24-8CD6CE5683E0}" destId="{44686ADD-8CB0-40B4-A7A4-9DF7B2928F21}" srcOrd="0" destOrd="0" presId="urn:microsoft.com/office/officeart/2005/8/layout/hProcess3"/>
    <dgm:cxn modelId="{D193F73A-66D1-4EB0-A327-6B9F739AB72C}" type="presOf" srcId="{42D71409-67F9-455C-8C6D-716D284AAA6B}" destId="{4B1103D8-6F69-4144-8EC1-23E929FD5732}" srcOrd="0" destOrd="0" presId="urn:microsoft.com/office/officeart/2005/8/layout/hProcess3"/>
    <dgm:cxn modelId="{4019353B-443B-4DED-AA6C-3C60E18414C7}" srcId="{B9C32B05-62EA-407A-B21C-2310C7945705}" destId="{36045517-CEA4-4BE3-B836-C2B6BFE5649B}" srcOrd="4" destOrd="0" parTransId="{6231A36F-9B04-4B4A-917A-7E163AFFC956}" sibTransId="{BFF3C5ED-87D0-4709-A3B8-A7BF0668006A}"/>
    <dgm:cxn modelId="{F091E13E-CC91-4760-8919-F8E7FA115B30}" srcId="{36045517-CEA4-4BE3-B836-C2B6BFE5649B}" destId="{F64D9B44-8949-42CE-A3F5-920CF85E6D38}" srcOrd="1" destOrd="0" parTransId="{81AB81A4-D793-40B9-964C-9DA3AF17B95D}" sibTransId="{ECDC803C-5DBD-4EEE-A68A-AC8585F1A4EB}"/>
    <dgm:cxn modelId="{E2E2AC63-FEBE-4B17-987E-A3D746B455D0}" type="presOf" srcId="{2A22E84C-3AA3-4E9C-AE5F-9C2FB0D7FB11}" destId="{5AA3C951-20DB-4B1E-8164-86AB4D714CA7}" srcOrd="0" destOrd="0" presId="urn:microsoft.com/office/officeart/2005/8/layout/hProcess3"/>
    <dgm:cxn modelId="{0563C467-1389-4B86-8615-0AAAFEE714DE}" srcId="{36045517-CEA4-4BE3-B836-C2B6BFE5649B}" destId="{18026F2F-FBC4-4372-8056-01233E744BB4}" srcOrd="2" destOrd="0" parTransId="{DF4C51F3-C820-4F2D-97E4-7D63EBAC92EE}" sibTransId="{161F18FB-9FFA-48B6-AB10-DEC83285A8B3}"/>
    <dgm:cxn modelId="{2BE2EA71-20A6-4BCC-9176-4F03EAE9C01C}" type="presOf" srcId="{DACE28F7-9F6F-4472-B3B9-B8D5E75C0061}" destId="{2DBB831A-CDA9-427F-83F0-639D0CEC5FBB}" srcOrd="0" destOrd="2" presId="urn:microsoft.com/office/officeart/2005/8/layout/hProcess3"/>
    <dgm:cxn modelId="{7F96AC57-2F84-4E8C-AA92-E82865EE63FE}" srcId="{EE62A4F6-4AC4-435B-990E-81A71CE8CAC7}" destId="{386C2B6D-2EE1-4682-AE61-EE246CD54E31}" srcOrd="1" destOrd="0" parTransId="{649D72FB-0D8F-479C-87D1-C73133EF35E2}" sibTransId="{E1C9E6F1-2ED2-4DD8-9B78-28FC1AF5D352}"/>
    <dgm:cxn modelId="{71D5705A-61BF-4E24-9CCE-652C51EF8739}" type="presOf" srcId="{BE788BF5-FE9F-4C7D-A1CD-9232D7860179}" destId="{27F9C84D-CF6D-49A3-BCE4-6C5A320E9F8C}" srcOrd="0" destOrd="1" presId="urn:microsoft.com/office/officeart/2005/8/layout/hProcess3"/>
    <dgm:cxn modelId="{2B98897D-9937-49AC-9FE9-6629E912033A}" srcId="{2A22E84C-3AA3-4E9C-AE5F-9C2FB0D7FB11}" destId="{9ADACFBF-2A78-45C9-A7C4-5E5DBC674760}" srcOrd="0" destOrd="0" parTransId="{E121796C-71AB-4354-A1D4-3BF0025298A5}" sibTransId="{F3FE7E5A-DC73-423B-998C-02943CF263BF}"/>
    <dgm:cxn modelId="{4D3E9381-C512-4168-9DA0-BE7A6D17B36B}" type="presOf" srcId="{18026F2F-FBC4-4372-8056-01233E744BB4}" destId="{44686ADD-8CB0-40B4-A7A4-9DF7B2928F21}" srcOrd="0" destOrd="2" presId="urn:microsoft.com/office/officeart/2005/8/layout/hProcess3"/>
    <dgm:cxn modelId="{DB014085-C394-4032-8AAB-FA60BB394328}" type="presOf" srcId="{386C2B6D-2EE1-4682-AE61-EE246CD54E31}" destId="{8CB7067F-CB99-49A6-848E-EB5803A80961}" srcOrd="0" destOrd="1" presId="urn:microsoft.com/office/officeart/2005/8/layout/hProcess3"/>
    <dgm:cxn modelId="{8FEFF685-A4CB-4D49-B263-6D4ABCD679D9}" type="presOf" srcId="{6C39594C-4AE1-4221-9751-E4FBA9469435}" destId="{2DBB831A-CDA9-427F-83F0-639D0CEC5FBB}" srcOrd="0" destOrd="1" presId="urn:microsoft.com/office/officeart/2005/8/layout/hProcess3"/>
    <dgm:cxn modelId="{2DC24386-BC50-4BAB-8571-16CB10C2603C}" srcId="{F66099B6-DBBD-4AB0-82D2-877B80F846F7}" destId="{6CF284C3-4A70-4432-8F33-E75A802B3330}" srcOrd="0" destOrd="0" parTransId="{044831E6-2FC9-4DDA-81FB-5FA418568D07}" sibTransId="{CD50B82D-84BB-4747-B282-ABB339EBA294}"/>
    <dgm:cxn modelId="{3BB9C389-7687-40EB-959C-068F38162C06}" type="presOf" srcId="{F66099B6-DBBD-4AB0-82D2-877B80F846F7}" destId="{7F0D179E-8CE1-44CD-A531-0EA3E02E317A}" srcOrd="0" destOrd="0" presId="urn:microsoft.com/office/officeart/2005/8/layout/hProcess3"/>
    <dgm:cxn modelId="{9782ED8F-90F1-48A2-9E30-7DB15D6B49D2}" type="presOf" srcId="{3CE06941-9820-4827-8B16-CD80CC49F780}" destId="{8CB7067F-CB99-49A6-848E-EB5803A80961}" srcOrd="0" destOrd="0" presId="urn:microsoft.com/office/officeart/2005/8/layout/hProcess3"/>
    <dgm:cxn modelId="{B782D595-D1C8-43E9-822F-C1C87EF85F26}" srcId="{2A22E84C-3AA3-4E9C-AE5F-9C2FB0D7FB11}" destId="{DACE28F7-9F6F-4472-B3B9-B8D5E75C0061}" srcOrd="2" destOrd="0" parTransId="{073BCD31-4F10-49D9-B31C-0C6A3506F762}" sibTransId="{B3B71A4D-8ACA-47AC-AC35-864A246123DC}"/>
    <dgm:cxn modelId="{C99CE395-39F6-46B4-938C-9BF085685D1A}" srcId="{EE62A4F6-4AC4-435B-990E-81A71CE8CAC7}" destId="{3CE06941-9820-4827-8B16-CD80CC49F780}" srcOrd="0" destOrd="0" parTransId="{141A3C92-8966-4E2F-82E4-2E09E22674B2}" sibTransId="{F58FC55B-E61F-445C-956E-0BB2202254CA}"/>
    <dgm:cxn modelId="{7AF91B96-DA69-42D6-83DE-0E63677A4C47}" srcId="{2A22E84C-3AA3-4E9C-AE5F-9C2FB0D7FB11}" destId="{6C39594C-4AE1-4221-9751-E4FBA9469435}" srcOrd="1" destOrd="0" parTransId="{EA90E5E0-265B-4677-A3EF-FCD0DFDF4F41}" sibTransId="{F04E3063-747B-4761-B46E-8C06B2EF3C55}"/>
    <dgm:cxn modelId="{6713939A-DFC1-4789-8348-57D586F2DEFC}" srcId="{42D71409-67F9-455C-8C6D-716D284AAA6B}" destId="{A4239617-5E7B-47BC-8C89-649EF8474F19}" srcOrd="2" destOrd="0" parTransId="{8D6C8C82-FE87-435D-85FC-853024BE3647}" sibTransId="{FC7A38DA-50F5-4476-9305-DD771B4944CB}"/>
    <dgm:cxn modelId="{723ABEA4-C2E3-43E8-B0B3-EC84EEF6DEC6}" type="presOf" srcId="{EE62A4F6-4AC4-435B-990E-81A71CE8CAC7}" destId="{BB4701CA-EFD5-46F2-AFB4-40E26547F057}" srcOrd="0" destOrd="0" presId="urn:microsoft.com/office/officeart/2005/8/layout/hProcess3"/>
    <dgm:cxn modelId="{3A2CECA6-0C5B-46BB-B7C6-7D37E9D210BD}" srcId="{B9C32B05-62EA-407A-B21C-2310C7945705}" destId="{EE62A4F6-4AC4-435B-990E-81A71CE8CAC7}" srcOrd="2" destOrd="0" parTransId="{F287B947-7343-4FA2-B288-B23A59FFAE31}" sibTransId="{389F9A93-0231-4877-8C41-5D5B8DD7AAC0}"/>
    <dgm:cxn modelId="{28BF39B7-C95C-4511-AB70-E6D7BBE65653}" type="presOf" srcId="{36045517-CEA4-4BE3-B836-C2B6BFE5649B}" destId="{C006FE83-3448-42FF-AD4E-19A235937B0F}" srcOrd="0" destOrd="0" presId="urn:microsoft.com/office/officeart/2005/8/layout/hProcess3"/>
    <dgm:cxn modelId="{5670A7D8-BA42-4857-8679-D269077AD7D7}" srcId="{36045517-CEA4-4BE3-B836-C2B6BFE5649B}" destId="{110CC072-E78D-486A-BD24-8CD6CE5683E0}" srcOrd="0" destOrd="0" parTransId="{EFE20FCA-41FE-42D4-8C71-85751017ADFF}" sibTransId="{C901204A-BC8E-4B62-854A-DFB2104323F5}"/>
    <dgm:cxn modelId="{B764ABD9-3004-4484-A270-B997AF4ADF75}" type="presOf" srcId="{3AF880A5-0F00-4315-A5DF-1FE656798601}" destId="{D02EBB56-F856-4D0B-B90E-8040924254A4}" srcOrd="0" destOrd="1" presId="urn:microsoft.com/office/officeart/2005/8/layout/hProcess3"/>
    <dgm:cxn modelId="{6B5B3DDA-8468-44C8-85D0-968DFFD384B3}" type="presOf" srcId="{8EA7219F-BDB2-48EB-9EEB-3133522D132E}" destId="{D02EBB56-F856-4D0B-B90E-8040924254A4}" srcOrd="0" destOrd="0" presId="urn:microsoft.com/office/officeart/2005/8/layout/hProcess3"/>
    <dgm:cxn modelId="{6FD1F1DB-4CAD-4132-B9EE-E4E22A76F767}" type="presOf" srcId="{A4239617-5E7B-47BC-8C89-649EF8474F19}" destId="{D02EBB56-F856-4D0B-B90E-8040924254A4}" srcOrd="0" destOrd="2" presId="urn:microsoft.com/office/officeart/2005/8/layout/hProcess3"/>
    <dgm:cxn modelId="{F79048DF-1367-485A-AE99-19C0CB84BDC5}" type="presOf" srcId="{6CF284C3-4A70-4432-8F33-E75A802B3330}" destId="{27F9C84D-CF6D-49A3-BCE4-6C5A320E9F8C}" srcOrd="0" destOrd="0" presId="urn:microsoft.com/office/officeart/2005/8/layout/hProcess3"/>
    <dgm:cxn modelId="{24F8CBE2-5003-4E69-A772-6B98F2B05181}" srcId="{42D71409-67F9-455C-8C6D-716D284AAA6B}" destId="{3AF880A5-0F00-4315-A5DF-1FE656798601}" srcOrd="1" destOrd="0" parTransId="{A13BB1F9-5857-4B43-8BF5-6589AA2CB759}" sibTransId="{C198C41D-2640-4669-83ED-E0CD35701C8E}"/>
    <dgm:cxn modelId="{BEB859E7-C343-408E-86A1-667C27EE5761}" srcId="{B9C32B05-62EA-407A-B21C-2310C7945705}" destId="{2A22E84C-3AA3-4E9C-AE5F-9C2FB0D7FB11}" srcOrd="3" destOrd="0" parTransId="{6C025E55-DF42-4C5D-AFD5-6015FA053D46}" sibTransId="{744EA591-F199-49C2-B63A-82709D96C729}"/>
    <dgm:cxn modelId="{58AD7EEF-D408-406B-87EE-4691D4C30668}" srcId="{42D71409-67F9-455C-8C6D-716D284AAA6B}" destId="{8EA7219F-BDB2-48EB-9EEB-3133522D132E}" srcOrd="0" destOrd="0" parTransId="{3EE8403A-CB7C-4815-85BD-AEBCAEB71B37}" sibTransId="{C94B7947-85DC-4B21-BB99-DF8438356F98}"/>
    <dgm:cxn modelId="{3D05BEF0-E1B7-4A0C-8A56-8DEC42258852}" type="presOf" srcId="{9ADACFBF-2A78-45C9-A7C4-5E5DBC674760}" destId="{2DBB831A-CDA9-427F-83F0-639D0CEC5FBB}" srcOrd="0" destOrd="0" presId="urn:microsoft.com/office/officeart/2005/8/layout/hProcess3"/>
    <dgm:cxn modelId="{0CC20EF8-C17E-4AA9-ABEB-3A50546213A6}" srcId="{42D71409-67F9-455C-8C6D-716D284AAA6B}" destId="{C42E07F8-4756-46EC-A247-20F65BDEB604}" srcOrd="3" destOrd="0" parTransId="{716C0899-7EF4-4F0A-A1C9-62C4D0CC6D26}" sibTransId="{5CB2E273-19CD-4B28-8079-96913606D6EA}"/>
    <dgm:cxn modelId="{455237B9-23F8-438F-BA1C-014A6E384B90}" type="presParOf" srcId="{FF3520D3-151C-4C33-8AF2-578A268C569E}" destId="{5143C426-72C5-4E85-AAC2-242A49976579}" srcOrd="0" destOrd="0" presId="urn:microsoft.com/office/officeart/2005/8/layout/hProcess3"/>
    <dgm:cxn modelId="{3A65E9A4-C94E-4492-ACFB-AA38EA360AE4}" type="presParOf" srcId="{FF3520D3-151C-4C33-8AF2-578A268C569E}" destId="{A53387A0-DFCD-4A77-986C-A5ACE5455FFF}" srcOrd="1" destOrd="0" presId="urn:microsoft.com/office/officeart/2005/8/layout/hProcess3"/>
    <dgm:cxn modelId="{5A5699A3-1B6E-4B87-851F-81CCDEA5311A}" type="presParOf" srcId="{A53387A0-DFCD-4A77-986C-A5ACE5455FFF}" destId="{9389510F-E5E6-4613-9CC6-FD41E2475C22}" srcOrd="0" destOrd="0" presId="urn:microsoft.com/office/officeart/2005/8/layout/hProcess3"/>
    <dgm:cxn modelId="{DAEF6AFE-4F0E-4BEC-8094-66D11EEBC70E}" type="presParOf" srcId="{A53387A0-DFCD-4A77-986C-A5ACE5455FFF}" destId="{D3A4ED55-D20C-48F0-BC5A-C074DEF7DBD9}" srcOrd="1" destOrd="0" presId="urn:microsoft.com/office/officeart/2005/8/layout/hProcess3"/>
    <dgm:cxn modelId="{638F892A-F7E2-4CE2-8335-67B7364C589B}" type="presParOf" srcId="{D3A4ED55-D20C-48F0-BC5A-C074DEF7DBD9}" destId="{E814FECA-BDB9-443D-807F-BA5063FEBAF5}" srcOrd="0" destOrd="0" presId="urn:microsoft.com/office/officeart/2005/8/layout/hProcess3"/>
    <dgm:cxn modelId="{B82FA00E-FE9C-4A52-8EA4-5E308906B6F7}" type="presParOf" srcId="{D3A4ED55-D20C-48F0-BC5A-C074DEF7DBD9}" destId="{4B1103D8-6F69-4144-8EC1-23E929FD5732}" srcOrd="1" destOrd="0" presId="urn:microsoft.com/office/officeart/2005/8/layout/hProcess3"/>
    <dgm:cxn modelId="{2FA9ED4E-B6D9-41F4-B297-E1BA6715E49D}" type="presParOf" srcId="{D3A4ED55-D20C-48F0-BC5A-C074DEF7DBD9}" destId="{2E835BDA-2D22-4B1C-B65D-F0A44669A520}" srcOrd="2" destOrd="0" presId="urn:microsoft.com/office/officeart/2005/8/layout/hProcess3"/>
    <dgm:cxn modelId="{D644062F-D954-48DF-ACC5-01E87326EC4E}" type="presParOf" srcId="{D3A4ED55-D20C-48F0-BC5A-C074DEF7DBD9}" destId="{33586311-E90C-4C2A-8396-61A10975456E}" srcOrd="3" destOrd="0" presId="urn:microsoft.com/office/officeart/2005/8/layout/hProcess3"/>
    <dgm:cxn modelId="{EC7714AD-2ED8-497E-B07B-1D78C4E2D46D}" type="presParOf" srcId="{D3A4ED55-D20C-48F0-BC5A-C074DEF7DBD9}" destId="{D02EBB56-F856-4D0B-B90E-8040924254A4}" srcOrd="4" destOrd="0" presId="urn:microsoft.com/office/officeart/2005/8/layout/hProcess3"/>
    <dgm:cxn modelId="{1C7E26EE-B47C-4A9B-A4C9-71F50F361AEB}" type="presParOf" srcId="{A53387A0-DFCD-4A77-986C-A5ACE5455FFF}" destId="{F08C2E13-171F-4C2E-B34F-ED7CED73106E}" srcOrd="2" destOrd="0" presId="urn:microsoft.com/office/officeart/2005/8/layout/hProcess3"/>
    <dgm:cxn modelId="{C9CD4489-3C3B-4F19-A49F-624C97B8E56F}" type="presParOf" srcId="{A53387A0-DFCD-4A77-986C-A5ACE5455FFF}" destId="{0E28B9D1-304A-414F-8E09-E725A9AAE0CB}" srcOrd="3" destOrd="0" presId="urn:microsoft.com/office/officeart/2005/8/layout/hProcess3"/>
    <dgm:cxn modelId="{BB60FE38-0E7D-45BB-BC45-A8F20CF28FB3}" type="presParOf" srcId="{0E28B9D1-304A-414F-8E09-E725A9AAE0CB}" destId="{EE142F16-7F8B-4453-A1EF-58FAB18DFE4F}" srcOrd="0" destOrd="0" presId="urn:microsoft.com/office/officeart/2005/8/layout/hProcess3"/>
    <dgm:cxn modelId="{14604F4E-00AC-49BF-AE5D-8829BFC164D9}" type="presParOf" srcId="{0E28B9D1-304A-414F-8E09-E725A9AAE0CB}" destId="{7F0D179E-8CE1-44CD-A531-0EA3E02E317A}" srcOrd="1" destOrd="0" presId="urn:microsoft.com/office/officeart/2005/8/layout/hProcess3"/>
    <dgm:cxn modelId="{63AFC093-9762-4842-9A85-9B7E30EFDAEB}" type="presParOf" srcId="{0E28B9D1-304A-414F-8E09-E725A9AAE0CB}" destId="{0DB227C9-040F-4F1A-8960-CEC25757FEDE}" srcOrd="2" destOrd="0" presId="urn:microsoft.com/office/officeart/2005/8/layout/hProcess3"/>
    <dgm:cxn modelId="{4D35FDC5-19E8-48C4-9F9C-5EB8CF307B74}" type="presParOf" srcId="{0E28B9D1-304A-414F-8E09-E725A9AAE0CB}" destId="{B7B52D5C-1EBC-4546-B083-6A593A5D19B6}" srcOrd="3" destOrd="0" presId="urn:microsoft.com/office/officeart/2005/8/layout/hProcess3"/>
    <dgm:cxn modelId="{8931A32D-3AD6-4FFD-9714-547DD968DCF4}" type="presParOf" srcId="{0E28B9D1-304A-414F-8E09-E725A9AAE0CB}" destId="{27F9C84D-CF6D-49A3-BCE4-6C5A320E9F8C}" srcOrd="4" destOrd="0" presId="urn:microsoft.com/office/officeart/2005/8/layout/hProcess3"/>
    <dgm:cxn modelId="{FF871DC4-45C7-4EAA-9696-1E632FFF2D25}" type="presParOf" srcId="{A53387A0-DFCD-4A77-986C-A5ACE5455FFF}" destId="{FEBEB8E1-0A17-40CE-8858-7767F1B4C112}" srcOrd="4" destOrd="0" presId="urn:microsoft.com/office/officeart/2005/8/layout/hProcess3"/>
    <dgm:cxn modelId="{8D858405-CBBB-4602-A222-57854B6C9206}" type="presParOf" srcId="{A53387A0-DFCD-4A77-986C-A5ACE5455FFF}" destId="{DF7FC8B1-81E5-4481-9EBB-CA283B7A33CF}" srcOrd="5" destOrd="0" presId="urn:microsoft.com/office/officeart/2005/8/layout/hProcess3"/>
    <dgm:cxn modelId="{4AFF69E4-7A76-4013-AB76-9EAD50C7E9F7}" type="presParOf" srcId="{DF7FC8B1-81E5-4481-9EBB-CA283B7A33CF}" destId="{0ABB5BDF-A7EA-4FB0-B324-BBD29A966083}" srcOrd="0" destOrd="0" presId="urn:microsoft.com/office/officeart/2005/8/layout/hProcess3"/>
    <dgm:cxn modelId="{A9D2B65F-1188-4B7B-86C4-27318BE45C0F}" type="presParOf" srcId="{DF7FC8B1-81E5-4481-9EBB-CA283B7A33CF}" destId="{BB4701CA-EFD5-46F2-AFB4-40E26547F057}" srcOrd="1" destOrd="0" presId="urn:microsoft.com/office/officeart/2005/8/layout/hProcess3"/>
    <dgm:cxn modelId="{2463EC34-1F25-47B4-B39C-99C6061E5FE1}" type="presParOf" srcId="{DF7FC8B1-81E5-4481-9EBB-CA283B7A33CF}" destId="{DFF0730D-A91C-45F3-B44D-0174F81B538D}" srcOrd="2" destOrd="0" presId="urn:microsoft.com/office/officeart/2005/8/layout/hProcess3"/>
    <dgm:cxn modelId="{A7752E4F-9F6D-476F-9A34-6A97C5FA395E}" type="presParOf" srcId="{DF7FC8B1-81E5-4481-9EBB-CA283B7A33CF}" destId="{9918F636-D2BC-4A9A-B037-E52D55910854}" srcOrd="3" destOrd="0" presId="urn:microsoft.com/office/officeart/2005/8/layout/hProcess3"/>
    <dgm:cxn modelId="{460BBC8A-EDE4-41D2-9EAE-9C537788477C}" type="presParOf" srcId="{DF7FC8B1-81E5-4481-9EBB-CA283B7A33CF}" destId="{8CB7067F-CB99-49A6-848E-EB5803A80961}" srcOrd="4" destOrd="0" presId="urn:microsoft.com/office/officeart/2005/8/layout/hProcess3"/>
    <dgm:cxn modelId="{B8815B08-DA0C-4AE2-A71A-92EB35A657E3}" type="presParOf" srcId="{A53387A0-DFCD-4A77-986C-A5ACE5455FFF}" destId="{83BF8579-20AD-400E-A266-4EBC23F5D791}" srcOrd="6" destOrd="0" presId="urn:microsoft.com/office/officeart/2005/8/layout/hProcess3"/>
    <dgm:cxn modelId="{DFC3B6DE-5CEB-4D79-A14D-D28F8D86F155}" type="presParOf" srcId="{A53387A0-DFCD-4A77-986C-A5ACE5455FFF}" destId="{667CD354-8AAC-40D2-A18D-473C0DABB372}" srcOrd="7" destOrd="0" presId="urn:microsoft.com/office/officeart/2005/8/layout/hProcess3"/>
    <dgm:cxn modelId="{5E948B78-59C9-46E0-B0DD-742CBBBB8261}" type="presParOf" srcId="{667CD354-8AAC-40D2-A18D-473C0DABB372}" destId="{3CA36DC8-4B53-4759-8BA6-EA869DD80554}" srcOrd="0" destOrd="0" presId="urn:microsoft.com/office/officeart/2005/8/layout/hProcess3"/>
    <dgm:cxn modelId="{ACDC7163-B28F-4979-881C-BE2262AB4AA4}" type="presParOf" srcId="{667CD354-8AAC-40D2-A18D-473C0DABB372}" destId="{5AA3C951-20DB-4B1E-8164-86AB4D714CA7}" srcOrd="1" destOrd="0" presId="urn:microsoft.com/office/officeart/2005/8/layout/hProcess3"/>
    <dgm:cxn modelId="{068C3414-5CE4-4363-8E68-E1B96CFAA63B}" type="presParOf" srcId="{667CD354-8AAC-40D2-A18D-473C0DABB372}" destId="{3A7953F4-22D0-4A39-BDCC-C49D656B79FC}" srcOrd="2" destOrd="0" presId="urn:microsoft.com/office/officeart/2005/8/layout/hProcess3"/>
    <dgm:cxn modelId="{95DFCC3B-C6ED-4E78-AA96-9E7C414F1165}" type="presParOf" srcId="{667CD354-8AAC-40D2-A18D-473C0DABB372}" destId="{786E43C2-9705-4BC6-B692-A5BD26432A31}" srcOrd="3" destOrd="0" presId="urn:microsoft.com/office/officeart/2005/8/layout/hProcess3"/>
    <dgm:cxn modelId="{074109A7-7CEE-4619-AB08-A95F897ED58B}" type="presParOf" srcId="{667CD354-8AAC-40D2-A18D-473C0DABB372}" destId="{2DBB831A-CDA9-427F-83F0-639D0CEC5FBB}" srcOrd="4" destOrd="0" presId="urn:microsoft.com/office/officeart/2005/8/layout/hProcess3"/>
    <dgm:cxn modelId="{1CA98ED6-AE7A-4A54-B45B-504C0505FAAF}" type="presParOf" srcId="{A53387A0-DFCD-4A77-986C-A5ACE5455FFF}" destId="{277B4D81-26B5-434C-9380-B3AD2E2A88E7}" srcOrd="8" destOrd="0" presId="urn:microsoft.com/office/officeart/2005/8/layout/hProcess3"/>
    <dgm:cxn modelId="{9900071B-5C32-4202-8C31-14299464BDCF}" type="presParOf" srcId="{A53387A0-DFCD-4A77-986C-A5ACE5455FFF}" destId="{8A18D8D7-C6F7-4E0D-9E08-B36C1C022D1D}" srcOrd="9" destOrd="0" presId="urn:microsoft.com/office/officeart/2005/8/layout/hProcess3"/>
    <dgm:cxn modelId="{B3BD428E-8B00-4A12-AA16-13F3DC8C0F97}" type="presParOf" srcId="{8A18D8D7-C6F7-4E0D-9E08-B36C1C022D1D}" destId="{D4878E68-7076-4DE6-9858-2EA4E6BA23F5}" srcOrd="0" destOrd="0" presId="urn:microsoft.com/office/officeart/2005/8/layout/hProcess3"/>
    <dgm:cxn modelId="{AC14BC84-2FB7-4540-A42E-CF0464041F27}" type="presParOf" srcId="{8A18D8D7-C6F7-4E0D-9E08-B36C1C022D1D}" destId="{C006FE83-3448-42FF-AD4E-19A235937B0F}" srcOrd="1" destOrd="0" presId="urn:microsoft.com/office/officeart/2005/8/layout/hProcess3"/>
    <dgm:cxn modelId="{771E3EA3-5317-40A7-96C2-5E3A0D64CD86}" type="presParOf" srcId="{8A18D8D7-C6F7-4E0D-9E08-B36C1C022D1D}" destId="{516E38A8-09B7-429A-8580-4AEDD171C326}" srcOrd="2" destOrd="0" presId="urn:microsoft.com/office/officeart/2005/8/layout/hProcess3"/>
    <dgm:cxn modelId="{9C2714D9-4774-4A5A-A5CD-16714E2B94A7}" type="presParOf" srcId="{8A18D8D7-C6F7-4E0D-9E08-B36C1C022D1D}" destId="{EBD5F5D0-CD35-47A9-B077-04D6EDF628E8}" srcOrd="3" destOrd="0" presId="urn:microsoft.com/office/officeart/2005/8/layout/hProcess3"/>
    <dgm:cxn modelId="{E038BCCD-ECFF-4390-AA56-C95442BE52F4}" type="presParOf" srcId="{8A18D8D7-C6F7-4E0D-9E08-B36C1C022D1D}" destId="{44686ADD-8CB0-40B4-A7A4-9DF7B2928F21}" srcOrd="4" destOrd="0" presId="urn:microsoft.com/office/officeart/2005/8/layout/hProcess3"/>
    <dgm:cxn modelId="{6F760ED5-B93B-475B-A403-F027328AA783}" type="presParOf" srcId="{A53387A0-DFCD-4A77-986C-A5ACE5455FFF}" destId="{45FD198B-96CA-46F0-81E9-9A6747B87E0E}" srcOrd="10" destOrd="0" presId="urn:microsoft.com/office/officeart/2005/8/layout/hProcess3"/>
    <dgm:cxn modelId="{EACE5615-3D2F-485B-B3A1-F5B669F5E3F3}" type="presParOf" srcId="{A53387A0-DFCD-4A77-986C-A5ACE5455FFF}" destId="{A347F9C1-170F-4F97-8F52-C7F51189410F}" srcOrd="11" destOrd="0" presId="urn:microsoft.com/office/officeart/2005/8/layout/hProcess3"/>
    <dgm:cxn modelId="{33937B3D-4258-49C4-BFF0-89913316843F}" type="presParOf" srcId="{A53387A0-DFCD-4A77-986C-A5ACE5455FFF}" destId="{DFC92713-8F2A-462D-BB5C-55B300C3F85A}" srcOrd="12" destOrd="0" presId="urn:microsoft.com/office/officeart/2005/8/layout/hProcess3"/>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54.xml><?xml version="1.0" encoding="utf-8"?>
<dgm:dataModel xmlns:dgm="http://schemas.openxmlformats.org/drawingml/2006/diagram" xmlns:a="http://schemas.openxmlformats.org/drawingml/2006/main">
  <dgm:ptLst>
    <dgm:pt modelId="{B9C32B05-62EA-407A-B21C-2310C7945705}" type="doc">
      <dgm:prSet loTypeId="urn:microsoft.com/office/officeart/2011/layout/ConvergingText" loCatId="process"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F66099B6-DBBD-4AB0-82D2-877B80F846F7}">
      <dgm:prSet phldrT="[Text]"/>
      <dgm:spPr/>
      <dgm:t>
        <a:bodyPr/>
        <a:lstStyle/>
        <a:p>
          <a:r>
            <a:rPr lang="en-US" dirty="0"/>
            <a:t>Lorem Ipsum</a:t>
          </a:r>
        </a:p>
      </dgm:t>
    </dgm:pt>
    <dgm:pt modelId="{B09C8BFB-F41C-4AC4-AB94-F216E3081C2D}" type="parTrans" cxnId="{B4F3EA32-CE64-4A92-9BAE-BC57E5392B05}">
      <dgm:prSet/>
      <dgm:spPr/>
      <dgm:t>
        <a:bodyPr/>
        <a:lstStyle/>
        <a:p>
          <a:endParaRPr lang="en-US"/>
        </a:p>
      </dgm:t>
    </dgm:pt>
    <dgm:pt modelId="{BC531B32-9B0E-482E-BF91-65C61F17168D}" type="sibTrans" cxnId="{B4F3EA32-CE64-4A92-9BAE-BC57E5392B05}">
      <dgm:prSet/>
      <dgm:spPr/>
      <dgm:t>
        <a:bodyPr/>
        <a:lstStyle/>
        <a:p>
          <a:endParaRPr lang="en-US"/>
        </a:p>
      </dgm:t>
    </dgm:pt>
    <dgm:pt modelId="{EE62A4F6-4AC4-435B-990E-81A71CE8CAC7}">
      <dgm:prSet phldrT="[Text]"/>
      <dgm:spPr/>
      <dgm:t>
        <a:bodyPr/>
        <a:lstStyle/>
        <a:p>
          <a:r>
            <a:rPr lang="en-US" dirty="0"/>
            <a:t>Lorem Ipsum</a:t>
          </a:r>
        </a:p>
      </dgm:t>
    </dgm:pt>
    <dgm:pt modelId="{F287B947-7343-4FA2-B288-B23A59FFAE31}" type="parTrans" cxnId="{3A2CECA6-0C5B-46BB-B7C6-7D37E9D210BD}">
      <dgm:prSet/>
      <dgm:spPr/>
      <dgm:t>
        <a:bodyPr/>
        <a:lstStyle/>
        <a:p>
          <a:endParaRPr lang="en-US"/>
        </a:p>
      </dgm:t>
    </dgm:pt>
    <dgm:pt modelId="{389F9A93-0231-4877-8C41-5D5B8DD7AAC0}" type="sibTrans" cxnId="{3A2CECA6-0C5B-46BB-B7C6-7D37E9D210BD}">
      <dgm:prSet/>
      <dgm:spPr/>
      <dgm:t>
        <a:bodyPr/>
        <a:lstStyle/>
        <a:p>
          <a:endParaRPr lang="en-US"/>
        </a:p>
      </dgm:t>
    </dgm:pt>
    <dgm:pt modelId="{6CF284C3-4A70-4432-8F33-E75A802B3330}">
      <dgm:prSet custT="1"/>
      <dgm:spPr/>
      <dgm:t>
        <a:bodyPr/>
        <a:lstStyle/>
        <a:p>
          <a:r>
            <a:rPr lang="en-US" sz="1200" dirty="0"/>
            <a:t>Some text here</a:t>
          </a:r>
        </a:p>
      </dgm:t>
    </dgm:pt>
    <dgm:pt modelId="{044831E6-2FC9-4DDA-81FB-5FA418568D07}" type="parTrans" cxnId="{2DC24386-BC50-4BAB-8571-16CB10C2603C}">
      <dgm:prSet/>
      <dgm:spPr/>
      <dgm:t>
        <a:bodyPr/>
        <a:lstStyle/>
        <a:p>
          <a:endParaRPr lang="en-US"/>
        </a:p>
      </dgm:t>
    </dgm:pt>
    <dgm:pt modelId="{CD50B82D-84BB-4747-B282-ABB339EBA294}" type="sibTrans" cxnId="{2DC24386-BC50-4BAB-8571-16CB10C2603C}">
      <dgm:prSet/>
      <dgm:spPr/>
      <dgm:t>
        <a:bodyPr/>
        <a:lstStyle/>
        <a:p>
          <a:endParaRPr lang="en-US"/>
        </a:p>
      </dgm:t>
    </dgm:pt>
    <dgm:pt modelId="{3AF880A5-0F00-4315-A5DF-1FE656798601}">
      <dgm:prSet phldrT="[Text]" custT="1"/>
      <dgm:spPr/>
      <dgm:t>
        <a:bodyPr/>
        <a:lstStyle/>
        <a:p>
          <a:r>
            <a:rPr lang="en-US" sz="1200" dirty="0"/>
            <a:t>Some text here</a:t>
          </a:r>
        </a:p>
      </dgm:t>
    </dgm:pt>
    <dgm:pt modelId="{A13BB1F9-5857-4B43-8BF5-6589AA2CB759}" type="parTrans" cxnId="{24F8CBE2-5003-4E69-A772-6B98F2B05181}">
      <dgm:prSet/>
      <dgm:spPr/>
      <dgm:t>
        <a:bodyPr/>
        <a:lstStyle/>
        <a:p>
          <a:endParaRPr lang="en-US"/>
        </a:p>
      </dgm:t>
    </dgm:pt>
    <dgm:pt modelId="{C198C41D-2640-4669-83ED-E0CD35701C8E}" type="sibTrans" cxnId="{24F8CBE2-5003-4E69-A772-6B98F2B05181}">
      <dgm:prSet/>
      <dgm:spPr/>
      <dgm:t>
        <a:bodyPr/>
        <a:lstStyle/>
        <a:p>
          <a:endParaRPr lang="en-US"/>
        </a:p>
      </dgm:t>
    </dgm:pt>
    <dgm:pt modelId="{8EA7219F-BDB2-48EB-9EEB-3133522D132E}">
      <dgm:prSet phldrT="[Text]" custT="1"/>
      <dgm:spPr/>
      <dgm:t>
        <a:bodyPr/>
        <a:lstStyle/>
        <a:p>
          <a:r>
            <a:rPr lang="en-US" sz="1200" dirty="0"/>
            <a:t>Some text here</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BE788BF5-FE9F-4C7D-A1CD-9232D7860179}">
      <dgm:prSet phldrT="[Text]" custT="1"/>
      <dgm:spPr/>
      <dgm:t>
        <a:bodyPr/>
        <a:lstStyle/>
        <a:p>
          <a:r>
            <a:rPr lang="en-US" sz="1200" dirty="0"/>
            <a:t>Some text here</a:t>
          </a:r>
        </a:p>
      </dgm:t>
    </dgm:pt>
    <dgm:pt modelId="{963A52CB-C772-45F2-8A30-8ABA6B14D3CE}" type="parTrans" cxnId="{35013F34-57BC-4E3C-A003-07C0E49926DB}">
      <dgm:prSet/>
      <dgm:spPr/>
      <dgm:t>
        <a:bodyPr/>
        <a:lstStyle/>
        <a:p>
          <a:endParaRPr lang="en-US"/>
        </a:p>
      </dgm:t>
    </dgm:pt>
    <dgm:pt modelId="{88191C5E-55BA-42F2-B842-FC86CBBADC0F}" type="sibTrans" cxnId="{35013F34-57BC-4E3C-A003-07C0E49926DB}">
      <dgm:prSet/>
      <dgm:spPr/>
      <dgm:t>
        <a:bodyPr/>
        <a:lstStyle/>
        <a:p>
          <a:endParaRPr lang="en-US"/>
        </a:p>
      </dgm:t>
    </dgm:pt>
    <dgm:pt modelId="{3CE06941-9820-4827-8B16-CD80CC49F780}">
      <dgm:prSet phldrT="[Text]" custT="1"/>
      <dgm:spPr/>
      <dgm:t>
        <a:bodyPr/>
        <a:lstStyle/>
        <a:p>
          <a:r>
            <a:rPr lang="en-US" sz="1200" dirty="0"/>
            <a:t>Some text here</a:t>
          </a:r>
        </a:p>
      </dgm:t>
    </dgm:pt>
    <dgm:pt modelId="{141A3C92-8966-4E2F-82E4-2E09E22674B2}" type="parTrans" cxnId="{C99CE395-39F6-46B4-938C-9BF085685D1A}">
      <dgm:prSet/>
      <dgm:spPr/>
      <dgm:t>
        <a:bodyPr/>
        <a:lstStyle/>
        <a:p>
          <a:endParaRPr lang="en-US"/>
        </a:p>
      </dgm:t>
    </dgm:pt>
    <dgm:pt modelId="{F58FC55B-E61F-445C-956E-0BB2202254CA}" type="sibTrans" cxnId="{C99CE395-39F6-46B4-938C-9BF085685D1A}">
      <dgm:prSet/>
      <dgm:spPr/>
      <dgm:t>
        <a:bodyPr/>
        <a:lstStyle/>
        <a:p>
          <a:endParaRPr lang="en-US"/>
        </a:p>
      </dgm:t>
    </dgm:pt>
    <dgm:pt modelId="{386C2B6D-2EE1-4682-AE61-EE246CD54E31}">
      <dgm:prSet phldrT="[Text]" custT="1"/>
      <dgm:spPr/>
      <dgm:t>
        <a:bodyPr/>
        <a:lstStyle/>
        <a:p>
          <a:r>
            <a:rPr lang="en-US" sz="1200" dirty="0"/>
            <a:t>Some text here</a:t>
          </a:r>
        </a:p>
      </dgm:t>
    </dgm:pt>
    <dgm:pt modelId="{649D72FB-0D8F-479C-87D1-C73133EF35E2}" type="parTrans" cxnId="{7F96AC57-2F84-4E8C-AA92-E82865EE63FE}">
      <dgm:prSet/>
      <dgm:spPr/>
      <dgm:t>
        <a:bodyPr/>
        <a:lstStyle/>
        <a:p>
          <a:endParaRPr lang="en-US"/>
        </a:p>
      </dgm:t>
    </dgm:pt>
    <dgm:pt modelId="{E1C9E6F1-2ED2-4DD8-9B78-28FC1AF5D352}" type="sibTrans" cxnId="{7F96AC57-2F84-4E8C-AA92-E82865EE63FE}">
      <dgm:prSet/>
      <dgm:spPr/>
      <dgm:t>
        <a:bodyPr/>
        <a:lstStyle/>
        <a:p>
          <a:endParaRPr lang="en-US"/>
        </a:p>
      </dgm:t>
    </dgm:pt>
    <dgm:pt modelId="{015395BC-2A47-4F81-ACD7-ADA7F472A0EE}" type="pres">
      <dgm:prSet presAssocID="{B9C32B05-62EA-407A-B21C-2310C7945705}" presName="Name0" presStyleCnt="0">
        <dgm:presLayoutVars>
          <dgm:chMax/>
          <dgm:chPref val="1"/>
          <dgm:dir/>
          <dgm:animOne val="branch"/>
          <dgm:animLvl val="lvl"/>
          <dgm:resizeHandles/>
        </dgm:presLayoutVars>
      </dgm:prSet>
      <dgm:spPr/>
    </dgm:pt>
    <dgm:pt modelId="{7A1677EB-20FE-4F6F-BACF-372F63C5895F}" type="pres">
      <dgm:prSet presAssocID="{42D71409-67F9-455C-8C6D-716D284AAA6B}" presName="composite" presStyleCnt="0"/>
      <dgm:spPr/>
    </dgm:pt>
    <dgm:pt modelId="{E7BFA582-2CFB-426D-8824-A768D3490B09}" type="pres">
      <dgm:prSet presAssocID="{42D71409-67F9-455C-8C6D-716D284AAA6B}" presName="ParentAccent1" presStyleLbl="alignNode1" presStyleIdx="0" presStyleCnt="81"/>
      <dgm:spPr/>
    </dgm:pt>
    <dgm:pt modelId="{58358B45-E05F-4A6F-A85F-78E761F809EF}" type="pres">
      <dgm:prSet presAssocID="{42D71409-67F9-455C-8C6D-716D284AAA6B}" presName="ParentAccent2" presStyleLbl="alignNode1" presStyleIdx="1" presStyleCnt="81"/>
      <dgm:spPr/>
    </dgm:pt>
    <dgm:pt modelId="{18B63D34-5F15-4EEE-BBCC-F31F72AED474}" type="pres">
      <dgm:prSet presAssocID="{42D71409-67F9-455C-8C6D-716D284AAA6B}" presName="ParentAccent3" presStyleLbl="alignNode1" presStyleIdx="2" presStyleCnt="81"/>
      <dgm:spPr/>
    </dgm:pt>
    <dgm:pt modelId="{8ABE4A8D-5356-4F7D-82BD-001D6EE8B9B1}" type="pres">
      <dgm:prSet presAssocID="{42D71409-67F9-455C-8C6D-716D284AAA6B}" presName="ParentAccent4" presStyleLbl="alignNode1" presStyleIdx="3" presStyleCnt="81"/>
      <dgm:spPr/>
    </dgm:pt>
    <dgm:pt modelId="{84FEEA6E-7BF5-4A6E-A25C-4746C9833170}" type="pres">
      <dgm:prSet presAssocID="{42D71409-67F9-455C-8C6D-716D284AAA6B}" presName="ParentAccent5" presStyleLbl="alignNode1" presStyleIdx="4" presStyleCnt="81"/>
      <dgm:spPr/>
    </dgm:pt>
    <dgm:pt modelId="{71716303-0082-48BE-A064-1B237C7B6EA2}" type="pres">
      <dgm:prSet presAssocID="{42D71409-67F9-455C-8C6D-716D284AAA6B}" presName="ParentAccent6" presStyleLbl="alignNode1" presStyleIdx="5" presStyleCnt="81"/>
      <dgm:spPr/>
    </dgm:pt>
    <dgm:pt modelId="{50625E49-899F-4FB9-8C7D-8BF4FB835DA8}" type="pres">
      <dgm:prSet presAssocID="{42D71409-67F9-455C-8C6D-716D284AAA6B}" presName="ParentAccent7" presStyleLbl="alignNode1" presStyleIdx="6" presStyleCnt="81"/>
      <dgm:spPr/>
    </dgm:pt>
    <dgm:pt modelId="{3DC3D93B-C6D8-4BC9-9EAB-4B79A7E84229}" type="pres">
      <dgm:prSet presAssocID="{42D71409-67F9-455C-8C6D-716D284AAA6B}" presName="ParentAccent8" presStyleLbl="alignNode1" presStyleIdx="7" presStyleCnt="81"/>
      <dgm:spPr/>
    </dgm:pt>
    <dgm:pt modelId="{07194B3D-E22A-4FD4-8053-2383D4DEDADC}" type="pres">
      <dgm:prSet presAssocID="{42D71409-67F9-455C-8C6D-716D284AAA6B}" presName="ParentAccent9" presStyleLbl="alignNode1" presStyleIdx="8" presStyleCnt="81"/>
      <dgm:spPr/>
    </dgm:pt>
    <dgm:pt modelId="{215471E3-23DC-4DD7-B847-B160D56CC392}" type="pres">
      <dgm:prSet presAssocID="{42D71409-67F9-455C-8C6D-716D284AAA6B}" presName="ParentAccent10" presStyleLbl="alignNode1" presStyleIdx="9" presStyleCnt="81"/>
      <dgm:spPr/>
    </dgm:pt>
    <dgm:pt modelId="{ABFD29B9-6E56-4B39-B572-B9F39EF5DB1A}" type="pres">
      <dgm:prSet presAssocID="{42D71409-67F9-455C-8C6D-716D284AAA6B}" presName="Parent" presStyleLbl="alignNode1" presStyleIdx="10" presStyleCnt="81">
        <dgm:presLayoutVars>
          <dgm:chMax val="5"/>
          <dgm:chPref val="3"/>
          <dgm:bulletEnabled val="1"/>
        </dgm:presLayoutVars>
      </dgm:prSet>
      <dgm:spPr/>
    </dgm:pt>
    <dgm:pt modelId="{279EFBFB-39BB-439C-804C-E305DE650A26}" type="pres">
      <dgm:prSet presAssocID="{8EA7219F-BDB2-48EB-9EEB-3133522D132E}" presName="Child1Accent1" presStyleLbl="alignNode1" presStyleIdx="11" presStyleCnt="81"/>
      <dgm:spPr/>
    </dgm:pt>
    <dgm:pt modelId="{77779A59-04A4-47AE-BF16-96BF6314F3D6}" type="pres">
      <dgm:prSet presAssocID="{8EA7219F-BDB2-48EB-9EEB-3133522D132E}" presName="Child1Accent2" presStyleLbl="alignNode1" presStyleIdx="12" presStyleCnt="81"/>
      <dgm:spPr/>
    </dgm:pt>
    <dgm:pt modelId="{0C461368-687E-46FA-A364-8257A0BC8C63}" type="pres">
      <dgm:prSet presAssocID="{8EA7219F-BDB2-48EB-9EEB-3133522D132E}" presName="Child1Accent3" presStyleLbl="alignNode1" presStyleIdx="13" presStyleCnt="81"/>
      <dgm:spPr/>
    </dgm:pt>
    <dgm:pt modelId="{7FE6B0EB-9B82-47C8-BBDE-5F55F5A5F786}" type="pres">
      <dgm:prSet presAssocID="{8EA7219F-BDB2-48EB-9EEB-3133522D132E}" presName="Child1Accent4" presStyleLbl="alignNode1" presStyleIdx="14" presStyleCnt="81"/>
      <dgm:spPr/>
    </dgm:pt>
    <dgm:pt modelId="{09DA8358-460B-476A-9DAD-83EB0D9989DE}" type="pres">
      <dgm:prSet presAssocID="{8EA7219F-BDB2-48EB-9EEB-3133522D132E}" presName="Child1Accent5" presStyleLbl="alignNode1" presStyleIdx="15" presStyleCnt="81"/>
      <dgm:spPr/>
    </dgm:pt>
    <dgm:pt modelId="{17FDBC8F-9864-401A-AB00-AF8C87A43BC2}" type="pres">
      <dgm:prSet presAssocID="{8EA7219F-BDB2-48EB-9EEB-3133522D132E}" presName="Child1Accent6" presStyleLbl="alignNode1" presStyleIdx="16" presStyleCnt="81"/>
      <dgm:spPr/>
    </dgm:pt>
    <dgm:pt modelId="{73FD0995-43F9-483D-8406-BAE381C8AAE0}" type="pres">
      <dgm:prSet presAssocID="{8EA7219F-BDB2-48EB-9EEB-3133522D132E}" presName="Child1Accent7" presStyleLbl="alignNode1" presStyleIdx="17" presStyleCnt="81"/>
      <dgm:spPr/>
    </dgm:pt>
    <dgm:pt modelId="{5918732D-9F12-495D-A18E-DE058AE937DB}" type="pres">
      <dgm:prSet presAssocID="{8EA7219F-BDB2-48EB-9EEB-3133522D132E}" presName="Child1Accent8" presStyleLbl="alignNode1" presStyleIdx="18" presStyleCnt="81"/>
      <dgm:spPr/>
    </dgm:pt>
    <dgm:pt modelId="{3639009E-7126-43FE-AB59-C9241BBAB999}" type="pres">
      <dgm:prSet presAssocID="{8EA7219F-BDB2-48EB-9EEB-3133522D132E}" presName="Child1Accent9" presStyleLbl="alignNode1" presStyleIdx="19" presStyleCnt="81"/>
      <dgm:spPr/>
    </dgm:pt>
    <dgm:pt modelId="{F9E46156-A73E-4927-9AC6-ED17867A7FC8}" type="pres">
      <dgm:prSet presAssocID="{8EA7219F-BDB2-48EB-9EEB-3133522D132E}" presName="Child1" presStyleLbl="revTx" presStyleIdx="0" presStyleCnt="6">
        <dgm:presLayoutVars>
          <dgm:chMax/>
          <dgm:chPref val="0"/>
          <dgm:bulletEnabled val="1"/>
        </dgm:presLayoutVars>
      </dgm:prSet>
      <dgm:spPr/>
    </dgm:pt>
    <dgm:pt modelId="{13FE6EDE-C0CF-4E1C-ABC6-FC9BDD425360}" type="pres">
      <dgm:prSet presAssocID="{3AF880A5-0F00-4315-A5DF-1FE656798601}" presName="Child2Accent1" presStyleLbl="alignNode1" presStyleIdx="20" presStyleCnt="81"/>
      <dgm:spPr/>
    </dgm:pt>
    <dgm:pt modelId="{4A778849-3D09-43E8-8E18-C9E7260ECA27}" type="pres">
      <dgm:prSet presAssocID="{3AF880A5-0F00-4315-A5DF-1FE656798601}" presName="Child2Accent2" presStyleLbl="alignNode1" presStyleIdx="21" presStyleCnt="81"/>
      <dgm:spPr/>
    </dgm:pt>
    <dgm:pt modelId="{847447E9-279E-4F00-B531-531DE560A893}" type="pres">
      <dgm:prSet presAssocID="{3AF880A5-0F00-4315-A5DF-1FE656798601}" presName="Child2Accent3" presStyleLbl="alignNode1" presStyleIdx="22" presStyleCnt="81"/>
      <dgm:spPr/>
    </dgm:pt>
    <dgm:pt modelId="{4DE66D1B-5967-4CA3-BB75-680C35271E5A}" type="pres">
      <dgm:prSet presAssocID="{3AF880A5-0F00-4315-A5DF-1FE656798601}" presName="Child2Accent4" presStyleLbl="alignNode1" presStyleIdx="23" presStyleCnt="81"/>
      <dgm:spPr/>
    </dgm:pt>
    <dgm:pt modelId="{8C021B13-B77F-42F5-B5B0-70491D3314D6}" type="pres">
      <dgm:prSet presAssocID="{3AF880A5-0F00-4315-A5DF-1FE656798601}" presName="Child2Accent5" presStyleLbl="alignNode1" presStyleIdx="24" presStyleCnt="81"/>
      <dgm:spPr/>
    </dgm:pt>
    <dgm:pt modelId="{043D28F6-7C24-4B67-AFA3-87294CA4DA42}" type="pres">
      <dgm:prSet presAssocID="{3AF880A5-0F00-4315-A5DF-1FE656798601}" presName="Child2Accent6" presStyleLbl="alignNode1" presStyleIdx="25" presStyleCnt="81"/>
      <dgm:spPr/>
    </dgm:pt>
    <dgm:pt modelId="{75A2FFFA-75E4-46A0-9AE4-5C1B32799D12}" type="pres">
      <dgm:prSet presAssocID="{3AF880A5-0F00-4315-A5DF-1FE656798601}" presName="Child2Accent7" presStyleLbl="alignNode1" presStyleIdx="26" presStyleCnt="81"/>
      <dgm:spPr/>
    </dgm:pt>
    <dgm:pt modelId="{C42C5FE5-A59F-4369-A8D3-EBB2B7EEF1D7}" type="pres">
      <dgm:prSet presAssocID="{3AF880A5-0F00-4315-A5DF-1FE656798601}" presName="Child2" presStyleLbl="revTx" presStyleIdx="1" presStyleCnt="6">
        <dgm:presLayoutVars>
          <dgm:chMax/>
          <dgm:chPref val="0"/>
          <dgm:bulletEnabled val="1"/>
        </dgm:presLayoutVars>
      </dgm:prSet>
      <dgm:spPr/>
    </dgm:pt>
    <dgm:pt modelId="{716FE8F5-863C-4C3A-8E5A-D6D91C14CDE1}" type="pres">
      <dgm:prSet presAssocID="{478B7D3C-9FB4-4BC6-90AC-49960560DECD}" presName="sibTrans" presStyleCnt="0"/>
      <dgm:spPr/>
    </dgm:pt>
    <dgm:pt modelId="{7BB4DAC6-4E86-402A-91E8-C4E7C4FB25C7}" type="pres">
      <dgm:prSet presAssocID="{F66099B6-DBBD-4AB0-82D2-877B80F846F7}" presName="composite" presStyleCnt="0"/>
      <dgm:spPr/>
    </dgm:pt>
    <dgm:pt modelId="{DFF6CB64-6F35-4BF2-AF18-038C07D3ACC5}" type="pres">
      <dgm:prSet presAssocID="{F66099B6-DBBD-4AB0-82D2-877B80F846F7}" presName="ParentAccent1" presStyleLbl="alignNode1" presStyleIdx="27" presStyleCnt="81"/>
      <dgm:spPr/>
    </dgm:pt>
    <dgm:pt modelId="{77A753ED-CDC7-46B6-8A92-79EBDF3C4EC4}" type="pres">
      <dgm:prSet presAssocID="{F66099B6-DBBD-4AB0-82D2-877B80F846F7}" presName="ParentAccent2" presStyleLbl="alignNode1" presStyleIdx="28" presStyleCnt="81"/>
      <dgm:spPr/>
    </dgm:pt>
    <dgm:pt modelId="{D3279682-C0F7-405D-88E5-CA08AF3AC912}" type="pres">
      <dgm:prSet presAssocID="{F66099B6-DBBD-4AB0-82D2-877B80F846F7}" presName="ParentAccent3" presStyleLbl="alignNode1" presStyleIdx="29" presStyleCnt="81"/>
      <dgm:spPr/>
    </dgm:pt>
    <dgm:pt modelId="{EC3F958E-1546-4F97-9969-57C8C8FEFE40}" type="pres">
      <dgm:prSet presAssocID="{F66099B6-DBBD-4AB0-82D2-877B80F846F7}" presName="ParentAccent4" presStyleLbl="alignNode1" presStyleIdx="30" presStyleCnt="81"/>
      <dgm:spPr/>
    </dgm:pt>
    <dgm:pt modelId="{B6FE87BA-0399-42FF-ADBC-B419DEAEE4D8}" type="pres">
      <dgm:prSet presAssocID="{F66099B6-DBBD-4AB0-82D2-877B80F846F7}" presName="ParentAccent5" presStyleLbl="alignNode1" presStyleIdx="31" presStyleCnt="81"/>
      <dgm:spPr/>
    </dgm:pt>
    <dgm:pt modelId="{251EBC42-D2AA-465D-B197-3665B3734C3E}" type="pres">
      <dgm:prSet presAssocID="{F66099B6-DBBD-4AB0-82D2-877B80F846F7}" presName="ParentAccent6" presStyleLbl="alignNode1" presStyleIdx="32" presStyleCnt="81"/>
      <dgm:spPr/>
    </dgm:pt>
    <dgm:pt modelId="{F1A31E81-3597-48FE-8809-B1F51775C75A}" type="pres">
      <dgm:prSet presAssocID="{F66099B6-DBBD-4AB0-82D2-877B80F846F7}" presName="ParentAccent7" presStyleLbl="alignNode1" presStyleIdx="33" presStyleCnt="81"/>
      <dgm:spPr/>
    </dgm:pt>
    <dgm:pt modelId="{39F29520-6DCD-4963-8CA2-C541BAFA39F0}" type="pres">
      <dgm:prSet presAssocID="{F66099B6-DBBD-4AB0-82D2-877B80F846F7}" presName="ParentAccent8" presStyleLbl="alignNode1" presStyleIdx="34" presStyleCnt="81"/>
      <dgm:spPr/>
    </dgm:pt>
    <dgm:pt modelId="{71BF1048-A49A-4660-ACD8-7B5AA460A1B0}" type="pres">
      <dgm:prSet presAssocID="{F66099B6-DBBD-4AB0-82D2-877B80F846F7}" presName="ParentAccent9" presStyleLbl="alignNode1" presStyleIdx="35" presStyleCnt="81"/>
      <dgm:spPr/>
    </dgm:pt>
    <dgm:pt modelId="{97B2F6C5-BAED-4588-AB7C-52B5E09E6FE3}" type="pres">
      <dgm:prSet presAssocID="{F66099B6-DBBD-4AB0-82D2-877B80F846F7}" presName="ParentAccent10" presStyleLbl="alignNode1" presStyleIdx="36" presStyleCnt="81"/>
      <dgm:spPr/>
    </dgm:pt>
    <dgm:pt modelId="{A0236095-5750-4EE4-9718-3440F3CA3E48}" type="pres">
      <dgm:prSet presAssocID="{F66099B6-DBBD-4AB0-82D2-877B80F846F7}" presName="Parent" presStyleLbl="alignNode1" presStyleIdx="37" presStyleCnt="81">
        <dgm:presLayoutVars>
          <dgm:chMax val="5"/>
          <dgm:chPref val="3"/>
          <dgm:bulletEnabled val="1"/>
        </dgm:presLayoutVars>
      </dgm:prSet>
      <dgm:spPr/>
    </dgm:pt>
    <dgm:pt modelId="{1C034E1E-D1F0-49B1-9A77-E4738F3A343B}" type="pres">
      <dgm:prSet presAssocID="{6CF284C3-4A70-4432-8F33-E75A802B3330}" presName="Child1Accent1" presStyleLbl="alignNode1" presStyleIdx="38" presStyleCnt="81"/>
      <dgm:spPr/>
    </dgm:pt>
    <dgm:pt modelId="{C88037F6-DDC4-4EF7-AFE1-6616C28B908F}" type="pres">
      <dgm:prSet presAssocID="{6CF284C3-4A70-4432-8F33-E75A802B3330}" presName="Child1Accent2" presStyleLbl="alignNode1" presStyleIdx="39" presStyleCnt="81"/>
      <dgm:spPr/>
    </dgm:pt>
    <dgm:pt modelId="{BCAA0894-96C4-422D-A706-31F98F998A64}" type="pres">
      <dgm:prSet presAssocID="{6CF284C3-4A70-4432-8F33-E75A802B3330}" presName="Child1Accent3" presStyleLbl="alignNode1" presStyleIdx="40" presStyleCnt="81"/>
      <dgm:spPr/>
    </dgm:pt>
    <dgm:pt modelId="{4E9CEF5F-78A4-449F-AD1A-A31BE619C36A}" type="pres">
      <dgm:prSet presAssocID="{6CF284C3-4A70-4432-8F33-E75A802B3330}" presName="Child1Accent4" presStyleLbl="alignNode1" presStyleIdx="41" presStyleCnt="81"/>
      <dgm:spPr/>
    </dgm:pt>
    <dgm:pt modelId="{D2F3D380-B445-49D0-920A-92F9F58D995A}" type="pres">
      <dgm:prSet presAssocID="{6CF284C3-4A70-4432-8F33-E75A802B3330}" presName="Child1Accent5" presStyleLbl="alignNode1" presStyleIdx="42" presStyleCnt="81"/>
      <dgm:spPr/>
    </dgm:pt>
    <dgm:pt modelId="{33F316AF-E810-4CA4-B0D9-1D4B439DF084}" type="pres">
      <dgm:prSet presAssocID="{6CF284C3-4A70-4432-8F33-E75A802B3330}" presName="Child1Accent6" presStyleLbl="alignNode1" presStyleIdx="43" presStyleCnt="81"/>
      <dgm:spPr/>
    </dgm:pt>
    <dgm:pt modelId="{131F0E9F-BB03-4A7B-A8E9-75B614D93604}" type="pres">
      <dgm:prSet presAssocID="{6CF284C3-4A70-4432-8F33-E75A802B3330}" presName="Child1Accent7" presStyleLbl="alignNode1" presStyleIdx="44" presStyleCnt="81"/>
      <dgm:spPr/>
    </dgm:pt>
    <dgm:pt modelId="{F9F22A1C-DB06-4EFC-9A93-C61A79072E19}" type="pres">
      <dgm:prSet presAssocID="{6CF284C3-4A70-4432-8F33-E75A802B3330}" presName="Child1Accent8" presStyleLbl="alignNode1" presStyleIdx="45" presStyleCnt="81"/>
      <dgm:spPr/>
    </dgm:pt>
    <dgm:pt modelId="{A2E22D95-03DB-4575-8E3A-3D69F0C0AD7E}" type="pres">
      <dgm:prSet presAssocID="{6CF284C3-4A70-4432-8F33-E75A802B3330}" presName="Child1Accent9" presStyleLbl="alignNode1" presStyleIdx="46" presStyleCnt="81"/>
      <dgm:spPr/>
    </dgm:pt>
    <dgm:pt modelId="{6B14BB0B-CE4F-40E5-AD8E-11D3E64A8229}" type="pres">
      <dgm:prSet presAssocID="{6CF284C3-4A70-4432-8F33-E75A802B3330}" presName="Child1" presStyleLbl="revTx" presStyleIdx="2" presStyleCnt="6">
        <dgm:presLayoutVars>
          <dgm:chMax/>
          <dgm:chPref val="0"/>
          <dgm:bulletEnabled val="1"/>
        </dgm:presLayoutVars>
      </dgm:prSet>
      <dgm:spPr/>
    </dgm:pt>
    <dgm:pt modelId="{563A7BE5-5FBF-4A45-9D11-BBC05AC7BEEC}" type="pres">
      <dgm:prSet presAssocID="{BE788BF5-FE9F-4C7D-A1CD-9232D7860179}" presName="Child2Accent1" presStyleLbl="alignNode1" presStyleIdx="47" presStyleCnt="81"/>
      <dgm:spPr/>
    </dgm:pt>
    <dgm:pt modelId="{AFB0F0C6-A530-435B-9C1E-67CF185568BA}" type="pres">
      <dgm:prSet presAssocID="{BE788BF5-FE9F-4C7D-A1CD-9232D7860179}" presName="Child2Accent2" presStyleLbl="alignNode1" presStyleIdx="48" presStyleCnt="81"/>
      <dgm:spPr/>
    </dgm:pt>
    <dgm:pt modelId="{FC992711-49DD-417D-9857-C5DC2AB77E28}" type="pres">
      <dgm:prSet presAssocID="{BE788BF5-FE9F-4C7D-A1CD-9232D7860179}" presName="Child2Accent3" presStyleLbl="alignNode1" presStyleIdx="49" presStyleCnt="81"/>
      <dgm:spPr/>
    </dgm:pt>
    <dgm:pt modelId="{4E5B0E6A-DF81-4A0C-8506-7357326EF4B3}" type="pres">
      <dgm:prSet presAssocID="{BE788BF5-FE9F-4C7D-A1CD-9232D7860179}" presName="Child2Accent4" presStyleLbl="alignNode1" presStyleIdx="50" presStyleCnt="81"/>
      <dgm:spPr/>
    </dgm:pt>
    <dgm:pt modelId="{BF4CD6D4-3096-4B20-9B1B-FAB959DCC1A8}" type="pres">
      <dgm:prSet presAssocID="{BE788BF5-FE9F-4C7D-A1CD-9232D7860179}" presName="Child2Accent5" presStyleLbl="alignNode1" presStyleIdx="51" presStyleCnt="81"/>
      <dgm:spPr/>
    </dgm:pt>
    <dgm:pt modelId="{C66A3B66-A023-4604-B586-C22AF1722FB6}" type="pres">
      <dgm:prSet presAssocID="{BE788BF5-FE9F-4C7D-A1CD-9232D7860179}" presName="Child2Accent6" presStyleLbl="alignNode1" presStyleIdx="52" presStyleCnt="81"/>
      <dgm:spPr/>
    </dgm:pt>
    <dgm:pt modelId="{171941AB-3A63-4E73-B4BD-1CF4E273B52D}" type="pres">
      <dgm:prSet presAssocID="{BE788BF5-FE9F-4C7D-A1CD-9232D7860179}" presName="Child2Accent7" presStyleLbl="alignNode1" presStyleIdx="53" presStyleCnt="81"/>
      <dgm:spPr/>
    </dgm:pt>
    <dgm:pt modelId="{BFDEDD3E-3F8D-4DF4-BD58-5CFEC86DA761}" type="pres">
      <dgm:prSet presAssocID="{BE788BF5-FE9F-4C7D-A1CD-9232D7860179}" presName="Child2" presStyleLbl="revTx" presStyleIdx="3" presStyleCnt="6">
        <dgm:presLayoutVars>
          <dgm:chMax/>
          <dgm:chPref val="0"/>
          <dgm:bulletEnabled val="1"/>
        </dgm:presLayoutVars>
      </dgm:prSet>
      <dgm:spPr/>
    </dgm:pt>
    <dgm:pt modelId="{46E65D92-36F0-4E71-96BF-90E6F70125DF}" type="pres">
      <dgm:prSet presAssocID="{BC531B32-9B0E-482E-BF91-65C61F17168D}" presName="sibTrans" presStyleCnt="0"/>
      <dgm:spPr/>
    </dgm:pt>
    <dgm:pt modelId="{4A36BBB7-CE41-4AB8-96AA-7EE1695EE1E2}" type="pres">
      <dgm:prSet presAssocID="{EE62A4F6-4AC4-435B-990E-81A71CE8CAC7}" presName="composite" presStyleCnt="0"/>
      <dgm:spPr/>
    </dgm:pt>
    <dgm:pt modelId="{29C65663-376F-4122-939B-41D1510B9C1F}" type="pres">
      <dgm:prSet presAssocID="{EE62A4F6-4AC4-435B-990E-81A71CE8CAC7}" presName="ParentAccent1" presStyleLbl="alignNode1" presStyleIdx="54" presStyleCnt="81"/>
      <dgm:spPr/>
    </dgm:pt>
    <dgm:pt modelId="{D9EF05FE-2A9E-416E-81E3-7C2B8E863EC6}" type="pres">
      <dgm:prSet presAssocID="{EE62A4F6-4AC4-435B-990E-81A71CE8CAC7}" presName="ParentAccent2" presStyleLbl="alignNode1" presStyleIdx="55" presStyleCnt="81"/>
      <dgm:spPr/>
    </dgm:pt>
    <dgm:pt modelId="{1D771A6E-4A85-47C3-8657-FBEE23DDF60B}" type="pres">
      <dgm:prSet presAssocID="{EE62A4F6-4AC4-435B-990E-81A71CE8CAC7}" presName="ParentAccent3" presStyleLbl="alignNode1" presStyleIdx="56" presStyleCnt="81"/>
      <dgm:spPr/>
    </dgm:pt>
    <dgm:pt modelId="{9B18E674-1CB3-4EA3-9304-04CDA6066879}" type="pres">
      <dgm:prSet presAssocID="{EE62A4F6-4AC4-435B-990E-81A71CE8CAC7}" presName="ParentAccent4" presStyleLbl="alignNode1" presStyleIdx="57" presStyleCnt="81"/>
      <dgm:spPr/>
    </dgm:pt>
    <dgm:pt modelId="{2E7FBE75-D088-42A6-B2A1-F34CC9A4C2C6}" type="pres">
      <dgm:prSet presAssocID="{EE62A4F6-4AC4-435B-990E-81A71CE8CAC7}" presName="ParentAccent5" presStyleLbl="alignNode1" presStyleIdx="58" presStyleCnt="81"/>
      <dgm:spPr/>
    </dgm:pt>
    <dgm:pt modelId="{80B7BF12-4AD3-4D46-B9D5-4AD915E3E089}" type="pres">
      <dgm:prSet presAssocID="{EE62A4F6-4AC4-435B-990E-81A71CE8CAC7}" presName="ParentAccent6" presStyleLbl="alignNode1" presStyleIdx="59" presStyleCnt="81"/>
      <dgm:spPr/>
    </dgm:pt>
    <dgm:pt modelId="{71B46F6A-1C40-482F-94B3-A977BB939DE2}" type="pres">
      <dgm:prSet presAssocID="{EE62A4F6-4AC4-435B-990E-81A71CE8CAC7}" presName="ParentAccent7" presStyleLbl="alignNode1" presStyleIdx="60" presStyleCnt="81"/>
      <dgm:spPr/>
    </dgm:pt>
    <dgm:pt modelId="{C8847420-4CB1-4081-BBE4-D9585BFE88D6}" type="pres">
      <dgm:prSet presAssocID="{EE62A4F6-4AC4-435B-990E-81A71CE8CAC7}" presName="ParentAccent8" presStyleLbl="alignNode1" presStyleIdx="61" presStyleCnt="81"/>
      <dgm:spPr/>
    </dgm:pt>
    <dgm:pt modelId="{D7463DA0-D296-4C97-8F4A-0ADB0FC6236B}" type="pres">
      <dgm:prSet presAssocID="{EE62A4F6-4AC4-435B-990E-81A71CE8CAC7}" presName="ParentAccent9" presStyleLbl="alignNode1" presStyleIdx="62" presStyleCnt="81"/>
      <dgm:spPr/>
    </dgm:pt>
    <dgm:pt modelId="{A58A4201-AB48-4FB8-9A4F-ECF9B26964D5}" type="pres">
      <dgm:prSet presAssocID="{EE62A4F6-4AC4-435B-990E-81A71CE8CAC7}" presName="ParentAccent10" presStyleLbl="alignNode1" presStyleIdx="63" presStyleCnt="81"/>
      <dgm:spPr/>
    </dgm:pt>
    <dgm:pt modelId="{FADC3864-2165-46C3-AD0B-1F5D8F859EF0}" type="pres">
      <dgm:prSet presAssocID="{EE62A4F6-4AC4-435B-990E-81A71CE8CAC7}" presName="Parent" presStyleLbl="alignNode1" presStyleIdx="64" presStyleCnt="81">
        <dgm:presLayoutVars>
          <dgm:chMax val="5"/>
          <dgm:chPref val="3"/>
          <dgm:bulletEnabled val="1"/>
        </dgm:presLayoutVars>
      </dgm:prSet>
      <dgm:spPr/>
    </dgm:pt>
    <dgm:pt modelId="{F9B17343-1A6D-4830-BAC8-D00BC1B35A81}" type="pres">
      <dgm:prSet presAssocID="{3CE06941-9820-4827-8B16-CD80CC49F780}" presName="Child1Accent1" presStyleLbl="alignNode1" presStyleIdx="65" presStyleCnt="81"/>
      <dgm:spPr/>
    </dgm:pt>
    <dgm:pt modelId="{E9EA3A53-BE6B-42F8-BD3C-E9C6DC1AB66B}" type="pres">
      <dgm:prSet presAssocID="{3CE06941-9820-4827-8B16-CD80CC49F780}" presName="Child1Accent2" presStyleLbl="alignNode1" presStyleIdx="66" presStyleCnt="81"/>
      <dgm:spPr/>
    </dgm:pt>
    <dgm:pt modelId="{8F8CAA9B-977F-4B4D-BBA8-7E5FF5DA8B1D}" type="pres">
      <dgm:prSet presAssocID="{3CE06941-9820-4827-8B16-CD80CC49F780}" presName="Child1Accent3" presStyleLbl="alignNode1" presStyleIdx="67" presStyleCnt="81"/>
      <dgm:spPr/>
    </dgm:pt>
    <dgm:pt modelId="{4EF9A015-536A-427E-B553-FA55B4509F90}" type="pres">
      <dgm:prSet presAssocID="{3CE06941-9820-4827-8B16-CD80CC49F780}" presName="Child1Accent4" presStyleLbl="alignNode1" presStyleIdx="68" presStyleCnt="81"/>
      <dgm:spPr/>
    </dgm:pt>
    <dgm:pt modelId="{950BC4AB-B407-4F5F-8BE8-10889D9325ED}" type="pres">
      <dgm:prSet presAssocID="{3CE06941-9820-4827-8B16-CD80CC49F780}" presName="Child1Accent5" presStyleLbl="alignNode1" presStyleIdx="69" presStyleCnt="81"/>
      <dgm:spPr/>
    </dgm:pt>
    <dgm:pt modelId="{950B0701-A83D-429B-BDCC-089F3269B231}" type="pres">
      <dgm:prSet presAssocID="{3CE06941-9820-4827-8B16-CD80CC49F780}" presName="Child1Accent6" presStyleLbl="alignNode1" presStyleIdx="70" presStyleCnt="81"/>
      <dgm:spPr/>
    </dgm:pt>
    <dgm:pt modelId="{9B368FB6-5CD0-498E-B8EF-4B046F81752A}" type="pres">
      <dgm:prSet presAssocID="{3CE06941-9820-4827-8B16-CD80CC49F780}" presName="Child1Accent7" presStyleLbl="alignNode1" presStyleIdx="71" presStyleCnt="81"/>
      <dgm:spPr/>
    </dgm:pt>
    <dgm:pt modelId="{4D1653D9-3E48-43F5-AF39-A0749E1818C7}" type="pres">
      <dgm:prSet presAssocID="{3CE06941-9820-4827-8B16-CD80CC49F780}" presName="Child1Accent8" presStyleLbl="alignNode1" presStyleIdx="72" presStyleCnt="81"/>
      <dgm:spPr/>
    </dgm:pt>
    <dgm:pt modelId="{52CFF4EB-8079-46B2-9B95-E2AA54DA953B}" type="pres">
      <dgm:prSet presAssocID="{3CE06941-9820-4827-8B16-CD80CC49F780}" presName="Child1Accent9" presStyleLbl="alignNode1" presStyleIdx="73" presStyleCnt="81"/>
      <dgm:spPr/>
    </dgm:pt>
    <dgm:pt modelId="{DD7AE950-59A1-4B1B-9CCB-FEA76F267A6E}" type="pres">
      <dgm:prSet presAssocID="{3CE06941-9820-4827-8B16-CD80CC49F780}" presName="Child1" presStyleLbl="revTx" presStyleIdx="4" presStyleCnt="6">
        <dgm:presLayoutVars>
          <dgm:chMax/>
          <dgm:chPref val="0"/>
          <dgm:bulletEnabled val="1"/>
        </dgm:presLayoutVars>
      </dgm:prSet>
      <dgm:spPr/>
    </dgm:pt>
    <dgm:pt modelId="{4FF59E53-AB33-43B1-B34E-59869079FD39}" type="pres">
      <dgm:prSet presAssocID="{386C2B6D-2EE1-4682-AE61-EE246CD54E31}" presName="Child2Accent1" presStyleLbl="alignNode1" presStyleIdx="74" presStyleCnt="81"/>
      <dgm:spPr/>
    </dgm:pt>
    <dgm:pt modelId="{AE301EC1-5E53-4258-9C86-3D79C5D8D410}" type="pres">
      <dgm:prSet presAssocID="{386C2B6D-2EE1-4682-AE61-EE246CD54E31}" presName="Child2Accent2" presStyleLbl="alignNode1" presStyleIdx="75" presStyleCnt="81"/>
      <dgm:spPr/>
    </dgm:pt>
    <dgm:pt modelId="{76655C17-2A99-41A8-8A9E-40189A8A1D99}" type="pres">
      <dgm:prSet presAssocID="{386C2B6D-2EE1-4682-AE61-EE246CD54E31}" presName="Child2Accent3" presStyleLbl="alignNode1" presStyleIdx="76" presStyleCnt="81"/>
      <dgm:spPr/>
    </dgm:pt>
    <dgm:pt modelId="{4E8D41DC-8CFB-475E-AEFA-23D16093B332}" type="pres">
      <dgm:prSet presAssocID="{386C2B6D-2EE1-4682-AE61-EE246CD54E31}" presName="Child2Accent4" presStyleLbl="alignNode1" presStyleIdx="77" presStyleCnt="81"/>
      <dgm:spPr/>
    </dgm:pt>
    <dgm:pt modelId="{1E9DA264-31E2-47BD-A801-1AF5586D364C}" type="pres">
      <dgm:prSet presAssocID="{386C2B6D-2EE1-4682-AE61-EE246CD54E31}" presName="Child2Accent5" presStyleLbl="alignNode1" presStyleIdx="78" presStyleCnt="81"/>
      <dgm:spPr/>
    </dgm:pt>
    <dgm:pt modelId="{9609AE2F-3B06-49FA-82AF-3E1105A6E7E8}" type="pres">
      <dgm:prSet presAssocID="{386C2B6D-2EE1-4682-AE61-EE246CD54E31}" presName="Child2Accent6" presStyleLbl="alignNode1" presStyleIdx="79" presStyleCnt="81"/>
      <dgm:spPr/>
    </dgm:pt>
    <dgm:pt modelId="{B45AD48A-9477-4D68-A560-10801E9837FE}" type="pres">
      <dgm:prSet presAssocID="{386C2B6D-2EE1-4682-AE61-EE246CD54E31}" presName="Child2Accent7" presStyleLbl="alignNode1" presStyleIdx="80" presStyleCnt="81"/>
      <dgm:spPr/>
    </dgm:pt>
    <dgm:pt modelId="{505177EF-C5FA-4959-85B8-575D3BA85608}" type="pres">
      <dgm:prSet presAssocID="{386C2B6D-2EE1-4682-AE61-EE246CD54E31}" presName="Child2" presStyleLbl="revTx" presStyleIdx="5" presStyleCnt="6">
        <dgm:presLayoutVars>
          <dgm:chMax/>
          <dgm:chPref val="0"/>
          <dgm:bulletEnabled val="1"/>
        </dgm:presLayoutVars>
      </dgm:prSet>
      <dgm:spPr/>
    </dgm:pt>
  </dgm:ptLst>
  <dgm:cxnLst>
    <dgm:cxn modelId="{B6A6CE0B-ED8E-4618-961F-AC1F7AEED976}" type="presOf" srcId="{EE62A4F6-4AC4-435B-990E-81A71CE8CAC7}" destId="{FADC3864-2165-46C3-AD0B-1F5D8F859EF0}" srcOrd="0" destOrd="0" presId="urn:microsoft.com/office/officeart/2011/layout/ConvergingText"/>
    <dgm:cxn modelId="{2AA9C11F-1F1D-428E-801A-47EAA766C99D}" srcId="{B9C32B05-62EA-407A-B21C-2310C7945705}" destId="{42D71409-67F9-455C-8C6D-716D284AAA6B}" srcOrd="0" destOrd="0" parTransId="{51680ED1-AF6E-4B28-AE94-92B0EFB0DF7D}" sibTransId="{478B7D3C-9FB4-4BC6-90AC-49960560DECD}"/>
    <dgm:cxn modelId="{13923B28-C8DC-42E5-ACD5-FCBB2653AA02}" type="presOf" srcId="{3AF880A5-0F00-4315-A5DF-1FE656798601}" destId="{C42C5FE5-A59F-4369-A8D3-EBB2B7EEF1D7}" srcOrd="0" destOrd="0" presId="urn:microsoft.com/office/officeart/2011/layout/ConvergingText"/>
    <dgm:cxn modelId="{B4F3EA32-CE64-4A92-9BAE-BC57E5392B05}" srcId="{B9C32B05-62EA-407A-B21C-2310C7945705}" destId="{F66099B6-DBBD-4AB0-82D2-877B80F846F7}" srcOrd="1" destOrd="0" parTransId="{B09C8BFB-F41C-4AC4-AB94-F216E3081C2D}" sibTransId="{BC531B32-9B0E-482E-BF91-65C61F17168D}"/>
    <dgm:cxn modelId="{35013F34-57BC-4E3C-A003-07C0E49926DB}" srcId="{F66099B6-DBBD-4AB0-82D2-877B80F846F7}" destId="{BE788BF5-FE9F-4C7D-A1CD-9232D7860179}" srcOrd="1" destOrd="0" parTransId="{963A52CB-C772-45F2-8A30-8ABA6B14D3CE}" sibTransId="{88191C5E-55BA-42F2-B842-FC86CBBADC0F}"/>
    <dgm:cxn modelId="{5D462160-CAD3-4B2B-ACE9-59052BB644D0}" type="presOf" srcId="{386C2B6D-2EE1-4682-AE61-EE246CD54E31}" destId="{505177EF-C5FA-4959-85B8-575D3BA85608}" srcOrd="0" destOrd="0" presId="urn:microsoft.com/office/officeart/2011/layout/ConvergingText"/>
    <dgm:cxn modelId="{DDF11348-D448-4E7F-A361-DB5BC48121AA}" type="presOf" srcId="{42D71409-67F9-455C-8C6D-716D284AAA6B}" destId="{ABFD29B9-6E56-4B39-B572-B9F39EF5DB1A}" srcOrd="0" destOrd="0" presId="urn:microsoft.com/office/officeart/2011/layout/ConvergingText"/>
    <dgm:cxn modelId="{66E44B4B-6EF3-41C8-8A34-BD715EF346EC}" type="presOf" srcId="{BE788BF5-FE9F-4C7D-A1CD-9232D7860179}" destId="{BFDEDD3E-3F8D-4DF4-BD58-5CFEC86DA761}" srcOrd="0" destOrd="0" presId="urn:microsoft.com/office/officeart/2011/layout/ConvergingText"/>
    <dgm:cxn modelId="{43E0B86E-D589-4BA7-AE6C-43F17A05B267}" type="presOf" srcId="{6CF284C3-4A70-4432-8F33-E75A802B3330}" destId="{6B14BB0B-CE4F-40E5-AD8E-11D3E64A8229}" srcOrd="0" destOrd="0" presId="urn:microsoft.com/office/officeart/2011/layout/ConvergingText"/>
    <dgm:cxn modelId="{110E5656-7F57-498D-B5E8-11DB76DB12CD}" type="presOf" srcId="{F66099B6-DBBD-4AB0-82D2-877B80F846F7}" destId="{A0236095-5750-4EE4-9718-3440F3CA3E48}" srcOrd="0" destOrd="0" presId="urn:microsoft.com/office/officeart/2011/layout/ConvergingText"/>
    <dgm:cxn modelId="{7F96AC57-2F84-4E8C-AA92-E82865EE63FE}" srcId="{EE62A4F6-4AC4-435B-990E-81A71CE8CAC7}" destId="{386C2B6D-2EE1-4682-AE61-EE246CD54E31}" srcOrd="1" destOrd="0" parTransId="{649D72FB-0D8F-479C-87D1-C73133EF35E2}" sibTransId="{E1C9E6F1-2ED2-4DD8-9B78-28FC1AF5D352}"/>
    <dgm:cxn modelId="{2DC24386-BC50-4BAB-8571-16CB10C2603C}" srcId="{F66099B6-DBBD-4AB0-82D2-877B80F846F7}" destId="{6CF284C3-4A70-4432-8F33-E75A802B3330}" srcOrd="0" destOrd="0" parTransId="{044831E6-2FC9-4DDA-81FB-5FA418568D07}" sibTransId="{CD50B82D-84BB-4747-B282-ABB339EBA294}"/>
    <dgm:cxn modelId="{C99CE395-39F6-46B4-938C-9BF085685D1A}" srcId="{EE62A4F6-4AC4-435B-990E-81A71CE8CAC7}" destId="{3CE06941-9820-4827-8B16-CD80CC49F780}" srcOrd="0" destOrd="0" parTransId="{141A3C92-8966-4E2F-82E4-2E09E22674B2}" sibTransId="{F58FC55B-E61F-445C-956E-0BB2202254CA}"/>
    <dgm:cxn modelId="{3A2CECA6-0C5B-46BB-B7C6-7D37E9D210BD}" srcId="{B9C32B05-62EA-407A-B21C-2310C7945705}" destId="{EE62A4F6-4AC4-435B-990E-81A71CE8CAC7}" srcOrd="2" destOrd="0" parTransId="{F287B947-7343-4FA2-B288-B23A59FFAE31}" sibTransId="{389F9A93-0231-4877-8C41-5D5B8DD7AAC0}"/>
    <dgm:cxn modelId="{24F8CBE2-5003-4E69-A772-6B98F2B05181}" srcId="{42D71409-67F9-455C-8C6D-716D284AAA6B}" destId="{3AF880A5-0F00-4315-A5DF-1FE656798601}" srcOrd="1" destOrd="0" parTransId="{A13BB1F9-5857-4B43-8BF5-6589AA2CB759}" sibTransId="{C198C41D-2640-4669-83ED-E0CD35701C8E}"/>
    <dgm:cxn modelId="{5262ABE8-9381-4337-977E-B062F8EEBAE7}" type="presOf" srcId="{3CE06941-9820-4827-8B16-CD80CC49F780}" destId="{DD7AE950-59A1-4B1B-9CCB-FEA76F267A6E}" srcOrd="0" destOrd="0" presId="urn:microsoft.com/office/officeart/2011/layout/ConvergingText"/>
    <dgm:cxn modelId="{24D0E6EC-7DA0-40BA-A9C7-BA2DB69B4BC6}" type="presOf" srcId="{8EA7219F-BDB2-48EB-9EEB-3133522D132E}" destId="{F9E46156-A73E-4927-9AC6-ED17867A7FC8}" srcOrd="0" destOrd="0" presId="urn:microsoft.com/office/officeart/2011/layout/ConvergingText"/>
    <dgm:cxn modelId="{58AD7EEF-D408-406B-87EE-4691D4C30668}" srcId="{42D71409-67F9-455C-8C6D-716D284AAA6B}" destId="{8EA7219F-BDB2-48EB-9EEB-3133522D132E}" srcOrd="0" destOrd="0" parTransId="{3EE8403A-CB7C-4815-85BD-AEBCAEB71B37}" sibTransId="{C94B7947-85DC-4B21-BB99-DF8438356F98}"/>
    <dgm:cxn modelId="{745E44F4-C606-4A8E-9526-DD7C4ED88142}" type="presOf" srcId="{B9C32B05-62EA-407A-B21C-2310C7945705}" destId="{015395BC-2A47-4F81-ACD7-ADA7F472A0EE}" srcOrd="0" destOrd="0" presId="urn:microsoft.com/office/officeart/2011/layout/ConvergingText"/>
    <dgm:cxn modelId="{DBB29F7A-A968-4DB0-BA13-900D11C3BDA4}" type="presParOf" srcId="{015395BC-2A47-4F81-ACD7-ADA7F472A0EE}" destId="{7A1677EB-20FE-4F6F-BACF-372F63C5895F}" srcOrd="0" destOrd="0" presId="urn:microsoft.com/office/officeart/2011/layout/ConvergingText"/>
    <dgm:cxn modelId="{CDE0F3DD-0505-412D-9855-F006D1729BE1}" type="presParOf" srcId="{7A1677EB-20FE-4F6F-BACF-372F63C5895F}" destId="{E7BFA582-2CFB-426D-8824-A768D3490B09}" srcOrd="0" destOrd="0" presId="urn:microsoft.com/office/officeart/2011/layout/ConvergingText"/>
    <dgm:cxn modelId="{71180940-B69E-4C48-BAC0-42D05148642F}" type="presParOf" srcId="{7A1677EB-20FE-4F6F-BACF-372F63C5895F}" destId="{58358B45-E05F-4A6F-A85F-78E761F809EF}" srcOrd="1" destOrd="0" presId="urn:microsoft.com/office/officeart/2011/layout/ConvergingText"/>
    <dgm:cxn modelId="{0E44C73E-429C-4B24-8C1A-32111D6A579D}" type="presParOf" srcId="{7A1677EB-20FE-4F6F-BACF-372F63C5895F}" destId="{18B63D34-5F15-4EEE-BBCC-F31F72AED474}" srcOrd="2" destOrd="0" presId="urn:microsoft.com/office/officeart/2011/layout/ConvergingText"/>
    <dgm:cxn modelId="{F025B33C-D832-4CCD-9CE5-A1ACF6C4484F}" type="presParOf" srcId="{7A1677EB-20FE-4F6F-BACF-372F63C5895F}" destId="{8ABE4A8D-5356-4F7D-82BD-001D6EE8B9B1}" srcOrd="3" destOrd="0" presId="urn:microsoft.com/office/officeart/2011/layout/ConvergingText"/>
    <dgm:cxn modelId="{3EE0DE2F-DF56-46E5-B496-FB17EDB6A2D4}" type="presParOf" srcId="{7A1677EB-20FE-4F6F-BACF-372F63C5895F}" destId="{84FEEA6E-7BF5-4A6E-A25C-4746C9833170}" srcOrd="4" destOrd="0" presId="urn:microsoft.com/office/officeart/2011/layout/ConvergingText"/>
    <dgm:cxn modelId="{E2FE6D14-2858-4D54-8314-A3B14A7DFB12}" type="presParOf" srcId="{7A1677EB-20FE-4F6F-BACF-372F63C5895F}" destId="{71716303-0082-48BE-A064-1B237C7B6EA2}" srcOrd="5" destOrd="0" presId="urn:microsoft.com/office/officeart/2011/layout/ConvergingText"/>
    <dgm:cxn modelId="{BB6B7BBE-898A-4110-9847-E23D588F274B}" type="presParOf" srcId="{7A1677EB-20FE-4F6F-BACF-372F63C5895F}" destId="{50625E49-899F-4FB9-8C7D-8BF4FB835DA8}" srcOrd="6" destOrd="0" presId="urn:microsoft.com/office/officeart/2011/layout/ConvergingText"/>
    <dgm:cxn modelId="{8BCD0AC3-3D49-4273-8D1B-1994997B6D38}" type="presParOf" srcId="{7A1677EB-20FE-4F6F-BACF-372F63C5895F}" destId="{3DC3D93B-C6D8-4BC9-9EAB-4B79A7E84229}" srcOrd="7" destOrd="0" presId="urn:microsoft.com/office/officeart/2011/layout/ConvergingText"/>
    <dgm:cxn modelId="{A9FCE346-AD9E-4429-AF23-450400562164}" type="presParOf" srcId="{7A1677EB-20FE-4F6F-BACF-372F63C5895F}" destId="{07194B3D-E22A-4FD4-8053-2383D4DEDADC}" srcOrd="8" destOrd="0" presId="urn:microsoft.com/office/officeart/2011/layout/ConvergingText"/>
    <dgm:cxn modelId="{2346BA05-7320-477D-959A-32E996AF865E}" type="presParOf" srcId="{7A1677EB-20FE-4F6F-BACF-372F63C5895F}" destId="{215471E3-23DC-4DD7-B847-B160D56CC392}" srcOrd="9" destOrd="0" presId="urn:microsoft.com/office/officeart/2011/layout/ConvergingText"/>
    <dgm:cxn modelId="{EC66E3A0-F1F7-4D8B-9F60-42F3AA783FCA}" type="presParOf" srcId="{7A1677EB-20FE-4F6F-BACF-372F63C5895F}" destId="{ABFD29B9-6E56-4B39-B572-B9F39EF5DB1A}" srcOrd="10" destOrd="0" presId="urn:microsoft.com/office/officeart/2011/layout/ConvergingText"/>
    <dgm:cxn modelId="{55FEF6F6-0D08-4356-9912-62C6A3393BA3}" type="presParOf" srcId="{7A1677EB-20FE-4F6F-BACF-372F63C5895F}" destId="{279EFBFB-39BB-439C-804C-E305DE650A26}" srcOrd="11" destOrd="0" presId="urn:microsoft.com/office/officeart/2011/layout/ConvergingText"/>
    <dgm:cxn modelId="{AEA3FF3C-40A1-4C82-AF3B-26F5073CE872}" type="presParOf" srcId="{7A1677EB-20FE-4F6F-BACF-372F63C5895F}" destId="{77779A59-04A4-47AE-BF16-96BF6314F3D6}" srcOrd="12" destOrd="0" presId="urn:microsoft.com/office/officeart/2011/layout/ConvergingText"/>
    <dgm:cxn modelId="{90880435-3C8D-4688-B7F6-109ACDDE85D7}" type="presParOf" srcId="{7A1677EB-20FE-4F6F-BACF-372F63C5895F}" destId="{0C461368-687E-46FA-A364-8257A0BC8C63}" srcOrd="13" destOrd="0" presId="urn:microsoft.com/office/officeart/2011/layout/ConvergingText"/>
    <dgm:cxn modelId="{75F5B213-57D0-41D9-B694-4D0DE9080CAC}" type="presParOf" srcId="{7A1677EB-20FE-4F6F-BACF-372F63C5895F}" destId="{7FE6B0EB-9B82-47C8-BBDE-5F55F5A5F786}" srcOrd="14" destOrd="0" presId="urn:microsoft.com/office/officeart/2011/layout/ConvergingText"/>
    <dgm:cxn modelId="{AA5E6EF2-AF07-4B8F-800B-B39D3E6788A2}" type="presParOf" srcId="{7A1677EB-20FE-4F6F-BACF-372F63C5895F}" destId="{09DA8358-460B-476A-9DAD-83EB0D9989DE}" srcOrd="15" destOrd="0" presId="urn:microsoft.com/office/officeart/2011/layout/ConvergingText"/>
    <dgm:cxn modelId="{BA175298-183D-44E9-AE9B-8450BEA5A200}" type="presParOf" srcId="{7A1677EB-20FE-4F6F-BACF-372F63C5895F}" destId="{17FDBC8F-9864-401A-AB00-AF8C87A43BC2}" srcOrd="16" destOrd="0" presId="urn:microsoft.com/office/officeart/2011/layout/ConvergingText"/>
    <dgm:cxn modelId="{C455B6D2-4657-4DB2-9F73-62874DAA3117}" type="presParOf" srcId="{7A1677EB-20FE-4F6F-BACF-372F63C5895F}" destId="{73FD0995-43F9-483D-8406-BAE381C8AAE0}" srcOrd="17" destOrd="0" presId="urn:microsoft.com/office/officeart/2011/layout/ConvergingText"/>
    <dgm:cxn modelId="{D85D2ABC-5457-4BDC-89D3-D7E8AE5FC8A9}" type="presParOf" srcId="{7A1677EB-20FE-4F6F-BACF-372F63C5895F}" destId="{5918732D-9F12-495D-A18E-DE058AE937DB}" srcOrd="18" destOrd="0" presId="urn:microsoft.com/office/officeart/2011/layout/ConvergingText"/>
    <dgm:cxn modelId="{34AE89A3-7D36-4BA5-B4FB-E2EF6A06780C}" type="presParOf" srcId="{7A1677EB-20FE-4F6F-BACF-372F63C5895F}" destId="{3639009E-7126-43FE-AB59-C9241BBAB999}" srcOrd="19" destOrd="0" presId="urn:microsoft.com/office/officeart/2011/layout/ConvergingText"/>
    <dgm:cxn modelId="{47E20E3F-44D9-49D1-9A4E-D230ECCF98B4}" type="presParOf" srcId="{7A1677EB-20FE-4F6F-BACF-372F63C5895F}" destId="{F9E46156-A73E-4927-9AC6-ED17867A7FC8}" srcOrd="20" destOrd="0" presId="urn:microsoft.com/office/officeart/2011/layout/ConvergingText"/>
    <dgm:cxn modelId="{BAEF6C11-38FD-478E-A74D-1ADAC5DDF632}" type="presParOf" srcId="{7A1677EB-20FE-4F6F-BACF-372F63C5895F}" destId="{13FE6EDE-C0CF-4E1C-ABC6-FC9BDD425360}" srcOrd="21" destOrd="0" presId="urn:microsoft.com/office/officeart/2011/layout/ConvergingText"/>
    <dgm:cxn modelId="{6636C138-7B63-4C0A-A033-80E7D2CB9C52}" type="presParOf" srcId="{7A1677EB-20FE-4F6F-BACF-372F63C5895F}" destId="{4A778849-3D09-43E8-8E18-C9E7260ECA27}" srcOrd="22" destOrd="0" presId="urn:microsoft.com/office/officeart/2011/layout/ConvergingText"/>
    <dgm:cxn modelId="{EFFCDA26-B195-48FF-BDC5-6B834A6D4745}" type="presParOf" srcId="{7A1677EB-20FE-4F6F-BACF-372F63C5895F}" destId="{847447E9-279E-4F00-B531-531DE560A893}" srcOrd="23" destOrd="0" presId="urn:microsoft.com/office/officeart/2011/layout/ConvergingText"/>
    <dgm:cxn modelId="{F3883E17-A3FC-4999-BE44-5A5C13508D24}" type="presParOf" srcId="{7A1677EB-20FE-4F6F-BACF-372F63C5895F}" destId="{4DE66D1B-5967-4CA3-BB75-680C35271E5A}" srcOrd="24" destOrd="0" presId="urn:microsoft.com/office/officeart/2011/layout/ConvergingText"/>
    <dgm:cxn modelId="{08FCB15C-5ED9-4E50-965D-E554138BC179}" type="presParOf" srcId="{7A1677EB-20FE-4F6F-BACF-372F63C5895F}" destId="{8C021B13-B77F-42F5-B5B0-70491D3314D6}" srcOrd="25" destOrd="0" presId="urn:microsoft.com/office/officeart/2011/layout/ConvergingText"/>
    <dgm:cxn modelId="{D2EC10A2-3E5D-4F86-9473-D2C76B00D412}" type="presParOf" srcId="{7A1677EB-20FE-4F6F-BACF-372F63C5895F}" destId="{043D28F6-7C24-4B67-AFA3-87294CA4DA42}" srcOrd="26" destOrd="0" presId="urn:microsoft.com/office/officeart/2011/layout/ConvergingText"/>
    <dgm:cxn modelId="{E3B4771E-E2A5-4C0F-A644-96429556B009}" type="presParOf" srcId="{7A1677EB-20FE-4F6F-BACF-372F63C5895F}" destId="{75A2FFFA-75E4-46A0-9AE4-5C1B32799D12}" srcOrd="27" destOrd="0" presId="urn:microsoft.com/office/officeart/2011/layout/ConvergingText"/>
    <dgm:cxn modelId="{EF3623D2-4382-4305-8262-6AF05852964C}" type="presParOf" srcId="{7A1677EB-20FE-4F6F-BACF-372F63C5895F}" destId="{C42C5FE5-A59F-4369-A8D3-EBB2B7EEF1D7}" srcOrd="28" destOrd="0" presId="urn:microsoft.com/office/officeart/2011/layout/ConvergingText"/>
    <dgm:cxn modelId="{6AE972EA-0661-480A-8051-798F1864C586}" type="presParOf" srcId="{015395BC-2A47-4F81-ACD7-ADA7F472A0EE}" destId="{716FE8F5-863C-4C3A-8E5A-D6D91C14CDE1}" srcOrd="1" destOrd="0" presId="urn:microsoft.com/office/officeart/2011/layout/ConvergingText"/>
    <dgm:cxn modelId="{547BF715-132D-4F8F-8E44-38337D835085}" type="presParOf" srcId="{015395BC-2A47-4F81-ACD7-ADA7F472A0EE}" destId="{7BB4DAC6-4E86-402A-91E8-C4E7C4FB25C7}" srcOrd="2" destOrd="0" presId="urn:microsoft.com/office/officeart/2011/layout/ConvergingText"/>
    <dgm:cxn modelId="{358100C4-AD88-4BD9-9378-FF6D298463C6}" type="presParOf" srcId="{7BB4DAC6-4E86-402A-91E8-C4E7C4FB25C7}" destId="{DFF6CB64-6F35-4BF2-AF18-038C07D3ACC5}" srcOrd="0" destOrd="0" presId="urn:microsoft.com/office/officeart/2011/layout/ConvergingText"/>
    <dgm:cxn modelId="{0C7802A1-88DA-4425-A1E9-10262E569AF6}" type="presParOf" srcId="{7BB4DAC6-4E86-402A-91E8-C4E7C4FB25C7}" destId="{77A753ED-CDC7-46B6-8A92-79EBDF3C4EC4}" srcOrd="1" destOrd="0" presId="urn:microsoft.com/office/officeart/2011/layout/ConvergingText"/>
    <dgm:cxn modelId="{8EFE2530-2937-40E0-B8A5-389424E44452}" type="presParOf" srcId="{7BB4DAC6-4E86-402A-91E8-C4E7C4FB25C7}" destId="{D3279682-C0F7-405D-88E5-CA08AF3AC912}" srcOrd="2" destOrd="0" presId="urn:microsoft.com/office/officeart/2011/layout/ConvergingText"/>
    <dgm:cxn modelId="{9EF0CD2D-D0A4-490C-B7D7-EE5C84D2D4B9}" type="presParOf" srcId="{7BB4DAC6-4E86-402A-91E8-C4E7C4FB25C7}" destId="{EC3F958E-1546-4F97-9969-57C8C8FEFE40}" srcOrd="3" destOrd="0" presId="urn:microsoft.com/office/officeart/2011/layout/ConvergingText"/>
    <dgm:cxn modelId="{29103607-380F-4FE6-B26A-72A674FAF504}" type="presParOf" srcId="{7BB4DAC6-4E86-402A-91E8-C4E7C4FB25C7}" destId="{B6FE87BA-0399-42FF-ADBC-B419DEAEE4D8}" srcOrd="4" destOrd="0" presId="urn:microsoft.com/office/officeart/2011/layout/ConvergingText"/>
    <dgm:cxn modelId="{13A9633C-B4D2-4E86-9193-53EA05DF2948}" type="presParOf" srcId="{7BB4DAC6-4E86-402A-91E8-C4E7C4FB25C7}" destId="{251EBC42-D2AA-465D-B197-3665B3734C3E}" srcOrd="5" destOrd="0" presId="urn:microsoft.com/office/officeart/2011/layout/ConvergingText"/>
    <dgm:cxn modelId="{4B44A25C-A67F-4813-BBD1-4DC480BCEFC3}" type="presParOf" srcId="{7BB4DAC6-4E86-402A-91E8-C4E7C4FB25C7}" destId="{F1A31E81-3597-48FE-8809-B1F51775C75A}" srcOrd="6" destOrd="0" presId="urn:microsoft.com/office/officeart/2011/layout/ConvergingText"/>
    <dgm:cxn modelId="{B981CD25-4E51-4DAF-8CA4-8F997A4CB12C}" type="presParOf" srcId="{7BB4DAC6-4E86-402A-91E8-C4E7C4FB25C7}" destId="{39F29520-6DCD-4963-8CA2-C541BAFA39F0}" srcOrd="7" destOrd="0" presId="urn:microsoft.com/office/officeart/2011/layout/ConvergingText"/>
    <dgm:cxn modelId="{05CBEF24-761E-4290-A983-6141B1532048}" type="presParOf" srcId="{7BB4DAC6-4E86-402A-91E8-C4E7C4FB25C7}" destId="{71BF1048-A49A-4660-ACD8-7B5AA460A1B0}" srcOrd="8" destOrd="0" presId="urn:microsoft.com/office/officeart/2011/layout/ConvergingText"/>
    <dgm:cxn modelId="{66730BA8-D446-42C8-A879-6829F5390220}" type="presParOf" srcId="{7BB4DAC6-4E86-402A-91E8-C4E7C4FB25C7}" destId="{97B2F6C5-BAED-4588-AB7C-52B5E09E6FE3}" srcOrd="9" destOrd="0" presId="urn:microsoft.com/office/officeart/2011/layout/ConvergingText"/>
    <dgm:cxn modelId="{C4CEE841-2191-45CD-9D3B-A137E9489609}" type="presParOf" srcId="{7BB4DAC6-4E86-402A-91E8-C4E7C4FB25C7}" destId="{A0236095-5750-4EE4-9718-3440F3CA3E48}" srcOrd="10" destOrd="0" presId="urn:microsoft.com/office/officeart/2011/layout/ConvergingText"/>
    <dgm:cxn modelId="{C54DBB1C-7B61-4014-8270-D91F45322D6D}" type="presParOf" srcId="{7BB4DAC6-4E86-402A-91E8-C4E7C4FB25C7}" destId="{1C034E1E-D1F0-49B1-9A77-E4738F3A343B}" srcOrd="11" destOrd="0" presId="urn:microsoft.com/office/officeart/2011/layout/ConvergingText"/>
    <dgm:cxn modelId="{E0AFDF80-EC7F-44FC-85E4-D5EC85F452E3}" type="presParOf" srcId="{7BB4DAC6-4E86-402A-91E8-C4E7C4FB25C7}" destId="{C88037F6-DDC4-4EF7-AFE1-6616C28B908F}" srcOrd="12" destOrd="0" presId="urn:microsoft.com/office/officeart/2011/layout/ConvergingText"/>
    <dgm:cxn modelId="{9C765C89-6A9A-4193-9F69-396FE98AE5EA}" type="presParOf" srcId="{7BB4DAC6-4E86-402A-91E8-C4E7C4FB25C7}" destId="{BCAA0894-96C4-422D-A706-31F98F998A64}" srcOrd="13" destOrd="0" presId="urn:microsoft.com/office/officeart/2011/layout/ConvergingText"/>
    <dgm:cxn modelId="{D17C44C9-6D24-4BA9-B912-9C189082141B}" type="presParOf" srcId="{7BB4DAC6-4E86-402A-91E8-C4E7C4FB25C7}" destId="{4E9CEF5F-78A4-449F-AD1A-A31BE619C36A}" srcOrd="14" destOrd="0" presId="urn:microsoft.com/office/officeart/2011/layout/ConvergingText"/>
    <dgm:cxn modelId="{63124F29-FF94-4B91-93EA-F7C383AE05F4}" type="presParOf" srcId="{7BB4DAC6-4E86-402A-91E8-C4E7C4FB25C7}" destId="{D2F3D380-B445-49D0-920A-92F9F58D995A}" srcOrd="15" destOrd="0" presId="urn:microsoft.com/office/officeart/2011/layout/ConvergingText"/>
    <dgm:cxn modelId="{3FC6806F-AD27-407F-8764-07CE94E63048}" type="presParOf" srcId="{7BB4DAC6-4E86-402A-91E8-C4E7C4FB25C7}" destId="{33F316AF-E810-4CA4-B0D9-1D4B439DF084}" srcOrd="16" destOrd="0" presId="urn:microsoft.com/office/officeart/2011/layout/ConvergingText"/>
    <dgm:cxn modelId="{3219FBF9-B84E-4A89-A6D7-3937636A9138}" type="presParOf" srcId="{7BB4DAC6-4E86-402A-91E8-C4E7C4FB25C7}" destId="{131F0E9F-BB03-4A7B-A8E9-75B614D93604}" srcOrd="17" destOrd="0" presId="urn:microsoft.com/office/officeart/2011/layout/ConvergingText"/>
    <dgm:cxn modelId="{A3BA71FA-E18E-4DB1-8B4F-6FAB71B997A7}" type="presParOf" srcId="{7BB4DAC6-4E86-402A-91E8-C4E7C4FB25C7}" destId="{F9F22A1C-DB06-4EFC-9A93-C61A79072E19}" srcOrd="18" destOrd="0" presId="urn:microsoft.com/office/officeart/2011/layout/ConvergingText"/>
    <dgm:cxn modelId="{5D298EA9-5CB6-4A20-B858-8C5247956C33}" type="presParOf" srcId="{7BB4DAC6-4E86-402A-91E8-C4E7C4FB25C7}" destId="{A2E22D95-03DB-4575-8E3A-3D69F0C0AD7E}" srcOrd="19" destOrd="0" presId="urn:microsoft.com/office/officeart/2011/layout/ConvergingText"/>
    <dgm:cxn modelId="{ABA6EA1D-CAFF-4F9D-B899-65A01C2FE0B6}" type="presParOf" srcId="{7BB4DAC6-4E86-402A-91E8-C4E7C4FB25C7}" destId="{6B14BB0B-CE4F-40E5-AD8E-11D3E64A8229}" srcOrd="20" destOrd="0" presId="urn:microsoft.com/office/officeart/2011/layout/ConvergingText"/>
    <dgm:cxn modelId="{42080449-3025-4836-B67F-3E262E7A5205}" type="presParOf" srcId="{7BB4DAC6-4E86-402A-91E8-C4E7C4FB25C7}" destId="{563A7BE5-5FBF-4A45-9D11-BBC05AC7BEEC}" srcOrd="21" destOrd="0" presId="urn:microsoft.com/office/officeart/2011/layout/ConvergingText"/>
    <dgm:cxn modelId="{4C5DE3DE-2EA6-4E43-BD92-8F6D56090BDA}" type="presParOf" srcId="{7BB4DAC6-4E86-402A-91E8-C4E7C4FB25C7}" destId="{AFB0F0C6-A530-435B-9C1E-67CF185568BA}" srcOrd="22" destOrd="0" presId="urn:microsoft.com/office/officeart/2011/layout/ConvergingText"/>
    <dgm:cxn modelId="{8A4F0435-B054-489D-B528-E88A959A0C96}" type="presParOf" srcId="{7BB4DAC6-4E86-402A-91E8-C4E7C4FB25C7}" destId="{FC992711-49DD-417D-9857-C5DC2AB77E28}" srcOrd="23" destOrd="0" presId="urn:microsoft.com/office/officeart/2011/layout/ConvergingText"/>
    <dgm:cxn modelId="{685716BB-9066-448C-A38A-7210BD9F193E}" type="presParOf" srcId="{7BB4DAC6-4E86-402A-91E8-C4E7C4FB25C7}" destId="{4E5B0E6A-DF81-4A0C-8506-7357326EF4B3}" srcOrd="24" destOrd="0" presId="urn:microsoft.com/office/officeart/2011/layout/ConvergingText"/>
    <dgm:cxn modelId="{BD45980B-50FC-4AE3-8E95-DFDD3CD9953E}" type="presParOf" srcId="{7BB4DAC6-4E86-402A-91E8-C4E7C4FB25C7}" destId="{BF4CD6D4-3096-4B20-9B1B-FAB959DCC1A8}" srcOrd="25" destOrd="0" presId="urn:microsoft.com/office/officeart/2011/layout/ConvergingText"/>
    <dgm:cxn modelId="{4F8D9E5A-4246-4F00-BECC-D5E5CFD32A8D}" type="presParOf" srcId="{7BB4DAC6-4E86-402A-91E8-C4E7C4FB25C7}" destId="{C66A3B66-A023-4604-B586-C22AF1722FB6}" srcOrd="26" destOrd="0" presId="urn:microsoft.com/office/officeart/2011/layout/ConvergingText"/>
    <dgm:cxn modelId="{303EECB1-B488-4F90-B942-E24E2C6AB508}" type="presParOf" srcId="{7BB4DAC6-4E86-402A-91E8-C4E7C4FB25C7}" destId="{171941AB-3A63-4E73-B4BD-1CF4E273B52D}" srcOrd="27" destOrd="0" presId="urn:microsoft.com/office/officeart/2011/layout/ConvergingText"/>
    <dgm:cxn modelId="{927D45CB-1EAC-45FB-A6BF-B42AE58F0AC8}" type="presParOf" srcId="{7BB4DAC6-4E86-402A-91E8-C4E7C4FB25C7}" destId="{BFDEDD3E-3F8D-4DF4-BD58-5CFEC86DA761}" srcOrd="28" destOrd="0" presId="urn:microsoft.com/office/officeart/2011/layout/ConvergingText"/>
    <dgm:cxn modelId="{38D638C6-839F-41D0-B49D-98854B30A330}" type="presParOf" srcId="{015395BC-2A47-4F81-ACD7-ADA7F472A0EE}" destId="{46E65D92-36F0-4E71-96BF-90E6F70125DF}" srcOrd="3" destOrd="0" presId="urn:microsoft.com/office/officeart/2011/layout/ConvergingText"/>
    <dgm:cxn modelId="{2083622C-8268-4ADD-9113-53F62B8C248B}" type="presParOf" srcId="{015395BC-2A47-4F81-ACD7-ADA7F472A0EE}" destId="{4A36BBB7-CE41-4AB8-96AA-7EE1695EE1E2}" srcOrd="4" destOrd="0" presId="urn:microsoft.com/office/officeart/2011/layout/ConvergingText"/>
    <dgm:cxn modelId="{5D2BF6D2-D629-495A-A742-4579EE8437C9}" type="presParOf" srcId="{4A36BBB7-CE41-4AB8-96AA-7EE1695EE1E2}" destId="{29C65663-376F-4122-939B-41D1510B9C1F}" srcOrd="0" destOrd="0" presId="urn:microsoft.com/office/officeart/2011/layout/ConvergingText"/>
    <dgm:cxn modelId="{4A8C0274-F214-4E42-A19B-0824D85DC879}" type="presParOf" srcId="{4A36BBB7-CE41-4AB8-96AA-7EE1695EE1E2}" destId="{D9EF05FE-2A9E-416E-81E3-7C2B8E863EC6}" srcOrd="1" destOrd="0" presId="urn:microsoft.com/office/officeart/2011/layout/ConvergingText"/>
    <dgm:cxn modelId="{E00B45A6-1EB8-4BAB-BF2B-1371EDCF5825}" type="presParOf" srcId="{4A36BBB7-CE41-4AB8-96AA-7EE1695EE1E2}" destId="{1D771A6E-4A85-47C3-8657-FBEE23DDF60B}" srcOrd="2" destOrd="0" presId="urn:microsoft.com/office/officeart/2011/layout/ConvergingText"/>
    <dgm:cxn modelId="{89A4695C-93D6-480D-822D-F98713929F79}" type="presParOf" srcId="{4A36BBB7-CE41-4AB8-96AA-7EE1695EE1E2}" destId="{9B18E674-1CB3-4EA3-9304-04CDA6066879}" srcOrd="3" destOrd="0" presId="urn:microsoft.com/office/officeart/2011/layout/ConvergingText"/>
    <dgm:cxn modelId="{E9E45D72-8776-4FBD-8B71-9EDB0C1AD552}" type="presParOf" srcId="{4A36BBB7-CE41-4AB8-96AA-7EE1695EE1E2}" destId="{2E7FBE75-D088-42A6-B2A1-F34CC9A4C2C6}" srcOrd="4" destOrd="0" presId="urn:microsoft.com/office/officeart/2011/layout/ConvergingText"/>
    <dgm:cxn modelId="{8E5A8900-81B9-4F0C-B4FC-BF7355651C72}" type="presParOf" srcId="{4A36BBB7-CE41-4AB8-96AA-7EE1695EE1E2}" destId="{80B7BF12-4AD3-4D46-B9D5-4AD915E3E089}" srcOrd="5" destOrd="0" presId="urn:microsoft.com/office/officeart/2011/layout/ConvergingText"/>
    <dgm:cxn modelId="{A4C7BF4F-3D88-4B43-A6CD-103410BE8214}" type="presParOf" srcId="{4A36BBB7-CE41-4AB8-96AA-7EE1695EE1E2}" destId="{71B46F6A-1C40-482F-94B3-A977BB939DE2}" srcOrd="6" destOrd="0" presId="urn:microsoft.com/office/officeart/2011/layout/ConvergingText"/>
    <dgm:cxn modelId="{C0649445-7DD9-481D-AC20-89DA257A0497}" type="presParOf" srcId="{4A36BBB7-CE41-4AB8-96AA-7EE1695EE1E2}" destId="{C8847420-4CB1-4081-BBE4-D9585BFE88D6}" srcOrd="7" destOrd="0" presId="urn:microsoft.com/office/officeart/2011/layout/ConvergingText"/>
    <dgm:cxn modelId="{83233192-E738-47E2-AEF6-11A98938E6DB}" type="presParOf" srcId="{4A36BBB7-CE41-4AB8-96AA-7EE1695EE1E2}" destId="{D7463DA0-D296-4C97-8F4A-0ADB0FC6236B}" srcOrd="8" destOrd="0" presId="urn:microsoft.com/office/officeart/2011/layout/ConvergingText"/>
    <dgm:cxn modelId="{B5F44235-6EA9-4EA3-ACD2-CF5D4E2769D0}" type="presParOf" srcId="{4A36BBB7-CE41-4AB8-96AA-7EE1695EE1E2}" destId="{A58A4201-AB48-4FB8-9A4F-ECF9B26964D5}" srcOrd="9" destOrd="0" presId="urn:microsoft.com/office/officeart/2011/layout/ConvergingText"/>
    <dgm:cxn modelId="{41A8B478-C473-4D38-B298-BAA51D8C456A}" type="presParOf" srcId="{4A36BBB7-CE41-4AB8-96AA-7EE1695EE1E2}" destId="{FADC3864-2165-46C3-AD0B-1F5D8F859EF0}" srcOrd="10" destOrd="0" presId="urn:microsoft.com/office/officeart/2011/layout/ConvergingText"/>
    <dgm:cxn modelId="{E624F5CC-0517-4E06-907D-DA1F6674B815}" type="presParOf" srcId="{4A36BBB7-CE41-4AB8-96AA-7EE1695EE1E2}" destId="{F9B17343-1A6D-4830-BAC8-D00BC1B35A81}" srcOrd="11" destOrd="0" presId="urn:microsoft.com/office/officeart/2011/layout/ConvergingText"/>
    <dgm:cxn modelId="{8B6816E2-0B75-4BBE-B7C0-C16FC12F77C2}" type="presParOf" srcId="{4A36BBB7-CE41-4AB8-96AA-7EE1695EE1E2}" destId="{E9EA3A53-BE6B-42F8-BD3C-E9C6DC1AB66B}" srcOrd="12" destOrd="0" presId="urn:microsoft.com/office/officeart/2011/layout/ConvergingText"/>
    <dgm:cxn modelId="{AC0F8F71-21A8-4199-8A1A-6D418909B2D6}" type="presParOf" srcId="{4A36BBB7-CE41-4AB8-96AA-7EE1695EE1E2}" destId="{8F8CAA9B-977F-4B4D-BBA8-7E5FF5DA8B1D}" srcOrd="13" destOrd="0" presId="urn:microsoft.com/office/officeart/2011/layout/ConvergingText"/>
    <dgm:cxn modelId="{F2D9A2CE-0FB5-4222-A3A8-7BD7BE4D1550}" type="presParOf" srcId="{4A36BBB7-CE41-4AB8-96AA-7EE1695EE1E2}" destId="{4EF9A015-536A-427E-B553-FA55B4509F90}" srcOrd="14" destOrd="0" presId="urn:microsoft.com/office/officeart/2011/layout/ConvergingText"/>
    <dgm:cxn modelId="{5393E1A7-3CF3-4C51-A153-A88273D7BF28}" type="presParOf" srcId="{4A36BBB7-CE41-4AB8-96AA-7EE1695EE1E2}" destId="{950BC4AB-B407-4F5F-8BE8-10889D9325ED}" srcOrd="15" destOrd="0" presId="urn:microsoft.com/office/officeart/2011/layout/ConvergingText"/>
    <dgm:cxn modelId="{85BC6E61-317F-43D5-855C-BB68F631B0A5}" type="presParOf" srcId="{4A36BBB7-CE41-4AB8-96AA-7EE1695EE1E2}" destId="{950B0701-A83D-429B-BDCC-089F3269B231}" srcOrd="16" destOrd="0" presId="urn:microsoft.com/office/officeart/2011/layout/ConvergingText"/>
    <dgm:cxn modelId="{34164A52-30F3-45CD-A3AD-2DE3392E879A}" type="presParOf" srcId="{4A36BBB7-CE41-4AB8-96AA-7EE1695EE1E2}" destId="{9B368FB6-5CD0-498E-B8EF-4B046F81752A}" srcOrd="17" destOrd="0" presId="urn:microsoft.com/office/officeart/2011/layout/ConvergingText"/>
    <dgm:cxn modelId="{A5129688-1706-4EC3-8A4E-47AAFC4E871E}" type="presParOf" srcId="{4A36BBB7-CE41-4AB8-96AA-7EE1695EE1E2}" destId="{4D1653D9-3E48-43F5-AF39-A0749E1818C7}" srcOrd="18" destOrd="0" presId="urn:microsoft.com/office/officeart/2011/layout/ConvergingText"/>
    <dgm:cxn modelId="{7BF4AC69-5723-4874-90FF-102469AAE700}" type="presParOf" srcId="{4A36BBB7-CE41-4AB8-96AA-7EE1695EE1E2}" destId="{52CFF4EB-8079-46B2-9B95-E2AA54DA953B}" srcOrd="19" destOrd="0" presId="urn:microsoft.com/office/officeart/2011/layout/ConvergingText"/>
    <dgm:cxn modelId="{A0F2A13D-FD4F-4EB6-98EF-F0D0A1DD4649}" type="presParOf" srcId="{4A36BBB7-CE41-4AB8-96AA-7EE1695EE1E2}" destId="{DD7AE950-59A1-4B1B-9CCB-FEA76F267A6E}" srcOrd="20" destOrd="0" presId="urn:microsoft.com/office/officeart/2011/layout/ConvergingText"/>
    <dgm:cxn modelId="{07FCC776-A9E4-4843-A7B0-A531650BC607}" type="presParOf" srcId="{4A36BBB7-CE41-4AB8-96AA-7EE1695EE1E2}" destId="{4FF59E53-AB33-43B1-B34E-59869079FD39}" srcOrd="21" destOrd="0" presId="urn:microsoft.com/office/officeart/2011/layout/ConvergingText"/>
    <dgm:cxn modelId="{4D8BEB71-C949-4D3C-B07C-798F05B8ACAF}" type="presParOf" srcId="{4A36BBB7-CE41-4AB8-96AA-7EE1695EE1E2}" destId="{AE301EC1-5E53-4258-9C86-3D79C5D8D410}" srcOrd="22" destOrd="0" presId="urn:microsoft.com/office/officeart/2011/layout/ConvergingText"/>
    <dgm:cxn modelId="{E51099F2-A272-4942-AA95-9F1DD56FF198}" type="presParOf" srcId="{4A36BBB7-CE41-4AB8-96AA-7EE1695EE1E2}" destId="{76655C17-2A99-41A8-8A9E-40189A8A1D99}" srcOrd="23" destOrd="0" presId="urn:microsoft.com/office/officeart/2011/layout/ConvergingText"/>
    <dgm:cxn modelId="{8804C2E7-3F47-4C08-92E9-D8D822A2CB59}" type="presParOf" srcId="{4A36BBB7-CE41-4AB8-96AA-7EE1695EE1E2}" destId="{4E8D41DC-8CFB-475E-AEFA-23D16093B332}" srcOrd="24" destOrd="0" presId="urn:microsoft.com/office/officeart/2011/layout/ConvergingText"/>
    <dgm:cxn modelId="{00AB7E99-995B-40BF-A1CD-8B2BC5D73662}" type="presParOf" srcId="{4A36BBB7-CE41-4AB8-96AA-7EE1695EE1E2}" destId="{1E9DA264-31E2-47BD-A801-1AF5586D364C}" srcOrd="25" destOrd="0" presId="urn:microsoft.com/office/officeart/2011/layout/ConvergingText"/>
    <dgm:cxn modelId="{96528B21-AF8B-45EF-8F10-B425E1A2C263}" type="presParOf" srcId="{4A36BBB7-CE41-4AB8-96AA-7EE1695EE1E2}" destId="{9609AE2F-3B06-49FA-82AF-3E1105A6E7E8}" srcOrd="26" destOrd="0" presId="urn:microsoft.com/office/officeart/2011/layout/ConvergingText"/>
    <dgm:cxn modelId="{5FAA93B4-046E-4A65-B4C7-6BBFCC6F2236}" type="presParOf" srcId="{4A36BBB7-CE41-4AB8-96AA-7EE1695EE1E2}" destId="{B45AD48A-9477-4D68-A560-10801E9837FE}" srcOrd="27" destOrd="0" presId="urn:microsoft.com/office/officeart/2011/layout/ConvergingText"/>
    <dgm:cxn modelId="{99AB8136-C94A-404F-BD4F-93A23D8E7216}" type="presParOf" srcId="{4A36BBB7-CE41-4AB8-96AA-7EE1695EE1E2}" destId="{505177EF-C5FA-4959-85B8-575D3BA85608}" srcOrd="28" destOrd="0" presId="urn:microsoft.com/office/officeart/2011/layout/ConvergingText"/>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55.xml><?xml version="1.0" encoding="utf-8"?>
<dgm:dataModel xmlns:dgm="http://schemas.openxmlformats.org/drawingml/2006/diagram" xmlns:a="http://schemas.openxmlformats.org/drawingml/2006/main">
  <dgm:ptLst>
    <dgm:pt modelId="{B9C32B05-62EA-407A-B21C-2310C7945705}" type="doc">
      <dgm:prSet loTypeId="urn:microsoft.com/office/officeart/2005/8/layout/hProcess6" loCatId="process"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F66099B6-DBBD-4AB0-82D2-877B80F846F7}">
      <dgm:prSet phldrT="[Text]"/>
      <dgm:spPr/>
      <dgm:t>
        <a:bodyPr/>
        <a:lstStyle/>
        <a:p>
          <a:r>
            <a:rPr lang="en-US" dirty="0"/>
            <a:t>Lorem Ipsum</a:t>
          </a:r>
        </a:p>
      </dgm:t>
    </dgm:pt>
    <dgm:pt modelId="{B09C8BFB-F41C-4AC4-AB94-F216E3081C2D}" type="parTrans" cxnId="{B4F3EA32-CE64-4A92-9BAE-BC57E5392B05}">
      <dgm:prSet/>
      <dgm:spPr/>
      <dgm:t>
        <a:bodyPr/>
        <a:lstStyle/>
        <a:p>
          <a:endParaRPr lang="en-US"/>
        </a:p>
      </dgm:t>
    </dgm:pt>
    <dgm:pt modelId="{BC531B32-9B0E-482E-BF91-65C61F17168D}" type="sibTrans" cxnId="{B4F3EA32-CE64-4A92-9BAE-BC57E5392B05}">
      <dgm:prSet/>
      <dgm:spPr/>
      <dgm:t>
        <a:bodyPr/>
        <a:lstStyle/>
        <a:p>
          <a:endParaRPr lang="en-US"/>
        </a:p>
      </dgm:t>
    </dgm:pt>
    <dgm:pt modelId="{EE62A4F6-4AC4-435B-990E-81A71CE8CAC7}">
      <dgm:prSet phldrT="[Text]"/>
      <dgm:spPr/>
      <dgm:t>
        <a:bodyPr/>
        <a:lstStyle/>
        <a:p>
          <a:r>
            <a:rPr lang="en-US" dirty="0"/>
            <a:t>Lorem Ipsum</a:t>
          </a:r>
        </a:p>
      </dgm:t>
    </dgm:pt>
    <dgm:pt modelId="{F287B947-7343-4FA2-B288-B23A59FFAE31}" type="parTrans" cxnId="{3A2CECA6-0C5B-46BB-B7C6-7D37E9D210BD}">
      <dgm:prSet/>
      <dgm:spPr/>
      <dgm:t>
        <a:bodyPr/>
        <a:lstStyle/>
        <a:p>
          <a:endParaRPr lang="en-US"/>
        </a:p>
      </dgm:t>
    </dgm:pt>
    <dgm:pt modelId="{389F9A93-0231-4877-8C41-5D5B8DD7AAC0}" type="sibTrans" cxnId="{3A2CECA6-0C5B-46BB-B7C6-7D37E9D210BD}">
      <dgm:prSet/>
      <dgm:spPr/>
      <dgm:t>
        <a:bodyPr/>
        <a:lstStyle/>
        <a:p>
          <a:endParaRPr lang="en-US"/>
        </a:p>
      </dgm:t>
    </dgm:pt>
    <dgm:pt modelId="{6CF284C3-4A70-4432-8F33-E75A802B3330}">
      <dgm:prSet/>
      <dgm:spPr/>
      <dgm:t>
        <a:bodyPr/>
        <a:lstStyle/>
        <a:p>
          <a:r>
            <a:rPr lang="en-US" dirty="0"/>
            <a:t>Some text here</a:t>
          </a:r>
        </a:p>
      </dgm:t>
    </dgm:pt>
    <dgm:pt modelId="{044831E6-2FC9-4DDA-81FB-5FA418568D07}" type="parTrans" cxnId="{2DC24386-BC50-4BAB-8571-16CB10C2603C}">
      <dgm:prSet/>
      <dgm:spPr/>
      <dgm:t>
        <a:bodyPr/>
        <a:lstStyle/>
        <a:p>
          <a:endParaRPr lang="en-US"/>
        </a:p>
      </dgm:t>
    </dgm:pt>
    <dgm:pt modelId="{CD50B82D-84BB-4747-B282-ABB339EBA294}" type="sibTrans" cxnId="{2DC24386-BC50-4BAB-8571-16CB10C2603C}">
      <dgm:prSet/>
      <dgm:spPr/>
      <dgm:t>
        <a:bodyPr/>
        <a:lstStyle/>
        <a:p>
          <a:endParaRPr lang="en-US"/>
        </a:p>
      </dgm:t>
    </dgm:pt>
    <dgm:pt modelId="{3AF880A5-0F00-4315-A5DF-1FE656798601}">
      <dgm:prSet phldrT="[Text]"/>
      <dgm:spPr/>
      <dgm:t>
        <a:bodyPr/>
        <a:lstStyle/>
        <a:p>
          <a:r>
            <a:rPr lang="en-US" dirty="0"/>
            <a:t>Some text here</a:t>
          </a:r>
        </a:p>
      </dgm:t>
    </dgm:pt>
    <dgm:pt modelId="{A13BB1F9-5857-4B43-8BF5-6589AA2CB759}" type="parTrans" cxnId="{24F8CBE2-5003-4E69-A772-6B98F2B05181}">
      <dgm:prSet/>
      <dgm:spPr/>
      <dgm:t>
        <a:bodyPr/>
        <a:lstStyle/>
        <a:p>
          <a:endParaRPr lang="en-US"/>
        </a:p>
      </dgm:t>
    </dgm:pt>
    <dgm:pt modelId="{C198C41D-2640-4669-83ED-E0CD35701C8E}" type="sibTrans" cxnId="{24F8CBE2-5003-4E69-A772-6B98F2B05181}">
      <dgm:prSet/>
      <dgm:spPr/>
      <dgm:t>
        <a:bodyPr/>
        <a:lstStyle/>
        <a:p>
          <a:endParaRPr lang="en-US"/>
        </a:p>
      </dgm:t>
    </dgm:pt>
    <dgm:pt modelId="{8EA7219F-BDB2-48EB-9EEB-3133522D132E}">
      <dgm:prSet phldrT="[Text]"/>
      <dgm:spPr/>
      <dgm:t>
        <a:bodyPr/>
        <a:lstStyle/>
        <a:p>
          <a:r>
            <a:rPr lang="en-US" dirty="0"/>
            <a:t>Some text here</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BE788BF5-FE9F-4C7D-A1CD-9232D7860179}">
      <dgm:prSet phldrT="[Text]"/>
      <dgm:spPr/>
      <dgm:t>
        <a:bodyPr/>
        <a:lstStyle/>
        <a:p>
          <a:r>
            <a:rPr lang="en-US"/>
            <a:t>Some text here</a:t>
          </a:r>
          <a:endParaRPr lang="en-US" dirty="0"/>
        </a:p>
      </dgm:t>
    </dgm:pt>
    <dgm:pt modelId="{963A52CB-C772-45F2-8A30-8ABA6B14D3CE}" type="parTrans" cxnId="{35013F34-57BC-4E3C-A003-07C0E49926DB}">
      <dgm:prSet/>
      <dgm:spPr/>
      <dgm:t>
        <a:bodyPr/>
        <a:lstStyle/>
        <a:p>
          <a:endParaRPr lang="en-US"/>
        </a:p>
      </dgm:t>
    </dgm:pt>
    <dgm:pt modelId="{88191C5E-55BA-42F2-B842-FC86CBBADC0F}" type="sibTrans" cxnId="{35013F34-57BC-4E3C-A003-07C0E49926DB}">
      <dgm:prSet/>
      <dgm:spPr/>
      <dgm:t>
        <a:bodyPr/>
        <a:lstStyle/>
        <a:p>
          <a:endParaRPr lang="en-US"/>
        </a:p>
      </dgm:t>
    </dgm:pt>
    <dgm:pt modelId="{3CE06941-9820-4827-8B16-CD80CC49F780}">
      <dgm:prSet phldrT="[Text]"/>
      <dgm:spPr/>
      <dgm:t>
        <a:bodyPr/>
        <a:lstStyle/>
        <a:p>
          <a:r>
            <a:rPr lang="en-US" dirty="0"/>
            <a:t>Some text here</a:t>
          </a:r>
        </a:p>
      </dgm:t>
    </dgm:pt>
    <dgm:pt modelId="{141A3C92-8966-4E2F-82E4-2E09E22674B2}" type="parTrans" cxnId="{C99CE395-39F6-46B4-938C-9BF085685D1A}">
      <dgm:prSet/>
      <dgm:spPr/>
      <dgm:t>
        <a:bodyPr/>
        <a:lstStyle/>
        <a:p>
          <a:endParaRPr lang="en-US"/>
        </a:p>
      </dgm:t>
    </dgm:pt>
    <dgm:pt modelId="{F58FC55B-E61F-445C-956E-0BB2202254CA}" type="sibTrans" cxnId="{C99CE395-39F6-46B4-938C-9BF085685D1A}">
      <dgm:prSet/>
      <dgm:spPr/>
      <dgm:t>
        <a:bodyPr/>
        <a:lstStyle/>
        <a:p>
          <a:endParaRPr lang="en-US"/>
        </a:p>
      </dgm:t>
    </dgm:pt>
    <dgm:pt modelId="{386C2B6D-2EE1-4682-AE61-EE246CD54E31}">
      <dgm:prSet phldrT="[Text]"/>
      <dgm:spPr/>
      <dgm:t>
        <a:bodyPr/>
        <a:lstStyle/>
        <a:p>
          <a:r>
            <a:rPr lang="en-US" dirty="0"/>
            <a:t>Some text here</a:t>
          </a:r>
        </a:p>
      </dgm:t>
    </dgm:pt>
    <dgm:pt modelId="{649D72FB-0D8F-479C-87D1-C73133EF35E2}" type="parTrans" cxnId="{7F96AC57-2F84-4E8C-AA92-E82865EE63FE}">
      <dgm:prSet/>
      <dgm:spPr/>
      <dgm:t>
        <a:bodyPr/>
        <a:lstStyle/>
        <a:p>
          <a:endParaRPr lang="en-US"/>
        </a:p>
      </dgm:t>
    </dgm:pt>
    <dgm:pt modelId="{E1C9E6F1-2ED2-4DD8-9B78-28FC1AF5D352}" type="sibTrans" cxnId="{7F96AC57-2F84-4E8C-AA92-E82865EE63FE}">
      <dgm:prSet/>
      <dgm:spPr/>
      <dgm:t>
        <a:bodyPr/>
        <a:lstStyle/>
        <a:p>
          <a:endParaRPr lang="en-US"/>
        </a:p>
      </dgm:t>
    </dgm:pt>
    <dgm:pt modelId="{2A22E84C-3AA3-4E9C-AE5F-9C2FB0D7FB11}">
      <dgm:prSet phldrT="[Text]"/>
      <dgm:spPr/>
      <dgm:t>
        <a:bodyPr/>
        <a:lstStyle/>
        <a:p>
          <a:r>
            <a:rPr lang="en-US"/>
            <a:t>Lorem Ipsum</a:t>
          </a:r>
          <a:endParaRPr lang="en-US" dirty="0"/>
        </a:p>
      </dgm:t>
    </dgm:pt>
    <dgm:pt modelId="{6C025E55-DF42-4C5D-AFD5-6015FA053D46}" type="parTrans" cxnId="{BEB859E7-C343-408E-86A1-667C27EE5761}">
      <dgm:prSet/>
      <dgm:spPr/>
      <dgm:t>
        <a:bodyPr/>
        <a:lstStyle/>
        <a:p>
          <a:endParaRPr lang="en-US"/>
        </a:p>
      </dgm:t>
    </dgm:pt>
    <dgm:pt modelId="{744EA591-F199-49C2-B63A-82709D96C729}" type="sibTrans" cxnId="{BEB859E7-C343-408E-86A1-667C27EE5761}">
      <dgm:prSet/>
      <dgm:spPr/>
      <dgm:t>
        <a:bodyPr/>
        <a:lstStyle/>
        <a:p>
          <a:endParaRPr lang="en-US"/>
        </a:p>
      </dgm:t>
    </dgm:pt>
    <dgm:pt modelId="{9ADACFBF-2A78-45C9-A7C4-5E5DBC674760}">
      <dgm:prSet phldrT="[Text]"/>
      <dgm:spPr/>
      <dgm:t>
        <a:bodyPr/>
        <a:lstStyle/>
        <a:p>
          <a:r>
            <a:rPr lang="en-US" dirty="0"/>
            <a:t>Some text here</a:t>
          </a:r>
        </a:p>
      </dgm:t>
    </dgm:pt>
    <dgm:pt modelId="{E121796C-71AB-4354-A1D4-3BF0025298A5}" type="parTrans" cxnId="{2B98897D-9937-49AC-9FE9-6629E912033A}">
      <dgm:prSet/>
      <dgm:spPr/>
      <dgm:t>
        <a:bodyPr/>
        <a:lstStyle/>
        <a:p>
          <a:endParaRPr lang="en-US"/>
        </a:p>
      </dgm:t>
    </dgm:pt>
    <dgm:pt modelId="{F3FE7E5A-DC73-423B-998C-02943CF263BF}" type="sibTrans" cxnId="{2B98897D-9937-49AC-9FE9-6629E912033A}">
      <dgm:prSet/>
      <dgm:spPr/>
      <dgm:t>
        <a:bodyPr/>
        <a:lstStyle/>
        <a:p>
          <a:endParaRPr lang="en-US"/>
        </a:p>
      </dgm:t>
    </dgm:pt>
    <dgm:pt modelId="{6C39594C-4AE1-4221-9751-E4FBA9469435}">
      <dgm:prSet phldrT="[Text]"/>
      <dgm:spPr/>
      <dgm:t>
        <a:bodyPr/>
        <a:lstStyle/>
        <a:p>
          <a:r>
            <a:rPr lang="en-US" dirty="0"/>
            <a:t>Some text here</a:t>
          </a:r>
        </a:p>
      </dgm:t>
    </dgm:pt>
    <dgm:pt modelId="{EA90E5E0-265B-4677-A3EF-FCD0DFDF4F41}" type="parTrans" cxnId="{7AF91B96-DA69-42D6-83DE-0E63677A4C47}">
      <dgm:prSet/>
      <dgm:spPr/>
      <dgm:t>
        <a:bodyPr/>
        <a:lstStyle/>
        <a:p>
          <a:endParaRPr lang="en-US"/>
        </a:p>
      </dgm:t>
    </dgm:pt>
    <dgm:pt modelId="{F04E3063-747B-4761-B46E-8C06B2EF3C55}" type="sibTrans" cxnId="{7AF91B96-DA69-42D6-83DE-0E63677A4C47}">
      <dgm:prSet/>
      <dgm:spPr/>
      <dgm:t>
        <a:bodyPr/>
        <a:lstStyle/>
        <a:p>
          <a:endParaRPr lang="en-US"/>
        </a:p>
      </dgm:t>
    </dgm:pt>
    <dgm:pt modelId="{36045517-CEA4-4BE3-B836-C2B6BFE5649B}">
      <dgm:prSet phldrT="[Text]"/>
      <dgm:spPr/>
      <dgm:t>
        <a:bodyPr/>
        <a:lstStyle/>
        <a:p>
          <a:r>
            <a:rPr lang="en-US"/>
            <a:t>Lorem Ipsum</a:t>
          </a:r>
          <a:endParaRPr lang="en-US" dirty="0"/>
        </a:p>
      </dgm:t>
    </dgm:pt>
    <dgm:pt modelId="{6231A36F-9B04-4B4A-917A-7E163AFFC956}" type="parTrans" cxnId="{4019353B-443B-4DED-AA6C-3C60E18414C7}">
      <dgm:prSet/>
      <dgm:spPr/>
      <dgm:t>
        <a:bodyPr/>
        <a:lstStyle/>
        <a:p>
          <a:endParaRPr lang="en-US"/>
        </a:p>
      </dgm:t>
    </dgm:pt>
    <dgm:pt modelId="{BFF3C5ED-87D0-4709-A3B8-A7BF0668006A}" type="sibTrans" cxnId="{4019353B-443B-4DED-AA6C-3C60E18414C7}">
      <dgm:prSet/>
      <dgm:spPr/>
      <dgm:t>
        <a:bodyPr/>
        <a:lstStyle/>
        <a:p>
          <a:endParaRPr lang="en-US"/>
        </a:p>
      </dgm:t>
    </dgm:pt>
    <dgm:pt modelId="{110CC072-E78D-486A-BD24-8CD6CE5683E0}">
      <dgm:prSet phldrT="[Text]"/>
      <dgm:spPr/>
      <dgm:t>
        <a:bodyPr/>
        <a:lstStyle/>
        <a:p>
          <a:r>
            <a:rPr lang="en-US" dirty="0"/>
            <a:t>Some text here</a:t>
          </a:r>
        </a:p>
      </dgm:t>
    </dgm:pt>
    <dgm:pt modelId="{EFE20FCA-41FE-42D4-8C71-85751017ADFF}" type="parTrans" cxnId="{5670A7D8-BA42-4857-8679-D269077AD7D7}">
      <dgm:prSet/>
      <dgm:spPr/>
      <dgm:t>
        <a:bodyPr/>
        <a:lstStyle/>
        <a:p>
          <a:endParaRPr lang="en-US"/>
        </a:p>
      </dgm:t>
    </dgm:pt>
    <dgm:pt modelId="{C901204A-BC8E-4B62-854A-DFB2104323F5}" type="sibTrans" cxnId="{5670A7D8-BA42-4857-8679-D269077AD7D7}">
      <dgm:prSet/>
      <dgm:spPr/>
      <dgm:t>
        <a:bodyPr/>
        <a:lstStyle/>
        <a:p>
          <a:endParaRPr lang="en-US"/>
        </a:p>
      </dgm:t>
    </dgm:pt>
    <dgm:pt modelId="{F64D9B44-8949-42CE-A3F5-920CF85E6D38}">
      <dgm:prSet phldrT="[Text]"/>
      <dgm:spPr/>
      <dgm:t>
        <a:bodyPr/>
        <a:lstStyle/>
        <a:p>
          <a:r>
            <a:rPr lang="en-US" dirty="0"/>
            <a:t>Some text here</a:t>
          </a:r>
        </a:p>
      </dgm:t>
    </dgm:pt>
    <dgm:pt modelId="{81AB81A4-D793-40B9-964C-9DA3AF17B95D}" type="parTrans" cxnId="{F091E13E-CC91-4760-8919-F8E7FA115B30}">
      <dgm:prSet/>
      <dgm:spPr/>
      <dgm:t>
        <a:bodyPr/>
        <a:lstStyle/>
        <a:p>
          <a:endParaRPr lang="en-US"/>
        </a:p>
      </dgm:t>
    </dgm:pt>
    <dgm:pt modelId="{ECDC803C-5DBD-4EEE-A68A-AC8585F1A4EB}" type="sibTrans" cxnId="{F091E13E-CC91-4760-8919-F8E7FA115B30}">
      <dgm:prSet/>
      <dgm:spPr/>
      <dgm:t>
        <a:bodyPr/>
        <a:lstStyle/>
        <a:p>
          <a:endParaRPr lang="en-US"/>
        </a:p>
      </dgm:t>
    </dgm:pt>
    <dgm:pt modelId="{373F8CB5-A4C6-4F46-9E14-BDFC58CCA93F}" type="pres">
      <dgm:prSet presAssocID="{B9C32B05-62EA-407A-B21C-2310C7945705}" presName="theList" presStyleCnt="0">
        <dgm:presLayoutVars>
          <dgm:dir/>
          <dgm:animLvl val="lvl"/>
          <dgm:resizeHandles val="exact"/>
        </dgm:presLayoutVars>
      </dgm:prSet>
      <dgm:spPr/>
    </dgm:pt>
    <dgm:pt modelId="{34B6DE5E-5D0B-4B58-93DF-C987E28FD6B4}" type="pres">
      <dgm:prSet presAssocID="{42D71409-67F9-455C-8C6D-716D284AAA6B}" presName="compNode" presStyleCnt="0"/>
      <dgm:spPr/>
    </dgm:pt>
    <dgm:pt modelId="{61E0DEB5-5A10-42AE-8724-2C50740D9CCE}" type="pres">
      <dgm:prSet presAssocID="{42D71409-67F9-455C-8C6D-716D284AAA6B}" presName="noGeometry" presStyleCnt="0"/>
      <dgm:spPr/>
    </dgm:pt>
    <dgm:pt modelId="{7D071EAE-E96A-482C-92EA-936F090D00F4}" type="pres">
      <dgm:prSet presAssocID="{42D71409-67F9-455C-8C6D-716D284AAA6B}" presName="childTextVisible" presStyleLbl="bgAccFollowNode1" presStyleIdx="0" presStyleCnt="5">
        <dgm:presLayoutVars>
          <dgm:bulletEnabled val="1"/>
        </dgm:presLayoutVars>
      </dgm:prSet>
      <dgm:spPr/>
    </dgm:pt>
    <dgm:pt modelId="{440FF946-CCBD-47C9-9AE6-28ACB7FE13C3}" type="pres">
      <dgm:prSet presAssocID="{42D71409-67F9-455C-8C6D-716D284AAA6B}" presName="childTextHidden" presStyleLbl="bgAccFollowNode1" presStyleIdx="0" presStyleCnt="5"/>
      <dgm:spPr/>
    </dgm:pt>
    <dgm:pt modelId="{BB724FC6-002C-4531-AD48-7767501E1274}" type="pres">
      <dgm:prSet presAssocID="{42D71409-67F9-455C-8C6D-716D284AAA6B}" presName="parentText" presStyleLbl="node1" presStyleIdx="0" presStyleCnt="5">
        <dgm:presLayoutVars>
          <dgm:chMax val="1"/>
          <dgm:bulletEnabled val="1"/>
        </dgm:presLayoutVars>
      </dgm:prSet>
      <dgm:spPr/>
    </dgm:pt>
    <dgm:pt modelId="{36AD4144-9A31-48FD-99D5-6C3B2CCF1EA6}" type="pres">
      <dgm:prSet presAssocID="{42D71409-67F9-455C-8C6D-716D284AAA6B}" presName="aSpace" presStyleCnt="0"/>
      <dgm:spPr/>
    </dgm:pt>
    <dgm:pt modelId="{2D66CC4E-37BD-4BBF-A9E8-A69FEA956C17}" type="pres">
      <dgm:prSet presAssocID="{F66099B6-DBBD-4AB0-82D2-877B80F846F7}" presName="compNode" presStyleCnt="0"/>
      <dgm:spPr/>
    </dgm:pt>
    <dgm:pt modelId="{71950854-96A2-4D74-A481-600A571DA4F2}" type="pres">
      <dgm:prSet presAssocID="{F66099B6-DBBD-4AB0-82D2-877B80F846F7}" presName="noGeometry" presStyleCnt="0"/>
      <dgm:spPr/>
    </dgm:pt>
    <dgm:pt modelId="{696125AA-9BB5-44EC-8E95-AA03EDC522A0}" type="pres">
      <dgm:prSet presAssocID="{F66099B6-DBBD-4AB0-82D2-877B80F846F7}" presName="childTextVisible" presStyleLbl="bgAccFollowNode1" presStyleIdx="1" presStyleCnt="5">
        <dgm:presLayoutVars>
          <dgm:bulletEnabled val="1"/>
        </dgm:presLayoutVars>
      </dgm:prSet>
      <dgm:spPr/>
    </dgm:pt>
    <dgm:pt modelId="{4C19E667-E201-48D9-BE4B-9A5E92C8636C}" type="pres">
      <dgm:prSet presAssocID="{F66099B6-DBBD-4AB0-82D2-877B80F846F7}" presName="childTextHidden" presStyleLbl="bgAccFollowNode1" presStyleIdx="1" presStyleCnt="5"/>
      <dgm:spPr/>
    </dgm:pt>
    <dgm:pt modelId="{E5FFB696-0639-49E2-967C-DE4032CF715C}" type="pres">
      <dgm:prSet presAssocID="{F66099B6-DBBD-4AB0-82D2-877B80F846F7}" presName="parentText" presStyleLbl="node1" presStyleIdx="1" presStyleCnt="5">
        <dgm:presLayoutVars>
          <dgm:chMax val="1"/>
          <dgm:bulletEnabled val="1"/>
        </dgm:presLayoutVars>
      </dgm:prSet>
      <dgm:spPr/>
    </dgm:pt>
    <dgm:pt modelId="{4276C619-9783-4F64-A094-928F29C9BE76}" type="pres">
      <dgm:prSet presAssocID="{F66099B6-DBBD-4AB0-82D2-877B80F846F7}" presName="aSpace" presStyleCnt="0"/>
      <dgm:spPr/>
    </dgm:pt>
    <dgm:pt modelId="{675AFD34-4582-4476-B201-0536FA95FAF6}" type="pres">
      <dgm:prSet presAssocID="{EE62A4F6-4AC4-435B-990E-81A71CE8CAC7}" presName="compNode" presStyleCnt="0"/>
      <dgm:spPr/>
    </dgm:pt>
    <dgm:pt modelId="{937FC0FB-7CAF-4BA1-B1EC-659E9485FCB6}" type="pres">
      <dgm:prSet presAssocID="{EE62A4F6-4AC4-435B-990E-81A71CE8CAC7}" presName="noGeometry" presStyleCnt="0"/>
      <dgm:spPr/>
    </dgm:pt>
    <dgm:pt modelId="{B83F12E6-ED35-47A8-8660-FFC174E11984}" type="pres">
      <dgm:prSet presAssocID="{EE62A4F6-4AC4-435B-990E-81A71CE8CAC7}" presName="childTextVisible" presStyleLbl="bgAccFollowNode1" presStyleIdx="2" presStyleCnt="5">
        <dgm:presLayoutVars>
          <dgm:bulletEnabled val="1"/>
        </dgm:presLayoutVars>
      </dgm:prSet>
      <dgm:spPr/>
    </dgm:pt>
    <dgm:pt modelId="{8A5D542B-3551-4B2A-B850-247535F2F0C7}" type="pres">
      <dgm:prSet presAssocID="{EE62A4F6-4AC4-435B-990E-81A71CE8CAC7}" presName="childTextHidden" presStyleLbl="bgAccFollowNode1" presStyleIdx="2" presStyleCnt="5"/>
      <dgm:spPr/>
    </dgm:pt>
    <dgm:pt modelId="{81978F36-E5B6-418B-A70B-2D6699B20869}" type="pres">
      <dgm:prSet presAssocID="{EE62A4F6-4AC4-435B-990E-81A71CE8CAC7}" presName="parentText" presStyleLbl="node1" presStyleIdx="2" presStyleCnt="5">
        <dgm:presLayoutVars>
          <dgm:chMax val="1"/>
          <dgm:bulletEnabled val="1"/>
        </dgm:presLayoutVars>
      </dgm:prSet>
      <dgm:spPr/>
    </dgm:pt>
    <dgm:pt modelId="{7490E313-FE97-417B-A771-BC2735C2D46C}" type="pres">
      <dgm:prSet presAssocID="{EE62A4F6-4AC4-435B-990E-81A71CE8CAC7}" presName="aSpace" presStyleCnt="0"/>
      <dgm:spPr/>
    </dgm:pt>
    <dgm:pt modelId="{0E784A4D-CC63-45E8-AFB0-37F2FC731F86}" type="pres">
      <dgm:prSet presAssocID="{2A22E84C-3AA3-4E9C-AE5F-9C2FB0D7FB11}" presName="compNode" presStyleCnt="0"/>
      <dgm:spPr/>
    </dgm:pt>
    <dgm:pt modelId="{DB80C1E7-80D3-4AA5-B610-EF4B5BEAA9DB}" type="pres">
      <dgm:prSet presAssocID="{2A22E84C-3AA3-4E9C-AE5F-9C2FB0D7FB11}" presName="noGeometry" presStyleCnt="0"/>
      <dgm:spPr/>
    </dgm:pt>
    <dgm:pt modelId="{B22DD4CB-B811-4CF4-AEF2-CAFEB3D2117F}" type="pres">
      <dgm:prSet presAssocID="{2A22E84C-3AA3-4E9C-AE5F-9C2FB0D7FB11}" presName="childTextVisible" presStyleLbl="bgAccFollowNode1" presStyleIdx="3" presStyleCnt="5">
        <dgm:presLayoutVars>
          <dgm:bulletEnabled val="1"/>
        </dgm:presLayoutVars>
      </dgm:prSet>
      <dgm:spPr/>
    </dgm:pt>
    <dgm:pt modelId="{20D860F8-E748-4C0F-B6A4-333373CDAFCE}" type="pres">
      <dgm:prSet presAssocID="{2A22E84C-3AA3-4E9C-AE5F-9C2FB0D7FB11}" presName="childTextHidden" presStyleLbl="bgAccFollowNode1" presStyleIdx="3" presStyleCnt="5"/>
      <dgm:spPr/>
    </dgm:pt>
    <dgm:pt modelId="{7D3C6993-B9DF-49F6-9F39-C5A218E90269}" type="pres">
      <dgm:prSet presAssocID="{2A22E84C-3AA3-4E9C-AE5F-9C2FB0D7FB11}" presName="parentText" presStyleLbl="node1" presStyleIdx="3" presStyleCnt="5">
        <dgm:presLayoutVars>
          <dgm:chMax val="1"/>
          <dgm:bulletEnabled val="1"/>
        </dgm:presLayoutVars>
      </dgm:prSet>
      <dgm:spPr/>
    </dgm:pt>
    <dgm:pt modelId="{9A71553A-D639-4BBA-B269-C3662B836BDC}" type="pres">
      <dgm:prSet presAssocID="{2A22E84C-3AA3-4E9C-AE5F-9C2FB0D7FB11}" presName="aSpace" presStyleCnt="0"/>
      <dgm:spPr/>
    </dgm:pt>
    <dgm:pt modelId="{76BBD2A0-9737-4C2E-930A-BF166F229C8D}" type="pres">
      <dgm:prSet presAssocID="{36045517-CEA4-4BE3-B836-C2B6BFE5649B}" presName="compNode" presStyleCnt="0"/>
      <dgm:spPr/>
    </dgm:pt>
    <dgm:pt modelId="{1ED62A24-34D9-4B43-83DD-3A08CB299908}" type="pres">
      <dgm:prSet presAssocID="{36045517-CEA4-4BE3-B836-C2B6BFE5649B}" presName="noGeometry" presStyleCnt="0"/>
      <dgm:spPr/>
    </dgm:pt>
    <dgm:pt modelId="{A13607B8-F098-485B-9571-F04508678993}" type="pres">
      <dgm:prSet presAssocID="{36045517-CEA4-4BE3-B836-C2B6BFE5649B}" presName="childTextVisible" presStyleLbl="bgAccFollowNode1" presStyleIdx="4" presStyleCnt="5">
        <dgm:presLayoutVars>
          <dgm:bulletEnabled val="1"/>
        </dgm:presLayoutVars>
      </dgm:prSet>
      <dgm:spPr/>
    </dgm:pt>
    <dgm:pt modelId="{61174199-4FCB-4F0F-904F-2092AD75A550}" type="pres">
      <dgm:prSet presAssocID="{36045517-CEA4-4BE3-B836-C2B6BFE5649B}" presName="childTextHidden" presStyleLbl="bgAccFollowNode1" presStyleIdx="4" presStyleCnt="5"/>
      <dgm:spPr/>
    </dgm:pt>
    <dgm:pt modelId="{6F42016A-C517-4FE9-BEEF-4979D456A5AB}" type="pres">
      <dgm:prSet presAssocID="{36045517-CEA4-4BE3-B836-C2B6BFE5649B}" presName="parentText" presStyleLbl="node1" presStyleIdx="4" presStyleCnt="5">
        <dgm:presLayoutVars>
          <dgm:chMax val="1"/>
          <dgm:bulletEnabled val="1"/>
        </dgm:presLayoutVars>
      </dgm:prSet>
      <dgm:spPr/>
    </dgm:pt>
  </dgm:ptLst>
  <dgm:cxnLst>
    <dgm:cxn modelId="{18879301-F6EB-4BFF-853B-E726422E08B9}" type="presOf" srcId="{2A22E84C-3AA3-4E9C-AE5F-9C2FB0D7FB11}" destId="{7D3C6993-B9DF-49F6-9F39-C5A218E90269}" srcOrd="0" destOrd="0" presId="urn:microsoft.com/office/officeart/2005/8/layout/hProcess6"/>
    <dgm:cxn modelId="{E25F2002-573B-4576-A860-901378040B4C}" type="presOf" srcId="{BE788BF5-FE9F-4C7D-A1CD-9232D7860179}" destId="{4C19E667-E201-48D9-BE4B-9A5E92C8636C}" srcOrd="1" destOrd="1" presId="urn:microsoft.com/office/officeart/2005/8/layout/hProcess6"/>
    <dgm:cxn modelId="{4D511203-82D6-4D2E-9622-96117E63893D}" type="presOf" srcId="{F66099B6-DBBD-4AB0-82D2-877B80F846F7}" destId="{E5FFB696-0639-49E2-967C-DE4032CF715C}" srcOrd="0" destOrd="0" presId="urn:microsoft.com/office/officeart/2005/8/layout/hProcess6"/>
    <dgm:cxn modelId="{A25F3A04-CB7A-415C-9EEF-DBC63F9A204B}" type="presOf" srcId="{110CC072-E78D-486A-BD24-8CD6CE5683E0}" destId="{A13607B8-F098-485B-9571-F04508678993}" srcOrd="0" destOrd="0" presId="urn:microsoft.com/office/officeart/2005/8/layout/hProcess6"/>
    <dgm:cxn modelId="{22334A0D-FF16-4C9E-9564-F50E0B02B25B}" type="presOf" srcId="{3CE06941-9820-4827-8B16-CD80CC49F780}" destId="{B83F12E6-ED35-47A8-8660-FFC174E11984}" srcOrd="0" destOrd="0" presId="urn:microsoft.com/office/officeart/2005/8/layout/hProcess6"/>
    <dgm:cxn modelId="{C3AA5C18-87E2-4BED-B93B-E7364BBBA73E}" type="presOf" srcId="{3CE06941-9820-4827-8B16-CD80CC49F780}" destId="{8A5D542B-3551-4B2A-B850-247535F2F0C7}" srcOrd="1" destOrd="0" presId="urn:microsoft.com/office/officeart/2005/8/layout/hProcess6"/>
    <dgm:cxn modelId="{E343FA1C-83B4-4BB9-BF78-8A807F54D715}" type="presOf" srcId="{6C39594C-4AE1-4221-9751-E4FBA9469435}" destId="{20D860F8-E748-4C0F-B6A4-333373CDAFCE}" srcOrd="1" destOrd="1" presId="urn:microsoft.com/office/officeart/2005/8/layout/hProcess6"/>
    <dgm:cxn modelId="{B48F381F-CB03-4A77-8AB3-DF90D2F0519A}" type="presOf" srcId="{BE788BF5-FE9F-4C7D-A1CD-9232D7860179}" destId="{696125AA-9BB5-44EC-8E95-AA03EDC522A0}" srcOrd="0" destOrd="1" presId="urn:microsoft.com/office/officeart/2005/8/layout/hProcess6"/>
    <dgm:cxn modelId="{2AA9C11F-1F1D-428E-801A-47EAA766C99D}" srcId="{B9C32B05-62EA-407A-B21C-2310C7945705}" destId="{42D71409-67F9-455C-8C6D-716D284AAA6B}" srcOrd="0" destOrd="0" parTransId="{51680ED1-AF6E-4B28-AE94-92B0EFB0DF7D}" sibTransId="{478B7D3C-9FB4-4BC6-90AC-49960560DECD}"/>
    <dgm:cxn modelId="{79D07721-8BD3-46F8-B391-E36928228A24}" type="presOf" srcId="{F64D9B44-8949-42CE-A3F5-920CF85E6D38}" destId="{A13607B8-F098-485B-9571-F04508678993}" srcOrd="0" destOrd="1" presId="urn:microsoft.com/office/officeart/2005/8/layout/hProcess6"/>
    <dgm:cxn modelId="{76F58023-0005-47B5-848A-FEB3C7A58B48}" type="presOf" srcId="{8EA7219F-BDB2-48EB-9EEB-3133522D132E}" destId="{440FF946-CCBD-47C9-9AE6-28ACB7FE13C3}" srcOrd="1" destOrd="0" presId="urn:microsoft.com/office/officeart/2005/8/layout/hProcess6"/>
    <dgm:cxn modelId="{3A595125-AD2F-4CAF-8F9A-1B341CEAE4BC}" type="presOf" srcId="{8EA7219F-BDB2-48EB-9EEB-3133522D132E}" destId="{7D071EAE-E96A-482C-92EA-936F090D00F4}" srcOrd="0" destOrd="0" presId="urn:microsoft.com/office/officeart/2005/8/layout/hProcess6"/>
    <dgm:cxn modelId="{E5C62332-DA06-40F5-88EF-C01A81638F72}" type="presOf" srcId="{386C2B6D-2EE1-4682-AE61-EE246CD54E31}" destId="{B83F12E6-ED35-47A8-8660-FFC174E11984}" srcOrd="0" destOrd="1" presId="urn:microsoft.com/office/officeart/2005/8/layout/hProcess6"/>
    <dgm:cxn modelId="{B4F3EA32-CE64-4A92-9BAE-BC57E5392B05}" srcId="{B9C32B05-62EA-407A-B21C-2310C7945705}" destId="{F66099B6-DBBD-4AB0-82D2-877B80F846F7}" srcOrd="1" destOrd="0" parTransId="{B09C8BFB-F41C-4AC4-AB94-F216E3081C2D}" sibTransId="{BC531B32-9B0E-482E-BF91-65C61F17168D}"/>
    <dgm:cxn modelId="{35013F34-57BC-4E3C-A003-07C0E49926DB}" srcId="{F66099B6-DBBD-4AB0-82D2-877B80F846F7}" destId="{BE788BF5-FE9F-4C7D-A1CD-9232D7860179}" srcOrd="1" destOrd="0" parTransId="{963A52CB-C772-45F2-8A30-8ABA6B14D3CE}" sibTransId="{88191C5E-55BA-42F2-B842-FC86CBBADC0F}"/>
    <dgm:cxn modelId="{5E842936-3518-4A1B-91A1-171DC029B19C}" type="presOf" srcId="{3AF880A5-0F00-4315-A5DF-1FE656798601}" destId="{7D071EAE-E96A-482C-92EA-936F090D00F4}" srcOrd="0" destOrd="1" presId="urn:microsoft.com/office/officeart/2005/8/layout/hProcess6"/>
    <dgm:cxn modelId="{C6BA4D3A-9830-421D-88FE-A3A423318961}" type="presOf" srcId="{386C2B6D-2EE1-4682-AE61-EE246CD54E31}" destId="{8A5D542B-3551-4B2A-B850-247535F2F0C7}" srcOrd="1" destOrd="1" presId="urn:microsoft.com/office/officeart/2005/8/layout/hProcess6"/>
    <dgm:cxn modelId="{4019353B-443B-4DED-AA6C-3C60E18414C7}" srcId="{B9C32B05-62EA-407A-B21C-2310C7945705}" destId="{36045517-CEA4-4BE3-B836-C2B6BFE5649B}" srcOrd="4" destOrd="0" parTransId="{6231A36F-9B04-4B4A-917A-7E163AFFC956}" sibTransId="{BFF3C5ED-87D0-4709-A3B8-A7BF0668006A}"/>
    <dgm:cxn modelId="{F091E13E-CC91-4760-8919-F8E7FA115B30}" srcId="{36045517-CEA4-4BE3-B836-C2B6BFE5649B}" destId="{F64D9B44-8949-42CE-A3F5-920CF85E6D38}" srcOrd="1" destOrd="0" parTransId="{81AB81A4-D793-40B9-964C-9DA3AF17B95D}" sibTransId="{ECDC803C-5DBD-4EEE-A68A-AC8585F1A4EB}"/>
    <dgm:cxn modelId="{287E7145-5E69-4EB6-9BA4-5665D8C526F0}" type="presOf" srcId="{EE62A4F6-4AC4-435B-990E-81A71CE8CAC7}" destId="{81978F36-E5B6-418B-A70B-2D6699B20869}" srcOrd="0" destOrd="0" presId="urn:microsoft.com/office/officeart/2005/8/layout/hProcess6"/>
    <dgm:cxn modelId="{7F96AC57-2F84-4E8C-AA92-E82865EE63FE}" srcId="{EE62A4F6-4AC4-435B-990E-81A71CE8CAC7}" destId="{386C2B6D-2EE1-4682-AE61-EE246CD54E31}" srcOrd="1" destOrd="0" parTransId="{649D72FB-0D8F-479C-87D1-C73133EF35E2}" sibTransId="{E1C9E6F1-2ED2-4DD8-9B78-28FC1AF5D352}"/>
    <dgm:cxn modelId="{2B98897D-9937-49AC-9FE9-6629E912033A}" srcId="{2A22E84C-3AA3-4E9C-AE5F-9C2FB0D7FB11}" destId="{9ADACFBF-2A78-45C9-A7C4-5E5DBC674760}" srcOrd="0" destOrd="0" parTransId="{E121796C-71AB-4354-A1D4-3BF0025298A5}" sibTransId="{F3FE7E5A-DC73-423B-998C-02943CF263BF}"/>
    <dgm:cxn modelId="{2DC24386-BC50-4BAB-8571-16CB10C2603C}" srcId="{F66099B6-DBBD-4AB0-82D2-877B80F846F7}" destId="{6CF284C3-4A70-4432-8F33-E75A802B3330}" srcOrd="0" destOrd="0" parTransId="{044831E6-2FC9-4DDA-81FB-5FA418568D07}" sibTransId="{CD50B82D-84BB-4747-B282-ABB339EBA294}"/>
    <dgm:cxn modelId="{C99CE395-39F6-46B4-938C-9BF085685D1A}" srcId="{EE62A4F6-4AC4-435B-990E-81A71CE8CAC7}" destId="{3CE06941-9820-4827-8B16-CD80CC49F780}" srcOrd="0" destOrd="0" parTransId="{141A3C92-8966-4E2F-82E4-2E09E22674B2}" sibTransId="{F58FC55B-E61F-445C-956E-0BB2202254CA}"/>
    <dgm:cxn modelId="{7AF91B96-DA69-42D6-83DE-0E63677A4C47}" srcId="{2A22E84C-3AA3-4E9C-AE5F-9C2FB0D7FB11}" destId="{6C39594C-4AE1-4221-9751-E4FBA9469435}" srcOrd="1" destOrd="0" parTransId="{EA90E5E0-265B-4677-A3EF-FCD0DFDF4F41}" sibTransId="{F04E3063-747B-4761-B46E-8C06B2EF3C55}"/>
    <dgm:cxn modelId="{C431B59E-2D90-49FD-9C9E-1D03201599AF}" type="presOf" srcId="{6CF284C3-4A70-4432-8F33-E75A802B3330}" destId="{696125AA-9BB5-44EC-8E95-AA03EDC522A0}" srcOrd="0" destOrd="0" presId="urn:microsoft.com/office/officeart/2005/8/layout/hProcess6"/>
    <dgm:cxn modelId="{47BDDF9F-EF9C-4FDD-83F1-E9540ED7D440}" type="presOf" srcId="{9ADACFBF-2A78-45C9-A7C4-5E5DBC674760}" destId="{20D860F8-E748-4C0F-B6A4-333373CDAFCE}" srcOrd="1" destOrd="0" presId="urn:microsoft.com/office/officeart/2005/8/layout/hProcess6"/>
    <dgm:cxn modelId="{3A2CECA6-0C5B-46BB-B7C6-7D37E9D210BD}" srcId="{B9C32B05-62EA-407A-B21C-2310C7945705}" destId="{EE62A4F6-4AC4-435B-990E-81A71CE8CAC7}" srcOrd="2" destOrd="0" parTransId="{F287B947-7343-4FA2-B288-B23A59FFAE31}" sibTransId="{389F9A93-0231-4877-8C41-5D5B8DD7AAC0}"/>
    <dgm:cxn modelId="{BBC6E1CC-5CFC-4FD9-8580-AAF8370A73C0}" type="presOf" srcId="{42D71409-67F9-455C-8C6D-716D284AAA6B}" destId="{BB724FC6-002C-4531-AD48-7767501E1274}" srcOrd="0" destOrd="0" presId="urn:microsoft.com/office/officeart/2005/8/layout/hProcess6"/>
    <dgm:cxn modelId="{E6F4F8CD-6B2C-48ED-B69E-D2480EDBBB86}" type="presOf" srcId="{3AF880A5-0F00-4315-A5DF-1FE656798601}" destId="{440FF946-CCBD-47C9-9AE6-28ACB7FE13C3}" srcOrd="1" destOrd="1" presId="urn:microsoft.com/office/officeart/2005/8/layout/hProcess6"/>
    <dgm:cxn modelId="{216C8AD2-9570-4349-A103-1126CD1BE86F}" type="presOf" srcId="{36045517-CEA4-4BE3-B836-C2B6BFE5649B}" destId="{6F42016A-C517-4FE9-BEEF-4979D456A5AB}" srcOrd="0" destOrd="0" presId="urn:microsoft.com/office/officeart/2005/8/layout/hProcess6"/>
    <dgm:cxn modelId="{29C8FED3-2AF0-4AC4-8C4C-E860E11D2CEA}" type="presOf" srcId="{F64D9B44-8949-42CE-A3F5-920CF85E6D38}" destId="{61174199-4FCB-4F0F-904F-2092AD75A550}" srcOrd="1" destOrd="1" presId="urn:microsoft.com/office/officeart/2005/8/layout/hProcess6"/>
    <dgm:cxn modelId="{5670A7D8-BA42-4857-8679-D269077AD7D7}" srcId="{36045517-CEA4-4BE3-B836-C2B6BFE5649B}" destId="{110CC072-E78D-486A-BD24-8CD6CE5683E0}" srcOrd="0" destOrd="0" parTransId="{EFE20FCA-41FE-42D4-8C71-85751017ADFF}" sibTransId="{C901204A-BC8E-4B62-854A-DFB2104323F5}"/>
    <dgm:cxn modelId="{25EB0FDF-6259-4DEE-AD54-8E45492018A8}" type="presOf" srcId="{9ADACFBF-2A78-45C9-A7C4-5E5DBC674760}" destId="{B22DD4CB-B811-4CF4-AEF2-CAFEB3D2117F}" srcOrd="0" destOrd="0" presId="urn:microsoft.com/office/officeart/2005/8/layout/hProcess6"/>
    <dgm:cxn modelId="{24F8CBE2-5003-4E69-A772-6B98F2B05181}" srcId="{42D71409-67F9-455C-8C6D-716D284AAA6B}" destId="{3AF880A5-0F00-4315-A5DF-1FE656798601}" srcOrd="1" destOrd="0" parTransId="{A13BB1F9-5857-4B43-8BF5-6589AA2CB759}" sibTransId="{C198C41D-2640-4669-83ED-E0CD35701C8E}"/>
    <dgm:cxn modelId="{6135F0E3-2605-48E2-87E8-3DA5AABC7F9B}" type="presOf" srcId="{110CC072-E78D-486A-BD24-8CD6CE5683E0}" destId="{61174199-4FCB-4F0F-904F-2092AD75A550}" srcOrd="1" destOrd="0" presId="urn:microsoft.com/office/officeart/2005/8/layout/hProcess6"/>
    <dgm:cxn modelId="{BEB859E7-C343-408E-86A1-667C27EE5761}" srcId="{B9C32B05-62EA-407A-B21C-2310C7945705}" destId="{2A22E84C-3AA3-4E9C-AE5F-9C2FB0D7FB11}" srcOrd="3" destOrd="0" parTransId="{6C025E55-DF42-4C5D-AFD5-6015FA053D46}" sibTransId="{744EA591-F199-49C2-B63A-82709D96C729}"/>
    <dgm:cxn modelId="{840D48E9-382A-44FA-BB2C-B8E70BF41C33}" type="presOf" srcId="{6C39594C-4AE1-4221-9751-E4FBA9469435}" destId="{B22DD4CB-B811-4CF4-AEF2-CAFEB3D2117F}" srcOrd="0" destOrd="1" presId="urn:microsoft.com/office/officeart/2005/8/layout/hProcess6"/>
    <dgm:cxn modelId="{58AD7EEF-D408-406B-87EE-4691D4C30668}" srcId="{42D71409-67F9-455C-8C6D-716D284AAA6B}" destId="{8EA7219F-BDB2-48EB-9EEB-3133522D132E}" srcOrd="0" destOrd="0" parTransId="{3EE8403A-CB7C-4815-85BD-AEBCAEB71B37}" sibTransId="{C94B7947-85DC-4B21-BB99-DF8438356F98}"/>
    <dgm:cxn modelId="{9A715DF9-B260-4399-8FEC-3E7D4E2B3D97}" type="presOf" srcId="{B9C32B05-62EA-407A-B21C-2310C7945705}" destId="{373F8CB5-A4C6-4F46-9E14-BDFC58CCA93F}" srcOrd="0" destOrd="0" presId="urn:microsoft.com/office/officeart/2005/8/layout/hProcess6"/>
    <dgm:cxn modelId="{61FDFBFC-CB1B-40DF-B134-7513A89F0CDA}" type="presOf" srcId="{6CF284C3-4A70-4432-8F33-E75A802B3330}" destId="{4C19E667-E201-48D9-BE4B-9A5E92C8636C}" srcOrd="1" destOrd="0" presId="urn:microsoft.com/office/officeart/2005/8/layout/hProcess6"/>
    <dgm:cxn modelId="{D5296D01-1273-4091-A9E8-654C0335ADB6}" type="presParOf" srcId="{373F8CB5-A4C6-4F46-9E14-BDFC58CCA93F}" destId="{34B6DE5E-5D0B-4B58-93DF-C987E28FD6B4}" srcOrd="0" destOrd="0" presId="urn:microsoft.com/office/officeart/2005/8/layout/hProcess6"/>
    <dgm:cxn modelId="{13A0881E-7394-4B5E-AE5A-7FEAC507F133}" type="presParOf" srcId="{34B6DE5E-5D0B-4B58-93DF-C987E28FD6B4}" destId="{61E0DEB5-5A10-42AE-8724-2C50740D9CCE}" srcOrd="0" destOrd="0" presId="urn:microsoft.com/office/officeart/2005/8/layout/hProcess6"/>
    <dgm:cxn modelId="{79692D2A-CF58-46E2-B2B5-476F1861FAF0}" type="presParOf" srcId="{34B6DE5E-5D0B-4B58-93DF-C987E28FD6B4}" destId="{7D071EAE-E96A-482C-92EA-936F090D00F4}" srcOrd="1" destOrd="0" presId="urn:microsoft.com/office/officeart/2005/8/layout/hProcess6"/>
    <dgm:cxn modelId="{640AF158-3B73-45D4-BD66-C4E5B5E9A04B}" type="presParOf" srcId="{34B6DE5E-5D0B-4B58-93DF-C987E28FD6B4}" destId="{440FF946-CCBD-47C9-9AE6-28ACB7FE13C3}" srcOrd="2" destOrd="0" presId="urn:microsoft.com/office/officeart/2005/8/layout/hProcess6"/>
    <dgm:cxn modelId="{A80DCD68-3811-4FD2-8260-AD9C20D9EA71}" type="presParOf" srcId="{34B6DE5E-5D0B-4B58-93DF-C987E28FD6B4}" destId="{BB724FC6-002C-4531-AD48-7767501E1274}" srcOrd="3" destOrd="0" presId="urn:microsoft.com/office/officeart/2005/8/layout/hProcess6"/>
    <dgm:cxn modelId="{88EC7A80-80FF-4CEE-A050-B452AEE46E68}" type="presParOf" srcId="{373F8CB5-A4C6-4F46-9E14-BDFC58CCA93F}" destId="{36AD4144-9A31-48FD-99D5-6C3B2CCF1EA6}" srcOrd="1" destOrd="0" presId="urn:microsoft.com/office/officeart/2005/8/layout/hProcess6"/>
    <dgm:cxn modelId="{C4616461-B5E6-4285-A230-38BF100FD9D1}" type="presParOf" srcId="{373F8CB5-A4C6-4F46-9E14-BDFC58CCA93F}" destId="{2D66CC4E-37BD-4BBF-A9E8-A69FEA956C17}" srcOrd="2" destOrd="0" presId="urn:microsoft.com/office/officeart/2005/8/layout/hProcess6"/>
    <dgm:cxn modelId="{77B31562-26ED-4203-A630-1B007CF61D66}" type="presParOf" srcId="{2D66CC4E-37BD-4BBF-A9E8-A69FEA956C17}" destId="{71950854-96A2-4D74-A481-600A571DA4F2}" srcOrd="0" destOrd="0" presId="urn:microsoft.com/office/officeart/2005/8/layout/hProcess6"/>
    <dgm:cxn modelId="{66A74657-851E-43FE-870B-507AF87B1E59}" type="presParOf" srcId="{2D66CC4E-37BD-4BBF-A9E8-A69FEA956C17}" destId="{696125AA-9BB5-44EC-8E95-AA03EDC522A0}" srcOrd="1" destOrd="0" presId="urn:microsoft.com/office/officeart/2005/8/layout/hProcess6"/>
    <dgm:cxn modelId="{09AEB9A9-4237-46A8-8BA5-3B4D2F26F8BC}" type="presParOf" srcId="{2D66CC4E-37BD-4BBF-A9E8-A69FEA956C17}" destId="{4C19E667-E201-48D9-BE4B-9A5E92C8636C}" srcOrd="2" destOrd="0" presId="urn:microsoft.com/office/officeart/2005/8/layout/hProcess6"/>
    <dgm:cxn modelId="{04F9BA5A-49D7-4F5B-9EB2-A5B36DEE9D31}" type="presParOf" srcId="{2D66CC4E-37BD-4BBF-A9E8-A69FEA956C17}" destId="{E5FFB696-0639-49E2-967C-DE4032CF715C}" srcOrd="3" destOrd="0" presId="urn:microsoft.com/office/officeart/2005/8/layout/hProcess6"/>
    <dgm:cxn modelId="{97D8D46C-BAE7-423C-8421-73D468CB92FA}" type="presParOf" srcId="{373F8CB5-A4C6-4F46-9E14-BDFC58CCA93F}" destId="{4276C619-9783-4F64-A094-928F29C9BE76}" srcOrd="3" destOrd="0" presId="urn:microsoft.com/office/officeart/2005/8/layout/hProcess6"/>
    <dgm:cxn modelId="{3F76A5E5-07C4-4167-9094-07EF99A50BB8}" type="presParOf" srcId="{373F8CB5-A4C6-4F46-9E14-BDFC58CCA93F}" destId="{675AFD34-4582-4476-B201-0536FA95FAF6}" srcOrd="4" destOrd="0" presId="urn:microsoft.com/office/officeart/2005/8/layout/hProcess6"/>
    <dgm:cxn modelId="{E447EDC0-702D-4BC8-AFF4-C9EF349ABCD6}" type="presParOf" srcId="{675AFD34-4582-4476-B201-0536FA95FAF6}" destId="{937FC0FB-7CAF-4BA1-B1EC-659E9485FCB6}" srcOrd="0" destOrd="0" presId="urn:microsoft.com/office/officeart/2005/8/layout/hProcess6"/>
    <dgm:cxn modelId="{2FF64240-650A-43BE-BEA9-4E3D2B5079E5}" type="presParOf" srcId="{675AFD34-4582-4476-B201-0536FA95FAF6}" destId="{B83F12E6-ED35-47A8-8660-FFC174E11984}" srcOrd="1" destOrd="0" presId="urn:microsoft.com/office/officeart/2005/8/layout/hProcess6"/>
    <dgm:cxn modelId="{08FF7698-CC85-41FB-BAA1-9EF59298DD53}" type="presParOf" srcId="{675AFD34-4582-4476-B201-0536FA95FAF6}" destId="{8A5D542B-3551-4B2A-B850-247535F2F0C7}" srcOrd="2" destOrd="0" presId="urn:microsoft.com/office/officeart/2005/8/layout/hProcess6"/>
    <dgm:cxn modelId="{98616F1B-9347-459E-959A-FBE48B08F22E}" type="presParOf" srcId="{675AFD34-4582-4476-B201-0536FA95FAF6}" destId="{81978F36-E5B6-418B-A70B-2D6699B20869}" srcOrd="3" destOrd="0" presId="urn:microsoft.com/office/officeart/2005/8/layout/hProcess6"/>
    <dgm:cxn modelId="{18447332-B185-4037-A2C8-65849CC3C659}" type="presParOf" srcId="{373F8CB5-A4C6-4F46-9E14-BDFC58CCA93F}" destId="{7490E313-FE97-417B-A771-BC2735C2D46C}" srcOrd="5" destOrd="0" presId="urn:microsoft.com/office/officeart/2005/8/layout/hProcess6"/>
    <dgm:cxn modelId="{D60FCA1F-8197-41C7-A846-E9C076A646FA}" type="presParOf" srcId="{373F8CB5-A4C6-4F46-9E14-BDFC58CCA93F}" destId="{0E784A4D-CC63-45E8-AFB0-37F2FC731F86}" srcOrd="6" destOrd="0" presId="urn:microsoft.com/office/officeart/2005/8/layout/hProcess6"/>
    <dgm:cxn modelId="{4063D4FB-2746-493A-9254-207AA9F423A4}" type="presParOf" srcId="{0E784A4D-CC63-45E8-AFB0-37F2FC731F86}" destId="{DB80C1E7-80D3-4AA5-B610-EF4B5BEAA9DB}" srcOrd="0" destOrd="0" presId="urn:microsoft.com/office/officeart/2005/8/layout/hProcess6"/>
    <dgm:cxn modelId="{3526FADD-A42A-4386-A7D1-413E0B640C88}" type="presParOf" srcId="{0E784A4D-CC63-45E8-AFB0-37F2FC731F86}" destId="{B22DD4CB-B811-4CF4-AEF2-CAFEB3D2117F}" srcOrd="1" destOrd="0" presId="urn:microsoft.com/office/officeart/2005/8/layout/hProcess6"/>
    <dgm:cxn modelId="{BD86EB1F-4011-4977-8E67-998ABC7D3581}" type="presParOf" srcId="{0E784A4D-CC63-45E8-AFB0-37F2FC731F86}" destId="{20D860F8-E748-4C0F-B6A4-333373CDAFCE}" srcOrd="2" destOrd="0" presId="urn:microsoft.com/office/officeart/2005/8/layout/hProcess6"/>
    <dgm:cxn modelId="{B8697F84-40D2-46B4-BABA-3DB7E550671F}" type="presParOf" srcId="{0E784A4D-CC63-45E8-AFB0-37F2FC731F86}" destId="{7D3C6993-B9DF-49F6-9F39-C5A218E90269}" srcOrd="3" destOrd="0" presId="urn:microsoft.com/office/officeart/2005/8/layout/hProcess6"/>
    <dgm:cxn modelId="{08F59362-3C0F-487C-A179-363D168C8E38}" type="presParOf" srcId="{373F8CB5-A4C6-4F46-9E14-BDFC58CCA93F}" destId="{9A71553A-D639-4BBA-B269-C3662B836BDC}" srcOrd="7" destOrd="0" presId="urn:microsoft.com/office/officeart/2005/8/layout/hProcess6"/>
    <dgm:cxn modelId="{E94A8E9D-B306-41B7-9675-8B945B42EA7D}" type="presParOf" srcId="{373F8CB5-A4C6-4F46-9E14-BDFC58CCA93F}" destId="{76BBD2A0-9737-4C2E-930A-BF166F229C8D}" srcOrd="8" destOrd="0" presId="urn:microsoft.com/office/officeart/2005/8/layout/hProcess6"/>
    <dgm:cxn modelId="{9EF6F261-F0D5-4686-8A3E-EDE20A520268}" type="presParOf" srcId="{76BBD2A0-9737-4C2E-930A-BF166F229C8D}" destId="{1ED62A24-34D9-4B43-83DD-3A08CB299908}" srcOrd="0" destOrd="0" presId="urn:microsoft.com/office/officeart/2005/8/layout/hProcess6"/>
    <dgm:cxn modelId="{C0164695-B06F-496A-9AB9-3B7E80B55DBF}" type="presParOf" srcId="{76BBD2A0-9737-4C2E-930A-BF166F229C8D}" destId="{A13607B8-F098-485B-9571-F04508678993}" srcOrd="1" destOrd="0" presId="urn:microsoft.com/office/officeart/2005/8/layout/hProcess6"/>
    <dgm:cxn modelId="{1E6ECBFF-6D8C-4B74-B8F6-FE1646FC2F9A}" type="presParOf" srcId="{76BBD2A0-9737-4C2E-930A-BF166F229C8D}" destId="{61174199-4FCB-4F0F-904F-2092AD75A550}" srcOrd="2" destOrd="0" presId="urn:microsoft.com/office/officeart/2005/8/layout/hProcess6"/>
    <dgm:cxn modelId="{06790323-76E9-4F2E-AD31-3F5C9E6DA9B8}" type="presParOf" srcId="{76BBD2A0-9737-4C2E-930A-BF166F229C8D}" destId="{6F42016A-C517-4FE9-BEEF-4979D456A5AB}" srcOrd="3" destOrd="0" presId="urn:microsoft.com/office/officeart/2005/8/layout/hProcess6"/>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56.xml><?xml version="1.0" encoding="utf-8"?>
<dgm:dataModel xmlns:dgm="http://schemas.openxmlformats.org/drawingml/2006/diagram" xmlns:a="http://schemas.openxmlformats.org/drawingml/2006/main">
  <dgm:ptLst>
    <dgm:pt modelId="{B9C32B05-62EA-407A-B21C-2310C7945705}" type="doc">
      <dgm:prSet loTypeId="urn:microsoft.com/office/officeart/2008/layout/CircleAccentTimeline" loCatId="process"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F66099B6-DBBD-4AB0-82D2-877B80F846F7}">
      <dgm:prSet phldrT="[Text]"/>
      <dgm:spPr/>
      <dgm:t>
        <a:bodyPr/>
        <a:lstStyle/>
        <a:p>
          <a:r>
            <a:rPr lang="en-US" dirty="0"/>
            <a:t>Lorem Ipsum</a:t>
          </a:r>
        </a:p>
      </dgm:t>
    </dgm:pt>
    <dgm:pt modelId="{B09C8BFB-F41C-4AC4-AB94-F216E3081C2D}" type="parTrans" cxnId="{B4F3EA32-CE64-4A92-9BAE-BC57E5392B05}">
      <dgm:prSet/>
      <dgm:spPr/>
      <dgm:t>
        <a:bodyPr/>
        <a:lstStyle/>
        <a:p>
          <a:endParaRPr lang="en-US"/>
        </a:p>
      </dgm:t>
    </dgm:pt>
    <dgm:pt modelId="{BC531B32-9B0E-482E-BF91-65C61F17168D}" type="sibTrans" cxnId="{B4F3EA32-CE64-4A92-9BAE-BC57E5392B05}">
      <dgm:prSet/>
      <dgm:spPr/>
      <dgm:t>
        <a:bodyPr/>
        <a:lstStyle/>
        <a:p>
          <a:endParaRPr lang="en-US"/>
        </a:p>
      </dgm:t>
    </dgm:pt>
    <dgm:pt modelId="{EE62A4F6-4AC4-435B-990E-81A71CE8CAC7}">
      <dgm:prSet phldrT="[Text]"/>
      <dgm:spPr/>
      <dgm:t>
        <a:bodyPr/>
        <a:lstStyle/>
        <a:p>
          <a:r>
            <a:rPr lang="en-US" dirty="0"/>
            <a:t>Lorem Ipsum</a:t>
          </a:r>
        </a:p>
      </dgm:t>
    </dgm:pt>
    <dgm:pt modelId="{F287B947-7343-4FA2-B288-B23A59FFAE31}" type="parTrans" cxnId="{3A2CECA6-0C5B-46BB-B7C6-7D37E9D210BD}">
      <dgm:prSet/>
      <dgm:spPr/>
      <dgm:t>
        <a:bodyPr/>
        <a:lstStyle/>
        <a:p>
          <a:endParaRPr lang="en-US"/>
        </a:p>
      </dgm:t>
    </dgm:pt>
    <dgm:pt modelId="{389F9A93-0231-4877-8C41-5D5B8DD7AAC0}" type="sibTrans" cxnId="{3A2CECA6-0C5B-46BB-B7C6-7D37E9D210BD}">
      <dgm:prSet/>
      <dgm:spPr/>
      <dgm:t>
        <a:bodyPr/>
        <a:lstStyle/>
        <a:p>
          <a:endParaRPr lang="en-US"/>
        </a:p>
      </dgm:t>
    </dgm:pt>
    <dgm:pt modelId="{6CF284C3-4A70-4432-8F33-E75A802B3330}">
      <dgm:prSet/>
      <dgm:spPr/>
      <dgm:t>
        <a:bodyPr/>
        <a:lstStyle/>
        <a:p>
          <a:r>
            <a:rPr lang="en-US" dirty="0"/>
            <a:t>Some text here</a:t>
          </a:r>
        </a:p>
      </dgm:t>
    </dgm:pt>
    <dgm:pt modelId="{044831E6-2FC9-4DDA-81FB-5FA418568D07}" type="parTrans" cxnId="{2DC24386-BC50-4BAB-8571-16CB10C2603C}">
      <dgm:prSet/>
      <dgm:spPr/>
      <dgm:t>
        <a:bodyPr/>
        <a:lstStyle/>
        <a:p>
          <a:endParaRPr lang="en-US"/>
        </a:p>
      </dgm:t>
    </dgm:pt>
    <dgm:pt modelId="{CD50B82D-84BB-4747-B282-ABB339EBA294}" type="sibTrans" cxnId="{2DC24386-BC50-4BAB-8571-16CB10C2603C}">
      <dgm:prSet/>
      <dgm:spPr/>
      <dgm:t>
        <a:bodyPr/>
        <a:lstStyle/>
        <a:p>
          <a:endParaRPr lang="en-US"/>
        </a:p>
      </dgm:t>
    </dgm:pt>
    <dgm:pt modelId="{3AF880A5-0F00-4315-A5DF-1FE656798601}">
      <dgm:prSet phldrT="[Text]"/>
      <dgm:spPr/>
      <dgm:t>
        <a:bodyPr/>
        <a:lstStyle/>
        <a:p>
          <a:r>
            <a:rPr lang="en-US" dirty="0"/>
            <a:t>Some text here</a:t>
          </a:r>
        </a:p>
      </dgm:t>
    </dgm:pt>
    <dgm:pt modelId="{A13BB1F9-5857-4B43-8BF5-6589AA2CB759}" type="parTrans" cxnId="{24F8CBE2-5003-4E69-A772-6B98F2B05181}">
      <dgm:prSet/>
      <dgm:spPr/>
      <dgm:t>
        <a:bodyPr/>
        <a:lstStyle/>
        <a:p>
          <a:endParaRPr lang="en-US"/>
        </a:p>
      </dgm:t>
    </dgm:pt>
    <dgm:pt modelId="{C198C41D-2640-4669-83ED-E0CD35701C8E}" type="sibTrans" cxnId="{24F8CBE2-5003-4E69-A772-6B98F2B05181}">
      <dgm:prSet/>
      <dgm:spPr/>
      <dgm:t>
        <a:bodyPr/>
        <a:lstStyle/>
        <a:p>
          <a:endParaRPr lang="en-US"/>
        </a:p>
      </dgm:t>
    </dgm:pt>
    <dgm:pt modelId="{8EA7219F-BDB2-48EB-9EEB-3133522D132E}">
      <dgm:prSet phldrT="[Text]"/>
      <dgm:spPr/>
      <dgm:t>
        <a:bodyPr/>
        <a:lstStyle/>
        <a:p>
          <a:r>
            <a:rPr lang="en-US" dirty="0"/>
            <a:t>Some text here</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BE788BF5-FE9F-4C7D-A1CD-9232D7860179}">
      <dgm:prSet phldrT="[Text]"/>
      <dgm:spPr/>
      <dgm:t>
        <a:bodyPr/>
        <a:lstStyle/>
        <a:p>
          <a:r>
            <a:rPr lang="en-US"/>
            <a:t>Some text here</a:t>
          </a:r>
          <a:endParaRPr lang="en-US" dirty="0"/>
        </a:p>
      </dgm:t>
    </dgm:pt>
    <dgm:pt modelId="{963A52CB-C772-45F2-8A30-8ABA6B14D3CE}" type="parTrans" cxnId="{35013F34-57BC-4E3C-A003-07C0E49926DB}">
      <dgm:prSet/>
      <dgm:spPr/>
      <dgm:t>
        <a:bodyPr/>
        <a:lstStyle/>
        <a:p>
          <a:endParaRPr lang="en-US"/>
        </a:p>
      </dgm:t>
    </dgm:pt>
    <dgm:pt modelId="{88191C5E-55BA-42F2-B842-FC86CBBADC0F}" type="sibTrans" cxnId="{35013F34-57BC-4E3C-A003-07C0E49926DB}">
      <dgm:prSet/>
      <dgm:spPr/>
      <dgm:t>
        <a:bodyPr/>
        <a:lstStyle/>
        <a:p>
          <a:endParaRPr lang="en-US"/>
        </a:p>
      </dgm:t>
    </dgm:pt>
    <dgm:pt modelId="{3CE06941-9820-4827-8B16-CD80CC49F780}">
      <dgm:prSet phldrT="[Text]"/>
      <dgm:spPr/>
      <dgm:t>
        <a:bodyPr/>
        <a:lstStyle/>
        <a:p>
          <a:r>
            <a:rPr lang="en-US" dirty="0"/>
            <a:t>Some text here</a:t>
          </a:r>
        </a:p>
      </dgm:t>
    </dgm:pt>
    <dgm:pt modelId="{141A3C92-8966-4E2F-82E4-2E09E22674B2}" type="parTrans" cxnId="{C99CE395-39F6-46B4-938C-9BF085685D1A}">
      <dgm:prSet/>
      <dgm:spPr/>
      <dgm:t>
        <a:bodyPr/>
        <a:lstStyle/>
        <a:p>
          <a:endParaRPr lang="en-US"/>
        </a:p>
      </dgm:t>
    </dgm:pt>
    <dgm:pt modelId="{F58FC55B-E61F-445C-956E-0BB2202254CA}" type="sibTrans" cxnId="{C99CE395-39F6-46B4-938C-9BF085685D1A}">
      <dgm:prSet/>
      <dgm:spPr/>
      <dgm:t>
        <a:bodyPr/>
        <a:lstStyle/>
        <a:p>
          <a:endParaRPr lang="en-US"/>
        </a:p>
      </dgm:t>
    </dgm:pt>
    <dgm:pt modelId="{386C2B6D-2EE1-4682-AE61-EE246CD54E31}">
      <dgm:prSet phldrT="[Text]"/>
      <dgm:spPr/>
      <dgm:t>
        <a:bodyPr/>
        <a:lstStyle/>
        <a:p>
          <a:r>
            <a:rPr lang="en-US" dirty="0"/>
            <a:t>Some text here</a:t>
          </a:r>
        </a:p>
      </dgm:t>
    </dgm:pt>
    <dgm:pt modelId="{649D72FB-0D8F-479C-87D1-C73133EF35E2}" type="parTrans" cxnId="{7F96AC57-2F84-4E8C-AA92-E82865EE63FE}">
      <dgm:prSet/>
      <dgm:spPr/>
      <dgm:t>
        <a:bodyPr/>
        <a:lstStyle/>
        <a:p>
          <a:endParaRPr lang="en-US"/>
        </a:p>
      </dgm:t>
    </dgm:pt>
    <dgm:pt modelId="{E1C9E6F1-2ED2-4DD8-9B78-28FC1AF5D352}" type="sibTrans" cxnId="{7F96AC57-2F84-4E8C-AA92-E82865EE63FE}">
      <dgm:prSet/>
      <dgm:spPr/>
      <dgm:t>
        <a:bodyPr/>
        <a:lstStyle/>
        <a:p>
          <a:endParaRPr lang="en-US"/>
        </a:p>
      </dgm:t>
    </dgm:pt>
    <dgm:pt modelId="{2A22E84C-3AA3-4E9C-AE5F-9C2FB0D7FB11}">
      <dgm:prSet phldrT="[Text]"/>
      <dgm:spPr/>
      <dgm:t>
        <a:bodyPr/>
        <a:lstStyle/>
        <a:p>
          <a:r>
            <a:rPr lang="en-US"/>
            <a:t>Lorem Ipsum</a:t>
          </a:r>
          <a:endParaRPr lang="en-US" dirty="0"/>
        </a:p>
      </dgm:t>
    </dgm:pt>
    <dgm:pt modelId="{6C025E55-DF42-4C5D-AFD5-6015FA053D46}" type="parTrans" cxnId="{BEB859E7-C343-408E-86A1-667C27EE5761}">
      <dgm:prSet/>
      <dgm:spPr/>
      <dgm:t>
        <a:bodyPr/>
        <a:lstStyle/>
        <a:p>
          <a:endParaRPr lang="en-US"/>
        </a:p>
      </dgm:t>
    </dgm:pt>
    <dgm:pt modelId="{744EA591-F199-49C2-B63A-82709D96C729}" type="sibTrans" cxnId="{BEB859E7-C343-408E-86A1-667C27EE5761}">
      <dgm:prSet/>
      <dgm:spPr/>
      <dgm:t>
        <a:bodyPr/>
        <a:lstStyle/>
        <a:p>
          <a:endParaRPr lang="en-US"/>
        </a:p>
      </dgm:t>
    </dgm:pt>
    <dgm:pt modelId="{9ADACFBF-2A78-45C9-A7C4-5E5DBC674760}">
      <dgm:prSet phldrT="[Text]"/>
      <dgm:spPr/>
      <dgm:t>
        <a:bodyPr/>
        <a:lstStyle/>
        <a:p>
          <a:r>
            <a:rPr lang="en-US" dirty="0"/>
            <a:t>Some text here</a:t>
          </a:r>
        </a:p>
      </dgm:t>
    </dgm:pt>
    <dgm:pt modelId="{E121796C-71AB-4354-A1D4-3BF0025298A5}" type="parTrans" cxnId="{2B98897D-9937-49AC-9FE9-6629E912033A}">
      <dgm:prSet/>
      <dgm:spPr/>
      <dgm:t>
        <a:bodyPr/>
        <a:lstStyle/>
        <a:p>
          <a:endParaRPr lang="en-US"/>
        </a:p>
      </dgm:t>
    </dgm:pt>
    <dgm:pt modelId="{F3FE7E5A-DC73-423B-998C-02943CF263BF}" type="sibTrans" cxnId="{2B98897D-9937-49AC-9FE9-6629E912033A}">
      <dgm:prSet/>
      <dgm:spPr/>
      <dgm:t>
        <a:bodyPr/>
        <a:lstStyle/>
        <a:p>
          <a:endParaRPr lang="en-US"/>
        </a:p>
      </dgm:t>
    </dgm:pt>
    <dgm:pt modelId="{6C39594C-4AE1-4221-9751-E4FBA9469435}">
      <dgm:prSet phldrT="[Text]"/>
      <dgm:spPr/>
      <dgm:t>
        <a:bodyPr/>
        <a:lstStyle/>
        <a:p>
          <a:r>
            <a:rPr lang="en-US" dirty="0"/>
            <a:t>Some text here</a:t>
          </a:r>
        </a:p>
      </dgm:t>
    </dgm:pt>
    <dgm:pt modelId="{EA90E5E0-265B-4677-A3EF-FCD0DFDF4F41}" type="parTrans" cxnId="{7AF91B96-DA69-42D6-83DE-0E63677A4C47}">
      <dgm:prSet/>
      <dgm:spPr/>
      <dgm:t>
        <a:bodyPr/>
        <a:lstStyle/>
        <a:p>
          <a:endParaRPr lang="en-US"/>
        </a:p>
      </dgm:t>
    </dgm:pt>
    <dgm:pt modelId="{F04E3063-747B-4761-B46E-8C06B2EF3C55}" type="sibTrans" cxnId="{7AF91B96-DA69-42D6-83DE-0E63677A4C47}">
      <dgm:prSet/>
      <dgm:spPr/>
      <dgm:t>
        <a:bodyPr/>
        <a:lstStyle/>
        <a:p>
          <a:endParaRPr lang="en-US"/>
        </a:p>
      </dgm:t>
    </dgm:pt>
    <dgm:pt modelId="{36045517-CEA4-4BE3-B836-C2B6BFE5649B}">
      <dgm:prSet phldrT="[Text]"/>
      <dgm:spPr/>
      <dgm:t>
        <a:bodyPr/>
        <a:lstStyle/>
        <a:p>
          <a:r>
            <a:rPr lang="en-US"/>
            <a:t>Lorem Ipsum</a:t>
          </a:r>
          <a:endParaRPr lang="en-US" dirty="0"/>
        </a:p>
      </dgm:t>
    </dgm:pt>
    <dgm:pt modelId="{6231A36F-9B04-4B4A-917A-7E163AFFC956}" type="parTrans" cxnId="{4019353B-443B-4DED-AA6C-3C60E18414C7}">
      <dgm:prSet/>
      <dgm:spPr/>
      <dgm:t>
        <a:bodyPr/>
        <a:lstStyle/>
        <a:p>
          <a:endParaRPr lang="en-US"/>
        </a:p>
      </dgm:t>
    </dgm:pt>
    <dgm:pt modelId="{BFF3C5ED-87D0-4709-A3B8-A7BF0668006A}" type="sibTrans" cxnId="{4019353B-443B-4DED-AA6C-3C60E18414C7}">
      <dgm:prSet/>
      <dgm:spPr/>
      <dgm:t>
        <a:bodyPr/>
        <a:lstStyle/>
        <a:p>
          <a:endParaRPr lang="en-US"/>
        </a:p>
      </dgm:t>
    </dgm:pt>
    <dgm:pt modelId="{110CC072-E78D-486A-BD24-8CD6CE5683E0}">
      <dgm:prSet phldrT="[Text]"/>
      <dgm:spPr/>
      <dgm:t>
        <a:bodyPr/>
        <a:lstStyle/>
        <a:p>
          <a:r>
            <a:rPr lang="en-US" dirty="0"/>
            <a:t>Some text here</a:t>
          </a:r>
        </a:p>
      </dgm:t>
    </dgm:pt>
    <dgm:pt modelId="{EFE20FCA-41FE-42D4-8C71-85751017ADFF}" type="parTrans" cxnId="{5670A7D8-BA42-4857-8679-D269077AD7D7}">
      <dgm:prSet/>
      <dgm:spPr/>
      <dgm:t>
        <a:bodyPr/>
        <a:lstStyle/>
        <a:p>
          <a:endParaRPr lang="en-US"/>
        </a:p>
      </dgm:t>
    </dgm:pt>
    <dgm:pt modelId="{C901204A-BC8E-4B62-854A-DFB2104323F5}" type="sibTrans" cxnId="{5670A7D8-BA42-4857-8679-D269077AD7D7}">
      <dgm:prSet/>
      <dgm:spPr/>
      <dgm:t>
        <a:bodyPr/>
        <a:lstStyle/>
        <a:p>
          <a:endParaRPr lang="en-US"/>
        </a:p>
      </dgm:t>
    </dgm:pt>
    <dgm:pt modelId="{F64D9B44-8949-42CE-A3F5-920CF85E6D38}">
      <dgm:prSet phldrT="[Text]"/>
      <dgm:spPr/>
      <dgm:t>
        <a:bodyPr/>
        <a:lstStyle/>
        <a:p>
          <a:r>
            <a:rPr lang="en-US" dirty="0"/>
            <a:t>Some text here</a:t>
          </a:r>
        </a:p>
      </dgm:t>
    </dgm:pt>
    <dgm:pt modelId="{81AB81A4-D793-40B9-964C-9DA3AF17B95D}" type="parTrans" cxnId="{F091E13E-CC91-4760-8919-F8E7FA115B30}">
      <dgm:prSet/>
      <dgm:spPr/>
      <dgm:t>
        <a:bodyPr/>
        <a:lstStyle/>
        <a:p>
          <a:endParaRPr lang="en-US"/>
        </a:p>
      </dgm:t>
    </dgm:pt>
    <dgm:pt modelId="{ECDC803C-5DBD-4EEE-A68A-AC8585F1A4EB}" type="sibTrans" cxnId="{F091E13E-CC91-4760-8919-F8E7FA115B30}">
      <dgm:prSet/>
      <dgm:spPr/>
      <dgm:t>
        <a:bodyPr/>
        <a:lstStyle/>
        <a:p>
          <a:endParaRPr lang="en-US"/>
        </a:p>
      </dgm:t>
    </dgm:pt>
    <dgm:pt modelId="{0F7174AE-8DD9-4D43-9D48-3CE5EA6C433A}" type="pres">
      <dgm:prSet presAssocID="{B9C32B05-62EA-407A-B21C-2310C7945705}" presName="Name0" presStyleCnt="0">
        <dgm:presLayoutVars>
          <dgm:dir/>
        </dgm:presLayoutVars>
      </dgm:prSet>
      <dgm:spPr/>
    </dgm:pt>
    <dgm:pt modelId="{D789DAFB-ED02-4841-B816-E712690445ED}" type="pres">
      <dgm:prSet presAssocID="{42D71409-67F9-455C-8C6D-716D284AAA6B}" presName="parComposite" presStyleCnt="0"/>
      <dgm:spPr/>
    </dgm:pt>
    <dgm:pt modelId="{84231EC1-D7B6-4A33-A7E4-D38547188266}" type="pres">
      <dgm:prSet presAssocID="{42D71409-67F9-455C-8C6D-716D284AAA6B}" presName="parBigCircle" presStyleLbl="node0" presStyleIdx="0" presStyleCnt="5"/>
      <dgm:spPr/>
    </dgm:pt>
    <dgm:pt modelId="{8ABCCD18-D367-46EB-8B70-E4F3CB41D42E}" type="pres">
      <dgm:prSet presAssocID="{42D71409-67F9-455C-8C6D-716D284AAA6B}" presName="parTx" presStyleLbl="revTx" presStyleIdx="0" presStyleCnt="25"/>
      <dgm:spPr/>
    </dgm:pt>
    <dgm:pt modelId="{B89AB451-6BDA-498C-9CB9-20F26A35975F}" type="pres">
      <dgm:prSet presAssocID="{42D71409-67F9-455C-8C6D-716D284AAA6B}" presName="bSpace" presStyleCnt="0"/>
      <dgm:spPr/>
    </dgm:pt>
    <dgm:pt modelId="{04929F32-2C3B-42D8-A863-5EEC50B796C9}" type="pres">
      <dgm:prSet presAssocID="{42D71409-67F9-455C-8C6D-716D284AAA6B}" presName="parBackupNorm" presStyleCnt="0"/>
      <dgm:spPr/>
    </dgm:pt>
    <dgm:pt modelId="{7B0FCB77-AA40-4083-BF99-195DD24FF472}" type="pres">
      <dgm:prSet presAssocID="{478B7D3C-9FB4-4BC6-90AC-49960560DECD}" presName="parSpace" presStyleCnt="0"/>
      <dgm:spPr/>
    </dgm:pt>
    <dgm:pt modelId="{721C0899-4E71-46BE-B0F2-B7019B3AC244}" type="pres">
      <dgm:prSet presAssocID="{8EA7219F-BDB2-48EB-9EEB-3133522D132E}" presName="desBackupLeftNorm" presStyleCnt="0"/>
      <dgm:spPr/>
    </dgm:pt>
    <dgm:pt modelId="{E30A0401-DFF8-48DB-9A15-E40381BE3573}" type="pres">
      <dgm:prSet presAssocID="{8EA7219F-BDB2-48EB-9EEB-3133522D132E}" presName="desComposite" presStyleCnt="0"/>
      <dgm:spPr/>
    </dgm:pt>
    <dgm:pt modelId="{3EC66005-00D2-4ED5-8F17-4A0857D7A1B0}" type="pres">
      <dgm:prSet presAssocID="{8EA7219F-BDB2-48EB-9EEB-3133522D132E}" presName="desCircle" presStyleLbl="node1" presStyleIdx="0" presStyleCnt="10"/>
      <dgm:spPr/>
    </dgm:pt>
    <dgm:pt modelId="{74B1D5FA-1BF5-49AE-8146-17830A381C3C}" type="pres">
      <dgm:prSet presAssocID="{8EA7219F-BDB2-48EB-9EEB-3133522D132E}" presName="chTx" presStyleLbl="revTx" presStyleIdx="1" presStyleCnt="25"/>
      <dgm:spPr/>
    </dgm:pt>
    <dgm:pt modelId="{A08A4397-DAED-4A52-B27F-7E82FFC47065}" type="pres">
      <dgm:prSet presAssocID="{8EA7219F-BDB2-48EB-9EEB-3133522D132E}" presName="desTx" presStyleLbl="revTx" presStyleIdx="2" presStyleCnt="25">
        <dgm:presLayoutVars>
          <dgm:bulletEnabled val="1"/>
        </dgm:presLayoutVars>
      </dgm:prSet>
      <dgm:spPr/>
    </dgm:pt>
    <dgm:pt modelId="{B827EEFC-9317-4C94-99CB-A42BE85F7B05}" type="pres">
      <dgm:prSet presAssocID="{8EA7219F-BDB2-48EB-9EEB-3133522D132E}" presName="desBackupRightNorm" presStyleCnt="0"/>
      <dgm:spPr/>
    </dgm:pt>
    <dgm:pt modelId="{FFD93132-CE98-4BD4-8BEC-957E4C926919}" type="pres">
      <dgm:prSet presAssocID="{C94B7947-85DC-4B21-BB99-DF8438356F98}" presName="desSpace" presStyleCnt="0"/>
      <dgm:spPr/>
    </dgm:pt>
    <dgm:pt modelId="{85D16646-055E-473D-812D-A6D116A642DE}" type="pres">
      <dgm:prSet presAssocID="{3AF880A5-0F00-4315-A5DF-1FE656798601}" presName="desBackupLeftNorm" presStyleCnt="0"/>
      <dgm:spPr/>
    </dgm:pt>
    <dgm:pt modelId="{0256901D-8286-41CA-91E1-4BF850119E85}" type="pres">
      <dgm:prSet presAssocID="{3AF880A5-0F00-4315-A5DF-1FE656798601}" presName="desComposite" presStyleCnt="0"/>
      <dgm:spPr/>
    </dgm:pt>
    <dgm:pt modelId="{E7220013-4046-4E03-86FE-B8CC59E59D11}" type="pres">
      <dgm:prSet presAssocID="{3AF880A5-0F00-4315-A5DF-1FE656798601}" presName="desCircle" presStyleLbl="node1" presStyleIdx="1" presStyleCnt="10"/>
      <dgm:spPr/>
    </dgm:pt>
    <dgm:pt modelId="{E2CA0DDB-878A-41A8-BDCF-AABBC2763BCC}" type="pres">
      <dgm:prSet presAssocID="{3AF880A5-0F00-4315-A5DF-1FE656798601}" presName="chTx" presStyleLbl="revTx" presStyleIdx="3" presStyleCnt="25"/>
      <dgm:spPr/>
    </dgm:pt>
    <dgm:pt modelId="{CCAC4273-C2AA-474F-84DE-211ABDFB5690}" type="pres">
      <dgm:prSet presAssocID="{3AF880A5-0F00-4315-A5DF-1FE656798601}" presName="desTx" presStyleLbl="revTx" presStyleIdx="4" presStyleCnt="25">
        <dgm:presLayoutVars>
          <dgm:bulletEnabled val="1"/>
        </dgm:presLayoutVars>
      </dgm:prSet>
      <dgm:spPr/>
    </dgm:pt>
    <dgm:pt modelId="{60B141CB-5ADD-4653-A45C-9860965A10FE}" type="pres">
      <dgm:prSet presAssocID="{3AF880A5-0F00-4315-A5DF-1FE656798601}" presName="desBackupRightNorm" presStyleCnt="0"/>
      <dgm:spPr/>
    </dgm:pt>
    <dgm:pt modelId="{A0FAD631-1139-40D0-B1B5-E516B25687E9}" type="pres">
      <dgm:prSet presAssocID="{C198C41D-2640-4669-83ED-E0CD35701C8E}" presName="desSpace" presStyleCnt="0"/>
      <dgm:spPr/>
    </dgm:pt>
    <dgm:pt modelId="{925DDA73-E42A-4F28-ABC5-564FFAC60598}" type="pres">
      <dgm:prSet presAssocID="{F66099B6-DBBD-4AB0-82D2-877B80F846F7}" presName="parComposite" presStyleCnt="0"/>
      <dgm:spPr/>
    </dgm:pt>
    <dgm:pt modelId="{FF52728C-5F25-4685-89C3-04656A602CF0}" type="pres">
      <dgm:prSet presAssocID="{F66099B6-DBBD-4AB0-82D2-877B80F846F7}" presName="parBigCircle" presStyleLbl="node0" presStyleIdx="1" presStyleCnt="5"/>
      <dgm:spPr/>
    </dgm:pt>
    <dgm:pt modelId="{F260EB3B-7DD1-4747-9F89-68D6CA0BAD55}" type="pres">
      <dgm:prSet presAssocID="{F66099B6-DBBD-4AB0-82D2-877B80F846F7}" presName="parTx" presStyleLbl="revTx" presStyleIdx="5" presStyleCnt="25"/>
      <dgm:spPr/>
    </dgm:pt>
    <dgm:pt modelId="{93579470-D77B-4963-9EFC-0C1F12764CB3}" type="pres">
      <dgm:prSet presAssocID="{F66099B6-DBBD-4AB0-82D2-877B80F846F7}" presName="bSpace" presStyleCnt="0"/>
      <dgm:spPr/>
    </dgm:pt>
    <dgm:pt modelId="{90F21FC0-6E15-49F7-9BDA-1D7429822B8B}" type="pres">
      <dgm:prSet presAssocID="{F66099B6-DBBD-4AB0-82D2-877B80F846F7}" presName="parBackupNorm" presStyleCnt="0"/>
      <dgm:spPr/>
    </dgm:pt>
    <dgm:pt modelId="{D0DCBDDB-E5B6-4049-B6CE-B3912A4F0042}" type="pres">
      <dgm:prSet presAssocID="{BC531B32-9B0E-482E-BF91-65C61F17168D}" presName="parSpace" presStyleCnt="0"/>
      <dgm:spPr/>
    </dgm:pt>
    <dgm:pt modelId="{0B0817D2-2229-4B31-9FED-AEDC9B13ED53}" type="pres">
      <dgm:prSet presAssocID="{6CF284C3-4A70-4432-8F33-E75A802B3330}" presName="desBackupLeftNorm" presStyleCnt="0"/>
      <dgm:spPr/>
    </dgm:pt>
    <dgm:pt modelId="{EF43EB1F-DA17-4B2B-91F7-4D273F1936E3}" type="pres">
      <dgm:prSet presAssocID="{6CF284C3-4A70-4432-8F33-E75A802B3330}" presName="desComposite" presStyleCnt="0"/>
      <dgm:spPr/>
    </dgm:pt>
    <dgm:pt modelId="{5D9B9E95-F27C-4440-BDF6-2DB008035677}" type="pres">
      <dgm:prSet presAssocID="{6CF284C3-4A70-4432-8F33-E75A802B3330}" presName="desCircle" presStyleLbl="node1" presStyleIdx="2" presStyleCnt="10"/>
      <dgm:spPr/>
    </dgm:pt>
    <dgm:pt modelId="{3AB96BC5-E39B-40A9-82C2-441F9DBD2830}" type="pres">
      <dgm:prSet presAssocID="{6CF284C3-4A70-4432-8F33-E75A802B3330}" presName="chTx" presStyleLbl="revTx" presStyleIdx="6" presStyleCnt="25"/>
      <dgm:spPr/>
    </dgm:pt>
    <dgm:pt modelId="{29301EDC-45C9-4F4F-968C-F1E0075F1F06}" type="pres">
      <dgm:prSet presAssocID="{6CF284C3-4A70-4432-8F33-E75A802B3330}" presName="desTx" presStyleLbl="revTx" presStyleIdx="7" presStyleCnt="25">
        <dgm:presLayoutVars>
          <dgm:bulletEnabled val="1"/>
        </dgm:presLayoutVars>
      </dgm:prSet>
      <dgm:spPr/>
    </dgm:pt>
    <dgm:pt modelId="{F4DB4C29-F4A2-4F72-8CC2-4947F26EA63F}" type="pres">
      <dgm:prSet presAssocID="{6CF284C3-4A70-4432-8F33-E75A802B3330}" presName="desBackupRightNorm" presStyleCnt="0"/>
      <dgm:spPr/>
    </dgm:pt>
    <dgm:pt modelId="{876E5619-C28D-4CD0-BF3D-D6537F9DDA7E}" type="pres">
      <dgm:prSet presAssocID="{CD50B82D-84BB-4747-B282-ABB339EBA294}" presName="desSpace" presStyleCnt="0"/>
      <dgm:spPr/>
    </dgm:pt>
    <dgm:pt modelId="{4741AC15-D30B-4B64-9460-5DB854B730A4}" type="pres">
      <dgm:prSet presAssocID="{BE788BF5-FE9F-4C7D-A1CD-9232D7860179}" presName="desBackupLeftNorm" presStyleCnt="0"/>
      <dgm:spPr/>
    </dgm:pt>
    <dgm:pt modelId="{070A8F15-AFDA-42BF-BA4D-CEF7C2DA596E}" type="pres">
      <dgm:prSet presAssocID="{BE788BF5-FE9F-4C7D-A1CD-9232D7860179}" presName="desComposite" presStyleCnt="0"/>
      <dgm:spPr/>
    </dgm:pt>
    <dgm:pt modelId="{75395E71-25FC-4073-A3EF-2BF82AFFBBAE}" type="pres">
      <dgm:prSet presAssocID="{BE788BF5-FE9F-4C7D-A1CD-9232D7860179}" presName="desCircle" presStyleLbl="node1" presStyleIdx="3" presStyleCnt="10"/>
      <dgm:spPr/>
    </dgm:pt>
    <dgm:pt modelId="{48E309BB-E9B2-4762-BE9A-6F65F41E1D34}" type="pres">
      <dgm:prSet presAssocID="{BE788BF5-FE9F-4C7D-A1CD-9232D7860179}" presName="chTx" presStyleLbl="revTx" presStyleIdx="8" presStyleCnt="25"/>
      <dgm:spPr/>
    </dgm:pt>
    <dgm:pt modelId="{304FFC74-A28A-4D98-8FB9-E69063248263}" type="pres">
      <dgm:prSet presAssocID="{BE788BF5-FE9F-4C7D-A1CD-9232D7860179}" presName="desTx" presStyleLbl="revTx" presStyleIdx="9" presStyleCnt="25">
        <dgm:presLayoutVars>
          <dgm:bulletEnabled val="1"/>
        </dgm:presLayoutVars>
      </dgm:prSet>
      <dgm:spPr/>
    </dgm:pt>
    <dgm:pt modelId="{9E8B61D6-AE98-4575-A007-648185A023DF}" type="pres">
      <dgm:prSet presAssocID="{BE788BF5-FE9F-4C7D-A1CD-9232D7860179}" presName="desBackupRightNorm" presStyleCnt="0"/>
      <dgm:spPr/>
    </dgm:pt>
    <dgm:pt modelId="{F1AA227F-D786-4893-81CA-6B71EFC726A7}" type="pres">
      <dgm:prSet presAssocID="{88191C5E-55BA-42F2-B842-FC86CBBADC0F}" presName="desSpace" presStyleCnt="0"/>
      <dgm:spPr/>
    </dgm:pt>
    <dgm:pt modelId="{A04F9983-886C-484E-A763-F5F24E56B126}" type="pres">
      <dgm:prSet presAssocID="{EE62A4F6-4AC4-435B-990E-81A71CE8CAC7}" presName="parComposite" presStyleCnt="0"/>
      <dgm:spPr/>
    </dgm:pt>
    <dgm:pt modelId="{1A7E60EE-3F48-4CDD-9C7C-5EEDA82C6A33}" type="pres">
      <dgm:prSet presAssocID="{EE62A4F6-4AC4-435B-990E-81A71CE8CAC7}" presName="parBigCircle" presStyleLbl="node0" presStyleIdx="2" presStyleCnt="5"/>
      <dgm:spPr/>
    </dgm:pt>
    <dgm:pt modelId="{06F7F86B-FAA0-4690-BF47-5C5449948F81}" type="pres">
      <dgm:prSet presAssocID="{EE62A4F6-4AC4-435B-990E-81A71CE8CAC7}" presName="parTx" presStyleLbl="revTx" presStyleIdx="10" presStyleCnt="25"/>
      <dgm:spPr/>
    </dgm:pt>
    <dgm:pt modelId="{796D39EB-5DA8-4AB9-B46F-C6418FC3C0AA}" type="pres">
      <dgm:prSet presAssocID="{EE62A4F6-4AC4-435B-990E-81A71CE8CAC7}" presName="bSpace" presStyleCnt="0"/>
      <dgm:spPr/>
    </dgm:pt>
    <dgm:pt modelId="{7173CCE8-F7D2-4FB9-8DCB-03DE87F64344}" type="pres">
      <dgm:prSet presAssocID="{EE62A4F6-4AC4-435B-990E-81A71CE8CAC7}" presName="parBackupNorm" presStyleCnt="0"/>
      <dgm:spPr/>
    </dgm:pt>
    <dgm:pt modelId="{DB4ABA02-0B0F-4C82-8D0E-E7A334206E8A}" type="pres">
      <dgm:prSet presAssocID="{389F9A93-0231-4877-8C41-5D5B8DD7AAC0}" presName="parSpace" presStyleCnt="0"/>
      <dgm:spPr/>
    </dgm:pt>
    <dgm:pt modelId="{496B966B-45F0-4CA0-9A34-DA4F4CEDD0F1}" type="pres">
      <dgm:prSet presAssocID="{3CE06941-9820-4827-8B16-CD80CC49F780}" presName="desBackupLeftNorm" presStyleCnt="0"/>
      <dgm:spPr/>
    </dgm:pt>
    <dgm:pt modelId="{E0917D96-2147-479E-AD6E-49EAEEA1CEBB}" type="pres">
      <dgm:prSet presAssocID="{3CE06941-9820-4827-8B16-CD80CC49F780}" presName="desComposite" presStyleCnt="0"/>
      <dgm:spPr/>
    </dgm:pt>
    <dgm:pt modelId="{1DD2BE90-0AFD-45FD-8260-D2E043067658}" type="pres">
      <dgm:prSet presAssocID="{3CE06941-9820-4827-8B16-CD80CC49F780}" presName="desCircle" presStyleLbl="node1" presStyleIdx="4" presStyleCnt="10"/>
      <dgm:spPr/>
    </dgm:pt>
    <dgm:pt modelId="{22B4D7D3-9CD3-4B77-BDBA-2166C268E709}" type="pres">
      <dgm:prSet presAssocID="{3CE06941-9820-4827-8B16-CD80CC49F780}" presName="chTx" presStyleLbl="revTx" presStyleIdx="11" presStyleCnt="25"/>
      <dgm:spPr/>
    </dgm:pt>
    <dgm:pt modelId="{93705DA1-31D4-43ED-BCDA-76273AB59002}" type="pres">
      <dgm:prSet presAssocID="{3CE06941-9820-4827-8B16-CD80CC49F780}" presName="desTx" presStyleLbl="revTx" presStyleIdx="12" presStyleCnt="25">
        <dgm:presLayoutVars>
          <dgm:bulletEnabled val="1"/>
        </dgm:presLayoutVars>
      </dgm:prSet>
      <dgm:spPr/>
    </dgm:pt>
    <dgm:pt modelId="{005896A0-95BC-450F-A57A-DEF8D41DE2CA}" type="pres">
      <dgm:prSet presAssocID="{3CE06941-9820-4827-8B16-CD80CC49F780}" presName="desBackupRightNorm" presStyleCnt="0"/>
      <dgm:spPr/>
    </dgm:pt>
    <dgm:pt modelId="{E9A0E3D0-6D83-46AB-B3DD-5628DCC149B0}" type="pres">
      <dgm:prSet presAssocID="{F58FC55B-E61F-445C-956E-0BB2202254CA}" presName="desSpace" presStyleCnt="0"/>
      <dgm:spPr/>
    </dgm:pt>
    <dgm:pt modelId="{0596953A-D2EC-43F1-A6B5-F40D79BE4313}" type="pres">
      <dgm:prSet presAssocID="{386C2B6D-2EE1-4682-AE61-EE246CD54E31}" presName="desBackupLeftNorm" presStyleCnt="0"/>
      <dgm:spPr/>
    </dgm:pt>
    <dgm:pt modelId="{71AE53B2-7973-4B4A-8E87-0F738913C577}" type="pres">
      <dgm:prSet presAssocID="{386C2B6D-2EE1-4682-AE61-EE246CD54E31}" presName="desComposite" presStyleCnt="0"/>
      <dgm:spPr/>
    </dgm:pt>
    <dgm:pt modelId="{EFFE51D9-B627-4C85-831A-99495F9A8C39}" type="pres">
      <dgm:prSet presAssocID="{386C2B6D-2EE1-4682-AE61-EE246CD54E31}" presName="desCircle" presStyleLbl="node1" presStyleIdx="5" presStyleCnt="10"/>
      <dgm:spPr/>
    </dgm:pt>
    <dgm:pt modelId="{662F3C38-21DC-470E-8472-8A4EF57FF9A8}" type="pres">
      <dgm:prSet presAssocID="{386C2B6D-2EE1-4682-AE61-EE246CD54E31}" presName="chTx" presStyleLbl="revTx" presStyleIdx="13" presStyleCnt="25"/>
      <dgm:spPr/>
    </dgm:pt>
    <dgm:pt modelId="{35CBCACF-27B8-4456-9A0D-399EE0C38A9E}" type="pres">
      <dgm:prSet presAssocID="{386C2B6D-2EE1-4682-AE61-EE246CD54E31}" presName="desTx" presStyleLbl="revTx" presStyleIdx="14" presStyleCnt="25">
        <dgm:presLayoutVars>
          <dgm:bulletEnabled val="1"/>
        </dgm:presLayoutVars>
      </dgm:prSet>
      <dgm:spPr/>
    </dgm:pt>
    <dgm:pt modelId="{47DF96AB-CCA9-4262-BB6A-8D0966991061}" type="pres">
      <dgm:prSet presAssocID="{386C2B6D-2EE1-4682-AE61-EE246CD54E31}" presName="desBackupRightNorm" presStyleCnt="0"/>
      <dgm:spPr/>
    </dgm:pt>
    <dgm:pt modelId="{8E5AED4B-0C4F-440B-85B5-A875C05BAC26}" type="pres">
      <dgm:prSet presAssocID="{E1C9E6F1-2ED2-4DD8-9B78-28FC1AF5D352}" presName="desSpace" presStyleCnt="0"/>
      <dgm:spPr/>
    </dgm:pt>
    <dgm:pt modelId="{FA229FBC-B979-45CB-B9D7-2FFA2DAA0D38}" type="pres">
      <dgm:prSet presAssocID="{2A22E84C-3AA3-4E9C-AE5F-9C2FB0D7FB11}" presName="parComposite" presStyleCnt="0"/>
      <dgm:spPr/>
    </dgm:pt>
    <dgm:pt modelId="{71CA2EA1-73F8-4859-8B66-0215B00AE68B}" type="pres">
      <dgm:prSet presAssocID="{2A22E84C-3AA3-4E9C-AE5F-9C2FB0D7FB11}" presName="parBigCircle" presStyleLbl="node0" presStyleIdx="3" presStyleCnt="5"/>
      <dgm:spPr/>
    </dgm:pt>
    <dgm:pt modelId="{22395F74-9890-420D-BC99-1E513250FC09}" type="pres">
      <dgm:prSet presAssocID="{2A22E84C-3AA3-4E9C-AE5F-9C2FB0D7FB11}" presName="parTx" presStyleLbl="revTx" presStyleIdx="15" presStyleCnt="25"/>
      <dgm:spPr/>
    </dgm:pt>
    <dgm:pt modelId="{DFDD5CD1-AD2F-421A-BB94-FAE2D06BA4B4}" type="pres">
      <dgm:prSet presAssocID="{2A22E84C-3AA3-4E9C-AE5F-9C2FB0D7FB11}" presName="bSpace" presStyleCnt="0"/>
      <dgm:spPr/>
    </dgm:pt>
    <dgm:pt modelId="{5B879171-D90D-4917-8E26-84FBF1FDFB7E}" type="pres">
      <dgm:prSet presAssocID="{2A22E84C-3AA3-4E9C-AE5F-9C2FB0D7FB11}" presName="parBackupNorm" presStyleCnt="0"/>
      <dgm:spPr/>
    </dgm:pt>
    <dgm:pt modelId="{9282D65F-E001-416D-8CD2-7F3877A9F1D8}" type="pres">
      <dgm:prSet presAssocID="{744EA591-F199-49C2-B63A-82709D96C729}" presName="parSpace" presStyleCnt="0"/>
      <dgm:spPr/>
    </dgm:pt>
    <dgm:pt modelId="{61FF6584-578C-4501-BE23-99E466DEAEC3}" type="pres">
      <dgm:prSet presAssocID="{9ADACFBF-2A78-45C9-A7C4-5E5DBC674760}" presName="desBackupLeftNorm" presStyleCnt="0"/>
      <dgm:spPr/>
    </dgm:pt>
    <dgm:pt modelId="{F9244E72-8F4E-4956-8BDF-57E3558D06EB}" type="pres">
      <dgm:prSet presAssocID="{9ADACFBF-2A78-45C9-A7C4-5E5DBC674760}" presName="desComposite" presStyleCnt="0"/>
      <dgm:spPr/>
    </dgm:pt>
    <dgm:pt modelId="{7C91C3C6-5BA4-4728-870C-E3428777DC7B}" type="pres">
      <dgm:prSet presAssocID="{9ADACFBF-2A78-45C9-A7C4-5E5DBC674760}" presName="desCircle" presStyleLbl="node1" presStyleIdx="6" presStyleCnt="10"/>
      <dgm:spPr/>
    </dgm:pt>
    <dgm:pt modelId="{81995683-57A1-44B7-B3F6-6012719683F6}" type="pres">
      <dgm:prSet presAssocID="{9ADACFBF-2A78-45C9-A7C4-5E5DBC674760}" presName="chTx" presStyleLbl="revTx" presStyleIdx="16" presStyleCnt="25"/>
      <dgm:spPr/>
    </dgm:pt>
    <dgm:pt modelId="{7C866DF8-FD02-47E9-979A-139ED031BDCC}" type="pres">
      <dgm:prSet presAssocID="{9ADACFBF-2A78-45C9-A7C4-5E5DBC674760}" presName="desTx" presStyleLbl="revTx" presStyleIdx="17" presStyleCnt="25">
        <dgm:presLayoutVars>
          <dgm:bulletEnabled val="1"/>
        </dgm:presLayoutVars>
      </dgm:prSet>
      <dgm:spPr/>
    </dgm:pt>
    <dgm:pt modelId="{1EF711A0-187F-4F0D-8FFE-B425EE6E27FC}" type="pres">
      <dgm:prSet presAssocID="{9ADACFBF-2A78-45C9-A7C4-5E5DBC674760}" presName="desBackupRightNorm" presStyleCnt="0"/>
      <dgm:spPr/>
    </dgm:pt>
    <dgm:pt modelId="{567E14F4-47E4-42D6-8B60-1F4EA330BBAD}" type="pres">
      <dgm:prSet presAssocID="{F3FE7E5A-DC73-423B-998C-02943CF263BF}" presName="desSpace" presStyleCnt="0"/>
      <dgm:spPr/>
    </dgm:pt>
    <dgm:pt modelId="{24F749FC-A290-4D6B-B859-9C1DB3E59F2F}" type="pres">
      <dgm:prSet presAssocID="{6C39594C-4AE1-4221-9751-E4FBA9469435}" presName="desBackupLeftNorm" presStyleCnt="0"/>
      <dgm:spPr/>
    </dgm:pt>
    <dgm:pt modelId="{CF88FB0F-C4D2-41EE-9761-7F0039637FF6}" type="pres">
      <dgm:prSet presAssocID="{6C39594C-4AE1-4221-9751-E4FBA9469435}" presName="desComposite" presStyleCnt="0"/>
      <dgm:spPr/>
    </dgm:pt>
    <dgm:pt modelId="{27BF5173-CB79-4818-9967-CECE7F5FF24B}" type="pres">
      <dgm:prSet presAssocID="{6C39594C-4AE1-4221-9751-E4FBA9469435}" presName="desCircle" presStyleLbl="node1" presStyleIdx="7" presStyleCnt="10"/>
      <dgm:spPr/>
    </dgm:pt>
    <dgm:pt modelId="{0CA1F3DF-67FA-439A-808C-80F4E5C2D245}" type="pres">
      <dgm:prSet presAssocID="{6C39594C-4AE1-4221-9751-E4FBA9469435}" presName="chTx" presStyleLbl="revTx" presStyleIdx="18" presStyleCnt="25"/>
      <dgm:spPr/>
    </dgm:pt>
    <dgm:pt modelId="{3BE56002-015C-426A-B8B6-806FDFF7AC11}" type="pres">
      <dgm:prSet presAssocID="{6C39594C-4AE1-4221-9751-E4FBA9469435}" presName="desTx" presStyleLbl="revTx" presStyleIdx="19" presStyleCnt="25">
        <dgm:presLayoutVars>
          <dgm:bulletEnabled val="1"/>
        </dgm:presLayoutVars>
      </dgm:prSet>
      <dgm:spPr/>
    </dgm:pt>
    <dgm:pt modelId="{9123B270-3363-4C68-B40E-05C11308AE63}" type="pres">
      <dgm:prSet presAssocID="{6C39594C-4AE1-4221-9751-E4FBA9469435}" presName="desBackupRightNorm" presStyleCnt="0"/>
      <dgm:spPr/>
    </dgm:pt>
    <dgm:pt modelId="{8A215606-AAE4-4140-A5D5-A817049691E9}" type="pres">
      <dgm:prSet presAssocID="{F04E3063-747B-4761-B46E-8C06B2EF3C55}" presName="desSpace" presStyleCnt="0"/>
      <dgm:spPr/>
    </dgm:pt>
    <dgm:pt modelId="{59F58627-9EAD-4E81-84AA-45CF9BD3AE93}" type="pres">
      <dgm:prSet presAssocID="{36045517-CEA4-4BE3-B836-C2B6BFE5649B}" presName="parComposite" presStyleCnt="0"/>
      <dgm:spPr/>
    </dgm:pt>
    <dgm:pt modelId="{8017D2B4-5570-4F38-9A5E-5725CCAAC433}" type="pres">
      <dgm:prSet presAssocID="{36045517-CEA4-4BE3-B836-C2B6BFE5649B}" presName="parBigCircle" presStyleLbl="node0" presStyleIdx="4" presStyleCnt="5"/>
      <dgm:spPr/>
    </dgm:pt>
    <dgm:pt modelId="{A9F9B06C-800C-496A-BEFD-ABF87CD688D2}" type="pres">
      <dgm:prSet presAssocID="{36045517-CEA4-4BE3-B836-C2B6BFE5649B}" presName="parTx" presStyleLbl="revTx" presStyleIdx="20" presStyleCnt="25"/>
      <dgm:spPr/>
    </dgm:pt>
    <dgm:pt modelId="{D35F5A07-B8A6-4E14-98C0-DD3C59521AD5}" type="pres">
      <dgm:prSet presAssocID="{36045517-CEA4-4BE3-B836-C2B6BFE5649B}" presName="bSpace" presStyleCnt="0"/>
      <dgm:spPr/>
    </dgm:pt>
    <dgm:pt modelId="{2B0AF1FB-E11B-44C5-AB07-B6A5C20D405A}" type="pres">
      <dgm:prSet presAssocID="{36045517-CEA4-4BE3-B836-C2B6BFE5649B}" presName="parBackupNorm" presStyleCnt="0"/>
      <dgm:spPr/>
    </dgm:pt>
    <dgm:pt modelId="{EB51F514-CE6A-40F5-8308-A6E2065744E3}" type="pres">
      <dgm:prSet presAssocID="{BFF3C5ED-87D0-4709-A3B8-A7BF0668006A}" presName="parSpace" presStyleCnt="0"/>
      <dgm:spPr/>
    </dgm:pt>
    <dgm:pt modelId="{AAEE6323-41DE-4833-BAB5-5CC5C5FA4E02}" type="pres">
      <dgm:prSet presAssocID="{110CC072-E78D-486A-BD24-8CD6CE5683E0}" presName="desBackupLeftNorm" presStyleCnt="0"/>
      <dgm:spPr/>
    </dgm:pt>
    <dgm:pt modelId="{18014F5C-BA89-4CD0-9E94-133E31901C96}" type="pres">
      <dgm:prSet presAssocID="{110CC072-E78D-486A-BD24-8CD6CE5683E0}" presName="desComposite" presStyleCnt="0"/>
      <dgm:spPr/>
    </dgm:pt>
    <dgm:pt modelId="{33B5D3C0-77F5-43BB-907C-9CD23386586D}" type="pres">
      <dgm:prSet presAssocID="{110CC072-E78D-486A-BD24-8CD6CE5683E0}" presName="desCircle" presStyleLbl="node1" presStyleIdx="8" presStyleCnt="10"/>
      <dgm:spPr/>
    </dgm:pt>
    <dgm:pt modelId="{C5A6A9A5-870E-41A6-B009-15E2732A4D06}" type="pres">
      <dgm:prSet presAssocID="{110CC072-E78D-486A-BD24-8CD6CE5683E0}" presName="chTx" presStyleLbl="revTx" presStyleIdx="21" presStyleCnt="25"/>
      <dgm:spPr/>
    </dgm:pt>
    <dgm:pt modelId="{A7B4AF8D-8EC5-44D8-A495-E9A2B2AE6E30}" type="pres">
      <dgm:prSet presAssocID="{110CC072-E78D-486A-BD24-8CD6CE5683E0}" presName="desTx" presStyleLbl="revTx" presStyleIdx="22" presStyleCnt="25">
        <dgm:presLayoutVars>
          <dgm:bulletEnabled val="1"/>
        </dgm:presLayoutVars>
      </dgm:prSet>
      <dgm:spPr/>
    </dgm:pt>
    <dgm:pt modelId="{C0E7803E-D344-4286-ADB7-FDBB3831D174}" type="pres">
      <dgm:prSet presAssocID="{110CC072-E78D-486A-BD24-8CD6CE5683E0}" presName="desBackupRightNorm" presStyleCnt="0"/>
      <dgm:spPr/>
    </dgm:pt>
    <dgm:pt modelId="{5AA092C6-79D0-4EBA-9C88-82A7E012AAB8}" type="pres">
      <dgm:prSet presAssocID="{C901204A-BC8E-4B62-854A-DFB2104323F5}" presName="desSpace" presStyleCnt="0"/>
      <dgm:spPr/>
    </dgm:pt>
    <dgm:pt modelId="{F873ACAC-2574-48CF-8417-486329691D48}" type="pres">
      <dgm:prSet presAssocID="{F64D9B44-8949-42CE-A3F5-920CF85E6D38}" presName="desBackupLeftNorm" presStyleCnt="0"/>
      <dgm:spPr/>
    </dgm:pt>
    <dgm:pt modelId="{33F14FC6-614A-43AA-B91A-2D6B73365CFA}" type="pres">
      <dgm:prSet presAssocID="{F64D9B44-8949-42CE-A3F5-920CF85E6D38}" presName="desComposite" presStyleCnt="0"/>
      <dgm:spPr/>
    </dgm:pt>
    <dgm:pt modelId="{BC027116-4DF6-414B-81C7-7A0446DC543F}" type="pres">
      <dgm:prSet presAssocID="{F64D9B44-8949-42CE-A3F5-920CF85E6D38}" presName="desCircle" presStyleLbl="node1" presStyleIdx="9" presStyleCnt="10"/>
      <dgm:spPr/>
    </dgm:pt>
    <dgm:pt modelId="{812F38FE-F088-48E3-A5D8-344853131C7D}" type="pres">
      <dgm:prSet presAssocID="{F64D9B44-8949-42CE-A3F5-920CF85E6D38}" presName="chTx" presStyleLbl="revTx" presStyleIdx="23" presStyleCnt="25"/>
      <dgm:spPr/>
    </dgm:pt>
    <dgm:pt modelId="{0850724C-F129-47D2-94CF-D2BD055CA6A0}" type="pres">
      <dgm:prSet presAssocID="{F64D9B44-8949-42CE-A3F5-920CF85E6D38}" presName="desTx" presStyleLbl="revTx" presStyleIdx="24" presStyleCnt="25">
        <dgm:presLayoutVars>
          <dgm:bulletEnabled val="1"/>
        </dgm:presLayoutVars>
      </dgm:prSet>
      <dgm:spPr/>
    </dgm:pt>
    <dgm:pt modelId="{BADA5C0A-717E-4EE9-BB9C-B34C9F867734}" type="pres">
      <dgm:prSet presAssocID="{F64D9B44-8949-42CE-A3F5-920CF85E6D38}" presName="desBackupRightNorm" presStyleCnt="0"/>
      <dgm:spPr/>
    </dgm:pt>
    <dgm:pt modelId="{94CE52DE-C544-4CBB-BBB7-C156AD4A7CEC}" type="pres">
      <dgm:prSet presAssocID="{ECDC803C-5DBD-4EEE-A68A-AC8585F1A4EB}" presName="desSpace" presStyleCnt="0"/>
      <dgm:spPr/>
    </dgm:pt>
  </dgm:ptLst>
  <dgm:cxnLst>
    <dgm:cxn modelId="{5E5F1A05-8C51-4701-8798-FBE7D46027E9}" type="presOf" srcId="{3CE06941-9820-4827-8B16-CD80CC49F780}" destId="{22B4D7D3-9CD3-4B77-BDBA-2166C268E709}" srcOrd="0" destOrd="0" presId="urn:microsoft.com/office/officeart/2008/layout/CircleAccentTimeline"/>
    <dgm:cxn modelId="{19E0EC05-0131-46B0-A981-EBBE238811A7}" type="presOf" srcId="{3AF880A5-0F00-4315-A5DF-1FE656798601}" destId="{E2CA0DDB-878A-41A8-BDCF-AABBC2763BCC}" srcOrd="0" destOrd="0" presId="urn:microsoft.com/office/officeart/2008/layout/CircleAccentTimeline"/>
    <dgm:cxn modelId="{2AA9C11F-1F1D-428E-801A-47EAA766C99D}" srcId="{B9C32B05-62EA-407A-B21C-2310C7945705}" destId="{42D71409-67F9-455C-8C6D-716D284AAA6B}" srcOrd="0" destOrd="0" parTransId="{51680ED1-AF6E-4B28-AE94-92B0EFB0DF7D}" sibTransId="{478B7D3C-9FB4-4BC6-90AC-49960560DECD}"/>
    <dgm:cxn modelId="{9651B021-4965-4FB4-ADD4-ECF17A2A198C}" type="presOf" srcId="{F64D9B44-8949-42CE-A3F5-920CF85E6D38}" destId="{812F38FE-F088-48E3-A5D8-344853131C7D}" srcOrd="0" destOrd="0" presId="urn:microsoft.com/office/officeart/2008/layout/CircleAccentTimeline"/>
    <dgm:cxn modelId="{06615A24-2C60-414A-94AC-643CE263E97A}" type="presOf" srcId="{F66099B6-DBBD-4AB0-82D2-877B80F846F7}" destId="{F260EB3B-7DD1-4747-9F89-68D6CA0BAD55}" srcOrd="0" destOrd="0" presId="urn:microsoft.com/office/officeart/2008/layout/CircleAccentTimeline"/>
    <dgm:cxn modelId="{B4F3EA32-CE64-4A92-9BAE-BC57E5392B05}" srcId="{B9C32B05-62EA-407A-B21C-2310C7945705}" destId="{F66099B6-DBBD-4AB0-82D2-877B80F846F7}" srcOrd="1" destOrd="0" parTransId="{B09C8BFB-F41C-4AC4-AB94-F216E3081C2D}" sibTransId="{BC531B32-9B0E-482E-BF91-65C61F17168D}"/>
    <dgm:cxn modelId="{35013F34-57BC-4E3C-A003-07C0E49926DB}" srcId="{F66099B6-DBBD-4AB0-82D2-877B80F846F7}" destId="{BE788BF5-FE9F-4C7D-A1CD-9232D7860179}" srcOrd="1" destOrd="0" parTransId="{963A52CB-C772-45F2-8A30-8ABA6B14D3CE}" sibTransId="{88191C5E-55BA-42F2-B842-FC86CBBADC0F}"/>
    <dgm:cxn modelId="{4019353B-443B-4DED-AA6C-3C60E18414C7}" srcId="{B9C32B05-62EA-407A-B21C-2310C7945705}" destId="{36045517-CEA4-4BE3-B836-C2B6BFE5649B}" srcOrd="4" destOrd="0" parTransId="{6231A36F-9B04-4B4A-917A-7E163AFFC956}" sibTransId="{BFF3C5ED-87D0-4709-A3B8-A7BF0668006A}"/>
    <dgm:cxn modelId="{F091E13E-CC91-4760-8919-F8E7FA115B30}" srcId="{36045517-CEA4-4BE3-B836-C2B6BFE5649B}" destId="{F64D9B44-8949-42CE-A3F5-920CF85E6D38}" srcOrd="1" destOrd="0" parTransId="{81AB81A4-D793-40B9-964C-9DA3AF17B95D}" sibTransId="{ECDC803C-5DBD-4EEE-A68A-AC8585F1A4EB}"/>
    <dgm:cxn modelId="{5B05A25B-A124-4122-AFEC-01FD0E5507E9}" type="presOf" srcId="{36045517-CEA4-4BE3-B836-C2B6BFE5649B}" destId="{A9F9B06C-800C-496A-BEFD-ABF87CD688D2}" srcOrd="0" destOrd="0" presId="urn:microsoft.com/office/officeart/2008/layout/CircleAccentTimeline"/>
    <dgm:cxn modelId="{0706BE5D-D127-44F9-BD03-87188A475346}" type="presOf" srcId="{42D71409-67F9-455C-8C6D-716D284AAA6B}" destId="{8ABCCD18-D367-46EB-8B70-E4F3CB41D42E}" srcOrd="0" destOrd="0" presId="urn:microsoft.com/office/officeart/2008/layout/CircleAccentTimeline"/>
    <dgm:cxn modelId="{0AC6AF66-8DC8-4297-87FE-4D347A0AEC4E}" type="presOf" srcId="{2A22E84C-3AA3-4E9C-AE5F-9C2FB0D7FB11}" destId="{22395F74-9890-420D-BC99-1E513250FC09}" srcOrd="0" destOrd="0" presId="urn:microsoft.com/office/officeart/2008/layout/CircleAccentTimeline"/>
    <dgm:cxn modelId="{01DDC569-9279-415A-BA8D-87A611633B7F}" type="presOf" srcId="{BE788BF5-FE9F-4C7D-A1CD-9232D7860179}" destId="{48E309BB-E9B2-4762-BE9A-6F65F41E1D34}" srcOrd="0" destOrd="0" presId="urn:microsoft.com/office/officeart/2008/layout/CircleAccentTimeline"/>
    <dgm:cxn modelId="{7F96AC57-2F84-4E8C-AA92-E82865EE63FE}" srcId="{EE62A4F6-4AC4-435B-990E-81A71CE8CAC7}" destId="{386C2B6D-2EE1-4682-AE61-EE246CD54E31}" srcOrd="1" destOrd="0" parTransId="{649D72FB-0D8F-479C-87D1-C73133EF35E2}" sibTransId="{E1C9E6F1-2ED2-4DD8-9B78-28FC1AF5D352}"/>
    <dgm:cxn modelId="{0E1D467C-1366-48EC-8773-141D40069364}" type="presOf" srcId="{6CF284C3-4A70-4432-8F33-E75A802B3330}" destId="{3AB96BC5-E39B-40A9-82C2-441F9DBD2830}" srcOrd="0" destOrd="0" presId="urn:microsoft.com/office/officeart/2008/layout/CircleAccentTimeline"/>
    <dgm:cxn modelId="{2B98897D-9937-49AC-9FE9-6629E912033A}" srcId="{2A22E84C-3AA3-4E9C-AE5F-9C2FB0D7FB11}" destId="{9ADACFBF-2A78-45C9-A7C4-5E5DBC674760}" srcOrd="0" destOrd="0" parTransId="{E121796C-71AB-4354-A1D4-3BF0025298A5}" sibTransId="{F3FE7E5A-DC73-423B-998C-02943CF263BF}"/>
    <dgm:cxn modelId="{A5FEB17E-439F-4210-8E5F-2F24A332BDA5}" type="presOf" srcId="{EE62A4F6-4AC4-435B-990E-81A71CE8CAC7}" destId="{06F7F86B-FAA0-4690-BF47-5C5449948F81}" srcOrd="0" destOrd="0" presId="urn:microsoft.com/office/officeart/2008/layout/CircleAccentTimeline"/>
    <dgm:cxn modelId="{2DC24386-BC50-4BAB-8571-16CB10C2603C}" srcId="{F66099B6-DBBD-4AB0-82D2-877B80F846F7}" destId="{6CF284C3-4A70-4432-8F33-E75A802B3330}" srcOrd="0" destOrd="0" parTransId="{044831E6-2FC9-4DDA-81FB-5FA418568D07}" sibTransId="{CD50B82D-84BB-4747-B282-ABB339EBA294}"/>
    <dgm:cxn modelId="{C99CE395-39F6-46B4-938C-9BF085685D1A}" srcId="{EE62A4F6-4AC4-435B-990E-81A71CE8CAC7}" destId="{3CE06941-9820-4827-8B16-CD80CC49F780}" srcOrd="0" destOrd="0" parTransId="{141A3C92-8966-4E2F-82E4-2E09E22674B2}" sibTransId="{F58FC55B-E61F-445C-956E-0BB2202254CA}"/>
    <dgm:cxn modelId="{7AF91B96-DA69-42D6-83DE-0E63677A4C47}" srcId="{2A22E84C-3AA3-4E9C-AE5F-9C2FB0D7FB11}" destId="{6C39594C-4AE1-4221-9751-E4FBA9469435}" srcOrd="1" destOrd="0" parTransId="{EA90E5E0-265B-4677-A3EF-FCD0DFDF4F41}" sibTransId="{F04E3063-747B-4761-B46E-8C06B2EF3C55}"/>
    <dgm:cxn modelId="{3A2CECA6-0C5B-46BB-B7C6-7D37E9D210BD}" srcId="{B9C32B05-62EA-407A-B21C-2310C7945705}" destId="{EE62A4F6-4AC4-435B-990E-81A71CE8CAC7}" srcOrd="2" destOrd="0" parTransId="{F287B947-7343-4FA2-B288-B23A59FFAE31}" sibTransId="{389F9A93-0231-4877-8C41-5D5B8DD7AAC0}"/>
    <dgm:cxn modelId="{6C2FCAAB-C0FE-45BA-AD55-F0353353D405}" type="presOf" srcId="{386C2B6D-2EE1-4682-AE61-EE246CD54E31}" destId="{662F3C38-21DC-470E-8472-8A4EF57FF9A8}" srcOrd="0" destOrd="0" presId="urn:microsoft.com/office/officeart/2008/layout/CircleAccentTimeline"/>
    <dgm:cxn modelId="{0BFDCAB0-91F1-42A2-8156-BC9918EDBA4D}" type="presOf" srcId="{6C39594C-4AE1-4221-9751-E4FBA9469435}" destId="{0CA1F3DF-67FA-439A-808C-80F4E5C2D245}" srcOrd="0" destOrd="0" presId="urn:microsoft.com/office/officeart/2008/layout/CircleAccentTimeline"/>
    <dgm:cxn modelId="{C74D2CB8-65EF-4E7E-A8C1-2CB34B21F129}" type="presOf" srcId="{9ADACFBF-2A78-45C9-A7C4-5E5DBC674760}" destId="{81995683-57A1-44B7-B3F6-6012719683F6}" srcOrd="0" destOrd="0" presId="urn:microsoft.com/office/officeart/2008/layout/CircleAccentTimeline"/>
    <dgm:cxn modelId="{FC68FAC2-A788-4F35-8E8A-66C8F50CE529}" type="presOf" srcId="{B9C32B05-62EA-407A-B21C-2310C7945705}" destId="{0F7174AE-8DD9-4D43-9D48-3CE5EA6C433A}" srcOrd="0" destOrd="0" presId="urn:microsoft.com/office/officeart/2008/layout/CircleAccentTimeline"/>
    <dgm:cxn modelId="{5670A7D8-BA42-4857-8679-D269077AD7D7}" srcId="{36045517-CEA4-4BE3-B836-C2B6BFE5649B}" destId="{110CC072-E78D-486A-BD24-8CD6CE5683E0}" srcOrd="0" destOrd="0" parTransId="{EFE20FCA-41FE-42D4-8C71-85751017ADFF}" sibTransId="{C901204A-BC8E-4B62-854A-DFB2104323F5}"/>
    <dgm:cxn modelId="{24F8CBE2-5003-4E69-A772-6B98F2B05181}" srcId="{42D71409-67F9-455C-8C6D-716D284AAA6B}" destId="{3AF880A5-0F00-4315-A5DF-1FE656798601}" srcOrd="1" destOrd="0" parTransId="{A13BB1F9-5857-4B43-8BF5-6589AA2CB759}" sibTransId="{C198C41D-2640-4669-83ED-E0CD35701C8E}"/>
    <dgm:cxn modelId="{BEB859E7-C343-408E-86A1-667C27EE5761}" srcId="{B9C32B05-62EA-407A-B21C-2310C7945705}" destId="{2A22E84C-3AA3-4E9C-AE5F-9C2FB0D7FB11}" srcOrd="3" destOrd="0" parTransId="{6C025E55-DF42-4C5D-AFD5-6015FA053D46}" sibTransId="{744EA591-F199-49C2-B63A-82709D96C729}"/>
    <dgm:cxn modelId="{0074CAEE-298F-43DD-8418-3B63AA4AD130}" type="presOf" srcId="{110CC072-E78D-486A-BD24-8CD6CE5683E0}" destId="{C5A6A9A5-870E-41A6-B009-15E2732A4D06}" srcOrd="0" destOrd="0" presId="urn:microsoft.com/office/officeart/2008/layout/CircleAccentTimeline"/>
    <dgm:cxn modelId="{58AD7EEF-D408-406B-87EE-4691D4C30668}" srcId="{42D71409-67F9-455C-8C6D-716D284AAA6B}" destId="{8EA7219F-BDB2-48EB-9EEB-3133522D132E}" srcOrd="0" destOrd="0" parTransId="{3EE8403A-CB7C-4815-85BD-AEBCAEB71B37}" sibTransId="{C94B7947-85DC-4B21-BB99-DF8438356F98}"/>
    <dgm:cxn modelId="{36AA15F6-3A87-45CF-9CC9-32BE71DE1C8F}" type="presOf" srcId="{8EA7219F-BDB2-48EB-9EEB-3133522D132E}" destId="{74B1D5FA-1BF5-49AE-8146-17830A381C3C}" srcOrd="0" destOrd="0" presId="urn:microsoft.com/office/officeart/2008/layout/CircleAccentTimeline"/>
    <dgm:cxn modelId="{1182E187-468D-4A83-91E3-935BC723E9CF}" type="presParOf" srcId="{0F7174AE-8DD9-4D43-9D48-3CE5EA6C433A}" destId="{D789DAFB-ED02-4841-B816-E712690445ED}" srcOrd="0" destOrd="0" presId="urn:microsoft.com/office/officeart/2008/layout/CircleAccentTimeline"/>
    <dgm:cxn modelId="{89EA68AF-AEA5-400F-885E-AFB8F3972293}" type="presParOf" srcId="{D789DAFB-ED02-4841-B816-E712690445ED}" destId="{84231EC1-D7B6-4A33-A7E4-D38547188266}" srcOrd="0" destOrd="0" presId="urn:microsoft.com/office/officeart/2008/layout/CircleAccentTimeline"/>
    <dgm:cxn modelId="{97C4E021-C9A4-4518-AA03-3851F5AB50E9}" type="presParOf" srcId="{D789DAFB-ED02-4841-B816-E712690445ED}" destId="{8ABCCD18-D367-46EB-8B70-E4F3CB41D42E}" srcOrd="1" destOrd="0" presId="urn:microsoft.com/office/officeart/2008/layout/CircleAccentTimeline"/>
    <dgm:cxn modelId="{1F6AEBCD-96B3-4F81-B467-48B6B066D922}" type="presParOf" srcId="{D789DAFB-ED02-4841-B816-E712690445ED}" destId="{B89AB451-6BDA-498C-9CB9-20F26A35975F}" srcOrd="2" destOrd="0" presId="urn:microsoft.com/office/officeart/2008/layout/CircleAccentTimeline"/>
    <dgm:cxn modelId="{79E8A7F7-1BB6-4835-B901-29354E201495}" type="presParOf" srcId="{0F7174AE-8DD9-4D43-9D48-3CE5EA6C433A}" destId="{04929F32-2C3B-42D8-A863-5EEC50B796C9}" srcOrd="1" destOrd="0" presId="urn:microsoft.com/office/officeart/2008/layout/CircleAccentTimeline"/>
    <dgm:cxn modelId="{9CC2CA62-F581-4611-9FEB-7FC32D4DED30}" type="presParOf" srcId="{0F7174AE-8DD9-4D43-9D48-3CE5EA6C433A}" destId="{7B0FCB77-AA40-4083-BF99-195DD24FF472}" srcOrd="2" destOrd="0" presId="urn:microsoft.com/office/officeart/2008/layout/CircleAccentTimeline"/>
    <dgm:cxn modelId="{284CE3DC-2B3A-4D68-84B1-662E9B799146}" type="presParOf" srcId="{0F7174AE-8DD9-4D43-9D48-3CE5EA6C433A}" destId="{721C0899-4E71-46BE-B0F2-B7019B3AC244}" srcOrd="3" destOrd="0" presId="urn:microsoft.com/office/officeart/2008/layout/CircleAccentTimeline"/>
    <dgm:cxn modelId="{1E94683C-1A4A-4159-A3A5-CAF89CCFCDC1}" type="presParOf" srcId="{0F7174AE-8DD9-4D43-9D48-3CE5EA6C433A}" destId="{E30A0401-DFF8-48DB-9A15-E40381BE3573}" srcOrd="4" destOrd="0" presId="urn:microsoft.com/office/officeart/2008/layout/CircleAccentTimeline"/>
    <dgm:cxn modelId="{48C1EB35-B60F-4671-86C5-07B71CFE8E91}" type="presParOf" srcId="{E30A0401-DFF8-48DB-9A15-E40381BE3573}" destId="{3EC66005-00D2-4ED5-8F17-4A0857D7A1B0}" srcOrd="0" destOrd="0" presId="urn:microsoft.com/office/officeart/2008/layout/CircleAccentTimeline"/>
    <dgm:cxn modelId="{F515FA99-A0A6-4D65-9565-CCECDEC4FD34}" type="presParOf" srcId="{E30A0401-DFF8-48DB-9A15-E40381BE3573}" destId="{74B1D5FA-1BF5-49AE-8146-17830A381C3C}" srcOrd="1" destOrd="0" presId="urn:microsoft.com/office/officeart/2008/layout/CircleAccentTimeline"/>
    <dgm:cxn modelId="{CFBE1D13-649F-47B6-AB29-51AFC7B56F14}" type="presParOf" srcId="{E30A0401-DFF8-48DB-9A15-E40381BE3573}" destId="{A08A4397-DAED-4A52-B27F-7E82FFC47065}" srcOrd="2" destOrd="0" presId="urn:microsoft.com/office/officeart/2008/layout/CircleAccentTimeline"/>
    <dgm:cxn modelId="{224565AB-83AD-4E62-B650-ED43B4B7FE27}" type="presParOf" srcId="{0F7174AE-8DD9-4D43-9D48-3CE5EA6C433A}" destId="{B827EEFC-9317-4C94-99CB-A42BE85F7B05}" srcOrd="5" destOrd="0" presId="urn:microsoft.com/office/officeart/2008/layout/CircleAccentTimeline"/>
    <dgm:cxn modelId="{175FA740-24A2-410C-A58C-5D75D4222845}" type="presParOf" srcId="{0F7174AE-8DD9-4D43-9D48-3CE5EA6C433A}" destId="{FFD93132-CE98-4BD4-8BEC-957E4C926919}" srcOrd="6" destOrd="0" presId="urn:microsoft.com/office/officeart/2008/layout/CircleAccentTimeline"/>
    <dgm:cxn modelId="{7099BEC1-5A70-447C-9F56-C78CEFBF1DF3}" type="presParOf" srcId="{0F7174AE-8DD9-4D43-9D48-3CE5EA6C433A}" destId="{85D16646-055E-473D-812D-A6D116A642DE}" srcOrd="7" destOrd="0" presId="urn:microsoft.com/office/officeart/2008/layout/CircleAccentTimeline"/>
    <dgm:cxn modelId="{E22BEBF0-E9A8-4CAD-9826-0DF57C2FB520}" type="presParOf" srcId="{0F7174AE-8DD9-4D43-9D48-3CE5EA6C433A}" destId="{0256901D-8286-41CA-91E1-4BF850119E85}" srcOrd="8" destOrd="0" presId="urn:microsoft.com/office/officeart/2008/layout/CircleAccentTimeline"/>
    <dgm:cxn modelId="{0AFB4054-1836-4246-AC89-923F90527EA6}" type="presParOf" srcId="{0256901D-8286-41CA-91E1-4BF850119E85}" destId="{E7220013-4046-4E03-86FE-B8CC59E59D11}" srcOrd="0" destOrd="0" presId="urn:microsoft.com/office/officeart/2008/layout/CircleAccentTimeline"/>
    <dgm:cxn modelId="{9A83F7F8-CD76-4ACF-BECC-643011F80C85}" type="presParOf" srcId="{0256901D-8286-41CA-91E1-4BF850119E85}" destId="{E2CA0DDB-878A-41A8-BDCF-AABBC2763BCC}" srcOrd="1" destOrd="0" presId="urn:microsoft.com/office/officeart/2008/layout/CircleAccentTimeline"/>
    <dgm:cxn modelId="{DD90EED0-A432-4235-8190-56D2452AA8E1}" type="presParOf" srcId="{0256901D-8286-41CA-91E1-4BF850119E85}" destId="{CCAC4273-C2AA-474F-84DE-211ABDFB5690}" srcOrd="2" destOrd="0" presId="urn:microsoft.com/office/officeart/2008/layout/CircleAccentTimeline"/>
    <dgm:cxn modelId="{350B4192-6BDB-4DB6-B697-17A2DCC17E46}" type="presParOf" srcId="{0F7174AE-8DD9-4D43-9D48-3CE5EA6C433A}" destId="{60B141CB-5ADD-4653-A45C-9860965A10FE}" srcOrd="9" destOrd="0" presId="urn:microsoft.com/office/officeart/2008/layout/CircleAccentTimeline"/>
    <dgm:cxn modelId="{B5370D99-4FE1-4854-8FF8-A937DF083A96}" type="presParOf" srcId="{0F7174AE-8DD9-4D43-9D48-3CE5EA6C433A}" destId="{A0FAD631-1139-40D0-B1B5-E516B25687E9}" srcOrd="10" destOrd="0" presId="urn:microsoft.com/office/officeart/2008/layout/CircleAccentTimeline"/>
    <dgm:cxn modelId="{4636B424-1029-4229-B494-5B99392DA53B}" type="presParOf" srcId="{0F7174AE-8DD9-4D43-9D48-3CE5EA6C433A}" destId="{925DDA73-E42A-4F28-ABC5-564FFAC60598}" srcOrd="11" destOrd="0" presId="urn:microsoft.com/office/officeart/2008/layout/CircleAccentTimeline"/>
    <dgm:cxn modelId="{1FC1CC4E-B783-4C36-8607-E79CA4E2ADD1}" type="presParOf" srcId="{925DDA73-E42A-4F28-ABC5-564FFAC60598}" destId="{FF52728C-5F25-4685-89C3-04656A602CF0}" srcOrd="0" destOrd="0" presId="urn:microsoft.com/office/officeart/2008/layout/CircleAccentTimeline"/>
    <dgm:cxn modelId="{74C34D8C-7019-4149-A228-5D51CB7F8DB8}" type="presParOf" srcId="{925DDA73-E42A-4F28-ABC5-564FFAC60598}" destId="{F260EB3B-7DD1-4747-9F89-68D6CA0BAD55}" srcOrd="1" destOrd="0" presId="urn:microsoft.com/office/officeart/2008/layout/CircleAccentTimeline"/>
    <dgm:cxn modelId="{661EC3AA-7C2C-4FD9-97C3-B2BA3477BE97}" type="presParOf" srcId="{925DDA73-E42A-4F28-ABC5-564FFAC60598}" destId="{93579470-D77B-4963-9EFC-0C1F12764CB3}" srcOrd="2" destOrd="0" presId="urn:microsoft.com/office/officeart/2008/layout/CircleAccentTimeline"/>
    <dgm:cxn modelId="{423A2A19-44C8-4B84-BFC9-3881CAF4FAB6}" type="presParOf" srcId="{0F7174AE-8DD9-4D43-9D48-3CE5EA6C433A}" destId="{90F21FC0-6E15-49F7-9BDA-1D7429822B8B}" srcOrd="12" destOrd="0" presId="urn:microsoft.com/office/officeart/2008/layout/CircleAccentTimeline"/>
    <dgm:cxn modelId="{7883D01A-316F-41C5-82A5-C9ABCD4F3F35}" type="presParOf" srcId="{0F7174AE-8DD9-4D43-9D48-3CE5EA6C433A}" destId="{D0DCBDDB-E5B6-4049-B6CE-B3912A4F0042}" srcOrd="13" destOrd="0" presId="urn:microsoft.com/office/officeart/2008/layout/CircleAccentTimeline"/>
    <dgm:cxn modelId="{D2FC92CE-8FDE-4816-A87F-BC373D1A588B}" type="presParOf" srcId="{0F7174AE-8DD9-4D43-9D48-3CE5EA6C433A}" destId="{0B0817D2-2229-4B31-9FED-AEDC9B13ED53}" srcOrd="14" destOrd="0" presId="urn:microsoft.com/office/officeart/2008/layout/CircleAccentTimeline"/>
    <dgm:cxn modelId="{FF7E0432-19DC-4887-AB19-E5938D2A91A1}" type="presParOf" srcId="{0F7174AE-8DD9-4D43-9D48-3CE5EA6C433A}" destId="{EF43EB1F-DA17-4B2B-91F7-4D273F1936E3}" srcOrd="15" destOrd="0" presId="urn:microsoft.com/office/officeart/2008/layout/CircleAccentTimeline"/>
    <dgm:cxn modelId="{45DC2663-5FDA-47C9-8DF5-94DE9DF6167A}" type="presParOf" srcId="{EF43EB1F-DA17-4B2B-91F7-4D273F1936E3}" destId="{5D9B9E95-F27C-4440-BDF6-2DB008035677}" srcOrd="0" destOrd="0" presId="urn:microsoft.com/office/officeart/2008/layout/CircleAccentTimeline"/>
    <dgm:cxn modelId="{AA63188D-7266-4999-8D2B-6588EE0BDEF4}" type="presParOf" srcId="{EF43EB1F-DA17-4B2B-91F7-4D273F1936E3}" destId="{3AB96BC5-E39B-40A9-82C2-441F9DBD2830}" srcOrd="1" destOrd="0" presId="urn:microsoft.com/office/officeart/2008/layout/CircleAccentTimeline"/>
    <dgm:cxn modelId="{FDE181F2-4F1B-4860-9CD1-34E21A74DD11}" type="presParOf" srcId="{EF43EB1F-DA17-4B2B-91F7-4D273F1936E3}" destId="{29301EDC-45C9-4F4F-968C-F1E0075F1F06}" srcOrd="2" destOrd="0" presId="urn:microsoft.com/office/officeart/2008/layout/CircleAccentTimeline"/>
    <dgm:cxn modelId="{D9C8F1E2-6411-49AC-AA42-7E2954309538}" type="presParOf" srcId="{0F7174AE-8DD9-4D43-9D48-3CE5EA6C433A}" destId="{F4DB4C29-F4A2-4F72-8CC2-4947F26EA63F}" srcOrd="16" destOrd="0" presId="urn:microsoft.com/office/officeart/2008/layout/CircleAccentTimeline"/>
    <dgm:cxn modelId="{9D509A03-7487-45DD-9EE3-FD886166EC84}" type="presParOf" srcId="{0F7174AE-8DD9-4D43-9D48-3CE5EA6C433A}" destId="{876E5619-C28D-4CD0-BF3D-D6537F9DDA7E}" srcOrd="17" destOrd="0" presId="urn:microsoft.com/office/officeart/2008/layout/CircleAccentTimeline"/>
    <dgm:cxn modelId="{F3D1DBF5-E5DD-48B8-B0CB-1915A3ED0B4E}" type="presParOf" srcId="{0F7174AE-8DD9-4D43-9D48-3CE5EA6C433A}" destId="{4741AC15-D30B-4B64-9460-5DB854B730A4}" srcOrd="18" destOrd="0" presId="urn:microsoft.com/office/officeart/2008/layout/CircleAccentTimeline"/>
    <dgm:cxn modelId="{F1E217C7-0C1B-401A-8EFB-47CD38155F63}" type="presParOf" srcId="{0F7174AE-8DD9-4D43-9D48-3CE5EA6C433A}" destId="{070A8F15-AFDA-42BF-BA4D-CEF7C2DA596E}" srcOrd="19" destOrd="0" presId="urn:microsoft.com/office/officeart/2008/layout/CircleAccentTimeline"/>
    <dgm:cxn modelId="{A2EF6086-FA7C-48FD-894E-FD8CC7504220}" type="presParOf" srcId="{070A8F15-AFDA-42BF-BA4D-CEF7C2DA596E}" destId="{75395E71-25FC-4073-A3EF-2BF82AFFBBAE}" srcOrd="0" destOrd="0" presId="urn:microsoft.com/office/officeart/2008/layout/CircleAccentTimeline"/>
    <dgm:cxn modelId="{1C556B22-0C92-4CDC-92CA-B5F6E642DB25}" type="presParOf" srcId="{070A8F15-AFDA-42BF-BA4D-CEF7C2DA596E}" destId="{48E309BB-E9B2-4762-BE9A-6F65F41E1D34}" srcOrd="1" destOrd="0" presId="urn:microsoft.com/office/officeart/2008/layout/CircleAccentTimeline"/>
    <dgm:cxn modelId="{2ACEA6CC-DD1A-4AB2-930D-046353F7E60E}" type="presParOf" srcId="{070A8F15-AFDA-42BF-BA4D-CEF7C2DA596E}" destId="{304FFC74-A28A-4D98-8FB9-E69063248263}" srcOrd="2" destOrd="0" presId="urn:microsoft.com/office/officeart/2008/layout/CircleAccentTimeline"/>
    <dgm:cxn modelId="{9F8FDEC2-A5D1-4816-AB95-AD4FE17DADE7}" type="presParOf" srcId="{0F7174AE-8DD9-4D43-9D48-3CE5EA6C433A}" destId="{9E8B61D6-AE98-4575-A007-648185A023DF}" srcOrd="20" destOrd="0" presId="urn:microsoft.com/office/officeart/2008/layout/CircleAccentTimeline"/>
    <dgm:cxn modelId="{4046FA86-89BB-43F9-BEF6-C775AC2C5963}" type="presParOf" srcId="{0F7174AE-8DD9-4D43-9D48-3CE5EA6C433A}" destId="{F1AA227F-D786-4893-81CA-6B71EFC726A7}" srcOrd="21" destOrd="0" presId="urn:microsoft.com/office/officeart/2008/layout/CircleAccentTimeline"/>
    <dgm:cxn modelId="{0092ED40-79E2-40A0-A652-9DF61114B96B}" type="presParOf" srcId="{0F7174AE-8DD9-4D43-9D48-3CE5EA6C433A}" destId="{A04F9983-886C-484E-A763-F5F24E56B126}" srcOrd="22" destOrd="0" presId="urn:microsoft.com/office/officeart/2008/layout/CircleAccentTimeline"/>
    <dgm:cxn modelId="{C5D36052-DC39-45C5-B3C8-B0CE496A834F}" type="presParOf" srcId="{A04F9983-886C-484E-A763-F5F24E56B126}" destId="{1A7E60EE-3F48-4CDD-9C7C-5EEDA82C6A33}" srcOrd="0" destOrd="0" presId="urn:microsoft.com/office/officeart/2008/layout/CircleAccentTimeline"/>
    <dgm:cxn modelId="{7C7C4C30-8371-4A87-BD36-859D6C8FDEFF}" type="presParOf" srcId="{A04F9983-886C-484E-A763-F5F24E56B126}" destId="{06F7F86B-FAA0-4690-BF47-5C5449948F81}" srcOrd="1" destOrd="0" presId="urn:microsoft.com/office/officeart/2008/layout/CircleAccentTimeline"/>
    <dgm:cxn modelId="{7E1EEEA4-6AAE-4B65-ADCE-E1C522041C56}" type="presParOf" srcId="{A04F9983-886C-484E-A763-F5F24E56B126}" destId="{796D39EB-5DA8-4AB9-B46F-C6418FC3C0AA}" srcOrd="2" destOrd="0" presId="urn:microsoft.com/office/officeart/2008/layout/CircleAccentTimeline"/>
    <dgm:cxn modelId="{222F6BB0-1343-4143-8E99-23908C93AE74}" type="presParOf" srcId="{0F7174AE-8DD9-4D43-9D48-3CE5EA6C433A}" destId="{7173CCE8-F7D2-4FB9-8DCB-03DE87F64344}" srcOrd="23" destOrd="0" presId="urn:microsoft.com/office/officeart/2008/layout/CircleAccentTimeline"/>
    <dgm:cxn modelId="{A327589C-A696-4AB7-B133-6004E07B1176}" type="presParOf" srcId="{0F7174AE-8DD9-4D43-9D48-3CE5EA6C433A}" destId="{DB4ABA02-0B0F-4C82-8D0E-E7A334206E8A}" srcOrd="24" destOrd="0" presId="urn:microsoft.com/office/officeart/2008/layout/CircleAccentTimeline"/>
    <dgm:cxn modelId="{34BC3AA9-E83F-4BF5-B920-593CE588A5E7}" type="presParOf" srcId="{0F7174AE-8DD9-4D43-9D48-3CE5EA6C433A}" destId="{496B966B-45F0-4CA0-9A34-DA4F4CEDD0F1}" srcOrd="25" destOrd="0" presId="urn:microsoft.com/office/officeart/2008/layout/CircleAccentTimeline"/>
    <dgm:cxn modelId="{35A67F49-BC68-40CC-9992-683EFBF631FC}" type="presParOf" srcId="{0F7174AE-8DD9-4D43-9D48-3CE5EA6C433A}" destId="{E0917D96-2147-479E-AD6E-49EAEEA1CEBB}" srcOrd="26" destOrd="0" presId="urn:microsoft.com/office/officeart/2008/layout/CircleAccentTimeline"/>
    <dgm:cxn modelId="{E86C06BB-A497-4346-BCDD-0C19106DE8C3}" type="presParOf" srcId="{E0917D96-2147-479E-AD6E-49EAEEA1CEBB}" destId="{1DD2BE90-0AFD-45FD-8260-D2E043067658}" srcOrd="0" destOrd="0" presId="urn:microsoft.com/office/officeart/2008/layout/CircleAccentTimeline"/>
    <dgm:cxn modelId="{3DE5783E-FC44-4441-9B6D-0FC61C8CB75C}" type="presParOf" srcId="{E0917D96-2147-479E-AD6E-49EAEEA1CEBB}" destId="{22B4D7D3-9CD3-4B77-BDBA-2166C268E709}" srcOrd="1" destOrd="0" presId="urn:microsoft.com/office/officeart/2008/layout/CircleAccentTimeline"/>
    <dgm:cxn modelId="{02D38959-496D-4B79-ADFF-F2DAA94D52A6}" type="presParOf" srcId="{E0917D96-2147-479E-AD6E-49EAEEA1CEBB}" destId="{93705DA1-31D4-43ED-BCDA-76273AB59002}" srcOrd="2" destOrd="0" presId="urn:microsoft.com/office/officeart/2008/layout/CircleAccentTimeline"/>
    <dgm:cxn modelId="{F9B4D5DE-B74B-4D1F-94F7-40C201296F72}" type="presParOf" srcId="{0F7174AE-8DD9-4D43-9D48-3CE5EA6C433A}" destId="{005896A0-95BC-450F-A57A-DEF8D41DE2CA}" srcOrd="27" destOrd="0" presId="urn:microsoft.com/office/officeart/2008/layout/CircleAccentTimeline"/>
    <dgm:cxn modelId="{B1E06F48-98E3-4EFA-8D5F-A3FFE97FB297}" type="presParOf" srcId="{0F7174AE-8DD9-4D43-9D48-3CE5EA6C433A}" destId="{E9A0E3D0-6D83-46AB-B3DD-5628DCC149B0}" srcOrd="28" destOrd="0" presId="urn:microsoft.com/office/officeart/2008/layout/CircleAccentTimeline"/>
    <dgm:cxn modelId="{8C89AA8D-BE96-4E35-9495-F52D15AF7387}" type="presParOf" srcId="{0F7174AE-8DD9-4D43-9D48-3CE5EA6C433A}" destId="{0596953A-D2EC-43F1-A6B5-F40D79BE4313}" srcOrd="29" destOrd="0" presId="urn:microsoft.com/office/officeart/2008/layout/CircleAccentTimeline"/>
    <dgm:cxn modelId="{D071C592-8B56-4325-97FE-C2C98F70F3D7}" type="presParOf" srcId="{0F7174AE-8DD9-4D43-9D48-3CE5EA6C433A}" destId="{71AE53B2-7973-4B4A-8E87-0F738913C577}" srcOrd="30" destOrd="0" presId="urn:microsoft.com/office/officeart/2008/layout/CircleAccentTimeline"/>
    <dgm:cxn modelId="{90BB5463-19D7-4460-8C69-4054234AC534}" type="presParOf" srcId="{71AE53B2-7973-4B4A-8E87-0F738913C577}" destId="{EFFE51D9-B627-4C85-831A-99495F9A8C39}" srcOrd="0" destOrd="0" presId="urn:microsoft.com/office/officeart/2008/layout/CircleAccentTimeline"/>
    <dgm:cxn modelId="{86D92759-553C-4526-BC15-C7D9F4C9F05B}" type="presParOf" srcId="{71AE53B2-7973-4B4A-8E87-0F738913C577}" destId="{662F3C38-21DC-470E-8472-8A4EF57FF9A8}" srcOrd="1" destOrd="0" presId="urn:microsoft.com/office/officeart/2008/layout/CircleAccentTimeline"/>
    <dgm:cxn modelId="{EF8F2D4F-0B72-4367-BC66-049CF9D0A4D8}" type="presParOf" srcId="{71AE53B2-7973-4B4A-8E87-0F738913C577}" destId="{35CBCACF-27B8-4456-9A0D-399EE0C38A9E}" srcOrd="2" destOrd="0" presId="urn:microsoft.com/office/officeart/2008/layout/CircleAccentTimeline"/>
    <dgm:cxn modelId="{CC2E8F6B-A622-40DE-B0A7-EFBFD02E4B64}" type="presParOf" srcId="{0F7174AE-8DD9-4D43-9D48-3CE5EA6C433A}" destId="{47DF96AB-CCA9-4262-BB6A-8D0966991061}" srcOrd="31" destOrd="0" presId="urn:microsoft.com/office/officeart/2008/layout/CircleAccentTimeline"/>
    <dgm:cxn modelId="{64FB7172-4988-4CD3-ADCB-F88958C06FDA}" type="presParOf" srcId="{0F7174AE-8DD9-4D43-9D48-3CE5EA6C433A}" destId="{8E5AED4B-0C4F-440B-85B5-A875C05BAC26}" srcOrd="32" destOrd="0" presId="urn:microsoft.com/office/officeart/2008/layout/CircleAccentTimeline"/>
    <dgm:cxn modelId="{CF1FDEBA-1C6F-4A87-B67F-D70CF32DF681}" type="presParOf" srcId="{0F7174AE-8DD9-4D43-9D48-3CE5EA6C433A}" destId="{FA229FBC-B979-45CB-B9D7-2FFA2DAA0D38}" srcOrd="33" destOrd="0" presId="urn:microsoft.com/office/officeart/2008/layout/CircleAccentTimeline"/>
    <dgm:cxn modelId="{FA115657-5A66-4189-BBA1-39A05060BB86}" type="presParOf" srcId="{FA229FBC-B979-45CB-B9D7-2FFA2DAA0D38}" destId="{71CA2EA1-73F8-4859-8B66-0215B00AE68B}" srcOrd="0" destOrd="0" presId="urn:microsoft.com/office/officeart/2008/layout/CircleAccentTimeline"/>
    <dgm:cxn modelId="{FAB3CF62-8A61-428F-BFE8-A32F35C0F635}" type="presParOf" srcId="{FA229FBC-B979-45CB-B9D7-2FFA2DAA0D38}" destId="{22395F74-9890-420D-BC99-1E513250FC09}" srcOrd="1" destOrd="0" presId="urn:microsoft.com/office/officeart/2008/layout/CircleAccentTimeline"/>
    <dgm:cxn modelId="{C96F15F9-8792-40BD-AF29-6E618849D9EC}" type="presParOf" srcId="{FA229FBC-B979-45CB-B9D7-2FFA2DAA0D38}" destId="{DFDD5CD1-AD2F-421A-BB94-FAE2D06BA4B4}" srcOrd="2" destOrd="0" presId="urn:microsoft.com/office/officeart/2008/layout/CircleAccentTimeline"/>
    <dgm:cxn modelId="{DBCFFDC5-6D78-4287-8003-7EC3EDAC76F3}" type="presParOf" srcId="{0F7174AE-8DD9-4D43-9D48-3CE5EA6C433A}" destId="{5B879171-D90D-4917-8E26-84FBF1FDFB7E}" srcOrd="34" destOrd="0" presId="urn:microsoft.com/office/officeart/2008/layout/CircleAccentTimeline"/>
    <dgm:cxn modelId="{EA4C44F2-2099-42C9-95C4-6B8366380053}" type="presParOf" srcId="{0F7174AE-8DD9-4D43-9D48-3CE5EA6C433A}" destId="{9282D65F-E001-416D-8CD2-7F3877A9F1D8}" srcOrd="35" destOrd="0" presId="urn:microsoft.com/office/officeart/2008/layout/CircleAccentTimeline"/>
    <dgm:cxn modelId="{D5B8C6AB-B647-4ACB-B90D-1C6A5C8F9A04}" type="presParOf" srcId="{0F7174AE-8DD9-4D43-9D48-3CE5EA6C433A}" destId="{61FF6584-578C-4501-BE23-99E466DEAEC3}" srcOrd="36" destOrd="0" presId="urn:microsoft.com/office/officeart/2008/layout/CircleAccentTimeline"/>
    <dgm:cxn modelId="{D957BFBA-E959-4C18-B427-1505A108FF5E}" type="presParOf" srcId="{0F7174AE-8DD9-4D43-9D48-3CE5EA6C433A}" destId="{F9244E72-8F4E-4956-8BDF-57E3558D06EB}" srcOrd="37" destOrd="0" presId="urn:microsoft.com/office/officeart/2008/layout/CircleAccentTimeline"/>
    <dgm:cxn modelId="{B6AAE533-428A-4BD6-8908-56BB8A096F05}" type="presParOf" srcId="{F9244E72-8F4E-4956-8BDF-57E3558D06EB}" destId="{7C91C3C6-5BA4-4728-870C-E3428777DC7B}" srcOrd="0" destOrd="0" presId="urn:microsoft.com/office/officeart/2008/layout/CircleAccentTimeline"/>
    <dgm:cxn modelId="{D7C484D5-ECEF-4AF1-A1DC-ED82C14F7F71}" type="presParOf" srcId="{F9244E72-8F4E-4956-8BDF-57E3558D06EB}" destId="{81995683-57A1-44B7-B3F6-6012719683F6}" srcOrd="1" destOrd="0" presId="urn:microsoft.com/office/officeart/2008/layout/CircleAccentTimeline"/>
    <dgm:cxn modelId="{AC653777-8232-4B58-A8AD-0AB1F25EFC08}" type="presParOf" srcId="{F9244E72-8F4E-4956-8BDF-57E3558D06EB}" destId="{7C866DF8-FD02-47E9-979A-139ED031BDCC}" srcOrd="2" destOrd="0" presId="urn:microsoft.com/office/officeart/2008/layout/CircleAccentTimeline"/>
    <dgm:cxn modelId="{BC4755F6-DDDD-4F00-8C2B-D48B195688F7}" type="presParOf" srcId="{0F7174AE-8DD9-4D43-9D48-3CE5EA6C433A}" destId="{1EF711A0-187F-4F0D-8FFE-B425EE6E27FC}" srcOrd="38" destOrd="0" presId="urn:microsoft.com/office/officeart/2008/layout/CircleAccentTimeline"/>
    <dgm:cxn modelId="{F46F4674-70FE-46F4-B22B-784FB742E727}" type="presParOf" srcId="{0F7174AE-8DD9-4D43-9D48-3CE5EA6C433A}" destId="{567E14F4-47E4-42D6-8B60-1F4EA330BBAD}" srcOrd="39" destOrd="0" presId="urn:microsoft.com/office/officeart/2008/layout/CircleAccentTimeline"/>
    <dgm:cxn modelId="{10C8F1DE-1A50-4BC3-B493-1085C604A3C5}" type="presParOf" srcId="{0F7174AE-8DD9-4D43-9D48-3CE5EA6C433A}" destId="{24F749FC-A290-4D6B-B859-9C1DB3E59F2F}" srcOrd="40" destOrd="0" presId="urn:microsoft.com/office/officeart/2008/layout/CircleAccentTimeline"/>
    <dgm:cxn modelId="{D6058B57-69FE-4455-AB24-810872F1B1C8}" type="presParOf" srcId="{0F7174AE-8DD9-4D43-9D48-3CE5EA6C433A}" destId="{CF88FB0F-C4D2-41EE-9761-7F0039637FF6}" srcOrd="41" destOrd="0" presId="urn:microsoft.com/office/officeart/2008/layout/CircleAccentTimeline"/>
    <dgm:cxn modelId="{2C049E6A-B30D-4A3C-9538-3C3CD1C8ABBE}" type="presParOf" srcId="{CF88FB0F-C4D2-41EE-9761-7F0039637FF6}" destId="{27BF5173-CB79-4818-9967-CECE7F5FF24B}" srcOrd="0" destOrd="0" presId="urn:microsoft.com/office/officeart/2008/layout/CircleAccentTimeline"/>
    <dgm:cxn modelId="{6171BDED-3A31-41FE-8E6D-44A85822D5AA}" type="presParOf" srcId="{CF88FB0F-C4D2-41EE-9761-7F0039637FF6}" destId="{0CA1F3DF-67FA-439A-808C-80F4E5C2D245}" srcOrd="1" destOrd="0" presId="urn:microsoft.com/office/officeart/2008/layout/CircleAccentTimeline"/>
    <dgm:cxn modelId="{615B8D29-2B2B-4FEE-BE5D-69234EF0159B}" type="presParOf" srcId="{CF88FB0F-C4D2-41EE-9761-7F0039637FF6}" destId="{3BE56002-015C-426A-B8B6-806FDFF7AC11}" srcOrd="2" destOrd="0" presId="urn:microsoft.com/office/officeart/2008/layout/CircleAccentTimeline"/>
    <dgm:cxn modelId="{927D084B-26CA-44B7-94FE-CCEDC09A15C6}" type="presParOf" srcId="{0F7174AE-8DD9-4D43-9D48-3CE5EA6C433A}" destId="{9123B270-3363-4C68-B40E-05C11308AE63}" srcOrd="42" destOrd="0" presId="urn:microsoft.com/office/officeart/2008/layout/CircleAccentTimeline"/>
    <dgm:cxn modelId="{74E7FD90-AD9B-4007-BBA4-E3D57B0F6200}" type="presParOf" srcId="{0F7174AE-8DD9-4D43-9D48-3CE5EA6C433A}" destId="{8A215606-AAE4-4140-A5D5-A817049691E9}" srcOrd="43" destOrd="0" presId="urn:microsoft.com/office/officeart/2008/layout/CircleAccentTimeline"/>
    <dgm:cxn modelId="{468D57FC-68D3-46BE-B31A-A553C5EEB070}" type="presParOf" srcId="{0F7174AE-8DD9-4D43-9D48-3CE5EA6C433A}" destId="{59F58627-9EAD-4E81-84AA-45CF9BD3AE93}" srcOrd="44" destOrd="0" presId="urn:microsoft.com/office/officeart/2008/layout/CircleAccentTimeline"/>
    <dgm:cxn modelId="{72DBC4E5-93A4-430E-8E5F-2A69083CDD95}" type="presParOf" srcId="{59F58627-9EAD-4E81-84AA-45CF9BD3AE93}" destId="{8017D2B4-5570-4F38-9A5E-5725CCAAC433}" srcOrd="0" destOrd="0" presId="urn:microsoft.com/office/officeart/2008/layout/CircleAccentTimeline"/>
    <dgm:cxn modelId="{A6598D79-AE78-4CFD-8E6D-DCFD12A82D44}" type="presParOf" srcId="{59F58627-9EAD-4E81-84AA-45CF9BD3AE93}" destId="{A9F9B06C-800C-496A-BEFD-ABF87CD688D2}" srcOrd="1" destOrd="0" presId="urn:microsoft.com/office/officeart/2008/layout/CircleAccentTimeline"/>
    <dgm:cxn modelId="{90B4FF7E-3F19-4749-A983-15B1A0BA9AC3}" type="presParOf" srcId="{59F58627-9EAD-4E81-84AA-45CF9BD3AE93}" destId="{D35F5A07-B8A6-4E14-98C0-DD3C59521AD5}" srcOrd="2" destOrd="0" presId="urn:microsoft.com/office/officeart/2008/layout/CircleAccentTimeline"/>
    <dgm:cxn modelId="{8429C8FA-680F-45BC-B559-D334808036A7}" type="presParOf" srcId="{0F7174AE-8DD9-4D43-9D48-3CE5EA6C433A}" destId="{2B0AF1FB-E11B-44C5-AB07-B6A5C20D405A}" srcOrd="45" destOrd="0" presId="urn:microsoft.com/office/officeart/2008/layout/CircleAccentTimeline"/>
    <dgm:cxn modelId="{1A2A8115-896D-47DF-BD2C-5CEC736D03EE}" type="presParOf" srcId="{0F7174AE-8DD9-4D43-9D48-3CE5EA6C433A}" destId="{EB51F514-CE6A-40F5-8308-A6E2065744E3}" srcOrd="46" destOrd="0" presId="urn:microsoft.com/office/officeart/2008/layout/CircleAccentTimeline"/>
    <dgm:cxn modelId="{EAF5C090-00AC-4855-A903-BD01C0BC01B4}" type="presParOf" srcId="{0F7174AE-8DD9-4D43-9D48-3CE5EA6C433A}" destId="{AAEE6323-41DE-4833-BAB5-5CC5C5FA4E02}" srcOrd="47" destOrd="0" presId="urn:microsoft.com/office/officeart/2008/layout/CircleAccentTimeline"/>
    <dgm:cxn modelId="{0BFCBC77-8867-407E-9A23-4CD7550592BE}" type="presParOf" srcId="{0F7174AE-8DD9-4D43-9D48-3CE5EA6C433A}" destId="{18014F5C-BA89-4CD0-9E94-133E31901C96}" srcOrd="48" destOrd="0" presId="urn:microsoft.com/office/officeart/2008/layout/CircleAccentTimeline"/>
    <dgm:cxn modelId="{2B1617C4-F3F4-42B0-BF6E-C45CC8E6C29B}" type="presParOf" srcId="{18014F5C-BA89-4CD0-9E94-133E31901C96}" destId="{33B5D3C0-77F5-43BB-907C-9CD23386586D}" srcOrd="0" destOrd="0" presId="urn:microsoft.com/office/officeart/2008/layout/CircleAccentTimeline"/>
    <dgm:cxn modelId="{667BB89E-09F4-474A-844D-36F21B25062C}" type="presParOf" srcId="{18014F5C-BA89-4CD0-9E94-133E31901C96}" destId="{C5A6A9A5-870E-41A6-B009-15E2732A4D06}" srcOrd="1" destOrd="0" presId="urn:microsoft.com/office/officeart/2008/layout/CircleAccentTimeline"/>
    <dgm:cxn modelId="{C74BBA84-EF81-4D15-96FC-9A17B0C66A45}" type="presParOf" srcId="{18014F5C-BA89-4CD0-9E94-133E31901C96}" destId="{A7B4AF8D-8EC5-44D8-A495-E9A2B2AE6E30}" srcOrd="2" destOrd="0" presId="urn:microsoft.com/office/officeart/2008/layout/CircleAccentTimeline"/>
    <dgm:cxn modelId="{64B30F2C-C486-4570-A466-5C75D4557F92}" type="presParOf" srcId="{0F7174AE-8DD9-4D43-9D48-3CE5EA6C433A}" destId="{C0E7803E-D344-4286-ADB7-FDBB3831D174}" srcOrd="49" destOrd="0" presId="urn:microsoft.com/office/officeart/2008/layout/CircleAccentTimeline"/>
    <dgm:cxn modelId="{E04865D6-3D2C-45DB-80A2-70E7C1DD5B14}" type="presParOf" srcId="{0F7174AE-8DD9-4D43-9D48-3CE5EA6C433A}" destId="{5AA092C6-79D0-4EBA-9C88-82A7E012AAB8}" srcOrd="50" destOrd="0" presId="urn:microsoft.com/office/officeart/2008/layout/CircleAccentTimeline"/>
    <dgm:cxn modelId="{2D9FD7EC-1D35-41D0-ADA5-FB6EA0B076FD}" type="presParOf" srcId="{0F7174AE-8DD9-4D43-9D48-3CE5EA6C433A}" destId="{F873ACAC-2574-48CF-8417-486329691D48}" srcOrd="51" destOrd="0" presId="urn:microsoft.com/office/officeart/2008/layout/CircleAccentTimeline"/>
    <dgm:cxn modelId="{B30374B1-E058-4BA3-907F-7735B4F5ED0F}" type="presParOf" srcId="{0F7174AE-8DD9-4D43-9D48-3CE5EA6C433A}" destId="{33F14FC6-614A-43AA-B91A-2D6B73365CFA}" srcOrd="52" destOrd="0" presId="urn:microsoft.com/office/officeart/2008/layout/CircleAccentTimeline"/>
    <dgm:cxn modelId="{0C2925E8-99C9-4659-A791-2E1FDE7C49EB}" type="presParOf" srcId="{33F14FC6-614A-43AA-B91A-2D6B73365CFA}" destId="{BC027116-4DF6-414B-81C7-7A0446DC543F}" srcOrd="0" destOrd="0" presId="urn:microsoft.com/office/officeart/2008/layout/CircleAccentTimeline"/>
    <dgm:cxn modelId="{6C903ED4-463C-4285-894A-E31636588074}" type="presParOf" srcId="{33F14FC6-614A-43AA-B91A-2D6B73365CFA}" destId="{812F38FE-F088-48E3-A5D8-344853131C7D}" srcOrd="1" destOrd="0" presId="urn:microsoft.com/office/officeart/2008/layout/CircleAccentTimeline"/>
    <dgm:cxn modelId="{702081A0-B3D9-498C-AD1B-E9DD0DF86704}" type="presParOf" srcId="{33F14FC6-614A-43AA-B91A-2D6B73365CFA}" destId="{0850724C-F129-47D2-94CF-D2BD055CA6A0}" srcOrd="2" destOrd="0" presId="urn:microsoft.com/office/officeart/2008/layout/CircleAccentTimeline"/>
    <dgm:cxn modelId="{38D42F88-CB86-4A14-B6E7-706A742A82C6}" type="presParOf" srcId="{0F7174AE-8DD9-4D43-9D48-3CE5EA6C433A}" destId="{BADA5C0A-717E-4EE9-BB9C-B34C9F867734}" srcOrd="53" destOrd="0" presId="urn:microsoft.com/office/officeart/2008/layout/CircleAccentTimeline"/>
    <dgm:cxn modelId="{5D5A0EFA-A5BE-4599-B55B-9B305DDBC07B}" type="presParOf" srcId="{0F7174AE-8DD9-4D43-9D48-3CE5EA6C433A}" destId="{94CE52DE-C544-4CBB-BBB7-C156AD4A7CEC}" srcOrd="54" destOrd="0" presId="urn:microsoft.com/office/officeart/2008/layout/CircleAccentTimeline"/>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57.xml><?xml version="1.0" encoding="utf-8"?>
<dgm:dataModel xmlns:dgm="http://schemas.openxmlformats.org/drawingml/2006/diagram" xmlns:a="http://schemas.openxmlformats.org/drawingml/2006/main">
  <dgm:ptLst>
    <dgm:pt modelId="{B9C32B05-62EA-407A-B21C-2310C7945705}" type="doc">
      <dgm:prSet loTypeId="urn:microsoft.com/office/officeart/2005/8/layout/hProcess11" loCatId="process"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F66099B6-DBBD-4AB0-82D2-877B80F846F7}">
      <dgm:prSet phldrT="[Text]"/>
      <dgm:spPr/>
      <dgm:t>
        <a:bodyPr/>
        <a:lstStyle/>
        <a:p>
          <a:r>
            <a:rPr lang="en-US" dirty="0"/>
            <a:t>Lorem Ipsum</a:t>
          </a:r>
        </a:p>
      </dgm:t>
    </dgm:pt>
    <dgm:pt modelId="{B09C8BFB-F41C-4AC4-AB94-F216E3081C2D}" type="parTrans" cxnId="{B4F3EA32-CE64-4A92-9BAE-BC57E5392B05}">
      <dgm:prSet/>
      <dgm:spPr/>
      <dgm:t>
        <a:bodyPr/>
        <a:lstStyle/>
        <a:p>
          <a:endParaRPr lang="en-US"/>
        </a:p>
      </dgm:t>
    </dgm:pt>
    <dgm:pt modelId="{BC531B32-9B0E-482E-BF91-65C61F17168D}" type="sibTrans" cxnId="{B4F3EA32-CE64-4A92-9BAE-BC57E5392B05}">
      <dgm:prSet/>
      <dgm:spPr/>
      <dgm:t>
        <a:bodyPr/>
        <a:lstStyle/>
        <a:p>
          <a:endParaRPr lang="en-US"/>
        </a:p>
      </dgm:t>
    </dgm:pt>
    <dgm:pt modelId="{EE62A4F6-4AC4-435B-990E-81A71CE8CAC7}">
      <dgm:prSet phldrT="[Text]"/>
      <dgm:spPr/>
      <dgm:t>
        <a:bodyPr/>
        <a:lstStyle/>
        <a:p>
          <a:r>
            <a:rPr lang="en-US" dirty="0"/>
            <a:t>Lorem Ipsum</a:t>
          </a:r>
        </a:p>
      </dgm:t>
    </dgm:pt>
    <dgm:pt modelId="{F287B947-7343-4FA2-B288-B23A59FFAE31}" type="parTrans" cxnId="{3A2CECA6-0C5B-46BB-B7C6-7D37E9D210BD}">
      <dgm:prSet/>
      <dgm:spPr/>
      <dgm:t>
        <a:bodyPr/>
        <a:lstStyle/>
        <a:p>
          <a:endParaRPr lang="en-US"/>
        </a:p>
      </dgm:t>
    </dgm:pt>
    <dgm:pt modelId="{389F9A93-0231-4877-8C41-5D5B8DD7AAC0}" type="sibTrans" cxnId="{3A2CECA6-0C5B-46BB-B7C6-7D37E9D210BD}">
      <dgm:prSet/>
      <dgm:spPr/>
      <dgm:t>
        <a:bodyPr/>
        <a:lstStyle/>
        <a:p>
          <a:endParaRPr lang="en-US"/>
        </a:p>
      </dgm:t>
    </dgm:pt>
    <dgm:pt modelId="{6CF284C3-4A70-4432-8F33-E75A802B3330}">
      <dgm:prSet/>
      <dgm:spPr/>
      <dgm:t>
        <a:bodyPr/>
        <a:lstStyle/>
        <a:p>
          <a:r>
            <a:rPr lang="en-US" dirty="0"/>
            <a:t>Some text here</a:t>
          </a:r>
        </a:p>
      </dgm:t>
    </dgm:pt>
    <dgm:pt modelId="{044831E6-2FC9-4DDA-81FB-5FA418568D07}" type="parTrans" cxnId="{2DC24386-BC50-4BAB-8571-16CB10C2603C}">
      <dgm:prSet/>
      <dgm:spPr/>
      <dgm:t>
        <a:bodyPr/>
        <a:lstStyle/>
        <a:p>
          <a:endParaRPr lang="en-US"/>
        </a:p>
      </dgm:t>
    </dgm:pt>
    <dgm:pt modelId="{CD50B82D-84BB-4747-B282-ABB339EBA294}" type="sibTrans" cxnId="{2DC24386-BC50-4BAB-8571-16CB10C2603C}">
      <dgm:prSet/>
      <dgm:spPr/>
      <dgm:t>
        <a:bodyPr/>
        <a:lstStyle/>
        <a:p>
          <a:endParaRPr lang="en-US"/>
        </a:p>
      </dgm:t>
    </dgm:pt>
    <dgm:pt modelId="{3AF880A5-0F00-4315-A5DF-1FE656798601}">
      <dgm:prSet phldrT="[Text]"/>
      <dgm:spPr/>
      <dgm:t>
        <a:bodyPr/>
        <a:lstStyle/>
        <a:p>
          <a:r>
            <a:rPr lang="en-US" dirty="0"/>
            <a:t>Some text here</a:t>
          </a:r>
        </a:p>
      </dgm:t>
    </dgm:pt>
    <dgm:pt modelId="{A13BB1F9-5857-4B43-8BF5-6589AA2CB759}" type="parTrans" cxnId="{24F8CBE2-5003-4E69-A772-6B98F2B05181}">
      <dgm:prSet/>
      <dgm:spPr/>
      <dgm:t>
        <a:bodyPr/>
        <a:lstStyle/>
        <a:p>
          <a:endParaRPr lang="en-US"/>
        </a:p>
      </dgm:t>
    </dgm:pt>
    <dgm:pt modelId="{C198C41D-2640-4669-83ED-E0CD35701C8E}" type="sibTrans" cxnId="{24F8CBE2-5003-4E69-A772-6B98F2B05181}">
      <dgm:prSet/>
      <dgm:spPr/>
      <dgm:t>
        <a:bodyPr/>
        <a:lstStyle/>
        <a:p>
          <a:endParaRPr lang="en-US"/>
        </a:p>
      </dgm:t>
    </dgm:pt>
    <dgm:pt modelId="{8EA7219F-BDB2-48EB-9EEB-3133522D132E}">
      <dgm:prSet phldrT="[Text]"/>
      <dgm:spPr/>
      <dgm:t>
        <a:bodyPr/>
        <a:lstStyle/>
        <a:p>
          <a:r>
            <a:rPr lang="en-US" dirty="0"/>
            <a:t>Some text here</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BE788BF5-FE9F-4C7D-A1CD-9232D7860179}">
      <dgm:prSet phldrT="[Text]"/>
      <dgm:spPr/>
      <dgm:t>
        <a:bodyPr/>
        <a:lstStyle/>
        <a:p>
          <a:r>
            <a:rPr lang="en-US"/>
            <a:t>Some text here</a:t>
          </a:r>
          <a:endParaRPr lang="en-US" dirty="0"/>
        </a:p>
      </dgm:t>
    </dgm:pt>
    <dgm:pt modelId="{963A52CB-C772-45F2-8A30-8ABA6B14D3CE}" type="parTrans" cxnId="{35013F34-57BC-4E3C-A003-07C0E49926DB}">
      <dgm:prSet/>
      <dgm:spPr/>
      <dgm:t>
        <a:bodyPr/>
        <a:lstStyle/>
        <a:p>
          <a:endParaRPr lang="en-US"/>
        </a:p>
      </dgm:t>
    </dgm:pt>
    <dgm:pt modelId="{88191C5E-55BA-42F2-B842-FC86CBBADC0F}" type="sibTrans" cxnId="{35013F34-57BC-4E3C-A003-07C0E49926DB}">
      <dgm:prSet/>
      <dgm:spPr/>
      <dgm:t>
        <a:bodyPr/>
        <a:lstStyle/>
        <a:p>
          <a:endParaRPr lang="en-US"/>
        </a:p>
      </dgm:t>
    </dgm:pt>
    <dgm:pt modelId="{3CE06941-9820-4827-8B16-CD80CC49F780}">
      <dgm:prSet phldrT="[Text]"/>
      <dgm:spPr/>
      <dgm:t>
        <a:bodyPr/>
        <a:lstStyle/>
        <a:p>
          <a:r>
            <a:rPr lang="en-US" dirty="0"/>
            <a:t>Some text here</a:t>
          </a:r>
        </a:p>
      </dgm:t>
    </dgm:pt>
    <dgm:pt modelId="{141A3C92-8966-4E2F-82E4-2E09E22674B2}" type="parTrans" cxnId="{C99CE395-39F6-46B4-938C-9BF085685D1A}">
      <dgm:prSet/>
      <dgm:spPr/>
      <dgm:t>
        <a:bodyPr/>
        <a:lstStyle/>
        <a:p>
          <a:endParaRPr lang="en-US"/>
        </a:p>
      </dgm:t>
    </dgm:pt>
    <dgm:pt modelId="{F58FC55B-E61F-445C-956E-0BB2202254CA}" type="sibTrans" cxnId="{C99CE395-39F6-46B4-938C-9BF085685D1A}">
      <dgm:prSet/>
      <dgm:spPr/>
      <dgm:t>
        <a:bodyPr/>
        <a:lstStyle/>
        <a:p>
          <a:endParaRPr lang="en-US"/>
        </a:p>
      </dgm:t>
    </dgm:pt>
    <dgm:pt modelId="{386C2B6D-2EE1-4682-AE61-EE246CD54E31}">
      <dgm:prSet phldrT="[Text]"/>
      <dgm:spPr/>
      <dgm:t>
        <a:bodyPr/>
        <a:lstStyle/>
        <a:p>
          <a:r>
            <a:rPr lang="en-US" dirty="0"/>
            <a:t>Some text here</a:t>
          </a:r>
        </a:p>
      </dgm:t>
    </dgm:pt>
    <dgm:pt modelId="{649D72FB-0D8F-479C-87D1-C73133EF35E2}" type="parTrans" cxnId="{7F96AC57-2F84-4E8C-AA92-E82865EE63FE}">
      <dgm:prSet/>
      <dgm:spPr/>
      <dgm:t>
        <a:bodyPr/>
        <a:lstStyle/>
        <a:p>
          <a:endParaRPr lang="en-US"/>
        </a:p>
      </dgm:t>
    </dgm:pt>
    <dgm:pt modelId="{E1C9E6F1-2ED2-4DD8-9B78-28FC1AF5D352}" type="sibTrans" cxnId="{7F96AC57-2F84-4E8C-AA92-E82865EE63FE}">
      <dgm:prSet/>
      <dgm:spPr/>
      <dgm:t>
        <a:bodyPr/>
        <a:lstStyle/>
        <a:p>
          <a:endParaRPr lang="en-US"/>
        </a:p>
      </dgm:t>
    </dgm:pt>
    <dgm:pt modelId="{2A22E84C-3AA3-4E9C-AE5F-9C2FB0D7FB11}">
      <dgm:prSet phldrT="[Text]"/>
      <dgm:spPr/>
      <dgm:t>
        <a:bodyPr/>
        <a:lstStyle/>
        <a:p>
          <a:r>
            <a:rPr lang="en-US"/>
            <a:t>Lorem Ipsum</a:t>
          </a:r>
          <a:endParaRPr lang="en-US" dirty="0"/>
        </a:p>
      </dgm:t>
    </dgm:pt>
    <dgm:pt modelId="{6C025E55-DF42-4C5D-AFD5-6015FA053D46}" type="parTrans" cxnId="{BEB859E7-C343-408E-86A1-667C27EE5761}">
      <dgm:prSet/>
      <dgm:spPr/>
      <dgm:t>
        <a:bodyPr/>
        <a:lstStyle/>
        <a:p>
          <a:endParaRPr lang="en-US"/>
        </a:p>
      </dgm:t>
    </dgm:pt>
    <dgm:pt modelId="{744EA591-F199-49C2-B63A-82709D96C729}" type="sibTrans" cxnId="{BEB859E7-C343-408E-86A1-667C27EE5761}">
      <dgm:prSet/>
      <dgm:spPr/>
      <dgm:t>
        <a:bodyPr/>
        <a:lstStyle/>
        <a:p>
          <a:endParaRPr lang="en-US"/>
        </a:p>
      </dgm:t>
    </dgm:pt>
    <dgm:pt modelId="{9ADACFBF-2A78-45C9-A7C4-5E5DBC674760}">
      <dgm:prSet phldrT="[Text]"/>
      <dgm:spPr/>
      <dgm:t>
        <a:bodyPr/>
        <a:lstStyle/>
        <a:p>
          <a:r>
            <a:rPr lang="en-US" dirty="0"/>
            <a:t>Some text here</a:t>
          </a:r>
        </a:p>
      </dgm:t>
    </dgm:pt>
    <dgm:pt modelId="{E121796C-71AB-4354-A1D4-3BF0025298A5}" type="parTrans" cxnId="{2B98897D-9937-49AC-9FE9-6629E912033A}">
      <dgm:prSet/>
      <dgm:spPr/>
      <dgm:t>
        <a:bodyPr/>
        <a:lstStyle/>
        <a:p>
          <a:endParaRPr lang="en-US"/>
        </a:p>
      </dgm:t>
    </dgm:pt>
    <dgm:pt modelId="{F3FE7E5A-DC73-423B-998C-02943CF263BF}" type="sibTrans" cxnId="{2B98897D-9937-49AC-9FE9-6629E912033A}">
      <dgm:prSet/>
      <dgm:spPr/>
      <dgm:t>
        <a:bodyPr/>
        <a:lstStyle/>
        <a:p>
          <a:endParaRPr lang="en-US"/>
        </a:p>
      </dgm:t>
    </dgm:pt>
    <dgm:pt modelId="{6C39594C-4AE1-4221-9751-E4FBA9469435}">
      <dgm:prSet phldrT="[Text]"/>
      <dgm:spPr/>
      <dgm:t>
        <a:bodyPr/>
        <a:lstStyle/>
        <a:p>
          <a:r>
            <a:rPr lang="en-US" dirty="0"/>
            <a:t>Some text here</a:t>
          </a:r>
        </a:p>
      </dgm:t>
    </dgm:pt>
    <dgm:pt modelId="{EA90E5E0-265B-4677-A3EF-FCD0DFDF4F41}" type="parTrans" cxnId="{7AF91B96-DA69-42D6-83DE-0E63677A4C47}">
      <dgm:prSet/>
      <dgm:spPr/>
      <dgm:t>
        <a:bodyPr/>
        <a:lstStyle/>
        <a:p>
          <a:endParaRPr lang="en-US"/>
        </a:p>
      </dgm:t>
    </dgm:pt>
    <dgm:pt modelId="{F04E3063-747B-4761-B46E-8C06B2EF3C55}" type="sibTrans" cxnId="{7AF91B96-DA69-42D6-83DE-0E63677A4C47}">
      <dgm:prSet/>
      <dgm:spPr/>
      <dgm:t>
        <a:bodyPr/>
        <a:lstStyle/>
        <a:p>
          <a:endParaRPr lang="en-US"/>
        </a:p>
      </dgm:t>
    </dgm:pt>
    <dgm:pt modelId="{36045517-CEA4-4BE3-B836-C2B6BFE5649B}">
      <dgm:prSet phldrT="[Text]"/>
      <dgm:spPr/>
      <dgm:t>
        <a:bodyPr/>
        <a:lstStyle/>
        <a:p>
          <a:r>
            <a:rPr lang="en-US"/>
            <a:t>Lorem Ipsum</a:t>
          </a:r>
          <a:endParaRPr lang="en-US" dirty="0"/>
        </a:p>
      </dgm:t>
    </dgm:pt>
    <dgm:pt modelId="{6231A36F-9B04-4B4A-917A-7E163AFFC956}" type="parTrans" cxnId="{4019353B-443B-4DED-AA6C-3C60E18414C7}">
      <dgm:prSet/>
      <dgm:spPr/>
      <dgm:t>
        <a:bodyPr/>
        <a:lstStyle/>
        <a:p>
          <a:endParaRPr lang="en-US"/>
        </a:p>
      </dgm:t>
    </dgm:pt>
    <dgm:pt modelId="{BFF3C5ED-87D0-4709-A3B8-A7BF0668006A}" type="sibTrans" cxnId="{4019353B-443B-4DED-AA6C-3C60E18414C7}">
      <dgm:prSet/>
      <dgm:spPr/>
      <dgm:t>
        <a:bodyPr/>
        <a:lstStyle/>
        <a:p>
          <a:endParaRPr lang="en-US"/>
        </a:p>
      </dgm:t>
    </dgm:pt>
    <dgm:pt modelId="{110CC072-E78D-486A-BD24-8CD6CE5683E0}">
      <dgm:prSet phldrT="[Text]"/>
      <dgm:spPr/>
      <dgm:t>
        <a:bodyPr/>
        <a:lstStyle/>
        <a:p>
          <a:r>
            <a:rPr lang="en-US" dirty="0"/>
            <a:t>Some text here</a:t>
          </a:r>
        </a:p>
      </dgm:t>
    </dgm:pt>
    <dgm:pt modelId="{EFE20FCA-41FE-42D4-8C71-85751017ADFF}" type="parTrans" cxnId="{5670A7D8-BA42-4857-8679-D269077AD7D7}">
      <dgm:prSet/>
      <dgm:spPr/>
      <dgm:t>
        <a:bodyPr/>
        <a:lstStyle/>
        <a:p>
          <a:endParaRPr lang="en-US"/>
        </a:p>
      </dgm:t>
    </dgm:pt>
    <dgm:pt modelId="{C901204A-BC8E-4B62-854A-DFB2104323F5}" type="sibTrans" cxnId="{5670A7D8-BA42-4857-8679-D269077AD7D7}">
      <dgm:prSet/>
      <dgm:spPr/>
      <dgm:t>
        <a:bodyPr/>
        <a:lstStyle/>
        <a:p>
          <a:endParaRPr lang="en-US"/>
        </a:p>
      </dgm:t>
    </dgm:pt>
    <dgm:pt modelId="{F64D9B44-8949-42CE-A3F5-920CF85E6D38}">
      <dgm:prSet phldrT="[Text]"/>
      <dgm:spPr/>
      <dgm:t>
        <a:bodyPr/>
        <a:lstStyle/>
        <a:p>
          <a:r>
            <a:rPr lang="en-US" dirty="0"/>
            <a:t>Some text here</a:t>
          </a:r>
        </a:p>
      </dgm:t>
    </dgm:pt>
    <dgm:pt modelId="{81AB81A4-D793-40B9-964C-9DA3AF17B95D}" type="parTrans" cxnId="{F091E13E-CC91-4760-8919-F8E7FA115B30}">
      <dgm:prSet/>
      <dgm:spPr/>
      <dgm:t>
        <a:bodyPr/>
        <a:lstStyle/>
        <a:p>
          <a:endParaRPr lang="en-US"/>
        </a:p>
      </dgm:t>
    </dgm:pt>
    <dgm:pt modelId="{ECDC803C-5DBD-4EEE-A68A-AC8585F1A4EB}" type="sibTrans" cxnId="{F091E13E-CC91-4760-8919-F8E7FA115B30}">
      <dgm:prSet/>
      <dgm:spPr/>
      <dgm:t>
        <a:bodyPr/>
        <a:lstStyle/>
        <a:p>
          <a:endParaRPr lang="en-US"/>
        </a:p>
      </dgm:t>
    </dgm:pt>
    <dgm:pt modelId="{A0660C0A-9A87-4235-A373-84CCCC7C0C4F}" type="pres">
      <dgm:prSet presAssocID="{B9C32B05-62EA-407A-B21C-2310C7945705}" presName="Name0" presStyleCnt="0">
        <dgm:presLayoutVars>
          <dgm:dir/>
          <dgm:resizeHandles val="exact"/>
        </dgm:presLayoutVars>
      </dgm:prSet>
      <dgm:spPr/>
    </dgm:pt>
    <dgm:pt modelId="{243EA3D2-8ED7-4903-83C9-94B6D0F7F620}" type="pres">
      <dgm:prSet presAssocID="{B9C32B05-62EA-407A-B21C-2310C7945705}" presName="arrow" presStyleLbl="bgShp" presStyleIdx="0" presStyleCnt="1"/>
      <dgm:spPr/>
    </dgm:pt>
    <dgm:pt modelId="{FAE6C6E1-7CB4-4D62-A0D8-D99D5F0755D9}" type="pres">
      <dgm:prSet presAssocID="{B9C32B05-62EA-407A-B21C-2310C7945705}" presName="points" presStyleCnt="0"/>
      <dgm:spPr/>
    </dgm:pt>
    <dgm:pt modelId="{EA28D3A8-FC7C-48EF-B908-1DF5C0B9B013}" type="pres">
      <dgm:prSet presAssocID="{42D71409-67F9-455C-8C6D-716D284AAA6B}" presName="compositeA" presStyleCnt="0"/>
      <dgm:spPr/>
    </dgm:pt>
    <dgm:pt modelId="{4528960A-AA0D-4E04-A96C-23BBED8B8AF7}" type="pres">
      <dgm:prSet presAssocID="{42D71409-67F9-455C-8C6D-716D284AAA6B}" presName="textA" presStyleLbl="revTx" presStyleIdx="0" presStyleCnt="5">
        <dgm:presLayoutVars>
          <dgm:bulletEnabled val="1"/>
        </dgm:presLayoutVars>
      </dgm:prSet>
      <dgm:spPr/>
    </dgm:pt>
    <dgm:pt modelId="{17A265D6-6917-4CBA-BBB4-B522D7B6ADA4}" type="pres">
      <dgm:prSet presAssocID="{42D71409-67F9-455C-8C6D-716D284AAA6B}" presName="circleA" presStyleLbl="node1" presStyleIdx="0" presStyleCnt="5"/>
      <dgm:spPr/>
    </dgm:pt>
    <dgm:pt modelId="{40D417D4-F676-4BE8-907C-E18F31E6A9F7}" type="pres">
      <dgm:prSet presAssocID="{42D71409-67F9-455C-8C6D-716D284AAA6B}" presName="spaceA" presStyleCnt="0"/>
      <dgm:spPr/>
    </dgm:pt>
    <dgm:pt modelId="{BD2F2BCF-6A7F-488B-B2CD-2146E84D5358}" type="pres">
      <dgm:prSet presAssocID="{478B7D3C-9FB4-4BC6-90AC-49960560DECD}" presName="space" presStyleCnt="0"/>
      <dgm:spPr/>
    </dgm:pt>
    <dgm:pt modelId="{34633167-C4CC-4F03-91B9-168C40CF6D57}" type="pres">
      <dgm:prSet presAssocID="{F66099B6-DBBD-4AB0-82D2-877B80F846F7}" presName="compositeB" presStyleCnt="0"/>
      <dgm:spPr/>
    </dgm:pt>
    <dgm:pt modelId="{BBB0BB00-DB07-473D-8D1A-97636CADEFCB}" type="pres">
      <dgm:prSet presAssocID="{F66099B6-DBBD-4AB0-82D2-877B80F846F7}" presName="textB" presStyleLbl="revTx" presStyleIdx="1" presStyleCnt="5">
        <dgm:presLayoutVars>
          <dgm:bulletEnabled val="1"/>
        </dgm:presLayoutVars>
      </dgm:prSet>
      <dgm:spPr/>
    </dgm:pt>
    <dgm:pt modelId="{EFA65434-BA86-4EDA-8C1A-193959D0E337}" type="pres">
      <dgm:prSet presAssocID="{F66099B6-DBBD-4AB0-82D2-877B80F846F7}" presName="circleB" presStyleLbl="node1" presStyleIdx="1" presStyleCnt="5"/>
      <dgm:spPr/>
    </dgm:pt>
    <dgm:pt modelId="{0C1FCC63-BBA1-49F3-9657-3DF3D3055AB9}" type="pres">
      <dgm:prSet presAssocID="{F66099B6-DBBD-4AB0-82D2-877B80F846F7}" presName="spaceB" presStyleCnt="0"/>
      <dgm:spPr/>
    </dgm:pt>
    <dgm:pt modelId="{68BB538E-71E5-4361-ACF2-DB8443C94983}" type="pres">
      <dgm:prSet presAssocID="{BC531B32-9B0E-482E-BF91-65C61F17168D}" presName="space" presStyleCnt="0"/>
      <dgm:spPr/>
    </dgm:pt>
    <dgm:pt modelId="{84638743-719C-46F1-A0EC-3491C5184927}" type="pres">
      <dgm:prSet presAssocID="{EE62A4F6-4AC4-435B-990E-81A71CE8CAC7}" presName="compositeA" presStyleCnt="0"/>
      <dgm:spPr/>
    </dgm:pt>
    <dgm:pt modelId="{AE1E1894-F486-42A5-B38B-80AE457370A1}" type="pres">
      <dgm:prSet presAssocID="{EE62A4F6-4AC4-435B-990E-81A71CE8CAC7}" presName="textA" presStyleLbl="revTx" presStyleIdx="2" presStyleCnt="5">
        <dgm:presLayoutVars>
          <dgm:bulletEnabled val="1"/>
        </dgm:presLayoutVars>
      </dgm:prSet>
      <dgm:spPr/>
    </dgm:pt>
    <dgm:pt modelId="{3A1C30DD-73A1-4AF7-8D82-E853625B5EB3}" type="pres">
      <dgm:prSet presAssocID="{EE62A4F6-4AC4-435B-990E-81A71CE8CAC7}" presName="circleA" presStyleLbl="node1" presStyleIdx="2" presStyleCnt="5"/>
      <dgm:spPr/>
    </dgm:pt>
    <dgm:pt modelId="{B7D2B885-44AA-46DD-A7FD-396EDB1D2D53}" type="pres">
      <dgm:prSet presAssocID="{EE62A4F6-4AC4-435B-990E-81A71CE8CAC7}" presName="spaceA" presStyleCnt="0"/>
      <dgm:spPr/>
    </dgm:pt>
    <dgm:pt modelId="{2AAFA24E-2203-4668-8E5B-971EB722CFD8}" type="pres">
      <dgm:prSet presAssocID="{389F9A93-0231-4877-8C41-5D5B8DD7AAC0}" presName="space" presStyleCnt="0"/>
      <dgm:spPr/>
    </dgm:pt>
    <dgm:pt modelId="{B26102E3-52C9-4487-917B-0A0FC718B536}" type="pres">
      <dgm:prSet presAssocID="{2A22E84C-3AA3-4E9C-AE5F-9C2FB0D7FB11}" presName="compositeB" presStyleCnt="0"/>
      <dgm:spPr/>
    </dgm:pt>
    <dgm:pt modelId="{E11B3A28-7406-457C-8A1B-A4B29F5F7BAD}" type="pres">
      <dgm:prSet presAssocID="{2A22E84C-3AA3-4E9C-AE5F-9C2FB0D7FB11}" presName="textB" presStyleLbl="revTx" presStyleIdx="3" presStyleCnt="5">
        <dgm:presLayoutVars>
          <dgm:bulletEnabled val="1"/>
        </dgm:presLayoutVars>
      </dgm:prSet>
      <dgm:spPr/>
    </dgm:pt>
    <dgm:pt modelId="{8F8019B0-AA68-480A-9073-78AE7B7ADF04}" type="pres">
      <dgm:prSet presAssocID="{2A22E84C-3AA3-4E9C-AE5F-9C2FB0D7FB11}" presName="circleB" presStyleLbl="node1" presStyleIdx="3" presStyleCnt="5"/>
      <dgm:spPr/>
    </dgm:pt>
    <dgm:pt modelId="{518C94F0-426A-4665-AADD-78EBFD4FD536}" type="pres">
      <dgm:prSet presAssocID="{2A22E84C-3AA3-4E9C-AE5F-9C2FB0D7FB11}" presName="spaceB" presStyleCnt="0"/>
      <dgm:spPr/>
    </dgm:pt>
    <dgm:pt modelId="{DC685C86-2118-413A-BDDE-4CEE842E3D7D}" type="pres">
      <dgm:prSet presAssocID="{744EA591-F199-49C2-B63A-82709D96C729}" presName="space" presStyleCnt="0"/>
      <dgm:spPr/>
    </dgm:pt>
    <dgm:pt modelId="{4B1D6078-463F-49F5-AAA9-F25CFFFC2F2C}" type="pres">
      <dgm:prSet presAssocID="{36045517-CEA4-4BE3-B836-C2B6BFE5649B}" presName="compositeA" presStyleCnt="0"/>
      <dgm:spPr/>
    </dgm:pt>
    <dgm:pt modelId="{D92F5A99-1B24-471B-B548-8026AB855B43}" type="pres">
      <dgm:prSet presAssocID="{36045517-CEA4-4BE3-B836-C2B6BFE5649B}" presName="textA" presStyleLbl="revTx" presStyleIdx="4" presStyleCnt="5">
        <dgm:presLayoutVars>
          <dgm:bulletEnabled val="1"/>
        </dgm:presLayoutVars>
      </dgm:prSet>
      <dgm:spPr/>
    </dgm:pt>
    <dgm:pt modelId="{1375C829-E9B3-4273-B161-98F2B2E45907}" type="pres">
      <dgm:prSet presAssocID="{36045517-CEA4-4BE3-B836-C2B6BFE5649B}" presName="circleA" presStyleLbl="node1" presStyleIdx="4" presStyleCnt="5"/>
      <dgm:spPr/>
    </dgm:pt>
    <dgm:pt modelId="{B73B46B9-0817-4F8D-B01D-354C1C900A99}" type="pres">
      <dgm:prSet presAssocID="{36045517-CEA4-4BE3-B836-C2B6BFE5649B}" presName="spaceA" presStyleCnt="0"/>
      <dgm:spPr/>
    </dgm:pt>
  </dgm:ptLst>
  <dgm:cxnLst>
    <dgm:cxn modelId="{ADDCFA09-9786-464D-BBB1-30597D645BAA}" type="presOf" srcId="{8EA7219F-BDB2-48EB-9EEB-3133522D132E}" destId="{4528960A-AA0D-4E04-A96C-23BBED8B8AF7}" srcOrd="0" destOrd="1" presId="urn:microsoft.com/office/officeart/2005/8/layout/hProcess11"/>
    <dgm:cxn modelId="{B294EF19-2513-4EFA-82BF-8D10BF9EEBAE}" type="presOf" srcId="{F66099B6-DBBD-4AB0-82D2-877B80F846F7}" destId="{BBB0BB00-DB07-473D-8D1A-97636CADEFCB}" srcOrd="0" destOrd="0" presId="urn:microsoft.com/office/officeart/2005/8/layout/hProcess11"/>
    <dgm:cxn modelId="{2AA9C11F-1F1D-428E-801A-47EAA766C99D}" srcId="{B9C32B05-62EA-407A-B21C-2310C7945705}" destId="{42D71409-67F9-455C-8C6D-716D284AAA6B}" srcOrd="0" destOrd="0" parTransId="{51680ED1-AF6E-4B28-AE94-92B0EFB0DF7D}" sibTransId="{478B7D3C-9FB4-4BC6-90AC-49960560DECD}"/>
    <dgm:cxn modelId="{AA04A42C-5F41-4EDA-A9FF-EFE87B8167B9}" type="presOf" srcId="{42D71409-67F9-455C-8C6D-716D284AAA6B}" destId="{4528960A-AA0D-4E04-A96C-23BBED8B8AF7}" srcOrd="0" destOrd="0" presId="urn:microsoft.com/office/officeart/2005/8/layout/hProcess11"/>
    <dgm:cxn modelId="{1E6BA830-1C81-42CE-B6E4-C1AECD373B41}" type="presOf" srcId="{110CC072-E78D-486A-BD24-8CD6CE5683E0}" destId="{D92F5A99-1B24-471B-B548-8026AB855B43}" srcOrd="0" destOrd="1" presId="urn:microsoft.com/office/officeart/2005/8/layout/hProcess11"/>
    <dgm:cxn modelId="{B4F3EA32-CE64-4A92-9BAE-BC57E5392B05}" srcId="{B9C32B05-62EA-407A-B21C-2310C7945705}" destId="{F66099B6-DBBD-4AB0-82D2-877B80F846F7}" srcOrd="1" destOrd="0" parTransId="{B09C8BFB-F41C-4AC4-AB94-F216E3081C2D}" sibTransId="{BC531B32-9B0E-482E-BF91-65C61F17168D}"/>
    <dgm:cxn modelId="{35013F34-57BC-4E3C-A003-07C0E49926DB}" srcId="{F66099B6-DBBD-4AB0-82D2-877B80F846F7}" destId="{BE788BF5-FE9F-4C7D-A1CD-9232D7860179}" srcOrd="1" destOrd="0" parTransId="{963A52CB-C772-45F2-8A30-8ABA6B14D3CE}" sibTransId="{88191C5E-55BA-42F2-B842-FC86CBBADC0F}"/>
    <dgm:cxn modelId="{4019353B-443B-4DED-AA6C-3C60E18414C7}" srcId="{B9C32B05-62EA-407A-B21C-2310C7945705}" destId="{36045517-CEA4-4BE3-B836-C2B6BFE5649B}" srcOrd="4" destOrd="0" parTransId="{6231A36F-9B04-4B4A-917A-7E163AFFC956}" sibTransId="{BFF3C5ED-87D0-4709-A3B8-A7BF0668006A}"/>
    <dgm:cxn modelId="{F091E13E-CC91-4760-8919-F8E7FA115B30}" srcId="{36045517-CEA4-4BE3-B836-C2B6BFE5649B}" destId="{F64D9B44-8949-42CE-A3F5-920CF85E6D38}" srcOrd="1" destOrd="0" parTransId="{81AB81A4-D793-40B9-964C-9DA3AF17B95D}" sibTransId="{ECDC803C-5DBD-4EEE-A68A-AC8585F1A4EB}"/>
    <dgm:cxn modelId="{2AAC5440-9498-4EA6-8A0B-B7129D01B499}" type="presOf" srcId="{EE62A4F6-4AC4-435B-990E-81A71CE8CAC7}" destId="{AE1E1894-F486-42A5-B38B-80AE457370A1}" srcOrd="0" destOrd="0" presId="urn:microsoft.com/office/officeart/2005/8/layout/hProcess11"/>
    <dgm:cxn modelId="{DDF4B669-9E8F-490D-A0A3-D509B972ED78}" type="presOf" srcId="{2A22E84C-3AA3-4E9C-AE5F-9C2FB0D7FB11}" destId="{E11B3A28-7406-457C-8A1B-A4B29F5F7BAD}" srcOrd="0" destOrd="0" presId="urn:microsoft.com/office/officeart/2005/8/layout/hProcess11"/>
    <dgm:cxn modelId="{01E3AA4A-7478-4E26-B8C2-821FD3F027D8}" type="presOf" srcId="{386C2B6D-2EE1-4682-AE61-EE246CD54E31}" destId="{AE1E1894-F486-42A5-B38B-80AE457370A1}" srcOrd="0" destOrd="2" presId="urn:microsoft.com/office/officeart/2005/8/layout/hProcess11"/>
    <dgm:cxn modelId="{4B60E74F-12B2-4C83-8A07-232959ACB1D8}" type="presOf" srcId="{3CE06941-9820-4827-8B16-CD80CC49F780}" destId="{AE1E1894-F486-42A5-B38B-80AE457370A1}" srcOrd="0" destOrd="1" presId="urn:microsoft.com/office/officeart/2005/8/layout/hProcess11"/>
    <dgm:cxn modelId="{96998F50-A308-419D-B860-7AB50F8BDB99}" type="presOf" srcId="{BE788BF5-FE9F-4C7D-A1CD-9232D7860179}" destId="{BBB0BB00-DB07-473D-8D1A-97636CADEFCB}" srcOrd="0" destOrd="2" presId="urn:microsoft.com/office/officeart/2005/8/layout/hProcess11"/>
    <dgm:cxn modelId="{E7A21872-E996-4A7D-8E1A-9BD305840ADB}" type="presOf" srcId="{36045517-CEA4-4BE3-B836-C2B6BFE5649B}" destId="{D92F5A99-1B24-471B-B548-8026AB855B43}" srcOrd="0" destOrd="0" presId="urn:microsoft.com/office/officeart/2005/8/layout/hProcess11"/>
    <dgm:cxn modelId="{1749B975-2EEF-4885-8D35-EEB0AE2BF5A4}" type="presOf" srcId="{F64D9B44-8949-42CE-A3F5-920CF85E6D38}" destId="{D92F5A99-1B24-471B-B548-8026AB855B43}" srcOrd="0" destOrd="2" presId="urn:microsoft.com/office/officeart/2005/8/layout/hProcess11"/>
    <dgm:cxn modelId="{7F96AC57-2F84-4E8C-AA92-E82865EE63FE}" srcId="{EE62A4F6-4AC4-435B-990E-81A71CE8CAC7}" destId="{386C2B6D-2EE1-4682-AE61-EE246CD54E31}" srcOrd="1" destOrd="0" parTransId="{649D72FB-0D8F-479C-87D1-C73133EF35E2}" sibTransId="{E1C9E6F1-2ED2-4DD8-9B78-28FC1AF5D352}"/>
    <dgm:cxn modelId="{2B98897D-9937-49AC-9FE9-6629E912033A}" srcId="{2A22E84C-3AA3-4E9C-AE5F-9C2FB0D7FB11}" destId="{9ADACFBF-2A78-45C9-A7C4-5E5DBC674760}" srcOrd="0" destOrd="0" parTransId="{E121796C-71AB-4354-A1D4-3BF0025298A5}" sibTransId="{F3FE7E5A-DC73-423B-998C-02943CF263BF}"/>
    <dgm:cxn modelId="{2DC24386-BC50-4BAB-8571-16CB10C2603C}" srcId="{F66099B6-DBBD-4AB0-82D2-877B80F846F7}" destId="{6CF284C3-4A70-4432-8F33-E75A802B3330}" srcOrd="0" destOrd="0" parTransId="{044831E6-2FC9-4DDA-81FB-5FA418568D07}" sibTransId="{CD50B82D-84BB-4747-B282-ABB339EBA294}"/>
    <dgm:cxn modelId="{C99CE395-39F6-46B4-938C-9BF085685D1A}" srcId="{EE62A4F6-4AC4-435B-990E-81A71CE8CAC7}" destId="{3CE06941-9820-4827-8B16-CD80CC49F780}" srcOrd="0" destOrd="0" parTransId="{141A3C92-8966-4E2F-82E4-2E09E22674B2}" sibTransId="{F58FC55B-E61F-445C-956E-0BB2202254CA}"/>
    <dgm:cxn modelId="{7AF91B96-DA69-42D6-83DE-0E63677A4C47}" srcId="{2A22E84C-3AA3-4E9C-AE5F-9C2FB0D7FB11}" destId="{6C39594C-4AE1-4221-9751-E4FBA9469435}" srcOrd="1" destOrd="0" parTransId="{EA90E5E0-265B-4677-A3EF-FCD0DFDF4F41}" sibTransId="{F04E3063-747B-4761-B46E-8C06B2EF3C55}"/>
    <dgm:cxn modelId="{3A2CECA6-0C5B-46BB-B7C6-7D37E9D210BD}" srcId="{B9C32B05-62EA-407A-B21C-2310C7945705}" destId="{EE62A4F6-4AC4-435B-990E-81A71CE8CAC7}" srcOrd="2" destOrd="0" parTransId="{F287B947-7343-4FA2-B288-B23A59FFAE31}" sibTransId="{389F9A93-0231-4877-8C41-5D5B8DD7AAC0}"/>
    <dgm:cxn modelId="{6CD6DCB1-ED18-48FC-80B1-3833CA4C03CC}" type="presOf" srcId="{3AF880A5-0F00-4315-A5DF-1FE656798601}" destId="{4528960A-AA0D-4E04-A96C-23BBED8B8AF7}" srcOrd="0" destOrd="2" presId="urn:microsoft.com/office/officeart/2005/8/layout/hProcess11"/>
    <dgm:cxn modelId="{99ED43B2-7308-41A2-8BC3-019B4317EFEE}" type="presOf" srcId="{6CF284C3-4A70-4432-8F33-E75A802B3330}" destId="{BBB0BB00-DB07-473D-8D1A-97636CADEFCB}" srcOrd="0" destOrd="1" presId="urn:microsoft.com/office/officeart/2005/8/layout/hProcess11"/>
    <dgm:cxn modelId="{48E99CC2-E186-4BD7-8963-9F8685C5362E}" type="presOf" srcId="{6C39594C-4AE1-4221-9751-E4FBA9469435}" destId="{E11B3A28-7406-457C-8A1B-A4B29F5F7BAD}" srcOrd="0" destOrd="2" presId="urn:microsoft.com/office/officeart/2005/8/layout/hProcess11"/>
    <dgm:cxn modelId="{11589DC6-E1E1-4ED9-B622-168567E57B3F}" type="presOf" srcId="{B9C32B05-62EA-407A-B21C-2310C7945705}" destId="{A0660C0A-9A87-4235-A373-84CCCC7C0C4F}" srcOrd="0" destOrd="0" presId="urn:microsoft.com/office/officeart/2005/8/layout/hProcess11"/>
    <dgm:cxn modelId="{5670A7D8-BA42-4857-8679-D269077AD7D7}" srcId="{36045517-CEA4-4BE3-B836-C2B6BFE5649B}" destId="{110CC072-E78D-486A-BD24-8CD6CE5683E0}" srcOrd="0" destOrd="0" parTransId="{EFE20FCA-41FE-42D4-8C71-85751017ADFF}" sibTransId="{C901204A-BC8E-4B62-854A-DFB2104323F5}"/>
    <dgm:cxn modelId="{24F8CBE2-5003-4E69-A772-6B98F2B05181}" srcId="{42D71409-67F9-455C-8C6D-716D284AAA6B}" destId="{3AF880A5-0F00-4315-A5DF-1FE656798601}" srcOrd="1" destOrd="0" parTransId="{A13BB1F9-5857-4B43-8BF5-6589AA2CB759}" sibTransId="{C198C41D-2640-4669-83ED-E0CD35701C8E}"/>
    <dgm:cxn modelId="{BEB859E7-C343-408E-86A1-667C27EE5761}" srcId="{B9C32B05-62EA-407A-B21C-2310C7945705}" destId="{2A22E84C-3AA3-4E9C-AE5F-9C2FB0D7FB11}" srcOrd="3" destOrd="0" parTransId="{6C025E55-DF42-4C5D-AFD5-6015FA053D46}" sibTransId="{744EA591-F199-49C2-B63A-82709D96C729}"/>
    <dgm:cxn modelId="{257CB8E8-C371-45D9-8F7C-070EBEA01D8D}" type="presOf" srcId="{9ADACFBF-2A78-45C9-A7C4-5E5DBC674760}" destId="{E11B3A28-7406-457C-8A1B-A4B29F5F7BAD}" srcOrd="0" destOrd="1" presId="urn:microsoft.com/office/officeart/2005/8/layout/hProcess11"/>
    <dgm:cxn modelId="{58AD7EEF-D408-406B-87EE-4691D4C30668}" srcId="{42D71409-67F9-455C-8C6D-716D284AAA6B}" destId="{8EA7219F-BDB2-48EB-9EEB-3133522D132E}" srcOrd="0" destOrd="0" parTransId="{3EE8403A-CB7C-4815-85BD-AEBCAEB71B37}" sibTransId="{C94B7947-85DC-4B21-BB99-DF8438356F98}"/>
    <dgm:cxn modelId="{A2F15316-42C9-4A6E-9901-793AD12E7200}" type="presParOf" srcId="{A0660C0A-9A87-4235-A373-84CCCC7C0C4F}" destId="{243EA3D2-8ED7-4903-83C9-94B6D0F7F620}" srcOrd="0" destOrd="0" presId="urn:microsoft.com/office/officeart/2005/8/layout/hProcess11"/>
    <dgm:cxn modelId="{84DEF6B7-8F47-413F-93FC-8A2AED5DE136}" type="presParOf" srcId="{A0660C0A-9A87-4235-A373-84CCCC7C0C4F}" destId="{FAE6C6E1-7CB4-4D62-A0D8-D99D5F0755D9}" srcOrd="1" destOrd="0" presId="urn:microsoft.com/office/officeart/2005/8/layout/hProcess11"/>
    <dgm:cxn modelId="{6784A76E-82C0-4910-8894-96DFF9C9E7DE}" type="presParOf" srcId="{FAE6C6E1-7CB4-4D62-A0D8-D99D5F0755D9}" destId="{EA28D3A8-FC7C-48EF-B908-1DF5C0B9B013}" srcOrd="0" destOrd="0" presId="urn:microsoft.com/office/officeart/2005/8/layout/hProcess11"/>
    <dgm:cxn modelId="{44CECF82-2EE3-4089-B77B-5E93C560FF7C}" type="presParOf" srcId="{EA28D3A8-FC7C-48EF-B908-1DF5C0B9B013}" destId="{4528960A-AA0D-4E04-A96C-23BBED8B8AF7}" srcOrd="0" destOrd="0" presId="urn:microsoft.com/office/officeart/2005/8/layout/hProcess11"/>
    <dgm:cxn modelId="{C14D0411-8CDE-4022-888C-C0132346855C}" type="presParOf" srcId="{EA28D3A8-FC7C-48EF-B908-1DF5C0B9B013}" destId="{17A265D6-6917-4CBA-BBB4-B522D7B6ADA4}" srcOrd="1" destOrd="0" presId="urn:microsoft.com/office/officeart/2005/8/layout/hProcess11"/>
    <dgm:cxn modelId="{B6693486-AC62-42EB-B466-5EB2649C1785}" type="presParOf" srcId="{EA28D3A8-FC7C-48EF-B908-1DF5C0B9B013}" destId="{40D417D4-F676-4BE8-907C-E18F31E6A9F7}" srcOrd="2" destOrd="0" presId="urn:microsoft.com/office/officeart/2005/8/layout/hProcess11"/>
    <dgm:cxn modelId="{36DA6A5E-61EA-4607-A172-28DF724B605C}" type="presParOf" srcId="{FAE6C6E1-7CB4-4D62-A0D8-D99D5F0755D9}" destId="{BD2F2BCF-6A7F-488B-B2CD-2146E84D5358}" srcOrd="1" destOrd="0" presId="urn:microsoft.com/office/officeart/2005/8/layout/hProcess11"/>
    <dgm:cxn modelId="{9804DFFF-ADC9-408C-A285-A0FC95992EBA}" type="presParOf" srcId="{FAE6C6E1-7CB4-4D62-A0D8-D99D5F0755D9}" destId="{34633167-C4CC-4F03-91B9-168C40CF6D57}" srcOrd="2" destOrd="0" presId="urn:microsoft.com/office/officeart/2005/8/layout/hProcess11"/>
    <dgm:cxn modelId="{37F4FAD4-9156-42CA-9367-0B30ED3991C9}" type="presParOf" srcId="{34633167-C4CC-4F03-91B9-168C40CF6D57}" destId="{BBB0BB00-DB07-473D-8D1A-97636CADEFCB}" srcOrd="0" destOrd="0" presId="urn:microsoft.com/office/officeart/2005/8/layout/hProcess11"/>
    <dgm:cxn modelId="{9F0D40C7-EF2A-40A3-AB44-AF44FE212A0F}" type="presParOf" srcId="{34633167-C4CC-4F03-91B9-168C40CF6D57}" destId="{EFA65434-BA86-4EDA-8C1A-193959D0E337}" srcOrd="1" destOrd="0" presId="urn:microsoft.com/office/officeart/2005/8/layout/hProcess11"/>
    <dgm:cxn modelId="{8CB13AAA-FAE8-4B2B-B6CA-65BF7021D39A}" type="presParOf" srcId="{34633167-C4CC-4F03-91B9-168C40CF6D57}" destId="{0C1FCC63-BBA1-49F3-9657-3DF3D3055AB9}" srcOrd="2" destOrd="0" presId="urn:microsoft.com/office/officeart/2005/8/layout/hProcess11"/>
    <dgm:cxn modelId="{3F2EE34E-022D-4EA7-B478-088A76D5A82E}" type="presParOf" srcId="{FAE6C6E1-7CB4-4D62-A0D8-D99D5F0755D9}" destId="{68BB538E-71E5-4361-ACF2-DB8443C94983}" srcOrd="3" destOrd="0" presId="urn:microsoft.com/office/officeart/2005/8/layout/hProcess11"/>
    <dgm:cxn modelId="{F05DC039-7A8A-4C0E-B8BF-C7C41BADEEC4}" type="presParOf" srcId="{FAE6C6E1-7CB4-4D62-A0D8-D99D5F0755D9}" destId="{84638743-719C-46F1-A0EC-3491C5184927}" srcOrd="4" destOrd="0" presId="urn:microsoft.com/office/officeart/2005/8/layout/hProcess11"/>
    <dgm:cxn modelId="{71C090DB-E548-49A1-90AE-5A2F8350863F}" type="presParOf" srcId="{84638743-719C-46F1-A0EC-3491C5184927}" destId="{AE1E1894-F486-42A5-B38B-80AE457370A1}" srcOrd="0" destOrd="0" presId="urn:microsoft.com/office/officeart/2005/8/layout/hProcess11"/>
    <dgm:cxn modelId="{424BA5D2-FF92-40E0-AC1C-B7D387E83EF7}" type="presParOf" srcId="{84638743-719C-46F1-A0EC-3491C5184927}" destId="{3A1C30DD-73A1-4AF7-8D82-E853625B5EB3}" srcOrd="1" destOrd="0" presId="urn:microsoft.com/office/officeart/2005/8/layout/hProcess11"/>
    <dgm:cxn modelId="{5B383815-847C-4281-A5B5-4217BF74CD48}" type="presParOf" srcId="{84638743-719C-46F1-A0EC-3491C5184927}" destId="{B7D2B885-44AA-46DD-A7FD-396EDB1D2D53}" srcOrd="2" destOrd="0" presId="urn:microsoft.com/office/officeart/2005/8/layout/hProcess11"/>
    <dgm:cxn modelId="{AB786577-8EE2-4971-85A8-E8A9EB92FD78}" type="presParOf" srcId="{FAE6C6E1-7CB4-4D62-A0D8-D99D5F0755D9}" destId="{2AAFA24E-2203-4668-8E5B-971EB722CFD8}" srcOrd="5" destOrd="0" presId="urn:microsoft.com/office/officeart/2005/8/layout/hProcess11"/>
    <dgm:cxn modelId="{0F25593C-37D9-4553-A342-D84A6219373C}" type="presParOf" srcId="{FAE6C6E1-7CB4-4D62-A0D8-D99D5F0755D9}" destId="{B26102E3-52C9-4487-917B-0A0FC718B536}" srcOrd="6" destOrd="0" presId="urn:microsoft.com/office/officeart/2005/8/layout/hProcess11"/>
    <dgm:cxn modelId="{C3645A2C-E8CC-46D8-BE7E-192F53414674}" type="presParOf" srcId="{B26102E3-52C9-4487-917B-0A0FC718B536}" destId="{E11B3A28-7406-457C-8A1B-A4B29F5F7BAD}" srcOrd="0" destOrd="0" presId="urn:microsoft.com/office/officeart/2005/8/layout/hProcess11"/>
    <dgm:cxn modelId="{25B60E6E-39B8-4720-AD7B-F360EEC8C981}" type="presParOf" srcId="{B26102E3-52C9-4487-917B-0A0FC718B536}" destId="{8F8019B0-AA68-480A-9073-78AE7B7ADF04}" srcOrd="1" destOrd="0" presId="urn:microsoft.com/office/officeart/2005/8/layout/hProcess11"/>
    <dgm:cxn modelId="{25CAADCC-1D49-4D14-B0A7-AA8679A053F1}" type="presParOf" srcId="{B26102E3-52C9-4487-917B-0A0FC718B536}" destId="{518C94F0-426A-4665-AADD-78EBFD4FD536}" srcOrd="2" destOrd="0" presId="urn:microsoft.com/office/officeart/2005/8/layout/hProcess11"/>
    <dgm:cxn modelId="{011CF8E9-94CE-4AF2-B575-C3F196E470C9}" type="presParOf" srcId="{FAE6C6E1-7CB4-4D62-A0D8-D99D5F0755D9}" destId="{DC685C86-2118-413A-BDDE-4CEE842E3D7D}" srcOrd="7" destOrd="0" presId="urn:microsoft.com/office/officeart/2005/8/layout/hProcess11"/>
    <dgm:cxn modelId="{D069F0B3-00BD-4201-A9F8-4460A821ACED}" type="presParOf" srcId="{FAE6C6E1-7CB4-4D62-A0D8-D99D5F0755D9}" destId="{4B1D6078-463F-49F5-AAA9-F25CFFFC2F2C}" srcOrd="8" destOrd="0" presId="urn:microsoft.com/office/officeart/2005/8/layout/hProcess11"/>
    <dgm:cxn modelId="{575ACF63-0868-4821-ACCF-2F44D2696A11}" type="presParOf" srcId="{4B1D6078-463F-49F5-AAA9-F25CFFFC2F2C}" destId="{D92F5A99-1B24-471B-B548-8026AB855B43}" srcOrd="0" destOrd="0" presId="urn:microsoft.com/office/officeart/2005/8/layout/hProcess11"/>
    <dgm:cxn modelId="{A3AAF235-FC52-44E8-BBFC-586022CF7716}" type="presParOf" srcId="{4B1D6078-463F-49F5-AAA9-F25CFFFC2F2C}" destId="{1375C829-E9B3-4273-B161-98F2B2E45907}" srcOrd="1" destOrd="0" presId="urn:microsoft.com/office/officeart/2005/8/layout/hProcess11"/>
    <dgm:cxn modelId="{B7118374-7648-4F52-9564-F60C53F316DE}" type="presParOf" srcId="{4B1D6078-463F-49F5-AAA9-F25CFFFC2F2C}" destId="{B73B46B9-0817-4F8D-B01D-354C1C900A99}" srcOrd="2" destOrd="0" presId="urn:microsoft.com/office/officeart/2005/8/layout/hProcess11"/>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58.xml><?xml version="1.0" encoding="utf-8"?>
<dgm:dataModel xmlns:dgm="http://schemas.openxmlformats.org/drawingml/2006/diagram" xmlns:a="http://schemas.openxmlformats.org/drawingml/2006/main">
  <dgm:ptLst>
    <dgm:pt modelId="{B9C32B05-62EA-407A-B21C-2310C7945705}" type="doc">
      <dgm:prSet loTypeId="urn:microsoft.com/office/officeart/2011/layout/CircleProcess" loCatId="process"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F66099B6-DBBD-4AB0-82D2-877B80F846F7}">
      <dgm:prSet phldrT="[Text]"/>
      <dgm:spPr/>
      <dgm:t>
        <a:bodyPr/>
        <a:lstStyle/>
        <a:p>
          <a:r>
            <a:rPr lang="en-US" dirty="0"/>
            <a:t>Lorem Ipsum</a:t>
          </a:r>
        </a:p>
      </dgm:t>
    </dgm:pt>
    <dgm:pt modelId="{B09C8BFB-F41C-4AC4-AB94-F216E3081C2D}" type="parTrans" cxnId="{B4F3EA32-CE64-4A92-9BAE-BC57E5392B05}">
      <dgm:prSet/>
      <dgm:spPr/>
      <dgm:t>
        <a:bodyPr/>
        <a:lstStyle/>
        <a:p>
          <a:endParaRPr lang="en-US"/>
        </a:p>
      </dgm:t>
    </dgm:pt>
    <dgm:pt modelId="{BC531B32-9B0E-482E-BF91-65C61F17168D}" type="sibTrans" cxnId="{B4F3EA32-CE64-4A92-9BAE-BC57E5392B05}">
      <dgm:prSet/>
      <dgm:spPr/>
      <dgm:t>
        <a:bodyPr/>
        <a:lstStyle/>
        <a:p>
          <a:endParaRPr lang="en-US"/>
        </a:p>
      </dgm:t>
    </dgm:pt>
    <dgm:pt modelId="{EE62A4F6-4AC4-435B-990E-81A71CE8CAC7}">
      <dgm:prSet phldrT="[Text]"/>
      <dgm:spPr/>
      <dgm:t>
        <a:bodyPr/>
        <a:lstStyle/>
        <a:p>
          <a:r>
            <a:rPr lang="en-US" dirty="0"/>
            <a:t>Lorem Ipsum</a:t>
          </a:r>
        </a:p>
      </dgm:t>
    </dgm:pt>
    <dgm:pt modelId="{F287B947-7343-4FA2-B288-B23A59FFAE31}" type="parTrans" cxnId="{3A2CECA6-0C5B-46BB-B7C6-7D37E9D210BD}">
      <dgm:prSet/>
      <dgm:spPr/>
      <dgm:t>
        <a:bodyPr/>
        <a:lstStyle/>
        <a:p>
          <a:endParaRPr lang="en-US"/>
        </a:p>
      </dgm:t>
    </dgm:pt>
    <dgm:pt modelId="{389F9A93-0231-4877-8C41-5D5B8DD7AAC0}" type="sibTrans" cxnId="{3A2CECA6-0C5B-46BB-B7C6-7D37E9D210BD}">
      <dgm:prSet/>
      <dgm:spPr/>
      <dgm:t>
        <a:bodyPr/>
        <a:lstStyle/>
        <a:p>
          <a:endParaRPr lang="en-US"/>
        </a:p>
      </dgm:t>
    </dgm:pt>
    <dgm:pt modelId="{6CF284C3-4A70-4432-8F33-E75A802B3330}">
      <dgm:prSet/>
      <dgm:spPr/>
      <dgm:t>
        <a:bodyPr/>
        <a:lstStyle/>
        <a:p>
          <a:r>
            <a:rPr lang="en-US" dirty="0"/>
            <a:t>Some text here</a:t>
          </a:r>
        </a:p>
      </dgm:t>
    </dgm:pt>
    <dgm:pt modelId="{044831E6-2FC9-4DDA-81FB-5FA418568D07}" type="parTrans" cxnId="{2DC24386-BC50-4BAB-8571-16CB10C2603C}">
      <dgm:prSet/>
      <dgm:spPr/>
      <dgm:t>
        <a:bodyPr/>
        <a:lstStyle/>
        <a:p>
          <a:endParaRPr lang="en-US"/>
        </a:p>
      </dgm:t>
    </dgm:pt>
    <dgm:pt modelId="{CD50B82D-84BB-4747-B282-ABB339EBA294}" type="sibTrans" cxnId="{2DC24386-BC50-4BAB-8571-16CB10C2603C}">
      <dgm:prSet/>
      <dgm:spPr/>
      <dgm:t>
        <a:bodyPr/>
        <a:lstStyle/>
        <a:p>
          <a:endParaRPr lang="en-US"/>
        </a:p>
      </dgm:t>
    </dgm:pt>
    <dgm:pt modelId="{3AF880A5-0F00-4315-A5DF-1FE656798601}">
      <dgm:prSet phldrT="[Text]"/>
      <dgm:spPr/>
      <dgm:t>
        <a:bodyPr/>
        <a:lstStyle/>
        <a:p>
          <a:r>
            <a:rPr lang="en-US" dirty="0"/>
            <a:t>Some text here</a:t>
          </a:r>
        </a:p>
      </dgm:t>
    </dgm:pt>
    <dgm:pt modelId="{A13BB1F9-5857-4B43-8BF5-6589AA2CB759}" type="parTrans" cxnId="{24F8CBE2-5003-4E69-A772-6B98F2B05181}">
      <dgm:prSet/>
      <dgm:spPr/>
      <dgm:t>
        <a:bodyPr/>
        <a:lstStyle/>
        <a:p>
          <a:endParaRPr lang="en-US"/>
        </a:p>
      </dgm:t>
    </dgm:pt>
    <dgm:pt modelId="{C198C41D-2640-4669-83ED-E0CD35701C8E}" type="sibTrans" cxnId="{24F8CBE2-5003-4E69-A772-6B98F2B05181}">
      <dgm:prSet/>
      <dgm:spPr/>
      <dgm:t>
        <a:bodyPr/>
        <a:lstStyle/>
        <a:p>
          <a:endParaRPr lang="en-US"/>
        </a:p>
      </dgm:t>
    </dgm:pt>
    <dgm:pt modelId="{8EA7219F-BDB2-48EB-9EEB-3133522D132E}">
      <dgm:prSet phldrT="[Text]"/>
      <dgm:spPr/>
      <dgm:t>
        <a:bodyPr/>
        <a:lstStyle/>
        <a:p>
          <a:r>
            <a:rPr lang="en-US" dirty="0"/>
            <a:t>Some text here</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BE788BF5-FE9F-4C7D-A1CD-9232D7860179}">
      <dgm:prSet phldrT="[Text]"/>
      <dgm:spPr/>
      <dgm:t>
        <a:bodyPr/>
        <a:lstStyle/>
        <a:p>
          <a:r>
            <a:rPr lang="en-US"/>
            <a:t>Some text here</a:t>
          </a:r>
          <a:endParaRPr lang="en-US" dirty="0"/>
        </a:p>
      </dgm:t>
    </dgm:pt>
    <dgm:pt modelId="{963A52CB-C772-45F2-8A30-8ABA6B14D3CE}" type="parTrans" cxnId="{35013F34-57BC-4E3C-A003-07C0E49926DB}">
      <dgm:prSet/>
      <dgm:spPr/>
      <dgm:t>
        <a:bodyPr/>
        <a:lstStyle/>
        <a:p>
          <a:endParaRPr lang="en-US"/>
        </a:p>
      </dgm:t>
    </dgm:pt>
    <dgm:pt modelId="{88191C5E-55BA-42F2-B842-FC86CBBADC0F}" type="sibTrans" cxnId="{35013F34-57BC-4E3C-A003-07C0E49926DB}">
      <dgm:prSet/>
      <dgm:spPr/>
      <dgm:t>
        <a:bodyPr/>
        <a:lstStyle/>
        <a:p>
          <a:endParaRPr lang="en-US"/>
        </a:p>
      </dgm:t>
    </dgm:pt>
    <dgm:pt modelId="{3CE06941-9820-4827-8B16-CD80CC49F780}">
      <dgm:prSet phldrT="[Text]"/>
      <dgm:spPr/>
      <dgm:t>
        <a:bodyPr/>
        <a:lstStyle/>
        <a:p>
          <a:r>
            <a:rPr lang="en-US" dirty="0"/>
            <a:t>Some text here</a:t>
          </a:r>
        </a:p>
      </dgm:t>
    </dgm:pt>
    <dgm:pt modelId="{141A3C92-8966-4E2F-82E4-2E09E22674B2}" type="parTrans" cxnId="{C99CE395-39F6-46B4-938C-9BF085685D1A}">
      <dgm:prSet/>
      <dgm:spPr/>
      <dgm:t>
        <a:bodyPr/>
        <a:lstStyle/>
        <a:p>
          <a:endParaRPr lang="en-US"/>
        </a:p>
      </dgm:t>
    </dgm:pt>
    <dgm:pt modelId="{F58FC55B-E61F-445C-956E-0BB2202254CA}" type="sibTrans" cxnId="{C99CE395-39F6-46B4-938C-9BF085685D1A}">
      <dgm:prSet/>
      <dgm:spPr/>
      <dgm:t>
        <a:bodyPr/>
        <a:lstStyle/>
        <a:p>
          <a:endParaRPr lang="en-US"/>
        </a:p>
      </dgm:t>
    </dgm:pt>
    <dgm:pt modelId="{386C2B6D-2EE1-4682-AE61-EE246CD54E31}">
      <dgm:prSet phldrT="[Text]"/>
      <dgm:spPr/>
      <dgm:t>
        <a:bodyPr/>
        <a:lstStyle/>
        <a:p>
          <a:r>
            <a:rPr lang="en-US" dirty="0"/>
            <a:t>Some text here</a:t>
          </a:r>
        </a:p>
      </dgm:t>
    </dgm:pt>
    <dgm:pt modelId="{649D72FB-0D8F-479C-87D1-C73133EF35E2}" type="parTrans" cxnId="{7F96AC57-2F84-4E8C-AA92-E82865EE63FE}">
      <dgm:prSet/>
      <dgm:spPr/>
      <dgm:t>
        <a:bodyPr/>
        <a:lstStyle/>
        <a:p>
          <a:endParaRPr lang="en-US"/>
        </a:p>
      </dgm:t>
    </dgm:pt>
    <dgm:pt modelId="{E1C9E6F1-2ED2-4DD8-9B78-28FC1AF5D352}" type="sibTrans" cxnId="{7F96AC57-2F84-4E8C-AA92-E82865EE63FE}">
      <dgm:prSet/>
      <dgm:spPr/>
      <dgm:t>
        <a:bodyPr/>
        <a:lstStyle/>
        <a:p>
          <a:endParaRPr lang="en-US"/>
        </a:p>
      </dgm:t>
    </dgm:pt>
    <dgm:pt modelId="{2A22E84C-3AA3-4E9C-AE5F-9C2FB0D7FB11}">
      <dgm:prSet phldrT="[Text]"/>
      <dgm:spPr/>
      <dgm:t>
        <a:bodyPr/>
        <a:lstStyle/>
        <a:p>
          <a:r>
            <a:rPr lang="en-US"/>
            <a:t>Lorem Ipsum</a:t>
          </a:r>
          <a:endParaRPr lang="en-US" dirty="0"/>
        </a:p>
      </dgm:t>
    </dgm:pt>
    <dgm:pt modelId="{6C025E55-DF42-4C5D-AFD5-6015FA053D46}" type="parTrans" cxnId="{BEB859E7-C343-408E-86A1-667C27EE5761}">
      <dgm:prSet/>
      <dgm:spPr/>
      <dgm:t>
        <a:bodyPr/>
        <a:lstStyle/>
        <a:p>
          <a:endParaRPr lang="en-US"/>
        </a:p>
      </dgm:t>
    </dgm:pt>
    <dgm:pt modelId="{744EA591-F199-49C2-B63A-82709D96C729}" type="sibTrans" cxnId="{BEB859E7-C343-408E-86A1-667C27EE5761}">
      <dgm:prSet/>
      <dgm:spPr/>
      <dgm:t>
        <a:bodyPr/>
        <a:lstStyle/>
        <a:p>
          <a:endParaRPr lang="en-US"/>
        </a:p>
      </dgm:t>
    </dgm:pt>
    <dgm:pt modelId="{9ADACFBF-2A78-45C9-A7C4-5E5DBC674760}">
      <dgm:prSet phldrT="[Text]"/>
      <dgm:spPr/>
      <dgm:t>
        <a:bodyPr/>
        <a:lstStyle/>
        <a:p>
          <a:r>
            <a:rPr lang="en-US" dirty="0"/>
            <a:t>Some text here</a:t>
          </a:r>
        </a:p>
      </dgm:t>
    </dgm:pt>
    <dgm:pt modelId="{E121796C-71AB-4354-A1D4-3BF0025298A5}" type="parTrans" cxnId="{2B98897D-9937-49AC-9FE9-6629E912033A}">
      <dgm:prSet/>
      <dgm:spPr/>
      <dgm:t>
        <a:bodyPr/>
        <a:lstStyle/>
        <a:p>
          <a:endParaRPr lang="en-US"/>
        </a:p>
      </dgm:t>
    </dgm:pt>
    <dgm:pt modelId="{F3FE7E5A-DC73-423B-998C-02943CF263BF}" type="sibTrans" cxnId="{2B98897D-9937-49AC-9FE9-6629E912033A}">
      <dgm:prSet/>
      <dgm:spPr/>
      <dgm:t>
        <a:bodyPr/>
        <a:lstStyle/>
        <a:p>
          <a:endParaRPr lang="en-US"/>
        </a:p>
      </dgm:t>
    </dgm:pt>
    <dgm:pt modelId="{6C39594C-4AE1-4221-9751-E4FBA9469435}">
      <dgm:prSet phldrT="[Text]"/>
      <dgm:spPr/>
      <dgm:t>
        <a:bodyPr/>
        <a:lstStyle/>
        <a:p>
          <a:r>
            <a:rPr lang="en-US" dirty="0"/>
            <a:t>Some text here</a:t>
          </a:r>
        </a:p>
      </dgm:t>
    </dgm:pt>
    <dgm:pt modelId="{EA90E5E0-265B-4677-A3EF-FCD0DFDF4F41}" type="parTrans" cxnId="{7AF91B96-DA69-42D6-83DE-0E63677A4C47}">
      <dgm:prSet/>
      <dgm:spPr/>
      <dgm:t>
        <a:bodyPr/>
        <a:lstStyle/>
        <a:p>
          <a:endParaRPr lang="en-US"/>
        </a:p>
      </dgm:t>
    </dgm:pt>
    <dgm:pt modelId="{F04E3063-747B-4761-B46E-8C06B2EF3C55}" type="sibTrans" cxnId="{7AF91B96-DA69-42D6-83DE-0E63677A4C47}">
      <dgm:prSet/>
      <dgm:spPr/>
      <dgm:t>
        <a:bodyPr/>
        <a:lstStyle/>
        <a:p>
          <a:endParaRPr lang="en-US"/>
        </a:p>
      </dgm:t>
    </dgm:pt>
    <dgm:pt modelId="{36045517-CEA4-4BE3-B836-C2B6BFE5649B}">
      <dgm:prSet phldrT="[Text]"/>
      <dgm:spPr/>
      <dgm:t>
        <a:bodyPr/>
        <a:lstStyle/>
        <a:p>
          <a:r>
            <a:rPr lang="en-US"/>
            <a:t>Lorem Ipsum</a:t>
          </a:r>
          <a:endParaRPr lang="en-US" dirty="0"/>
        </a:p>
      </dgm:t>
    </dgm:pt>
    <dgm:pt modelId="{6231A36F-9B04-4B4A-917A-7E163AFFC956}" type="parTrans" cxnId="{4019353B-443B-4DED-AA6C-3C60E18414C7}">
      <dgm:prSet/>
      <dgm:spPr/>
      <dgm:t>
        <a:bodyPr/>
        <a:lstStyle/>
        <a:p>
          <a:endParaRPr lang="en-US"/>
        </a:p>
      </dgm:t>
    </dgm:pt>
    <dgm:pt modelId="{BFF3C5ED-87D0-4709-A3B8-A7BF0668006A}" type="sibTrans" cxnId="{4019353B-443B-4DED-AA6C-3C60E18414C7}">
      <dgm:prSet/>
      <dgm:spPr/>
      <dgm:t>
        <a:bodyPr/>
        <a:lstStyle/>
        <a:p>
          <a:endParaRPr lang="en-US"/>
        </a:p>
      </dgm:t>
    </dgm:pt>
    <dgm:pt modelId="{110CC072-E78D-486A-BD24-8CD6CE5683E0}">
      <dgm:prSet phldrT="[Text]"/>
      <dgm:spPr/>
      <dgm:t>
        <a:bodyPr/>
        <a:lstStyle/>
        <a:p>
          <a:r>
            <a:rPr lang="en-US" dirty="0"/>
            <a:t>Some text here</a:t>
          </a:r>
        </a:p>
      </dgm:t>
    </dgm:pt>
    <dgm:pt modelId="{EFE20FCA-41FE-42D4-8C71-85751017ADFF}" type="parTrans" cxnId="{5670A7D8-BA42-4857-8679-D269077AD7D7}">
      <dgm:prSet/>
      <dgm:spPr/>
      <dgm:t>
        <a:bodyPr/>
        <a:lstStyle/>
        <a:p>
          <a:endParaRPr lang="en-US"/>
        </a:p>
      </dgm:t>
    </dgm:pt>
    <dgm:pt modelId="{C901204A-BC8E-4B62-854A-DFB2104323F5}" type="sibTrans" cxnId="{5670A7D8-BA42-4857-8679-D269077AD7D7}">
      <dgm:prSet/>
      <dgm:spPr/>
      <dgm:t>
        <a:bodyPr/>
        <a:lstStyle/>
        <a:p>
          <a:endParaRPr lang="en-US"/>
        </a:p>
      </dgm:t>
    </dgm:pt>
    <dgm:pt modelId="{F64D9B44-8949-42CE-A3F5-920CF85E6D38}">
      <dgm:prSet phldrT="[Text]"/>
      <dgm:spPr/>
      <dgm:t>
        <a:bodyPr/>
        <a:lstStyle/>
        <a:p>
          <a:r>
            <a:rPr lang="en-US" dirty="0"/>
            <a:t>Some text here</a:t>
          </a:r>
        </a:p>
      </dgm:t>
    </dgm:pt>
    <dgm:pt modelId="{81AB81A4-D793-40B9-964C-9DA3AF17B95D}" type="parTrans" cxnId="{F091E13E-CC91-4760-8919-F8E7FA115B30}">
      <dgm:prSet/>
      <dgm:spPr/>
      <dgm:t>
        <a:bodyPr/>
        <a:lstStyle/>
        <a:p>
          <a:endParaRPr lang="en-US"/>
        </a:p>
      </dgm:t>
    </dgm:pt>
    <dgm:pt modelId="{ECDC803C-5DBD-4EEE-A68A-AC8585F1A4EB}" type="sibTrans" cxnId="{F091E13E-CC91-4760-8919-F8E7FA115B30}">
      <dgm:prSet/>
      <dgm:spPr/>
      <dgm:t>
        <a:bodyPr/>
        <a:lstStyle/>
        <a:p>
          <a:endParaRPr lang="en-US"/>
        </a:p>
      </dgm:t>
    </dgm:pt>
    <dgm:pt modelId="{C4064A91-7D9A-454A-B561-AC78C6285C76}" type="pres">
      <dgm:prSet presAssocID="{B9C32B05-62EA-407A-B21C-2310C7945705}" presName="Name0" presStyleCnt="0">
        <dgm:presLayoutVars>
          <dgm:chMax val="11"/>
          <dgm:chPref val="11"/>
          <dgm:dir/>
          <dgm:resizeHandles/>
        </dgm:presLayoutVars>
      </dgm:prSet>
      <dgm:spPr/>
    </dgm:pt>
    <dgm:pt modelId="{5CFA521D-CDB7-4BC6-A279-AF4E57F07A56}" type="pres">
      <dgm:prSet presAssocID="{36045517-CEA4-4BE3-B836-C2B6BFE5649B}" presName="Accent5" presStyleCnt="0"/>
      <dgm:spPr/>
    </dgm:pt>
    <dgm:pt modelId="{0712E356-5745-4C9E-9415-6EF99F165658}" type="pres">
      <dgm:prSet presAssocID="{36045517-CEA4-4BE3-B836-C2B6BFE5649B}" presName="Accent" presStyleLbl="node1" presStyleIdx="0" presStyleCnt="5"/>
      <dgm:spPr/>
    </dgm:pt>
    <dgm:pt modelId="{1530F10F-9422-4202-B871-7545DB0402EE}" type="pres">
      <dgm:prSet presAssocID="{36045517-CEA4-4BE3-B836-C2B6BFE5649B}" presName="ParentBackground5" presStyleCnt="0"/>
      <dgm:spPr/>
    </dgm:pt>
    <dgm:pt modelId="{947F1B8E-EB02-4491-90C8-6561162A36BB}" type="pres">
      <dgm:prSet presAssocID="{36045517-CEA4-4BE3-B836-C2B6BFE5649B}" presName="ParentBackground" presStyleLbl="fgAcc1" presStyleIdx="0" presStyleCnt="5"/>
      <dgm:spPr/>
    </dgm:pt>
    <dgm:pt modelId="{4F3E9540-932A-46B3-A489-40923A2E5216}" type="pres">
      <dgm:prSet presAssocID="{36045517-CEA4-4BE3-B836-C2B6BFE5649B}" presName="Child5" presStyleLbl="revTx" presStyleIdx="0" presStyleCnt="5">
        <dgm:presLayoutVars>
          <dgm:chMax val="0"/>
          <dgm:chPref val="0"/>
          <dgm:bulletEnabled val="1"/>
        </dgm:presLayoutVars>
      </dgm:prSet>
      <dgm:spPr/>
    </dgm:pt>
    <dgm:pt modelId="{58372595-245B-4C0E-855C-18EA57F8E3F6}" type="pres">
      <dgm:prSet presAssocID="{36045517-CEA4-4BE3-B836-C2B6BFE5649B}" presName="Parent5" presStyleLbl="revTx" presStyleIdx="0" presStyleCnt="5">
        <dgm:presLayoutVars>
          <dgm:chMax val="1"/>
          <dgm:chPref val="1"/>
          <dgm:bulletEnabled val="1"/>
        </dgm:presLayoutVars>
      </dgm:prSet>
      <dgm:spPr/>
    </dgm:pt>
    <dgm:pt modelId="{68E3EB28-73C0-4513-A222-A711439BAD6F}" type="pres">
      <dgm:prSet presAssocID="{2A22E84C-3AA3-4E9C-AE5F-9C2FB0D7FB11}" presName="Accent4" presStyleCnt="0"/>
      <dgm:spPr/>
    </dgm:pt>
    <dgm:pt modelId="{8DB582E1-A99B-4742-9DDA-A8A4E8E82238}" type="pres">
      <dgm:prSet presAssocID="{2A22E84C-3AA3-4E9C-AE5F-9C2FB0D7FB11}" presName="Accent" presStyleLbl="node1" presStyleIdx="1" presStyleCnt="5"/>
      <dgm:spPr/>
    </dgm:pt>
    <dgm:pt modelId="{9B51C292-CCFB-414E-BFB0-A6CFD40D6832}" type="pres">
      <dgm:prSet presAssocID="{2A22E84C-3AA3-4E9C-AE5F-9C2FB0D7FB11}" presName="ParentBackground4" presStyleCnt="0"/>
      <dgm:spPr/>
    </dgm:pt>
    <dgm:pt modelId="{1C23E629-9611-43A2-A0DE-48149D18B8AF}" type="pres">
      <dgm:prSet presAssocID="{2A22E84C-3AA3-4E9C-AE5F-9C2FB0D7FB11}" presName="ParentBackground" presStyleLbl="fgAcc1" presStyleIdx="1" presStyleCnt="5"/>
      <dgm:spPr/>
    </dgm:pt>
    <dgm:pt modelId="{1524A57B-4BB2-49D8-A451-E3614618CABC}" type="pres">
      <dgm:prSet presAssocID="{2A22E84C-3AA3-4E9C-AE5F-9C2FB0D7FB11}" presName="Child4" presStyleLbl="revTx" presStyleIdx="1" presStyleCnt="5">
        <dgm:presLayoutVars>
          <dgm:chMax val="0"/>
          <dgm:chPref val="0"/>
          <dgm:bulletEnabled val="1"/>
        </dgm:presLayoutVars>
      </dgm:prSet>
      <dgm:spPr/>
    </dgm:pt>
    <dgm:pt modelId="{DEC506F9-7D54-4B03-841F-C258D9C5176E}" type="pres">
      <dgm:prSet presAssocID="{2A22E84C-3AA3-4E9C-AE5F-9C2FB0D7FB11}" presName="Parent4" presStyleLbl="revTx" presStyleIdx="1" presStyleCnt="5">
        <dgm:presLayoutVars>
          <dgm:chMax val="1"/>
          <dgm:chPref val="1"/>
          <dgm:bulletEnabled val="1"/>
        </dgm:presLayoutVars>
      </dgm:prSet>
      <dgm:spPr/>
    </dgm:pt>
    <dgm:pt modelId="{96D1B847-CDF3-4A2B-ACC5-F7FB0CD08F94}" type="pres">
      <dgm:prSet presAssocID="{EE62A4F6-4AC4-435B-990E-81A71CE8CAC7}" presName="Accent3" presStyleCnt="0"/>
      <dgm:spPr/>
    </dgm:pt>
    <dgm:pt modelId="{7B32F19A-E7C0-44E5-BF55-3D1327C655FA}" type="pres">
      <dgm:prSet presAssocID="{EE62A4F6-4AC4-435B-990E-81A71CE8CAC7}" presName="Accent" presStyleLbl="node1" presStyleIdx="2" presStyleCnt="5"/>
      <dgm:spPr/>
    </dgm:pt>
    <dgm:pt modelId="{2D0E845F-61C6-40DA-97DD-4F07E7B2C85D}" type="pres">
      <dgm:prSet presAssocID="{EE62A4F6-4AC4-435B-990E-81A71CE8CAC7}" presName="ParentBackground3" presStyleCnt="0"/>
      <dgm:spPr/>
    </dgm:pt>
    <dgm:pt modelId="{BA048A6B-C901-4DEC-B336-A671268CE3A2}" type="pres">
      <dgm:prSet presAssocID="{EE62A4F6-4AC4-435B-990E-81A71CE8CAC7}" presName="ParentBackground" presStyleLbl="fgAcc1" presStyleIdx="2" presStyleCnt="5"/>
      <dgm:spPr/>
    </dgm:pt>
    <dgm:pt modelId="{58E60EE6-981E-4EF6-A9CE-34FCDC94B70D}" type="pres">
      <dgm:prSet presAssocID="{EE62A4F6-4AC4-435B-990E-81A71CE8CAC7}" presName="Child3" presStyleLbl="revTx" presStyleIdx="2" presStyleCnt="5">
        <dgm:presLayoutVars>
          <dgm:chMax val="0"/>
          <dgm:chPref val="0"/>
          <dgm:bulletEnabled val="1"/>
        </dgm:presLayoutVars>
      </dgm:prSet>
      <dgm:spPr/>
    </dgm:pt>
    <dgm:pt modelId="{857A8BD9-7E5D-49F8-9F33-1DC024E29822}" type="pres">
      <dgm:prSet presAssocID="{EE62A4F6-4AC4-435B-990E-81A71CE8CAC7}" presName="Parent3" presStyleLbl="revTx" presStyleIdx="2" presStyleCnt="5">
        <dgm:presLayoutVars>
          <dgm:chMax val="1"/>
          <dgm:chPref val="1"/>
          <dgm:bulletEnabled val="1"/>
        </dgm:presLayoutVars>
      </dgm:prSet>
      <dgm:spPr/>
    </dgm:pt>
    <dgm:pt modelId="{78FAD1BE-AD7C-4D12-A360-55B37C9E51C4}" type="pres">
      <dgm:prSet presAssocID="{F66099B6-DBBD-4AB0-82D2-877B80F846F7}" presName="Accent2" presStyleCnt="0"/>
      <dgm:spPr/>
    </dgm:pt>
    <dgm:pt modelId="{F0847FCA-64CB-441A-B1D3-C7BC89530C70}" type="pres">
      <dgm:prSet presAssocID="{F66099B6-DBBD-4AB0-82D2-877B80F846F7}" presName="Accent" presStyleLbl="node1" presStyleIdx="3" presStyleCnt="5"/>
      <dgm:spPr/>
    </dgm:pt>
    <dgm:pt modelId="{8D94951E-2C13-4F7F-BFA8-F5CE155EEC17}" type="pres">
      <dgm:prSet presAssocID="{F66099B6-DBBD-4AB0-82D2-877B80F846F7}" presName="ParentBackground2" presStyleCnt="0"/>
      <dgm:spPr/>
    </dgm:pt>
    <dgm:pt modelId="{961E3ACF-30A3-4207-9DD7-EFD06ED03765}" type="pres">
      <dgm:prSet presAssocID="{F66099B6-DBBD-4AB0-82D2-877B80F846F7}" presName="ParentBackground" presStyleLbl="fgAcc1" presStyleIdx="3" presStyleCnt="5"/>
      <dgm:spPr/>
    </dgm:pt>
    <dgm:pt modelId="{34A83504-235C-453A-85C9-2AAE6C3B03F0}" type="pres">
      <dgm:prSet presAssocID="{F66099B6-DBBD-4AB0-82D2-877B80F846F7}" presName="Child2" presStyleLbl="revTx" presStyleIdx="3" presStyleCnt="5">
        <dgm:presLayoutVars>
          <dgm:chMax val="0"/>
          <dgm:chPref val="0"/>
          <dgm:bulletEnabled val="1"/>
        </dgm:presLayoutVars>
      </dgm:prSet>
      <dgm:spPr/>
    </dgm:pt>
    <dgm:pt modelId="{D12FF289-2A87-47F0-AB66-A7BA67E1E6CB}" type="pres">
      <dgm:prSet presAssocID="{F66099B6-DBBD-4AB0-82D2-877B80F846F7}" presName="Parent2" presStyleLbl="revTx" presStyleIdx="3" presStyleCnt="5">
        <dgm:presLayoutVars>
          <dgm:chMax val="1"/>
          <dgm:chPref val="1"/>
          <dgm:bulletEnabled val="1"/>
        </dgm:presLayoutVars>
      </dgm:prSet>
      <dgm:spPr/>
    </dgm:pt>
    <dgm:pt modelId="{EDF2815F-000A-4B82-950D-F9AC3D8E2DA1}" type="pres">
      <dgm:prSet presAssocID="{42D71409-67F9-455C-8C6D-716D284AAA6B}" presName="Accent1" presStyleCnt="0"/>
      <dgm:spPr/>
    </dgm:pt>
    <dgm:pt modelId="{A75EC866-CDC2-4017-8678-8213B4815327}" type="pres">
      <dgm:prSet presAssocID="{42D71409-67F9-455C-8C6D-716D284AAA6B}" presName="Accent" presStyleLbl="node1" presStyleIdx="4" presStyleCnt="5"/>
      <dgm:spPr/>
    </dgm:pt>
    <dgm:pt modelId="{CBBA27F1-E6B1-4847-8DA9-53263130C237}" type="pres">
      <dgm:prSet presAssocID="{42D71409-67F9-455C-8C6D-716D284AAA6B}" presName="ParentBackground1" presStyleCnt="0"/>
      <dgm:spPr/>
    </dgm:pt>
    <dgm:pt modelId="{33D1FF4A-1EA9-46F2-9769-F0793A34B441}" type="pres">
      <dgm:prSet presAssocID="{42D71409-67F9-455C-8C6D-716D284AAA6B}" presName="ParentBackground" presStyleLbl="fgAcc1" presStyleIdx="4" presStyleCnt="5"/>
      <dgm:spPr/>
    </dgm:pt>
    <dgm:pt modelId="{9927E353-63E0-4F1F-9EA9-6FED74737A81}" type="pres">
      <dgm:prSet presAssocID="{42D71409-67F9-455C-8C6D-716D284AAA6B}" presName="Child1" presStyleLbl="revTx" presStyleIdx="4" presStyleCnt="5">
        <dgm:presLayoutVars>
          <dgm:chMax val="0"/>
          <dgm:chPref val="0"/>
          <dgm:bulletEnabled val="1"/>
        </dgm:presLayoutVars>
      </dgm:prSet>
      <dgm:spPr/>
    </dgm:pt>
    <dgm:pt modelId="{50B67135-7FC6-447D-AB1E-45C65075B23B}" type="pres">
      <dgm:prSet presAssocID="{42D71409-67F9-455C-8C6D-716D284AAA6B}" presName="Parent1" presStyleLbl="revTx" presStyleIdx="4" presStyleCnt="5">
        <dgm:presLayoutVars>
          <dgm:chMax val="1"/>
          <dgm:chPref val="1"/>
          <dgm:bulletEnabled val="1"/>
        </dgm:presLayoutVars>
      </dgm:prSet>
      <dgm:spPr/>
    </dgm:pt>
  </dgm:ptLst>
  <dgm:cxnLst>
    <dgm:cxn modelId="{C52E9A08-66AF-4F48-83B4-FFB92B3E785F}" type="presOf" srcId="{9ADACFBF-2A78-45C9-A7C4-5E5DBC674760}" destId="{1524A57B-4BB2-49D8-A451-E3614618CABC}" srcOrd="0" destOrd="0" presId="urn:microsoft.com/office/officeart/2011/layout/CircleProcess"/>
    <dgm:cxn modelId="{392EBF12-8994-4654-9BF6-4278C122068C}" type="presOf" srcId="{EE62A4F6-4AC4-435B-990E-81A71CE8CAC7}" destId="{BA048A6B-C901-4DEC-B336-A671268CE3A2}" srcOrd="0" destOrd="0" presId="urn:microsoft.com/office/officeart/2011/layout/CircleProcess"/>
    <dgm:cxn modelId="{2AA9C11F-1F1D-428E-801A-47EAA766C99D}" srcId="{B9C32B05-62EA-407A-B21C-2310C7945705}" destId="{42D71409-67F9-455C-8C6D-716D284AAA6B}" srcOrd="0" destOrd="0" parTransId="{51680ED1-AF6E-4B28-AE94-92B0EFB0DF7D}" sibTransId="{478B7D3C-9FB4-4BC6-90AC-49960560DECD}"/>
    <dgm:cxn modelId="{FCA8CA2D-C332-4A5C-997D-9250CCB103FE}" type="presOf" srcId="{42D71409-67F9-455C-8C6D-716D284AAA6B}" destId="{33D1FF4A-1EA9-46F2-9769-F0793A34B441}" srcOrd="0" destOrd="0" presId="urn:microsoft.com/office/officeart/2011/layout/CircleProcess"/>
    <dgm:cxn modelId="{3D793A30-8C67-48EA-BC0A-F2F9EB495A68}" type="presOf" srcId="{386C2B6D-2EE1-4682-AE61-EE246CD54E31}" destId="{58E60EE6-981E-4EF6-A9CE-34FCDC94B70D}" srcOrd="0" destOrd="1" presId="urn:microsoft.com/office/officeart/2011/layout/CircleProcess"/>
    <dgm:cxn modelId="{B4F3EA32-CE64-4A92-9BAE-BC57E5392B05}" srcId="{B9C32B05-62EA-407A-B21C-2310C7945705}" destId="{F66099B6-DBBD-4AB0-82D2-877B80F846F7}" srcOrd="1" destOrd="0" parTransId="{B09C8BFB-F41C-4AC4-AB94-F216E3081C2D}" sibTransId="{BC531B32-9B0E-482E-BF91-65C61F17168D}"/>
    <dgm:cxn modelId="{35013F34-57BC-4E3C-A003-07C0E49926DB}" srcId="{F66099B6-DBBD-4AB0-82D2-877B80F846F7}" destId="{BE788BF5-FE9F-4C7D-A1CD-9232D7860179}" srcOrd="1" destOrd="0" parTransId="{963A52CB-C772-45F2-8A30-8ABA6B14D3CE}" sibTransId="{88191C5E-55BA-42F2-B842-FC86CBBADC0F}"/>
    <dgm:cxn modelId="{4019353B-443B-4DED-AA6C-3C60E18414C7}" srcId="{B9C32B05-62EA-407A-B21C-2310C7945705}" destId="{36045517-CEA4-4BE3-B836-C2B6BFE5649B}" srcOrd="4" destOrd="0" parTransId="{6231A36F-9B04-4B4A-917A-7E163AFFC956}" sibTransId="{BFF3C5ED-87D0-4709-A3B8-A7BF0668006A}"/>
    <dgm:cxn modelId="{F091E13E-CC91-4760-8919-F8E7FA115B30}" srcId="{36045517-CEA4-4BE3-B836-C2B6BFE5649B}" destId="{F64D9B44-8949-42CE-A3F5-920CF85E6D38}" srcOrd="1" destOrd="0" parTransId="{81AB81A4-D793-40B9-964C-9DA3AF17B95D}" sibTransId="{ECDC803C-5DBD-4EEE-A68A-AC8585F1A4EB}"/>
    <dgm:cxn modelId="{E7147D6A-7DC1-440F-A23C-9D499C07D969}" type="presOf" srcId="{BE788BF5-FE9F-4C7D-A1CD-9232D7860179}" destId="{34A83504-235C-453A-85C9-2AAE6C3B03F0}" srcOrd="0" destOrd="1" presId="urn:microsoft.com/office/officeart/2011/layout/CircleProcess"/>
    <dgm:cxn modelId="{40B77F4B-B4B3-48C7-B6FE-55E639C15013}" type="presOf" srcId="{110CC072-E78D-486A-BD24-8CD6CE5683E0}" destId="{4F3E9540-932A-46B3-A489-40923A2E5216}" srcOrd="0" destOrd="0" presId="urn:microsoft.com/office/officeart/2011/layout/CircleProcess"/>
    <dgm:cxn modelId="{BB687754-8EA5-45CD-A8D3-1E7383BDD6A4}" type="presOf" srcId="{F64D9B44-8949-42CE-A3F5-920CF85E6D38}" destId="{4F3E9540-932A-46B3-A489-40923A2E5216}" srcOrd="0" destOrd="1" presId="urn:microsoft.com/office/officeart/2011/layout/CircleProcess"/>
    <dgm:cxn modelId="{7F96AC57-2F84-4E8C-AA92-E82865EE63FE}" srcId="{EE62A4F6-4AC4-435B-990E-81A71CE8CAC7}" destId="{386C2B6D-2EE1-4682-AE61-EE246CD54E31}" srcOrd="1" destOrd="0" parTransId="{649D72FB-0D8F-479C-87D1-C73133EF35E2}" sibTransId="{E1C9E6F1-2ED2-4DD8-9B78-28FC1AF5D352}"/>
    <dgm:cxn modelId="{0AA71658-D46A-492F-97D9-284BCC6069AB}" type="presOf" srcId="{B9C32B05-62EA-407A-B21C-2310C7945705}" destId="{C4064A91-7D9A-454A-B561-AC78C6285C76}" srcOrd="0" destOrd="0" presId="urn:microsoft.com/office/officeart/2011/layout/CircleProcess"/>
    <dgm:cxn modelId="{345C817C-CD26-4F6E-9DCF-49AF77284FA4}" type="presOf" srcId="{42D71409-67F9-455C-8C6D-716D284AAA6B}" destId="{50B67135-7FC6-447D-AB1E-45C65075B23B}" srcOrd="1" destOrd="0" presId="urn:microsoft.com/office/officeart/2011/layout/CircleProcess"/>
    <dgm:cxn modelId="{2B98897D-9937-49AC-9FE9-6629E912033A}" srcId="{2A22E84C-3AA3-4E9C-AE5F-9C2FB0D7FB11}" destId="{9ADACFBF-2A78-45C9-A7C4-5E5DBC674760}" srcOrd="0" destOrd="0" parTransId="{E121796C-71AB-4354-A1D4-3BF0025298A5}" sibTransId="{F3FE7E5A-DC73-423B-998C-02943CF263BF}"/>
    <dgm:cxn modelId="{3720B77D-6F7E-405E-847E-86AF746D4BFA}" type="presOf" srcId="{6C39594C-4AE1-4221-9751-E4FBA9469435}" destId="{1524A57B-4BB2-49D8-A451-E3614618CABC}" srcOrd="0" destOrd="1" presId="urn:microsoft.com/office/officeart/2011/layout/CircleProcess"/>
    <dgm:cxn modelId="{2DC24386-BC50-4BAB-8571-16CB10C2603C}" srcId="{F66099B6-DBBD-4AB0-82D2-877B80F846F7}" destId="{6CF284C3-4A70-4432-8F33-E75A802B3330}" srcOrd="0" destOrd="0" parTransId="{044831E6-2FC9-4DDA-81FB-5FA418568D07}" sibTransId="{CD50B82D-84BB-4747-B282-ABB339EBA294}"/>
    <dgm:cxn modelId="{01F3818D-E917-4C95-B1BF-5E00C8710557}" type="presOf" srcId="{F66099B6-DBBD-4AB0-82D2-877B80F846F7}" destId="{961E3ACF-30A3-4207-9DD7-EFD06ED03765}" srcOrd="0" destOrd="0" presId="urn:microsoft.com/office/officeart/2011/layout/CircleProcess"/>
    <dgm:cxn modelId="{BB59D491-3FF2-4AA3-AC06-234E3BD12F9D}" type="presOf" srcId="{2A22E84C-3AA3-4E9C-AE5F-9C2FB0D7FB11}" destId="{1C23E629-9611-43A2-A0DE-48149D18B8AF}" srcOrd="0" destOrd="0" presId="urn:microsoft.com/office/officeart/2011/layout/CircleProcess"/>
    <dgm:cxn modelId="{C99CE395-39F6-46B4-938C-9BF085685D1A}" srcId="{EE62A4F6-4AC4-435B-990E-81A71CE8CAC7}" destId="{3CE06941-9820-4827-8B16-CD80CC49F780}" srcOrd="0" destOrd="0" parTransId="{141A3C92-8966-4E2F-82E4-2E09E22674B2}" sibTransId="{F58FC55B-E61F-445C-956E-0BB2202254CA}"/>
    <dgm:cxn modelId="{7AF91B96-DA69-42D6-83DE-0E63677A4C47}" srcId="{2A22E84C-3AA3-4E9C-AE5F-9C2FB0D7FB11}" destId="{6C39594C-4AE1-4221-9751-E4FBA9469435}" srcOrd="1" destOrd="0" parTransId="{EA90E5E0-265B-4677-A3EF-FCD0DFDF4F41}" sibTransId="{F04E3063-747B-4761-B46E-8C06B2EF3C55}"/>
    <dgm:cxn modelId="{3A2CECA6-0C5B-46BB-B7C6-7D37E9D210BD}" srcId="{B9C32B05-62EA-407A-B21C-2310C7945705}" destId="{EE62A4F6-4AC4-435B-990E-81A71CE8CAC7}" srcOrd="2" destOrd="0" parTransId="{F287B947-7343-4FA2-B288-B23A59FFAE31}" sibTransId="{389F9A93-0231-4877-8C41-5D5B8DD7AAC0}"/>
    <dgm:cxn modelId="{E1F91EA7-4D3E-42B4-9F1D-C2578092ECC9}" type="presOf" srcId="{EE62A4F6-4AC4-435B-990E-81A71CE8CAC7}" destId="{857A8BD9-7E5D-49F8-9F33-1DC024E29822}" srcOrd="1" destOrd="0" presId="urn:microsoft.com/office/officeart/2011/layout/CircleProcess"/>
    <dgm:cxn modelId="{1CAABDA9-247D-4D65-B302-D4940591E51D}" type="presOf" srcId="{3AF880A5-0F00-4315-A5DF-1FE656798601}" destId="{9927E353-63E0-4F1F-9EA9-6FED74737A81}" srcOrd="0" destOrd="1" presId="urn:microsoft.com/office/officeart/2011/layout/CircleProcess"/>
    <dgm:cxn modelId="{A8CB4CB2-84C1-46B0-9526-39EFB8A4EABA}" type="presOf" srcId="{3CE06941-9820-4827-8B16-CD80CC49F780}" destId="{58E60EE6-981E-4EF6-A9CE-34FCDC94B70D}" srcOrd="0" destOrd="0" presId="urn:microsoft.com/office/officeart/2011/layout/CircleProcess"/>
    <dgm:cxn modelId="{F1C834B4-F082-4F7E-AD81-55BABE83343C}" type="presOf" srcId="{36045517-CEA4-4BE3-B836-C2B6BFE5649B}" destId="{947F1B8E-EB02-4491-90C8-6561162A36BB}" srcOrd="0" destOrd="0" presId="urn:microsoft.com/office/officeart/2011/layout/CircleProcess"/>
    <dgm:cxn modelId="{3193E8BB-3049-4D7A-AFF5-AFF84EF05728}" type="presOf" srcId="{36045517-CEA4-4BE3-B836-C2B6BFE5649B}" destId="{58372595-245B-4C0E-855C-18EA57F8E3F6}" srcOrd="1" destOrd="0" presId="urn:microsoft.com/office/officeart/2011/layout/CircleProcess"/>
    <dgm:cxn modelId="{37B5DFC1-15B3-4616-A61B-686AE8CCB8FC}" type="presOf" srcId="{F66099B6-DBBD-4AB0-82D2-877B80F846F7}" destId="{D12FF289-2A87-47F0-AB66-A7BA67E1E6CB}" srcOrd="1" destOrd="0" presId="urn:microsoft.com/office/officeart/2011/layout/CircleProcess"/>
    <dgm:cxn modelId="{381FCDD2-647F-48EB-B84A-F1B811779C79}" type="presOf" srcId="{2A22E84C-3AA3-4E9C-AE5F-9C2FB0D7FB11}" destId="{DEC506F9-7D54-4B03-841F-C258D9C5176E}" srcOrd="1" destOrd="0" presId="urn:microsoft.com/office/officeart/2011/layout/CircleProcess"/>
    <dgm:cxn modelId="{5670A7D8-BA42-4857-8679-D269077AD7D7}" srcId="{36045517-CEA4-4BE3-B836-C2B6BFE5649B}" destId="{110CC072-E78D-486A-BD24-8CD6CE5683E0}" srcOrd="0" destOrd="0" parTransId="{EFE20FCA-41FE-42D4-8C71-85751017ADFF}" sibTransId="{C901204A-BC8E-4B62-854A-DFB2104323F5}"/>
    <dgm:cxn modelId="{3BA264DC-60AB-48D0-B128-E911D309FF2D}" type="presOf" srcId="{8EA7219F-BDB2-48EB-9EEB-3133522D132E}" destId="{9927E353-63E0-4F1F-9EA9-6FED74737A81}" srcOrd="0" destOrd="0" presId="urn:microsoft.com/office/officeart/2011/layout/CircleProcess"/>
    <dgm:cxn modelId="{24F8CBE2-5003-4E69-A772-6B98F2B05181}" srcId="{42D71409-67F9-455C-8C6D-716D284AAA6B}" destId="{3AF880A5-0F00-4315-A5DF-1FE656798601}" srcOrd="1" destOrd="0" parTransId="{A13BB1F9-5857-4B43-8BF5-6589AA2CB759}" sibTransId="{C198C41D-2640-4669-83ED-E0CD35701C8E}"/>
    <dgm:cxn modelId="{BEB859E7-C343-408E-86A1-667C27EE5761}" srcId="{B9C32B05-62EA-407A-B21C-2310C7945705}" destId="{2A22E84C-3AA3-4E9C-AE5F-9C2FB0D7FB11}" srcOrd="3" destOrd="0" parTransId="{6C025E55-DF42-4C5D-AFD5-6015FA053D46}" sibTransId="{744EA591-F199-49C2-B63A-82709D96C729}"/>
    <dgm:cxn modelId="{58AD7EEF-D408-406B-87EE-4691D4C30668}" srcId="{42D71409-67F9-455C-8C6D-716D284AAA6B}" destId="{8EA7219F-BDB2-48EB-9EEB-3133522D132E}" srcOrd="0" destOrd="0" parTransId="{3EE8403A-CB7C-4815-85BD-AEBCAEB71B37}" sibTransId="{C94B7947-85DC-4B21-BB99-DF8438356F98}"/>
    <dgm:cxn modelId="{FC72A1FD-B1BC-46D5-8697-DCAD1CAFD5A9}" type="presOf" srcId="{6CF284C3-4A70-4432-8F33-E75A802B3330}" destId="{34A83504-235C-453A-85C9-2AAE6C3B03F0}" srcOrd="0" destOrd="0" presId="urn:microsoft.com/office/officeart/2011/layout/CircleProcess"/>
    <dgm:cxn modelId="{2A53F90F-F0EE-4CA0-B6C8-4731451C94E9}" type="presParOf" srcId="{C4064A91-7D9A-454A-B561-AC78C6285C76}" destId="{5CFA521D-CDB7-4BC6-A279-AF4E57F07A56}" srcOrd="0" destOrd="0" presId="urn:microsoft.com/office/officeart/2011/layout/CircleProcess"/>
    <dgm:cxn modelId="{35F1D141-4196-4F61-BB80-A8E1C851935B}" type="presParOf" srcId="{5CFA521D-CDB7-4BC6-A279-AF4E57F07A56}" destId="{0712E356-5745-4C9E-9415-6EF99F165658}" srcOrd="0" destOrd="0" presId="urn:microsoft.com/office/officeart/2011/layout/CircleProcess"/>
    <dgm:cxn modelId="{67EF8EBF-A165-4FAB-B405-E41B5FE5C147}" type="presParOf" srcId="{C4064A91-7D9A-454A-B561-AC78C6285C76}" destId="{1530F10F-9422-4202-B871-7545DB0402EE}" srcOrd="1" destOrd="0" presId="urn:microsoft.com/office/officeart/2011/layout/CircleProcess"/>
    <dgm:cxn modelId="{EE984CEC-5928-478E-A9FA-396BDCF83291}" type="presParOf" srcId="{1530F10F-9422-4202-B871-7545DB0402EE}" destId="{947F1B8E-EB02-4491-90C8-6561162A36BB}" srcOrd="0" destOrd="0" presId="urn:microsoft.com/office/officeart/2011/layout/CircleProcess"/>
    <dgm:cxn modelId="{B43A07DC-4E81-4CAE-BB7A-685EDA0C7776}" type="presParOf" srcId="{C4064A91-7D9A-454A-B561-AC78C6285C76}" destId="{4F3E9540-932A-46B3-A489-40923A2E5216}" srcOrd="2" destOrd="0" presId="urn:microsoft.com/office/officeart/2011/layout/CircleProcess"/>
    <dgm:cxn modelId="{4620BB03-829E-4DEC-8726-EFE97FEDF2AA}" type="presParOf" srcId="{C4064A91-7D9A-454A-B561-AC78C6285C76}" destId="{58372595-245B-4C0E-855C-18EA57F8E3F6}" srcOrd="3" destOrd="0" presId="urn:microsoft.com/office/officeart/2011/layout/CircleProcess"/>
    <dgm:cxn modelId="{8760083A-6662-4BEB-BCD2-CC825625F7A7}" type="presParOf" srcId="{C4064A91-7D9A-454A-B561-AC78C6285C76}" destId="{68E3EB28-73C0-4513-A222-A711439BAD6F}" srcOrd="4" destOrd="0" presId="urn:microsoft.com/office/officeart/2011/layout/CircleProcess"/>
    <dgm:cxn modelId="{B260AEFB-FC2C-4469-B4E0-2991DDCCFE09}" type="presParOf" srcId="{68E3EB28-73C0-4513-A222-A711439BAD6F}" destId="{8DB582E1-A99B-4742-9DDA-A8A4E8E82238}" srcOrd="0" destOrd="0" presId="urn:microsoft.com/office/officeart/2011/layout/CircleProcess"/>
    <dgm:cxn modelId="{BFBA28CE-AEE5-4F8F-AFC1-25370D975773}" type="presParOf" srcId="{C4064A91-7D9A-454A-B561-AC78C6285C76}" destId="{9B51C292-CCFB-414E-BFB0-A6CFD40D6832}" srcOrd="5" destOrd="0" presId="urn:microsoft.com/office/officeart/2011/layout/CircleProcess"/>
    <dgm:cxn modelId="{F2EBFED2-E1F8-4447-A666-5DDB35D99BEB}" type="presParOf" srcId="{9B51C292-CCFB-414E-BFB0-A6CFD40D6832}" destId="{1C23E629-9611-43A2-A0DE-48149D18B8AF}" srcOrd="0" destOrd="0" presId="urn:microsoft.com/office/officeart/2011/layout/CircleProcess"/>
    <dgm:cxn modelId="{70212C8E-8E02-4112-9494-BEF2079E0321}" type="presParOf" srcId="{C4064A91-7D9A-454A-B561-AC78C6285C76}" destId="{1524A57B-4BB2-49D8-A451-E3614618CABC}" srcOrd="6" destOrd="0" presId="urn:microsoft.com/office/officeart/2011/layout/CircleProcess"/>
    <dgm:cxn modelId="{621C94E2-E9BC-4BCB-92B9-29C15DBDE546}" type="presParOf" srcId="{C4064A91-7D9A-454A-B561-AC78C6285C76}" destId="{DEC506F9-7D54-4B03-841F-C258D9C5176E}" srcOrd="7" destOrd="0" presId="urn:microsoft.com/office/officeart/2011/layout/CircleProcess"/>
    <dgm:cxn modelId="{44F835AA-AC94-4424-9069-593CE529C13B}" type="presParOf" srcId="{C4064A91-7D9A-454A-B561-AC78C6285C76}" destId="{96D1B847-CDF3-4A2B-ACC5-F7FB0CD08F94}" srcOrd="8" destOrd="0" presId="urn:microsoft.com/office/officeart/2011/layout/CircleProcess"/>
    <dgm:cxn modelId="{C1F2F4F2-E4DF-4469-867E-09FCD0B4B646}" type="presParOf" srcId="{96D1B847-CDF3-4A2B-ACC5-F7FB0CD08F94}" destId="{7B32F19A-E7C0-44E5-BF55-3D1327C655FA}" srcOrd="0" destOrd="0" presId="urn:microsoft.com/office/officeart/2011/layout/CircleProcess"/>
    <dgm:cxn modelId="{298EEA0F-52A8-48B3-976C-B3591F618803}" type="presParOf" srcId="{C4064A91-7D9A-454A-B561-AC78C6285C76}" destId="{2D0E845F-61C6-40DA-97DD-4F07E7B2C85D}" srcOrd="9" destOrd="0" presId="urn:microsoft.com/office/officeart/2011/layout/CircleProcess"/>
    <dgm:cxn modelId="{37389B2D-AE25-47AC-A79B-AA30AFE6533A}" type="presParOf" srcId="{2D0E845F-61C6-40DA-97DD-4F07E7B2C85D}" destId="{BA048A6B-C901-4DEC-B336-A671268CE3A2}" srcOrd="0" destOrd="0" presId="urn:microsoft.com/office/officeart/2011/layout/CircleProcess"/>
    <dgm:cxn modelId="{381E2115-29F6-4496-968F-B3E3BC8E7625}" type="presParOf" srcId="{C4064A91-7D9A-454A-B561-AC78C6285C76}" destId="{58E60EE6-981E-4EF6-A9CE-34FCDC94B70D}" srcOrd="10" destOrd="0" presId="urn:microsoft.com/office/officeart/2011/layout/CircleProcess"/>
    <dgm:cxn modelId="{F4FD6B32-C99C-4AA1-B5AD-0C836BE2A6F9}" type="presParOf" srcId="{C4064A91-7D9A-454A-B561-AC78C6285C76}" destId="{857A8BD9-7E5D-49F8-9F33-1DC024E29822}" srcOrd="11" destOrd="0" presId="urn:microsoft.com/office/officeart/2011/layout/CircleProcess"/>
    <dgm:cxn modelId="{1762E426-D082-4614-BCBB-ED0511959D82}" type="presParOf" srcId="{C4064A91-7D9A-454A-B561-AC78C6285C76}" destId="{78FAD1BE-AD7C-4D12-A360-55B37C9E51C4}" srcOrd="12" destOrd="0" presId="urn:microsoft.com/office/officeart/2011/layout/CircleProcess"/>
    <dgm:cxn modelId="{C4C9AC3C-54CB-4BE1-B173-94A922446E39}" type="presParOf" srcId="{78FAD1BE-AD7C-4D12-A360-55B37C9E51C4}" destId="{F0847FCA-64CB-441A-B1D3-C7BC89530C70}" srcOrd="0" destOrd="0" presId="urn:microsoft.com/office/officeart/2011/layout/CircleProcess"/>
    <dgm:cxn modelId="{78768E04-15E5-4FE0-A472-011D175576C8}" type="presParOf" srcId="{C4064A91-7D9A-454A-B561-AC78C6285C76}" destId="{8D94951E-2C13-4F7F-BFA8-F5CE155EEC17}" srcOrd="13" destOrd="0" presId="urn:microsoft.com/office/officeart/2011/layout/CircleProcess"/>
    <dgm:cxn modelId="{443148AA-3FB4-4F95-880E-DC8031CCC9C4}" type="presParOf" srcId="{8D94951E-2C13-4F7F-BFA8-F5CE155EEC17}" destId="{961E3ACF-30A3-4207-9DD7-EFD06ED03765}" srcOrd="0" destOrd="0" presId="urn:microsoft.com/office/officeart/2011/layout/CircleProcess"/>
    <dgm:cxn modelId="{A3D8E207-5CD4-4BB8-97C6-15D4A1C7E7E3}" type="presParOf" srcId="{C4064A91-7D9A-454A-B561-AC78C6285C76}" destId="{34A83504-235C-453A-85C9-2AAE6C3B03F0}" srcOrd="14" destOrd="0" presId="urn:microsoft.com/office/officeart/2011/layout/CircleProcess"/>
    <dgm:cxn modelId="{A729C35A-44A3-45A2-9952-00967305F796}" type="presParOf" srcId="{C4064A91-7D9A-454A-B561-AC78C6285C76}" destId="{D12FF289-2A87-47F0-AB66-A7BA67E1E6CB}" srcOrd="15" destOrd="0" presId="urn:microsoft.com/office/officeart/2011/layout/CircleProcess"/>
    <dgm:cxn modelId="{ECC26202-EFEE-4BD0-AD35-0612F2FB8069}" type="presParOf" srcId="{C4064A91-7D9A-454A-B561-AC78C6285C76}" destId="{EDF2815F-000A-4B82-950D-F9AC3D8E2DA1}" srcOrd="16" destOrd="0" presId="urn:microsoft.com/office/officeart/2011/layout/CircleProcess"/>
    <dgm:cxn modelId="{B565C589-4490-4206-9387-B7A5AEA233FC}" type="presParOf" srcId="{EDF2815F-000A-4B82-950D-F9AC3D8E2DA1}" destId="{A75EC866-CDC2-4017-8678-8213B4815327}" srcOrd="0" destOrd="0" presId="urn:microsoft.com/office/officeart/2011/layout/CircleProcess"/>
    <dgm:cxn modelId="{950C69A4-C7B3-4203-8A78-660716AD2603}" type="presParOf" srcId="{C4064A91-7D9A-454A-B561-AC78C6285C76}" destId="{CBBA27F1-E6B1-4847-8DA9-53263130C237}" srcOrd="17" destOrd="0" presId="urn:microsoft.com/office/officeart/2011/layout/CircleProcess"/>
    <dgm:cxn modelId="{2C7D7EED-FFDA-41E6-8B06-C74BF364C234}" type="presParOf" srcId="{CBBA27F1-E6B1-4847-8DA9-53263130C237}" destId="{33D1FF4A-1EA9-46F2-9769-F0793A34B441}" srcOrd="0" destOrd="0" presId="urn:microsoft.com/office/officeart/2011/layout/CircleProcess"/>
    <dgm:cxn modelId="{1D953676-22E4-4C10-803C-F1FA55677B32}" type="presParOf" srcId="{C4064A91-7D9A-454A-B561-AC78C6285C76}" destId="{9927E353-63E0-4F1F-9EA9-6FED74737A81}" srcOrd="18" destOrd="0" presId="urn:microsoft.com/office/officeart/2011/layout/CircleProcess"/>
    <dgm:cxn modelId="{CF62E9B6-79D2-4DBF-AFE0-353089B1BCD6}" type="presParOf" srcId="{C4064A91-7D9A-454A-B561-AC78C6285C76}" destId="{50B67135-7FC6-447D-AB1E-45C65075B23B}" srcOrd="19" destOrd="0" presId="urn:microsoft.com/office/officeart/2011/layout/CircleProcess"/>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59.xml><?xml version="1.0" encoding="utf-8"?>
<dgm:dataModel xmlns:dgm="http://schemas.openxmlformats.org/drawingml/2006/diagram" xmlns:a="http://schemas.openxmlformats.org/drawingml/2006/main">
  <dgm:ptLst>
    <dgm:pt modelId="{B9C32B05-62EA-407A-B21C-2310C7945705}" type="doc">
      <dgm:prSet loTypeId="urn:microsoft.com/office/officeart/2005/8/layout/chevron1" loCatId="process"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F66099B6-DBBD-4AB0-82D2-877B80F846F7}">
      <dgm:prSet phldrT="[Text]"/>
      <dgm:spPr/>
      <dgm:t>
        <a:bodyPr/>
        <a:lstStyle/>
        <a:p>
          <a:r>
            <a:rPr lang="en-US" dirty="0"/>
            <a:t>Lorem Ipsum</a:t>
          </a:r>
        </a:p>
      </dgm:t>
    </dgm:pt>
    <dgm:pt modelId="{B09C8BFB-F41C-4AC4-AB94-F216E3081C2D}" type="parTrans" cxnId="{B4F3EA32-CE64-4A92-9BAE-BC57E5392B05}">
      <dgm:prSet/>
      <dgm:spPr/>
      <dgm:t>
        <a:bodyPr/>
        <a:lstStyle/>
        <a:p>
          <a:endParaRPr lang="en-US"/>
        </a:p>
      </dgm:t>
    </dgm:pt>
    <dgm:pt modelId="{BC531B32-9B0E-482E-BF91-65C61F17168D}" type="sibTrans" cxnId="{B4F3EA32-CE64-4A92-9BAE-BC57E5392B05}">
      <dgm:prSet/>
      <dgm:spPr/>
      <dgm:t>
        <a:bodyPr/>
        <a:lstStyle/>
        <a:p>
          <a:endParaRPr lang="en-US"/>
        </a:p>
      </dgm:t>
    </dgm:pt>
    <dgm:pt modelId="{EE62A4F6-4AC4-435B-990E-81A71CE8CAC7}">
      <dgm:prSet phldrT="[Text]"/>
      <dgm:spPr/>
      <dgm:t>
        <a:bodyPr/>
        <a:lstStyle/>
        <a:p>
          <a:r>
            <a:rPr lang="en-US" dirty="0"/>
            <a:t>Lorem Ipsum</a:t>
          </a:r>
        </a:p>
      </dgm:t>
    </dgm:pt>
    <dgm:pt modelId="{F287B947-7343-4FA2-B288-B23A59FFAE31}" type="parTrans" cxnId="{3A2CECA6-0C5B-46BB-B7C6-7D37E9D210BD}">
      <dgm:prSet/>
      <dgm:spPr/>
      <dgm:t>
        <a:bodyPr/>
        <a:lstStyle/>
        <a:p>
          <a:endParaRPr lang="en-US"/>
        </a:p>
      </dgm:t>
    </dgm:pt>
    <dgm:pt modelId="{389F9A93-0231-4877-8C41-5D5B8DD7AAC0}" type="sibTrans" cxnId="{3A2CECA6-0C5B-46BB-B7C6-7D37E9D210BD}">
      <dgm:prSet/>
      <dgm:spPr/>
      <dgm:t>
        <a:bodyPr/>
        <a:lstStyle/>
        <a:p>
          <a:endParaRPr lang="en-US"/>
        </a:p>
      </dgm:t>
    </dgm:pt>
    <dgm:pt modelId="{6CF284C3-4A70-4432-8F33-E75A802B3330}">
      <dgm:prSet/>
      <dgm:spPr/>
      <dgm:t>
        <a:bodyPr/>
        <a:lstStyle/>
        <a:p>
          <a:r>
            <a:rPr lang="en-US" dirty="0"/>
            <a:t>Some text here</a:t>
          </a:r>
        </a:p>
      </dgm:t>
    </dgm:pt>
    <dgm:pt modelId="{044831E6-2FC9-4DDA-81FB-5FA418568D07}" type="parTrans" cxnId="{2DC24386-BC50-4BAB-8571-16CB10C2603C}">
      <dgm:prSet/>
      <dgm:spPr/>
      <dgm:t>
        <a:bodyPr/>
        <a:lstStyle/>
        <a:p>
          <a:endParaRPr lang="en-US"/>
        </a:p>
      </dgm:t>
    </dgm:pt>
    <dgm:pt modelId="{CD50B82D-84BB-4747-B282-ABB339EBA294}" type="sibTrans" cxnId="{2DC24386-BC50-4BAB-8571-16CB10C2603C}">
      <dgm:prSet/>
      <dgm:spPr/>
      <dgm:t>
        <a:bodyPr/>
        <a:lstStyle/>
        <a:p>
          <a:endParaRPr lang="en-US"/>
        </a:p>
      </dgm:t>
    </dgm:pt>
    <dgm:pt modelId="{3AF880A5-0F00-4315-A5DF-1FE656798601}">
      <dgm:prSet phldrT="[Text]"/>
      <dgm:spPr/>
      <dgm:t>
        <a:bodyPr/>
        <a:lstStyle/>
        <a:p>
          <a:r>
            <a:rPr lang="en-US" dirty="0"/>
            <a:t>Some text here</a:t>
          </a:r>
        </a:p>
      </dgm:t>
    </dgm:pt>
    <dgm:pt modelId="{A13BB1F9-5857-4B43-8BF5-6589AA2CB759}" type="parTrans" cxnId="{24F8CBE2-5003-4E69-A772-6B98F2B05181}">
      <dgm:prSet/>
      <dgm:spPr/>
      <dgm:t>
        <a:bodyPr/>
        <a:lstStyle/>
        <a:p>
          <a:endParaRPr lang="en-US"/>
        </a:p>
      </dgm:t>
    </dgm:pt>
    <dgm:pt modelId="{C198C41D-2640-4669-83ED-E0CD35701C8E}" type="sibTrans" cxnId="{24F8CBE2-5003-4E69-A772-6B98F2B05181}">
      <dgm:prSet/>
      <dgm:spPr/>
      <dgm:t>
        <a:bodyPr/>
        <a:lstStyle/>
        <a:p>
          <a:endParaRPr lang="en-US"/>
        </a:p>
      </dgm:t>
    </dgm:pt>
    <dgm:pt modelId="{8EA7219F-BDB2-48EB-9EEB-3133522D132E}">
      <dgm:prSet phldrT="[Text]"/>
      <dgm:spPr/>
      <dgm:t>
        <a:bodyPr/>
        <a:lstStyle/>
        <a:p>
          <a:r>
            <a:rPr lang="en-US" dirty="0"/>
            <a:t>Some text here</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BE788BF5-FE9F-4C7D-A1CD-9232D7860179}">
      <dgm:prSet phldrT="[Text]"/>
      <dgm:spPr/>
      <dgm:t>
        <a:bodyPr/>
        <a:lstStyle/>
        <a:p>
          <a:r>
            <a:rPr lang="en-US" dirty="0"/>
            <a:t>Some text here</a:t>
          </a:r>
        </a:p>
      </dgm:t>
    </dgm:pt>
    <dgm:pt modelId="{963A52CB-C772-45F2-8A30-8ABA6B14D3CE}" type="parTrans" cxnId="{35013F34-57BC-4E3C-A003-07C0E49926DB}">
      <dgm:prSet/>
      <dgm:spPr/>
      <dgm:t>
        <a:bodyPr/>
        <a:lstStyle/>
        <a:p>
          <a:endParaRPr lang="en-US"/>
        </a:p>
      </dgm:t>
    </dgm:pt>
    <dgm:pt modelId="{88191C5E-55BA-42F2-B842-FC86CBBADC0F}" type="sibTrans" cxnId="{35013F34-57BC-4E3C-A003-07C0E49926DB}">
      <dgm:prSet/>
      <dgm:spPr/>
      <dgm:t>
        <a:bodyPr/>
        <a:lstStyle/>
        <a:p>
          <a:endParaRPr lang="en-US"/>
        </a:p>
      </dgm:t>
    </dgm:pt>
    <dgm:pt modelId="{3CE06941-9820-4827-8B16-CD80CC49F780}">
      <dgm:prSet phldrT="[Text]"/>
      <dgm:spPr/>
      <dgm:t>
        <a:bodyPr/>
        <a:lstStyle/>
        <a:p>
          <a:r>
            <a:rPr lang="en-US" dirty="0"/>
            <a:t>Some text here</a:t>
          </a:r>
        </a:p>
      </dgm:t>
    </dgm:pt>
    <dgm:pt modelId="{141A3C92-8966-4E2F-82E4-2E09E22674B2}" type="parTrans" cxnId="{C99CE395-39F6-46B4-938C-9BF085685D1A}">
      <dgm:prSet/>
      <dgm:spPr/>
      <dgm:t>
        <a:bodyPr/>
        <a:lstStyle/>
        <a:p>
          <a:endParaRPr lang="en-US"/>
        </a:p>
      </dgm:t>
    </dgm:pt>
    <dgm:pt modelId="{F58FC55B-E61F-445C-956E-0BB2202254CA}" type="sibTrans" cxnId="{C99CE395-39F6-46B4-938C-9BF085685D1A}">
      <dgm:prSet/>
      <dgm:spPr/>
      <dgm:t>
        <a:bodyPr/>
        <a:lstStyle/>
        <a:p>
          <a:endParaRPr lang="en-US"/>
        </a:p>
      </dgm:t>
    </dgm:pt>
    <dgm:pt modelId="{386C2B6D-2EE1-4682-AE61-EE246CD54E31}">
      <dgm:prSet phldrT="[Text]"/>
      <dgm:spPr/>
      <dgm:t>
        <a:bodyPr/>
        <a:lstStyle/>
        <a:p>
          <a:r>
            <a:rPr lang="en-US" dirty="0"/>
            <a:t>Some text here</a:t>
          </a:r>
        </a:p>
      </dgm:t>
    </dgm:pt>
    <dgm:pt modelId="{649D72FB-0D8F-479C-87D1-C73133EF35E2}" type="parTrans" cxnId="{7F96AC57-2F84-4E8C-AA92-E82865EE63FE}">
      <dgm:prSet/>
      <dgm:spPr/>
      <dgm:t>
        <a:bodyPr/>
        <a:lstStyle/>
        <a:p>
          <a:endParaRPr lang="en-US"/>
        </a:p>
      </dgm:t>
    </dgm:pt>
    <dgm:pt modelId="{E1C9E6F1-2ED2-4DD8-9B78-28FC1AF5D352}" type="sibTrans" cxnId="{7F96AC57-2F84-4E8C-AA92-E82865EE63FE}">
      <dgm:prSet/>
      <dgm:spPr/>
      <dgm:t>
        <a:bodyPr/>
        <a:lstStyle/>
        <a:p>
          <a:endParaRPr lang="en-US"/>
        </a:p>
      </dgm:t>
    </dgm:pt>
    <dgm:pt modelId="{2A22E84C-3AA3-4E9C-AE5F-9C2FB0D7FB11}">
      <dgm:prSet phldrT="[Text]"/>
      <dgm:spPr/>
      <dgm:t>
        <a:bodyPr/>
        <a:lstStyle/>
        <a:p>
          <a:r>
            <a:rPr lang="en-US"/>
            <a:t>Lorem Ipsum</a:t>
          </a:r>
          <a:endParaRPr lang="en-US" dirty="0"/>
        </a:p>
      </dgm:t>
    </dgm:pt>
    <dgm:pt modelId="{6C025E55-DF42-4C5D-AFD5-6015FA053D46}" type="parTrans" cxnId="{BEB859E7-C343-408E-86A1-667C27EE5761}">
      <dgm:prSet/>
      <dgm:spPr/>
      <dgm:t>
        <a:bodyPr/>
        <a:lstStyle/>
        <a:p>
          <a:endParaRPr lang="en-US"/>
        </a:p>
      </dgm:t>
    </dgm:pt>
    <dgm:pt modelId="{744EA591-F199-49C2-B63A-82709D96C729}" type="sibTrans" cxnId="{BEB859E7-C343-408E-86A1-667C27EE5761}">
      <dgm:prSet/>
      <dgm:spPr/>
      <dgm:t>
        <a:bodyPr/>
        <a:lstStyle/>
        <a:p>
          <a:endParaRPr lang="en-US"/>
        </a:p>
      </dgm:t>
    </dgm:pt>
    <dgm:pt modelId="{9ADACFBF-2A78-45C9-A7C4-5E5DBC674760}">
      <dgm:prSet phldrT="[Text]"/>
      <dgm:spPr/>
      <dgm:t>
        <a:bodyPr/>
        <a:lstStyle/>
        <a:p>
          <a:r>
            <a:rPr lang="en-US" dirty="0"/>
            <a:t>Some text here</a:t>
          </a:r>
        </a:p>
      </dgm:t>
    </dgm:pt>
    <dgm:pt modelId="{E121796C-71AB-4354-A1D4-3BF0025298A5}" type="parTrans" cxnId="{2B98897D-9937-49AC-9FE9-6629E912033A}">
      <dgm:prSet/>
      <dgm:spPr/>
      <dgm:t>
        <a:bodyPr/>
        <a:lstStyle/>
        <a:p>
          <a:endParaRPr lang="en-US"/>
        </a:p>
      </dgm:t>
    </dgm:pt>
    <dgm:pt modelId="{F3FE7E5A-DC73-423B-998C-02943CF263BF}" type="sibTrans" cxnId="{2B98897D-9937-49AC-9FE9-6629E912033A}">
      <dgm:prSet/>
      <dgm:spPr/>
      <dgm:t>
        <a:bodyPr/>
        <a:lstStyle/>
        <a:p>
          <a:endParaRPr lang="en-US"/>
        </a:p>
      </dgm:t>
    </dgm:pt>
    <dgm:pt modelId="{6C39594C-4AE1-4221-9751-E4FBA9469435}">
      <dgm:prSet phldrT="[Text]"/>
      <dgm:spPr/>
      <dgm:t>
        <a:bodyPr/>
        <a:lstStyle/>
        <a:p>
          <a:r>
            <a:rPr lang="en-US" dirty="0"/>
            <a:t>Some text here</a:t>
          </a:r>
        </a:p>
      </dgm:t>
    </dgm:pt>
    <dgm:pt modelId="{EA90E5E0-265B-4677-A3EF-FCD0DFDF4F41}" type="parTrans" cxnId="{7AF91B96-DA69-42D6-83DE-0E63677A4C47}">
      <dgm:prSet/>
      <dgm:spPr/>
      <dgm:t>
        <a:bodyPr/>
        <a:lstStyle/>
        <a:p>
          <a:endParaRPr lang="en-US"/>
        </a:p>
      </dgm:t>
    </dgm:pt>
    <dgm:pt modelId="{F04E3063-747B-4761-B46E-8C06B2EF3C55}" type="sibTrans" cxnId="{7AF91B96-DA69-42D6-83DE-0E63677A4C47}">
      <dgm:prSet/>
      <dgm:spPr/>
      <dgm:t>
        <a:bodyPr/>
        <a:lstStyle/>
        <a:p>
          <a:endParaRPr lang="en-US"/>
        </a:p>
      </dgm:t>
    </dgm:pt>
    <dgm:pt modelId="{36045517-CEA4-4BE3-B836-C2B6BFE5649B}">
      <dgm:prSet phldrT="[Text]"/>
      <dgm:spPr/>
      <dgm:t>
        <a:bodyPr/>
        <a:lstStyle/>
        <a:p>
          <a:r>
            <a:rPr lang="en-US"/>
            <a:t>Lorem Ipsum</a:t>
          </a:r>
          <a:endParaRPr lang="en-US" dirty="0"/>
        </a:p>
      </dgm:t>
    </dgm:pt>
    <dgm:pt modelId="{6231A36F-9B04-4B4A-917A-7E163AFFC956}" type="parTrans" cxnId="{4019353B-443B-4DED-AA6C-3C60E18414C7}">
      <dgm:prSet/>
      <dgm:spPr/>
      <dgm:t>
        <a:bodyPr/>
        <a:lstStyle/>
        <a:p>
          <a:endParaRPr lang="en-US"/>
        </a:p>
      </dgm:t>
    </dgm:pt>
    <dgm:pt modelId="{BFF3C5ED-87D0-4709-A3B8-A7BF0668006A}" type="sibTrans" cxnId="{4019353B-443B-4DED-AA6C-3C60E18414C7}">
      <dgm:prSet/>
      <dgm:spPr/>
      <dgm:t>
        <a:bodyPr/>
        <a:lstStyle/>
        <a:p>
          <a:endParaRPr lang="en-US"/>
        </a:p>
      </dgm:t>
    </dgm:pt>
    <dgm:pt modelId="{110CC072-E78D-486A-BD24-8CD6CE5683E0}">
      <dgm:prSet phldrT="[Text]"/>
      <dgm:spPr/>
      <dgm:t>
        <a:bodyPr/>
        <a:lstStyle/>
        <a:p>
          <a:r>
            <a:rPr lang="en-US" dirty="0"/>
            <a:t>Some text here</a:t>
          </a:r>
        </a:p>
      </dgm:t>
    </dgm:pt>
    <dgm:pt modelId="{EFE20FCA-41FE-42D4-8C71-85751017ADFF}" type="parTrans" cxnId="{5670A7D8-BA42-4857-8679-D269077AD7D7}">
      <dgm:prSet/>
      <dgm:spPr/>
      <dgm:t>
        <a:bodyPr/>
        <a:lstStyle/>
        <a:p>
          <a:endParaRPr lang="en-US"/>
        </a:p>
      </dgm:t>
    </dgm:pt>
    <dgm:pt modelId="{C901204A-BC8E-4B62-854A-DFB2104323F5}" type="sibTrans" cxnId="{5670A7D8-BA42-4857-8679-D269077AD7D7}">
      <dgm:prSet/>
      <dgm:spPr/>
      <dgm:t>
        <a:bodyPr/>
        <a:lstStyle/>
        <a:p>
          <a:endParaRPr lang="en-US"/>
        </a:p>
      </dgm:t>
    </dgm:pt>
    <dgm:pt modelId="{F64D9B44-8949-42CE-A3F5-920CF85E6D38}">
      <dgm:prSet phldrT="[Text]"/>
      <dgm:spPr/>
      <dgm:t>
        <a:bodyPr/>
        <a:lstStyle/>
        <a:p>
          <a:r>
            <a:rPr lang="en-US" dirty="0"/>
            <a:t>Some text here</a:t>
          </a:r>
        </a:p>
      </dgm:t>
    </dgm:pt>
    <dgm:pt modelId="{81AB81A4-D793-40B9-964C-9DA3AF17B95D}" type="parTrans" cxnId="{F091E13E-CC91-4760-8919-F8E7FA115B30}">
      <dgm:prSet/>
      <dgm:spPr/>
      <dgm:t>
        <a:bodyPr/>
        <a:lstStyle/>
        <a:p>
          <a:endParaRPr lang="en-US"/>
        </a:p>
      </dgm:t>
    </dgm:pt>
    <dgm:pt modelId="{ECDC803C-5DBD-4EEE-A68A-AC8585F1A4EB}" type="sibTrans" cxnId="{F091E13E-CC91-4760-8919-F8E7FA115B30}">
      <dgm:prSet/>
      <dgm:spPr/>
      <dgm:t>
        <a:bodyPr/>
        <a:lstStyle/>
        <a:p>
          <a:endParaRPr lang="en-US"/>
        </a:p>
      </dgm:t>
    </dgm:pt>
    <dgm:pt modelId="{58D227BE-5347-46B4-BFB0-E5B3D9F1DBE1}">
      <dgm:prSet phldrT="[Text]"/>
      <dgm:spPr/>
      <dgm:t>
        <a:bodyPr/>
        <a:lstStyle/>
        <a:p>
          <a:r>
            <a:rPr lang="en-US"/>
            <a:t>Some text here</a:t>
          </a:r>
          <a:endParaRPr lang="en-US" dirty="0"/>
        </a:p>
      </dgm:t>
    </dgm:pt>
    <dgm:pt modelId="{A0559A30-C77B-467E-9BA5-B4C9ACF5C84E}" type="parTrans" cxnId="{6F0DCC20-C735-45B8-94EB-562C3BEEC17C}">
      <dgm:prSet/>
      <dgm:spPr/>
      <dgm:t>
        <a:bodyPr/>
        <a:lstStyle/>
        <a:p>
          <a:endParaRPr lang="en-US"/>
        </a:p>
      </dgm:t>
    </dgm:pt>
    <dgm:pt modelId="{7DCB285A-56A3-4805-A6D9-5BD54F056A0A}" type="sibTrans" cxnId="{6F0DCC20-C735-45B8-94EB-562C3BEEC17C}">
      <dgm:prSet/>
      <dgm:spPr/>
      <dgm:t>
        <a:bodyPr/>
        <a:lstStyle/>
        <a:p>
          <a:endParaRPr lang="en-US"/>
        </a:p>
      </dgm:t>
    </dgm:pt>
    <dgm:pt modelId="{D54FFBFA-705F-4427-8F96-9CB2949BC6BD}" type="pres">
      <dgm:prSet presAssocID="{B9C32B05-62EA-407A-B21C-2310C7945705}" presName="Name0" presStyleCnt="0">
        <dgm:presLayoutVars>
          <dgm:dir/>
          <dgm:animLvl val="lvl"/>
          <dgm:resizeHandles val="exact"/>
        </dgm:presLayoutVars>
      </dgm:prSet>
      <dgm:spPr/>
    </dgm:pt>
    <dgm:pt modelId="{2DB8D5A6-8356-4C58-AD25-11CBD7AE77B0}" type="pres">
      <dgm:prSet presAssocID="{42D71409-67F9-455C-8C6D-716D284AAA6B}" presName="composite" presStyleCnt="0"/>
      <dgm:spPr/>
    </dgm:pt>
    <dgm:pt modelId="{F9F15055-514E-425A-842C-057BC8D68A2F}" type="pres">
      <dgm:prSet presAssocID="{42D71409-67F9-455C-8C6D-716D284AAA6B}" presName="parTx" presStyleLbl="node1" presStyleIdx="0" presStyleCnt="5">
        <dgm:presLayoutVars>
          <dgm:chMax val="0"/>
          <dgm:chPref val="0"/>
          <dgm:bulletEnabled val="1"/>
        </dgm:presLayoutVars>
      </dgm:prSet>
      <dgm:spPr/>
    </dgm:pt>
    <dgm:pt modelId="{9FC0D3AB-43C8-471A-B2F5-8F354113C904}" type="pres">
      <dgm:prSet presAssocID="{42D71409-67F9-455C-8C6D-716D284AAA6B}" presName="desTx" presStyleLbl="revTx" presStyleIdx="0" presStyleCnt="5">
        <dgm:presLayoutVars>
          <dgm:bulletEnabled val="1"/>
        </dgm:presLayoutVars>
      </dgm:prSet>
      <dgm:spPr/>
    </dgm:pt>
    <dgm:pt modelId="{27039EFD-14C6-49D0-B274-C92695961DEE}" type="pres">
      <dgm:prSet presAssocID="{478B7D3C-9FB4-4BC6-90AC-49960560DECD}" presName="space" presStyleCnt="0"/>
      <dgm:spPr/>
    </dgm:pt>
    <dgm:pt modelId="{C4B3E421-86EF-453E-9713-8D710F8FB3D0}" type="pres">
      <dgm:prSet presAssocID="{F66099B6-DBBD-4AB0-82D2-877B80F846F7}" presName="composite" presStyleCnt="0"/>
      <dgm:spPr/>
    </dgm:pt>
    <dgm:pt modelId="{4816CE36-F6CE-4918-88FE-4B475BA85210}" type="pres">
      <dgm:prSet presAssocID="{F66099B6-DBBD-4AB0-82D2-877B80F846F7}" presName="parTx" presStyleLbl="node1" presStyleIdx="1" presStyleCnt="5">
        <dgm:presLayoutVars>
          <dgm:chMax val="0"/>
          <dgm:chPref val="0"/>
          <dgm:bulletEnabled val="1"/>
        </dgm:presLayoutVars>
      </dgm:prSet>
      <dgm:spPr/>
    </dgm:pt>
    <dgm:pt modelId="{87CD42A5-502C-4653-A576-873FBAD7ED33}" type="pres">
      <dgm:prSet presAssocID="{F66099B6-DBBD-4AB0-82D2-877B80F846F7}" presName="desTx" presStyleLbl="revTx" presStyleIdx="1" presStyleCnt="5">
        <dgm:presLayoutVars>
          <dgm:bulletEnabled val="1"/>
        </dgm:presLayoutVars>
      </dgm:prSet>
      <dgm:spPr/>
    </dgm:pt>
    <dgm:pt modelId="{6E032A56-BA88-4C3D-936B-E4CAA121FC0D}" type="pres">
      <dgm:prSet presAssocID="{BC531B32-9B0E-482E-BF91-65C61F17168D}" presName="space" presStyleCnt="0"/>
      <dgm:spPr/>
    </dgm:pt>
    <dgm:pt modelId="{33D81082-F362-44DE-BB8B-710A5B957CE9}" type="pres">
      <dgm:prSet presAssocID="{EE62A4F6-4AC4-435B-990E-81A71CE8CAC7}" presName="composite" presStyleCnt="0"/>
      <dgm:spPr/>
    </dgm:pt>
    <dgm:pt modelId="{01CC898F-E047-47A5-A0C7-68C2E630627F}" type="pres">
      <dgm:prSet presAssocID="{EE62A4F6-4AC4-435B-990E-81A71CE8CAC7}" presName="parTx" presStyleLbl="node1" presStyleIdx="2" presStyleCnt="5">
        <dgm:presLayoutVars>
          <dgm:chMax val="0"/>
          <dgm:chPref val="0"/>
          <dgm:bulletEnabled val="1"/>
        </dgm:presLayoutVars>
      </dgm:prSet>
      <dgm:spPr/>
    </dgm:pt>
    <dgm:pt modelId="{0486E598-DF91-438D-B735-1D0D48CC45CE}" type="pres">
      <dgm:prSet presAssocID="{EE62A4F6-4AC4-435B-990E-81A71CE8CAC7}" presName="desTx" presStyleLbl="revTx" presStyleIdx="2" presStyleCnt="5">
        <dgm:presLayoutVars>
          <dgm:bulletEnabled val="1"/>
        </dgm:presLayoutVars>
      </dgm:prSet>
      <dgm:spPr/>
    </dgm:pt>
    <dgm:pt modelId="{68E6D7A6-5966-491E-8127-5255E38F4902}" type="pres">
      <dgm:prSet presAssocID="{389F9A93-0231-4877-8C41-5D5B8DD7AAC0}" presName="space" presStyleCnt="0"/>
      <dgm:spPr/>
    </dgm:pt>
    <dgm:pt modelId="{13E7C4D9-4AA8-478C-8468-76F6D8C6448E}" type="pres">
      <dgm:prSet presAssocID="{2A22E84C-3AA3-4E9C-AE5F-9C2FB0D7FB11}" presName="composite" presStyleCnt="0"/>
      <dgm:spPr/>
    </dgm:pt>
    <dgm:pt modelId="{00E3E44E-3A16-42F4-814B-87EE5976EFEA}" type="pres">
      <dgm:prSet presAssocID="{2A22E84C-3AA3-4E9C-AE5F-9C2FB0D7FB11}" presName="parTx" presStyleLbl="node1" presStyleIdx="3" presStyleCnt="5">
        <dgm:presLayoutVars>
          <dgm:chMax val="0"/>
          <dgm:chPref val="0"/>
          <dgm:bulletEnabled val="1"/>
        </dgm:presLayoutVars>
      </dgm:prSet>
      <dgm:spPr/>
    </dgm:pt>
    <dgm:pt modelId="{1026BE8E-BF02-4766-BF09-55618C294003}" type="pres">
      <dgm:prSet presAssocID="{2A22E84C-3AA3-4E9C-AE5F-9C2FB0D7FB11}" presName="desTx" presStyleLbl="revTx" presStyleIdx="3" presStyleCnt="5">
        <dgm:presLayoutVars>
          <dgm:bulletEnabled val="1"/>
        </dgm:presLayoutVars>
      </dgm:prSet>
      <dgm:spPr/>
    </dgm:pt>
    <dgm:pt modelId="{4C43FF0F-EFF6-4789-8986-55DA4B40A483}" type="pres">
      <dgm:prSet presAssocID="{744EA591-F199-49C2-B63A-82709D96C729}" presName="space" presStyleCnt="0"/>
      <dgm:spPr/>
    </dgm:pt>
    <dgm:pt modelId="{1D6A0898-BDEB-4E13-8E6A-D9E87B5F55CD}" type="pres">
      <dgm:prSet presAssocID="{36045517-CEA4-4BE3-B836-C2B6BFE5649B}" presName="composite" presStyleCnt="0"/>
      <dgm:spPr/>
    </dgm:pt>
    <dgm:pt modelId="{909B1091-7A58-475E-9E51-E87DD31876B2}" type="pres">
      <dgm:prSet presAssocID="{36045517-CEA4-4BE3-B836-C2B6BFE5649B}" presName="parTx" presStyleLbl="node1" presStyleIdx="4" presStyleCnt="5">
        <dgm:presLayoutVars>
          <dgm:chMax val="0"/>
          <dgm:chPref val="0"/>
          <dgm:bulletEnabled val="1"/>
        </dgm:presLayoutVars>
      </dgm:prSet>
      <dgm:spPr/>
    </dgm:pt>
    <dgm:pt modelId="{372B1184-8D6E-4A0B-8A85-02E5CA82F04B}" type="pres">
      <dgm:prSet presAssocID="{36045517-CEA4-4BE3-B836-C2B6BFE5649B}" presName="desTx" presStyleLbl="revTx" presStyleIdx="4" presStyleCnt="5">
        <dgm:presLayoutVars>
          <dgm:bulletEnabled val="1"/>
        </dgm:presLayoutVars>
      </dgm:prSet>
      <dgm:spPr/>
    </dgm:pt>
  </dgm:ptLst>
  <dgm:cxnLst>
    <dgm:cxn modelId="{2AA9C11F-1F1D-428E-801A-47EAA766C99D}" srcId="{B9C32B05-62EA-407A-B21C-2310C7945705}" destId="{42D71409-67F9-455C-8C6D-716D284AAA6B}" srcOrd="0" destOrd="0" parTransId="{51680ED1-AF6E-4B28-AE94-92B0EFB0DF7D}" sibTransId="{478B7D3C-9FB4-4BC6-90AC-49960560DECD}"/>
    <dgm:cxn modelId="{2E05C31F-FBEE-4552-85A6-893E1C6D9DC6}" type="presOf" srcId="{BE788BF5-FE9F-4C7D-A1CD-9232D7860179}" destId="{87CD42A5-502C-4653-A576-873FBAD7ED33}" srcOrd="0" destOrd="1" presId="urn:microsoft.com/office/officeart/2005/8/layout/chevron1"/>
    <dgm:cxn modelId="{6F0DCC20-C735-45B8-94EB-562C3BEEC17C}" srcId="{F66099B6-DBBD-4AB0-82D2-877B80F846F7}" destId="{58D227BE-5347-46B4-BFB0-E5B3D9F1DBE1}" srcOrd="2" destOrd="0" parTransId="{A0559A30-C77B-467E-9BA5-B4C9ACF5C84E}" sibTransId="{7DCB285A-56A3-4805-A6D9-5BD54F056A0A}"/>
    <dgm:cxn modelId="{BB707526-D090-494F-9103-83E7EB7C142D}" type="presOf" srcId="{386C2B6D-2EE1-4682-AE61-EE246CD54E31}" destId="{0486E598-DF91-438D-B735-1D0D48CC45CE}" srcOrd="0" destOrd="1" presId="urn:microsoft.com/office/officeart/2005/8/layout/chevron1"/>
    <dgm:cxn modelId="{B4F3EA32-CE64-4A92-9BAE-BC57E5392B05}" srcId="{B9C32B05-62EA-407A-B21C-2310C7945705}" destId="{F66099B6-DBBD-4AB0-82D2-877B80F846F7}" srcOrd="1" destOrd="0" parTransId="{B09C8BFB-F41C-4AC4-AB94-F216E3081C2D}" sibTransId="{BC531B32-9B0E-482E-BF91-65C61F17168D}"/>
    <dgm:cxn modelId="{A4DF0334-26D5-4F43-8697-EDE979E88F28}" type="presOf" srcId="{B9C32B05-62EA-407A-B21C-2310C7945705}" destId="{D54FFBFA-705F-4427-8F96-9CB2949BC6BD}" srcOrd="0" destOrd="0" presId="urn:microsoft.com/office/officeart/2005/8/layout/chevron1"/>
    <dgm:cxn modelId="{35013F34-57BC-4E3C-A003-07C0E49926DB}" srcId="{F66099B6-DBBD-4AB0-82D2-877B80F846F7}" destId="{BE788BF5-FE9F-4C7D-A1CD-9232D7860179}" srcOrd="1" destOrd="0" parTransId="{963A52CB-C772-45F2-8A30-8ABA6B14D3CE}" sibTransId="{88191C5E-55BA-42F2-B842-FC86CBBADC0F}"/>
    <dgm:cxn modelId="{4019353B-443B-4DED-AA6C-3C60E18414C7}" srcId="{B9C32B05-62EA-407A-B21C-2310C7945705}" destId="{36045517-CEA4-4BE3-B836-C2B6BFE5649B}" srcOrd="4" destOrd="0" parTransId="{6231A36F-9B04-4B4A-917A-7E163AFFC956}" sibTransId="{BFF3C5ED-87D0-4709-A3B8-A7BF0668006A}"/>
    <dgm:cxn modelId="{7415533E-5DA6-4D65-A65D-7BF1C9F18F66}" type="presOf" srcId="{3CE06941-9820-4827-8B16-CD80CC49F780}" destId="{0486E598-DF91-438D-B735-1D0D48CC45CE}" srcOrd="0" destOrd="0" presId="urn:microsoft.com/office/officeart/2005/8/layout/chevron1"/>
    <dgm:cxn modelId="{F091E13E-CC91-4760-8919-F8E7FA115B30}" srcId="{36045517-CEA4-4BE3-B836-C2B6BFE5649B}" destId="{F64D9B44-8949-42CE-A3F5-920CF85E6D38}" srcOrd="1" destOrd="0" parTransId="{81AB81A4-D793-40B9-964C-9DA3AF17B95D}" sibTransId="{ECDC803C-5DBD-4EEE-A68A-AC8585F1A4EB}"/>
    <dgm:cxn modelId="{430A5161-0D8F-4CF8-BF9C-D01D9CAA3480}" type="presOf" srcId="{3AF880A5-0F00-4315-A5DF-1FE656798601}" destId="{9FC0D3AB-43C8-471A-B2F5-8F354113C904}" srcOrd="0" destOrd="1" presId="urn:microsoft.com/office/officeart/2005/8/layout/chevron1"/>
    <dgm:cxn modelId="{5EE31D6A-7BEB-4290-A840-3A9EA3EB9E2C}" type="presOf" srcId="{42D71409-67F9-455C-8C6D-716D284AAA6B}" destId="{F9F15055-514E-425A-842C-057BC8D68A2F}" srcOrd="0" destOrd="0" presId="urn:microsoft.com/office/officeart/2005/8/layout/chevron1"/>
    <dgm:cxn modelId="{4ABCB56A-2AFC-4494-AC46-B1CBA3100CA2}" type="presOf" srcId="{8EA7219F-BDB2-48EB-9EEB-3133522D132E}" destId="{9FC0D3AB-43C8-471A-B2F5-8F354113C904}" srcOrd="0" destOrd="0" presId="urn:microsoft.com/office/officeart/2005/8/layout/chevron1"/>
    <dgm:cxn modelId="{BDA76252-F739-4856-B99C-B26C49B32315}" type="presOf" srcId="{F66099B6-DBBD-4AB0-82D2-877B80F846F7}" destId="{4816CE36-F6CE-4918-88FE-4B475BA85210}" srcOrd="0" destOrd="0" presId="urn:microsoft.com/office/officeart/2005/8/layout/chevron1"/>
    <dgm:cxn modelId="{7F96AC57-2F84-4E8C-AA92-E82865EE63FE}" srcId="{EE62A4F6-4AC4-435B-990E-81A71CE8CAC7}" destId="{386C2B6D-2EE1-4682-AE61-EE246CD54E31}" srcOrd="1" destOrd="0" parTransId="{649D72FB-0D8F-479C-87D1-C73133EF35E2}" sibTransId="{E1C9E6F1-2ED2-4DD8-9B78-28FC1AF5D352}"/>
    <dgm:cxn modelId="{0FCF8378-2A54-4C9A-B408-BAE7E7971314}" type="presOf" srcId="{110CC072-E78D-486A-BD24-8CD6CE5683E0}" destId="{372B1184-8D6E-4A0B-8A85-02E5CA82F04B}" srcOrd="0" destOrd="0" presId="urn:microsoft.com/office/officeart/2005/8/layout/chevron1"/>
    <dgm:cxn modelId="{12E2837A-E0CB-4370-BF82-9F49C66E3D7F}" type="presOf" srcId="{36045517-CEA4-4BE3-B836-C2B6BFE5649B}" destId="{909B1091-7A58-475E-9E51-E87DD31876B2}" srcOrd="0" destOrd="0" presId="urn:microsoft.com/office/officeart/2005/8/layout/chevron1"/>
    <dgm:cxn modelId="{2B98897D-9937-49AC-9FE9-6629E912033A}" srcId="{2A22E84C-3AA3-4E9C-AE5F-9C2FB0D7FB11}" destId="{9ADACFBF-2A78-45C9-A7C4-5E5DBC674760}" srcOrd="0" destOrd="0" parTransId="{E121796C-71AB-4354-A1D4-3BF0025298A5}" sibTransId="{F3FE7E5A-DC73-423B-998C-02943CF263BF}"/>
    <dgm:cxn modelId="{2DC24386-BC50-4BAB-8571-16CB10C2603C}" srcId="{F66099B6-DBBD-4AB0-82D2-877B80F846F7}" destId="{6CF284C3-4A70-4432-8F33-E75A802B3330}" srcOrd="0" destOrd="0" parTransId="{044831E6-2FC9-4DDA-81FB-5FA418568D07}" sibTransId="{CD50B82D-84BB-4747-B282-ABB339EBA294}"/>
    <dgm:cxn modelId="{64982B8C-F5B2-4DF3-92D7-B681653A8D8C}" type="presOf" srcId="{EE62A4F6-4AC4-435B-990E-81A71CE8CAC7}" destId="{01CC898F-E047-47A5-A0C7-68C2E630627F}" srcOrd="0" destOrd="0" presId="urn:microsoft.com/office/officeart/2005/8/layout/chevron1"/>
    <dgm:cxn modelId="{865C9191-DA1B-4343-A847-453837FA5071}" type="presOf" srcId="{58D227BE-5347-46B4-BFB0-E5B3D9F1DBE1}" destId="{87CD42A5-502C-4653-A576-873FBAD7ED33}" srcOrd="0" destOrd="2" presId="urn:microsoft.com/office/officeart/2005/8/layout/chevron1"/>
    <dgm:cxn modelId="{C99CE395-39F6-46B4-938C-9BF085685D1A}" srcId="{EE62A4F6-4AC4-435B-990E-81A71CE8CAC7}" destId="{3CE06941-9820-4827-8B16-CD80CC49F780}" srcOrd="0" destOrd="0" parTransId="{141A3C92-8966-4E2F-82E4-2E09E22674B2}" sibTransId="{F58FC55B-E61F-445C-956E-0BB2202254CA}"/>
    <dgm:cxn modelId="{7AF91B96-DA69-42D6-83DE-0E63677A4C47}" srcId="{2A22E84C-3AA3-4E9C-AE5F-9C2FB0D7FB11}" destId="{6C39594C-4AE1-4221-9751-E4FBA9469435}" srcOrd="1" destOrd="0" parTransId="{EA90E5E0-265B-4677-A3EF-FCD0DFDF4F41}" sibTransId="{F04E3063-747B-4761-B46E-8C06B2EF3C55}"/>
    <dgm:cxn modelId="{2653FE9C-C0B5-472A-A620-95849A732992}" type="presOf" srcId="{F64D9B44-8949-42CE-A3F5-920CF85E6D38}" destId="{372B1184-8D6E-4A0B-8A85-02E5CA82F04B}" srcOrd="0" destOrd="1" presId="urn:microsoft.com/office/officeart/2005/8/layout/chevron1"/>
    <dgm:cxn modelId="{07613BA3-9932-4EE5-AB63-8FF6D4DE2A01}" type="presOf" srcId="{9ADACFBF-2A78-45C9-A7C4-5E5DBC674760}" destId="{1026BE8E-BF02-4766-BF09-55618C294003}" srcOrd="0" destOrd="0" presId="urn:microsoft.com/office/officeart/2005/8/layout/chevron1"/>
    <dgm:cxn modelId="{3A2CECA6-0C5B-46BB-B7C6-7D37E9D210BD}" srcId="{B9C32B05-62EA-407A-B21C-2310C7945705}" destId="{EE62A4F6-4AC4-435B-990E-81A71CE8CAC7}" srcOrd="2" destOrd="0" parTransId="{F287B947-7343-4FA2-B288-B23A59FFAE31}" sibTransId="{389F9A93-0231-4877-8C41-5D5B8DD7AAC0}"/>
    <dgm:cxn modelId="{F57A6CA9-0C20-4D07-8B1D-A4603634BD00}" type="presOf" srcId="{6CF284C3-4A70-4432-8F33-E75A802B3330}" destId="{87CD42A5-502C-4653-A576-873FBAD7ED33}" srcOrd="0" destOrd="0" presId="urn:microsoft.com/office/officeart/2005/8/layout/chevron1"/>
    <dgm:cxn modelId="{FB1E43BE-B8E7-45F2-8320-08742725D7D3}" type="presOf" srcId="{6C39594C-4AE1-4221-9751-E4FBA9469435}" destId="{1026BE8E-BF02-4766-BF09-55618C294003}" srcOrd="0" destOrd="1" presId="urn:microsoft.com/office/officeart/2005/8/layout/chevron1"/>
    <dgm:cxn modelId="{5670A7D8-BA42-4857-8679-D269077AD7D7}" srcId="{36045517-CEA4-4BE3-B836-C2B6BFE5649B}" destId="{110CC072-E78D-486A-BD24-8CD6CE5683E0}" srcOrd="0" destOrd="0" parTransId="{EFE20FCA-41FE-42D4-8C71-85751017ADFF}" sibTransId="{C901204A-BC8E-4B62-854A-DFB2104323F5}"/>
    <dgm:cxn modelId="{24F8CBE2-5003-4E69-A772-6B98F2B05181}" srcId="{42D71409-67F9-455C-8C6D-716D284AAA6B}" destId="{3AF880A5-0F00-4315-A5DF-1FE656798601}" srcOrd="1" destOrd="0" parTransId="{A13BB1F9-5857-4B43-8BF5-6589AA2CB759}" sibTransId="{C198C41D-2640-4669-83ED-E0CD35701C8E}"/>
    <dgm:cxn modelId="{BEB859E7-C343-408E-86A1-667C27EE5761}" srcId="{B9C32B05-62EA-407A-B21C-2310C7945705}" destId="{2A22E84C-3AA3-4E9C-AE5F-9C2FB0D7FB11}" srcOrd="3" destOrd="0" parTransId="{6C025E55-DF42-4C5D-AFD5-6015FA053D46}" sibTransId="{744EA591-F199-49C2-B63A-82709D96C729}"/>
    <dgm:cxn modelId="{6D49E1EE-3FED-47CD-87EA-7EB1EDB571D7}" type="presOf" srcId="{2A22E84C-3AA3-4E9C-AE5F-9C2FB0D7FB11}" destId="{00E3E44E-3A16-42F4-814B-87EE5976EFEA}" srcOrd="0" destOrd="0" presId="urn:microsoft.com/office/officeart/2005/8/layout/chevron1"/>
    <dgm:cxn modelId="{58AD7EEF-D408-406B-87EE-4691D4C30668}" srcId="{42D71409-67F9-455C-8C6D-716D284AAA6B}" destId="{8EA7219F-BDB2-48EB-9EEB-3133522D132E}" srcOrd="0" destOrd="0" parTransId="{3EE8403A-CB7C-4815-85BD-AEBCAEB71B37}" sibTransId="{C94B7947-85DC-4B21-BB99-DF8438356F98}"/>
    <dgm:cxn modelId="{8B2466ED-8E6C-45D9-B8CF-D3EF4E12D8C2}" type="presParOf" srcId="{D54FFBFA-705F-4427-8F96-9CB2949BC6BD}" destId="{2DB8D5A6-8356-4C58-AD25-11CBD7AE77B0}" srcOrd="0" destOrd="0" presId="urn:microsoft.com/office/officeart/2005/8/layout/chevron1"/>
    <dgm:cxn modelId="{BE79DBBA-FB9E-418E-A996-EC1A7684B250}" type="presParOf" srcId="{2DB8D5A6-8356-4C58-AD25-11CBD7AE77B0}" destId="{F9F15055-514E-425A-842C-057BC8D68A2F}" srcOrd="0" destOrd="0" presId="urn:microsoft.com/office/officeart/2005/8/layout/chevron1"/>
    <dgm:cxn modelId="{52AB5699-02D4-489A-896A-AA1F4BCC345C}" type="presParOf" srcId="{2DB8D5A6-8356-4C58-AD25-11CBD7AE77B0}" destId="{9FC0D3AB-43C8-471A-B2F5-8F354113C904}" srcOrd="1" destOrd="0" presId="urn:microsoft.com/office/officeart/2005/8/layout/chevron1"/>
    <dgm:cxn modelId="{545F2156-3FF7-4534-9A86-E485C084EF3D}" type="presParOf" srcId="{D54FFBFA-705F-4427-8F96-9CB2949BC6BD}" destId="{27039EFD-14C6-49D0-B274-C92695961DEE}" srcOrd="1" destOrd="0" presId="urn:microsoft.com/office/officeart/2005/8/layout/chevron1"/>
    <dgm:cxn modelId="{8FC6F987-C7CC-48C2-92F9-CBB2CE495772}" type="presParOf" srcId="{D54FFBFA-705F-4427-8F96-9CB2949BC6BD}" destId="{C4B3E421-86EF-453E-9713-8D710F8FB3D0}" srcOrd="2" destOrd="0" presId="urn:microsoft.com/office/officeart/2005/8/layout/chevron1"/>
    <dgm:cxn modelId="{0A84EFD6-0FDA-4A98-AD7F-B15F982F50B6}" type="presParOf" srcId="{C4B3E421-86EF-453E-9713-8D710F8FB3D0}" destId="{4816CE36-F6CE-4918-88FE-4B475BA85210}" srcOrd="0" destOrd="0" presId="urn:microsoft.com/office/officeart/2005/8/layout/chevron1"/>
    <dgm:cxn modelId="{7E6328F8-53B4-4D1C-B653-07A402B4A0F9}" type="presParOf" srcId="{C4B3E421-86EF-453E-9713-8D710F8FB3D0}" destId="{87CD42A5-502C-4653-A576-873FBAD7ED33}" srcOrd="1" destOrd="0" presId="urn:microsoft.com/office/officeart/2005/8/layout/chevron1"/>
    <dgm:cxn modelId="{CF3BF725-0986-4097-BAE0-8527B9DBF77D}" type="presParOf" srcId="{D54FFBFA-705F-4427-8F96-9CB2949BC6BD}" destId="{6E032A56-BA88-4C3D-936B-E4CAA121FC0D}" srcOrd="3" destOrd="0" presId="urn:microsoft.com/office/officeart/2005/8/layout/chevron1"/>
    <dgm:cxn modelId="{60F876E7-E8B5-40BF-BC55-CDBC6B1EBF09}" type="presParOf" srcId="{D54FFBFA-705F-4427-8F96-9CB2949BC6BD}" destId="{33D81082-F362-44DE-BB8B-710A5B957CE9}" srcOrd="4" destOrd="0" presId="urn:microsoft.com/office/officeart/2005/8/layout/chevron1"/>
    <dgm:cxn modelId="{F6D5F034-AC07-4E84-B8D7-4884421B2BF6}" type="presParOf" srcId="{33D81082-F362-44DE-BB8B-710A5B957CE9}" destId="{01CC898F-E047-47A5-A0C7-68C2E630627F}" srcOrd="0" destOrd="0" presId="urn:microsoft.com/office/officeart/2005/8/layout/chevron1"/>
    <dgm:cxn modelId="{F996FD32-7790-48B9-B537-E246E892318B}" type="presParOf" srcId="{33D81082-F362-44DE-BB8B-710A5B957CE9}" destId="{0486E598-DF91-438D-B735-1D0D48CC45CE}" srcOrd="1" destOrd="0" presId="urn:microsoft.com/office/officeart/2005/8/layout/chevron1"/>
    <dgm:cxn modelId="{65D0D6CA-2201-4122-B3D4-91B12D02F2B7}" type="presParOf" srcId="{D54FFBFA-705F-4427-8F96-9CB2949BC6BD}" destId="{68E6D7A6-5966-491E-8127-5255E38F4902}" srcOrd="5" destOrd="0" presId="urn:microsoft.com/office/officeart/2005/8/layout/chevron1"/>
    <dgm:cxn modelId="{C49E832B-E15D-4683-B3DB-AB7AFA414DFD}" type="presParOf" srcId="{D54FFBFA-705F-4427-8F96-9CB2949BC6BD}" destId="{13E7C4D9-4AA8-478C-8468-76F6D8C6448E}" srcOrd="6" destOrd="0" presId="urn:microsoft.com/office/officeart/2005/8/layout/chevron1"/>
    <dgm:cxn modelId="{976A0660-1F43-4F31-93D5-4A28939E24C7}" type="presParOf" srcId="{13E7C4D9-4AA8-478C-8468-76F6D8C6448E}" destId="{00E3E44E-3A16-42F4-814B-87EE5976EFEA}" srcOrd="0" destOrd="0" presId="urn:microsoft.com/office/officeart/2005/8/layout/chevron1"/>
    <dgm:cxn modelId="{3198BC5F-CEB8-4240-A59D-A338A36B3AA6}" type="presParOf" srcId="{13E7C4D9-4AA8-478C-8468-76F6D8C6448E}" destId="{1026BE8E-BF02-4766-BF09-55618C294003}" srcOrd="1" destOrd="0" presId="urn:microsoft.com/office/officeart/2005/8/layout/chevron1"/>
    <dgm:cxn modelId="{06ECEFE0-E1BA-4C70-A914-5B350520165F}" type="presParOf" srcId="{D54FFBFA-705F-4427-8F96-9CB2949BC6BD}" destId="{4C43FF0F-EFF6-4789-8986-55DA4B40A483}" srcOrd="7" destOrd="0" presId="urn:microsoft.com/office/officeart/2005/8/layout/chevron1"/>
    <dgm:cxn modelId="{78A26506-3C38-48D4-A9D8-8CEE8D44D6A7}" type="presParOf" srcId="{D54FFBFA-705F-4427-8F96-9CB2949BC6BD}" destId="{1D6A0898-BDEB-4E13-8E6A-D9E87B5F55CD}" srcOrd="8" destOrd="0" presId="urn:microsoft.com/office/officeart/2005/8/layout/chevron1"/>
    <dgm:cxn modelId="{17EAC829-895B-4571-9AD1-15F968A9FDB7}" type="presParOf" srcId="{1D6A0898-BDEB-4E13-8E6A-D9E87B5F55CD}" destId="{909B1091-7A58-475E-9E51-E87DD31876B2}" srcOrd="0" destOrd="0" presId="urn:microsoft.com/office/officeart/2005/8/layout/chevron1"/>
    <dgm:cxn modelId="{F7963F93-8AB2-42E6-A282-7C2BBEA135E0}" type="presParOf" srcId="{1D6A0898-BDEB-4E13-8E6A-D9E87B5F55CD}" destId="{372B1184-8D6E-4A0B-8A85-02E5CA82F04B}" srcOrd="1" destOrd="0" presId="urn:microsoft.com/office/officeart/2005/8/layout/chevron1"/>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60.xml><?xml version="1.0" encoding="utf-8"?>
<dgm:dataModel xmlns:dgm="http://schemas.openxmlformats.org/drawingml/2006/diagram" xmlns:a="http://schemas.openxmlformats.org/drawingml/2006/main">
  <dgm:ptLst>
    <dgm:pt modelId="{B9C32B05-62EA-407A-B21C-2310C7945705}" type="doc">
      <dgm:prSet loTypeId="urn:microsoft.com/office/officeart/2005/8/layout/chevronAccent+Icon" loCatId="process"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F66099B6-DBBD-4AB0-82D2-877B80F846F7}">
      <dgm:prSet phldrT="[Text]"/>
      <dgm:spPr/>
      <dgm:t>
        <a:bodyPr/>
        <a:lstStyle/>
        <a:p>
          <a:r>
            <a:rPr lang="en-US" dirty="0"/>
            <a:t>Lorem Ipsum</a:t>
          </a:r>
        </a:p>
      </dgm:t>
    </dgm:pt>
    <dgm:pt modelId="{B09C8BFB-F41C-4AC4-AB94-F216E3081C2D}" type="parTrans" cxnId="{B4F3EA32-CE64-4A92-9BAE-BC57E5392B05}">
      <dgm:prSet/>
      <dgm:spPr/>
      <dgm:t>
        <a:bodyPr/>
        <a:lstStyle/>
        <a:p>
          <a:endParaRPr lang="en-US"/>
        </a:p>
      </dgm:t>
    </dgm:pt>
    <dgm:pt modelId="{BC531B32-9B0E-482E-BF91-65C61F17168D}" type="sibTrans" cxnId="{B4F3EA32-CE64-4A92-9BAE-BC57E5392B05}">
      <dgm:prSet/>
      <dgm:spPr/>
      <dgm:t>
        <a:bodyPr/>
        <a:lstStyle/>
        <a:p>
          <a:endParaRPr lang="en-US"/>
        </a:p>
      </dgm:t>
    </dgm:pt>
    <dgm:pt modelId="{EE62A4F6-4AC4-435B-990E-81A71CE8CAC7}">
      <dgm:prSet phldrT="[Text]"/>
      <dgm:spPr/>
      <dgm:t>
        <a:bodyPr/>
        <a:lstStyle/>
        <a:p>
          <a:r>
            <a:rPr lang="en-US" dirty="0"/>
            <a:t>Lorem Ipsum</a:t>
          </a:r>
        </a:p>
      </dgm:t>
    </dgm:pt>
    <dgm:pt modelId="{F287B947-7343-4FA2-B288-B23A59FFAE31}" type="parTrans" cxnId="{3A2CECA6-0C5B-46BB-B7C6-7D37E9D210BD}">
      <dgm:prSet/>
      <dgm:spPr/>
      <dgm:t>
        <a:bodyPr/>
        <a:lstStyle/>
        <a:p>
          <a:endParaRPr lang="en-US"/>
        </a:p>
      </dgm:t>
    </dgm:pt>
    <dgm:pt modelId="{389F9A93-0231-4877-8C41-5D5B8DD7AAC0}" type="sibTrans" cxnId="{3A2CECA6-0C5B-46BB-B7C6-7D37E9D210BD}">
      <dgm:prSet/>
      <dgm:spPr/>
      <dgm:t>
        <a:bodyPr/>
        <a:lstStyle/>
        <a:p>
          <a:endParaRPr lang="en-US"/>
        </a:p>
      </dgm:t>
    </dgm:pt>
    <dgm:pt modelId="{6CF284C3-4A70-4432-8F33-E75A802B3330}">
      <dgm:prSet/>
      <dgm:spPr/>
      <dgm:t>
        <a:bodyPr/>
        <a:lstStyle/>
        <a:p>
          <a:r>
            <a:rPr lang="en-US" dirty="0"/>
            <a:t>Some text here</a:t>
          </a:r>
        </a:p>
      </dgm:t>
    </dgm:pt>
    <dgm:pt modelId="{044831E6-2FC9-4DDA-81FB-5FA418568D07}" type="parTrans" cxnId="{2DC24386-BC50-4BAB-8571-16CB10C2603C}">
      <dgm:prSet/>
      <dgm:spPr/>
      <dgm:t>
        <a:bodyPr/>
        <a:lstStyle/>
        <a:p>
          <a:endParaRPr lang="en-US"/>
        </a:p>
      </dgm:t>
    </dgm:pt>
    <dgm:pt modelId="{CD50B82D-84BB-4747-B282-ABB339EBA294}" type="sibTrans" cxnId="{2DC24386-BC50-4BAB-8571-16CB10C2603C}">
      <dgm:prSet/>
      <dgm:spPr/>
      <dgm:t>
        <a:bodyPr/>
        <a:lstStyle/>
        <a:p>
          <a:endParaRPr lang="en-US"/>
        </a:p>
      </dgm:t>
    </dgm:pt>
    <dgm:pt modelId="{3AF880A5-0F00-4315-A5DF-1FE656798601}">
      <dgm:prSet phldrT="[Text]"/>
      <dgm:spPr/>
      <dgm:t>
        <a:bodyPr/>
        <a:lstStyle/>
        <a:p>
          <a:r>
            <a:rPr lang="en-US" dirty="0"/>
            <a:t>Some text here</a:t>
          </a:r>
        </a:p>
      </dgm:t>
    </dgm:pt>
    <dgm:pt modelId="{A13BB1F9-5857-4B43-8BF5-6589AA2CB759}" type="parTrans" cxnId="{24F8CBE2-5003-4E69-A772-6B98F2B05181}">
      <dgm:prSet/>
      <dgm:spPr/>
      <dgm:t>
        <a:bodyPr/>
        <a:lstStyle/>
        <a:p>
          <a:endParaRPr lang="en-US"/>
        </a:p>
      </dgm:t>
    </dgm:pt>
    <dgm:pt modelId="{C198C41D-2640-4669-83ED-E0CD35701C8E}" type="sibTrans" cxnId="{24F8CBE2-5003-4E69-A772-6B98F2B05181}">
      <dgm:prSet/>
      <dgm:spPr/>
      <dgm:t>
        <a:bodyPr/>
        <a:lstStyle/>
        <a:p>
          <a:endParaRPr lang="en-US"/>
        </a:p>
      </dgm:t>
    </dgm:pt>
    <dgm:pt modelId="{8EA7219F-BDB2-48EB-9EEB-3133522D132E}">
      <dgm:prSet phldrT="[Text]"/>
      <dgm:spPr/>
      <dgm:t>
        <a:bodyPr/>
        <a:lstStyle/>
        <a:p>
          <a:r>
            <a:rPr lang="en-US" dirty="0"/>
            <a:t>Some text here</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BE788BF5-FE9F-4C7D-A1CD-9232D7860179}">
      <dgm:prSet phldrT="[Text]"/>
      <dgm:spPr/>
      <dgm:t>
        <a:bodyPr/>
        <a:lstStyle/>
        <a:p>
          <a:r>
            <a:rPr lang="en-US"/>
            <a:t>Some text here</a:t>
          </a:r>
          <a:endParaRPr lang="en-US" dirty="0"/>
        </a:p>
      </dgm:t>
    </dgm:pt>
    <dgm:pt modelId="{963A52CB-C772-45F2-8A30-8ABA6B14D3CE}" type="parTrans" cxnId="{35013F34-57BC-4E3C-A003-07C0E49926DB}">
      <dgm:prSet/>
      <dgm:spPr/>
      <dgm:t>
        <a:bodyPr/>
        <a:lstStyle/>
        <a:p>
          <a:endParaRPr lang="en-US"/>
        </a:p>
      </dgm:t>
    </dgm:pt>
    <dgm:pt modelId="{88191C5E-55BA-42F2-B842-FC86CBBADC0F}" type="sibTrans" cxnId="{35013F34-57BC-4E3C-A003-07C0E49926DB}">
      <dgm:prSet/>
      <dgm:spPr/>
      <dgm:t>
        <a:bodyPr/>
        <a:lstStyle/>
        <a:p>
          <a:endParaRPr lang="en-US"/>
        </a:p>
      </dgm:t>
    </dgm:pt>
    <dgm:pt modelId="{3CE06941-9820-4827-8B16-CD80CC49F780}">
      <dgm:prSet phldrT="[Text]"/>
      <dgm:spPr/>
      <dgm:t>
        <a:bodyPr/>
        <a:lstStyle/>
        <a:p>
          <a:r>
            <a:rPr lang="en-US" dirty="0"/>
            <a:t>Some text here</a:t>
          </a:r>
        </a:p>
      </dgm:t>
    </dgm:pt>
    <dgm:pt modelId="{141A3C92-8966-4E2F-82E4-2E09E22674B2}" type="parTrans" cxnId="{C99CE395-39F6-46B4-938C-9BF085685D1A}">
      <dgm:prSet/>
      <dgm:spPr/>
      <dgm:t>
        <a:bodyPr/>
        <a:lstStyle/>
        <a:p>
          <a:endParaRPr lang="en-US"/>
        </a:p>
      </dgm:t>
    </dgm:pt>
    <dgm:pt modelId="{F58FC55B-E61F-445C-956E-0BB2202254CA}" type="sibTrans" cxnId="{C99CE395-39F6-46B4-938C-9BF085685D1A}">
      <dgm:prSet/>
      <dgm:spPr/>
      <dgm:t>
        <a:bodyPr/>
        <a:lstStyle/>
        <a:p>
          <a:endParaRPr lang="en-US"/>
        </a:p>
      </dgm:t>
    </dgm:pt>
    <dgm:pt modelId="{386C2B6D-2EE1-4682-AE61-EE246CD54E31}">
      <dgm:prSet phldrT="[Text]"/>
      <dgm:spPr/>
      <dgm:t>
        <a:bodyPr/>
        <a:lstStyle/>
        <a:p>
          <a:r>
            <a:rPr lang="en-US" dirty="0"/>
            <a:t>Some text here</a:t>
          </a:r>
        </a:p>
      </dgm:t>
    </dgm:pt>
    <dgm:pt modelId="{649D72FB-0D8F-479C-87D1-C73133EF35E2}" type="parTrans" cxnId="{7F96AC57-2F84-4E8C-AA92-E82865EE63FE}">
      <dgm:prSet/>
      <dgm:spPr/>
      <dgm:t>
        <a:bodyPr/>
        <a:lstStyle/>
        <a:p>
          <a:endParaRPr lang="en-US"/>
        </a:p>
      </dgm:t>
    </dgm:pt>
    <dgm:pt modelId="{E1C9E6F1-2ED2-4DD8-9B78-28FC1AF5D352}" type="sibTrans" cxnId="{7F96AC57-2F84-4E8C-AA92-E82865EE63FE}">
      <dgm:prSet/>
      <dgm:spPr/>
      <dgm:t>
        <a:bodyPr/>
        <a:lstStyle/>
        <a:p>
          <a:endParaRPr lang="en-US"/>
        </a:p>
      </dgm:t>
    </dgm:pt>
    <dgm:pt modelId="{2A22E84C-3AA3-4E9C-AE5F-9C2FB0D7FB11}">
      <dgm:prSet phldrT="[Text]"/>
      <dgm:spPr/>
      <dgm:t>
        <a:bodyPr/>
        <a:lstStyle/>
        <a:p>
          <a:r>
            <a:rPr lang="en-US"/>
            <a:t>Lorem Ipsum</a:t>
          </a:r>
          <a:endParaRPr lang="en-US" dirty="0"/>
        </a:p>
      </dgm:t>
    </dgm:pt>
    <dgm:pt modelId="{6C025E55-DF42-4C5D-AFD5-6015FA053D46}" type="parTrans" cxnId="{BEB859E7-C343-408E-86A1-667C27EE5761}">
      <dgm:prSet/>
      <dgm:spPr/>
      <dgm:t>
        <a:bodyPr/>
        <a:lstStyle/>
        <a:p>
          <a:endParaRPr lang="en-US"/>
        </a:p>
      </dgm:t>
    </dgm:pt>
    <dgm:pt modelId="{744EA591-F199-49C2-B63A-82709D96C729}" type="sibTrans" cxnId="{BEB859E7-C343-408E-86A1-667C27EE5761}">
      <dgm:prSet/>
      <dgm:spPr/>
      <dgm:t>
        <a:bodyPr/>
        <a:lstStyle/>
        <a:p>
          <a:endParaRPr lang="en-US"/>
        </a:p>
      </dgm:t>
    </dgm:pt>
    <dgm:pt modelId="{9ADACFBF-2A78-45C9-A7C4-5E5DBC674760}">
      <dgm:prSet phldrT="[Text]"/>
      <dgm:spPr/>
      <dgm:t>
        <a:bodyPr/>
        <a:lstStyle/>
        <a:p>
          <a:r>
            <a:rPr lang="en-US" dirty="0"/>
            <a:t>Some text here</a:t>
          </a:r>
        </a:p>
      </dgm:t>
    </dgm:pt>
    <dgm:pt modelId="{E121796C-71AB-4354-A1D4-3BF0025298A5}" type="parTrans" cxnId="{2B98897D-9937-49AC-9FE9-6629E912033A}">
      <dgm:prSet/>
      <dgm:spPr/>
      <dgm:t>
        <a:bodyPr/>
        <a:lstStyle/>
        <a:p>
          <a:endParaRPr lang="en-US"/>
        </a:p>
      </dgm:t>
    </dgm:pt>
    <dgm:pt modelId="{F3FE7E5A-DC73-423B-998C-02943CF263BF}" type="sibTrans" cxnId="{2B98897D-9937-49AC-9FE9-6629E912033A}">
      <dgm:prSet/>
      <dgm:spPr/>
      <dgm:t>
        <a:bodyPr/>
        <a:lstStyle/>
        <a:p>
          <a:endParaRPr lang="en-US"/>
        </a:p>
      </dgm:t>
    </dgm:pt>
    <dgm:pt modelId="{6C39594C-4AE1-4221-9751-E4FBA9469435}">
      <dgm:prSet phldrT="[Text]"/>
      <dgm:spPr/>
      <dgm:t>
        <a:bodyPr/>
        <a:lstStyle/>
        <a:p>
          <a:r>
            <a:rPr lang="en-US" dirty="0"/>
            <a:t>Some </a:t>
          </a:r>
          <a:r>
            <a:rPr lang="en-US"/>
            <a:t>text here</a:t>
          </a:r>
          <a:endParaRPr lang="en-US" dirty="0"/>
        </a:p>
      </dgm:t>
    </dgm:pt>
    <dgm:pt modelId="{EA90E5E0-265B-4677-A3EF-FCD0DFDF4F41}" type="parTrans" cxnId="{7AF91B96-DA69-42D6-83DE-0E63677A4C47}">
      <dgm:prSet/>
      <dgm:spPr/>
      <dgm:t>
        <a:bodyPr/>
        <a:lstStyle/>
        <a:p>
          <a:endParaRPr lang="en-US"/>
        </a:p>
      </dgm:t>
    </dgm:pt>
    <dgm:pt modelId="{F04E3063-747B-4761-B46E-8C06B2EF3C55}" type="sibTrans" cxnId="{7AF91B96-DA69-42D6-83DE-0E63677A4C47}">
      <dgm:prSet/>
      <dgm:spPr/>
      <dgm:t>
        <a:bodyPr/>
        <a:lstStyle/>
        <a:p>
          <a:endParaRPr lang="en-US"/>
        </a:p>
      </dgm:t>
    </dgm:pt>
    <dgm:pt modelId="{A0A24C34-BD6E-44DA-B2A0-8536D55C1A96}" type="pres">
      <dgm:prSet presAssocID="{B9C32B05-62EA-407A-B21C-2310C7945705}" presName="Name0" presStyleCnt="0">
        <dgm:presLayoutVars>
          <dgm:dir/>
          <dgm:resizeHandles val="exact"/>
        </dgm:presLayoutVars>
      </dgm:prSet>
      <dgm:spPr/>
    </dgm:pt>
    <dgm:pt modelId="{A394EC24-255A-4561-8DD0-374135C1CDC6}" type="pres">
      <dgm:prSet presAssocID="{42D71409-67F9-455C-8C6D-716D284AAA6B}" presName="composite" presStyleCnt="0"/>
      <dgm:spPr/>
    </dgm:pt>
    <dgm:pt modelId="{C68374FE-D8A7-4CEE-99DA-C0848BAD90F0}" type="pres">
      <dgm:prSet presAssocID="{42D71409-67F9-455C-8C6D-716D284AAA6B}" presName="bgChev" presStyleLbl="node1" presStyleIdx="0" presStyleCnt="4"/>
      <dgm:spPr/>
    </dgm:pt>
    <dgm:pt modelId="{3DBC5DBB-76ED-40D4-8200-8CCCF179C263}" type="pres">
      <dgm:prSet presAssocID="{42D71409-67F9-455C-8C6D-716D284AAA6B}" presName="txNode" presStyleLbl="fgAcc1" presStyleIdx="0" presStyleCnt="4">
        <dgm:presLayoutVars>
          <dgm:bulletEnabled val="1"/>
        </dgm:presLayoutVars>
      </dgm:prSet>
      <dgm:spPr/>
    </dgm:pt>
    <dgm:pt modelId="{0597A175-F12C-4A68-B559-5452056EF714}" type="pres">
      <dgm:prSet presAssocID="{478B7D3C-9FB4-4BC6-90AC-49960560DECD}" presName="compositeSpace" presStyleCnt="0"/>
      <dgm:spPr/>
    </dgm:pt>
    <dgm:pt modelId="{DDCDD873-7DD8-4B10-9926-211CB4866A28}" type="pres">
      <dgm:prSet presAssocID="{F66099B6-DBBD-4AB0-82D2-877B80F846F7}" presName="composite" presStyleCnt="0"/>
      <dgm:spPr/>
    </dgm:pt>
    <dgm:pt modelId="{02C45FE5-5FEB-47D7-AA8D-FA4CF72B52CE}" type="pres">
      <dgm:prSet presAssocID="{F66099B6-DBBD-4AB0-82D2-877B80F846F7}" presName="bgChev" presStyleLbl="node1" presStyleIdx="1" presStyleCnt="4"/>
      <dgm:spPr/>
    </dgm:pt>
    <dgm:pt modelId="{D89B861F-3C91-44DE-88E8-83D87D88C028}" type="pres">
      <dgm:prSet presAssocID="{F66099B6-DBBD-4AB0-82D2-877B80F846F7}" presName="txNode" presStyleLbl="fgAcc1" presStyleIdx="1" presStyleCnt="4">
        <dgm:presLayoutVars>
          <dgm:bulletEnabled val="1"/>
        </dgm:presLayoutVars>
      </dgm:prSet>
      <dgm:spPr/>
    </dgm:pt>
    <dgm:pt modelId="{4E6C2AFB-C949-4A5E-8EDE-43E791795FE7}" type="pres">
      <dgm:prSet presAssocID="{BC531B32-9B0E-482E-BF91-65C61F17168D}" presName="compositeSpace" presStyleCnt="0"/>
      <dgm:spPr/>
    </dgm:pt>
    <dgm:pt modelId="{14AE89F9-550A-4788-AB1D-AD560A20C346}" type="pres">
      <dgm:prSet presAssocID="{EE62A4F6-4AC4-435B-990E-81A71CE8CAC7}" presName="composite" presStyleCnt="0"/>
      <dgm:spPr/>
    </dgm:pt>
    <dgm:pt modelId="{02386FDD-59B7-489D-81BA-80160C345759}" type="pres">
      <dgm:prSet presAssocID="{EE62A4F6-4AC4-435B-990E-81A71CE8CAC7}" presName="bgChev" presStyleLbl="node1" presStyleIdx="2" presStyleCnt="4"/>
      <dgm:spPr/>
    </dgm:pt>
    <dgm:pt modelId="{DA27E714-2093-4EAD-93E2-AE58C2C9297A}" type="pres">
      <dgm:prSet presAssocID="{EE62A4F6-4AC4-435B-990E-81A71CE8CAC7}" presName="txNode" presStyleLbl="fgAcc1" presStyleIdx="2" presStyleCnt="4">
        <dgm:presLayoutVars>
          <dgm:bulletEnabled val="1"/>
        </dgm:presLayoutVars>
      </dgm:prSet>
      <dgm:spPr/>
    </dgm:pt>
    <dgm:pt modelId="{1289903F-5461-4F84-89AB-1938814B79FD}" type="pres">
      <dgm:prSet presAssocID="{389F9A93-0231-4877-8C41-5D5B8DD7AAC0}" presName="compositeSpace" presStyleCnt="0"/>
      <dgm:spPr/>
    </dgm:pt>
    <dgm:pt modelId="{AFECCD03-1A03-42E7-BEA8-08B531DD2CBE}" type="pres">
      <dgm:prSet presAssocID="{2A22E84C-3AA3-4E9C-AE5F-9C2FB0D7FB11}" presName="composite" presStyleCnt="0"/>
      <dgm:spPr/>
    </dgm:pt>
    <dgm:pt modelId="{BB6B0E84-606D-4C15-A84B-BB5856D7BADE}" type="pres">
      <dgm:prSet presAssocID="{2A22E84C-3AA3-4E9C-AE5F-9C2FB0D7FB11}" presName="bgChev" presStyleLbl="node1" presStyleIdx="3" presStyleCnt="4"/>
      <dgm:spPr/>
    </dgm:pt>
    <dgm:pt modelId="{9E8EFACC-77F6-4DE0-A9A4-973EC2A4F87C}" type="pres">
      <dgm:prSet presAssocID="{2A22E84C-3AA3-4E9C-AE5F-9C2FB0D7FB11}" presName="txNode" presStyleLbl="fgAcc1" presStyleIdx="3" presStyleCnt="4">
        <dgm:presLayoutVars>
          <dgm:bulletEnabled val="1"/>
        </dgm:presLayoutVars>
      </dgm:prSet>
      <dgm:spPr/>
    </dgm:pt>
  </dgm:ptLst>
  <dgm:cxnLst>
    <dgm:cxn modelId="{BF6D0508-B79A-4BB3-93AF-773EFF70630F}" type="presOf" srcId="{BE788BF5-FE9F-4C7D-A1CD-9232D7860179}" destId="{D89B861F-3C91-44DE-88E8-83D87D88C028}" srcOrd="0" destOrd="2" presId="urn:microsoft.com/office/officeart/2005/8/layout/chevronAccent+Icon"/>
    <dgm:cxn modelId="{3B5E9311-3209-4867-9470-0C2EA3EB1860}" type="presOf" srcId="{6C39594C-4AE1-4221-9751-E4FBA9469435}" destId="{9E8EFACC-77F6-4DE0-A9A4-973EC2A4F87C}" srcOrd="0" destOrd="2" presId="urn:microsoft.com/office/officeart/2005/8/layout/chevronAccent+Icon"/>
    <dgm:cxn modelId="{B372DD15-4C4A-495A-9C35-CA95A641078F}" type="presOf" srcId="{3CE06941-9820-4827-8B16-CD80CC49F780}" destId="{DA27E714-2093-4EAD-93E2-AE58C2C9297A}" srcOrd="0" destOrd="1" presId="urn:microsoft.com/office/officeart/2005/8/layout/chevronAccent+Icon"/>
    <dgm:cxn modelId="{2AA9C11F-1F1D-428E-801A-47EAA766C99D}" srcId="{B9C32B05-62EA-407A-B21C-2310C7945705}" destId="{42D71409-67F9-455C-8C6D-716D284AAA6B}" srcOrd="0" destOrd="0" parTransId="{51680ED1-AF6E-4B28-AE94-92B0EFB0DF7D}" sibTransId="{478B7D3C-9FB4-4BC6-90AC-49960560DECD}"/>
    <dgm:cxn modelId="{EE54BB2C-D28A-4183-A339-7E70B6DFD781}" type="presOf" srcId="{8EA7219F-BDB2-48EB-9EEB-3133522D132E}" destId="{3DBC5DBB-76ED-40D4-8200-8CCCF179C263}" srcOrd="0" destOrd="1" presId="urn:microsoft.com/office/officeart/2005/8/layout/chevronAccent+Icon"/>
    <dgm:cxn modelId="{B4F3EA32-CE64-4A92-9BAE-BC57E5392B05}" srcId="{B9C32B05-62EA-407A-B21C-2310C7945705}" destId="{F66099B6-DBBD-4AB0-82D2-877B80F846F7}" srcOrd="1" destOrd="0" parTransId="{B09C8BFB-F41C-4AC4-AB94-F216E3081C2D}" sibTransId="{BC531B32-9B0E-482E-BF91-65C61F17168D}"/>
    <dgm:cxn modelId="{35013F34-57BC-4E3C-A003-07C0E49926DB}" srcId="{F66099B6-DBBD-4AB0-82D2-877B80F846F7}" destId="{BE788BF5-FE9F-4C7D-A1CD-9232D7860179}" srcOrd="1" destOrd="0" parTransId="{963A52CB-C772-45F2-8A30-8ABA6B14D3CE}" sibTransId="{88191C5E-55BA-42F2-B842-FC86CBBADC0F}"/>
    <dgm:cxn modelId="{FB23525B-1207-4298-B70E-510882F8D1D9}" type="presOf" srcId="{42D71409-67F9-455C-8C6D-716D284AAA6B}" destId="{3DBC5DBB-76ED-40D4-8200-8CCCF179C263}" srcOrd="0" destOrd="0" presId="urn:microsoft.com/office/officeart/2005/8/layout/chevronAccent+Icon"/>
    <dgm:cxn modelId="{59A80377-1B6A-4F65-9DA2-0CDCB504883A}" type="presOf" srcId="{3AF880A5-0F00-4315-A5DF-1FE656798601}" destId="{3DBC5DBB-76ED-40D4-8200-8CCCF179C263}" srcOrd="0" destOrd="2" presId="urn:microsoft.com/office/officeart/2005/8/layout/chevronAccent+Icon"/>
    <dgm:cxn modelId="{7F96AC57-2F84-4E8C-AA92-E82865EE63FE}" srcId="{EE62A4F6-4AC4-435B-990E-81A71CE8CAC7}" destId="{386C2B6D-2EE1-4682-AE61-EE246CD54E31}" srcOrd="1" destOrd="0" parTransId="{649D72FB-0D8F-479C-87D1-C73133EF35E2}" sibTransId="{E1C9E6F1-2ED2-4DD8-9B78-28FC1AF5D352}"/>
    <dgm:cxn modelId="{2B98897D-9937-49AC-9FE9-6629E912033A}" srcId="{2A22E84C-3AA3-4E9C-AE5F-9C2FB0D7FB11}" destId="{9ADACFBF-2A78-45C9-A7C4-5E5DBC674760}" srcOrd="0" destOrd="0" parTransId="{E121796C-71AB-4354-A1D4-3BF0025298A5}" sibTransId="{F3FE7E5A-DC73-423B-998C-02943CF263BF}"/>
    <dgm:cxn modelId="{38E59F7D-8634-49F7-A1B1-4F32470EE739}" type="presOf" srcId="{F66099B6-DBBD-4AB0-82D2-877B80F846F7}" destId="{D89B861F-3C91-44DE-88E8-83D87D88C028}" srcOrd="0" destOrd="0" presId="urn:microsoft.com/office/officeart/2005/8/layout/chevronAccent+Icon"/>
    <dgm:cxn modelId="{2DC24386-BC50-4BAB-8571-16CB10C2603C}" srcId="{F66099B6-DBBD-4AB0-82D2-877B80F846F7}" destId="{6CF284C3-4A70-4432-8F33-E75A802B3330}" srcOrd="0" destOrd="0" parTransId="{044831E6-2FC9-4DDA-81FB-5FA418568D07}" sibTransId="{CD50B82D-84BB-4747-B282-ABB339EBA294}"/>
    <dgm:cxn modelId="{6B6D2190-B69A-4E31-9EF0-D0D5419E97EB}" type="presOf" srcId="{B9C32B05-62EA-407A-B21C-2310C7945705}" destId="{A0A24C34-BD6E-44DA-B2A0-8536D55C1A96}" srcOrd="0" destOrd="0" presId="urn:microsoft.com/office/officeart/2005/8/layout/chevronAccent+Icon"/>
    <dgm:cxn modelId="{C99CE395-39F6-46B4-938C-9BF085685D1A}" srcId="{EE62A4F6-4AC4-435B-990E-81A71CE8CAC7}" destId="{3CE06941-9820-4827-8B16-CD80CC49F780}" srcOrd="0" destOrd="0" parTransId="{141A3C92-8966-4E2F-82E4-2E09E22674B2}" sibTransId="{F58FC55B-E61F-445C-956E-0BB2202254CA}"/>
    <dgm:cxn modelId="{7AF91B96-DA69-42D6-83DE-0E63677A4C47}" srcId="{2A22E84C-3AA3-4E9C-AE5F-9C2FB0D7FB11}" destId="{6C39594C-4AE1-4221-9751-E4FBA9469435}" srcOrd="1" destOrd="0" parTransId="{EA90E5E0-265B-4677-A3EF-FCD0DFDF4F41}" sibTransId="{F04E3063-747B-4761-B46E-8C06B2EF3C55}"/>
    <dgm:cxn modelId="{4008F09F-3B7E-484B-A69C-920C4454BC48}" type="presOf" srcId="{EE62A4F6-4AC4-435B-990E-81A71CE8CAC7}" destId="{DA27E714-2093-4EAD-93E2-AE58C2C9297A}" srcOrd="0" destOrd="0" presId="urn:microsoft.com/office/officeart/2005/8/layout/chevronAccent+Icon"/>
    <dgm:cxn modelId="{FD8D9CA4-4AA1-4F29-BA52-A5B0A46D8902}" type="presOf" srcId="{9ADACFBF-2A78-45C9-A7C4-5E5DBC674760}" destId="{9E8EFACC-77F6-4DE0-A9A4-973EC2A4F87C}" srcOrd="0" destOrd="1" presId="urn:microsoft.com/office/officeart/2005/8/layout/chevronAccent+Icon"/>
    <dgm:cxn modelId="{3A2CECA6-0C5B-46BB-B7C6-7D37E9D210BD}" srcId="{B9C32B05-62EA-407A-B21C-2310C7945705}" destId="{EE62A4F6-4AC4-435B-990E-81A71CE8CAC7}" srcOrd="2" destOrd="0" parTransId="{F287B947-7343-4FA2-B288-B23A59FFAE31}" sibTransId="{389F9A93-0231-4877-8C41-5D5B8DD7AAC0}"/>
    <dgm:cxn modelId="{75B467A9-1D96-416D-BD64-FFC3C146F57D}" type="presOf" srcId="{386C2B6D-2EE1-4682-AE61-EE246CD54E31}" destId="{DA27E714-2093-4EAD-93E2-AE58C2C9297A}" srcOrd="0" destOrd="2" presId="urn:microsoft.com/office/officeart/2005/8/layout/chevronAccent+Icon"/>
    <dgm:cxn modelId="{AE27DAAD-E4BF-4712-A1B8-814DEE705849}" type="presOf" srcId="{6CF284C3-4A70-4432-8F33-E75A802B3330}" destId="{D89B861F-3C91-44DE-88E8-83D87D88C028}" srcOrd="0" destOrd="1" presId="urn:microsoft.com/office/officeart/2005/8/layout/chevronAccent+Icon"/>
    <dgm:cxn modelId="{24F8CBE2-5003-4E69-A772-6B98F2B05181}" srcId="{42D71409-67F9-455C-8C6D-716D284AAA6B}" destId="{3AF880A5-0F00-4315-A5DF-1FE656798601}" srcOrd="1" destOrd="0" parTransId="{A13BB1F9-5857-4B43-8BF5-6589AA2CB759}" sibTransId="{C198C41D-2640-4669-83ED-E0CD35701C8E}"/>
    <dgm:cxn modelId="{BEB859E7-C343-408E-86A1-667C27EE5761}" srcId="{B9C32B05-62EA-407A-B21C-2310C7945705}" destId="{2A22E84C-3AA3-4E9C-AE5F-9C2FB0D7FB11}" srcOrd="3" destOrd="0" parTransId="{6C025E55-DF42-4C5D-AFD5-6015FA053D46}" sibTransId="{744EA591-F199-49C2-B63A-82709D96C729}"/>
    <dgm:cxn modelId="{58AD7EEF-D408-406B-87EE-4691D4C30668}" srcId="{42D71409-67F9-455C-8C6D-716D284AAA6B}" destId="{8EA7219F-BDB2-48EB-9EEB-3133522D132E}" srcOrd="0" destOrd="0" parTransId="{3EE8403A-CB7C-4815-85BD-AEBCAEB71B37}" sibTransId="{C94B7947-85DC-4B21-BB99-DF8438356F98}"/>
    <dgm:cxn modelId="{88FB6FF6-DBBC-4BE0-AE88-82D3F32B5824}" type="presOf" srcId="{2A22E84C-3AA3-4E9C-AE5F-9C2FB0D7FB11}" destId="{9E8EFACC-77F6-4DE0-A9A4-973EC2A4F87C}" srcOrd="0" destOrd="0" presId="urn:microsoft.com/office/officeart/2005/8/layout/chevronAccent+Icon"/>
    <dgm:cxn modelId="{E9E45251-C0B8-4E27-8D9B-F5FED7D0A511}" type="presParOf" srcId="{A0A24C34-BD6E-44DA-B2A0-8536D55C1A96}" destId="{A394EC24-255A-4561-8DD0-374135C1CDC6}" srcOrd="0" destOrd="0" presId="urn:microsoft.com/office/officeart/2005/8/layout/chevronAccent+Icon"/>
    <dgm:cxn modelId="{538052E8-D0DB-4D9B-93E4-195A2D3CB0D6}" type="presParOf" srcId="{A394EC24-255A-4561-8DD0-374135C1CDC6}" destId="{C68374FE-D8A7-4CEE-99DA-C0848BAD90F0}" srcOrd="0" destOrd="0" presId="urn:microsoft.com/office/officeart/2005/8/layout/chevronAccent+Icon"/>
    <dgm:cxn modelId="{F3F339E6-8379-4945-A711-52CCBC4FE43B}" type="presParOf" srcId="{A394EC24-255A-4561-8DD0-374135C1CDC6}" destId="{3DBC5DBB-76ED-40D4-8200-8CCCF179C263}" srcOrd="1" destOrd="0" presId="urn:microsoft.com/office/officeart/2005/8/layout/chevronAccent+Icon"/>
    <dgm:cxn modelId="{0039C286-CA75-4281-ADC7-6891DA927049}" type="presParOf" srcId="{A0A24C34-BD6E-44DA-B2A0-8536D55C1A96}" destId="{0597A175-F12C-4A68-B559-5452056EF714}" srcOrd="1" destOrd="0" presId="urn:microsoft.com/office/officeart/2005/8/layout/chevronAccent+Icon"/>
    <dgm:cxn modelId="{013B534B-CF12-44A6-95D3-13E3BFEBF9B5}" type="presParOf" srcId="{A0A24C34-BD6E-44DA-B2A0-8536D55C1A96}" destId="{DDCDD873-7DD8-4B10-9926-211CB4866A28}" srcOrd="2" destOrd="0" presId="urn:microsoft.com/office/officeart/2005/8/layout/chevronAccent+Icon"/>
    <dgm:cxn modelId="{376ACE00-441A-46C3-8B71-77D2F72889CF}" type="presParOf" srcId="{DDCDD873-7DD8-4B10-9926-211CB4866A28}" destId="{02C45FE5-5FEB-47D7-AA8D-FA4CF72B52CE}" srcOrd="0" destOrd="0" presId="urn:microsoft.com/office/officeart/2005/8/layout/chevronAccent+Icon"/>
    <dgm:cxn modelId="{C68877B8-60F6-459B-B581-C24C13F7830F}" type="presParOf" srcId="{DDCDD873-7DD8-4B10-9926-211CB4866A28}" destId="{D89B861F-3C91-44DE-88E8-83D87D88C028}" srcOrd="1" destOrd="0" presId="urn:microsoft.com/office/officeart/2005/8/layout/chevronAccent+Icon"/>
    <dgm:cxn modelId="{2F0FFA20-DCF7-4A43-BC9E-1131E838797F}" type="presParOf" srcId="{A0A24C34-BD6E-44DA-B2A0-8536D55C1A96}" destId="{4E6C2AFB-C949-4A5E-8EDE-43E791795FE7}" srcOrd="3" destOrd="0" presId="urn:microsoft.com/office/officeart/2005/8/layout/chevronAccent+Icon"/>
    <dgm:cxn modelId="{6CC8A64D-0855-47E7-8FC5-E53CE6AF3C29}" type="presParOf" srcId="{A0A24C34-BD6E-44DA-B2A0-8536D55C1A96}" destId="{14AE89F9-550A-4788-AB1D-AD560A20C346}" srcOrd="4" destOrd="0" presId="urn:microsoft.com/office/officeart/2005/8/layout/chevronAccent+Icon"/>
    <dgm:cxn modelId="{275532DC-B51D-406E-A00A-69ACA9D124E2}" type="presParOf" srcId="{14AE89F9-550A-4788-AB1D-AD560A20C346}" destId="{02386FDD-59B7-489D-81BA-80160C345759}" srcOrd="0" destOrd="0" presId="urn:microsoft.com/office/officeart/2005/8/layout/chevronAccent+Icon"/>
    <dgm:cxn modelId="{FD8BDFF0-E403-4BD9-B864-15125C6CBBE9}" type="presParOf" srcId="{14AE89F9-550A-4788-AB1D-AD560A20C346}" destId="{DA27E714-2093-4EAD-93E2-AE58C2C9297A}" srcOrd="1" destOrd="0" presId="urn:microsoft.com/office/officeart/2005/8/layout/chevronAccent+Icon"/>
    <dgm:cxn modelId="{21C69BCE-A731-496A-93FB-3AB7D1F3091E}" type="presParOf" srcId="{A0A24C34-BD6E-44DA-B2A0-8536D55C1A96}" destId="{1289903F-5461-4F84-89AB-1938814B79FD}" srcOrd="5" destOrd="0" presId="urn:microsoft.com/office/officeart/2005/8/layout/chevronAccent+Icon"/>
    <dgm:cxn modelId="{A1DFF6AA-A365-4C2A-841C-7CAD9A9B8864}" type="presParOf" srcId="{A0A24C34-BD6E-44DA-B2A0-8536D55C1A96}" destId="{AFECCD03-1A03-42E7-BEA8-08B531DD2CBE}" srcOrd="6" destOrd="0" presId="urn:microsoft.com/office/officeart/2005/8/layout/chevronAccent+Icon"/>
    <dgm:cxn modelId="{BAF48B5C-4159-4A05-975C-CDA91227300C}" type="presParOf" srcId="{AFECCD03-1A03-42E7-BEA8-08B531DD2CBE}" destId="{BB6B0E84-606D-4C15-A84B-BB5856D7BADE}" srcOrd="0" destOrd="0" presId="urn:microsoft.com/office/officeart/2005/8/layout/chevronAccent+Icon"/>
    <dgm:cxn modelId="{6EFBF3A0-8C40-4C87-9C07-6000538DA0F3}" type="presParOf" srcId="{AFECCD03-1A03-42E7-BEA8-08B531DD2CBE}" destId="{9E8EFACC-77F6-4DE0-A9A4-973EC2A4F87C}" srcOrd="1" destOrd="0" presId="urn:microsoft.com/office/officeart/2005/8/layout/chevronAccent+Icon"/>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61.xml><?xml version="1.0" encoding="utf-8"?>
<dgm:dataModel xmlns:dgm="http://schemas.openxmlformats.org/drawingml/2006/diagram" xmlns:a="http://schemas.openxmlformats.org/drawingml/2006/main">
  <dgm:ptLst>
    <dgm:pt modelId="{B9C32B05-62EA-407A-B21C-2310C7945705}" type="doc">
      <dgm:prSet loTypeId="urn:microsoft.com/office/officeart/2005/8/layout/hChevron3" loCatId="process"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F66099B6-DBBD-4AB0-82D2-877B80F846F7}">
      <dgm:prSet phldrT="[Text]"/>
      <dgm:spPr/>
      <dgm:t>
        <a:bodyPr/>
        <a:lstStyle/>
        <a:p>
          <a:r>
            <a:rPr lang="en-US" dirty="0"/>
            <a:t>Lorem Ipsum</a:t>
          </a:r>
        </a:p>
      </dgm:t>
    </dgm:pt>
    <dgm:pt modelId="{B09C8BFB-F41C-4AC4-AB94-F216E3081C2D}" type="parTrans" cxnId="{B4F3EA32-CE64-4A92-9BAE-BC57E5392B05}">
      <dgm:prSet/>
      <dgm:spPr/>
      <dgm:t>
        <a:bodyPr/>
        <a:lstStyle/>
        <a:p>
          <a:endParaRPr lang="en-US"/>
        </a:p>
      </dgm:t>
    </dgm:pt>
    <dgm:pt modelId="{BC531B32-9B0E-482E-BF91-65C61F17168D}" type="sibTrans" cxnId="{B4F3EA32-CE64-4A92-9BAE-BC57E5392B05}">
      <dgm:prSet/>
      <dgm:spPr/>
      <dgm:t>
        <a:bodyPr/>
        <a:lstStyle/>
        <a:p>
          <a:endParaRPr lang="en-US"/>
        </a:p>
      </dgm:t>
    </dgm:pt>
    <dgm:pt modelId="{EE62A4F6-4AC4-435B-990E-81A71CE8CAC7}">
      <dgm:prSet phldrT="[Text]"/>
      <dgm:spPr/>
      <dgm:t>
        <a:bodyPr/>
        <a:lstStyle/>
        <a:p>
          <a:r>
            <a:rPr lang="en-US" dirty="0"/>
            <a:t>Lorem Ipsum</a:t>
          </a:r>
        </a:p>
      </dgm:t>
    </dgm:pt>
    <dgm:pt modelId="{F287B947-7343-4FA2-B288-B23A59FFAE31}" type="parTrans" cxnId="{3A2CECA6-0C5B-46BB-B7C6-7D37E9D210BD}">
      <dgm:prSet/>
      <dgm:spPr/>
      <dgm:t>
        <a:bodyPr/>
        <a:lstStyle/>
        <a:p>
          <a:endParaRPr lang="en-US"/>
        </a:p>
      </dgm:t>
    </dgm:pt>
    <dgm:pt modelId="{389F9A93-0231-4877-8C41-5D5B8DD7AAC0}" type="sibTrans" cxnId="{3A2CECA6-0C5B-46BB-B7C6-7D37E9D210BD}">
      <dgm:prSet/>
      <dgm:spPr/>
      <dgm:t>
        <a:bodyPr/>
        <a:lstStyle/>
        <a:p>
          <a:endParaRPr lang="en-US"/>
        </a:p>
      </dgm:t>
    </dgm:pt>
    <dgm:pt modelId="{6CF284C3-4A70-4432-8F33-E75A802B3330}">
      <dgm:prSet/>
      <dgm:spPr/>
      <dgm:t>
        <a:bodyPr/>
        <a:lstStyle/>
        <a:p>
          <a:r>
            <a:rPr lang="en-US" dirty="0"/>
            <a:t>Some text here</a:t>
          </a:r>
        </a:p>
      </dgm:t>
    </dgm:pt>
    <dgm:pt modelId="{044831E6-2FC9-4DDA-81FB-5FA418568D07}" type="parTrans" cxnId="{2DC24386-BC50-4BAB-8571-16CB10C2603C}">
      <dgm:prSet/>
      <dgm:spPr/>
      <dgm:t>
        <a:bodyPr/>
        <a:lstStyle/>
        <a:p>
          <a:endParaRPr lang="en-US"/>
        </a:p>
      </dgm:t>
    </dgm:pt>
    <dgm:pt modelId="{CD50B82D-84BB-4747-B282-ABB339EBA294}" type="sibTrans" cxnId="{2DC24386-BC50-4BAB-8571-16CB10C2603C}">
      <dgm:prSet/>
      <dgm:spPr/>
      <dgm:t>
        <a:bodyPr/>
        <a:lstStyle/>
        <a:p>
          <a:endParaRPr lang="en-US"/>
        </a:p>
      </dgm:t>
    </dgm:pt>
    <dgm:pt modelId="{3AF880A5-0F00-4315-A5DF-1FE656798601}">
      <dgm:prSet phldrT="[Text]"/>
      <dgm:spPr/>
      <dgm:t>
        <a:bodyPr/>
        <a:lstStyle/>
        <a:p>
          <a:r>
            <a:rPr lang="en-US" dirty="0"/>
            <a:t>Some text here</a:t>
          </a:r>
        </a:p>
      </dgm:t>
    </dgm:pt>
    <dgm:pt modelId="{A13BB1F9-5857-4B43-8BF5-6589AA2CB759}" type="parTrans" cxnId="{24F8CBE2-5003-4E69-A772-6B98F2B05181}">
      <dgm:prSet/>
      <dgm:spPr/>
      <dgm:t>
        <a:bodyPr/>
        <a:lstStyle/>
        <a:p>
          <a:endParaRPr lang="en-US"/>
        </a:p>
      </dgm:t>
    </dgm:pt>
    <dgm:pt modelId="{C198C41D-2640-4669-83ED-E0CD35701C8E}" type="sibTrans" cxnId="{24F8CBE2-5003-4E69-A772-6B98F2B05181}">
      <dgm:prSet/>
      <dgm:spPr/>
      <dgm:t>
        <a:bodyPr/>
        <a:lstStyle/>
        <a:p>
          <a:endParaRPr lang="en-US"/>
        </a:p>
      </dgm:t>
    </dgm:pt>
    <dgm:pt modelId="{8EA7219F-BDB2-48EB-9EEB-3133522D132E}">
      <dgm:prSet phldrT="[Text]"/>
      <dgm:spPr/>
      <dgm:t>
        <a:bodyPr/>
        <a:lstStyle/>
        <a:p>
          <a:r>
            <a:rPr lang="en-US" dirty="0"/>
            <a:t>Some text here</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BE788BF5-FE9F-4C7D-A1CD-9232D7860179}">
      <dgm:prSet phldrT="[Text]"/>
      <dgm:spPr/>
      <dgm:t>
        <a:bodyPr/>
        <a:lstStyle/>
        <a:p>
          <a:r>
            <a:rPr lang="en-US"/>
            <a:t>Some text here</a:t>
          </a:r>
          <a:endParaRPr lang="en-US" dirty="0"/>
        </a:p>
      </dgm:t>
    </dgm:pt>
    <dgm:pt modelId="{963A52CB-C772-45F2-8A30-8ABA6B14D3CE}" type="parTrans" cxnId="{35013F34-57BC-4E3C-A003-07C0E49926DB}">
      <dgm:prSet/>
      <dgm:spPr/>
      <dgm:t>
        <a:bodyPr/>
        <a:lstStyle/>
        <a:p>
          <a:endParaRPr lang="en-US"/>
        </a:p>
      </dgm:t>
    </dgm:pt>
    <dgm:pt modelId="{88191C5E-55BA-42F2-B842-FC86CBBADC0F}" type="sibTrans" cxnId="{35013F34-57BC-4E3C-A003-07C0E49926DB}">
      <dgm:prSet/>
      <dgm:spPr/>
      <dgm:t>
        <a:bodyPr/>
        <a:lstStyle/>
        <a:p>
          <a:endParaRPr lang="en-US"/>
        </a:p>
      </dgm:t>
    </dgm:pt>
    <dgm:pt modelId="{3CE06941-9820-4827-8B16-CD80CC49F780}">
      <dgm:prSet phldrT="[Text]"/>
      <dgm:spPr/>
      <dgm:t>
        <a:bodyPr/>
        <a:lstStyle/>
        <a:p>
          <a:r>
            <a:rPr lang="en-US" dirty="0"/>
            <a:t>Some text here</a:t>
          </a:r>
        </a:p>
      </dgm:t>
    </dgm:pt>
    <dgm:pt modelId="{141A3C92-8966-4E2F-82E4-2E09E22674B2}" type="parTrans" cxnId="{C99CE395-39F6-46B4-938C-9BF085685D1A}">
      <dgm:prSet/>
      <dgm:spPr/>
      <dgm:t>
        <a:bodyPr/>
        <a:lstStyle/>
        <a:p>
          <a:endParaRPr lang="en-US"/>
        </a:p>
      </dgm:t>
    </dgm:pt>
    <dgm:pt modelId="{F58FC55B-E61F-445C-956E-0BB2202254CA}" type="sibTrans" cxnId="{C99CE395-39F6-46B4-938C-9BF085685D1A}">
      <dgm:prSet/>
      <dgm:spPr/>
      <dgm:t>
        <a:bodyPr/>
        <a:lstStyle/>
        <a:p>
          <a:endParaRPr lang="en-US"/>
        </a:p>
      </dgm:t>
    </dgm:pt>
    <dgm:pt modelId="{386C2B6D-2EE1-4682-AE61-EE246CD54E31}">
      <dgm:prSet phldrT="[Text]"/>
      <dgm:spPr/>
      <dgm:t>
        <a:bodyPr/>
        <a:lstStyle/>
        <a:p>
          <a:r>
            <a:rPr lang="en-US" dirty="0"/>
            <a:t>Some text here</a:t>
          </a:r>
        </a:p>
      </dgm:t>
    </dgm:pt>
    <dgm:pt modelId="{649D72FB-0D8F-479C-87D1-C73133EF35E2}" type="parTrans" cxnId="{7F96AC57-2F84-4E8C-AA92-E82865EE63FE}">
      <dgm:prSet/>
      <dgm:spPr/>
      <dgm:t>
        <a:bodyPr/>
        <a:lstStyle/>
        <a:p>
          <a:endParaRPr lang="en-US"/>
        </a:p>
      </dgm:t>
    </dgm:pt>
    <dgm:pt modelId="{E1C9E6F1-2ED2-4DD8-9B78-28FC1AF5D352}" type="sibTrans" cxnId="{7F96AC57-2F84-4E8C-AA92-E82865EE63FE}">
      <dgm:prSet/>
      <dgm:spPr/>
      <dgm:t>
        <a:bodyPr/>
        <a:lstStyle/>
        <a:p>
          <a:endParaRPr lang="en-US"/>
        </a:p>
      </dgm:t>
    </dgm:pt>
    <dgm:pt modelId="{2A22E84C-3AA3-4E9C-AE5F-9C2FB0D7FB11}">
      <dgm:prSet phldrT="[Text]"/>
      <dgm:spPr/>
      <dgm:t>
        <a:bodyPr/>
        <a:lstStyle/>
        <a:p>
          <a:r>
            <a:rPr lang="en-US"/>
            <a:t>Lorem Ipsum</a:t>
          </a:r>
          <a:endParaRPr lang="en-US" dirty="0"/>
        </a:p>
      </dgm:t>
    </dgm:pt>
    <dgm:pt modelId="{6C025E55-DF42-4C5D-AFD5-6015FA053D46}" type="parTrans" cxnId="{BEB859E7-C343-408E-86A1-667C27EE5761}">
      <dgm:prSet/>
      <dgm:spPr/>
      <dgm:t>
        <a:bodyPr/>
        <a:lstStyle/>
        <a:p>
          <a:endParaRPr lang="en-US"/>
        </a:p>
      </dgm:t>
    </dgm:pt>
    <dgm:pt modelId="{744EA591-F199-49C2-B63A-82709D96C729}" type="sibTrans" cxnId="{BEB859E7-C343-408E-86A1-667C27EE5761}">
      <dgm:prSet/>
      <dgm:spPr/>
      <dgm:t>
        <a:bodyPr/>
        <a:lstStyle/>
        <a:p>
          <a:endParaRPr lang="en-US"/>
        </a:p>
      </dgm:t>
    </dgm:pt>
    <dgm:pt modelId="{9ADACFBF-2A78-45C9-A7C4-5E5DBC674760}">
      <dgm:prSet phldrT="[Text]"/>
      <dgm:spPr/>
      <dgm:t>
        <a:bodyPr/>
        <a:lstStyle/>
        <a:p>
          <a:r>
            <a:rPr lang="en-US" dirty="0"/>
            <a:t>Some text here</a:t>
          </a:r>
        </a:p>
      </dgm:t>
    </dgm:pt>
    <dgm:pt modelId="{E121796C-71AB-4354-A1D4-3BF0025298A5}" type="parTrans" cxnId="{2B98897D-9937-49AC-9FE9-6629E912033A}">
      <dgm:prSet/>
      <dgm:spPr/>
      <dgm:t>
        <a:bodyPr/>
        <a:lstStyle/>
        <a:p>
          <a:endParaRPr lang="en-US"/>
        </a:p>
      </dgm:t>
    </dgm:pt>
    <dgm:pt modelId="{F3FE7E5A-DC73-423B-998C-02943CF263BF}" type="sibTrans" cxnId="{2B98897D-9937-49AC-9FE9-6629E912033A}">
      <dgm:prSet/>
      <dgm:spPr/>
      <dgm:t>
        <a:bodyPr/>
        <a:lstStyle/>
        <a:p>
          <a:endParaRPr lang="en-US"/>
        </a:p>
      </dgm:t>
    </dgm:pt>
    <dgm:pt modelId="{6C39594C-4AE1-4221-9751-E4FBA9469435}">
      <dgm:prSet phldrT="[Text]"/>
      <dgm:spPr/>
      <dgm:t>
        <a:bodyPr/>
        <a:lstStyle/>
        <a:p>
          <a:r>
            <a:rPr lang="en-US" dirty="0"/>
            <a:t>Some text here</a:t>
          </a:r>
        </a:p>
      </dgm:t>
    </dgm:pt>
    <dgm:pt modelId="{EA90E5E0-265B-4677-A3EF-FCD0DFDF4F41}" type="parTrans" cxnId="{7AF91B96-DA69-42D6-83DE-0E63677A4C47}">
      <dgm:prSet/>
      <dgm:spPr/>
      <dgm:t>
        <a:bodyPr/>
        <a:lstStyle/>
        <a:p>
          <a:endParaRPr lang="en-US"/>
        </a:p>
      </dgm:t>
    </dgm:pt>
    <dgm:pt modelId="{F04E3063-747B-4761-B46E-8C06B2EF3C55}" type="sibTrans" cxnId="{7AF91B96-DA69-42D6-83DE-0E63677A4C47}">
      <dgm:prSet/>
      <dgm:spPr/>
      <dgm:t>
        <a:bodyPr/>
        <a:lstStyle/>
        <a:p>
          <a:endParaRPr lang="en-US"/>
        </a:p>
      </dgm:t>
    </dgm:pt>
    <dgm:pt modelId="{36045517-CEA4-4BE3-B836-C2B6BFE5649B}">
      <dgm:prSet phldrT="[Text]"/>
      <dgm:spPr/>
      <dgm:t>
        <a:bodyPr/>
        <a:lstStyle/>
        <a:p>
          <a:r>
            <a:rPr lang="en-US"/>
            <a:t>Lorem Ipsum</a:t>
          </a:r>
          <a:endParaRPr lang="en-US" dirty="0"/>
        </a:p>
      </dgm:t>
    </dgm:pt>
    <dgm:pt modelId="{6231A36F-9B04-4B4A-917A-7E163AFFC956}" type="parTrans" cxnId="{4019353B-443B-4DED-AA6C-3C60E18414C7}">
      <dgm:prSet/>
      <dgm:spPr/>
      <dgm:t>
        <a:bodyPr/>
        <a:lstStyle/>
        <a:p>
          <a:endParaRPr lang="en-US"/>
        </a:p>
      </dgm:t>
    </dgm:pt>
    <dgm:pt modelId="{BFF3C5ED-87D0-4709-A3B8-A7BF0668006A}" type="sibTrans" cxnId="{4019353B-443B-4DED-AA6C-3C60E18414C7}">
      <dgm:prSet/>
      <dgm:spPr/>
      <dgm:t>
        <a:bodyPr/>
        <a:lstStyle/>
        <a:p>
          <a:endParaRPr lang="en-US"/>
        </a:p>
      </dgm:t>
    </dgm:pt>
    <dgm:pt modelId="{110CC072-E78D-486A-BD24-8CD6CE5683E0}">
      <dgm:prSet phldrT="[Text]"/>
      <dgm:spPr/>
      <dgm:t>
        <a:bodyPr/>
        <a:lstStyle/>
        <a:p>
          <a:r>
            <a:rPr lang="en-US" dirty="0"/>
            <a:t>Some text here</a:t>
          </a:r>
        </a:p>
      </dgm:t>
    </dgm:pt>
    <dgm:pt modelId="{EFE20FCA-41FE-42D4-8C71-85751017ADFF}" type="parTrans" cxnId="{5670A7D8-BA42-4857-8679-D269077AD7D7}">
      <dgm:prSet/>
      <dgm:spPr/>
      <dgm:t>
        <a:bodyPr/>
        <a:lstStyle/>
        <a:p>
          <a:endParaRPr lang="en-US"/>
        </a:p>
      </dgm:t>
    </dgm:pt>
    <dgm:pt modelId="{C901204A-BC8E-4B62-854A-DFB2104323F5}" type="sibTrans" cxnId="{5670A7D8-BA42-4857-8679-D269077AD7D7}">
      <dgm:prSet/>
      <dgm:spPr/>
      <dgm:t>
        <a:bodyPr/>
        <a:lstStyle/>
        <a:p>
          <a:endParaRPr lang="en-US"/>
        </a:p>
      </dgm:t>
    </dgm:pt>
    <dgm:pt modelId="{F64D9B44-8949-42CE-A3F5-920CF85E6D38}">
      <dgm:prSet phldrT="[Text]"/>
      <dgm:spPr/>
      <dgm:t>
        <a:bodyPr/>
        <a:lstStyle/>
        <a:p>
          <a:r>
            <a:rPr lang="en-US" dirty="0"/>
            <a:t>Some text here</a:t>
          </a:r>
        </a:p>
      </dgm:t>
    </dgm:pt>
    <dgm:pt modelId="{81AB81A4-D793-40B9-964C-9DA3AF17B95D}" type="parTrans" cxnId="{F091E13E-CC91-4760-8919-F8E7FA115B30}">
      <dgm:prSet/>
      <dgm:spPr/>
      <dgm:t>
        <a:bodyPr/>
        <a:lstStyle/>
        <a:p>
          <a:endParaRPr lang="en-US"/>
        </a:p>
      </dgm:t>
    </dgm:pt>
    <dgm:pt modelId="{ECDC803C-5DBD-4EEE-A68A-AC8585F1A4EB}" type="sibTrans" cxnId="{F091E13E-CC91-4760-8919-F8E7FA115B30}">
      <dgm:prSet/>
      <dgm:spPr/>
      <dgm:t>
        <a:bodyPr/>
        <a:lstStyle/>
        <a:p>
          <a:endParaRPr lang="en-US"/>
        </a:p>
      </dgm:t>
    </dgm:pt>
    <dgm:pt modelId="{BBD03F16-8F84-4D74-B4F6-774B611BCB61}" type="pres">
      <dgm:prSet presAssocID="{B9C32B05-62EA-407A-B21C-2310C7945705}" presName="Name0" presStyleCnt="0">
        <dgm:presLayoutVars>
          <dgm:dir/>
          <dgm:resizeHandles val="exact"/>
        </dgm:presLayoutVars>
      </dgm:prSet>
      <dgm:spPr/>
    </dgm:pt>
    <dgm:pt modelId="{D2000584-9A98-4F0C-8BB7-D78D7553151A}" type="pres">
      <dgm:prSet presAssocID="{42D71409-67F9-455C-8C6D-716D284AAA6B}" presName="parAndChTx" presStyleLbl="node1" presStyleIdx="0" presStyleCnt="5">
        <dgm:presLayoutVars>
          <dgm:bulletEnabled val="1"/>
        </dgm:presLayoutVars>
      </dgm:prSet>
      <dgm:spPr/>
    </dgm:pt>
    <dgm:pt modelId="{C80EADA6-44D0-475B-A550-F582311E8D0E}" type="pres">
      <dgm:prSet presAssocID="{478B7D3C-9FB4-4BC6-90AC-49960560DECD}" presName="parAndChSpace" presStyleCnt="0"/>
      <dgm:spPr/>
    </dgm:pt>
    <dgm:pt modelId="{D02B32EC-6CDA-4FC2-B0F9-599CB80F8568}" type="pres">
      <dgm:prSet presAssocID="{F66099B6-DBBD-4AB0-82D2-877B80F846F7}" presName="parAndChTx" presStyleLbl="node1" presStyleIdx="1" presStyleCnt="5">
        <dgm:presLayoutVars>
          <dgm:bulletEnabled val="1"/>
        </dgm:presLayoutVars>
      </dgm:prSet>
      <dgm:spPr/>
    </dgm:pt>
    <dgm:pt modelId="{543E036A-31AC-4B87-BDFF-DE9CDAEA7834}" type="pres">
      <dgm:prSet presAssocID="{BC531B32-9B0E-482E-BF91-65C61F17168D}" presName="parAndChSpace" presStyleCnt="0"/>
      <dgm:spPr/>
    </dgm:pt>
    <dgm:pt modelId="{D01FEDB2-654F-4DD3-B861-08C3BA11228E}" type="pres">
      <dgm:prSet presAssocID="{EE62A4F6-4AC4-435B-990E-81A71CE8CAC7}" presName="parAndChTx" presStyleLbl="node1" presStyleIdx="2" presStyleCnt="5">
        <dgm:presLayoutVars>
          <dgm:bulletEnabled val="1"/>
        </dgm:presLayoutVars>
      </dgm:prSet>
      <dgm:spPr/>
    </dgm:pt>
    <dgm:pt modelId="{AB330906-AB26-49EF-A067-FB61268CD5DB}" type="pres">
      <dgm:prSet presAssocID="{389F9A93-0231-4877-8C41-5D5B8DD7AAC0}" presName="parAndChSpace" presStyleCnt="0"/>
      <dgm:spPr/>
    </dgm:pt>
    <dgm:pt modelId="{3038D011-8B55-4BB8-8463-FDCB34BD3D34}" type="pres">
      <dgm:prSet presAssocID="{2A22E84C-3AA3-4E9C-AE5F-9C2FB0D7FB11}" presName="parAndChTx" presStyleLbl="node1" presStyleIdx="3" presStyleCnt="5">
        <dgm:presLayoutVars>
          <dgm:bulletEnabled val="1"/>
        </dgm:presLayoutVars>
      </dgm:prSet>
      <dgm:spPr/>
    </dgm:pt>
    <dgm:pt modelId="{1E872EE2-E6C2-458E-A1C5-B0E7C9A06DB3}" type="pres">
      <dgm:prSet presAssocID="{744EA591-F199-49C2-B63A-82709D96C729}" presName="parAndChSpace" presStyleCnt="0"/>
      <dgm:spPr/>
    </dgm:pt>
    <dgm:pt modelId="{BE352A1F-8EB9-4DBD-97C7-0AF90D539BD6}" type="pres">
      <dgm:prSet presAssocID="{36045517-CEA4-4BE3-B836-C2B6BFE5649B}" presName="parAndChTx" presStyleLbl="node1" presStyleIdx="4" presStyleCnt="5">
        <dgm:presLayoutVars>
          <dgm:bulletEnabled val="1"/>
        </dgm:presLayoutVars>
      </dgm:prSet>
      <dgm:spPr/>
    </dgm:pt>
  </dgm:ptLst>
  <dgm:cxnLst>
    <dgm:cxn modelId="{8F962E0C-2BFB-4A03-916E-A4EED021A305}" type="presOf" srcId="{6C39594C-4AE1-4221-9751-E4FBA9469435}" destId="{3038D011-8B55-4BB8-8463-FDCB34BD3D34}" srcOrd="0" destOrd="2" presId="urn:microsoft.com/office/officeart/2005/8/layout/hChevron3"/>
    <dgm:cxn modelId="{2AA9C11F-1F1D-428E-801A-47EAA766C99D}" srcId="{B9C32B05-62EA-407A-B21C-2310C7945705}" destId="{42D71409-67F9-455C-8C6D-716D284AAA6B}" srcOrd="0" destOrd="0" parTransId="{51680ED1-AF6E-4B28-AE94-92B0EFB0DF7D}" sibTransId="{478B7D3C-9FB4-4BC6-90AC-49960560DECD}"/>
    <dgm:cxn modelId="{30BE6829-ECF7-4AE9-B90B-DB3A3B0BE7EF}" type="presOf" srcId="{F66099B6-DBBD-4AB0-82D2-877B80F846F7}" destId="{D02B32EC-6CDA-4FC2-B0F9-599CB80F8568}" srcOrd="0" destOrd="0" presId="urn:microsoft.com/office/officeart/2005/8/layout/hChevron3"/>
    <dgm:cxn modelId="{B4F3EA32-CE64-4A92-9BAE-BC57E5392B05}" srcId="{B9C32B05-62EA-407A-B21C-2310C7945705}" destId="{F66099B6-DBBD-4AB0-82D2-877B80F846F7}" srcOrd="1" destOrd="0" parTransId="{B09C8BFB-F41C-4AC4-AB94-F216E3081C2D}" sibTransId="{BC531B32-9B0E-482E-BF91-65C61F17168D}"/>
    <dgm:cxn modelId="{35013F34-57BC-4E3C-A003-07C0E49926DB}" srcId="{F66099B6-DBBD-4AB0-82D2-877B80F846F7}" destId="{BE788BF5-FE9F-4C7D-A1CD-9232D7860179}" srcOrd="1" destOrd="0" parTransId="{963A52CB-C772-45F2-8A30-8ABA6B14D3CE}" sibTransId="{88191C5E-55BA-42F2-B842-FC86CBBADC0F}"/>
    <dgm:cxn modelId="{0F51F536-AE3C-46F7-8EFD-9664FB711A5C}" type="presOf" srcId="{B9C32B05-62EA-407A-B21C-2310C7945705}" destId="{BBD03F16-8F84-4D74-B4F6-774B611BCB61}" srcOrd="0" destOrd="0" presId="urn:microsoft.com/office/officeart/2005/8/layout/hChevron3"/>
    <dgm:cxn modelId="{4019353B-443B-4DED-AA6C-3C60E18414C7}" srcId="{B9C32B05-62EA-407A-B21C-2310C7945705}" destId="{36045517-CEA4-4BE3-B836-C2B6BFE5649B}" srcOrd="4" destOrd="0" parTransId="{6231A36F-9B04-4B4A-917A-7E163AFFC956}" sibTransId="{BFF3C5ED-87D0-4709-A3B8-A7BF0668006A}"/>
    <dgm:cxn modelId="{499FAD3D-BA59-48E6-8FCC-FC0DC8F252CE}" type="presOf" srcId="{8EA7219F-BDB2-48EB-9EEB-3133522D132E}" destId="{D2000584-9A98-4F0C-8BB7-D78D7553151A}" srcOrd="0" destOrd="1" presId="urn:microsoft.com/office/officeart/2005/8/layout/hChevron3"/>
    <dgm:cxn modelId="{F091E13E-CC91-4760-8919-F8E7FA115B30}" srcId="{36045517-CEA4-4BE3-B836-C2B6BFE5649B}" destId="{F64D9B44-8949-42CE-A3F5-920CF85E6D38}" srcOrd="1" destOrd="0" parTransId="{81AB81A4-D793-40B9-964C-9DA3AF17B95D}" sibTransId="{ECDC803C-5DBD-4EEE-A68A-AC8585F1A4EB}"/>
    <dgm:cxn modelId="{D4EE4F45-CB66-490B-825E-5CEA1E61FC29}" type="presOf" srcId="{386C2B6D-2EE1-4682-AE61-EE246CD54E31}" destId="{D01FEDB2-654F-4DD3-B861-08C3BA11228E}" srcOrd="0" destOrd="2" presId="urn:microsoft.com/office/officeart/2005/8/layout/hChevron3"/>
    <dgm:cxn modelId="{F3BA7845-D98B-4E0B-A5AA-4ADBA560C982}" type="presOf" srcId="{F64D9B44-8949-42CE-A3F5-920CF85E6D38}" destId="{BE352A1F-8EB9-4DBD-97C7-0AF90D539BD6}" srcOrd="0" destOrd="2" presId="urn:microsoft.com/office/officeart/2005/8/layout/hChevron3"/>
    <dgm:cxn modelId="{194EA265-0E66-4339-A952-D33DBF0EFB9C}" type="presOf" srcId="{3CE06941-9820-4827-8B16-CD80CC49F780}" destId="{D01FEDB2-654F-4DD3-B861-08C3BA11228E}" srcOrd="0" destOrd="1" presId="urn:microsoft.com/office/officeart/2005/8/layout/hChevron3"/>
    <dgm:cxn modelId="{98DE8069-27F5-4226-9E41-86CC80D972CE}" type="presOf" srcId="{110CC072-E78D-486A-BD24-8CD6CE5683E0}" destId="{BE352A1F-8EB9-4DBD-97C7-0AF90D539BD6}" srcOrd="0" destOrd="1" presId="urn:microsoft.com/office/officeart/2005/8/layout/hChevron3"/>
    <dgm:cxn modelId="{00D4654C-E17A-4F10-81FF-CDDC6D600D21}" type="presOf" srcId="{3AF880A5-0F00-4315-A5DF-1FE656798601}" destId="{D2000584-9A98-4F0C-8BB7-D78D7553151A}" srcOrd="0" destOrd="2" presId="urn:microsoft.com/office/officeart/2005/8/layout/hChevron3"/>
    <dgm:cxn modelId="{2D304852-3BF5-4416-B65B-B32CCEC7D287}" type="presOf" srcId="{2A22E84C-3AA3-4E9C-AE5F-9C2FB0D7FB11}" destId="{3038D011-8B55-4BB8-8463-FDCB34BD3D34}" srcOrd="0" destOrd="0" presId="urn:microsoft.com/office/officeart/2005/8/layout/hChevron3"/>
    <dgm:cxn modelId="{5D90A473-B472-4FA0-BA91-AE68DF7D2505}" type="presOf" srcId="{42D71409-67F9-455C-8C6D-716D284AAA6B}" destId="{D2000584-9A98-4F0C-8BB7-D78D7553151A}" srcOrd="0" destOrd="0" presId="urn:microsoft.com/office/officeart/2005/8/layout/hChevron3"/>
    <dgm:cxn modelId="{7F96AC57-2F84-4E8C-AA92-E82865EE63FE}" srcId="{EE62A4F6-4AC4-435B-990E-81A71CE8CAC7}" destId="{386C2B6D-2EE1-4682-AE61-EE246CD54E31}" srcOrd="1" destOrd="0" parTransId="{649D72FB-0D8F-479C-87D1-C73133EF35E2}" sibTransId="{E1C9E6F1-2ED2-4DD8-9B78-28FC1AF5D352}"/>
    <dgm:cxn modelId="{2E03BF77-E053-40D6-AF10-03BDBA9E78F3}" type="presOf" srcId="{9ADACFBF-2A78-45C9-A7C4-5E5DBC674760}" destId="{3038D011-8B55-4BB8-8463-FDCB34BD3D34}" srcOrd="0" destOrd="1" presId="urn:microsoft.com/office/officeart/2005/8/layout/hChevron3"/>
    <dgm:cxn modelId="{2B98897D-9937-49AC-9FE9-6629E912033A}" srcId="{2A22E84C-3AA3-4E9C-AE5F-9C2FB0D7FB11}" destId="{9ADACFBF-2A78-45C9-A7C4-5E5DBC674760}" srcOrd="0" destOrd="0" parTransId="{E121796C-71AB-4354-A1D4-3BF0025298A5}" sibTransId="{F3FE7E5A-DC73-423B-998C-02943CF263BF}"/>
    <dgm:cxn modelId="{2DC24386-BC50-4BAB-8571-16CB10C2603C}" srcId="{F66099B6-DBBD-4AB0-82D2-877B80F846F7}" destId="{6CF284C3-4A70-4432-8F33-E75A802B3330}" srcOrd="0" destOrd="0" parTransId="{044831E6-2FC9-4DDA-81FB-5FA418568D07}" sibTransId="{CD50B82D-84BB-4747-B282-ABB339EBA294}"/>
    <dgm:cxn modelId="{BC116190-9BDE-4701-A2F4-9A4A04DBC64C}" type="presOf" srcId="{BE788BF5-FE9F-4C7D-A1CD-9232D7860179}" destId="{D02B32EC-6CDA-4FC2-B0F9-599CB80F8568}" srcOrd="0" destOrd="2" presId="urn:microsoft.com/office/officeart/2005/8/layout/hChevron3"/>
    <dgm:cxn modelId="{C99CE395-39F6-46B4-938C-9BF085685D1A}" srcId="{EE62A4F6-4AC4-435B-990E-81A71CE8CAC7}" destId="{3CE06941-9820-4827-8B16-CD80CC49F780}" srcOrd="0" destOrd="0" parTransId="{141A3C92-8966-4E2F-82E4-2E09E22674B2}" sibTransId="{F58FC55B-E61F-445C-956E-0BB2202254CA}"/>
    <dgm:cxn modelId="{7AF91B96-DA69-42D6-83DE-0E63677A4C47}" srcId="{2A22E84C-3AA3-4E9C-AE5F-9C2FB0D7FB11}" destId="{6C39594C-4AE1-4221-9751-E4FBA9469435}" srcOrd="1" destOrd="0" parTransId="{EA90E5E0-265B-4677-A3EF-FCD0DFDF4F41}" sibTransId="{F04E3063-747B-4761-B46E-8C06B2EF3C55}"/>
    <dgm:cxn modelId="{3A2CECA6-0C5B-46BB-B7C6-7D37E9D210BD}" srcId="{B9C32B05-62EA-407A-B21C-2310C7945705}" destId="{EE62A4F6-4AC4-435B-990E-81A71CE8CAC7}" srcOrd="2" destOrd="0" parTransId="{F287B947-7343-4FA2-B288-B23A59FFAE31}" sibTransId="{389F9A93-0231-4877-8C41-5D5B8DD7AAC0}"/>
    <dgm:cxn modelId="{5C502FAF-7D73-4C72-8FDE-B96DB4710594}" type="presOf" srcId="{36045517-CEA4-4BE3-B836-C2B6BFE5649B}" destId="{BE352A1F-8EB9-4DBD-97C7-0AF90D539BD6}" srcOrd="0" destOrd="0" presId="urn:microsoft.com/office/officeart/2005/8/layout/hChevron3"/>
    <dgm:cxn modelId="{6F365CC5-8A7B-453E-AD38-6C4265CB0CEC}" type="presOf" srcId="{6CF284C3-4A70-4432-8F33-E75A802B3330}" destId="{D02B32EC-6CDA-4FC2-B0F9-599CB80F8568}" srcOrd="0" destOrd="1" presId="urn:microsoft.com/office/officeart/2005/8/layout/hChevron3"/>
    <dgm:cxn modelId="{FAE2ABC9-7021-44DE-B42A-50147F69A6CC}" type="presOf" srcId="{EE62A4F6-4AC4-435B-990E-81A71CE8CAC7}" destId="{D01FEDB2-654F-4DD3-B861-08C3BA11228E}" srcOrd="0" destOrd="0" presId="urn:microsoft.com/office/officeart/2005/8/layout/hChevron3"/>
    <dgm:cxn modelId="{5670A7D8-BA42-4857-8679-D269077AD7D7}" srcId="{36045517-CEA4-4BE3-B836-C2B6BFE5649B}" destId="{110CC072-E78D-486A-BD24-8CD6CE5683E0}" srcOrd="0" destOrd="0" parTransId="{EFE20FCA-41FE-42D4-8C71-85751017ADFF}" sibTransId="{C901204A-BC8E-4B62-854A-DFB2104323F5}"/>
    <dgm:cxn modelId="{24F8CBE2-5003-4E69-A772-6B98F2B05181}" srcId="{42D71409-67F9-455C-8C6D-716D284AAA6B}" destId="{3AF880A5-0F00-4315-A5DF-1FE656798601}" srcOrd="1" destOrd="0" parTransId="{A13BB1F9-5857-4B43-8BF5-6589AA2CB759}" sibTransId="{C198C41D-2640-4669-83ED-E0CD35701C8E}"/>
    <dgm:cxn modelId="{BEB859E7-C343-408E-86A1-667C27EE5761}" srcId="{B9C32B05-62EA-407A-B21C-2310C7945705}" destId="{2A22E84C-3AA3-4E9C-AE5F-9C2FB0D7FB11}" srcOrd="3" destOrd="0" parTransId="{6C025E55-DF42-4C5D-AFD5-6015FA053D46}" sibTransId="{744EA591-F199-49C2-B63A-82709D96C729}"/>
    <dgm:cxn modelId="{58AD7EEF-D408-406B-87EE-4691D4C30668}" srcId="{42D71409-67F9-455C-8C6D-716D284AAA6B}" destId="{8EA7219F-BDB2-48EB-9EEB-3133522D132E}" srcOrd="0" destOrd="0" parTransId="{3EE8403A-CB7C-4815-85BD-AEBCAEB71B37}" sibTransId="{C94B7947-85DC-4B21-BB99-DF8438356F98}"/>
    <dgm:cxn modelId="{DC8AA674-DAAA-4190-969A-B9E814564478}" type="presParOf" srcId="{BBD03F16-8F84-4D74-B4F6-774B611BCB61}" destId="{D2000584-9A98-4F0C-8BB7-D78D7553151A}" srcOrd="0" destOrd="0" presId="urn:microsoft.com/office/officeart/2005/8/layout/hChevron3"/>
    <dgm:cxn modelId="{4553E4A8-E287-42EC-BAC1-E0E3454FCCE3}" type="presParOf" srcId="{BBD03F16-8F84-4D74-B4F6-774B611BCB61}" destId="{C80EADA6-44D0-475B-A550-F582311E8D0E}" srcOrd="1" destOrd="0" presId="urn:microsoft.com/office/officeart/2005/8/layout/hChevron3"/>
    <dgm:cxn modelId="{2D97DA9F-31BE-4EDD-8F3C-4DDF4A9DAD46}" type="presParOf" srcId="{BBD03F16-8F84-4D74-B4F6-774B611BCB61}" destId="{D02B32EC-6CDA-4FC2-B0F9-599CB80F8568}" srcOrd="2" destOrd="0" presId="urn:microsoft.com/office/officeart/2005/8/layout/hChevron3"/>
    <dgm:cxn modelId="{509B13B8-FD8F-4FED-BAC8-30966820AE20}" type="presParOf" srcId="{BBD03F16-8F84-4D74-B4F6-774B611BCB61}" destId="{543E036A-31AC-4B87-BDFF-DE9CDAEA7834}" srcOrd="3" destOrd="0" presId="urn:microsoft.com/office/officeart/2005/8/layout/hChevron3"/>
    <dgm:cxn modelId="{6233CEEF-D12D-44D4-9565-BD2F952478F5}" type="presParOf" srcId="{BBD03F16-8F84-4D74-B4F6-774B611BCB61}" destId="{D01FEDB2-654F-4DD3-B861-08C3BA11228E}" srcOrd="4" destOrd="0" presId="urn:microsoft.com/office/officeart/2005/8/layout/hChevron3"/>
    <dgm:cxn modelId="{FA07919B-E0AA-4E11-B5D5-7C4F765E0D0A}" type="presParOf" srcId="{BBD03F16-8F84-4D74-B4F6-774B611BCB61}" destId="{AB330906-AB26-49EF-A067-FB61268CD5DB}" srcOrd="5" destOrd="0" presId="urn:microsoft.com/office/officeart/2005/8/layout/hChevron3"/>
    <dgm:cxn modelId="{91377F8C-3896-48BE-A43B-5EBAE04A8B0D}" type="presParOf" srcId="{BBD03F16-8F84-4D74-B4F6-774B611BCB61}" destId="{3038D011-8B55-4BB8-8463-FDCB34BD3D34}" srcOrd="6" destOrd="0" presId="urn:microsoft.com/office/officeart/2005/8/layout/hChevron3"/>
    <dgm:cxn modelId="{3364D1F0-34FD-4552-929E-A73137B917D4}" type="presParOf" srcId="{BBD03F16-8F84-4D74-B4F6-774B611BCB61}" destId="{1E872EE2-E6C2-458E-A1C5-B0E7C9A06DB3}" srcOrd="7" destOrd="0" presId="urn:microsoft.com/office/officeart/2005/8/layout/hChevron3"/>
    <dgm:cxn modelId="{A700832C-5B7F-4336-A04D-B8B41CC0D4E8}" type="presParOf" srcId="{BBD03F16-8F84-4D74-B4F6-774B611BCB61}" destId="{BE352A1F-8EB9-4DBD-97C7-0AF90D539BD6}" srcOrd="8" destOrd="0" presId="urn:microsoft.com/office/officeart/2005/8/layout/hChevron3"/>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62.xml><?xml version="1.0" encoding="utf-8"?>
<dgm:dataModel xmlns:dgm="http://schemas.openxmlformats.org/drawingml/2006/diagram" xmlns:a="http://schemas.openxmlformats.org/drawingml/2006/main">
  <dgm:ptLst>
    <dgm:pt modelId="{B9C32B05-62EA-407A-B21C-2310C7945705}" type="doc">
      <dgm:prSet loTypeId="urn:microsoft.com/office/officeart/2005/8/layout/lProcess3" loCatId="process"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F66099B6-DBBD-4AB0-82D2-877B80F846F7}">
      <dgm:prSet phldrT="[Text]"/>
      <dgm:spPr/>
      <dgm:t>
        <a:bodyPr/>
        <a:lstStyle/>
        <a:p>
          <a:r>
            <a:rPr lang="en-US" dirty="0"/>
            <a:t>Lorem Ipsum</a:t>
          </a:r>
        </a:p>
      </dgm:t>
    </dgm:pt>
    <dgm:pt modelId="{B09C8BFB-F41C-4AC4-AB94-F216E3081C2D}" type="parTrans" cxnId="{B4F3EA32-CE64-4A92-9BAE-BC57E5392B05}">
      <dgm:prSet/>
      <dgm:spPr/>
      <dgm:t>
        <a:bodyPr/>
        <a:lstStyle/>
        <a:p>
          <a:endParaRPr lang="en-US"/>
        </a:p>
      </dgm:t>
    </dgm:pt>
    <dgm:pt modelId="{BC531B32-9B0E-482E-BF91-65C61F17168D}" type="sibTrans" cxnId="{B4F3EA32-CE64-4A92-9BAE-BC57E5392B05}">
      <dgm:prSet/>
      <dgm:spPr/>
      <dgm:t>
        <a:bodyPr/>
        <a:lstStyle/>
        <a:p>
          <a:endParaRPr lang="en-US"/>
        </a:p>
      </dgm:t>
    </dgm:pt>
    <dgm:pt modelId="{EE62A4F6-4AC4-435B-990E-81A71CE8CAC7}">
      <dgm:prSet phldrT="[Text]"/>
      <dgm:spPr/>
      <dgm:t>
        <a:bodyPr/>
        <a:lstStyle/>
        <a:p>
          <a:r>
            <a:rPr lang="en-US" dirty="0"/>
            <a:t>Lorem Ipsum</a:t>
          </a:r>
        </a:p>
      </dgm:t>
    </dgm:pt>
    <dgm:pt modelId="{F287B947-7343-4FA2-B288-B23A59FFAE31}" type="parTrans" cxnId="{3A2CECA6-0C5B-46BB-B7C6-7D37E9D210BD}">
      <dgm:prSet/>
      <dgm:spPr/>
      <dgm:t>
        <a:bodyPr/>
        <a:lstStyle/>
        <a:p>
          <a:endParaRPr lang="en-US"/>
        </a:p>
      </dgm:t>
    </dgm:pt>
    <dgm:pt modelId="{389F9A93-0231-4877-8C41-5D5B8DD7AAC0}" type="sibTrans" cxnId="{3A2CECA6-0C5B-46BB-B7C6-7D37E9D210BD}">
      <dgm:prSet/>
      <dgm:spPr/>
      <dgm:t>
        <a:bodyPr/>
        <a:lstStyle/>
        <a:p>
          <a:endParaRPr lang="en-US"/>
        </a:p>
      </dgm:t>
    </dgm:pt>
    <dgm:pt modelId="{6CF284C3-4A70-4432-8F33-E75A802B3330}">
      <dgm:prSet/>
      <dgm:spPr/>
      <dgm:t>
        <a:bodyPr/>
        <a:lstStyle/>
        <a:p>
          <a:r>
            <a:rPr lang="en-US" dirty="0"/>
            <a:t>Some text here</a:t>
          </a:r>
        </a:p>
      </dgm:t>
    </dgm:pt>
    <dgm:pt modelId="{044831E6-2FC9-4DDA-81FB-5FA418568D07}" type="parTrans" cxnId="{2DC24386-BC50-4BAB-8571-16CB10C2603C}">
      <dgm:prSet/>
      <dgm:spPr/>
      <dgm:t>
        <a:bodyPr/>
        <a:lstStyle/>
        <a:p>
          <a:endParaRPr lang="en-US"/>
        </a:p>
      </dgm:t>
    </dgm:pt>
    <dgm:pt modelId="{CD50B82D-84BB-4747-B282-ABB339EBA294}" type="sibTrans" cxnId="{2DC24386-BC50-4BAB-8571-16CB10C2603C}">
      <dgm:prSet/>
      <dgm:spPr/>
      <dgm:t>
        <a:bodyPr/>
        <a:lstStyle/>
        <a:p>
          <a:endParaRPr lang="en-US"/>
        </a:p>
      </dgm:t>
    </dgm:pt>
    <dgm:pt modelId="{3AF880A5-0F00-4315-A5DF-1FE656798601}">
      <dgm:prSet phldrT="[Text]"/>
      <dgm:spPr/>
      <dgm:t>
        <a:bodyPr/>
        <a:lstStyle/>
        <a:p>
          <a:r>
            <a:rPr lang="en-US" dirty="0"/>
            <a:t>Some text here</a:t>
          </a:r>
        </a:p>
      </dgm:t>
    </dgm:pt>
    <dgm:pt modelId="{A13BB1F9-5857-4B43-8BF5-6589AA2CB759}" type="parTrans" cxnId="{24F8CBE2-5003-4E69-A772-6B98F2B05181}">
      <dgm:prSet/>
      <dgm:spPr/>
      <dgm:t>
        <a:bodyPr/>
        <a:lstStyle/>
        <a:p>
          <a:endParaRPr lang="en-US"/>
        </a:p>
      </dgm:t>
    </dgm:pt>
    <dgm:pt modelId="{C198C41D-2640-4669-83ED-E0CD35701C8E}" type="sibTrans" cxnId="{24F8CBE2-5003-4E69-A772-6B98F2B05181}">
      <dgm:prSet/>
      <dgm:spPr/>
      <dgm:t>
        <a:bodyPr/>
        <a:lstStyle/>
        <a:p>
          <a:endParaRPr lang="en-US"/>
        </a:p>
      </dgm:t>
    </dgm:pt>
    <dgm:pt modelId="{8EA7219F-BDB2-48EB-9EEB-3133522D132E}">
      <dgm:prSet phldrT="[Text]"/>
      <dgm:spPr/>
      <dgm:t>
        <a:bodyPr/>
        <a:lstStyle/>
        <a:p>
          <a:r>
            <a:rPr lang="en-US" dirty="0"/>
            <a:t>Some text here</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BE788BF5-FE9F-4C7D-A1CD-9232D7860179}">
      <dgm:prSet phldrT="[Text]"/>
      <dgm:spPr/>
      <dgm:t>
        <a:bodyPr/>
        <a:lstStyle/>
        <a:p>
          <a:r>
            <a:rPr lang="en-US"/>
            <a:t>Some text here</a:t>
          </a:r>
          <a:endParaRPr lang="en-US" dirty="0"/>
        </a:p>
      </dgm:t>
    </dgm:pt>
    <dgm:pt modelId="{963A52CB-C772-45F2-8A30-8ABA6B14D3CE}" type="parTrans" cxnId="{35013F34-57BC-4E3C-A003-07C0E49926DB}">
      <dgm:prSet/>
      <dgm:spPr/>
      <dgm:t>
        <a:bodyPr/>
        <a:lstStyle/>
        <a:p>
          <a:endParaRPr lang="en-US"/>
        </a:p>
      </dgm:t>
    </dgm:pt>
    <dgm:pt modelId="{88191C5E-55BA-42F2-B842-FC86CBBADC0F}" type="sibTrans" cxnId="{35013F34-57BC-4E3C-A003-07C0E49926DB}">
      <dgm:prSet/>
      <dgm:spPr/>
      <dgm:t>
        <a:bodyPr/>
        <a:lstStyle/>
        <a:p>
          <a:endParaRPr lang="en-US"/>
        </a:p>
      </dgm:t>
    </dgm:pt>
    <dgm:pt modelId="{3CE06941-9820-4827-8B16-CD80CC49F780}">
      <dgm:prSet phldrT="[Text]"/>
      <dgm:spPr/>
      <dgm:t>
        <a:bodyPr/>
        <a:lstStyle/>
        <a:p>
          <a:r>
            <a:rPr lang="en-US" dirty="0"/>
            <a:t>Some text here</a:t>
          </a:r>
        </a:p>
      </dgm:t>
    </dgm:pt>
    <dgm:pt modelId="{141A3C92-8966-4E2F-82E4-2E09E22674B2}" type="parTrans" cxnId="{C99CE395-39F6-46B4-938C-9BF085685D1A}">
      <dgm:prSet/>
      <dgm:spPr/>
      <dgm:t>
        <a:bodyPr/>
        <a:lstStyle/>
        <a:p>
          <a:endParaRPr lang="en-US"/>
        </a:p>
      </dgm:t>
    </dgm:pt>
    <dgm:pt modelId="{F58FC55B-E61F-445C-956E-0BB2202254CA}" type="sibTrans" cxnId="{C99CE395-39F6-46B4-938C-9BF085685D1A}">
      <dgm:prSet/>
      <dgm:spPr/>
      <dgm:t>
        <a:bodyPr/>
        <a:lstStyle/>
        <a:p>
          <a:endParaRPr lang="en-US"/>
        </a:p>
      </dgm:t>
    </dgm:pt>
    <dgm:pt modelId="{386C2B6D-2EE1-4682-AE61-EE246CD54E31}">
      <dgm:prSet phldrT="[Text]"/>
      <dgm:spPr/>
      <dgm:t>
        <a:bodyPr/>
        <a:lstStyle/>
        <a:p>
          <a:r>
            <a:rPr lang="en-US" dirty="0"/>
            <a:t>Some text here</a:t>
          </a:r>
        </a:p>
      </dgm:t>
    </dgm:pt>
    <dgm:pt modelId="{649D72FB-0D8F-479C-87D1-C73133EF35E2}" type="parTrans" cxnId="{7F96AC57-2F84-4E8C-AA92-E82865EE63FE}">
      <dgm:prSet/>
      <dgm:spPr/>
      <dgm:t>
        <a:bodyPr/>
        <a:lstStyle/>
        <a:p>
          <a:endParaRPr lang="en-US"/>
        </a:p>
      </dgm:t>
    </dgm:pt>
    <dgm:pt modelId="{E1C9E6F1-2ED2-4DD8-9B78-28FC1AF5D352}" type="sibTrans" cxnId="{7F96AC57-2F84-4E8C-AA92-E82865EE63FE}">
      <dgm:prSet/>
      <dgm:spPr/>
      <dgm:t>
        <a:bodyPr/>
        <a:lstStyle/>
        <a:p>
          <a:endParaRPr lang="en-US"/>
        </a:p>
      </dgm:t>
    </dgm:pt>
    <dgm:pt modelId="{2A22E84C-3AA3-4E9C-AE5F-9C2FB0D7FB11}">
      <dgm:prSet phldrT="[Text]"/>
      <dgm:spPr/>
      <dgm:t>
        <a:bodyPr/>
        <a:lstStyle/>
        <a:p>
          <a:r>
            <a:rPr lang="en-US"/>
            <a:t>Lorem Ipsum</a:t>
          </a:r>
          <a:endParaRPr lang="en-US" dirty="0"/>
        </a:p>
      </dgm:t>
    </dgm:pt>
    <dgm:pt modelId="{6C025E55-DF42-4C5D-AFD5-6015FA053D46}" type="parTrans" cxnId="{BEB859E7-C343-408E-86A1-667C27EE5761}">
      <dgm:prSet/>
      <dgm:spPr/>
      <dgm:t>
        <a:bodyPr/>
        <a:lstStyle/>
        <a:p>
          <a:endParaRPr lang="en-US"/>
        </a:p>
      </dgm:t>
    </dgm:pt>
    <dgm:pt modelId="{744EA591-F199-49C2-B63A-82709D96C729}" type="sibTrans" cxnId="{BEB859E7-C343-408E-86A1-667C27EE5761}">
      <dgm:prSet/>
      <dgm:spPr/>
      <dgm:t>
        <a:bodyPr/>
        <a:lstStyle/>
        <a:p>
          <a:endParaRPr lang="en-US"/>
        </a:p>
      </dgm:t>
    </dgm:pt>
    <dgm:pt modelId="{9ADACFBF-2A78-45C9-A7C4-5E5DBC674760}">
      <dgm:prSet phldrT="[Text]"/>
      <dgm:spPr/>
      <dgm:t>
        <a:bodyPr/>
        <a:lstStyle/>
        <a:p>
          <a:r>
            <a:rPr lang="en-US" dirty="0"/>
            <a:t>Some text here</a:t>
          </a:r>
        </a:p>
      </dgm:t>
    </dgm:pt>
    <dgm:pt modelId="{E121796C-71AB-4354-A1D4-3BF0025298A5}" type="parTrans" cxnId="{2B98897D-9937-49AC-9FE9-6629E912033A}">
      <dgm:prSet/>
      <dgm:spPr/>
      <dgm:t>
        <a:bodyPr/>
        <a:lstStyle/>
        <a:p>
          <a:endParaRPr lang="en-US"/>
        </a:p>
      </dgm:t>
    </dgm:pt>
    <dgm:pt modelId="{F3FE7E5A-DC73-423B-998C-02943CF263BF}" type="sibTrans" cxnId="{2B98897D-9937-49AC-9FE9-6629E912033A}">
      <dgm:prSet/>
      <dgm:spPr/>
      <dgm:t>
        <a:bodyPr/>
        <a:lstStyle/>
        <a:p>
          <a:endParaRPr lang="en-US"/>
        </a:p>
      </dgm:t>
    </dgm:pt>
    <dgm:pt modelId="{6C39594C-4AE1-4221-9751-E4FBA9469435}">
      <dgm:prSet phldrT="[Text]"/>
      <dgm:spPr/>
      <dgm:t>
        <a:bodyPr/>
        <a:lstStyle/>
        <a:p>
          <a:r>
            <a:rPr lang="en-US" dirty="0"/>
            <a:t>Some text here</a:t>
          </a:r>
        </a:p>
      </dgm:t>
    </dgm:pt>
    <dgm:pt modelId="{EA90E5E0-265B-4677-A3EF-FCD0DFDF4F41}" type="parTrans" cxnId="{7AF91B96-DA69-42D6-83DE-0E63677A4C47}">
      <dgm:prSet/>
      <dgm:spPr/>
      <dgm:t>
        <a:bodyPr/>
        <a:lstStyle/>
        <a:p>
          <a:endParaRPr lang="en-US"/>
        </a:p>
      </dgm:t>
    </dgm:pt>
    <dgm:pt modelId="{F04E3063-747B-4761-B46E-8C06B2EF3C55}" type="sibTrans" cxnId="{7AF91B96-DA69-42D6-83DE-0E63677A4C47}">
      <dgm:prSet/>
      <dgm:spPr/>
      <dgm:t>
        <a:bodyPr/>
        <a:lstStyle/>
        <a:p>
          <a:endParaRPr lang="en-US"/>
        </a:p>
      </dgm:t>
    </dgm:pt>
    <dgm:pt modelId="{36045517-CEA4-4BE3-B836-C2B6BFE5649B}">
      <dgm:prSet phldrT="[Text]"/>
      <dgm:spPr/>
      <dgm:t>
        <a:bodyPr/>
        <a:lstStyle/>
        <a:p>
          <a:r>
            <a:rPr lang="en-US"/>
            <a:t>Lorem Ipsum</a:t>
          </a:r>
          <a:endParaRPr lang="en-US" dirty="0"/>
        </a:p>
      </dgm:t>
    </dgm:pt>
    <dgm:pt modelId="{6231A36F-9B04-4B4A-917A-7E163AFFC956}" type="parTrans" cxnId="{4019353B-443B-4DED-AA6C-3C60E18414C7}">
      <dgm:prSet/>
      <dgm:spPr/>
      <dgm:t>
        <a:bodyPr/>
        <a:lstStyle/>
        <a:p>
          <a:endParaRPr lang="en-US"/>
        </a:p>
      </dgm:t>
    </dgm:pt>
    <dgm:pt modelId="{BFF3C5ED-87D0-4709-A3B8-A7BF0668006A}" type="sibTrans" cxnId="{4019353B-443B-4DED-AA6C-3C60E18414C7}">
      <dgm:prSet/>
      <dgm:spPr/>
      <dgm:t>
        <a:bodyPr/>
        <a:lstStyle/>
        <a:p>
          <a:endParaRPr lang="en-US"/>
        </a:p>
      </dgm:t>
    </dgm:pt>
    <dgm:pt modelId="{110CC072-E78D-486A-BD24-8CD6CE5683E0}">
      <dgm:prSet phldrT="[Text]"/>
      <dgm:spPr/>
      <dgm:t>
        <a:bodyPr/>
        <a:lstStyle/>
        <a:p>
          <a:r>
            <a:rPr lang="en-US" dirty="0"/>
            <a:t>Some text here</a:t>
          </a:r>
        </a:p>
      </dgm:t>
    </dgm:pt>
    <dgm:pt modelId="{EFE20FCA-41FE-42D4-8C71-85751017ADFF}" type="parTrans" cxnId="{5670A7D8-BA42-4857-8679-D269077AD7D7}">
      <dgm:prSet/>
      <dgm:spPr/>
      <dgm:t>
        <a:bodyPr/>
        <a:lstStyle/>
        <a:p>
          <a:endParaRPr lang="en-US"/>
        </a:p>
      </dgm:t>
    </dgm:pt>
    <dgm:pt modelId="{C901204A-BC8E-4B62-854A-DFB2104323F5}" type="sibTrans" cxnId="{5670A7D8-BA42-4857-8679-D269077AD7D7}">
      <dgm:prSet/>
      <dgm:spPr/>
      <dgm:t>
        <a:bodyPr/>
        <a:lstStyle/>
        <a:p>
          <a:endParaRPr lang="en-US"/>
        </a:p>
      </dgm:t>
    </dgm:pt>
    <dgm:pt modelId="{F64D9B44-8949-42CE-A3F5-920CF85E6D38}">
      <dgm:prSet phldrT="[Text]"/>
      <dgm:spPr/>
      <dgm:t>
        <a:bodyPr/>
        <a:lstStyle/>
        <a:p>
          <a:r>
            <a:rPr lang="en-US" dirty="0"/>
            <a:t>Some text here</a:t>
          </a:r>
        </a:p>
      </dgm:t>
    </dgm:pt>
    <dgm:pt modelId="{81AB81A4-D793-40B9-964C-9DA3AF17B95D}" type="parTrans" cxnId="{F091E13E-CC91-4760-8919-F8E7FA115B30}">
      <dgm:prSet/>
      <dgm:spPr/>
      <dgm:t>
        <a:bodyPr/>
        <a:lstStyle/>
        <a:p>
          <a:endParaRPr lang="en-US"/>
        </a:p>
      </dgm:t>
    </dgm:pt>
    <dgm:pt modelId="{ECDC803C-5DBD-4EEE-A68A-AC8585F1A4EB}" type="sibTrans" cxnId="{F091E13E-CC91-4760-8919-F8E7FA115B30}">
      <dgm:prSet/>
      <dgm:spPr/>
      <dgm:t>
        <a:bodyPr/>
        <a:lstStyle/>
        <a:p>
          <a:endParaRPr lang="en-US"/>
        </a:p>
      </dgm:t>
    </dgm:pt>
    <dgm:pt modelId="{CE72A4B0-3B4E-4CCA-9C6C-53BEBF29DC68}" type="pres">
      <dgm:prSet presAssocID="{B9C32B05-62EA-407A-B21C-2310C7945705}" presName="Name0" presStyleCnt="0">
        <dgm:presLayoutVars>
          <dgm:chPref val="3"/>
          <dgm:dir/>
          <dgm:animLvl val="lvl"/>
          <dgm:resizeHandles/>
        </dgm:presLayoutVars>
      </dgm:prSet>
      <dgm:spPr/>
    </dgm:pt>
    <dgm:pt modelId="{03FB2CFB-64F1-4214-A44C-44E434DB1C5C}" type="pres">
      <dgm:prSet presAssocID="{42D71409-67F9-455C-8C6D-716D284AAA6B}" presName="horFlow" presStyleCnt="0"/>
      <dgm:spPr/>
    </dgm:pt>
    <dgm:pt modelId="{FED12FCB-2EA6-436E-AC32-6318B372D197}" type="pres">
      <dgm:prSet presAssocID="{42D71409-67F9-455C-8C6D-716D284AAA6B}" presName="bigChev" presStyleLbl="node1" presStyleIdx="0" presStyleCnt="5"/>
      <dgm:spPr/>
    </dgm:pt>
    <dgm:pt modelId="{789C255A-DD98-4AA0-9057-70F611DC9D69}" type="pres">
      <dgm:prSet presAssocID="{3EE8403A-CB7C-4815-85BD-AEBCAEB71B37}" presName="parTrans" presStyleCnt="0"/>
      <dgm:spPr/>
    </dgm:pt>
    <dgm:pt modelId="{16F9BE1E-E1C5-434C-8730-9B0894051288}" type="pres">
      <dgm:prSet presAssocID="{8EA7219F-BDB2-48EB-9EEB-3133522D132E}" presName="node" presStyleLbl="alignAccFollowNode1" presStyleIdx="0" presStyleCnt="10">
        <dgm:presLayoutVars>
          <dgm:bulletEnabled val="1"/>
        </dgm:presLayoutVars>
      </dgm:prSet>
      <dgm:spPr/>
    </dgm:pt>
    <dgm:pt modelId="{191CC656-07A2-4B52-A6BF-7C5A87CE646F}" type="pres">
      <dgm:prSet presAssocID="{C94B7947-85DC-4B21-BB99-DF8438356F98}" presName="sibTrans" presStyleCnt="0"/>
      <dgm:spPr/>
    </dgm:pt>
    <dgm:pt modelId="{0CC0E981-070F-4D45-ABDF-3DBAA84BA621}" type="pres">
      <dgm:prSet presAssocID="{3AF880A5-0F00-4315-A5DF-1FE656798601}" presName="node" presStyleLbl="alignAccFollowNode1" presStyleIdx="1" presStyleCnt="10">
        <dgm:presLayoutVars>
          <dgm:bulletEnabled val="1"/>
        </dgm:presLayoutVars>
      </dgm:prSet>
      <dgm:spPr/>
    </dgm:pt>
    <dgm:pt modelId="{FBAC5670-A2AD-41F0-AB54-780D892FEA3E}" type="pres">
      <dgm:prSet presAssocID="{42D71409-67F9-455C-8C6D-716D284AAA6B}" presName="vSp" presStyleCnt="0"/>
      <dgm:spPr/>
    </dgm:pt>
    <dgm:pt modelId="{747F84A9-0C13-4127-8D78-0A39FA45AC93}" type="pres">
      <dgm:prSet presAssocID="{F66099B6-DBBD-4AB0-82D2-877B80F846F7}" presName="horFlow" presStyleCnt="0"/>
      <dgm:spPr/>
    </dgm:pt>
    <dgm:pt modelId="{18CD7F95-16FC-4F81-8E34-41E3FCA8FD11}" type="pres">
      <dgm:prSet presAssocID="{F66099B6-DBBD-4AB0-82D2-877B80F846F7}" presName="bigChev" presStyleLbl="node1" presStyleIdx="1" presStyleCnt="5"/>
      <dgm:spPr/>
    </dgm:pt>
    <dgm:pt modelId="{E334E003-7861-4145-BCC0-D5DAD677A2B9}" type="pres">
      <dgm:prSet presAssocID="{044831E6-2FC9-4DDA-81FB-5FA418568D07}" presName="parTrans" presStyleCnt="0"/>
      <dgm:spPr/>
    </dgm:pt>
    <dgm:pt modelId="{06C4FF4F-1AB6-436B-8439-04840346B8E2}" type="pres">
      <dgm:prSet presAssocID="{6CF284C3-4A70-4432-8F33-E75A802B3330}" presName="node" presStyleLbl="alignAccFollowNode1" presStyleIdx="2" presStyleCnt="10">
        <dgm:presLayoutVars>
          <dgm:bulletEnabled val="1"/>
        </dgm:presLayoutVars>
      </dgm:prSet>
      <dgm:spPr/>
    </dgm:pt>
    <dgm:pt modelId="{AE6ECAF0-5EEF-40A3-A4DE-3408875351AC}" type="pres">
      <dgm:prSet presAssocID="{CD50B82D-84BB-4747-B282-ABB339EBA294}" presName="sibTrans" presStyleCnt="0"/>
      <dgm:spPr/>
    </dgm:pt>
    <dgm:pt modelId="{EF46D2BE-23C7-4273-B8B6-E3D0DA5675C1}" type="pres">
      <dgm:prSet presAssocID="{BE788BF5-FE9F-4C7D-A1CD-9232D7860179}" presName="node" presStyleLbl="alignAccFollowNode1" presStyleIdx="3" presStyleCnt="10">
        <dgm:presLayoutVars>
          <dgm:bulletEnabled val="1"/>
        </dgm:presLayoutVars>
      </dgm:prSet>
      <dgm:spPr/>
    </dgm:pt>
    <dgm:pt modelId="{4062BF4B-C87A-48BE-8336-79E7FE02D354}" type="pres">
      <dgm:prSet presAssocID="{F66099B6-DBBD-4AB0-82D2-877B80F846F7}" presName="vSp" presStyleCnt="0"/>
      <dgm:spPr/>
    </dgm:pt>
    <dgm:pt modelId="{AFCC4718-0AA6-4706-9286-1E3655EFC686}" type="pres">
      <dgm:prSet presAssocID="{EE62A4F6-4AC4-435B-990E-81A71CE8CAC7}" presName="horFlow" presStyleCnt="0"/>
      <dgm:spPr/>
    </dgm:pt>
    <dgm:pt modelId="{25FFB6F3-E8D1-4434-8EFA-D6A2930F91F1}" type="pres">
      <dgm:prSet presAssocID="{EE62A4F6-4AC4-435B-990E-81A71CE8CAC7}" presName="bigChev" presStyleLbl="node1" presStyleIdx="2" presStyleCnt="5"/>
      <dgm:spPr/>
    </dgm:pt>
    <dgm:pt modelId="{01F90922-EED7-43AE-B784-3DAD06F3CCC2}" type="pres">
      <dgm:prSet presAssocID="{141A3C92-8966-4E2F-82E4-2E09E22674B2}" presName="parTrans" presStyleCnt="0"/>
      <dgm:spPr/>
    </dgm:pt>
    <dgm:pt modelId="{E4868762-29B0-4812-96C4-A855EFB357C4}" type="pres">
      <dgm:prSet presAssocID="{3CE06941-9820-4827-8B16-CD80CC49F780}" presName="node" presStyleLbl="alignAccFollowNode1" presStyleIdx="4" presStyleCnt="10">
        <dgm:presLayoutVars>
          <dgm:bulletEnabled val="1"/>
        </dgm:presLayoutVars>
      </dgm:prSet>
      <dgm:spPr/>
    </dgm:pt>
    <dgm:pt modelId="{072F6C03-B694-478C-967A-FDBB3831588E}" type="pres">
      <dgm:prSet presAssocID="{F58FC55B-E61F-445C-956E-0BB2202254CA}" presName="sibTrans" presStyleCnt="0"/>
      <dgm:spPr/>
    </dgm:pt>
    <dgm:pt modelId="{FA45122D-4685-45E6-8AC7-8CD084C9EC43}" type="pres">
      <dgm:prSet presAssocID="{386C2B6D-2EE1-4682-AE61-EE246CD54E31}" presName="node" presStyleLbl="alignAccFollowNode1" presStyleIdx="5" presStyleCnt="10">
        <dgm:presLayoutVars>
          <dgm:bulletEnabled val="1"/>
        </dgm:presLayoutVars>
      </dgm:prSet>
      <dgm:spPr/>
    </dgm:pt>
    <dgm:pt modelId="{C95F7529-5818-49F0-A79F-99D2B54CF19D}" type="pres">
      <dgm:prSet presAssocID="{EE62A4F6-4AC4-435B-990E-81A71CE8CAC7}" presName="vSp" presStyleCnt="0"/>
      <dgm:spPr/>
    </dgm:pt>
    <dgm:pt modelId="{8638EB2C-B070-402E-9719-B2CE3EF0CC8F}" type="pres">
      <dgm:prSet presAssocID="{2A22E84C-3AA3-4E9C-AE5F-9C2FB0D7FB11}" presName="horFlow" presStyleCnt="0"/>
      <dgm:spPr/>
    </dgm:pt>
    <dgm:pt modelId="{E3F5CC18-D875-493E-9174-9E0BDA3DF585}" type="pres">
      <dgm:prSet presAssocID="{2A22E84C-3AA3-4E9C-AE5F-9C2FB0D7FB11}" presName="bigChev" presStyleLbl="node1" presStyleIdx="3" presStyleCnt="5"/>
      <dgm:spPr/>
    </dgm:pt>
    <dgm:pt modelId="{EF522A49-5F1B-4FB5-8D62-45CC0BB7C0B6}" type="pres">
      <dgm:prSet presAssocID="{E121796C-71AB-4354-A1D4-3BF0025298A5}" presName="parTrans" presStyleCnt="0"/>
      <dgm:spPr/>
    </dgm:pt>
    <dgm:pt modelId="{884C8464-80B0-434F-85BA-0A3AA925A2A6}" type="pres">
      <dgm:prSet presAssocID="{9ADACFBF-2A78-45C9-A7C4-5E5DBC674760}" presName="node" presStyleLbl="alignAccFollowNode1" presStyleIdx="6" presStyleCnt="10">
        <dgm:presLayoutVars>
          <dgm:bulletEnabled val="1"/>
        </dgm:presLayoutVars>
      </dgm:prSet>
      <dgm:spPr/>
    </dgm:pt>
    <dgm:pt modelId="{11AC1B1D-7245-450A-80CD-02BA5E78D387}" type="pres">
      <dgm:prSet presAssocID="{F3FE7E5A-DC73-423B-998C-02943CF263BF}" presName="sibTrans" presStyleCnt="0"/>
      <dgm:spPr/>
    </dgm:pt>
    <dgm:pt modelId="{ED1DD2AC-E188-4444-A624-A78920C33C15}" type="pres">
      <dgm:prSet presAssocID="{6C39594C-4AE1-4221-9751-E4FBA9469435}" presName="node" presStyleLbl="alignAccFollowNode1" presStyleIdx="7" presStyleCnt="10">
        <dgm:presLayoutVars>
          <dgm:bulletEnabled val="1"/>
        </dgm:presLayoutVars>
      </dgm:prSet>
      <dgm:spPr/>
    </dgm:pt>
    <dgm:pt modelId="{9B7EE5C2-3293-4BB8-BABB-99A00F6D1A88}" type="pres">
      <dgm:prSet presAssocID="{2A22E84C-3AA3-4E9C-AE5F-9C2FB0D7FB11}" presName="vSp" presStyleCnt="0"/>
      <dgm:spPr/>
    </dgm:pt>
    <dgm:pt modelId="{3C42157A-DB9D-491D-BF2F-0793E7269426}" type="pres">
      <dgm:prSet presAssocID="{36045517-CEA4-4BE3-B836-C2B6BFE5649B}" presName="horFlow" presStyleCnt="0"/>
      <dgm:spPr/>
    </dgm:pt>
    <dgm:pt modelId="{D8EE6135-0421-4EA7-9D9E-0461ECBB1423}" type="pres">
      <dgm:prSet presAssocID="{36045517-CEA4-4BE3-B836-C2B6BFE5649B}" presName="bigChev" presStyleLbl="node1" presStyleIdx="4" presStyleCnt="5"/>
      <dgm:spPr/>
    </dgm:pt>
    <dgm:pt modelId="{06BAE4BD-3D0A-472D-86E8-067C36D31BE6}" type="pres">
      <dgm:prSet presAssocID="{EFE20FCA-41FE-42D4-8C71-85751017ADFF}" presName="parTrans" presStyleCnt="0"/>
      <dgm:spPr/>
    </dgm:pt>
    <dgm:pt modelId="{98CEC048-EF4E-4F98-B651-A327BA617DB6}" type="pres">
      <dgm:prSet presAssocID="{110CC072-E78D-486A-BD24-8CD6CE5683E0}" presName="node" presStyleLbl="alignAccFollowNode1" presStyleIdx="8" presStyleCnt="10">
        <dgm:presLayoutVars>
          <dgm:bulletEnabled val="1"/>
        </dgm:presLayoutVars>
      </dgm:prSet>
      <dgm:spPr/>
    </dgm:pt>
    <dgm:pt modelId="{4E717382-B25E-4474-89AF-65B7C8130087}" type="pres">
      <dgm:prSet presAssocID="{C901204A-BC8E-4B62-854A-DFB2104323F5}" presName="sibTrans" presStyleCnt="0"/>
      <dgm:spPr/>
    </dgm:pt>
    <dgm:pt modelId="{2FDAE135-134A-44EB-A9C7-C748A629BA05}" type="pres">
      <dgm:prSet presAssocID="{F64D9B44-8949-42CE-A3F5-920CF85E6D38}" presName="node" presStyleLbl="alignAccFollowNode1" presStyleIdx="9" presStyleCnt="10">
        <dgm:presLayoutVars>
          <dgm:bulletEnabled val="1"/>
        </dgm:presLayoutVars>
      </dgm:prSet>
      <dgm:spPr/>
    </dgm:pt>
  </dgm:ptLst>
  <dgm:cxnLst>
    <dgm:cxn modelId="{F1405814-5389-49CA-91A9-E918DFABE3DF}" type="presOf" srcId="{9ADACFBF-2A78-45C9-A7C4-5E5DBC674760}" destId="{884C8464-80B0-434F-85BA-0A3AA925A2A6}" srcOrd="0" destOrd="0" presId="urn:microsoft.com/office/officeart/2005/8/layout/lProcess3"/>
    <dgm:cxn modelId="{14A13E17-F752-4088-9637-C31F22220E88}" type="presOf" srcId="{BE788BF5-FE9F-4C7D-A1CD-9232D7860179}" destId="{EF46D2BE-23C7-4273-B8B6-E3D0DA5675C1}" srcOrd="0" destOrd="0" presId="urn:microsoft.com/office/officeart/2005/8/layout/lProcess3"/>
    <dgm:cxn modelId="{CB792C1A-2E0B-4606-8D03-63DDAF104A77}" type="presOf" srcId="{8EA7219F-BDB2-48EB-9EEB-3133522D132E}" destId="{16F9BE1E-E1C5-434C-8730-9B0894051288}" srcOrd="0" destOrd="0" presId="urn:microsoft.com/office/officeart/2005/8/layout/lProcess3"/>
    <dgm:cxn modelId="{2AA9C11F-1F1D-428E-801A-47EAA766C99D}" srcId="{B9C32B05-62EA-407A-B21C-2310C7945705}" destId="{42D71409-67F9-455C-8C6D-716D284AAA6B}" srcOrd="0" destOrd="0" parTransId="{51680ED1-AF6E-4B28-AE94-92B0EFB0DF7D}" sibTransId="{478B7D3C-9FB4-4BC6-90AC-49960560DECD}"/>
    <dgm:cxn modelId="{9FFA6B28-2676-47F4-9A29-AD3A266DB32B}" type="presOf" srcId="{36045517-CEA4-4BE3-B836-C2B6BFE5649B}" destId="{D8EE6135-0421-4EA7-9D9E-0461ECBB1423}" srcOrd="0" destOrd="0" presId="urn:microsoft.com/office/officeart/2005/8/layout/lProcess3"/>
    <dgm:cxn modelId="{B4F3EA32-CE64-4A92-9BAE-BC57E5392B05}" srcId="{B9C32B05-62EA-407A-B21C-2310C7945705}" destId="{F66099B6-DBBD-4AB0-82D2-877B80F846F7}" srcOrd="1" destOrd="0" parTransId="{B09C8BFB-F41C-4AC4-AB94-F216E3081C2D}" sibTransId="{BC531B32-9B0E-482E-BF91-65C61F17168D}"/>
    <dgm:cxn modelId="{35013F34-57BC-4E3C-A003-07C0E49926DB}" srcId="{F66099B6-DBBD-4AB0-82D2-877B80F846F7}" destId="{BE788BF5-FE9F-4C7D-A1CD-9232D7860179}" srcOrd="1" destOrd="0" parTransId="{963A52CB-C772-45F2-8A30-8ABA6B14D3CE}" sibTransId="{88191C5E-55BA-42F2-B842-FC86CBBADC0F}"/>
    <dgm:cxn modelId="{4019353B-443B-4DED-AA6C-3C60E18414C7}" srcId="{B9C32B05-62EA-407A-B21C-2310C7945705}" destId="{36045517-CEA4-4BE3-B836-C2B6BFE5649B}" srcOrd="4" destOrd="0" parTransId="{6231A36F-9B04-4B4A-917A-7E163AFFC956}" sibTransId="{BFF3C5ED-87D0-4709-A3B8-A7BF0668006A}"/>
    <dgm:cxn modelId="{F091E13E-CC91-4760-8919-F8E7FA115B30}" srcId="{36045517-CEA4-4BE3-B836-C2B6BFE5649B}" destId="{F64D9B44-8949-42CE-A3F5-920CF85E6D38}" srcOrd="1" destOrd="0" parTransId="{81AB81A4-D793-40B9-964C-9DA3AF17B95D}" sibTransId="{ECDC803C-5DBD-4EEE-A68A-AC8585F1A4EB}"/>
    <dgm:cxn modelId="{6D08923F-0B82-489A-94C1-32E4ED2F526D}" type="presOf" srcId="{3CE06941-9820-4827-8B16-CD80CC49F780}" destId="{E4868762-29B0-4812-96C4-A855EFB357C4}" srcOrd="0" destOrd="0" presId="urn:microsoft.com/office/officeart/2005/8/layout/lProcess3"/>
    <dgm:cxn modelId="{4C1C0561-C20F-4B1F-8CEF-2DAE2152B89B}" type="presOf" srcId="{110CC072-E78D-486A-BD24-8CD6CE5683E0}" destId="{98CEC048-EF4E-4F98-B651-A327BA617DB6}" srcOrd="0" destOrd="0" presId="urn:microsoft.com/office/officeart/2005/8/layout/lProcess3"/>
    <dgm:cxn modelId="{4839AB49-8DF9-4EE2-BBD4-D413C49BA64C}" type="presOf" srcId="{42D71409-67F9-455C-8C6D-716D284AAA6B}" destId="{FED12FCB-2EA6-436E-AC32-6318B372D197}" srcOrd="0" destOrd="0" presId="urn:microsoft.com/office/officeart/2005/8/layout/lProcess3"/>
    <dgm:cxn modelId="{A10A1651-31BB-405A-A86F-A33C99776CE1}" type="presOf" srcId="{F64D9B44-8949-42CE-A3F5-920CF85E6D38}" destId="{2FDAE135-134A-44EB-A9C7-C748A629BA05}" srcOrd="0" destOrd="0" presId="urn:microsoft.com/office/officeart/2005/8/layout/lProcess3"/>
    <dgm:cxn modelId="{7F96AC57-2F84-4E8C-AA92-E82865EE63FE}" srcId="{EE62A4F6-4AC4-435B-990E-81A71CE8CAC7}" destId="{386C2B6D-2EE1-4682-AE61-EE246CD54E31}" srcOrd="1" destOrd="0" parTransId="{649D72FB-0D8F-479C-87D1-C73133EF35E2}" sibTransId="{E1C9E6F1-2ED2-4DD8-9B78-28FC1AF5D352}"/>
    <dgm:cxn modelId="{2B98897D-9937-49AC-9FE9-6629E912033A}" srcId="{2A22E84C-3AA3-4E9C-AE5F-9C2FB0D7FB11}" destId="{9ADACFBF-2A78-45C9-A7C4-5E5DBC674760}" srcOrd="0" destOrd="0" parTransId="{E121796C-71AB-4354-A1D4-3BF0025298A5}" sibTransId="{F3FE7E5A-DC73-423B-998C-02943CF263BF}"/>
    <dgm:cxn modelId="{2DC24386-BC50-4BAB-8571-16CB10C2603C}" srcId="{F66099B6-DBBD-4AB0-82D2-877B80F846F7}" destId="{6CF284C3-4A70-4432-8F33-E75A802B3330}" srcOrd="0" destOrd="0" parTransId="{044831E6-2FC9-4DDA-81FB-5FA418568D07}" sibTransId="{CD50B82D-84BB-4747-B282-ABB339EBA294}"/>
    <dgm:cxn modelId="{C99CE395-39F6-46B4-938C-9BF085685D1A}" srcId="{EE62A4F6-4AC4-435B-990E-81A71CE8CAC7}" destId="{3CE06941-9820-4827-8B16-CD80CC49F780}" srcOrd="0" destOrd="0" parTransId="{141A3C92-8966-4E2F-82E4-2E09E22674B2}" sibTransId="{F58FC55B-E61F-445C-956E-0BB2202254CA}"/>
    <dgm:cxn modelId="{7AF91B96-DA69-42D6-83DE-0E63677A4C47}" srcId="{2A22E84C-3AA3-4E9C-AE5F-9C2FB0D7FB11}" destId="{6C39594C-4AE1-4221-9751-E4FBA9469435}" srcOrd="1" destOrd="0" parTransId="{EA90E5E0-265B-4677-A3EF-FCD0DFDF4F41}" sibTransId="{F04E3063-747B-4761-B46E-8C06B2EF3C55}"/>
    <dgm:cxn modelId="{B52F8C9E-79D4-41C8-A048-F1214BCB9BA0}" type="presOf" srcId="{EE62A4F6-4AC4-435B-990E-81A71CE8CAC7}" destId="{25FFB6F3-E8D1-4434-8EFA-D6A2930F91F1}" srcOrd="0" destOrd="0" presId="urn:microsoft.com/office/officeart/2005/8/layout/lProcess3"/>
    <dgm:cxn modelId="{3A2CECA6-0C5B-46BB-B7C6-7D37E9D210BD}" srcId="{B9C32B05-62EA-407A-B21C-2310C7945705}" destId="{EE62A4F6-4AC4-435B-990E-81A71CE8CAC7}" srcOrd="2" destOrd="0" parTransId="{F287B947-7343-4FA2-B288-B23A59FFAE31}" sibTransId="{389F9A93-0231-4877-8C41-5D5B8DD7AAC0}"/>
    <dgm:cxn modelId="{1FC7BDA9-03A8-4B0B-944B-89000A2F5E89}" type="presOf" srcId="{B9C32B05-62EA-407A-B21C-2310C7945705}" destId="{CE72A4B0-3B4E-4CCA-9C6C-53BEBF29DC68}" srcOrd="0" destOrd="0" presId="urn:microsoft.com/office/officeart/2005/8/layout/lProcess3"/>
    <dgm:cxn modelId="{84BB4BB0-B965-40ED-8CAC-FE66186B97D0}" type="presOf" srcId="{6CF284C3-4A70-4432-8F33-E75A802B3330}" destId="{06C4FF4F-1AB6-436B-8439-04840346B8E2}" srcOrd="0" destOrd="0" presId="urn:microsoft.com/office/officeart/2005/8/layout/lProcess3"/>
    <dgm:cxn modelId="{C017A9CE-7585-4623-8F11-AFD439A8051C}" type="presOf" srcId="{386C2B6D-2EE1-4682-AE61-EE246CD54E31}" destId="{FA45122D-4685-45E6-8AC7-8CD084C9EC43}" srcOrd="0" destOrd="0" presId="urn:microsoft.com/office/officeart/2005/8/layout/lProcess3"/>
    <dgm:cxn modelId="{BE47DED2-2858-4161-A776-8DC47F08F4B7}" type="presOf" srcId="{F66099B6-DBBD-4AB0-82D2-877B80F846F7}" destId="{18CD7F95-16FC-4F81-8E34-41E3FCA8FD11}" srcOrd="0" destOrd="0" presId="urn:microsoft.com/office/officeart/2005/8/layout/lProcess3"/>
    <dgm:cxn modelId="{0EBF56D5-BAB3-4915-8DA3-4ADAD6F6C220}" type="presOf" srcId="{3AF880A5-0F00-4315-A5DF-1FE656798601}" destId="{0CC0E981-070F-4D45-ABDF-3DBAA84BA621}" srcOrd="0" destOrd="0" presId="urn:microsoft.com/office/officeart/2005/8/layout/lProcess3"/>
    <dgm:cxn modelId="{5670A7D8-BA42-4857-8679-D269077AD7D7}" srcId="{36045517-CEA4-4BE3-B836-C2B6BFE5649B}" destId="{110CC072-E78D-486A-BD24-8CD6CE5683E0}" srcOrd="0" destOrd="0" parTransId="{EFE20FCA-41FE-42D4-8C71-85751017ADFF}" sibTransId="{C901204A-BC8E-4B62-854A-DFB2104323F5}"/>
    <dgm:cxn modelId="{24F8CBE2-5003-4E69-A772-6B98F2B05181}" srcId="{42D71409-67F9-455C-8C6D-716D284AAA6B}" destId="{3AF880A5-0F00-4315-A5DF-1FE656798601}" srcOrd="1" destOrd="0" parTransId="{A13BB1F9-5857-4B43-8BF5-6589AA2CB759}" sibTransId="{C198C41D-2640-4669-83ED-E0CD35701C8E}"/>
    <dgm:cxn modelId="{D559FBE4-FBBE-486A-A9C2-7C7A5FF556F4}" type="presOf" srcId="{6C39594C-4AE1-4221-9751-E4FBA9469435}" destId="{ED1DD2AC-E188-4444-A624-A78920C33C15}" srcOrd="0" destOrd="0" presId="urn:microsoft.com/office/officeart/2005/8/layout/lProcess3"/>
    <dgm:cxn modelId="{BEB859E7-C343-408E-86A1-667C27EE5761}" srcId="{B9C32B05-62EA-407A-B21C-2310C7945705}" destId="{2A22E84C-3AA3-4E9C-AE5F-9C2FB0D7FB11}" srcOrd="3" destOrd="0" parTransId="{6C025E55-DF42-4C5D-AFD5-6015FA053D46}" sibTransId="{744EA591-F199-49C2-B63A-82709D96C729}"/>
    <dgm:cxn modelId="{14E0C8EE-D850-4E60-977D-74D343575D3B}" type="presOf" srcId="{2A22E84C-3AA3-4E9C-AE5F-9C2FB0D7FB11}" destId="{E3F5CC18-D875-493E-9174-9E0BDA3DF585}" srcOrd="0" destOrd="0" presId="urn:microsoft.com/office/officeart/2005/8/layout/lProcess3"/>
    <dgm:cxn modelId="{58AD7EEF-D408-406B-87EE-4691D4C30668}" srcId="{42D71409-67F9-455C-8C6D-716D284AAA6B}" destId="{8EA7219F-BDB2-48EB-9EEB-3133522D132E}" srcOrd="0" destOrd="0" parTransId="{3EE8403A-CB7C-4815-85BD-AEBCAEB71B37}" sibTransId="{C94B7947-85DC-4B21-BB99-DF8438356F98}"/>
    <dgm:cxn modelId="{1E9B5B61-A859-4832-B468-977057965E65}" type="presParOf" srcId="{CE72A4B0-3B4E-4CCA-9C6C-53BEBF29DC68}" destId="{03FB2CFB-64F1-4214-A44C-44E434DB1C5C}" srcOrd="0" destOrd="0" presId="urn:microsoft.com/office/officeart/2005/8/layout/lProcess3"/>
    <dgm:cxn modelId="{9C1C55FB-0129-45FE-9A43-81ECC0874F8F}" type="presParOf" srcId="{03FB2CFB-64F1-4214-A44C-44E434DB1C5C}" destId="{FED12FCB-2EA6-436E-AC32-6318B372D197}" srcOrd="0" destOrd="0" presId="urn:microsoft.com/office/officeart/2005/8/layout/lProcess3"/>
    <dgm:cxn modelId="{F569D65A-18D6-4BDD-ABB8-9BF04439CBEB}" type="presParOf" srcId="{03FB2CFB-64F1-4214-A44C-44E434DB1C5C}" destId="{789C255A-DD98-4AA0-9057-70F611DC9D69}" srcOrd="1" destOrd="0" presId="urn:microsoft.com/office/officeart/2005/8/layout/lProcess3"/>
    <dgm:cxn modelId="{6685B8EC-75F2-49C4-B762-B62C96E1C61D}" type="presParOf" srcId="{03FB2CFB-64F1-4214-A44C-44E434DB1C5C}" destId="{16F9BE1E-E1C5-434C-8730-9B0894051288}" srcOrd="2" destOrd="0" presId="urn:microsoft.com/office/officeart/2005/8/layout/lProcess3"/>
    <dgm:cxn modelId="{F989F236-BAF9-4DE4-8945-809B49732CA8}" type="presParOf" srcId="{03FB2CFB-64F1-4214-A44C-44E434DB1C5C}" destId="{191CC656-07A2-4B52-A6BF-7C5A87CE646F}" srcOrd="3" destOrd="0" presId="urn:microsoft.com/office/officeart/2005/8/layout/lProcess3"/>
    <dgm:cxn modelId="{874F210E-1CE1-4C7A-96FA-51BA476ABAC2}" type="presParOf" srcId="{03FB2CFB-64F1-4214-A44C-44E434DB1C5C}" destId="{0CC0E981-070F-4D45-ABDF-3DBAA84BA621}" srcOrd="4" destOrd="0" presId="urn:microsoft.com/office/officeart/2005/8/layout/lProcess3"/>
    <dgm:cxn modelId="{F8F48D46-2EF3-48E5-A4F1-30CF07AD9337}" type="presParOf" srcId="{CE72A4B0-3B4E-4CCA-9C6C-53BEBF29DC68}" destId="{FBAC5670-A2AD-41F0-AB54-780D892FEA3E}" srcOrd="1" destOrd="0" presId="urn:microsoft.com/office/officeart/2005/8/layout/lProcess3"/>
    <dgm:cxn modelId="{BE4B3A7C-4FCD-4CD5-AEA5-196FD84C8B61}" type="presParOf" srcId="{CE72A4B0-3B4E-4CCA-9C6C-53BEBF29DC68}" destId="{747F84A9-0C13-4127-8D78-0A39FA45AC93}" srcOrd="2" destOrd="0" presId="urn:microsoft.com/office/officeart/2005/8/layout/lProcess3"/>
    <dgm:cxn modelId="{C785071E-6B1F-4901-887F-D202F09DFBAE}" type="presParOf" srcId="{747F84A9-0C13-4127-8D78-0A39FA45AC93}" destId="{18CD7F95-16FC-4F81-8E34-41E3FCA8FD11}" srcOrd="0" destOrd="0" presId="urn:microsoft.com/office/officeart/2005/8/layout/lProcess3"/>
    <dgm:cxn modelId="{CC458B9B-D303-4D95-95BE-D1E982250907}" type="presParOf" srcId="{747F84A9-0C13-4127-8D78-0A39FA45AC93}" destId="{E334E003-7861-4145-BCC0-D5DAD677A2B9}" srcOrd="1" destOrd="0" presId="urn:microsoft.com/office/officeart/2005/8/layout/lProcess3"/>
    <dgm:cxn modelId="{BC164F86-92F1-4296-8A75-B0721B1545C8}" type="presParOf" srcId="{747F84A9-0C13-4127-8D78-0A39FA45AC93}" destId="{06C4FF4F-1AB6-436B-8439-04840346B8E2}" srcOrd="2" destOrd="0" presId="urn:microsoft.com/office/officeart/2005/8/layout/lProcess3"/>
    <dgm:cxn modelId="{C8638E39-1E67-4D2D-AE1F-1141109EC93D}" type="presParOf" srcId="{747F84A9-0C13-4127-8D78-0A39FA45AC93}" destId="{AE6ECAF0-5EEF-40A3-A4DE-3408875351AC}" srcOrd="3" destOrd="0" presId="urn:microsoft.com/office/officeart/2005/8/layout/lProcess3"/>
    <dgm:cxn modelId="{FC1A0898-9DFC-4E41-BC51-250A26DB0E6D}" type="presParOf" srcId="{747F84A9-0C13-4127-8D78-0A39FA45AC93}" destId="{EF46D2BE-23C7-4273-B8B6-E3D0DA5675C1}" srcOrd="4" destOrd="0" presId="urn:microsoft.com/office/officeart/2005/8/layout/lProcess3"/>
    <dgm:cxn modelId="{B623FC24-581B-49BF-8B21-C941F4936F5E}" type="presParOf" srcId="{CE72A4B0-3B4E-4CCA-9C6C-53BEBF29DC68}" destId="{4062BF4B-C87A-48BE-8336-79E7FE02D354}" srcOrd="3" destOrd="0" presId="urn:microsoft.com/office/officeart/2005/8/layout/lProcess3"/>
    <dgm:cxn modelId="{1870119F-8805-4381-946D-1E079144A04D}" type="presParOf" srcId="{CE72A4B0-3B4E-4CCA-9C6C-53BEBF29DC68}" destId="{AFCC4718-0AA6-4706-9286-1E3655EFC686}" srcOrd="4" destOrd="0" presId="urn:microsoft.com/office/officeart/2005/8/layout/lProcess3"/>
    <dgm:cxn modelId="{7B076D4D-5F56-401B-AEC4-DFB492582688}" type="presParOf" srcId="{AFCC4718-0AA6-4706-9286-1E3655EFC686}" destId="{25FFB6F3-E8D1-4434-8EFA-D6A2930F91F1}" srcOrd="0" destOrd="0" presId="urn:microsoft.com/office/officeart/2005/8/layout/lProcess3"/>
    <dgm:cxn modelId="{B7597555-E719-4A85-A604-A446C1766535}" type="presParOf" srcId="{AFCC4718-0AA6-4706-9286-1E3655EFC686}" destId="{01F90922-EED7-43AE-B784-3DAD06F3CCC2}" srcOrd="1" destOrd="0" presId="urn:microsoft.com/office/officeart/2005/8/layout/lProcess3"/>
    <dgm:cxn modelId="{AA28BCA1-1CD9-4CCB-8BEA-E7D61E256DC6}" type="presParOf" srcId="{AFCC4718-0AA6-4706-9286-1E3655EFC686}" destId="{E4868762-29B0-4812-96C4-A855EFB357C4}" srcOrd="2" destOrd="0" presId="urn:microsoft.com/office/officeart/2005/8/layout/lProcess3"/>
    <dgm:cxn modelId="{65B9B4C0-A515-4E65-BA9B-9347D6E4A132}" type="presParOf" srcId="{AFCC4718-0AA6-4706-9286-1E3655EFC686}" destId="{072F6C03-B694-478C-967A-FDBB3831588E}" srcOrd="3" destOrd="0" presId="urn:microsoft.com/office/officeart/2005/8/layout/lProcess3"/>
    <dgm:cxn modelId="{652E606B-2572-4CB6-B971-16A825ABCF93}" type="presParOf" srcId="{AFCC4718-0AA6-4706-9286-1E3655EFC686}" destId="{FA45122D-4685-45E6-8AC7-8CD084C9EC43}" srcOrd="4" destOrd="0" presId="urn:microsoft.com/office/officeart/2005/8/layout/lProcess3"/>
    <dgm:cxn modelId="{D3D705F8-8D96-4413-8111-1A07E288CBB1}" type="presParOf" srcId="{CE72A4B0-3B4E-4CCA-9C6C-53BEBF29DC68}" destId="{C95F7529-5818-49F0-A79F-99D2B54CF19D}" srcOrd="5" destOrd="0" presId="urn:microsoft.com/office/officeart/2005/8/layout/lProcess3"/>
    <dgm:cxn modelId="{C91C7C6B-F0FB-4CCE-AF25-E6427132E4FB}" type="presParOf" srcId="{CE72A4B0-3B4E-4CCA-9C6C-53BEBF29DC68}" destId="{8638EB2C-B070-402E-9719-B2CE3EF0CC8F}" srcOrd="6" destOrd="0" presId="urn:microsoft.com/office/officeart/2005/8/layout/lProcess3"/>
    <dgm:cxn modelId="{F1EAF05F-DAE2-4703-AED1-C7831C52CA28}" type="presParOf" srcId="{8638EB2C-B070-402E-9719-B2CE3EF0CC8F}" destId="{E3F5CC18-D875-493E-9174-9E0BDA3DF585}" srcOrd="0" destOrd="0" presId="urn:microsoft.com/office/officeart/2005/8/layout/lProcess3"/>
    <dgm:cxn modelId="{16620606-40DC-492B-98AB-215558313AA5}" type="presParOf" srcId="{8638EB2C-B070-402E-9719-B2CE3EF0CC8F}" destId="{EF522A49-5F1B-4FB5-8D62-45CC0BB7C0B6}" srcOrd="1" destOrd="0" presId="urn:microsoft.com/office/officeart/2005/8/layout/lProcess3"/>
    <dgm:cxn modelId="{260982D1-7DAC-4E26-B6AA-85B877FE8B1A}" type="presParOf" srcId="{8638EB2C-B070-402E-9719-B2CE3EF0CC8F}" destId="{884C8464-80B0-434F-85BA-0A3AA925A2A6}" srcOrd="2" destOrd="0" presId="urn:microsoft.com/office/officeart/2005/8/layout/lProcess3"/>
    <dgm:cxn modelId="{52A82F1F-D970-4A8D-A526-A8DAB0603360}" type="presParOf" srcId="{8638EB2C-B070-402E-9719-B2CE3EF0CC8F}" destId="{11AC1B1D-7245-450A-80CD-02BA5E78D387}" srcOrd="3" destOrd="0" presId="urn:microsoft.com/office/officeart/2005/8/layout/lProcess3"/>
    <dgm:cxn modelId="{2EF41342-3ADF-4192-96F7-FE2F0AC99610}" type="presParOf" srcId="{8638EB2C-B070-402E-9719-B2CE3EF0CC8F}" destId="{ED1DD2AC-E188-4444-A624-A78920C33C15}" srcOrd="4" destOrd="0" presId="urn:microsoft.com/office/officeart/2005/8/layout/lProcess3"/>
    <dgm:cxn modelId="{620BBF3A-5350-457D-B726-4956F7CE07F0}" type="presParOf" srcId="{CE72A4B0-3B4E-4CCA-9C6C-53BEBF29DC68}" destId="{9B7EE5C2-3293-4BB8-BABB-99A00F6D1A88}" srcOrd="7" destOrd="0" presId="urn:microsoft.com/office/officeart/2005/8/layout/lProcess3"/>
    <dgm:cxn modelId="{C43972EA-B290-4589-BE1F-3B2EBAF9A48F}" type="presParOf" srcId="{CE72A4B0-3B4E-4CCA-9C6C-53BEBF29DC68}" destId="{3C42157A-DB9D-491D-BF2F-0793E7269426}" srcOrd="8" destOrd="0" presId="urn:microsoft.com/office/officeart/2005/8/layout/lProcess3"/>
    <dgm:cxn modelId="{0A56B97F-0F4D-4F99-9E32-3CE3150BE88D}" type="presParOf" srcId="{3C42157A-DB9D-491D-BF2F-0793E7269426}" destId="{D8EE6135-0421-4EA7-9D9E-0461ECBB1423}" srcOrd="0" destOrd="0" presId="urn:microsoft.com/office/officeart/2005/8/layout/lProcess3"/>
    <dgm:cxn modelId="{3C9EA600-E747-4078-AA87-BBEB9F8D955D}" type="presParOf" srcId="{3C42157A-DB9D-491D-BF2F-0793E7269426}" destId="{06BAE4BD-3D0A-472D-86E8-067C36D31BE6}" srcOrd="1" destOrd="0" presId="urn:microsoft.com/office/officeart/2005/8/layout/lProcess3"/>
    <dgm:cxn modelId="{8490A459-3950-4F68-8345-0D2304552970}" type="presParOf" srcId="{3C42157A-DB9D-491D-BF2F-0793E7269426}" destId="{98CEC048-EF4E-4F98-B651-A327BA617DB6}" srcOrd="2" destOrd="0" presId="urn:microsoft.com/office/officeart/2005/8/layout/lProcess3"/>
    <dgm:cxn modelId="{6376E1EA-28E6-4337-8305-B77996912B8B}" type="presParOf" srcId="{3C42157A-DB9D-491D-BF2F-0793E7269426}" destId="{4E717382-B25E-4474-89AF-65B7C8130087}" srcOrd="3" destOrd="0" presId="urn:microsoft.com/office/officeart/2005/8/layout/lProcess3"/>
    <dgm:cxn modelId="{23621ED4-D432-42DC-AF91-2B37971E8D0E}" type="presParOf" srcId="{3C42157A-DB9D-491D-BF2F-0793E7269426}" destId="{2FDAE135-134A-44EB-A9C7-C748A629BA05}" srcOrd="4" destOrd="0" presId="urn:microsoft.com/office/officeart/2005/8/layout/lProcess3"/>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63.xml><?xml version="1.0" encoding="utf-8"?>
<dgm:dataModel xmlns:dgm="http://schemas.openxmlformats.org/drawingml/2006/diagram" xmlns:a="http://schemas.openxmlformats.org/drawingml/2006/main">
  <dgm:ptLst>
    <dgm:pt modelId="{B9C32B05-62EA-407A-B21C-2310C7945705}" type="doc">
      <dgm:prSet loTypeId="urn:microsoft.com/office/officeart/2005/8/layout/chevron2" loCatId="process"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F66099B6-DBBD-4AB0-82D2-877B80F846F7}">
      <dgm:prSet phldrT="[Text]"/>
      <dgm:spPr/>
      <dgm:t>
        <a:bodyPr/>
        <a:lstStyle/>
        <a:p>
          <a:r>
            <a:rPr lang="en-US" dirty="0"/>
            <a:t>Lorem Ipsum</a:t>
          </a:r>
        </a:p>
      </dgm:t>
    </dgm:pt>
    <dgm:pt modelId="{B09C8BFB-F41C-4AC4-AB94-F216E3081C2D}" type="parTrans" cxnId="{B4F3EA32-CE64-4A92-9BAE-BC57E5392B05}">
      <dgm:prSet/>
      <dgm:spPr/>
      <dgm:t>
        <a:bodyPr/>
        <a:lstStyle/>
        <a:p>
          <a:endParaRPr lang="en-US"/>
        </a:p>
      </dgm:t>
    </dgm:pt>
    <dgm:pt modelId="{BC531B32-9B0E-482E-BF91-65C61F17168D}" type="sibTrans" cxnId="{B4F3EA32-CE64-4A92-9BAE-BC57E5392B05}">
      <dgm:prSet/>
      <dgm:spPr/>
      <dgm:t>
        <a:bodyPr/>
        <a:lstStyle/>
        <a:p>
          <a:endParaRPr lang="en-US"/>
        </a:p>
      </dgm:t>
    </dgm:pt>
    <dgm:pt modelId="{EE62A4F6-4AC4-435B-990E-81A71CE8CAC7}">
      <dgm:prSet phldrT="[Text]"/>
      <dgm:spPr/>
      <dgm:t>
        <a:bodyPr/>
        <a:lstStyle/>
        <a:p>
          <a:r>
            <a:rPr lang="en-US" dirty="0"/>
            <a:t>Lorem Ipsum</a:t>
          </a:r>
        </a:p>
      </dgm:t>
    </dgm:pt>
    <dgm:pt modelId="{F287B947-7343-4FA2-B288-B23A59FFAE31}" type="parTrans" cxnId="{3A2CECA6-0C5B-46BB-B7C6-7D37E9D210BD}">
      <dgm:prSet/>
      <dgm:spPr/>
      <dgm:t>
        <a:bodyPr/>
        <a:lstStyle/>
        <a:p>
          <a:endParaRPr lang="en-US"/>
        </a:p>
      </dgm:t>
    </dgm:pt>
    <dgm:pt modelId="{389F9A93-0231-4877-8C41-5D5B8DD7AAC0}" type="sibTrans" cxnId="{3A2CECA6-0C5B-46BB-B7C6-7D37E9D210BD}">
      <dgm:prSet/>
      <dgm:spPr/>
      <dgm:t>
        <a:bodyPr/>
        <a:lstStyle/>
        <a:p>
          <a:endParaRPr lang="en-US"/>
        </a:p>
      </dgm:t>
    </dgm:pt>
    <dgm:pt modelId="{6CF284C3-4A70-4432-8F33-E75A802B3330}">
      <dgm:prSet/>
      <dgm:spPr/>
      <dgm:t>
        <a:bodyPr/>
        <a:lstStyle/>
        <a:p>
          <a:r>
            <a:rPr lang="en-US" dirty="0"/>
            <a:t>Some text here</a:t>
          </a:r>
        </a:p>
      </dgm:t>
    </dgm:pt>
    <dgm:pt modelId="{044831E6-2FC9-4DDA-81FB-5FA418568D07}" type="parTrans" cxnId="{2DC24386-BC50-4BAB-8571-16CB10C2603C}">
      <dgm:prSet/>
      <dgm:spPr/>
      <dgm:t>
        <a:bodyPr/>
        <a:lstStyle/>
        <a:p>
          <a:endParaRPr lang="en-US"/>
        </a:p>
      </dgm:t>
    </dgm:pt>
    <dgm:pt modelId="{CD50B82D-84BB-4747-B282-ABB339EBA294}" type="sibTrans" cxnId="{2DC24386-BC50-4BAB-8571-16CB10C2603C}">
      <dgm:prSet/>
      <dgm:spPr/>
      <dgm:t>
        <a:bodyPr/>
        <a:lstStyle/>
        <a:p>
          <a:endParaRPr lang="en-US"/>
        </a:p>
      </dgm:t>
    </dgm:pt>
    <dgm:pt modelId="{3AF880A5-0F00-4315-A5DF-1FE656798601}">
      <dgm:prSet phldrT="[Text]"/>
      <dgm:spPr/>
      <dgm:t>
        <a:bodyPr/>
        <a:lstStyle/>
        <a:p>
          <a:r>
            <a:rPr lang="en-US" dirty="0"/>
            <a:t>Some text here</a:t>
          </a:r>
        </a:p>
      </dgm:t>
    </dgm:pt>
    <dgm:pt modelId="{A13BB1F9-5857-4B43-8BF5-6589AA2CB759}" type="parTrans" cxnId="{24F8CBE2-5003-4E69-A772-6B98F2B05181}">
      <dgm:prSet/>
      <dgm:spPr/>
      <dgm:t>
        <a:bodyPr/>
        <a:lstStyle/>
        <a:p>
          <a:endParaRPr lang="en-US"/>
        </a:p>
      </dgm:t>
    </dgm:pt>
    <dgm:pt modelId="{C198C41D-2640-4669-83ED-E0CD35701C8E}" type="sibTrans" cxnId="{24F8CBE2-5003-4E69-A772-6B98F2B05181}">
      <dgm:prSet/>
      <dgm:spPr/>
      <dgm:t>
        <a:bodyPr/>
        <a:lstStyle/>
        <a:p>
          <a:endParaRPr lang="en-US"/>
        </a:p>
      </dgm:t>
    </dgm:pt>
    <dgm:pt modelId="{8EA7219F-BDB2-48EB-9EEB-3133522D132E}">
      <dgm:prSet phldrT="[Text]"/>
      <dgm:spPr/>
      <dgm:t>
        <a:bodyPr/>
        <a:lstStyle/>
        <a:p>
          <a:r>
            <a:rPr lang="en-US" dirty="0"/>
            <a:t>Some text here</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BE788BF5-FE9F-4C7D-A1CD-9232D7860179}">
      <dgm:prSet phldrT="[Text]"/>
      <dgm:spPr/>
      <dgm:t>
        <a:bodyPr/>
        <a:lstStyle/>
        <a:p>
          <a:r>
            <a:rPr lang="en-US"/>
            <a:t>Some text here</a:t>
          </a:r>
          <a:endParaRPr lang="en-US" dirty="0"/>
        </a:p>
      </dgm:t>
    </dgm:pt>
    <dgm:pt modelId="{963A52CB-C772-45F2-8A30-8ABA6B14D3CE}" type="parTrans" cxnId="{35013F34-57BC-4E3C-A003-07C0E49926DB}">
      <dgm:prSet/>
      <dgm:spPr/>
      <dgm:t>
        <a:bodyPr/>
        <a:lstStyle/>
        <a:p>
          <a:endParaRPr lang="en-US"/>
        </a:p>
      </dgm:t>
    </dgm:pt>
    <dgm:pt modelId="{88191C5E-55BA-42F2-B842-FC86CBBADC0F}" type="sibTrans" cxnId="{35013F34-57BC-4E3C-A003-07C0E49926DB}">
      <dgm:prSet/>
      <dgm:spPr/>
      <dgm:t>
        <a:bodyPr/>
        <a:lstStyle/>
        <a:p>
          <a:endParaRPr lang="en-US"/>
        </a:p>
      </dgm:t>
    </dgm:pt>
    <dgm:pt modelId="{3CE06941-9820-4827-8B16-CD80CC49F780}">
      <dgm:prSet phldrT="[Text]"/>
      <dgm:spPr/>
      <dgm:t>
        <a:bodyPr/>
        <a:lstStyle/>
        <a:p>
          <a:r>
            <a:rPr lang="en-US" dirty="0"/>
            <a:t>Some text here</a:t>
          </a:r>
        </a:p>
      </dgm:t>
    </dgm:pt>
    <dgm:pt modelId="{141A3C92-8966-4E2F-82E4-2E09E22674B2}" type="parTrans" cxnId="{C99CE395-39F6-46B4-938C-9BF085685D1A}">
      <dgm:prSet/>
      <dgm:spPr/>
      <dgm:t>
        <a:bodyPr/>
        <a:lstStyle/>
        <a:p>
          <a:endParaRPr lang="en-US"/>
        </a:p>
      </dgm:t>
    </dgm:pt>
    <dgm:pt modelId="{F58FC55B-E61F-445C-956E-0BB2202254CA}" type="sibTrans" cxnId="{C99CE395-39F6-46B4-938C-9BF085685D1A}">
      <dgm:prSet/>
      <dgm:spPr/>
      <dgm:t>
        <a:bodyPr/>
        <a:lstStyle/>
        <a:p>
          <a:endParaRPr lang="en-US"/>
        </a:p>
      </dgm:t>
    </dgm:pt>
    <dgm:pt modelId="{386C2B6D-2EE1-4682-AE61-EE246CD54E31}">
      <dgm:prSet phldrT="[Text]"/>
      <dgm:spPr/>
      <dgm:t>
        <a:bodyPr/>
        <a:lstStyle/>
        <a:p>
          <a:r>
            <a:rPr lang="en-US" dirty="0"/>
            <a:t>Some text here</a:t>
          </a:r>
        </a:p>
      </dgm:t>
    </dgm:pt>
    <dgm:pt modelId="{649D72FB-0D8F-479C-87D1-C73133EF35E2}" type="parTrans" cxnId="{7F96AC57-2F84-4E8C-AA92-E82865EE63FE}">
      <dgm:prSet/>
      <dgm:spPr/>
      <dgm:t>
        <a:bodyPr/>
        <a:lstStyle/>
        <a:p>
          <a:endParaRPr lang="en-US"/>
        </a:p>
      </dgm:t>
    </dgm:pt>
    <dgm:pt modelId="{E1C9E6F1-2ED2-4DD8-9B78-28FC1AF5D352}" type="sibTrans" cxnId="{7F96AC57-2F84-4E8C-AA92-E82865EE63FE}">
      <dgm:prSet/>
      <dgm:spPr/>
      <dgm:t>
        <a:bodyPr/>
        <a:lstStyle/>
        <a:p>
          <a:endParaRPr lang="en-US"/>
        </a:p>
      </dgm:t>
    </dgm:pt>
    <dgm:pt modelId="{2A22E84C-3AA3-4E9C-AE5F-9C2FB0D7FB11}">
      <dgm:prSet phldrT="[Text]"/>
      <dgm:spPr/>
      <dgm:t>
        <a:bodyPr/>
        <a:lstStyle/>
        <a:p>
          <a:r>
            <a:rPr lang="en-US"/>
            <a:t>Lorem Ipsum</a:t>
          </a:r>
          <a:endParaRPr lang="en-US" dirty="0"/>
        </a:p>
      </dgm:t>
    </dgm:pt>
    <dgm:pt modelId="{6C025E55-DF42-4C5D-AFD5-6015FA053D46}" type="parTrans" cxnId="{BEB859E7-C343-408E-86A1-667C27EE5761}">
      <dgm:prSet/>
      <dgm:spPr/>
      <dgm:t>
        <a:bodyPr/>
        <a:lstStyle/>
        <a:p>
          <a:endParaRPr lang="en-US"/>
        </a:p>
      </dgm:t>
    </dgm:pt>
    <dgm:pt modelId="{744EA591-F199-49C2-B63A-82709D96C729}" type="sibTrans" cxnId="{BEB859E7-C343-408E-86A1-667C27EE5761}">
      <dgm:prSet/>
      <dgm:spPr/>
      <dgm:t>
        <a:bodyPr/>
        <a:lstStyle/>
        <a:p>
          <a:endParaRPr lang="en-US"/>
        </a:p>
      </dgm:t>
    </dgm:pt>
    <dgm:pt modelId="{9ADACFBF-2A78-45C9-A7C4-5E5DBC674760}">
      <dgm:prSet phldrT="[Text]"/>
      <dgm:spPr/>
      <dgm:t>
        <a:bodyPr/>
        <a:lstStyle/>
        <a:p>
          <a:r>
            <a:rPr lang="en-US" dirty="0"/>
            <a:t>Some text here</a:t>
          </a:r>
        </a:p>
      </dgm:t>
    </dgm:pt>
    <dgm:pt modelId="{E121796C-71AB-4354-A1D4-3BF0025298A5}" type="parTrans" cxnId="{2B98897D-9937-49AC-9FE9-6629E912033A}">
      <dgm:prSet/>
      <dgm:spPr/>
      <dgm:t>
        <a:bodyPr/>
        <a:lstStyle/>
        <a:p>
          <a:endParaRPr lang="en-US"/>
        </a:p>
      </dgm:t>
    </dgm:pt>
    <dgm:pt modelId="{F3FE7E5A-DC73-423B-998C-02943CF263BF}" type="sibTrans" cxnId="{2B98897D-9937-49AC-9FE9-6629E912033A}">
      <dgm:prSet/>
      <dgm:spPr/>
      <dgm:t>
        <a:bodyPr/>
        <a:lstStyle/>
        <a:p>
          <a:endParaRPr lang="en-US"/>
        </a:p>
      </dgm:t>
    </dgm:pt>
    <dgm:pt modelId="{6C39594C-4AE1-4221-9751-E4FBA9469435}">
      <dgm:prSet phldrT="[Text]"/>
      <dgm:spPr/>
      <dgm:t>
        <a:bodyPr/>
        <a:lstStyle/>
        <a:p>
          <a:r>
            <a:rPr lang="en-US" dirty="0"/>
            <a:t>Some text here</a:t>
          </a:r>
        </a:p>
      </dgm:t>
    </dgm:pt>
    <dgm:pt modelId="{EA90E5E0-265B-4677-A3EF-FCD0DFDF4F41}" type="parTrans" cxnId="{7AF91B96-DA69-42D6-83DE-0E63677A4C47}">
      <dgm:prSet/>
      <dgm:spPr/>
      <dgm:t>
        <a:bodyPr/>
        <a:lstStyle/>
        <a:p>
          <a:endParaRPr lang="en-US"/>
        </a:p>
      </dgm:t>
    </dgm:pt>
    <dgm:pt modelId="{F04E3063-747B-4761-B46E-8C06B2EF3C55}" type="sibTrans" cxnId="{7AF91B96-DA69-42D6-83DE-0E63677A4C47}">
      <dgm:prSet/>
      <dgm:spPr/>
      <dgm:t>
        <a:bodyPr/>
        <a:lstStyle/>
        <a:p>
          <a:endParaRPr lang="en-US"/>
        </a:p>
      </dgm:t>
    </dgm:pt>
    <dgm:pt modelId="{36045517-CEA4-4BE3-B836-C2B6BFE5649B}">
      <dgm:prSet phldrT="[Text]"/>
      <dgm:spPr/>
      <dgm:t>
        <a:bodyPr/>
        <a:lstStyle/>
        <a:p>
          <a:r>
            <a:rPr lang="en-US"/>
            <a:t>Lorem Ipsum</a:t>
          </a:r>
          <a:endParaRPr lang="en-US" dirty="0"/>
        </a:p>
      </dgm:t>
    </dgm:pt>
    <dgm:pt modelId="{6231A36F-9B04-4B4A-917A-7E163AFFC956}" type="parTrans" cxnId="{4019353B-443B-4DED-AA6C-3C60E18414C7}">
      <dgm:prSet/>
      <dgm:spPr/>
      <dgm:t>
        <a:bodyPr/>
        <a:lstStyle/>
        <a:p>
          <a:endParaRPr lang="en-US"/>
        </a:p>
      </dgm:t>
    </dgm:pt>
    <dgm:pt modelId="{BFF3C5ED-87D0-4709-A3B8-A7BF0668006A}" type="sibTrans" cxnId="{4019353B-443B-4DED-AA6C-3C60E18414C7}">
      <dgm:prSet/>
      <dgm:spPr/>
      <dgm:t>
        <a:bodyPr/>
        <a:lstStyle/>
        <a:p>
          <a:endParaRPr lang="en-US"/>
        </a:p>
      </dgm:t>
    </dgm:pt>
    <dgm:pt modelId="{110CC072-E78D-486A-BD24-8CD6CE5683E0}">
      <dgm:prSet phldrT="[Text]"/>
      <dgm:spPr/>
      <dgm:t>
        <a:bodyPr/>
        <a:lstStyle/>
        <a:p>
          <a:r>
            <a:rPr lang="en-US" dirty="0"/>
            <a:t>Some text here</a:t>
          </a:r>
        </a:p>
      </dgm:t>
    </dgm:pt>
    <dgm:pt modelId="{EFE20FCA-41FE-42D4-8C71-85751017ADFF}" type="parTrans" cxnId="{5670A7D8-BA42-4857-8679-D269077AD7D7}">
      <dgm:prSet/>
      <dgm:spPr/>
      <dgm:t>
        <a:bodyPr/>
        <a:lstStyle/>
        <a:p>
          <a:endParaRPr lang="en-US"/>
        </a:p>
      </dgm:t>
    </dgm:pt>
    <dgm:pt modelId="{C901204A-BC8E-4B62-854A-DFB2104323F5}" type="sibTrans" cxnId="{5670A7D8-BA42-4857-8679-D269077AD7D7}">
      <dgm:prSet/>
      <dgm:spPr/>
      <dgm:t>
        <a:bodyPr/>
        <a:lstStyle/>
        <a:p>
          <a:endParaRPr lang="en-US"/>
        </a:p>
      </dgm:t>
    </dgm:pt>
    <dgm:pt modelId="{F64D9B44-8949-42CE-A3F5-920CF85E6D38}">
      <dgm:prSet phldrT="[Text]"/>
      <dgm:spPr/>
      <dgm:t>
        <a:bodyPr/>
        <a:lstStyle/>
        <a:p>
          <a:r>
            <a:rPr lang="en-US" dirty="0"/>
            <a:t>Some text here</a:t>
          </a:r>
        </a:p>
      </dgm:t>
    </dgm:pt>
    <dgm:pt modelId="{81AB81A4-D793-40B9-964C-9DA3AF17B95D}" type="parTrans" cxnId="{F091E13E-CC91-4760-8919-F8E7FA115B30}">
      <dgm:prSet/>
      <dgm:spPr/>
      <dgm:t>
        <a:bodyPr/>
        <a:lstStyle/>
        <a:p>
          <a:endParaRPr lang="en-US"/>
        </a:p>
      </dgm:t>
    </dgm:pt>
    <dgm:pt modelId="{ECDC803C-5DBD-4EEE-A68A-AC8585F1A4EB}" type="sibTrans" cxnId="{F091E13E-CC91-4760-8919-F8E7FA115B30}">
      <dgm:prSet/>
      <dgm:spPr/>
      <dgm:t>
        <a:bodyPr/>
        <a:lstStyle/>
        <a:p>
          <a:endParaRPr lang="en-US"/>
        </a:p>
      </dgm:t>
    </dgm:pt>
    <dgm:pt modelId="{B28AF1AF-3FC8-43B4-9C93-A1EED3B53B0C}" type="pres">
      <dgm:prSet presAssocID="{B9C32B05-62EA-407A-B21C-2310C7945705}" presName="linearFlow" presStyleCnt="0">
        <dgm:presLayoutVars>
          <dgm:dir/>
          <dgm:animLvl val="lvl"/>
          <dgm:resizeHandles val="exact"/>
        </dgm:presLayoutVars>
      </dgm:prSet>
      <dgm:spPr/>
    </dgm:pt>
    <dgm:pt modelId="{FC7D1A9C-A24D-46FC-8AC8-3ED1D14CDF3B}" type="pres">
      <dgm:prSet presAssocID="{42D71409-67F9-455C-8C6D-716D284AAA6B}" presName="composite" presStyleCnt="0"/>
      <dgm:spPr/>
    </dgm:pt>
    <dgm:pt modelId="{56D73168-9009-4CC1-8FAF-7ED74DF59FDD}" type="pres">
      <dgm:prSet presAssocID="{42D71409-67F9-455C-8C6D-716D284AAA6B}" presName="parentText" presStyleLbl="alignNode1" presStyleIdx="0" presStyleCnt="5">
        <dgm:presLayoutVars>
          <dgm:chMax val="1"/>
          <dgm:bulletEnabled val="1"/>
        </dgm:presLayoutVars>
      </dgm:prSet>
      <dgm:spPr/>
    </dgm:pt>
    <dgm:pt modelId="{D1B6301C-8E0C-4537-82BF-9C555B0057E4}" type="pres">
      <dgm:prSet presAssocID="{42D71409-67F9-455C-8C6D-716D284AAA6B}" presName="descendantText" presStyleLbl="alignAcc1" presStyleIdx="0" presStyleCnt="5">
        <dgm:presLayoutVars>
          <dgm:bulletEnabled val="1"/>
        </dgm:presLayoutVars>
      </dgm:prSet>
      <dgm:spPr/>
    </dgm:pt>
    <dgm:pt modelId="{2569DF64-C106-4AE4-99B8-D66DC1F76D38}" type="pres">
      <dgm:prSet presAssocID="{478B7D3C-9FB4-4BC6-90AC-49960560DECD}" presName="sp" presStyleCnt="0"/>
      <dgm:spPr/>
    </dgm:pt>
    <dgm:pt modelId="{9B48B029-D6AC-4A9C-82CC-35600F393639}" type="pres">
      <dgm:prSet presAssocID="{F66099B6-DBBD-4AB0-82D2-877B80F846F7}" presName="composite" presStyleCnt="0"/>
      <dgm:spPr/>
    </dgm:pt>
    <dgm:pt modelId="{A3D497A7-D532-4540-ABA5-E0AFA6C5C319}" type="pres">
      <dgm:prSet presAssocID="{F66099B6-DBBD-4AB0-82D2-877B80F846F7}" presName="parentText" presStyleLbl="alignNode1" presStyleIdx="1" presStyleCnt="5">
        <dgm:presLayoutVars>
          <dgm:chMax val="1"/>
          <dgm:bulletEnabled val="1"/>
        </dgm:presLayoutVars>
      </dgm:prSet>
      <dgm:spPr/>
    </dgm:pt>
    <dgm:pt modelId="{F14DE7F0-BD53-4946-9F6D-D927C668D998}" type="pres">
      <dgm:prSet presAssocID="{F66099B6-DBBD-4AB0-82D2-877B80F846F7}" presName="descendantText" presStyleLbl="alignAcc1" presStyleIdx="1" presStyleCnt="5">
        <dgm:presLayoutVars>
          <dgm:bulletEnabled val="1"/>
        </dgm:presLayoutVars>
      </dgm:prSet>
      <dgm:spPr/>
    </dgm:pt>
    <dgm:pt modelId="{F68D6DAB-8597-45B6-80A7-CFD08D491D8C}" type="pres">
      <dgm:prSet presAssocID="{BC531B32-9B0E-482E-BF91-65C61F17168D}" presName="sp" presStyleCnt="0"/>
      <dgm:spPr/>
    </dgm:pt>
    <dgm:pt modelId="{EA9909DC-CD60-4C3A-A320-3B4716EB570B}" type="pres">
      <dgm:prSet presAssocID="{EE62A4F6-4AC4-435B-990E-81A71CE8CAC7}" presName="composite" presStyleCnt="0"/>
      <dgm:spPr/>
    </dgm:pt>
    <dgm:pt modelId="{C6D61CCF-0EA3-47D7-B8A8-326E37FFEC22}" type="pres">
      <dgm:prSet presAssocID="{EE62A4F6-4AC4-435B-990E-81A71CE8CAC7}" presName="parentText" presStyleLbl="alignNode1" presStyleIdx="2" presStyleCnt="5">
        <dgm:presLayoutVars>
          <dgm:chMax val="1"/>
          <dgm:bulletEnabled val="1"/>
        </dgm:presLayoutVars>
      </dgm:prSet>
      <dgm:spPr/>
    </dgm:pt>
    <dgm:pt modelId="{E0D34FE1-9CAE-4DC8-AE46-75D2588D3B76}" type="pres">
      <dgm:prSet presAssocID="{EE62A4F6-4AC4-435B-990E-81A71CE8CAC7}" presName="descendantText" presStyleLbl="alignAcc1" presStyleIdx="2" presStyleCnt="5">
        <dgm:presLayoutVars>
          <dgm:bulletEnabled val="1"/>
        </dgm:presLayoutVars>
      </dgm:prSet>
      <dgm:spPr/>
    </dgm:pt>
    <dgm:pt modelId="{654F2754-6307-4D4F-BED1-B12DAF36F565}" type="pres">
      <dgm:prSet presAssocID="{389F9A93-0231-4877-8C41-5D5B8DD7AAC0}" presName="sp" presStyleCnt="0"/>
      <dgm:spPr/>
    </dgm:pt>
    <dgm:pt modelId="{771BBBCA-1A19-4572-A70D-C51E6E5E0110}" type="pres">
      <dgm:prSet presAssocID="{2A22E84C-3AA3-4E9C-AE5F-9C2FB0D7FB11}" presName="composite" presStyleCnt="0"/>
      <dgm:spPr/>
    </dgm:pt>
    <dgm:pt modelId="{DDC30081-D5C9-4A99-B7F1-A944D018EDEB}" type="pres">
      <dgm:prSet presAssocID="{2A22E84C-3AA3-4E9C-AE5F-9C2FB0D7FB11}" presName="parentText" presStyleLbl="alignNode1" presStyleIdx="3" presStyleCnt="5">
        <dgm:presLayoutVars>
          <dgm:chMax val="1"/>
          <dgm:bulletEnabled val="1"/>
        </dgm:presLayoutVars>
      </dgm:prSet>
      <dgm:spPr/>
    </dgm:pt>
    <dgm:pt modelId="{A4A26374-E9F6-4717-8918-24C620AEFDBB}" type="pres">
      <dgm:prSet presAssocID="{2A22E84C-3AA3-4E9C-AE5F-9C2FB0D7FB11}" presName="descendantText" presStyleLbl="alignAcc1" presStyleIdx="3" presStyleCnt="5">
        <dgm:presLayoutVars>
          <dgm:bulletEnabled val="1"/>
        </dgm:presLayoutVars>
      </dgm:prSet>
      <dgm:spPr/>
    </dgm:pt>
    <dgm:pt modelId="{38F39F7C-EED8-490F-8795-A2BE8EFC9563}" type="pres">
      <dgm:prSet presAssocID="{744EA591-F199-49C2-B63A-82709D96C729}" presName="sp" presStyleCnt="0"/>
      <dgm:spPr/>
    </dgm:pt>
    <dgm:pt modelId="{110B9D05-1521-407D-B313-906048448871}" type="pres">
      <dgm:prSet presAssocID="{36045517-CEA4-4BE3-B836-C2B6BFE5649B}" presName="composite" presStyleCnt="0"/>
      <dgm:spPr/>
    </dgm:pt>
    <dgm:pt modelId="{5D3F72D6-B10F-4C6C-B514-BB32AC4AA8B7}" type="pres">
      <dgm:prSet presAssocID="{36045517-CEA4-4BE3-B836-C2B6BFE5649B}" presName="parentText" presStyleLbl="alignNode1" presStyleIdx="4" presStyleCnt="5">
        <dgm:presLayoutVars>
          <dgm:chMax val="1"/>
          <dgm:bulletEnabled val="1"/>
        </dgm:presLayoutVars>
      </dgm:prSet>
      <dgm:spPr/>
    </dgm:pt>
    <dgm:pt modelId="{C53D8A06-841B-4019-A0BD-AB3473BDD58C}" type="pres">
      <dgm:prSet presAssocID="{36045517-CEA4-4BE3-B836-C2B6BFE5649B}" presName="descendantText" presStyleLbl="alignAcc1" presStyleIdx="4" presStyleCnt="5">
        <dgm:presLayoutVars>
          <dgm:bulletEnabled val="1"/>
        </dgm:presLayoutVars>
      </dgm:prSet>
      <dgm:spPr/>
    </dgm:pt>
  </dgm:ptLst>
  <dgm:cxnLst>
    <dgm:cxn modelId="{92255405-8B75-4330-B08C-D8863CD24023}" type="presOf" srcId="{110CC072-E78D-486A-BD24-8CD6CE5683E0}" destId="{C53D8A06-841B-4019-A0BD-AB3473BDD58C}" srcOrd="0" destOrd="0" presId="urn:microsoft.com/office/officeart/2005/8/layout/chevron2"/>
    <dgm:cxn modelId="{DA5D090E-F75F-4F99-8492-8D99317DFA51}" type="presOf" srcId="{EE62A4F6-4AC4-435B-990E-81A71CE8CAC7}" destId="{C6D61CCF-0EA3-47D7-B8A8-326E37FFEC22}" srcOrd="0" destOrd="0" presId="urn:microsoft.com/office/officeart/2005/8/layout/chevron2"/>
    <dgm:cxn modelId="{2AA9C11F-1F1D-428E-801A-47EAA766C99D}" srcId="{B9C32B05-62EA-407A-B21C-2310C7945705}" destId="{42D71409-67F9-455C-8C6D-716D284AAA6B}" srcOrd="0" destOrd="0" parTransId="{51680ED1-AF6E-4B28-AE94-92B0EFB0DF7D}" sibTransId="{478B7D3C-9FB4-4BC6-90AC-49960560DECD}"/>
    <dgm:cxn modelId="{E0A86C21-50F9-4B76-8753-E497D6063391}" type="presOf" srcId="{8EA7219F-BDB2-48EB-9EEB-3133522D132E}" destId="{D1B6301C-8E0C-4537-82BF-9C555B0057E4}" srcOrd="0" destOrd="0" presId="urn:microsoft.com/office/officeart/2005/8/layout/chevron2"/>
    <dgm:cxn modelId="{0C5B342A-8270-4CDA-9947-180D599D09A4}" type="presOf" srcId="{2A22E84C-3AA3-4E9C-AE5F-9C2FB0D7FB11}" destId="{DDC30081-D5C9-4A99-B7F1-A944D018EDEB}" srcOrd="0" destOrd="0" presId="urn:microsoft.com/office/officeart/2005/8/layout/chevron2"/>
    <dgm:cxn modelId="{B4F3EA32-CE64-4A92-9BAE-BC57E5392B05}" srcId="{B9C32B05-62EA-407A-B21C-2310C7945705}" destId="{F66099B6-DBBD-4AB0-82D2-877B80F846F7}" srcOrd="1" destOrd="0" parTransId="{B09C8BFB-F41C-4AC4-AB94-F216E3081C2D}" sibTransId="{BC531B32-9B0E-482E-BF91-65C61F17168D}"/>
    <dgm:cxn modelId="{35013F34-57BC-4E3C-A003-07C0E49926DB}" srcId="{F66099B6-DBBD-4AB0-82D2-877B80F846F7}" destId="{BE788BF5-FE9F-4C7D-A1CD-9232D7860179}" srcOrd="1" destOrd="0" parTransId="{963A52CB-C772-45F2-8A30-8ABA6B14D3CE}" sibTransId="{88191C5E-55BA-42F2-B842-FC86CBBADC0F}"/>
    <dgm:cxn modelId="{4019353B-443B-4DED-AA6C-3C60E18414C7}" srcId="{B9C32B05-62EA-407A-B21C-2310C7945705}" destId="{36045517-CEA4-4BE3-B836-C2B6BFE5649B}" srcOrd="4" destOrd="0" parTransId="{6231A36F-9B04-4B4A-917A-7E163AFFC956}" sibTransId="{BFF3C5ED-87D0-4709-A3B8-A7BF0668006A}"/>
    <dgm:cxn modelId="{C1F0243D-6B78-4297-92CB-55AC74D77ABE}" type="presOf" srcId="{BE788BF5-FE9F-4C7D-A1CD-9232D7860179}" destId="{F14DE7F0-BD53-4946-9F6D-D927C668D998}" srcOrd="0" destOrd="1" presId="urn:microsoft.com/office/officeart/2005/8/layout/chevron2"/>
    <dgm:cxn modelId="{F091E13E-CC91-4760-8919-F8E7FA115B30}" srcId="{36045517-CEA4-4BE3-B836-C2B6BFE5649B}" destId="{F64D9B44-8949-42CE-A3F5-920CF85E6D38}" srcOrd="1" destOrd="0" parTransId="{81AB81A4-D793-40B9-964C-9DA3AF17B95D}" sibTransId="{ECDC803C-5DBD-4EEE-A68A-AC8585F1A4EB}"/>
    <dgm:cxn modelId="{D7BF8A5D-BA80-4735-9294-71169FEA337E}" type="presOf" srcId="{6C39594C-4AE1-4221-9751-E4FBA9469435}" destId="{A4A26374-E9F6-4717-8918-24C620AEFDBB}" srcOrd="0" destOrd="1" presId="urn:microsoft.com/office/officeart/2005/8/layout/chevron2"/>
    <dgm:cxn modelId="{22A58F6A-C92B-4A05-A08F-9B14BF99A76B}" type="presOf" srcId="{36045517-CEA4-4BE3-B836-C2B6BFE5649B}" destId="{5D3F72D6-B10F-4C6C-B514-BB32AC4AA8B7}" srcOrd="0" destOrd="0" presId="urn:microsoft.com/office/officeart/2005/8/layout/chevron2"/>
    <dgm:cxn modelId="{7F96AC57-2F84-4E8C-AA92-E82865EE63FE}" srcId="{EE62A4F6-4AC4-435B-990E-81A71CE8CAC7}" destId="{386C2B6D-2EE1-4682-AE61-EE246CD54E31}" srcOrd="1" destOrd="0" parTransId="{649D72FB-0D8F-479C-87D1-C73133EF35E2}" sibTransId="{E1C9E6F1-2ED2-4DD8-9B78-28FC1AF5D352}"/>
    <dgm:cxn modelId="{120FD877-1204-48E5-B5F3-D95C92B09EF2}" type="presOf" srcId="{3AF880A5-0F00-4315-A5DF-1FE656798601}" destId="{D1B6301C-8E0C-4537-82BF-9C555B0057E4}" srcOrd="0" destOrd="1" presId="urn:microsoft.com/office/officeart/2005/8/layout/chevron2"/>
    <dgm:cxn modelId="{E2446C58-F6D0-4CD8-B8AF-57CEE86D0A52}" type="presOf" srcId="{F66099B6-DBBD-4AB0-82D2-877B80F846F7}" destId="{A3D497A7-D532-4540-ABA5-E0AFA6C5C319}" srcOrd="0" destOrd="0" presId="urn:microsoft.com/office/officeart/2005/8/layout/chevron2"/>
    <dgm:cxn modelId="{D551EF5A-D7EC-4E24-A87B-9840B89924F5}" type="presOf" srcId="{42D71409-67F9-455C-8C6D-716D284AAA6B}" destId="{56D73168-9009-4CC1-8FAF-7ED74DF59FDD}" srcOrd="0" destOrd="0" presId="urn:microsoft.com/office/officeart/2005/8/layout/chevron2"/>
    <dgm:cxn modelId="{2B98897D-9937-49AC-9FE9-6629E912033A}" srcId="{2A22E84C-3AA3-4E9C-AE5F-9C2FB0D7FB11}" destId="{9ADACFBF-2A78-45C9-A7C4-5E5DBC674760}" srcOrd="0" destOrd="0" parTransId="{E121796C-71AB-4354-A1D4-3BF0025298A5}" sibTransId="{F3FE7E5A-DC73-423B-998C-02943CF263BF}"/>
    <dgm:cxn modelId="{2DC24386-BC50-4BAB-8571-16CB10C2603C}" srcId="{F66099B6-DBBD-4AB0-82D2-877B80F846F7}" destId="{6CF284C3-4A70-4432-8F33-E75A802B3330}" srcOrd="0" destOrd="0" parTransId="{044831E6-2FC9-4DDA-81FB-5FA418568D07}" sibTransId="{CD50B82D-84BB-4747-B282-ABB339EBA294}"/>
    <dgm:cxn modelId="{E271F989-5ECE-471D-B8DF-165C0BBBAEC1}" type="presOf" srcId="{3CE06941-9820-4827-8B16-CD80CC49F780}" destId="{E0D34FE1-9CAE-4DC8-AE46-75D2588D3B76}" srcOrd="0" destOrd="0" presId="urn:microsoft.com/office/officeart/2005/8/layout/chevron2"/>
    <dgm:cxn modelId="{E1A3388E-29A6-42C7-96D8-0211A0E400C3}" type="presOf" srcId="{B9C32B05-62EA-407A-B21C-2310C7945705}" destId="{B28AF1AF-3FC8-43B4-9C93-A1EED3B53B0C}" srcOrd="0" destOrd="0" presId="urn:microsoft.com/office/officeart/2005/8/layout/chevron2"/>
    <dgm:cxn modelId="{C99CE395-39F6-46B4-938C-9BF085685D1A}" srcId="{EE62A4F6-4AC4-435B-990E-81A71CE8CAC7}" destId="{3CE06941-9820-4827-8B16-CD80CC49F780}" srcOrd="0" destOrd="0" parTransId="{141A3C92-8966-4E2F-82E4-2E09E22674B2}" sibTransId="{F58FC55B-E61F-445C-956E-0BB2202254CA}"/>
    <dgm:cxn modelId="{7AF91B96-DA69-42D6-83DE-0E63677A4C47}" srcId="{2A22E84C-3AA3-4E9C-AE5F-9C2FB0D7FB11}" destId="{6C39594C-4AE1-4221-9751-E4FBA9469435}" srcOrd="1" destOrd="0" parTransId="{EA90E5E0-265B-4677-A3EF-FCD0DFDF4F41}" sibTransId="{F04E3063-747B-4761-B46E-8C06B2EF3C55}"/>
    <dgm:cxn modelId="{BDC5E8A2-85BE-454F-8913-71D6E5879380}" type="presOf" srcId="{9ADACFBF-2A78-45C9-A7C4-5E5DBC674760}" destId="{A4A26374-E9F6-4717-8918-24C620AEFDBB}" srcOrd="0" destOrd="0" presId="urn:microsoft.com/office/officeart/2005/8/layout/chevron2"/>
    <dgm:cxn modelId="{3A2CECA6-0C5B-46BB-B7C6-7D37E9D210BD}" srcId="{B9C32B05-62EA-407A-B21C-2310C7945705}" destId="{EE62A4F6-4AC4-435B-990E-81A71CE8CAC7}" srcOrd="2" destOrd="0" parTransId="{F287B947-7343-4FA2-B288-B23A59FFAE31}" sibTransId="{389F9A93-0231-4877-8C41-5D5B8DD7AAC0}"/>
    <dgm:cxn modelId="{33FFA0BD-A187-4D6F-B47B-A095CE1319E6}" type="presOf" srcId="{F64D9B44-8949-42CE-A3F5-920CF85E6D38}" destId="{C53D8A06-841B-4019-A0BD-AB3473BDD58C}" srcOrd="0" destOrd="1" presId="urn:microsoft.com/office/officeart/2005/8/layout/chevron2"/>
    <dgm:cxn modelId="{1D67ACCB-F42E-494F-BF9D-AB4A33687AF6}" type="presOf" srcId="{386C2B6D-2EE1-4682-AE61-EE246CD54E31}" destId="{E0D34FE1-9CAE-4DC8-AE46-75D2588D3B76}" srcOrd="0" destOrd="1" presId="urn:microsoft.com/office/officeart/2005/8/layout/chevron2"/>
    <dgm:cxn modelId="{5670A7D8-BA42-4857-8679-D269077AD7D7}" srcId="{36045517-CEA4-4BE3-B836-C2B6BFE5649B}" destId="{110CC072-E78D-486A-BD24-8CD6CE5683E0}" srcOrd="0" destOrd="0" parTransId="{EFE20FCA-41FE-42D4-8C71-85751017ADFF}" sibTransId="{C901204A-BC8E-4B62-854A-DFB2104323F5}"/>
    <dgm:cxn modelId="{24F8CBE2-5003-4E69-A772-6B98F2B05181}" srcId="{42D71409-67F9-455C-8C6D-716D284AAA6B}" destId="{3AF880A5-0F00-4315-A5DF-1FE656798601}" srcOrd="1" destOrd="0" parTransId="{A13BB1F9-5857-4B43-8BF5-6589AA2CB759}" sibTransId="{C198C41D-2640-4669-83ED-E0CD35701C8E}"/>
    <dgm:cxn modelId="{BEB859E7-C343-408E-86A1-667C27EE5761}" srcId="{B9C32B05-62EA-407A-B21C-2310C7945705}" destId="{2A22E84C-3AA3-4E9C-AE5F-9C2FB0D7FB11}" srcOrd="3" destOrd="0" parTransId="{6C025E55-DF42-4C5D-AFD5-6015FA053D46}" sibTransId="{744EA591-F199-49C2-B63A-82709D96C729}"/>
    <dgm:cxn modelId="{58AD7EEF-D408-406B-87EE-4691D4C30668}" srcId="{42D71409-67F9-455C-8C6D-716D284AAA6B}" destId="{8EA7219F-BDB2-48EB-9EEB-3133522D132E}" srcOrd="0" destOrd="0" parTransId="{3EE8403A-CB7C-4815-85BD-AEBCAEB71B37}" sibTransId="{C94B7947-85DC-4B21-BB99-DF8438356F98}"/>
    <dgm:cxn modelId="{6AD3C2F9-DB8A-495D-9F48-F0EFF6C58E53}" type="presOf" srcId="{6CF284C3-4A70-4432-8F33-E75A802B3330}" destId="{F14DE7F0-BD53-4946-9F6D-D927C668D998}" srcOrd="0" destOrd="0" presId="urn:microsoft.com/office/officeart/2005/8/layout/chevron2"/>
    <dgm:cxn modelId="{00F12F5B-A7C6-4464-A7B0-B95BD7E9E21A}" type="presParOf" srcId="{B28AF1AF-3FC8-43B4-9C93-A1EED3B53B0C}" destId="{FC7D1A9C-A24D-46FC-8AC8-3ED1D14CDF3B}" srcOrd="0" destOrd="0" presId="urn:microsoft.com/office/officeart/2005/8/layout/chevron2"/>
    <dgm:cxn modelId="{7F452D28-5B34-4F1C-A5FD-4827005D6157}" type="presParOf" srcId="{FC7D1A9C-A24D-46FC-8AC8-3ED1D14CDF3B}" destId="{56D73168-9009-4CC1-8FAF-7ED74DF59FDD}" srcOrd="0" destOrd="0" presId="urn:microsoft.com/office/officeart/2005/8/layout/chevron2"/>
    <dgm:cxn modelId="{15B5B90A-0515-4D61-AEEE-98B42A47CE23}" type="presParOf" srcId="{FC7D1A9C-A24D-46FC-8AC8-3ED1D14CDF3B}" destId="{D1B6301C-8E0C-4537-82BF-9C555B0057E4}" srcOrd="1" destOrd="0" presId="urn:microsoft.com/office/officeart/2005/8/layout/chevron2"/>
    <dgm:cxn modelId="{7098E39F-EBD7-4A64-80D3-F295ABBA6A3A}" type="presParOf" srcId="{B28AF1AF-3FC8-43B4-9C93-A1EED3B53B0C}" destId="{2569DF64-C106-4AE4-99B8-D66DC1F76D38}" srcOrd="1" destOrd="0" presId="urn:microsoft.com/office/officeart/2005/8/layout/chevron2"/>
    <dgm:cxn modelId="{B6E8B8F0-88FC-4C51-9482-FF9CC017EE61}" type="presParOf" srcId="{B28AF1AF-3FC8-43B4-9C93-A1EED3B53B0C}" destId="{9B48B029-D6AC-4A9C-82CC-35600F393639}" srcOrd="2" destOrd="0" presId="urn:microsoft.com/office/officeart/2005/8/layout/chevron2"/>
    <dgm:cxn modelId="{00DDE99B-BAE8-4184-8781-FEC6D7D871A4}" type="presParOf" srcId="{9B48B029-D6AC-4A9C-82CC-35600F393639}" destId="{A3D497A7-D532-4540-ABA5-E0AFA6C5C319}" srcOrd="0" destOrd="0" presId="urn:microsoft.com/office/officeart/2005/8/layout/chevron2"/>
    <dgm:cxn modelId="{E9722782-F795-48AE-B2C9-2A175ACBCE58}" type="presParOf" srcId="{9B48B029-D6AC-4A9C-82CC-35600F393639}" destId="{F14DE7F0-BD53-4946-9F6D-D927C668D998}" srcOrd="1" destOrd="0" presId="urn:microsoft.com/office/officeart/2005/8/layout/chevron2"/>
    <dgm:cxn modelId="{0632BFF4-D5CE-4D2C-B6D4-EEF5D621E71E}" type="presParOf" srcId="{B28AF1AF-3FC8-43B4-9C93-A1EED3B53B0C}" destId="{F68D6DAB-8597-45B6-80A7-CFD08D491D8C}" srcOrd="3" destOrd="0" presId="urn:microsoft.com/office/officeart/2005/8/layout/chevron2"/>
    <dgm:cxn modelId="{B82D8CCE-6762-4915-87B9-3045F897AD51}" type="presParOf" srcId="{B28AF1AF-3FC8-43B4-9C93-A1EED3B53B0C}" destId="{EA9909DC-CD60-4C3A-A320-3B4716EB570B}" srcOrd="4" destOrd="0" presId="urn:microsoft.com/office/officeart/2005/8/layout/chevron2"/>
    <dgm:cxn modelId="{EF891AAE-9E99-4FD8-BAD5-41A679AA6D77}" type="presParOf" srcId="{EA9909DC-CD60-4C3A-A320-3B4716EB570B}" destId="{C6D61CCF-0EA3-47D7-B8A8-326E37FFEC22}" srcOrd="0" destOrd="0" presId="urn:microsoft.com/office/officeart/2005/8/layout/chevron2"/>
    <dgm:cxn modelId="{DAEB718B-9298-4DA9-83AD-F0C72B1C313C}" type="presParOf" srcId="{EA9909DC-CD60-4C3A-A320-3B4716EB570B}" destId="{E0D34FE1-9CAE-4DC8-AE46-75D2588D3B76}" srcOrd="1" destOrd="0" presId="urn:microsoft.com/office/officeart/2005/8/layout/chevron2"/>
    <dgm:cxn modelId="{34BF4A73-CA27-4DA9-B985-875B260A259E}" type="presParOf" srcId="{B28AF1AF-3FC8-43B4-9C93-A1EED3B53B0C}" destId="{654F2754-6307-4D4F-BED1-B12DAF36F565}" srcOrd="5" destOrd="0" presId="urn:microsoft.com/office/officeart/2005/8/layout/chevron2"/>
    <dgm:cxn modelId="{5DE470C5-9E6F-4FA9-8214-6F7EE31572DB}" type="presParOf" srcId="{B28AF1AF-3FC8-43B4-9C93-A1EED3B53B0C}" destId="{771BBBCA-1A19-4572-A70D-C51E6E5E0110}" srcOrd="6" destOrd="0" presId="urn:microsoft.com/office/officeart/2005/8/layout/chevron2"/>
    <dgm:cxn modelId="{976D534B-974B-4A02-9720-A59C7D1906AB}" type="presParOf" srcId="{771BBBCA-1A19-4572-A70D-C51E6E5E0110}" destId="{DDC30081-D5C9-4A99-B7F1-A944D018EDEB}" srcOrd="0" destOrd="0" presId="urn:microsoft.com/office/officeart/2005/8/layout/chevron2"/>
    <dgm:cxn modelId="{3142DC15-34F2-4559-9CDA-DFB73D001DC4}" type="presParOf" srcId="{771BBBCA-1A19-4572-A70D-C51E6E5E0110}" destId="{A4A26374-E9F6-4717-8918-24C620AEFDBB}" srcOrd="1" destOrd="0" presId="urn:microsoft.com/office/officeart/2005/8/layout/chevron2"/>
    <dgm:cxn modelId="{945F83A4-757C-4F39-9CA2-75F61C1B042F}" type="presParOf" srcId="{B28AF1AF-3FC8-43B4-9C93-A1EED3B53B0C}" destId="{38F39F7C-EED8-490F-8795-A2BE8EFC9563}" srcOrd="7" destOrd="0" presId="urn:microsoft.com/office/officeart/2005/8/layout/chevron2"/>
    <dgm:cxn modelId="{C53FE3ED-5E50-400B-BE36-B693CA0124F1}" type="presParOf" srcId="{B28AF1AF-3FC8-43B4-9C93-A1EED3B53B0C}" destId="{110B9D05-1521-407D-B313-906048448871}" srcOrd="8" destOrd="0" presId="urn:microsoft.com/office/officeart/2005/8/layout/chevron2"/>
    <dgm:cxn modelId="{158AE063-22BB-4430-8260-857655259F4C}" type="presParOf" srcId="{110B9D05-1521-407D-B313-906048448871}" destId="{5D3F72D6-B10F-4C6C-B514-BB32AC4AA8B7}" srcOrd="0" destOrd="0" presId="urn:microsoft.com/office/officeart/2005/8/layout/chevron2"/>
    <dgm:cxn modelId="{6CEE3402-B1E0-41D9-8B0B-AF7BB8A4BF72}" type="presParOf" srcId="{110B9D05-1521-407D-B313-906048448871}" destId="{C53D8A06-841B-4019-A0BD-AB3473BDD58C}" srcOrd="1" destOrd="0" presId="urn:microsoft.com/office/officeart/2005/8/layout/chevron2"/>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64.xml><?xml version="1.0" encoding="utf-8"?>
<dgm:dataModel xmlns:dgm="http://schemas.openxmlformats.org/drawingml/2006/diagram" xmlns:a="http://schemas.openxmlformats.org/drawingml/2006/main">
  <dgm:ptLst>
    <dgm:pt modelId="{B9C32B05-62EA-407A-B21C-2310C7945705}" type="doc">
      <dgm:prSet loTypeId="urn:microsoft.com/office/officeart/2009/3/layout/SubStepProcess" loCatId="process"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F66099B6-DBBD-4AB0-82D2-877B80F846F7}">
      <dgm:prSet phldrT="[Text]"/>
      <dgm:spPr/>
      <dgm:t>
        <a:bodyPr/>
        <a:lstStyle/>
        <a:p>
          <a:r>
            <a:rPr lang="en-US" dirty="0"/>
            <a:t>Lorem Ipsum</a:t>
          </a:r>
        </a:p>
      </dgm:t>
    </dgm:pt>
    <dgm:pt modelId="{B09C8BFB-F41C-4AC4-AB94-F216E3081C2D}" type="parTrans" cxnId="{B4F3EA32-CE64-4A92-9BAE-BC57E5392B05}">
      <dgm:prSet/>
      <dgm:spPr/>
      <dgm:t>
        <a:bodyPr/>
        <a:lstStyle/>
        <a:p>
          <a:endParaRPr lang="en-US"/>
        </a:p>
      </dgm:t>
    </dgm:pt>
    <dgm:pt modelId="{BC531B32-9B0E-482E-BF91-65C61F17168D}" type="sibTrans" cxnId="{B4F3EA32-CE64-4A92-9BAE-BC57E5392B05}">
      <dgm:prSet/>
      <dgm:spPr/>
      <dgm:t>
        <a:bodyPr/>
        <a:lstStyle/>
        <a:p>
          <a:endParaRPr lang="en-US"/>
        </a:p>
      </dgm:t>
    </dgm:pt>
    <dgm:pt modelId="{EE62A4F6-4AC4-435B-990E-81A71CE8CAC7}">
      <dgm:prSet phldrT="[Text]"/>
      <dgm:spPr/>
      <dgm:t>
        <a:bodyPr/>
        <a:lstStyle/>
        <a:p>
          <a:r>
            <a:rPr lang="en-US" dirty="0"/>
            <a:t>Lorem Ipsum</a:t>
          </a:r>
        </a:p>
      </dgm:t>
    </dgm:pt>
    <dgm:pt modelId="{F287B947-7343-4FA2-B288-B23A59FFAE31}" type="parTrans" cxnId="{3A2CECA6-0C5B-46BB-B7C6-7D37E9D210BD}">
      <dgm:prSet/>
      <dgm:spPr/>
      <dgm:t>
        <a:bodyPr/>
        <a:lstStyle/>
        <a:p>
          <a:endParaRPr lang="en-US"/>
        </a:p>
      </dgm:t>
    </dgm:pt>
    <dgm:pt modelId="{389F9A93-0231-4877-8C41-5D5B8DD7AAC0}" type="sibTrans" cxnId="{3A2CECA6-0C5B-46BB-B7C6-7D37E9D210BD}">
      <dgm:prSet/>
      <dgm:spPr/>
      <dgm:t>
        <a:bodyPr/>
        <a:lstStyle/>
        <a:p>
          <a:endParaRPr lang="en-US"/>
        </a:p>
      </dgm:t>
    </dgm:pt>
    <dgm:pt modelId="{6CF284C3-4A70-4432-8F33-E75A802B3330}">
      <dgm:prSet/>
      <dgm:spPr/>
      <dgm:t>
        <a:bodyPr/>
        <a:lstStyle/>
        <a:p>
          <a:r>
            <a:rPr lang="en-US" dirty="0"/>
            <a:t>Some text here</a:t>
          </a:r>
        </a:p>
      </dgm:t>
    </dgm:pt>
    <dgm:pt modelId="{044831E6-2FC9-4DDA-81FB-5FA418568D07}" type="parTrans" cxnId="{2DC24386-BC50-4BAB-8571-16CB10C2603C}">
      <dgm:prSet/>
      <dgm:spPr/>
      <dgm:t>
        <a:bodyPr/>
        <a:lstStyle/>
        <a:p>
          <a:endParaRPr lang="en-US"/>
        </a:p>
      </dgm:t>
    </dgm:pt>
    <dgm:pt modelId="{CD50B82D-84BB-4747-B282-ABB339EBA294}" type="sibTrans" cxnId="{2DC24386-BC50-4BAB-8571-16CB10C2603C}">
      <dgm:prSet/>
      <dgm:spPr/>
      <dgm:t>
        <a:bodyPr/>
        <a:lstStyle/>
        <a:p>
          <a:endParaRPr lang="en-US"/>
        </a:p>
      </dgm:t>
    </dgm:pt>
    <dgm:pt modelId="{3AF880A5-0F00-4315-A5DF-1FE656798601}">
      <dgm:prSet phldrT="[Text]"/>
      <dgm:spPr/>
      <dgm:t>
        <a:bodyPr/>
        <a:lstStyle/>
        <a:p>
          <a:r>
            <a:rPr lang="en-US" dirty="0"/>
            <a:t>Some text here</a:t>
          </a:r>
        </a:p>
      </dgm:t>
    </dgm:pt>
    <dgm:pt modelId="{A13BB1F9-5857-4B43-8BF5-6589AA2CB759}" type="parTrans" cxnId="{24F8CBE2-5003-4E69-A772-6B98F2B05181}">
      <dgm:prSet/>
      <dgm:spPr/>
      <dgm:t>
        <a:bodyPr/>
        <a:lstStyle/>
        <a:p>
          <a:endParaRPr lang="en-US"/>
        </a:p>
      </dgm:t>
    </dgm:pt>
    <dgm:pt modelId="{C198C41D-2640-4669-83ED-E0CD35701C8E}" type="sibTrans" cxnId="{24F8CBE2-5003-4E69-A772-6B98F2B05181}">
      <dgm:prSet/>
      <dgm:spPr/>
      <dgm:t>
        <a:bodyPr/>
        <a:lstStyle/>
        <a:p>
          <a:endParaRPr lang="en-US"/>
        </a:p>
      </dgm:t>
    </dgm:pt>
    <dgm:pt modelId="{8EA7219F-BDB2-48EB-9EEB-3133522D132E}">
      <dgm:prSet phldrT="[Text]"/>
      <dgm:spPr/>
      <dgm:t>
        <a:bodyPr/>
        <a:lstStyle/>
        <a:p>
          <a:r>
            <a:rPr lang="en-US" dirty="0"/>
            <a:t>Some text here</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BE788BF5-FE9F-4C7D-A1CD-9232D7860179}">
      <dgm:prSet phldrT="[Text]"/>
      <dgm:spPr/>
      <dgm:t>
        <a:bodyPr/>
        <a:lstStyle/>
        <a:p>
          <a:r>
            <a:rPr lang="en-US" dirty="0"/>
            <a:t>Some text here</a:t>
          </a:r>
        </a:p>
      </dgm:t>
    </dgm:pt>
    <dgm:pt modelId="{963A52CB-C772-45F2-8A30-8ABA6B14D3CE}" type="parTrans" cxnId="{35013F34-57BC-4E3C-A003-07C0E49926DB}">
      <dgm:prSet/>
      <dgm:spPr/>
      <dgm:t>
        <a:bodyPr/>
        <a:lstStyle/>
        <a:p>
          <a:endParaRPr lang="en-US"/>
        </a:p>
      </dgm:t>
    </dgm:pt>
    <dgm:pt modelId="{88191C5E-55BA-42F2-B842-FC86CBBADC0F}" type="sibTrans" cxnId="{35013F34-57BC-4E3C-A003-07C0E49926DB}">
      <dgm:prSet/>
      <dgm:spPr/>
      <dgm:t>
        <a:bodyPr/>
        <a:lstStyle/>
        <a:p>
          <a:endParaRPr lang="en-US"/>
        </a:p>
      </dgm:t>
    </dgm:pt>
    <dgm:pt modelId="{3CE06941-9820-4827-8B16-CD80CC49F780}">
      <dgm:prSet phldrT="[Text]"/>
      <dgm:spPr/>
      <dgm:t>
        <a:bodyPr/>
        <a:lstStyle/>
        <a:p>
          <a:r>
            <a:rPr lang="en-US" dirty="0"/>
            <a:t>Some text here</a:t>
          </a:r>
        </a:p>
      </dgm:t>
    </dgm:pt>
    <dgm:pt modelId="{141A3C92-8966-4E2F-82E4-2E09E22674B2}" type="parTrans" cxnId="{C99CE395-39F6-46B4-938C-9BF085685D1A}">
      <dgm:prSet/>
      <dgm:spPr/>
      <dgm:t>
        <a:bodyPr/>
        <a:lstStyle/>
        <a:p>
          <a:endParaRPr lang="en-US"/>
        </a:p>
      </dgm:t>
    </dgm:pt>
    <dgm:pt modelId="{F58FC55B-E61F-445C-956E-0BB2202254CA}" type="sibTrans" cxnId="{C99CE395-39F6-46B4-938C-9BF085685D1A}">
      <dgm:prSet/>
      <dgm:spPr/>
      <dgm:t>
        <a:bodyPr/>
        <a:lstStyle/>
        <a:p>
          <a:endParaRPr lang="en-US"/>
        </a:p>
      </dgm:t>
    </dgm:pt>
    <dgm:pt modelId="{386C2B6D-2EE1-4682-AE61-EE246CD54E31}">
      <dgm:prSet phldrT="[Text]"/>
      <dgm:spPr/>
      <dgm:t>
        <a:bodyPr/>
        <a:lstStyle/>
        <a:p>
          <a:r>
            <a:rPr lang="en-US" dirty="0"/>
            <a:t>Some text here</a:t>
          </a:r>
        </a:p>
      </dgm:t>
    </dgm:pt>
    <dgm:pt modelId="{649D72FB-0D8F-479C-87D1-C73133EF35E2}" type="parTrans" cxnId="{7F96AC57-2F84-4E8C-AA92-E82865EE63FE}">
      <dgm:prSet/>
      <dgm:spPr/>
      <dgm:t>
        <a:bodyPr/>
        <a:lstStyle/>
        <a:p>
          <a:endParaRPr lang="en-US"/>
        </a:p>
      </dgm:t>
    </dgm:pt>
    <dgm:pt modelId="{E1C9E6F1-2ED2-4DD8-9B78-28FC1AF5D352}" type="sibTrans" cxnId="{7F96AC57-2F84-4E8C-AA92-E82865EE63FE}">
      <dgm:prSet/>
      <dgm:spPr/>
      <dgm:t>
        <a:bodyPr/>
        <a:lstStyle/>
        <a:p>
          <a:endParaRPr lang="en-US"/>
        </a:p>
      </dgm:t>
    </dgm:pt>
    <dgm:pt modelId="{67C57EE4-FDDD-4F17-B3D9-647FF50D879F}">
      <dgm:prSet phldrT="[Text]"/>
      <dgm:spPr/>
      <dgm:t>
        <a:bodyPr/>
        <a:lstStyle/>
        <a:p>
          <a:r>
            <a:rPr lang="en-US" dirty="0"/>
            <a:t>Some text here</a:t>
          </a:r>
        </a:p>
      </dgm:t>
    </dgm:pt>
    <dgm:pt modelId="{8E88A318-C47D-4B49-9F11-2E52898E1501}" type="parTrans" cxnId="{6FA631FC-8499-4098-AF49-5D64C7052DCE}">
      <dgm:prSet/>
      <dgm:spPr/>
      <dgm:t>
        <a:bodyPr/>
        <a:lstStyle/>
        <a:p>
          <a:endParaRPr lang="en-US"/>
        </a:p>
      </dgm:t>
    </dgm:pt>
    <dgm:pt modelId="{AA5F8DB9-36B2-4013-BC63-5764271B61BB}" type="sibTrans" cxnId="{6FA631FC-8499-4098-AF49-5D64C7052DCE}">
      <dgm:prSet/>
      <dgm:spPr/>
      <dgm:t>
        <a:bodyPr/>
        <a:lstStyle/>
        <a:p>
          <a:endParaRPr lang="en-US"/>
        </a:p>
      </dgm:t>
    </dgm:pt>
    <dgm:pt modelId="{5165C1D4-0BFF-4622-AA9E-549EF9146353}">
      <dgm:prSet phldrT="[Text]"/>
      <dgm:spPr/>
      <dgm:t>
        <a:bodyPr/>
        <a:lstStyle/>
        <a:p>
          <a:r>
            <a:rPr lang="en-US"/>
            <a:t>Some text here</a:t>
          </a:r>
          <a:endParaRPr lang="en-US" dirty="0"/>
        </a:p>
      </dgm:t>
    </dgm:pt>
    <dgm:pt modelId="{519BB7B2-9E36-4440-9CF7-59DB46EBFBDC}" type="parTrans" cxnId="{6D774583-B9D8-45FC-A8C6-C79014E0D6AF}">
      <dgm:prSet/>
      <dgm:spPr/>
      <dgm:t>
        <a:bodyPr/>
        <a:lstStyle/>
        <a:p>
          <a:endParaRPr lang="en-US"/>
        </a:p>
      </dgm:t>
    </dgm:pt>
    <dgm:pt modelId="{A798A3A6-EFB2-402A-90B9-CFD53EF61914}" type="sibTrans" cxnId="{6D774583-B9D8-45FC-A8C6-C79014E0D6AF}">
      <dgm:prSet/>
      <dgm:spPr/>
      <dgm:t>
        <a:bodyPr/>
        <a:lstStyle/>
        <a:p>
          <a:endParaRPr lang="en-US"/>
        </a:p>
      </dgm:t>
    </dgm:pt>
    <dgm:pt modelId="{B7E8B62E-3905-4FCC-B08D-156E174D355B}">
      <dgm:prSet phldrT="[Text]"/>
      <dgm:spPr/>
      <dgm:t>
        <a:bodyPr/>
        <a:lstStyle/>
        <a:p>
          <a:r>
            <a:rPr lang="en-US"/>
            <a:t>Some text here</a:t>
          </a:r>
          <a:endParaRPr lang="en-US" dirty="0"/>
        </a:p>
      </dgm:t>
    </dgm:pt>
    <dgm:pt modelId="{2A9A0B60-9766-4705-B33F-995C074FC733}" type="parTrans" cxnId="{403329F1-21A6-4812-98EA-1459D2E213E4}">
      <dgm:prSet/>
      <dgm:spPr/>
      <dgm:t>
        <a:bodyPr/>
        <a:lstStyle/>
        <a:p>
          <a:endParaRPr lang="en-US"/>
        </a:p>
      </dgm:t>
    </dgm:pt>
    <dgm:pt modelId="{98523435-857D-40B7-A948-8A3E0E7B8822}" type="sibTrans" cxnId="{403329F1-21A6-4812-98EA-1459D2E213E4}">
      <dgm:prSet/>
      <dgm:spPr/>
      <dgm:t>
        <a:bodyPr/>
        <a:lstStyle/>
        <a:p>
          <a:endParaRPr lang="en-US"/>
        </a:p>
      </dgm:t>
    </dgm:pt>
    <dgm:pt modelId="{445FA9D4-4B87-434F-8070-1B7E234B8408}" type="pres">
      <dgm:prSet presAssocID="{B9C32B05-62EA-407A-B21C-2310C7945705}" presName="Name0" presStyleCnt="0">
        <dgm:presLayoutVars>
          <dgm:chMax val="7"/>
          <dgm:dir/>
          <dgm:animOne val="branch"/>
        </dgm:presLayoutVars>
      </dgm:prSet>
      <dgm:spPr/>
    </dgm:pt>
    <dgm:pt modelId="{F5348D49-92A3-4A7E-8DE9-00CBCC551725}" type="pres">
      <dgm:prSet presAssocID="{42D71409-67F9-455C-8C6D-716D284AAA6B}" presName="parTx1" presStyleLbl="node1" presStyleIdx="0" presStyleCnt="3"/>
      <dgm:spPr/>
    </dgm:pt>
    <dgm:pt modelId="{A82E2242-2E72-4881-A093-92D7BE69ED74}" type="pres">
      <dgm:prSet presAssocID="{42D71409-67F9-455C-8C6D-716D284AAA6B}" presName="spPre1" presStyleCnt="0"/>
      <dgm:spPr/>
    </dgm:pt>
    <dgm:pt modelId="{651F53B9-4DDB-4C31-A98E-52AE596DB08A}" type="pres">
      <dgm:prSet presAssocID="{42D71409-67F9-455C-8C6D-716D284AAA6B}" presName="chLin1" presStyleCnt="0"/>
      <dgm:spPr/>
    </dgm:pt>
    <dgm:pt modelId="{D34E7A90-289C-4AA7-A9F4-BC7C5A305CEA}" type="pres">
      <dgm:prSet presAssocID="{3EE8403A-CB7C-4815-85BD-AEBCAEB71B37}" presName="Name11" presStyleLbl="parChTrans1D1" presStyleIdx="0" presStyleCnt="32"/>
      <dgm:spPr/>
    </dgm:pt>
    <dgm:pt modelId="{8A7A2EA9-8CCA-42FB-9C76-515C191AAA23}" type="pres">
      <dgm:prSet presAssocID="{3EE8403A-CB7C-4815-85BD-AEBCAEB71B37}" presName="Name31" presStyleLbl="parChTrans1D1" presStyleIdx="1" presStyleCnt="32"/>
      <dgm:spPr/>
    </dgm:pt>
    <dgm:pt modelId="{01C18AC6-0717-45A5-8A08-E4AAFB06B0ED}" type="pres">
      <dgm:prSet presAssocID="{8EA7219F-BDB2-48EB-9EEB-3133522D132E}" presName="txAndLines1" presStyleCnt="0"/>
      <dgm:spPr/>
    </dgm:pt>
    <dgm:pt modelId="{32820730-E982-44E6-BCBB-BFA872A831F6}" type="pres">
      <dgm:prSet presAssocID="{8EA7219F-BDB2-48EB-9EEB-3133522D132E}" presName="anchor1" presStyleCnt="0"/>
      <dgm:spPr/>
    </dgm:pt>
    <dgm:pt modelId="{F5B98532-98FC-4715-B23A-6BEA83E3C8E5}" type="pres">
      <dgm:prSet presAssocID="{8EA7219F-BDB2-48EB-9EEB-3133522D132E}" presName="backup1" presStyleCnt="0"/>
      <dgm:spPr/>
    </dgm:pt>
    <dgm:pt modelId="{E227AA01-2E8D-4C1E-B47E-E7C19381524D}" type="pres">
      <dgm:prSet presAssocID="{8EA7219F-BDB2-48EB-9EEB-3133522D132E}" presName="preLine1" presStyleLbl="parChTrans1D1" presStyleIdx="2" presStyleCnt="32"/>
      <dgm:spPr/>
    </dgm:pt>
    <dgm:pt modelId="{1C6437EE-DB62-400F-B92F-CA6FDAC9BA3A}" type="pres">
      <dgm:prSet presAssocID="{8EA7219F-BDB2-48EB-9EEB-3133522D132E}" presName="desTx1" presStyleLbl="revTx" presStyleIdx="0" presStyleCnt="0">
        <dgm:presLayoutVars>
          <dgm:bulletEnabled val="1"/>
        </dgm:presLayoutVars>
      </dgm:prSet>
      <dgm:spPr/>
    </dgm:pt>
    <dgm:pt modelId="{9A4568C8-53E1-4D1A-8D9D-FEF36446344F}" type="pres">
      <dgm:prSet presAssocID="{8EA7219F-BDB2-48EB-9EEB-3133522D132E}" presName="postLine1" presStyleLbl="parChTrans1D1" presStyleIdx="3" presStyleCnt="32"/>
      <dgm:spPr/>
    </dgm:pt>
    <dgm:pt modelId="{A0FB5E22-9814-449B-BBB3-F929929930BF}" type="pres">
      <dgm:prSet presAssocID="{A13BB1F9-5857-4B43-8BF5-6589AA2CB759}" presName="Name11" presStyleLbl="parChTrans1D1" presStyleIdx="4" presStyleCnt="32"/>
      <dgm:spPr/>
    </dgm:pt>
    <dgm:pt modelId="{6A286E36-C0F0-429F-BC7F-AD68CEC02971}" type="pres">
      <dgm:prSet presAssocID="{A13BB1F9-5857-4B43-8BF5-6589AA2CB759}" presName="Name31" presStyleLbl="parChTrans1D1" presStyleIdx="5" presStyleCnt="32"/>
      <dgm:spPr/>
    </dgm:pt>
    <dgm:pt modelId="{E297403C-D0E4-45A4-81E0-CF9CF25CB941}" type="pres">
      <dgm:prSet presAssocID="{3AF880A5-0F00-4315-A5DF-1FE656798601}" presName="txAndLines1" presStyleCnt="0"/>
      <dgm:spPr/>
    </dgm:pt>
    <dgm:pt modelId="{B6DC2EEB-B145-4527-B6AA-951A062052DE}" type="pres">
      <dgm:prSet presAssocID="{3AF880A5-0F00-4315-A5DF-1FE656798601}" presName="anchor1" presStyleCnt="0"/>
      <dgm:spPr/>
    </dgm:pt>
    <dgm:pt modelId="{D5C47790-F325-41E4-9A82-210BE4750B29}" type="pres">
      <dgm:prSet presAssocID="{3AF880A5-0F00-4315-A5DF-1FE656798601}" presName="backup1" presStyleCnt="0"/>
      <dgm:spPr/>
    </dgm:pt>
    <dgm:pt modelId="{D7AA1460-00B0-452F-894C-BFB47E608D16}" type="pres">
      <dgm:prSet presAssocID="{3AF880A5-0F00-4315-A5DF-1FE656798601}" presName="preLine1" presStyleLbl="parChTrans1D1" presStyleIdx="6" presStyleCnt="32"/>
      <dgm:spPr/>
    </dgm:pt>
    <dgm:pt modelId="{A32DCAC0-0EFB-4D20-8254-957A41F0B36B}" type="pres">
      <dgm:prSet presAssocID="{3AF880A5-0F00-4315-A5DF-1FE656798601}" presName="desTx1" presStyleLbl="revTx" presStyleIdx="0" presStyleCnt="0">
        <dgm:presLayoutVars>
          <dgm:bulletEnabled val="1"/>
        </dgm:presLayoutVars>
      </dgm:prSet>
      <dgm:spPr/>
    </dgm:pt>
    <dgm:pt modelId="{C3A544CE-C6C6-4DD7-A335-16917E40EB78}" type="pres">
      <dgm:prSet presAssocID="{3AF880A5-0F00-4315-A5DF-1FE656798601}" presName="postLine1" presStyleLbl="parChTrans1D1" presStyleIdx="7" presStyleCnt="32"/>
      <dgm:spPr/>
    </dgm:pt>
    <dgm:pt modelId="{229551A9-E0FE-4997-B55B-2AFF235B3ED7}" type="pres">
      <dgm:prSet presAssocID="{8E88A318-C47D-4B49-9F11-2E52898E1501}" presName="Name11" presStyleLbl="parChTrans1D1" presStyleIdx="8" presStyleCnt="32"/>
      <dgm:spPr/>
    </dgm:pt>
    <dgm:pt modelId="{7BA0E88E-29EE-428F-8A6A-03E1E6EDBEBF}" type="pres">
      <dgm:prSet presAssocID="{8E88A318-C47D-4B49-9F11-2E52898E1501}" presName="Name31" presStyleLbl="parChTrans1D1" presStyleIdx="9" presStyleCnt="32"/>
      <dgm:spPr/>
    </dgm:pt>
    <dgm:pt modelId="{688C9984-7ECF-4139-8F9E-8C3BFA70098A}" type="pres">
      <dgm:prSet presAssocID="{67C57EE4-FDDD-4F17-B3D9-647FF50D879F}" presName="txAndLines1" presStyleCnt="0"/>
      <dgm:spPr/>
    </dgm:pt>
    <dgm:pt modelId="{B049CB24-34DE-4228-93C6-FF927360AE62}" type="pres">
      <dgm:prSet presAssocID="{67C57EE4-FDDD-4F17-B3D9-647FF50D879F}" presName="anchor1" presStyleCnt="0"/>
      <dgm:spPr/>
    </dgm:pt>
    <dgm:pt modelId="{2270263F-B5A1-4BA7-9A03-8812FA848DAD}" type="pres">
      <dgm:prSet presAssocID="{67C57EE4-FDDD-4F17-B3D9-647FF50D879F}" presName="backup1" presStyleCnt="0"/>
      <dgm:spPr/>
    </dgm:pt>
    <dgm:pt modelId="{71DC0145-FF94-4A07-8A24-888783433EEF}" type="pres">
      <dgm:prSet presAssocID="{67C57EE4-FDDD-4F17-B3D9-647FF50D879F}" presName="preLine1" presStyleLbl="parChTrans1D1" presStyleIdx="10" presStyleCnt="32"/>
      <dgm:spPr/>
    </dgm:pt>
    <dgm:pt modelId="{EA7F0140-65AC-4758-97F9-9921CC33E517}" type="pres">
      <dgm:prSet presAssocID="{67C57EE4-FDDD-4F17-B3D9-647FF50D879F}" presName="desTx1" presStyleLbl="revTx" presStyleIdx="0" presStyleCnt="0">
        <dgm:presLayoutVars>
          <dgm:bulletEnabled val="1"/>
        </dgm:presLayoutVars>
      </dgm:prSet>
      <dgm:spPr/>
    </dgm:pt>
    <dgm:pt modelId="{6E0C4BE3-0665-477F-AE55-A8D976043630}" type="pres">
      <dgm:prSet presAssocID="{67C57EE4-FDDD-4F17-B3D9-647FF50D879F}" presName="postLine1" presStyleLbl="parChTrans1D1" presStyleIdx="11" presStyleCnt="32"/>
      <dgm:spPr/>
    </dgm:pt>
    <dgm:pt modelId="{A21AECBD-9660-4F40-8B60-6051C12A7DCD}" type="pres">
      <dgm:prSet presAssocID="{519BB7B2-9E36-4440-9CF7-59DB46EBFBDC}" presName="Name11" presStyleLbl="parChTrans1D1" presStyleIdx="12" presStyleCnt="32"/>
      <dgm:spPr/>
    </dgm:pt>
    <dgm:pt modelId="{162929D9-8C54-4CC3-B1D1-EC11E5911271}" type="pres">
      <dgm:prSet presAssocID="{519BB7B2-9E36-4440-9CF7-59DB46EBFBDC}" presName="Name31" presStyleLbl="parChTrans1D1" presStyleIdx="13" presStyleCnt="32"/>
      <dgm:spPr/>
    </dgm:pt>
    <dgm:pt modelId="{5953B693-F7A6-48F5-807C-BED4A43EB4CC}" type="pres">
      <dgm:prSet presAssocID="{5165C1D4-0BFF-4622-AA9E-549EF9146353}" presName="txAndLines1" presStyleCnt="0"/>
      <dgm:spPr/>
    </dgm:pt>
    <dgm:pt modelId="{89749B3E-DA87-4CE5-9B33-E3E23F74702A}" type="pres">
      <dgm:prSet presAssocID="{5165C1D4-0BFF-4622-AA9E-549EF9146353}" presName="anchor1" presStyleCnt="0"/>
      <dgm:spPr/>
    </dgm:pt>
    <dgm:pt modelId="{B4B9CCFD-FDDE-4B10-BB3E-0EA70320DB1E}" type="pres">
      <dgm:prSet presAssocID="{5165C1D4-0BFF-4622-AA9E-549EF9146353}" presName="backup1" presStyleCnt="0"/>
      <dgm:spPr/>
    </dgm:pt>
    <dgm:pt modelId="{C730AF7A-28A8-44FA-B936-68E5B123645C}" type="pres">
      <dgm:prSet presAssocID="{5165C1D4-0BFF-4622-AA9E-549EF9146353}" presName="preLine1" presStyleLbl="parChTrans1D1" presStyleIdx="14" presStyleCnt="32"/>
      <dgm:spPr/>
    </dgm:pt>
    <dgm:pt modelId="{D5978420-CE1C-4ECE-A037-6DDF8A605257}" type="pres">
      <dgm:prSet presAssocID="{5165C1D4-0BFF-4622-AA9E-549EF9146353}" presName="desTx1" presStyleLbl="revTx" presStyleIdx="0" presStyleCnt="0">
        <dgm:presLayoutVars>
          <dgm:bulletEnabled val="1"/>
        </dgm:presLayoutVars>
      </dgm:prSet>
      <dgm:spPr/>
    </dgm:pt>
    <dgm:pt modelId="{33D26D8D-6657-4ACD-809F-659B6E24DD77}" type="pres">
      <dgm:prSet presAssocID="{5165C1D4-0BFF-4622-AA9E-549EF9146353}" presName="postLine1" presStyleLbl="parChTrans1D1" presStyleIdx="15" presStyleCnt="32"/>
      <dgm:spPr/>
    </dgm:pt>
    <dgm:pt modelId="{EDE0306F-CB93-4893-BD7D-A41F74187DE1}" type="pres">
      <dgm:prSet presAssocID="{42D71409-67F9-455C-8C6D-716D284AAA6B}" presName="spPost1" presStyleCnt="0"/>
      <dgm:spPr/>
    </dgm:pt>
    <dgm:pt modelId="{4603A54B-0488-4CF1-A2BF-35C37B494BD6}" type="pres">
      <dgm:prSet presAssocID="{F66099B6-DBBD-4AB0-82D2-877B80F846F7}" presName="parTx2" presStyleLbl="node1" presStyleIdx="1" presStyleCnt="3"/>
      <dgm:spPr/>
    </dgm:pt>
    <dgm:pt modelId="{BCF4984C-8385-4640-9768-DDB4F4D4538D}" type="pres">
      <dgm:prSet presAssocID="{F66099B6-DBBD-4AB0-82D2-877B80F846F7}" presName="spPre2" presStyleCnt="0"/>
      <dgm:spPr/>
    </dgm:pt>
    <dgm:pt modelId="{EEE2969B-D4D6-4FC9-9CE5-9B3CE1D760BA}" type="pres">
      <dgm:prSet presAssocID="{F66099B6-DBBD-4AB0-82D2-877B80F846F7}" presName="chLin2" presStyleCnt="0"/>
      <dgm:spPr/>
    </dgm:pt>
    <dgm:pt modelId="{C8381E3B-9754-4079-A5B8-57F8D6DEF654}" type="pres">
      <dgm:prSet presAssocID="{044831E6-2FC9-4DDA-81FB-5FA418568D07}" presName="Name45" presStyleLbl="parChTrans1D1" presStyleIdx="16" presStyleCnt="32"/>
      <dgm:spPr/>
    </dgm:pt>
    <dgm:pt modelId="{316A57F4-50FD-4EB3-98DF-C6E980C3D916}" type="pres">
      <dgm:prSet presAssocID="{044831E6-2FC9-4DDA-81FB-5FA418568D07}" presName="Name65" presStyleLbl="parChTrans1D1" presStyleIdx="17" presStyleCnt="32"/>
      <dgm:spPr/>
    </dgm:pt>
    <dgm:pt modelId="{12E64937-E1A7-4A6A-A7E6-A926404D0CCD}" type="pres">
      <dgm:prSet presAssocID="{6CF284C3-4A70-4432-8F33-E75A802B3330}" presName="txAndLines2" presStyleCnt="0"/>
      <dgm:spPr/>
    </dgm:pt>
    <dgm:pt modelId="{8BDAB6B7-4882-47AA-A1C8-46FC0CE3EAF2}" type="pres">
      <dgm:prSet presAssocID="{6CF284C3-4A70-4432-8F33-E75A802B3330}" presName="anchor2" presStyleCnt="0"/>
      <dgm:spPr/>
    </dgm:pt>
    <dgm:pt modelId="{C3A4D83C-9007-4630-AEAD-D7D002C9584A}" type="pres">
      <dgm:prSet presAssocID="{6CF284C3-4A70-4432-8F33-E75A802B3330}" presName="backup2" presStyleCnt="0"/>
      <dgm:spPr/>
    </dgm:pt>
    <dgm:pt modelId="{7CADC7FE-6F0C-4D1F-9F7D-EDE6FE7BAF54}" type="pres">
      <dgm:prSet presAssocID="{6CF284C3-4A70-4432-8F33-E75A802B3330}" presName="preLine2" presStyleLbl="parChTrans1D1" presStyleIdx="18" presStyleCnt="32"/>
      <dgm:spPr/>
    </dgm:pt>
    <dgm:pt modelId="{B23CA01E-B68C-4FC4-8CF3-910DB9FEC2C9}" type="pres">
      <dgm:prSet presAssocID="{6CF284C3-4A70-4432-8F33-E75A802B3330}" presName="desTx2" presStyleLbl="revTx" presStyleIdx="0" presStyleCnt="0">
        <dgm:presLayoutVars>
          <dgm:bulletEnabled val="1"/>
        </dgm:presLayoutVars>
      </dgm:prSet>
      <dgm:spPr/>
    </dgm:pt>
    <dgm:pt modelId="{6F935760-57B7-4E22-A370-4E600C7C9137}" type="pres">
      <dgm:prSet presAssocID="{6CF284C3-4A70-4432-8F33-E75A802B3330}" presName="postLine2" presStyleLbl="parChTrans1D1" presStyleIdx="19" presStyleCnt="32"/>
      <dgm:spPr/>
    </dgm:pt>
    <dgm:pt modelId="{0E559356-0D47-456C-B9A0-E170102A48C0}" type="pres">
      <dgm:prSet presAssocID="{963A52CB-C772-45F2-8A30-8ABA6B14D3CE}" presName="Name45" presStyleLbl="parChTrans1D1" presStyleIdx="20" presStyleCnt="32"/>
      <dgm:spPr/>
    </dgm:pt>
    <dgm:pt modelId="{2703A152-865B-489A-B96A-9E67C492D891}" type="pres">
      <dgm:prSet presAssocID="{963A52CB-C772-45F2-8A30-8ABA6B14D3CE}" presName="Name65" presStyleLbl="parChTrans1D1" presStyleIdx="21" presStyleCnt="32"/>
      <dgm:spPr/>
    </dgm:pt>
    <dgm:pt modelId="{FB084EC0-E309-4E30-B249-92234B37621A}" type="pres">
      <dgm:prSet presAssocID="{BE788BF5-FE9F-4C7D-A1CD-9232D7860179}" presName="txAndLines2" presStyleCnt="0"/>
      <dgm:spPr/>
    </dgm:pt>
    <dgm:pt modelId="{517249A3-9288-4E1E-A0C1-505BC5B0A626}" type="pres">
      <dgm:prSet presAssocID="{BE788BF5-FE9F-4C7D-A1CD-9232D7860179}" presName="anchor2" presStyleCnt="0"/>
      <dgm:spPr/>
    </dgm:pt>
    <dgm:pt modelId="{4E897492-FF8F-4629-B62E-3FF20412D9C2}" type="pres">
      <dgm:prSet presAssocID="{BE788BF5-FE9F-4C7D-A1CD-9232D7860179}" presName="backup2" presStyleCnt="0"/>
      <dgm:spPr/>
    </dgm:pt>
    <dgm:pt modelId="{1C052CD5-D318-4569-9730-7F97EB8375DE}" type="pres">
      <dgm:prSet presAssocID="{BE788BF5-FE9F-4C7D-A1CD-9232D7860179}" presName="preLine2" presStyleLbl="parChTrans1D1" presStyleIdx="22" presStyleCnt="32"/>
      <dgm:spPr/>
    </dgm:pt>
    <dgm:pt modelId="{63771274-0ADD-49A9-ABED-44D2ED750DEA}" type="pres">
      <dgm:prSet presAssocID="{BE788BF5-FE9F-4C7D-A1CD-9232D7860179}" presName="desTx2" presStyleLbl="revTx" presStyleIdx="0" presStyleCnt="0">
        <dgm:presLayoutVars>
          <dgm:bulletEnabled val="1"/>
        </dgm:presLayoutVars>
      </dgm:prSet>
      <dgm:spPr/>
    </dgm:pt>
    <dgm:pt modelId="{54D77EDF-902D-4AA1-A1A2-0D733431936A}" type="pres">
      <dgm:prSet presAssocID="{BE788BF5-FE9F-4C7D-A1CD-9232D7860179}" presName="postLine2" presStyleLbl="parChTrans1D1" presStyleIdx="23" presStyleCnt="32"/>
      <dgm:spPr/>
    </dgm:pt>
    <dgm:pt modelId="{67AC83F1-6C61-4997-B421-95E06EF1A649}" type="pres">
      <dgm:prSet presAssocID="{2A9A0B60-9766-4705-B33F-995C074FC733}" presName="Name45" presStyleLbl="parChTrans1D1" presStyleIdx="24" presStyleCnt="32"/>
      <dgm:spPr/>
    </dgm:pt>
    <dgm:pt modelId="{4B9A8D3C-873C-4173-9F03-0EC9CD5061E6}" type="pres">
      <dgm:prSet presAssocID="{2A9A0B60-9766-4705-B33F-995C074FC733}" presName="Name65" presStyleLbl="parChTrans1D1" presStyleIdx="25" presStyleCnt="32"/>
      <dgm:spPr/>
    </dgm:pt>
    <dgm:pt modelId="{F2F20897-62BA-4776-AF24-1AE819A5515C}" type="pres">
      <dgm:prSet presAssocID="{B7E8B62E-3905-4FCC-B08D-156E174D355B}" presName="txAndLines2" presStyleCnt="0"/>
      <dgm:spPr/>
    </dgm:pt>
    <dgm:pt modelId="{C8996102-9B15-4D9D-ABB4-38E2FF811B21}" type="pres">
      <dgm:prSet presAssocID="{B7E8B62E-3905-4FCC-B08D-156E174D355B}" presName="anchor2" presStyleCnt="0"/>
      <dgm:spPr/>
    </dgm:pt>
    <dgm:pt modelId="{54F48CA5-E8DF-46AC-8EF9-F038AA3C7B50}" type="pres">
      <dgm:prSet presAssocID="{B7E8B62E-3905-4FCC-B08D-156E174D355B}" presName="backup2" presStyleCnt="0"/>
      <dgm:spPr/>
    </dgm:pt>
    <dgm:pt modelId="{064CA2AA-94E8-4087-87F0-1C57D9DD5A5B}" type="pres">
      <dgm:prSet presAssocID="{B7E8B62E-3905-4FCC-B08D-156E174D355B}" presName="preLine2" presStyleLbl="parChTrans1D1" presStyleIdx="26" presStyleCnt="32"/>
      <dgm:spPr/>
    </dgm:pt>
    <dgm:pt modelId="{F2FD3756-5965-40D9-9963-8F4B9497AF70}" type="pres">
      <dgm:prSet presAssocID="{B7E8B62E-3905-4FCC-B08D-156E174D355B}" presName="desTx2" presStyleLbl="revTx" presStyleIdx="0" presStyleCnt="0">
        <dgm:presLayoutVars>
          <dgm:bulletEnabled val="1"/>
        </dgm:presLayoutVars>
      </dgm:prSet>
      <dgm:spPr/>
    </dgm:pt>
    <dgm:pt modelId="{5E5AA053-8E3E-436C-89EE-A39894E21C11}" type="pres">
      <dgm:prSet presAssocID="{B7E8B62E-3905-4FCC-B08D-156E174D355B}" presName="postLine2" presStyleLbl="parChTrans1D1" presStyleIdx="27" presStyleCnt="32"/>
      <dgm:spPr/>
    </dgm:pt>
    <dgm:pt modelId="{3C2AEF0D-B564-4DD3-A211-E4DC660DB9FE}" type="pres">
      <dgm:prSet presAssocID="{F66099B6-DBBD-4AB0-82D2-877B80F846F7}" presName="spPost2" presStyleCnt="0"/>
      <dgm:spPr/>
    </dgm:pt>
    <dgm:pt modelId="{51A0A5AF-526A-444C-B0D9-A0ABE242D8CC}" type="pres">
      <dgm:prSet presAssocID="{EE62A4F6-4AC4-435B-990E-81A71CE8CAC7}" presName="parTx3" presStyleLbl="node1" presStyleIdx="2" presStyleCnt="3"/>
      <dgm:spPr/>
    </dgm:pt>
    <dgm:pt modelId="{048717BA-76EA-48E8-8A48-B1949B9CAE8E}" type="pres">
      <dgm:prSet presAssocID="{EE62A4F6-4AC4-435B-990E-81A71CE8CAC7}" presName="spPre3" presStyleCnt="0"/>
      <dgm:spPr/>
    </dgm:pt>
    <dgm:pt modelId="{3D26E5F9-0183-4627-BCBB-565B20EBD119}" type="pres">
      <dgm:prSet presAssocID="{EE62A4F6-4AC4-435B-990E-81A71CE8CAC7}" presName="chLin3" presStyleCnt="0"/>
      <dgm:spPr/>
    </dgm:pt>
    <dgm:pt modelId="{B6897401-AFAD-4A76-BAAE-BAE45EAAF6C0}" type="pres">
      <dgm:prSet presAssocID="{141A3C92-8966-4E2F-82E4-2E09E22674B2}" presName="Name79" presStyleLbl="parChTrans1D1" presStyleIdx="28" presStyleCnt="32"/>
      <dgm:spPr/>
    </dgm:pt>
    <dgm:pt modelId="{08564370-2276-4C37-8E9B-AACD566E9A96}" type="pres">
      <dgm:prSet presAssocID="{3CE06941-9820-4827-8B16-CD80CC49F780}" presName="txAndLines3" presStyleCnt="0"/>
      <dgm:spPr/>
    </dgm:pt>
    <dgm:pt modelId="{CD8FCE70-C34C-4F10-BF76-0E789CA3A4CC}" type="pres">
      <dgm:prSet presAssocID="{3CE06941-9820-4827-8B16-CD80CC49F780}" presName="anchor3" presStyleCnt="0"/>
      <dgm:spPr/>
    </dgm:pt>
    <dgm:pt modelId="{D045D10B-A88F-441A-BE8D-E72CB07ACB67}" type="pres">
      <dgm:prSet presAssocID="{3CE06941-9820-4827-8B16-CD80CC49F780}" presName="backup3" presStyleCnt="0"/>
      <dgm:spPr/>
    </dgm:pt>
    <dgm:pt modelId="{68D065D3-A1C7-408C-8188-5D661ECE63EE}" type="pres">
      <dgm:prSet presAssocID="{3CE06941-9820-4827-8B16-CD80CC49F780}" presName="preLine3" presStyleLbl="parChTrans1D1" presStyleIdx="29" presStyleCnt="32"/>
      <dgm:spPr/>
    </dgm:pt>
    <dgm:pt modelId="{BCA74655-862A-4F79-96E9-8A2807BF121D}" type="pres">
      <dgm:prSet presAssocID="{3CE06941-9820-4827-8B16-CD80CC49F780}" presName="desTx3" presStyleLbl="revTx" presStyleIdx="0" presStyleCnt="0">
        <dgm:presLayoutVars>
          <dgm:bulletEnabled val="1"/>
        </dgm:presLayoutVars>
      </dgm:prSet>
      <dgm:spPr/>
    </dgm:pt>
    <dgm:pt modelId="{9DAE018A-4786-4F81-9EDA-27BBC224948F}" type="pres">
      <dgm:prSet presAssocID="{649D72FB-0D8F-479C-87D1-C73133EF35E2}" presName="Name79" presStyleLbl="parChTrans1D1" presStyleIdx="30" presStyleCnt="32"/>
      <dgm:spPr/>
    </dgm:pt>
    <dgm:pt modelId="{D0827C7B-7895-452C-978F-16C0A47551F2}" type="pres">
      <dgm:prSet presAssocID="{386C2B6D-2EE1-4682-AE61-EE246CD54E31}" presName="txAndLines3" presStyleCnt="0"/>
      <dgm:spPr/>
    </dgm:pt>
    <dgm:pt modelId="{24A55AC5-C807-4465-B58C-E84B414CADE7}" type="pres">
      <dgm:prSet presAssocID="{386C2B6D-2EE1-4682-AE61-EE246CD54E31}" presName="anchor3" presStyleCnt="0"/>
      <dgm:spPr/>
    </dgm:pt>
    <dgm:pt modelId="{8FDD606D-58B8-49E0-AB54-31197B80881E}" type="pres">
      <dgm:prSet presAssocID="{386C2B6D-2EE1-4682-AE61-EE246CD54E31}" presName="backup3" presStyleCnt="0"/>
      <dgm:spPr/>
    </dgm:pt>
    <dgm:pt modelId="{0637247A-2346-436D-B433-E53632417DE2}" type="pres">
      <dgm:prSet presAssocID="{386C2B6D-2EE1-4682-AE61-EE246CD54E31}" presName="preLine3" presStyleLbl="parChTrans1D1" presStyleIdx="31" presStyleCnt="32"/>
      <dgm:spPr/>
    </dgm:pt>
    <dgm:pt modelId="{49840FF1-986A-41EE-8FB0-89E6299ED32F}" type="pres">
      <dgm:prSet presAssocID="{386C2B6D-2EE1-4682-AE61-EE246CD54E31}" presName="desTx3" presStyleLbl="revTx" presStyleIdx="0" presStyleCnt="0">
        <dgm:presLayoutVars>
          <dgm:bulletEnabled val="1"/>
        </dgm:presLayoutVars>
      </dgm:prSet>
      <dgm:spPr/>
    </dgm:pt>
  </dgm:ptLst>
  <dgm:cxnLst>
    <dgm:cxn modelId="{2D93050C-5574-4693-8D34-D8C895270840}" type="presOf" srcId="{67C57EE4-FDDD-4F17-B3D9-647FF50D879F}" destId="{EA7F0140-65AC-4758-97F9-9921CC33E517}" srcOrd="0" destOrd="0" presId="urn:microsoft.com/office/officeart/2009/3/layout/SubStepProcess"/>
    <dgm:cxn modelId="{7628190F-5900-4C4E-812F-AC34AE4595CF}" type="presOf" srcId="{B9C32B05-62EA-407A-B21C-2310C7945705}" destId="{445FA9D4-4B87-434F-8070-1B7E234B8408}" srcOrd="0" destOrd="0" presId="urn:microsoft.com/office/officeart/2009/3/layout/SubStepProcess"/>
    <dgm:cxn modelId="{2AA9C11F-1F1D-428E-801A-47EAA766C99D}" srcId="{B9C32B05-62EA-407A-B21C-2310C7945705}" destId="{42D71409-67F9-455C-8C6D-716D284AAA6B}" srcOrd="0" destOrd="0" parTransId="{51680ED1-AF6E-4B28-AE94-92B0EFB0DF7D}" sibTransId="{478B7D3C-9FB4-4BC6-90AC-49960560DECD}"/>
    <dgm:cxn modelId="{E4803425-E043-4F7A-99BE-0E7F7E3B77F5}" type="presOf" srcId="{B7E8B62E-3905-4FCC-B08D-156E174D355B}" destId="{F2FD3756-5965-40D9-9963-8F4B9497AF70}" srcOrd="0" destOrd="0" presId="urn:microsoft.com/office/officeart/2009/3/layout/SubStepProcess"/>
    <dgm:cxn modelId="{B4F3EA32-CE64-4A92-9BAE-BC57E5392B05}" srcId="{B9C32B05-62EA-407A-B21C-2310C7945705}" destId="{F66099B6-DBBD-4AB0-82D2-877B80F846F7}" srcOrd="1" destOrd="0" parTransId="{B09C8BFB-F41C-4AC4-AB94-F216E3081C2D}" sibTransId="{BC531B32-9B0E-482E-BF91-65C61F17168D}"/>
    <dgm:cxn modelId="{35013F34-57BC-4E3C-A003-07C0E49926DB}" srcId="{F66099B6-DBBD-4AB0-82D2-877B80F846F7}" destId="{BE788BF5-FE9F-4C7D-A1CD-9232D7860179}" srcOrd="1" destOrd="0" parTransId="{963A52CB-C772-45F2-8A30-8ABA6B14D3CE}" sibTransId="{88191C5E-55BA-42F2-B842-FC86CBBADC0F}"/>
    <dgm:cxn modelId="{55697164-BCEE-4432-8565-F34266AF2E35}" type="presOf" srcId="{6CF284C3-4A70-4432-8F33-E75A802B3330}" destId="{B23CA01E-B68C-4FC4-8CF3-910DB9FEC2C9}" srcOrd="0" destOrd="0" presId="urn:microsoft.com/office/officeart/2009/3/layout/SubStepProcess"/>
    <dgm:cxn modelId="{42F22D54-909A-45E9-8940-2927DFFF7AAC}" type="presOf" srcId="{42D71409-67F9-455C-8C6D-716D284AAA6B}" destId="{F5348D49-92A3-4A7E-8DE9-00CBCC551725}" srcOrd="0" destOrd="0" presId="urn:microsoft.com/office/officeart/2009/3/layout/SubStepProcess"/>
    <dgm:cxn modelId="{7F96AC57-2F84-4E8C-AA92-E82865EE63FE}" srcId="{EE62A4F6-4AC4-435B-990E-81A71CE8CAC7}" destId="{386C2B6D-2EE1-4682-AE61-EE246CD54E31}" srcOrd="1" destOrd="0" parTransId="{649D72FB-0D8F-479C-87D1-C73133EF35E2}" sibTransId="{E1C9E6F1-2ED2-4DD8-9B78-28FC1AF5D352}"/>
    <dgm:cxn modelId="{6D774583-B9D8-45FC-A8C6-C79014E0D6AF}" srcId="{42D71409-67F9-455C-8C6D-716D284AAA6B}" destId="{5165C1D4-0BFF-4622-AA9E-549EF9146353}" srcOrd="3" destOrd="0" parTransId="{519BB7B2-9E36-4440-9CF7-59DB46EBFBDC}" sibTransId="{A798A3A6-EFB2-402A-90B9-CFD53EF61914}"/>
    <dgm:cxn modelId="{2DC24386-BC50-4BAB-8571-16CB10C2603C}" srcId="{F66099B6-DBBD-4AB0-82D2-877B80F846F7}" destId="{6CF284C3-4A70-4432-8F33-E75A802B3330}" srcOrd="0" destOrd="0" parTransId="{044831E6-2FC9-4DDA-81FB-5FA418568D07}" sibTransId="{CD50B82D-84BB-4747-B282-ABB339EBA294}"/>
    <dgm:cxn modelId="{C99CE395-39F6-46B4-938C-9BF085685D1A}" srcId="{EE62A4F6-4AC4-435B-990E-81A71CE8CAC7}" destId="{3CE06941-9820-4827-8B16-CD80CC49F780}" srcOrd="0" destOrd="0" parTransId="{141A3C92-8966-4E2F-82E4-2E09E22674B2}" sibTransId="{F58FC55B-E61F-445C-956E-0BB2202254CA}"/>
    <dgm:cxn modelId="{6A3A73A4-7A56-4E43-A995-A6646B3FCD63}" type="presOf" srcId="{BE788BF5-FE9F-4C7D-A1CD-9232D7860179}" destId="{63771274-0ADD-49A9-ABED-44D2ED750DEA}" srcOrd="0" destOrd="0" presId="urn:microsoft.com/office/officeart/2009/3/layout/SubStepProcess"/>
    <dgm:cxn modelId="{3A2CECA6-0C5B-46BB-B7C6-7D37E9D210BD}" srcId="{B9C32B05-62EA-407A-B21C-2310C7945705}" destId="{EE62A4F6-4AC4-435B-990E-81A71CE8CAC7}" srcOrd="2" destOrd="0" parTransId="{F287B947-7343-4FA2-B288-B23A59FFAE31}" sibTransId="{389F9A93-0231-4877-8C41-5D5B8DD7AAC0}"/>
    <dgm:cxn modelId="{26AFA0BA-5DB3-4829-8998-3483C41A13E7}" type="presOf" srcId="{F66099B6-DBBD-4AB0-82D2-877B80F846F7}" destId="{4603A54B-0488-4CF1-A2BF-35C37B494BD6}" srcOrd="0" destOrd="0" presId="urn:microsoft.com/office/officeart/2009/3/layout/SubStepProcess"/>
    <dgm:cxn modelId="{C1BC90D0-5CA4-44B2-AC73-253EE4EC5C82}" type="presOf" srcId="{EE62A4F6-4AC4-435B-990E-81A71CE8CAC7}" destId="{51A0A5AF-526A-444C-B0D9-A0ABE242D8CC}" srcOrd="0" destOrd="0" presId="urn:microsoft.com/office/officeart/2009/3/layout/SubStepProcess"/>
    <dgm:cxn modelId="{24F8CBE2-5003-4E69-A772-6B98F2B05181}" srcId="{42D71409-67F9-455C-8C6D-716D284AAA6B}" destId="{3AF880A5-0F00-4315-A5DF-1FE656798601}" srcOrd="1" destOrd="0" parTransId="{A13BB1F9-5857-4B43-8BF5-6589AA2CB759}" sibTransId="{C198C41D-2640-4669-83ED-E0CD35701C8E}"/>
    <dgm:cxn modelId="{DC06EBE7-7E78-472B-A088-59B3789202BA}" type="presOf" srcId="{5165C1D4-0BFF-4622-AA9E-549EF9146353}" destId="{D5978420-CE1C-4ECE-A037-6DDF8A605257}" srcOrd="0" destOrd="0" presId="urn:microsoft.com/office/officeart/2009/3/layout/SubStepProcess"/>
    <dgm:cxn modelId="{AACEE5E8-F99B-455C-B692-57A03BB8B1B5}" type="presOf" srcId="{3AF880A5-0F00-4315-A5DF-1FE656798601}" destId="{A32DCAC0-0EFB-4D20-8254-957A41F0B36B}" srcOrd="0" destOrd="0" presId="urn:microsoft.com/office/officeart/2009/3/layout/SubStepProcess"/>
    <dgm:cxn modelId="{A42D77EA-6A7F-4E93-9CE7-31FFECB2FCAD}" type="presOf" srcId="{386C2B6D-2EE1-4682-AE61-EE246CD54E31}" destId="{49840FF1-986A-41EE-8FB0-89E6299ED32F}" srcOrd="0" destOrd="0" presId="urn:microsoft.com/office/officeart/2009/3/layout/SubStepProcess"/>
    <dgm:cxn modelId="{BF2D70EE-3839-4907-B88A-E19BF983FC84}" type="presOf" srcId="{8EA7219F-BDB2-48EB-9EEB-3133522D132E}" destId="{1C6437EE-DB62-400F-B92F-CA6FDAC9BA3A}" srcOrd="0" destOrd="0" presId="urn:microsoft.com/office/officeart/2009/3/layout/SubStepProcess"/>
    <dgm:cxn modelId="{58AD7EEF-D408-406B-87EE-4691D4C30668}" srcId="{42D71409-67F9-455C-8C6D-716D284AAA6B}" destId="{8EA7219F-BDB2-48EB-9EEB-3133522D132E}" srcOrd="0" destOrd="0" parTransId="{3EE8403A-CB7C-4815-85BD-AEBCAEB71B37}" sibTransId="{C94B7947-85DC-4B21-BB99-DF8438356F98}"/>
    <dgm:cxn modelId="{403329F1-21A6-4812-98EA-1459D2E213E4}" srcId="{F66099B6-DBBD-4AB0-82D2-877B80F846F7}" destId="{B7E8B62E-3905-4FCC-B08D-156E174D355B}" srcOrd="2" destOrd="0" parTransId="{2A9A0B60-9766-4705-B33F-995C074FC733}" sibTransId="{98523435-857D-40B7-A948-8A3E0E7B8822}"/>
    <dgm:cxn modelId="{5E1995FB-DC91-4424-8537-A4337EEF2988}" type="presOf" srcId="{3CE06941-9820-4827-8B16-CD80CC49F780}" destId="{BCA74655-862A-4F79-96E9-8A2807BF121D}" srcOrd="0" destOrd="0" presId="urn:microsoft.com/office/officeart/2009/3/layout/SubStepProcess"/>
    <dgm:cxn modelId="{6FA631FC-8499-4098-AF49-5D64C7052DCE}" srcId="{42D71409-67F9-455C-8C6D-716D284AAA6B}" destId="{67C57EE4-FDDD-4F17-B3D9-647FF50D879F}" srcOrd="2" destOrd="0" parTransId="{8E88A318-C47D-4B49-9F11-2E52898E1501}" sibTransId="{AA5F8DB9-36B2-4013-BC63-5764271B61BB}"/>
    <dgm:cxn modelId="{EBB91814-6FAB-46E3-96CF-760DFB4280EE}" type="presParOf" srcId="{445FA9D4-4B87-434F-8070-1B7E234B8408}" destId="{F5348D49-92A3-4A7E-8DE9-00CBCC551725}" srcOrd="0" destOrd="0" presId="urn:microsoft.com/office/officeart/2009/3/layout/SubStepProcess"/>
    <dgm:cxn modelId="{66B04FD7-9BFF-4F75-A4F9-50E3F704E3EA}" type="presParOf" srcId="{445FA9D4-4B87-434F-8070-1B7E234B8408}" destId="{A82E2242-2E72-4881-A093-92D7BE69ED74}" srcOrd="1" destOrd="0" presId="urn:microsoft.com/office/officeart/2009/3/layout/SubStepProcess"/>
    <dgm:cxn modelId="{677D8C6F-0203-42F9-9DF6-5DDADAE667F6}" type="presParOf" srcId="{445FA9D4-4B87-434F-8070-1B7E234B8408}" destId="{651F53B9-4DDB-4C31-A98E-52AE596DB08A}" srcOrd="2" destOrd="0" presId="urn:microsoft.com/office/officeart/2009/3/layout/SubStepProcess"/>
    <dgm:cxn modelId="{85A68226-43E6-423E-80B7-EE2DB64A25C2}" type="presParOf" srcId="{651F53B9-4DDB-4C31-A98E-52AE596DB08A}" destId="{D34E7A90-289C-4AA7-A9F4-BC7C5A305CEA}" srcOrd="0" destOrd="0" presId="urn:microsoft.com/office/officeart/2009/3/layout/SubStepProcess"/>
    <dgm:cxn modelId="{8B746BEC-BB7F-4189-A02F-937949823B56}" type="presParOf" srcId="{651F53B9-4DDB-4C31-A98E-52AE596DB08A}" destId="{8A7A2EA9-8CCA-42FB-9C76-515C191AAA23}" srcOrd="1" destOrd="0" presId="urn:microsoft.com/office/officeart/2009/3/layout/SubStepProcess"/>
    <dgm:cxn modelId="{35A0C3CF-2509-4CE7-BC13-AA9B110761D3}" type="presParOf" srcId="{651F53B9-4DDB-4C31-A98E-52AE596DB08A}" destId="{01C18AC6-0717-45A5-8A08-E4AAFB06B0ED}" srcOrd="2" destOrd="0" presId="urn:microsoft.com/office/officeart/2009/3/layout/SubStepProcess"/>
    <dgm:cxn modelId="{D370C3A8-5601-4C56-8F53-82073FCDC26F}" type="presParOf" srcId="{01C18AC6-0717-45A5-8A08-E4AAFB06B0ED}" destId="{32820730-E982-44E6-BCBB-BFA872A831F6}" srcOrd="0" destOrd="0" presId="urn:microsoft.com/office/officeart/2009/3/layout/SubStepProcess"/>
    <dgm:cxn modelId="{4ACB9BA7-BD13-4B5D-ABBC-BD06DF1B2308}" type="presParOf" srcId="{01C18AC6-0717-45A5-8A08-E4AAFB06B0ED}" destId="{F5B98532-98FC-4715-B23A-6BEA83E3C8E5}" srcOrd="1" destOrd="0" presId="urn:microsoft.com/office/officeart/2009/3/layout/SubStepProcess"/>
    <dgm:cxn modelId="{7417404D-7428-46E7-BEA0-85FA3D6820E5}" type="presParOf" srcId="{01C18AC6-0717-45A5-8A08-E4AAFB06B0ED}" destId="{E227AA01-2E8D-4C1E-B47E-E7C19381524D}" srcOrd="2" destOrd="0" presId="urn:microsoft.com/office/officeart/2009/3/layout/SubStepProcess"/>
    <dgm:cxn modelId="{0A7A1C94-1A45-4134-AF7D-9DA083231057}" type="presParOf" srcId="{01C18AC6-0717-45A5-8A08-E4AAFB06B0ED}" destId="{1C6437EE-DB62-400F-B92F-CA6FDAC9BA3A}" srcOrd="3" destOrd="0" presId="urn:microsoft.com/office/officeart/2009/3/layout/SubStepProcess"/>
    <dgm:cxn modelId="{0D3978D1-9BCF-45CD-A80A-7706B63498D7}" type="presParOf" srcId="{01C18AC6-0717-45A5-8A08-E4AAFB06B0ED}" destId="{9A4568C8-53E1-4D1A-8D9D-FEF36446344F}" srcOrd="4" destOrd="0" presId="urn:microsoft.com/office/officeart/2009/3/layout/SubStepProcess"/>
    <dgm:cxn modelId="{E3AC925C-1FCE-4838-A874-7A4094A8E738}" type="presParOf" srcId="{651F53B9-4DDB-4C31-A98E-52AE596DB08A}" destId="{A0FB5E22-9814-449B-BBB3-F929929930BF}" srcOrd="3" destOrd="0" presId="urn:microsoft.com/office/officeart/2009/3/layout/SubStepProcess"/>
    <dgm:cxn modelId="{78CAE19B-855B-4FDE-94AD-569C5ACF844B}" type="presParOf" srcId="{651F53B9-4DDB-4C31-A98E-52AE596DB08A}" destId="{6A286E36-C0F0-429F-BC7F-AD68CEC02971}" srcOrd="4" destOrd="0" presId="urn:microsoft.com/office/officeart/2009/3/layout/SubStepProcess"/>
    <dgm:cxn modelId="{B0296703-17DF-43B3-BBDE-8D34EEEE4C8F}" type="presParOf" srcId="{651F53B9-4DDB-4C31-A98E-52AE596DB08A}" destId="{E297403C-D0E4-45A4-81E0-CF9CF25CB941}" srcOrd="5" destOrd="0" presId="urn:microsoft.com/office/officeart/2009/3/layout/SubStepProcess"/>
    <dgm:cxn modelId="{0FC692AB-8FB8-49A5-A692-144988AAE1B6}" type="presParOf" srcId="{E297403C-D0E4-45A4-81E0-CF9CF25CB941}" destId="{B6DC2EEB-B145-4527-B6AA-951A062052DE}" srcOrd="0" destOrd="0" presId="urn:microsoft.com/office/officeart/2009/3/layout/SubStepProcess"/>
    <dgm:cxn modelId="{FAB13C6E-D622-4942-85B8-1E34BB27C2AE}" type="presParOf" srcId="{E297403C-D0E4-45A4-81E0-CF9CF25CB941}" destId="{D5C47790-F325-41E4-9A82-210BE4750B29}" srcOrd="1" destOrd="0" presId="urn:microsoft.com/office/officeart/2009/3/layout/SubStepProcess"/>
    <dgm:cxn modelId="{43A48552-3FAE-49E9-9ED6-99D4C10BB7CB}" type="presParOf" srcId="{E297403C-D0E4-45A4-81E0-CF9CF25CB941}" destId="{D7AA1460-00B0-452F-894C-BFB47E608D16}" srcOrd="2" destOrd="0" presId="urn:microsoft.com/office/officeart/2009/3/layout/SubStepProcess"/>
    <dgm:cxn modelId="{5F659192-88C9-4030-A153-BB91988083BF}" type="presParOf" srcId="{E297403C-D0E4-45A4-81E0-CF9CF25CB941}" destId="{A32DCAC0-0EFB-4D20-8254-957A41F0B36B}" srcOrd="3" destOrd="0" presId="urn:microsoft.com/office/officeart/2009/3/layout/SubStepProcess"/>
    <dgm:cxn modelId="{283C01AF-CF6C-45D5-B2C8-CFFA8C7C787B}" type="presParOf" srcId="{E297403C-D0E4-45A4-81E0-CF9CF25CB941}" destId="{C3A544CE-C6C6-4DD7-A335-16917E40EB78}" srcOrd="4" destOrd="0" presId="urn:microsoft.com/office/officeart/2009/3/layout/SubStepProcess"/>
    <dgm:cxn modelId="{0147FD32-12D6-48C6-94B6-406D8DD0D4D7}" type="presParOf" srcId="{651F53B9-4DDB-4C31-A98E-52AE596DB08A}" destId="{229551A9-E0FE-4997-B55B-2AFF235B3ED7}" srcOrd="6" destOrd="0" presId="urn:microsoft.com/office/officeart/2009/3/layout/SubStepProcess"/>
    <dgm:cxn modelId="{397E7BDF-BDFA-4E9F-BF72-45C38380F6D6}" type="presParOf" srcId="{651F53B9-4DDB-4C31-A98E-52AE596DB08A}" destId="{7BA0E88E-29EE-428F-8A6A-03E1E6EDBEBF}" srcOrd="7" destOrd="0" presId="urn:microsoft.com/office/officeart/2009/3/layout/SubStepProcess"/>
    <dgm:cxn modelId="{F6D1A975-786F-4164-BC0B-92B72BBCE331}" type="presParOf" srcId="{651F53B9-4DDB-4C31-A98E-52AE596DB08A}" destId="{688C9984-7ECF-4139-8F9E-8C3BFA70098A}" srcOrd="8" destOrd="0" presId="urn:microsoft.com/office/officeart/2009/3/layout/SubStepProcess"/>
    <dgm:cxn modelId="{68B6BAE8-88FD-4B86-8B12-77239A80B971}" type="presParOf" srcId="{688C9984-7ECF-4139-8F9E-8C3BFA70098A}" destId="{B049CB24-34DE-4228-93C6-FF927360AE62}" srcOrd="0" destOrd="0" presId="urn:microsoft.com/office/officeart/2009/3/layout/SubStepProcess"/>
    <dgm:cxn modelId="{4F6B8E08-E8B0-4772-A059-AFDBF987518D}" type="presParOf" srcId="{688C9984-7ECF-4139-8F9E-8C3BFA70098A}" destId="{2270263F-B5A1-4BA7-9A03-8812FA848DAD}" srcOrd="1" destOrd="0" presId="urn:microsoft.com/office/officeart/2009/3/layout/SubStepProcess"/>
    <dgm:cxn modelId="{1D19B2BD-8DBF-4037-80D7-A676BB37ADA3}" type="presParOf" srcId="{688C9984-7ECF-4139-8F9E-8C3BFA70098A}" destId="{71DC0145-FF94-4A07-8A24-888783433EEF}" srcOrd="2" destOrd="0" presId="urn:microsoft.com/office/officeart/2009/3/layout/SubStepProcess"/>
    <dgm:cxn modelId="{6D362252-D1FE-4521-8F4C-5F79F87B24C6}" type="presParOf" srcId="{688C9984-7ECF-4139-8F9E-8C3BFA70098A}" destId="{EA7F0140-65AC-4758-97F9-9921CC33E517}" srcOrd="3" destOrd="0" presId="urn:microsoft.com/office/officeart/2009/3/layout/SubStepProcess"/>
    <dgm:cxn modelId="{D696A104-B370-4CD6-A4E5-CA2589D9F438}" type="presParOf" srcId="{688C9984-7ECF-4139-8F9E-8C3BFA70098A}" destId="{6E0C4BE3-0665-477F-AE55-A8D976043630}" srcOrd="4" destOrd="0" presId="urn:microsoft.com/office/officeart/2009/3/layout/SubStepProcess"/>
    <dgm:cxn modelId="{C20BB1CE-E3C9-4F49-B180-943CFB48273B}" type="presParOf" srcId="{651F53B9-4DDB-4C31-A98E-52AE596DB08A}" destId="{A21AECBD-9660-4F40-8B60-6051C12A7DCD}" srcOrd="9" destOrd="0" presId="urn:microsoft.com/office/officeart/2009/3/layout/SubStepProcess"/>
    <dgm:cxn modelId="{8C7F34A7-C0AF-4013-9045-74D640895599}" type="presParOf" srcId="{651F53B9-4DDB-4C31-A98E-52AE596DB08A}" destId="{162929D9-8C54-4CC3-B1D1-EC11E5911271}" srcOrd="10" destOrd="0" presId="urn:microsoft.com/office/officeart/2009/3/layout/SubStepProcess"/>
    <dgm:cxn modelId="{CD46B508-A593-4765-A4C7-638F8C485C6B}" type="presParOf" srcId="{651F53B9-4DDB-4C31-A98E-52AE596DB08A}" destId="{5953B693-F7A6-48F5-807C-BED4A43EB4CC}" srcOrd="11" destOrd="0" presId="urn:microsoft.com/office/officeart/2009/3/layout/SubStepProcess"/>
    <dgm:cxn modelId="{1E8909B7-5A84-4E63-8C84-A716E0CBA79A}" type="presParOf" srcId="{5953B693-F7A6-48F5-807C-BED4A43EB4CC}" destId="{89749B3E-DA87-4CE5-9B33-E3E23F74702A}" srcOrd="0" destOrd="0" presId="urn:microsoft.com/office/officeart/2009/3/layout/SubStepProcess"/>
    <dgm:cxn modelId="{97C0023A-F0B2-4180-A12E-966BBF40ECB8}" type="presParOf" srcId="{5953B693-F7A6-48F5-807C-BED4A43EB4CC}" destId="{B4B9CCFD-FDDE-4B10-BB3E-0EA70320DB1E}" srcOrd="1" destOrd="0" presId="urn:microsoft.com/office/officeart/2009/3/layout/SubStepProcess"/>
    <dgm:cxn modelId="{B807F220-4085-4E23-B60D-74B6A797DC1F}" type="presParOf" srcId="{5953B693-F7A6-48F5-807C-BED4A43EB4CC}" destId="{C730AF7A-28A8-44FA-B936-68E5B123645C}" srcOrd="2" destOrd="0" presId="urn:microsoft.com/office/officeart/2009/3/layout/SubStepProcess"/>
    <dgm:cxn modelId="{701EFC06-4FB5-4F32-A5A3-BEAFCF8B913C}" type="presParOf" srcId="{5953B693-F7A6-48F5-807C-BED4A43EB4CC}" destId="{D5978420-CE1C-4ECE-A037-6DDF8A605257}" srcOrd="3" destOrd="0" presId="urn:microsoft.com/office/officeart/2009/3/layout/SubStepProcess"/>
    <dgm:cxn modelId="{CB3278FF-C6B7-432B-A214-5C6F0649E0E7}" type="presParOf" srcId="{5953B693-F7A6-48F5-807C-BED4A43EB4CC}" destId="{33D26D8D-6657-4ACD-809F-659B6E24DD77}" srcOrd="4" destOrd="0" presId="urn:microsoft.com/office/officeart/2009/3/layout/SubStepProcess"/>
    <dgm:cxn modelId="{CB1C2E16-DE0C-4E79-A4EB-7717882EE876}" type="presParOf" srcId="{445FA9D4-4B87-434F-8070-1B7E234B8408}" destId="{EDE0306F-CB93-4893-BD7D-A41F74187DE1}" srcOrd="3" destOrd="0" presId="urn:microsoft.com/office/officeart/2009/3/layout/SubStepProcess"/>
    <dgm:cxn modelId="{7D82E9FA-4571-42B7-BEA4-28DE2E956F1D}" type="presParOf" srcId="{445FA9D4-4B87-434F-8070-1B7E234B8408}" destId="{4603A54B-0488-4CF1-A2BF-35C37B494BD6}" srcOrd="4" destOrd="0" presId="urn:microsoft.com/office/officeart/2009/3/layout/SubStepProcess"/>
    <dgm:cxn modelId="{D6307339-F01F-4D4E-B2EB-58EC12F32345}" type="presParOf" srcId="{445FA9D4-4B87-434F-8070-1B7E234B8408}" destId="{BCF4984C-8385-4640-9768-DDB4F4D4538D}" srcOrd="5" destOrd="0" presId="urn:microsoft.com/office/officeart/2009/3/layout/SubStepProcess"/>
    <dgm:cxn modelId="{55161D7A-09BE-4801-87C0-49B3EC196ED6}" type="presParOf" srcId="{445FA9D4-4B87-434F-8070-1B7E234B8408}" destId="{EEE2969B-D4D6-4FC9-9CE5-9B3CE1D760BA}" srcOrd="6" destOrd="0" presId="urn:microsoft.com/office/officeart/2009/3/layout/SubStepProcess"/>
    <dgm:cxn modelId="{CCF0CA5F-F267-4824-B53E-11E709694DCB}" type="presParOf" srcId="{EEE2969B-D4D6-4FC9-9CE5-9B3CE1D760BA}" destId="{C8381E3B-9754-4079-A5B8-57F8D6DEF654}" srcOrd="0" destOrd="0" presId="urn:microsoft.com/office/officeart/2009/3/layout/SubStepProcess"/>
    <dgm:cxn modelId="{D719AC5E-3A3B-42F6-B3F5-B2551A48FBA9}" type="presParOf" srcId="{EEE2969B-D4D6-4FC9-9CE5-9B3CE1D760BA}" destId="{316A57F4-50FD-4EB3-98DF-C6E980C3D916}" srcOrd="1" destOrd="0" presId="urn:microsoft.com/office/officeart/2009/3/layout/SubStepProcess"/>
    <dgm:cxn modelId="{5FDA3E7D-3BF5-4004-89FD-8DA91EFAC941}" type="presParOf" srcId="{EEE2969B-D4D6-4FC9-9CE5-9B3CE1D760BA}" destId="{12E64937-E1A7-4A6A-A7E6-A926404D0CCD}" srcOrd="2" destOrd="0" presId="urn:microsoft.com/office/officeart/2009/3/layout/SubStepProcess"/>
    <dgm:cxn modelId="{378C3BCF-69BF-4308-926D-8F361D44C07F}" type="presParOf" srcId="{12E64937-E1A7-4A6A-A7E6-A926404D0CCD}" destId="{8BDAB6B7-4882-47AA-A1C8-46FC0CE3EAF2}" srcOrd="0" destOrd="0" presId="urn:microsoft.com/office/officeart/2009/3/layout/SubStepProcess"/>
    <dgm:cxn modelId="{1F57E959-6B0A-488E-A12C-5D839252B450}" type="presParOf" srcId="{12E64937-E1A7-4A6A-A7E6-A926404D0CCD}" destId="{C3A4D83C-9007-4630-AEAD-D7D002C9584A}" srcOrd="1" destOrd="0" presId="urn:microsoft.com/office/officeart/2009/3/layout/SubStepProcess"/>
    <dgm:cxn modelId="{300FBD7D-3314-455D-B292-1761C60F5692}" type="presParOf" srcId="{12E64937-E1A7-4A6A-A7E6-A926404D0CCD}" destId="{7CADC7FE-6F0C-4D1F-9F7D-EDE6FE7BAF54}" srcOrd="2" destOrd="0" presId="urn:microsoft.com/office/officeart/2009/3/layout/SubStepProcess"/>
    <dgm:cxn modelId="{817282E9-8027-4282-BB15-92A3E46BFEB2}" type="presParOf" srcId="{12E64937-E1A7-4A6A-A7E6-A926404D0CCD}" destId="{B23CA01E-B68C-4FC4-8CF3-910DB9FEC2C9}" srcOrd="3" destOrd="0" presId="urn:microsoft.com/office/officeart/2009/3/layout/SubStepProcess"/>
    <dgm:cxn modelId="{3D8D898A-60D2-4702-B733-9FE00FCBB243}" type="presParOf" srcId="{12E64937-E1A7-4A6A-A7E6-A926404D0CCD}" destId="{6F935760-57B7-4E22-A370-4E600C7C9137}" srcOrd="4" destOrd="0" presId="urn:microsoft.com/office/officeart/2009/3/layout/SubStepProcess"/>
    <dgm:cxn modelId="{72876577-5D93-4278-A42A-A08B3AC25058}" type="presParOf" srcId="{EEE2969B-D4D6-4FC9-9CE5-9B3CE1D760BA}" destId="{0E559356-0D47-456C-B9A0-E170102A48C0}" srcOrd="3" destOrd="0" presId="urn:microsoft.com/office/officeart/2009/3/layout/SubStepProcess"/>
    <dgm:cxn modelId="{71814276-F421-44BB-8596-9146EEE5D0DC}" type="presParOf" srcId="{EEE2969B-D4D6-4FC9-9CE5-9B3CE1D760BA}" destId="{2703A152-865B-489A-B96A-9E67C492D891}" srcOrd="4" destOrd="0" presId="urn:microsoft.com/office/officeart/2009/3/layout/SubStepProcess"/>
    <dgm:cxn modelId="{46E281CC-8E60-4185-BF52-B22FE48ECAEE}" type="presParOf" srcId="{EEE2969B-D4D6-4FC9-9CE5-9B3CE1D760BA}" destId="{FB084EC0-E309-4E30-B249-92234B37621A}" srcOrd="5" destOrd="0" presId="urn:microsoft.com/office/officeart/2009/3/layout/SubStepProcess"/>
    <dgm:cxn modelId="{C51D96A6-EE69-4A08-9944-E337C2CA114D}" type="presParOf" srcId="{FB084EC0-E309-4E30-B249-92234B37621A}" destId="{517249A3-9288-4E1E-A0C1-505BC5B0A626}" srcOrd="0" destOrd="0" presId="urn:microsoft.com/office/officeart/2009/3/layout/SubStepProcess"/>
    <dgm:cxn modelId="{B16B54D4-B8BB-4F23-A876-4D5B7C1C6712}" type="presParOf" srcId="{FB084EC0-E309-4E30-B249-92234B37621A}" destId="{4E897492-FF8F-4629-B62E-3FF20412D9C2}" srcOrd="1" destOrd="0" presId="urn:microsoft.com/office/officeart/2009/3/layout/SubStepProcess"/>
    <dgm:cxn modelId="{DA7A4A6A-169D-4B13-9D47-39BAF337C811}" type="presParOf" srcId="{FB084EC0-E309-4E30-B249-92234B37621A}" destId="{1C052CD5-D318-4569-9730-7F97EB8375DE}" srcOrd="2" destOrd="0" presId="urn:microsoft.com/office/officeart/2009/3/layout/SubStepProcess"/>
    <dgm:cxn modelId="{79BF1F67-ED73-4D0B-8C52-91DE5FFFBB1D}" type="presParOf" srcId="{FB084EC0-E309-4E30-B249-92234B37621A}" destId="{63771274-0ADD-49A9-ABED-44D2ED750DEA}" srcOrd="3" destOrd="0" presId="urn:microsoft.com/office/officeart/2009/3/layout/SubStepProcess"/>
    <dgm:cxn modelId="{AFD2FF1B-826A-400F-801F-C7715099CFAC}" type="presParOf" srcId="{FB084EC0-E309-4E30-B249-92234B37621A}" destId="{54D77EDF-902D-4AA1-A1A2-0D733431936A}" srcOrd="4" destOrd="0" presId="urn:microsoft.com/office/officeart/2009/3/layout/SubStepProcess"/>
    <dgm:cxn modelId="{13E79D2F-1080-4914-9024-F158C462E25B}" type="presParOf" srcId="{EEE2969B-D4D6-4FC9-9CE5-9B3CE1D760BA}" destId="{67AC83F1-6C61-4997-B421-95E06EF1A649}" srcOrd="6" destOrd="0" presId="urn:microsoft.com/office/officeart/2009/3/layout/SubStepProcess"/>
    <dgm:cxn modelId="{832559BD-CEE3-467C-B549-0048BDC8F164}" type="presParOf" srcId="{EEE2969B-D4D6-4FC9-9CE5-9B3CE1D760BA}" destId="{4B9A8D3C-873C-4173-9F03-0EC9CD5061E6}" srcOrd="7" destOrd="0" presId="urn:microsoft.com/office/officeart/2009/3/layout/SubStepProcess"/>
    <dgm:cxn modelId="{67893174-BB0B-475D-BA93-9BEB8DC0DD04}" type="presParOf" srcId="{EEE2969B-D4D6-4FC9-9CE5-9B3CE1D760BA}" destId="{F2F20897-62BA-4776-AF24-1AE819A5515C}" srcOrd="8" destOrd="0" presId="urn:microsoft.com/office/officeart/2009/3/layout/SubStepProcess"/>
    <dgm:cxn modelId="{004B0308-99B6-4914-ACA8-E2A6C1ECABA8}" type="presParOf" srcId="{F2F20897-62BA-4776-AF24-1AE819A5515C}" destId="{C8996102-9B15-4D9D-ABB4-38E2FF811B21}" srcOrd="0" destOrd="0" presId="urn:microsoft.com/office/officeart/2009/3/layout/SubStepProcess"/>
    <dgm:cxn modelId="{A3F84383-946B-463B-B218-915B41114B66}" type="presParOf" srcId="{F2F20897-62BA-4776-AF24-1AE819A5515C}" destId="{54F48CA5-E8DF-46AC-8EF9-F038AA3C7B50}" srcOrd="1" destOrd="0" presId="urn:microsoft.com/office/officeart/2009/3/layout/SubStepProcess"/>
    <dgm:cxn modelId="{3FA996F0-BEFE-4A95-9F17-4CA0F1E3B7D9}" type="presParOf" srcId="{F2F20897-62BA-4776-AF24-1AE819A5515C}" destId="{064CA2AA-94E8-4087-87F0-1C57D9DD5A5B}" srcOrd="2" destOrd="0" presId="urn:microsoft.com/office/officeart/2009/3/layout/SubStepProcess"/>
    <dgm:cxn modelId="{9098923A-70DE-4A30-A700-515CF63BB1CF}" type="presParOf" srcId="{F2F20897-62BA-4776-AF24-1AE819A5515C}" destId="{F2FD3756-5965-40D9-9963-8F4B9497AF70}" srcOrd="3" destOrd="0" presId="urn:microsoft.com/office/officeart/2009/3/layout/SubStepProcess"/>
    <dgm:cxn modelId="{4D3D5CD7-A7D8-4B7B-A57C-2C8E7A41CEA6}" type="presParOf" srcId="{F2F20897-62BA-4776-AF24-1AE819A5515C}" destId="{5E5AA053-8E3E-436C-89EE-A39894E21C11}" srcOrd="4" destOrd="0" presId="urn:microsoft.com/office/officeart/2009/3/layout/SubStepProcess"/>
    <dgm:cxn modelId="{AB11654E-1E9B-485B-8B08-8415EAE7AC9B}" type="presParOf" srcId="{445FA9D4-4B87-434F-8070-1B7E234B8408}" destId="{3C2AEF0D-B564-4DD3-A211-E4DC660DB9FE}" srcOrd="7" destOrd="0" presId="urn:microsoft.com/office/officeart/2009/3/layout/SubStepProcess"/>
    <dgm:cxn modelId="{EAF77CAC-B915-4A93-9849-A99945CF3AF7}" type="presParOf" srcId="{445FA9D4-4B87-434F-8070-1B7E234B8408}" destId="{51A0A5AF-526A-444C-B0D9-A0ABE242D8CC}" srcOrd="8" destOrd="0" presId="urn:microsoft.com/office/officeart/2009/3/layout/SubStepProcess"/>
    <dgm:cxn modelId="{7EC140A5-BA2B-4B67-B091-E6287B608241}" type="presParOf" srcId="{445FA9D4-4B87-434F-8070-1B7E234B8408}" destId="{048717BA-76EA-48E8-8A48-B1949B9CAE8E}" srcOrd="9" destOrd="0" presId="urn:microsoft.com/office/officeart/2009/3/layout/SubStepProcess"/>
    <dgm:cxn modelId="{7AB4F84F-BE9B-48D4-82B1-9E6DE994702C}" type="presParOf" srcId="{445FA9D4-4B87-434F-8070-1B7E234B8408}" destId="{3D26E5F9-0183-4627-BCBB-565B20EBD119}" srcOrd="10" destOrd="0" presId="urn:microsoft.com/office/officeart/2009/3/layout/SubStepProcess"/>
    <dgm:cxn modelId="{6AF987DF-522E-47F5-8782-36492BC26B4C}" type="presParOf" srcId="{3D26E5F9-0183-4627-BCBB-565B20EBD119}" destId="{B6897401-AFAD-4A76-BAAE-BAE45EAAF6C0}" srcOrd="0" destOrd="0" presId="urn:microsoft.com/office/officeart/2009/3/layout/SubStepProcess"/>
    <dgm:cxn modelId="{70F7D41E-7343-438B-920A-4E1189C9DD2B}" type="presParOf" srcId="{3D26E5F9-0183-4627-BCBB-565B20EBD119}" destId="{08564370-2276-4C37-8E9B-AACD566E9A96}" srcOrd="1" destOrd="0" presId="urn:microsoft.com/office/officeart/2009/3/layout/SubStepProcess"/>
    <dgm:cxn modelId="{3FA70877-877B-4E06-B832-69487C203499}" type="presParOf" srcId="{08564370-2276-4C37-8E9B-AACD566E9A96}" destId="{CD8FCE70-C34C-4F10-BF76-0E789CA3A4CC}" srcOrd="0" destOrd="0" presId="urn:microsoft.com/office/officeart/2009/3/layout/SubStepProcess"/>
    <dgm:cxn modelId="{1138678D-EBE4-456B-80A5-D651161B0692}" type="presParOf" srcId="{08564370-2276-4C37-8E9B-AACD566E9A96}" destId="{D045D10B-A88F-441A-BE8D-E72CB07ACB67}" srcOrd="1" destOrd="0" presId="urn:microsoft.com/office/officeart/2009/3/layout/SubStepProcess"/>
    <dgm:cxn modelId="{4DEFA8CB-D014-4DAB-AE3B-A0E6A92F048B}" type="presParOf" srcId="{08564370-2276-4C37-8E9B-AACD566E9A96}" destId="{68D065D3-A1C7-408C-8188-5D661ECE63EE}" srcOrd="2" destOrd="0" presId="urn:microsoft.com/office/officeart/2009/3/layout/SubStepProcess"/>
    <dgm:cxn modelId="{F9D11E0E-EFEF-4ABA-AC14-545D20A01C97}" type="presParOf" srcId="{08564370-2276-4C37-8E9B-AACD566E9A96}" destId="{BCA74655-862A-4F79-96E9-8A2807BF121D}" srcOrd="3" destOrd="0" presId="urn:microsoft.com/office/officeart/2009/3/layout/SubStepProcess"/>
    <dgm:cxn modelId="{CF6659F7-CBCA-40A3-A28A-41F252189821}" type="presParOf" srcId="{3D26E5F9-0183-4627-BCBB-565B20EBD119}" destId="{9DAE018A-4786-4F81-9EDA-27BBC224948F}" srcOrd="2" destOrd="0" presId="urn:microsoft.com/office/officeart/2009/3/layout/SubStepProcess"/>
    <dgm:cxn modelId="{09C130E2-351D-406B-9945-F2DAEA38DA96}" type="presParOf" srcId="{3D26E5F9-0183-4627-BCBB-565B20EBD119}" destId="{D0827C7B-7895-452C-978F-16C0A47551F2}" srcOrd="3" destOrd="0" presId="urn:microsoft.com/office/officeart/2009/3/layout/SubStepProcess"/>
    <dgm:cxn modelId="{C571DB89-ADF4-43D7-A067-7D80E0324C8D}" type="presParOf" srcId="{D0827C7B-7895-452C-978F-16C0A47551F2}" destId="{24A55AC5-C807-4465-B58C-E84B414CADE7}" srcOrd="0" destOrd="0" presId="urn:microsoft.com/office/officeart/2009/3/layout/SubStepProcess"/>
    <dgm:cxn modelId="{667CA2FA-3C26-44CB-8699-6F5667B74B33}" type="presParOf" srcId="{D0827C7B-7895-452C-978F-16C0A47551F2}" destId="{8FDD606D-58B8-49E0-AB54-31197B80881E}" srcOrd="1" destOrd="0" presId="urn:microsoft.com/office/officeart/2009/3/layout/SubStepProcess"/>
    <dgm:cxn modelId="{E4EE061D-2D4D-4C72-9FCD-C6054D334AA3}" type="presParOf" srcId="{D0827C7B-7895-452C-978F-16C0A47551F2}" destId="{0637247A-2346-436D-B433-E53632417DE2}" srcOrd="2" destOrd="0" presId="urn:microsoft.com/office/officeart/2009/3/layout/SubStepProcess"/>
    <dgm:cxn modelId="{7F32A74A-FA4C-4777-B933-05F921CA1BE7}" type="presParOf" srcId="{D0827C7B-7895-452C-978F-16C0A47551F2}" destId="{49840FF1-986A-41EE-8FB0-89E6299ED32F}" srcOrd="3" destOrd="0" presId="urn:microsoft.com/office/officeart/2009/3/layout/SubStepProcess"/>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65.xml><?xml version="1.0" encoding="utf-8"?>
<dgm:dataModel xmlns:dgm="http://schemas.openxmlformats.org/drawingml/2006/diagram" xmlns:a="http://schemas.openxmlformats.org/drawingml/2006/main">
  <dgm:ptLst>
    <dgm:pt modelId="{B9C32B05-62EA-407A-B21C-2310C7945705}" type="doc">
      <dgm:prSet loTypeId="urn:microsoft.com/office/officeart/2009/3/layout/PhasedProcess" loCatId="process"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F66099B6-DBBD-4AB0-82D2-877B80F846F7}">
      <dgm:prSet phldrT="[Text]"/>
      <dgm:spPr/>
      <dgm:t>
        <a:bodyPr/>
        <a:lstStyle/>
        <a:p>
          <a:r>
            <a:rPr lang="en-US" dirty="0"/>
            <a:t>Lorem Ipsum</a:t>
          </a:r>
        </a:p>
      </dgm:t>
    </dgm:pt>
    <dgm:pt modelId="{B09C8BFB-F41C-4AC4-AB94-F216E3081C2D}" type="parTrans" cxnId="{B4F3EA32-CE64-4A92-9BAE-BC57E5392B05}">
      <dgm:prSet/>
      <dgm:spPr/>
      <dgm:t>
        <a:bodyPr/>
        <a:lstStyle/>
        <a:p>
          <a:endParaRPr lang="en-US"/>
        </a:p>
      </dgm:t>
    </dgm:pt>
    <dgm:pt modelId="{BC531B32-9B0E-482E-BF91-65C61F17168D}" type="sibTrans" cxnId="{B4F3EA32-CE64-4A92-9BAE-BC57E5392B05}">
      <dgm:prSet/>
      <dgm:spPr/>
      <dgm:t>
        <a:bodyPr/>
        <a:lstStyle/>
        <a:p>
          <a:endParaRPr lang="en-US"/>
        </a:p>
      </dgm:t>
    </dgm:pt>
    <dgm:pt modelId="{EE62A4F6-4AC4-435B-990E-81A71CE8CAC7}">
      <dgm:prSet phldrT="[Text]"/>
      <dgm:spPr/>
      <dgm:t>
        <a:bodyPr/>
        <a:lstStyle/>
        <a:p>
          <a:r>
            <a:rPr lang="en-US" dirty="0"/>
            <a:t>Lorem Ipsum</a:t>
          </a:r>
        </a:p>
      </dgm:t>
    </dgm:pt>
    <dgm:pt modelId="{F287B947-7343-4FA2-B288-B23A59FFAE31}" type="parTrans" cxnId="{3A2CECA6-0C5B-46BB-B7C6-7D37E9D210BD}">
      <dgm:prSet/>
      <dgm:spPr/>
      <dgm:t>
        <a:bodyPr/>
        <a:lstStyle/>
        <a:p>
          <a:endParaRPr lang="en-US"/>
        </a:p>
      </dgm:t>
    </dgm:pt>
    <dgm:pt modelId="{389F9A93-0231-4877-8C41-5D5B8DD7AAC0}" type="sibTrans" cxnId="{3A2CECA6-0C5B-46BB-B7C6-7D37E9D210BD}">
      <dgm:prSet/>
      <dgm:spPr/>
      <dgm:t>
        <a:bodyPr/>
        <a:lstStyle/>
        <a:p>
          <a:endParaRPr lang="en-US"/>
        </a:p>
      </dgm:t>
    </dgm:pt>
    <dgm:pt modelId="{6CF284C3-4A70-4432-8F33-E75A802B3330}">
      <dgm:prSet/>
      <dgm:spPr/>
      <dgm:t>
        <a:bodyPr/>
        <a:lstStyle/>
        <a:p>
          <a:r>
            <a:rPr lang="en-US" dirty="0">
              <a:solidFill>
                <a:schemeClr val="tx2"/>
              </a:solidFill>
            </a:rPr>
            <a:t>Some text here</a:t>
          </a:r>
        </a:p>
      </dgm:t>
    </dgm:pt>
    <dgm:pt modelId="{044831E6-2FC9-4DDA-81FB-5FA418568D07}" type="parTrans" cxnId="{2DC24386-BC50-4BAB-8571-16CB10C2603C}">
      <dgm:prSet/>
      <dgm:spPr/>
      <dgm:t>
        <a:bodyPr/>
        <a:lstStyle/>
        <a:p>
          <a:endParaRPr lang="en-US"/>
        </a:p>
      </dgm:t>
    </dgm:pt>
    <dgm:pt modelId="{CD50B82D-84BB-4747-B282-ABB339EBA294}" type="sibTrans" cxnId="{2DC24386-BC50-4BAB-8571-16CB10C2603C}">
      <dgm:prSet/>
      <dgm:spPr/>
      <dgm:t>
        <a:bodyPr/>
        <a:lstStyle/>
        <a:p>
          <a:endParaRPr lang="en-US"/>
        </a:p>
      </dgm:t>
    </dgm:pt>
    <dgm:pt modelId="{3AF880A5-0F00-4315-A5DF-1FE656798601}">
      <dgm:prSet phldrT="[Text]"/>
      <dgm:spPr/>
      <dgm:t>
        <a:bodyPr/>
        <a:lstStyle/>
        <a:p>
          <a:r>
            <a:rPr lang="en-US" dirty="0">
              <a:solidFill>
                <a:schemeClr val="tx2"/>
              </a:solidFill>
            </a:rPr>
            <a:t>Some text here</a:t>
          </a:r>
        </a:p>
      </dgm:t>
    </dgm:pt>
    <dgm:pt modelId="{A13BB1F9-5857-4B43-8BF5-6589AA2CB759}" type="parTrans" cxnId="{24F8CBE2-5003-4E69-A772-6B98F2B05181}">
      <dgm:prSet/>
      <dgm:spPr/>
      <dgm:t>
        <a:bodyPr/>
        <a:lstStyle/>
        <a:p>
          <a:endParaRPr lang="en-US"/>
        </a:p>
      </dgm:t>
    </dgm:pt>
    <dgm:pt modelId="{C198C41D-2640-4669-83ED-E0CD35701C8E}" type="sibTrans" cxnId="{24F8CBE2-5003-4E69-A772-6B98F2B05181}">
      <dgm:prSet/>
      <dgm:spPr/>
      <dgm:t>
        <a:bodyPr/>
        <a:lstStyle/>
        <a:p>
          <a:endParaRPr lang="en-US"/>
        </a:p>
      </dgm:t>
    </dgm:pt>
    <dgm:pt modelId="{8EA7219F-BDB2-48EB-9EEB-3133522D132E}">
      <dgm:prSet phldrT="[Text]"/>
      <dgm:spPr/>
      <dgm:t>
        <a:bodyPr/>
        <a:lstStyle/>
        <a:p>
          <a:r>
            <a:rPr lang="en-US" dirty="0">
              <a:solidFill>
                <a:schemeClr val="tx2"/>
              </a:solidFill>
            </a:rPr>
            <a:t>Some text here</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BE788BF5-FE9F-4C7D-A1CD-9232D7860179}">
      <dgm:prSet phldrT="[Text]"/>
      <dgm:spPr/>
      <dgm:t>
        <a:bodyPr/>
        <a:lstStyle/>
        <a:p>
          <a:r>
            <a:rPr lang="en-US">
              <a:solidFill>
                <a:schemeClr val="tx2"/>
              </a:solidFill>
            </a:rPr>
            <a:t>Some text here</a:t>
          </a:r>
          <a:endParaRPr lang="en-US" dirty="0">
            <a:solidFill>
              <a:schemeClr val="tx2"/>
            </a:solidFill>
          </a:endParaRPr>
        </a:p>
      </dgm:t>
    </dgm:pt>
    <dgm:pt modelId="{963A52CB-C772-45F2-8A30-8ABA6B14D3CE}" type="parTrans" cxnId="{35013F34-57BC-4E3C-A003-07C0E49926DB}">
      <dgm:prSet/>
      <dgm:spPr/>
      <dgm:t>
        <a:bodyPr/>
        <a:lstStyle/>
        <a:p>
          <a:endParaRPr lang="en-US"/>
        </a:p>
      </dgm:t>
    </dgm:pt>
    <dgm:pt modelId="{88191C5E-55BA-42F2-B842-FC86CBBADC0F}" type="sibTrans" cxnId="{35013F34-57BC-4E3C-A003-07C0E49926DB}">
      <dgm:prSet/>
      <dgm:spPr/>
      <dgm:t>
        <a:bodyPr/>
        <a:lstStyle/>
        <a:p>
          <a:endParaRPr lang="en-US"/>
        </a:p>
      </dgm:t>
    </dgm:pt>
    <dgm:pt modelId="{3CE06941-9820-4827-8B16-CD80CC49F780}">
      <dgm:prSet phldrT="[Text]"/>
      <dgm:spPr/>
      <dgm:t>
        <a:bodyPr/>
        <a:lstStyle/>
        <a:p>
          <a:r>
            <a:rPr lang="en-US" dirty="0"/>
            <a:t>Some text here</a:t>
          </a:r>
        </a:p>
      </dgm:t>
    </dgm:pt>
    <dgm:pt modelId="{141A3C92-8966-4E2F-82E4-2E09E22674B2}" type="parTrans" cxnId="{C99CE395-39F6-46B4-938C-9BF085685D1A}">
      <dgm:prSet/>
      <dgm:spPr/>
      <dgm:t>
        <a:bodyPr/>
        <a:lstStyle/>
        <a:p>
          <a:endParaRPr lang="en-US"/>
        </a:p>
      </dgm:t>
    </dgm:pt>
    <dgm:pt modelId="{F58FC55B-E61F-445C-956E-0BB2202254CA}" type="sibTrans" cxnId="{C99CE395-39F6-46B4-938C-9BF085685D1A}">
      <dgm:prSet/>
      <dgm:spPr/>
      <dgm:t>
        <a:bodyPr/>
        <a:lstStyle/>
        <a:p>
          <a:endParaRPr lang="en-US"/>
        </a:p>
      </dgm:t>
    </dgm:pt>
    <dgm:pt modelId="{386C2B6D-2EE1-4682-AE61-EE246CD54E31}">
      <dgm:prSet phldrT="[Text]"/>
      <dgm:spPr/>
      <dgm:t>
        <a:bodyPr/>
        <a:lstStyle/>
        <a:p>
          <a:r>
            <a:rPr lang="en-US" dirty="0"/>
            <a:t>Some text here</a:t>
          </a:r>
        </a:p>
      </dgm:t>
    </dgm:pt>
    <dgm:pt modelId="{649D72FB-0D8F-479C-87D1-C73133EF35E2}" type="parTrans" cxnId="{7F96AC57-2F84-4E8C-AA92-E82865EE63FE}">
      <dgm:prSet/>
      <dgm:spPr/>
      <dgm:t>
        <a:bodyPr/>
        <a:lstStyle/>
        <a:p>
          <a:endParaRPr lang="en-US"/>
        </a:p>
      </dgm:t>
    </dgm:pt>
    <dgm:pt modelId="{E1C9E6F1-2ED2-4DD8-9B78-28FC1AF5D352}" type="sibTrans" cxnId="{7F96AC57-2F84-4E8C-AA92-E82865EE63FE}">
      <dgm:prSet/>
      <dgm:spPr/>
      <dgm:t>
        <a:bodyPr/>
        <a:lstStyle/>
        <a:p>
          <a:endParaRPr lang="en-US"/>
        </a:p>
      </dgm:t>
    </dgm:pt>
    <dgm:pt modelId="{2A22E84C-3AA3-4E9C-AE5F-9C2FB0D7FB11}">
      <dgm:prSet phldrT="[Text]"/>
      <dgm:spPr/>
      <dgm:t>
        <a:bodyPr/>
        <a:lstStyle/>
        <a:p>
          <a:endParaRPr lang="en-US"/>
        </a:p>
      </dgm:t>
    </dgm:pt>
    <dgm:pt modelId="{6C025E55-DF42-4C5D-AFD5-6015FA053D46}" type="parTrans" cxnId="{BEB859E7-C343-408E-86A1-667C27EE5761}">
      <dgm:prSet/>
      <dgm:spPr/>
      <dgm:t>
        <a:bodyPr/>
        <a:lstStyle/>
        <a:p>
          <a:endParaRPr lang="en-US"/>
        </a:p>
      </dgm:t>
    </dgm:pt>
    <dgm:pt modelId="{744EA591-F199-49C2-B63A-82709D96C729}" type="sibTrans" cxnId="{BEB859E7-C343-408E-86A1-667C27EE5761}">
      <dgm:prSet/>
      <dgm:spPr/>
      <dgm:t>
        <a:bodyPr/>
        <a:lstStyle/>
        <a:p>
          <a:endParaRPr lang="en-US"/>
        </a:p>
      </dgm:t>
    </dgm:pt>
    <dgm:pt modelId="{9ADACFBF-2A78-45C9-A7C4-5E5DBC674760}">
      <dgm:prSet phldrT="[Text]"/>
      <dgm:spPr/>
      <dgm:t>
        <a:bodyPr/>
        <a:lstStyle/>
        <a:p>
          <a:endParaRPr lang="en-US"/>
        </a:p>
      </dgm:t>
    </dgm:pt>
    <dgm:pt modelId="{E121796C-71AB-4354-A1D4-3BF0025298A5}" type="parTrans" cxnId="{2B98897D-9937-49AC-9FE9-6629E912033A}">
      <dgm:prSet/>
      <dgm:spPr/>
      <dgm:t>
        <a:bodyPr/>
        <a:lstStyle/>
        <a:p>
          <a:endParaRPr lang="en-US"/>
        </a:p>
      </dgm:t>
    </dgm:pt>
    <dgm:pt modelId="{F3FE7E5A-DC73-423B-998C-02943CF263BF}" type="sibTrans" cxnId="{2B98897D-9937-49AC-9FE9-6629E912033A}">
      <dgm:prSet/>
      <dgm:spPr/>
      <dgm:t>
        <a:bodyPr/>
        <a:lstStyle/>
        <a:p>
          <a:endParaRPr lang="en-US"/>
        </a:p>
      </dgm:t>
    </dgm:pt>
    <dgm:pt modelId="{6C39594C-4AE1-4221-9751-E4FBA9469435}">
      <dgm:prSet phldrT="[Text]"/>
      <dgm:spPr/>
      <dgm:t>
        <a:bodyPr/>
        <a:lstStyle/>
        <a:p>
          <a:endParaRPr lang="en-US"/>
        </a:p>
      </dgm:t>
    </dgm:pt>
    <dgm:pt modelId="{EA90E5E0-265B-4677-A3EF-FCD0DFDF4F41}" type="parTrans" cxnId="{7AF91B96-DA69-42D6-83DE-0E63677A4C47}">
      <dgm:prSet/>
      <dgm:spPr/>
      <dgm:t>
        <a:bodyPr/>
        <a:lstStyle/>
        <a:p>
          <a:endParaRPr lang="en-US"/>
        </a:p>
      </dgm:t>
    </dgm:pt>
    <dgm:pt modelId="{F04E3063-747B-4761-B46E-8C06B2EF3C55}" type="sibTrans" cxnId="{7AF91B96-DA69-42D6-83DE-0E63677A4C47}">
      <dgm:prSet/>
      <dgm:spPr/>
      <dgm:t>
        <a:bodyPr/>
        <a:lstStyle/>
        <a:p>
          <a:endParaRPr lang="en-US"/>
        </a:p>
      </dgm:t>
    </dgm:pt>
    <dgm:pt modelId="{36045517-CEA4-4BE3-B836-C2B6BFE5649B}">
      <dgm:prSet phldrT="[Text]"/>
      <dgm:spPr/>
      <dgm:t>
        <a:bodyPr/>
        <a:lstStyle/>
        <a:p>
          <a:endParaRPr lang="en-US"/>
        </a:p>
      </dgm:t>
    </dgm:pt>
    <dgm:pt modelId="{6231A36F-9B04-4B4A-917A-7E163AFFC956}" type="parTrans" cxnId="{4019353B-443B-4DED-AA6C-3C60E18414C7}">
      <dgm:prSet/>
      <dgm:spPr/>
      <dgm:t>
        <a:bodyPr/>
        <a:lstStyle/>
        <a:p>
          <a:endParaRPr lang="en-US"/>
        </a:p>
      </dgm:t>
    </dgm:pt>
    <dgm:pt modelId="{BFF3C5ED-87D0-4709-A3B8-A7BF0668006A}" type="sibTrans" cxnId="{4019353B-443B-4DED-AA6C-3C60E18414C7}">
      <dgm:prSet/>
      <dgm:spPr/>
      <dgm:t>
        <a:bodyPr/>
        <a:lstStyle/>
        <a:p>
          <a:endParaRPr lang="en-US"/>
        </a:p>
      </dgm:t>
    </dgm:pt>
    <dgm:pt modelId="{110CC072-E78D-486A-BD24-8CD6CE5683E0}">
      <dgm:prSet phldrT="[Text]"/>
      <dgm:spPr/>
      <dgm:t>
        <a:bodyPr/>
        <a:lstStyle/>
        <a:p>
          <a:endParaRPr lang="en-US"/>
        </a:p>
      </dgm:t>
    </dgm:pt>
    <dgm:pt modelId="{EFE20FCA-41FE-42D4-8C71-85751017ADFF}" type="parTrans" cxnId="{5670A7D8-BA42-4857-8679-D269077AD7D7}">
      <dgm:prSet/>
      <dgm:spPr/>
      <dgm:t>
        <a:bodyPr/>
        <a:lstStyle/>
        <a:p>
          <a:endParaRPr lang="en-US"/>
        </a:p>
      </dgm:t>
    </dgm:pt>
    <dgm:pt modelId="{C901204A-BC8E-4B62-854A-DFB2104323F5}" type="sibTrans" cxnId="{5670A7D8-BA42-4857-8679-D269077AD7D7}">
      <dgm:prSet/>
      <dgm:spPr/>
      <dgm:t>
        <a:bodyPr/>
        <a:lstStyle/>
        <a:p>
          <a:endParaRPr lang="en-US"/>
        </a:p>
      </dgm:t>
    </dgm:pt>
    <dgm:pt modelId="{F64D9B44-8949-42CE-A3F5-920CF85E6D38}">
      <dgm:prSet phldrT="[Text]"/>
      <dgm:spPr/>
      <dgm:t>
        <a:bodyPr/>
        <a:lstStyle/>
        <a:p>
          <a:endParaRPr lang="en-US"/>
        </a:p>
      </dgm:t>
    </dgm:pt>
    <dgm:pt modelId="{81AB81A4-D793-40B9-964C-9DA3AF17B95D}" type="parTrans" cxnId="{F091E13E-CC91-4760-8919-F8E7FA115B30}">
      <dgm:prSet/>
      <dgm:spPr/>
      <dgm:t>
        <a:bodyPr/>
        <a:lstStyle/>
        <a:p>
          <a:endParaRPr lang="en-US"/>
        </a:p>
      </dgm:t>
    </dgm:pt>
    <dgm:pt modelId="{ECDC803C-5DBD-4EEE-A68A-AC8585F1A4EB}" type="sibTrans" cxnId="{F091E13E-CC91-4760-8919-F8E7FA115B30}">
      <dgm:prSet/>
      <dgm:spPr/>
      <dgm:t>
        <a:bodyPr/>
        <a:lstStyle/>
        <a:p>
          <a:endParaRPr lang="en-US"/>
        </a:p>
      </dgm:t>
    </dgm:pt>
    <dgm:pt modelId="{51A9DE36-F50E-421D-909C-6615876CD2DD}" type="pres">
      <dgm:prSet presAssocID="{B9C32B05-62EA-407A-B21C-2310C7945705}" presName="Name0" presStyleCnt="0">
        <dgm:presLayoutVars>
          <dgm:chMax val="3"/>
          <dgm:chPref val="3"/>
          <dgm:bulletEnabled val="1"/>
          <dgm:dir/>
          <dgm:animLvl val="lvl"/>
        </dgm:presLayoutVars>
      </dgm:prSet>
      <dgm:spPr/>
    </dgm:pt>
    <dgm:pt modelId="{8D31421B-FD17-4D79-86AA-9B87F67BC3A1}" type="pres">
      <dgm:prSet presAssocID="{B9C32B05-62EA-407A-B21C-2310C7945705}" presName="arc1" presStyleLbl="node1" presStyleIdx="0" presStyleCnt="4"/>
      <dgm:spPr/>
    </dgm:pt>
    <dgm:pt modelId="{95C7B6C5-0509-4199-9EFB-EEA3663BFEE5}" type="pres">
      <dgm:prSet presAssocID="{B9C32B05-62EA-407A-B21C-2310C7945705}" presName="arc3" presStyleLbl="node1" presStyleIdx="1" presStyleCnt="4"/>
      <dgm:spPr/>
    </dgm:pt>
    <dgm:pt modelId="{08796612-E099-4431-9BE5-AB379FE20B25}" type="pres">
      <dgm:prSet presAssocID="{B9C32B05-62EA-407A-B21C-2310C7945705}" presName="parentText2" presStyleLbl="revTx" presStyleIdx="0" presStyleCnt="3">
        <dgm:presLayoutVars>
          <dgm:chMax val="4"/>
          <dgm:chPref val="3"/>
          <dgm:bulletEnabled val="1"/>
        </dgm:presLayoutVars>
      </dgm:prSet>
      <dgm:spPr/>
    </dgm:pt>
    <dgm:pt modelId="{FC256647-7996-4DEA-87D3-066D05820130}" type="pres">
      <dgm:prSet presAssocID="{B9C32B05-62EA-407A-B21C-2310C7945705}" presName="arc2" presStyleLbl="node1" presStyleIdx="2" presStyleCnt="4"/>
      <dgm:spPr/>
    </dgm:pt>
    <dgm:pt modelId="{95A60688-EE71-476E-A4D7-ECBC60D482AA}" type="pres">
      <dgm:prSet presAssocID="{B9C32B05-62EA-407A-B21C-2310C7945705}" presName="arc4" presStyleLbl="node1" presStyleIdx="3" presStyleCnt="4"/>
      <dgm:spPr/>
    </dgm:pt>
    <dgm:pt modelId="{FDEBABFB-0FA5-492E-AD49-CDA1A6F25DF6}" type="pres">
      <dgm:prSet presAssocID="{B9C32B05-62EA-407A-B21C-2310C7945705}" presName="parentText3" presStyleLbl="revTx" presStyleIdx="1" presStyleCnt="3">
        <dgm:presLayoutVars>
          <dgm:chMax val="1"/>
          <dgm:chPref val="1"/>
          <dgm:bulletEnabled val="1"/>
        </dgm:presLayoutVars>
      </dgm:prSet>
      <dgm:spPr/>
    </dgm:pt>
    <dgm:pt modelId="{A485AC22-C098-4DFB-B353-B6EE19CB5D3D}" type="pres">
      <dgm:prSet presAssocID="{B9C32B05-62EA-407A-B21C-2310C7945705}" presName="middleComposite" presStyleCnt="0"/>
      <dgm:spPr/>
    </dgm:pt>
    <dgm:pt modelId="{3C2A9B88-23AD-4943-ABDD-E23F5E453ECB}" type="pres">
      <dgm:prSet presAssocID="{6CF284C3-4A70-4432-8F33-E75A802B3330}" presName="circ1" presStyleLbl="vennNode1" presStyleIdx="0" presStyleCnt="7"/>
      <dgm:spPr/>
    </dgm:pt>
    <dgm:pt modelId="{BB6913D4-830D-484C-AB95-4AAF45A8A357}" type="pres">
      <dgm:prSet presAssocID="{6CF284C3-4A70-4432-8F33-E75A802B3330}" presName="circ1Tx" presStyleLbl="revTx" presStyleIdx="1" presStyleCnt="3">
        <dgm:presLayoutVars>
          <dgm:chMax val="0"/>
          <dgm:chPref val="0"/>
        </dgm:presLayoutVars>
      </dgm:prSet>
      <dgm:spPr/>
    </dgm:pt>
    <dgm:pt modelId="{2D3A1DE5-ED90-498D-B57A-4059E6AF480A}" type="pres">
      <dgm:prSet presAssocID="{BE788BF5-FE9F-4C7D-A1CD-9232D7860179}" presName="circ2" presStyleLbl="vennNode1" presStyleIdx="1" presStyleCnt="7"/>
      <dgm:spPr/>
    </dgm:pt>
    <dgm:pt modelId="{54203310-22E1-4040-A911-083BCEA188B6}" type="pres">
      <dgm:prSet presAssocID="{BE788BF5-FE9F-4C7D-A1CD-9232D7860179}" presName="circ2Tx" presStyleLbl="revTx" presStyleIdx="1" presStyleCnt="3">
        <dgm:presLayoutVars>
          <dgm:chMax val="0"/>
          <dgm:chPref val="0"/>
        </dgm:presLayoutVars>
      </dgm:prSet>
      <dgm:spPr/>
    </dgm:pt>
    <dgm:pt modelId="{3E969A8D-0F35-4BE7-B96E-E4D994CFFD21}" type="pres">
      <dgm:prSet presAssocID="{B9C32B05-62EA-407A-B21C-2310C7945705}" presName="leftComposite" presStyleCnt="0"/>
      <dgm:spPr/>
    </dgm:pt>
    <dgm:pt modelId="{058BFD6F-41F7-4777-A1C7-2DDB409EC417}" type="pres">
      <dgm:prSet presAssocID="{8EA7219F-BDB2-48EB-9EEB-3133522D132E}" presName="childText1_1" presStyleLbl="vennNode1" presStyleIdx="2" presStyleCnt="7">
        <dgm:presLayoutVars>
          <dgm:chMax val="0"/>
          <dgm:chPref val="0"/>
        </dgm:presLayoutVars>
      </dgm:prSet>
      <dgm:spPr/>
    </dgm:pt>
    <dgm:pt modelId="{B0996373-92BB-40C0-92BD-2E339DFD0163}" type="pres">
      <dgm:prSet presAssocID="{8EA7219F-BDB2-48EB-9EEB-3133522D132E}" presName="ellipse1" presStyleLbl="vennNode1" presStyleIdx="3" presStyleCnt="7"/>
      <dgm:spPr/>
    </dgm:pt>
    <dgm:pt modelId="{F9D9DDDF-A637-4A20-A3DC-717FE864D4B5}" type="pres">
      <dgm:prSet presAssocID="{8EA7219F-BDB2-48EB-9EEB-3133522D132E}" presName="ellipse2" presStyleLbl="vennNode1" presStyleIdx="4" presStyleCnt="7"/>
      <dgm:spPr/>
    </dgm:pt>
    <dgm:pt modelId="{10C18573-E34C-4D0F-A999-33553DF18B85}" type="pres">
      <dgm:prSet presAssocID="{3AF880A5-0F00-4315-A5DF-1FE656798601}" presName="childText1_2" presStyleLbl="vennNode1" presStyleIdx="5" presStyleCnt="7">
        <dgm:presLayoutVars>
          <dgm:chMax val="0"/>
          <dgm:chPref val="0"/>
        </dgm:presLayoutVars>
      </dgm:prSet>
      <dgm:spPr/>
    </dgm:pt>
    <dgm:pt modelId="{3B034E27-6B74-41EC-A077-C7924EF89C93}" type="pres">
      <dgm:prSet presAssocID="{3AF880A5-0F00-4315-A5DF-1FE656798601}" presName="ellipse3" presStyleLbl="vennNode1" presStyleIdx="6" presStyleCnt="7"/>
      <dgm:spPr/>
    </dgm:pt>
    <dgm:pt modelId="{E053637C-7545-4ECA-ADB3-B6FDC32DC291}" type="pres">
      <dgm:prSet presAssocID="{B9C32B05-62EA-407A-B21C-2310C7945705}" presName="rightChild" presStyleLbl="node2" presStyleIdx="0" presStyleCnt="1">
        <dgm:presLayoutVars>
          <dgm:chMax val="0"/>
          <dgm:chPref val="0"/>
        </dgm:presLayoutVars>
      </dgm:prSet>
      <dgm:spPr/>
    </dgm:pt>
    <dgm:pt modelId="{A5B6A475-5FAD-4A6A-BC6D-F334391391DB}" type="pres">
      <dgm:prSet presAssocID="{B9C32B05-62EA-407A-B21C-2310C7945705}" presName="parentText1" presStyleLbl="revTx" presStyleIdx="2" presStyleCnt="3">
        <dgm:presLayoutVars>
          <dgm:chMax val="4"/>
          <dgm:chPref val="3"/>
          <dgm:bulletEnabled val="1"/>
        </dgm:presLayoutVars>
      </dgm:prSet>
      <dgm:spPr/>
    </dgm:pt>
  </dgm:ptLst>
  <dgm:cxnLst>
    <dgm:cxn modelId="{27697A07-33F9-4BCF-A47C-6B20D5F2521E}" type="presOf" srcId="{6CF284C3-4A70-4432-8F33-E75A802B3330}" destId="{BB6913D4-830D-484C-AB95-4AAF45A8A357}" srcOrd="1" destOrd="0" presId="urn:microsoft.com/office/officeart/2009/3/layout/PhasedProcess"/>
    <dgm:cxn modelId="{94EF2D0F-173C-4F69-AB01-65F4E32BF2EE}" type="presOf" srcId="{F66099B6-DBBD-4AB0-82D2-877B80F846F7}" destId="{08796612-E099-4431-9BE5-AB379FE20B25}" srcOrd="0" destOrd="0" presId="urn:microsoft.com/office/officeart/2009/3/layout/PhasedProcess"/>
    <dgm:cxn modelId="{2AA9C11F-1F1D-428E-801A-47EAA766C99D}" srcId="{B9C32B05-62EA-407A-B21C-2310C7945705}" destId="{42D71409-67F9-455C-8C6D-716D284AAA6B}" srcOrd="0" destOrd="0" parTransId="{51680ED1-AF6E-4B28-AE94-92B0EFB0DF7D}" sibTransId="{478B7D3C-9FB4-4BC6-90AC-49960560DECD}"/>
    <dgm:cxn modelId="{1CB00720-D0CA-4665-9E4E-7A7802649C3A}" type="presOf" srcId="{8EA7219F-BDB2-48EB-9EEB-3133522D132E}" destId="{058BFD6F-41F7-4777-A1C7-2DDB409EC417}" srcOrd="0" destOrd="0" presId="urn:microsoft.com/office/officeart/2009/3/layout/PhasedProcess"/>
    <dgm:cxn modelId="{B4F3EA32-CE64-4A92-9BAE-BC57E5392B05}" srcId="{B9C32B05-62EA-407A-B21C-2310C7945705}" destId="{F66099B6-DBBD-4AB0-82D2-877B80F846F7}" srcOrd="1" destOrd="0" parTransId="{B09C8BFB-F41C-4AC4-AB94-F216E3081C2D}" sibTransId="{BC531B32-9B0E-482E-BF91-65C61F17168D}"/>
    <dgm:cxn modelId="{35013F34-57BC-4E3C-A003-07C0E49926DB}" srcId="{F66099B6-DBBD-4AB0-82D2-877B80F846F7}" destId="{BE788BF5-FE9F-4C7D-A1CD-9232D7860179}" srcOrd="1" destOrd="0" parTransId="{963A52CB-C772-45F2-8A30-8ABA6B14D3CE}" sibTransId="{88191C5E-55BA-42F2-B842-FC86CBBADC0F}"/>
    <dgm:cxn modelId="{E584E739-8539-434A-BD7D-D9407073E801}" type="presOf" srcId="{3AF880A5-0F00-4315-A5DF-1FE656798601}" destId="{10C18573-E34C-4D0F-A999-33553DF18B85}" srcOrd="0" destOrd="0" presId="urn:microsoft.com/office/officeart/2009/3/layout/PhasedProcess"/>
    <dgm:cxn modelId="{4019353B-443B-4DED-AA6C-3C60E18414C7}" srcId="{B9C32B05-62EA-407A-B21C-2310C7945705}" destId="{36045517-CEA4-4BE3-B836-C2B6BFE5649B}" srcOrd="4" destOrd="0" parTransId="{6231A36F-9B04-4B4A-917A-7E163AFFC956}" sibTransId="{BFF3C5ED-87D0-4709-A3B8-A7BF0668006A}"/>
    <dgm:cxn modelId="{F091E13E-CC91-4760-8919-F8E7FA115B30}" srcId="{36045517-CEA4-4BE3-B836-C2B6BFE5649B}" destId="{F64D9B44-8949-42CE-A3F5-920CF85E6D38}" srcOrd="1" destOrd="0" parTransId="{81AB81A4-D793-40B9-964C-9DA3AF17B95D}" sibTransId="{ECDC803C-5DBD-4EEE-A68A-AC8585F1A4EB}"/>
    <dgm:cxn modelId="{96105644-3060-46C7-8100-AA5F4E69F4A9}" type="presOf" srcId="{3CE06941-9820-4827-8B16-CD80CC49F780}" destId="{E053637C-7545-4ECA-ADB3-B6FDC32DC291}" srcOrd="0" destOrd="0" presId="urn:microsoft.com/office/officeart/2009/3/layout/PhasedProcess"/>
    <dgm:cxn modelId="{7F96AC57-2F84-4E8C-AA92-E82865EE63FE}" srcId="{EE62A4F6-4AC4-435B-990E-81A71CE8CAC7}" destId="{386C2B6D-2EE1-4682-AE61-EE246CD54E31}" srcOrd="1" destOrd="0" parTransId="{649D72FB-0D8F-479C-87D1-C73133EF35E2}" sibTransId="{E1C9E6F1-2ED2-4DD8-9B78-28FC1AF5D352}"/>
    <dgm:cxn modelId="{2B98897D-9937-49AC-9FE9-6629E912033A}" srcId="{2A22E84C-3AA3-4E9C-AE5F-9C2FB0D7FB11}" destId="{9ADACFBF-2A78-45C9-A7C4-5E5DBC674760}" srcOrd="0" destOrd="0" parTransId="{E121796C-71AB-4354-A1D4-3BF0025298A5}" sibTransId="{F3FE7E5A-DC73-423B-998C-02943CF263BF}"/>
    <dgm:cxn modelId="{2DC24386-BC50-4BAB-8571-16CB10C2603C}" srcId="{F66099B6-DBBD-4AB0-82D2-877B80F846F7}" destId="{6CF284C3-4A70-4432-8F33-E75A802B3330}" srcOrd="0" destOrd="0" parTransId="{044831E6-2FC9-4DDA-81FB-5FA418568D07}" sibTransId="{CD50B82D-84BB-4747-B282-ABB339EBA294}"/>
    <dgm:cxn modelId="{C99CE395-39F6-46B4-938C-9BF085685D1A}" srcId="{EE62A4F6-4AC4-435B-990E-81A71CE8CAC7}" destId="{3CE06941-9820-4827-8B16-CD80CC49F780}" srcOrd="0" destOrd="0" parTransId="{141A3C92-8966-4E2F-82E4-2E09E22674B2}" sibTransId="{F58FC55B-E61F-445C-956E-0BB2202254CA}"/>
    <dgm:cxn modelId="{7AF91B96-DA69-42D6-83DE-0E63677A4C47}" srcId="{2A22E84C-3AA3-4E9C-AE5F-9C2FB0D7FB11}" destId="{6C39594C-4AE1-4221-9751-E4FBA9469435}" srcOrd="1" destOrd="0" parTransId="{EA90E5E0-265B-4677-A3EF-FCD0DFDF4F41}" sibTransId="{F04E3063-747B-4761-B46E-8C06B2EF3C55}"/>
    <dgm:cxn modelId="{FE1D4399-CE06-4A62-82FB-B120E9A4DE27}" type="presOf" srcId="{BE788BF5-FE9F-4C7D-A1CD-9232D7860179}" destId="{54203310-22E1-4040-A911-083BCEA188B6}" srcOrd="1" destOrd="0" presId="urn:microsoft.com/office/officeart/2009/3/layout/PhasedProcess"/>
    <dgm:cxn modelId="{3A2CECA6-0C5B-46BB-B7C6-7D37E9D210BD}" srcId="{B9C32B05-62EA-407A-B21C-2310C7945705}" destId="{EE62A4F6-4AC4-435B-990E-81A71CE8CAC7}" srcOrd="2" destOrd="0" parTransId="{F287B947-7343-4FA2-B288-B23A59FFAE31}" sibTransId="{389F9A93-0231-4877-8C41-5D5B8DD7AAC0}"/>
    <dgm:cxn modelId="{5F56E5AE-FBC8-4539-9076-64326F6FE40C}" type="presOf" srcId="{42D71409-67F9-455C-8C6D-716D284AAA6B}" destId="{A5B6A475-5FAD-4A6A-BC6D-F334391391DB}" srcOrd="0" destOrd="0" presId="urn:microsoft.com/office/officeart/2009/3/layout/PhasedProcess"/>
    <dgm:cxn modelId="{9C7B3BD6-9EF7-4501-BC20-F07F7AFD75E7}" type="presOf" srcId="{BE788BF5-FE9F-4C7D-A1CD-9232D7860179}" destId="{2D3A1DE5-ED90-498D-B57A-4059E6AF480A}" srcOrd="0" destOrd="0" presId="urn:microsoft.com/office/officeart/2009/3/layout/PhasedProcess"/>
    <dgm:cxn modelId="{5670A7D8-BA42-4857-8679-D269077AD7D7}" srcId="{36045517-CEA4-4BE3-B836-C2B6BFE5649B}" destId="{110CC072-E78D-486A-BD24-8CD6CE5683E0}" srcOrd="0" destOrd="0" parTransId="{EFE20FCA-41FE-42D4-8C71-85751017ADFF}" sibTransId="{C901204A-BC8E-4B62-854A-DFB2104323F5}"/>
    <dgm:cxn modelId="{88C972E2-A877-4111-9B6F-B040D1A530EF}" type="presOf" srcId="{386C2B6D-2EE1-4682-AE61-EE246CD54E31}" destId="{E053637C-7545-4ECA-ADB3-B6FDC32DC291}" srcOrd="0" destOrd="1" presId="urn:microsoft.com/office/officeart/2009/3/layout/PhasedProcess"/>
    <dgm:cxn modelId="{24F8CBE2-5003-4E69-A772-6B98F2B05181}" srcId="{42D71409-67F9-455C-8C6D-716D284AAA6B}" destId="{3AF880A5-0F00-4315-A5DF-1FE656798601}" srcOrd="1" destOrd="0" parTransId="{A13BB1F9-5857-4B43-8BF5-6589AA2CB759}" sibTransId="{C198C41D-2640-4669-83ED-E0CD35701C8E}"/>
    <dgm:cxn modelId="{BEB859E7-C343-408E-86A1-667C27EE5761}" srcId="{B9C32B05-62EA-407A-B21C-2310C7945705}" destId="{2A22E84C-3AA3-4E9C-AE5F-9C2FB0D7FB11}" srcOrd="3" destOrd="0" parTransId="{6C025E55-DF42-4C5D-AFD5-6015FA053D46}" sibTransId="{744EA591-F199-49C2-B63A-82709D96C729}"/>
    <dgm:cxn modelId="{58AD7EEF-D408-406B-87EE-4691D4C30668}" srcId="{42D71409-67F9-455C-8C6D-716D284AAA6B}" destId="{8EA7219F-BDB2-48EB-9EEB-3133522D132E}" srcOrd="0" destOrd="0" parTransId="{3EE8403A-CB7C-4815-85BD-AEBCAEB71B37}" sibTransId="{C94B7947-85DC-4B21-BB99-DF8438356F98}"/>
    <dgm:cxn modelId="{E15649F6-8AC6-4F90-A276-1C6EA51E14F0}" type="presOf" srcId="{EE62A4F6-4AC4-435B-990E-81A71CE8CAC7}" destId="{FDEBABFB-0FA5-492E-AD49-CDA1A6F25DF6}" srcOrd="0" destOrd="0" presId="urn:microsoft.com/office/officeart/2009/3/layout/PhasedProcess"/>
    <dgm:cxn modelId="{126A27F7-C22F-40DA-802A-A421C288DDB2}" type="presOf" srcId="{6CF284C3-4A70-4432-8F33-E75A802B3330}" destId="{3C2A9B88-23AD-4943-ABDD-E23F5E453ECB}" srcOrd="0" destOrd="0" presId="urn:microsoft.com/office/officeart/2009/3/layout/PhasedProcess"/>
    <dgm:cxn modelId="{DE70CBFE-1591-4D74-8C99-15F6070211BD}" type="presOf" srcId="{B9C32B05-62EA-407A-B21C-2310C7945705}" destId="{51A9DE36-F50E-421D-909C-6615876CD2DD}" srcOrd="0" destOrd="0" presId="urn:microsoft.com/office/officeart/2009/3/layout/PhasedProcess"/>
    <dgm:cxn modelId="{AFE569BA-8F67-4251-8A91-989542795BD1}" type="presParOf" srcId="{51A9DE36-F50E-421D-909C-6615876CD2DD}" destId="{8D31421B-FD17-4D79-86AA-9B87F67BC3A1}" srcOrd="0" destOrd="0" presId="urn:microsoft.com/office/officeart/2009/3/layout/PhasedProcess"/>
    <dgm:cxn modelId="{6643362C-49AA-4714-A82F-1E7895FDAD9A}" type="presParOf" srcId="{51A9DE36-F50E-421D-909C-6615876CD2DD}" destId="{95C7B6C5-0509-4199-9EFB-EEA3663BFEE5}" srcOrd="1" destOrd="0" presId="urn:microsoft.com/office/officeart/2009/3/layout/PhasedProcess"/>
    <dgm:cxn modelId="{44BC14DA-FF0C-4955-972B-9426A6E943DF}" type="presParOf" srcId="{51A9DE36-F50E-421D-909C-6615876CD2DD}" destId="{08796612-E099-4431-9BE5-AB379FE20B25}" srcOrd="2" destOrd="0" presId="urn:microsoft.com/office/officeart/2009/3/layout/PhasedProcess"/>
    <dgm:cxn modelId="{22F64958-8579-4FFE-9B43-675306A7C36A}" type="presParOf" srcId="{51A9DE36-F50E-421D-909C-6615876CD2DD}" destId="{FC256647-7996-4DEA-87D3-066D05820130}" srcOrd="3" destOrd="0" presId="urn:microsoft.com/office/officeart/2009/3/layout/PhasedProcess"/>
    <dgm:cxn modelId="{188D66D1-6209-43C5-A592-6F514B97C580}" type="presParOf" srcId="{51A9DE36-F50E-421D-909C-6615876CD2DD}" destId="{95A60688-EE71-476E-A4D7-ECBC60D482AA}" srcOrd="4" destOrd="0" presId="urn:microsoft.com/office/officeart/2009/3/layout/PhasedProcess"/>
    <dgm:cxn modelId="{2FDC02CB-326F-4958-87E4-6656949879A1}" type="presParOf" srcId="{51A9DE36-F50E-421D-909C-6615876CD2DD}" destId="{FDEBABFB-0FA5-492E-AD49-CDA1A6F25DF6}" srcOrd="5" destOrd="0" presId="urn:microsoft.com/office/officeart/2009/3/layout/PhasedProcess"/>
    <dgm:cxn modelId="{73883275-F7C0-4F37-B51B-FF81E63EE350}" type="presParOf" srcId="{51A9DE36-F50E-421D-909C-6615876CD2DD}" destId="{A485AC22-C098-4DFB-B353-B6EE19CB5D3D}" srcOrd="6" destOrd="0" presId="urn:microsoft.com/office/officeart/2009/3/layout/PhasedProcess"/>
    <dgm:cxn modelId="{1E0F8BFE-7F20-415F-A2FC-A5E3E62434E3}" type="presParOf" srcId="{A485AC22-C098-4DFB-B353-B6EE19CB5D3D}" destId="{3C2A9B88-23AD-4943-ABDD-E23F5E453ECB}" srcOrd="0" destOrd="0" presId="urn:microsoft.com/office/officeart/2009/3/layout/PhasedProcess"/>
    <dgm:cxn modelId="{C78400A7-901B-4034-B796-F5CBB439F092}" type="presParOf" srcId="{A485AC22-C098-4DFB-B353-B6EE19CB5D3D}" destId="{BB6913D4-830D-484C-AB95-4AAF45A8A357}" srcOrd="1" destOrd="0" presId="urn:microsoft.com/office/officeart/2009/3/layout/PhasedProcess"/>
    <dgm:cxn modelId="{F80E4CB3-FFE7-475D-955F-333A684C56F2}" type="presParOf" srcId="{A485AC22-C098-4DFB-B353-B6EE19CB5D3D}" destId="{2D3A1DE5-ED90-498D-B57A-4059E6AF480A}" srcOrd="2" destOrd="0" presId="urn:microsoft.com/office/officeart/2009/3/layout/PhasedProcess"/>
    <dgm:cxn modelId="{16B3D156-2AE5-48E5-8D8E-7D03E54DA2DA}" type="presParOf" srcId="{A485AC22-C098-4DFB-B353-B6EE19CB5D3D}" destId="{54203310-22E1-4040-A911-083BCEA188B6}" srcOrd="3" destOrd="0" presId="urn:microsoft.com/office/officeart/2009/3/layout/PhasedProcess"/>
    <dgm:cxn modelId="{AA0FFF6E-3D42-40AE-A929-56E93C483434}" type="presParOf" srcId="{51A9DE36-F50E-421D-909C-6615876CD2DD}" destId="{3E969A8D-0F35-4BE7-B96E-E4D994CFFD21}" srcOrd="7" destOrd="0" presId="urn:microsoft.com/office/officeart/2009/3/layout/PhasedProcess"/>
    <dgm:cxn modelId="{2DE52511-94C8-4CA8-AF69-3E19CF12D2B6}" type="presParOf" srcId="{3E969A8D-0F35-4BE7-B96E-E4D994CFFD21}" destId="{058BFD6F-41F7-4777-A1C7-2DDB409EC417}" srcOrd="0" destOrd="0" presId="urn:microsoft.com/office/officeart/2009/3/layout/PhasedProcess"/>
    <dgm:cxn modelId="{D3C1BEAB-60A8-468D-84E7-A1DD2E98001F}" type="presParOf" srcId="{3E969A8D-0F35-4BE7-B96E-E4D994CFFD21}" destId="{B0996373-92BB-40C0-92BD-2E339DFD0163}" srcOrd="1" destOrd="0" presId="urn:microsoft.com/office/officeart/2009/3/layout/PhasedProcess"/>
    <dgm:cxn modelId="{06506FEC-0BED-4AC1-B0F5-5CCD78A1BA38}" type="presParOf" srcId="{3E969A8D-0F35-4BE7-B96E-E4D994CFFD21}" destId="{F9D9DDDF-A637-4A20-A3DC-717FE864D4B5}" srcOrd="2" destOrd="0" presId="urn:microsoft.com/office/officeart/2009/3/layout/PhasedProcess"/>
    <dgm:cxn modelId="{D990FD07-E01E-4BF5-957A-8CBB350F38B2}" type="presParOf" srcId="{3E969A8D-0F35-4BE7-B96E-E4D994CFFD21}" destId="{10C18573-E34C-4D0F-A999-33553DF18B85}" srcOrd="3" destOrd="0" presId="urn:microsoft.com/office/officeart/2009/3/layout/PhasedProcess"/>
    <dgm:cxn modelId="{22A7C153-74B8-42B2-B7F3-77D118D41B12}" type="presParOf" srcId="{3E969A8D-0F35-4BE7-B96E-E4D994CFFD21}" destId="{3B034E27-6B74-41EC-A077-C7924EF89C93}" srcOrd="4" destOrd="0" presId="urn:microsoft.com/office/officeart/2009/3/layout/PhasedProcess"/>
    <dgm:cxn modelId="{A67E6376-33A3-4C5E-BF89-D0A4EB1D7C85}" type="presParOf" srcId="{51A9DE36-F50E-421D-909C-6615876CD2DD}" destId="{E053637C-7545-4ECA-ADB3-B6FDC32DC291}" srcOrd="8" destOrd="0" presId="urn:microsoft.com/office/officeart/2009/3/layout/PhasedProcess"/>
    <dgm:cxn modelId="{E0A49F1B-A83F-4712-95F9-FC55BF4FB94F}" type="presParOf" srcId="{51A9DE36-F50E-421D-909C-6615876CD2DD}" destId="{A5B6A475-5FAD-4A6A-BC6D-F334391391DB}" srcOrd="9" destOrd="0" presId="urn:microsoft.com/office/officeart/2009/3/layout/PhasedProcess"/>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66.xml><?xml version="1.0" encoding="utf-8"?>
<dgm:dataModel xmlns:dgm="http://schemas.openxmlformats.org/drawingml/2006/diagram" xmlns:a="http://schemas.openxmlformats.org/drawingml/2006/main">
  <dgm:ptLst>
    <dgm:pt modelId="{B9C32B05-62EA-407A-B21C-2310C7945705}" type="doc">
      <dgm:prSet loTypeId="urn:microsoft.com/office/officeart/2009/3/layout/RandomtoResultProcess" loCatId="process"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F66099B6-DBBD-4AB0-82D2-877B80F846F7}">
      <dgm:prSet phldrT="[Text]"/>
      <dgm:spPr/>
      <dgm:t>
        <a:bodyPr/>
        <a:lstStyle/>
        <a:p>
          <a:r>
            <a:rPr lang="en-US" dirty="0"/>
            <a:t>Lorem Ipsum</a:t>
          </a:r>
        </a:p>
      </dgm:t>
    </dgm:pt>
    <dgm:pt modelId="{B09C8BFB-F41C-4AC4-AB94-F216E3081C2D}" type="parTrans" cxnId="{B4F3EA32-CE64-4A92-9BAE-BC57E5392B05}">
      <dgm:prSet/>
      <dgm:spPr/>
      <dgm:t>
        <a:bodyPr/>
        <a:lstStyle/>
        <a:p>
          <a:endParaRPr lang="en-US"/>
        </a:p>
      </dgm:t>
    </dgm:pt>
    <dgm:pt modelId="{BC531B32-9B0E-482E-BF91-65C61F17168D}" type="sibTrans" cxnId="{B4F3EA32-CE64-4A92-9BAE-BC57E5392B05}">
      <dgm:prSet/>
      <dgm:spPr/>
      <dgm:t>
        <a:bodyPr/>
        <a:lstStyle/>
        <a:p>
          <a:endParaRPr lang="en-US"/>
        </a:p>
      </dgm:t>
    </dgm:pt>
    <dgm:pt modelId="{EE62A4F6-4AC4-435B-990E-81A71CE8CAC7}">
      <dgm:prSet phldrT="[Text]"/>
      <dgm:spPr/>
      <dgm:t>
        <a:bodyPr/>
        <a:lstStyle/>
        <a:p>
          <a:r>
            <a:rPr lang="en-US" dirty="0"/>
            <a:t>Lorem Ipsum</a:t>
          </a:r>
        </a:p>
      </dgm:t>
    </dgm:pt>
    <dgm:pt modelId="{F287B947-7343-4FA2-B288-B23A59FFAE31}" type="parTrans" cxnId="{3A2CECA6-0C5B-46BB-B7C6-7D37E9D210BD}">
      <dgm:prSet/>
      <dgm:spPr/>
      <dgm:t>
        <a:bodyPr/>
        <a:lstStyle/>
        <a:p>
          <a:endParaRPr lang="en-US"/>
        </a:p>
      </dgm:t>
    </dgm:pt>
    <dgm:pt modelId="{389F9A93-0231-4877-8C41-5D5B8DD7AAC0}" type="sibTrans" cxnId="{3A2CECA6-0C5B-46BB-B7C6-7D37E9D210BD}">
      <dgm:prSet/>
      <dgm:spPr/>
      <dgm:t>
        <a:bodyPr/>
        <a:lstStyle/>
        <a:p>
          <a:endParaRPr lang="en-US"/>
        </a:p>
      </dgm:t>
    </dgm:pt>
    <dgm:pt modelId="{6CF284C3-4A70-4432-8F33-E75A802B3330}">
      <dgm:prSet/>
      <dgm:spPr/>
      <dgm:t>
        <a:bodyPr/>
        <a:lstStyle/>
        <a:p>
          <a:r>
            <a:rPr lang="en-US" dirty="0"/>
            <a:t>Some text here</a:t>
          </a:r>
        </a:p>
      </dgm:t>
    </dgm:pt>
    <dgm:pt modelId="{044831E6-2FC9-4DDA-81FB-5FA418568D07}" type="parTrans" cxnId="{2DC24386-BC50-4BAB-8571-16CB10C2603C}">
      <dgm:prSet/>
      <dgm:spPr/>
      <dgm:t>
        <a:bodyPr/>
        <a:lstStyle/>
        <a:p>
          <a:endParaRPr lang="en-US"/>
        </a:p>
      </dgm:t>
    </dgm:pt>
    <dgm:pt modelId="{CD50B82D-84BB-4747-B282-ABB339EBA294}" type="sibTrans" cxnId="{2DC24386-BC50-4BAB-8571-16CB10C2603C}">
      <dgm:prSet/>
      <dgm:spPr/>
      <dgm:t>
        <a:bodyPr/>
        <a:lstStyle/>
        <a:p>
          <a:endParaRPr lang="en-US"/>
        </a:p>
      </dgm:t>
    </dgm:pt>
    <dgm:pt modelId="{3AF880A5-0F00-4315-A5DF-1FE656798601}">
      <dgm:prSet phldrT="[Text]"/>
      <dgm:spPr/>
      <dgm:t>
        <a:bodyPr/>
        <a:lstStyle/>
        <a:p>
          <a:r>
            <a:rPr lang="en-US" dirty="0"/>
            <a:t>Some text here</a:t>
          </a:r>
        </a:p>
      </dgm:t>
    </dgm:pt>
    <dgm:pt modelId="{A13BB1F9-5857-4B43-8BF5-6589AA2CB759}" type="parTrans" cxnId="{24F8CBE2-5003-4E69-A772-6B98F2B05181}">
      <dgm:prSet/>
      <dgm:spPr/>
      <dgm:t>
        <a:bodyPr/>
        <a:lstStyle/>
        <a:p>
          <a:endParaRPr lang="en-US"/>
        </a:p>
      </dgm:t>
    </dgm:pt>
    <dgm:pt modelId="{C198C41D-2640-4669-83ED-E0CD35701C8E}" type="sibTrans" cxnId="{24F8CBE2-5003-4E69-A772-6B98F2B05181}">
      <dgm:prSet/>
      <dgm:spPr/>
      <dgm:t>
        <a:bodyPr/>
        <a:lstStyle/>
        <a:p>
          <a:endParaRPr lang="en-US"/>
        </a:p>
      </dgm:t>
    </dgm:pt>
    <dgm:pt modelId="{8EA7219F-BDB2-48EB-9EEB-3133522D132E}">
      <dgm:prSet phldrT="[Text]"/>
      <dgm:spPr/>
      <dgm:t>
        <a:bodyPr/>
        <a:lstStyle/>
        <a:p>
          <a:r>
            <a:rPr lang="en-US" dirty="0"/>
            <a:t>Some text here</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BE788BF5-FE9F-4C7D-A1CD-9232D7860179}">
      <dgm:prSet phldrT="[Text]"/>
      <dgm:spPr/>
      <dgm:t>
        <a:bodyPr/>
        <a:lstStyle/>
        <a:p>
          <a:r>
            <a:rPr lang="en-US"/>
            <a:t>Some text here</a:t>
          </a:r>
          <a:endParaRPr lang="en-US" dirty="0"/>
        </a:p>
      </dgm:t>
    </dgm:pt>
    <dgm:pt modelId="{963A52CB-C772-45F2-8A30-8ABA6B14D3CE}" type="parTrans" cxnId="{35013F34-57BC-4E3C-A003-07C0E49926DB}">
      <dgm:prSet/>
      <dgm:spPr/>
      <dgm:t>
        <a:bodyPr/>
        <a:lstStyle/>
        <a:p>
          <a:endParaRPr lang="en-US"/>
        </a:p>
      </dgm:t>
    </dgm:pt>
    <dgm:pt modelId="{88191C5E-55BA-42F2-B842-FC86CBBADC0F}" type="sibTrans" cxnId="{35013F34-57BC-4E3C-A003-07C0E49926DB}">
      <dgm:prSet/>
      <dgm:spPr/>
      <dgm:t>
        <a:bodyPr/>
        <a:lstStyle/>
        <a:p>
          <a:endParaRPr lang="en-US"/>
        </a:p>
      </dgm:t>
    </dgm:pt>
    <dgm:pt modelId="{3CE06941-9820-4827-8B16-CD80CC49F780}">
      <dgm:prSet phldrT="[Text]"/>
      <dgm:spPr/>
      <dgm:t>
        <a:bodyPr/>
        <a:lstStyle/>
        <a:p>
          <a:r>
            <a:rPr lang="en-US" dirty="0"/>
            <a:t>Some text here</a:t>
          </a:r>
        </a:p>
      </dgm:t>
    </dgm:pt>
    <dgm:pt modelId="{141A3C92-8966-4E2F-82E4-2E09E22674B2}" type="parTrans" cxnId="{C99CE395-39F6-46B4-938C-9BF085685D1A}">
      <dgm:prSet/>
      <dgm:spPr/>
      <dgm:t>
        <a:bodyPr/>
        <a:lstStyle/>
        <a:p>
          <a:endParaRPr lang="en-US"/>
        </a:p>
      </dgm:t>
    </dgm:pt>
    <dgm:pt modelId="{F58FC55B-E61F-445C-956E-0BB2202254CA}" type="sibTrans" cxnId="{C99CE395-39F6-46B4-938C-9BF085685D1A}">
      <dgm:prSet/>
      <dgm:spPr/>
      <dgm:t>
        <a:bodyPr/>
        <a:lstStyle/>
        <a:p>
          <a:endParaRPr lang="en-US"/>
        </a:p>
      </dgm:t>
    </dgm:pt>
    <dgm:pt modelId="{386C2B6D-2EE1-4682-AE61-EE246CD54E31}">
      <dgm:prSet phldrT="[Text]"/>
      <dgm:spPr/>
      <dgm:t>
        <a:bodyPr/>
        <a:lstStyle/>
        <a:p>
          <a:r>
            <a:rPr lang="en-US" dirty="0"/>
            <a:t>Some text here</a:t>
          </a:r>
        </a:p>
      </dgm:t>
    </dgm:pt>
    <dgm:pt modelId="{649D72FB-0D8F-479C-87D1-C73133EF35E2}" type="parTrans" cxnId="{7F96AC57-2F84-4E8C-AA92-E82865EE63FE}">
      <dgm:prSet/>
      <dgm:spPr/>
      <dgm:t>
        <a:bodyPr/>
        <a:lstStyle/>
        <a:p>
          <a:endParaRPr lang="en-US"/>
        </a:p>
      </dgm:t>
    </dgm:pt>
    <dgm:pt modelId="{E1C9E6F1-2ED2-4DD8-9B78-28FC1AF5D352}" type="sibTrans" cxnId="{7F96AC57-2F84-4E8C-AA92-E82865EE63FE}">
      <dgm:prSet/>
      <dgm:spPr/>
      <dgm:t>
        <a:bodyPr/>
        <a:lstStyle/>
        <a:p>
          <a:endParaRPr lang="en-US"/>
        </a:p>
      </dgm:t>
    </dgm:pt>
    <dgm:pt modelId="{2A22E84C-3AA3-4E9C-AE5F-9C2FB0D7FB11}">
      <dgm:prSet phldrT="[Text]"/>
      <dgm:spPr/>
      <dgm:t>
        <a:bodyPr/>
        <a:lstStyle/>
        <a:p>
          <a:r>
            <a:rPr lang="en-US"/>
            <a:t>Lorem Ipsum</a:t>
          </a:r>
          <a:endParaRPr lang="en-US" dirty="0"/>
        </a:p>
      </dgm:t>
    </dgm:pt>
    <dgm:pt modelId="{6C025E55-DF42-4C5D-AFD5-6015FA053D46}" type="parTrans" cxnId="{BEB859E7-C343-408E-86A1-667C27EE5761}">
      <dgm:prSet/>
      <dgm:spPr/>
      <dgm:t>
        <a:bodyPr/>
        <a:lstStyle/>
        <a:p>
          <a:endParaRPr lang="en-US"/>
        </a:p>
      </dgm:t>
    </dgm:pt>
    <dgm:pt modelId="{744EA591-F199-49C2-B63A-82709D96C729}" type="sibTrans" cxnId="{BEB859E7-C343-408E-86A1-667C27EE5761}">
      <dgm:prSet/>
      <dgm:spPr/>
      <dgm:t>
        <a:bodyPr/>
        <a:lstStyle/>
        <a:p>
          <a:endParaRPr lang="en-US"/>
        </a:p>
      </dgm:t>
    </dgm:pt>
    <dgm:pt modelId="{9ADACFBF-2A78-45C9-A7C4-5E5DBC674760}">
      <dgm:prSet phldrT="[Text]"/>
      <dgm:spPr/>
      <dgm:t>
        <a:bodyPr/>
        <a:lstStyle/>
        <a:p>
          <a:r>
            <a:rPr lang="en-US" dirty="0"/>
            <a:t>Some text here</a:t>
          </a:r>
        </a:p>
      </dgm:t>
    </dgm:pt>
    <dgm:pt modelId="{E121796C-71AB-4354-A1D4-3BF0025298A5}" type="parTrans" cxnId="{2B98897D-9937-49AC-9FE9-6629E912033A}">
      <dgm:prSet/>
      <dgm:spPr/>
      <dgm:t>
        <a:bodyPr/>
        <a:lstStyle/>
        <a:p>
          <a:endParaRPr lang="en-US"/>
        </a:p>
      </dgm:t>
    </dgm:pt>
    <dgm:pt modelId="{F3FE7E5A-DC73-423B-998C-02943CF263BF}" type="sibTrans" cxnId="{2B98897D-9937-49AC-9FE9-6629E912033A}">
      <dgm:prSet/>
      <dgm:spPr/>
      <dgm:t>
        <a:bodyPr/>
        <a:lstStyle/>
        <a:p>
          <a:endParaRPr lang="en-US"/>
        </a:p>
      </dgm:t>
    </dgm:pt>
    <dgm:pt modelId="{6C39594C-4AE1-4221-9751-E4FBA9469435}">
      <dgm:prSet phldrT="[Text]"/>
      <dgm:spPr/>
      <dgm:t>
        <a:bodyPr/>
        <a:lstStyle/>
        <a:p>
          <a:r>
            <a:rPr lang="en-US" dirty="0"/>
            <a:t>Some text here</a:t>
          </a:r>
        </a:p>
      </dgm:t>
    </dgm:pt>
    <dgm:pt modelId="{EA90E5E0-265B-4677-A3EF-FCD0DFDF4F41}" type="parTrans" cxnId="{7AF91B96-DA69-42D6-83DE-0E63677A4C47}">
      <dgm:prSet/>
      <dgm:spPr/>
      <dgm:t>
        <a:bodyPr/>
        <a:lstStyle/>
        <a:p>
          <a:endParaRPr lang="en-US"/>
        </a:p>
      </dgm:t>
    </dgm:pt>
    <dgm:pt modelId="{F04E3063-747B-4761-B46E-8C06B2EF3C55}" type="sibTrans" cxnId="{7AF91B96-DA69-42D6-83DE-0E63677A4C47}">
      <dgm:prSet/>
      <dgm:spPr/>
      <dgm:t>
        <a:bodyPr/>
        <a:lstStyle/>
        <a:p>
          <a:endParaRPr lang="en-US"/>
        </a:p>
      </dgm:t>
    </dgm:pt>
    <dgm:pt modelId="{36045517-CEA4-4BE3-B836-C2B6BFE5649B}">
      <dgm:prSet phldrT="[Text]"/>
      <dgm:spPr/>
      <dgm:t>
        <a:bodyPr/>
        <a:lstStyle/>
        <a:p>
          <a:r>
            <a:rPr lang="en-US"/>
            <a:t>Lorem Ipsum</a:t>
          </a:r>
          <a:endParaRPr lang="en-US" dirty="0"/>
        </a:p>
      </dgm:t>
    </dgm:pt>
    <dgm:pt modelId="{6231A36F-9B04-4B4A-917A-7E163AFFC956}" type="parTrans" cxnId="{4019353B-443B-4DED-AA6C-3C60E18414C7}">
      <dgm:prSet/>
      <dgm:spPr/>
      <dgm:t>
        <a:bodyPr/>
        <a:lstStyle/>
        <a:p>
          <a:endParaRPr lang="en-US"/>
        </a:p>
      </dgm:t>
    </dgm:pt>
    <dgm:pt modelId="{BFF3C5ED-87D0-4709-A3B8-A7BF0668006A}" type="sibTrans" cxnId="{4019353B-443B-4DED-AA6C-3C60E18414C7}">
      <dgm:prSet/>
      <dgm:spPr/>
      <dgm:t>
        <a:bodyPr/>
        <a:lstStyle/>
        <a:p>
          <a:endParaRPr lang="en-US"/>
        </a:p>
      </dgm:t>
    </dgm:pt>
    <dgm:pt modelId="{110CC072-E78D-486A-BD24-8CD6CE5683E0}">
      <dgm:prSet phldrT="[Text]"/>
      <dgm:spPr/>
      <dgm:t>
        <a:bodyPr/>
        <a:lstStyle/>
        <a:p>
          <a:r>
            <a:rPr lang="en-US" dirty="0"/>
            <a:t>Some text here</a:t>
          </a:r>
        </a:p>
      </dgm:t>
    </dgm:pt>
    <dgm:pt modelId="{EFE20FCA-41FE-42D4-8C71-85751017ADFF}" type="parTrans" cxnId="{5670A7D8-BA42-4857-8679-D269077AD7D7}">
      <dgm:prSet/>
      <dgm:spPr/>
      <dgm:t>
        <a:bodyPr/>
        <a:lstStyle/>
        <a:p>
          <a:endParaRPr lang="en-US"/>
        </a:p>
      </dgm:t>
    </dgm:pt>
    <dgm:pt modelId="{C901204A-BC8E-4B62-854A-DFB2104323F5}" type="sibTrans" cxnId="{5670A7D8-BA42-4857-8679-D269077AD7D7}">
      <dgm:prSet/>
      <dgm:spPr/>
      <dgm:t>
        <a:bodyPr/>
        <a:lstStyle/>
        <a:p>
          <a:endParaRPr lang="en-US"/>
        </a:p>
      </dgm:t>
    </dgm:pt>
    <dgm:pt modelId="{F64D9B44-8949-42CE-A3F5-920CF85E6D38}">
      <dgm:prSet phldrT="[Text]"/>
      <dgm:spPr/>
      <dgm:t>
        <a:bodyPr/>
        <a:lstStyle/>
        <a:p>
          <a:r>
            <a:rPr lang="en-US" dirty="0"/>
            <a:t>Some text here</a:t>
          </a:r>
        </a:p>
      </dgm:t>
    </dgm:pt>
    <dgm:pt modelId="{81AB81A4-D793-40B9-964C-9DA3AF17B95D}" type="parTrans" cxnId="{F091E13E-CC91-4760-8919-F8E7FA115B30}">
      <dgm:prSet/>
      <dgm:spPr/>
      <dgm:t>
        <a:bodyPr/>
        <a:lstStyle/>
        <a:p>
          <a:endParaRPr lang="en-US"/>
        </a:p>
      </dgm:t>
    </dgm:pt>
    <dgm:pt modelId="{ECDC803C-5DBD-4EEE-A68A-AC8585F1A4EB}" type="sibTrans" cxnId="{F091E13E-CC91-4760-8919-F8E7FA115B30}">
      <dgm:prSet/>
      <dgm:spPr/>
      <dgm:t>
        <a:bodyPr/>
        <a:lstStyle/>
        <a:p>
          <a:endParaRPr lang="en-US"/>
        </a:p>
      </dgm:t>
    </dgm:pt>
    <dgm:pt modelId="{8E717362-E710-4B36-9874-D4330629E822}" type="pres">
      <dgm:prSet presAssocID="{B9C32B05-62EA-407A-B21C-2310C7945705}" presName="Name0" presStyleCnt="0">
        <dgm:presLayoutVars>
          <dgm:dir/>
          <dgm:animOne val="branch"/>
          <dgm:animLvl val="lvl"/>
        </dgm:presLayoutVars>
      </dgm:prSet>
      <dgm:spPr/>
    </dgm:pt>
    <dgm:pt modelId="{7283905F-D1ED-4DE3-AB12-3C530C417C5B}" type="pres">
      <dgm:prSet presAssocID="{42D71409-67F9-455C-8C6D-716D284AAA6B}" presName="chaos" presStyleCnt="0"/>
      <dgm:spPr/>
    </dgm:pt>
    <dgm:pt modelId="{F3D63AEF-0F15-48F0-911A-825B2A481130}" type="pres">
      <dgm:prSet presAssocID="{42D71409-67F9-455C-8C6D-716D284AAA6B}" presName="parTx1" presStyleLbl="revTx" presStyleIdx="0" presStyleCnt="9"/>
      <dgm:spPr/>
    </dgm:pt>
    <dgm:pt modelId="{ED26FAC4-F460-404E-AAED-61D21B84D101}" type="pres">
      <dgm:prSet presAssocID="{42D71409-67F9-455C-8C6D-716D284AAA6B}" presName="desTx1" presStyleLbl="revTx" presStyleIdx="1" presStyleCnt="9">
        <dgm:presLayoutVars>
          <dgm:bulletEnabled val="1"/>
        </dgm:presLayoutVars>
      </dgm:prSet>
      <dgm:spPr/>
    </dgm:pt>
    <dgm:pt modelId="{EE2CFDAD-5D63-4137-8687-BE2B42A87438}" type="pres">
      <dgm:prSet presAssocID="{42D71409-67F9-455C-8C6D-716D284AAA6B}" presName="c1" presStyleLbl="node1" presStyleIdx="0" presStyleCnt="19"/>
      <dgm:spPr/>
    </dgm:pt>
    <dgm:pt modelId="{0FAB50C9-FF75-40E8-A843-A38612BC2B35}" type="pres">
      <dgm:prSet presAssocID="{42D71409-67F9-455C-8C6D-716D284AAA6B}" presName="c2" presStyleLbl="node1" presStyleIdx="1" presStyleCnt="19"/>
      <dgm:spPr/>
    </dgm:pt>
    <dgm:pt modelId="{EAA3FD1A-961D-4FC9-BE4E-1FE6AB4C863F}" type="pres">
      <dgm:prSet presAssocID="{42D71409-67F9-455C-8C6D-716D284AAA6B}" presName="c3" presStyleLbl="node1" presStyleIdx="2" presStyleCnt="19"/>
      <dgm:spPr/>
    </dgm:pt>
    <dgm:pt modelId="{65E6FED6-6F3F-43A8-8659-2B164AF78C20}" type="pres">
      <dgm:prSet presAssocID="{42D71409-67F9-455C-8C6D-716D284AAA6B}" presName="c4" presStyleLbl="node1" presStyleIdx="3" presStyleCnt="19"/>
      <dgm:spPr/>
    </dgm:pt>
    <dgm:pt modelId="{9CCC63D8-666E-44F4-87FA-C01B8C88A464}" type="pres">
      <dgm:prSet presAssocID="{42D71409-67F9-455C-8C6D-716D284AAA6B}" presName="c5" presStyleLbl="node1" presStyleIdx="4" presStyleCnt="19"/>
      <dgm:spPr/>
    </dgm:pt>
    <dgm:pt modelId="{0CB07414-EF33-466B-BD54-7EC1E5A43FE8}" type="pres">
      <dgm:prSet presAssocID="{42D71409-67F9-455C-8C6D-716D284AAA6B}" presName="c6" presStyleLbl="node1" presStyleIdx="5" presStyleCnt="19"/>
      <dgm:spPr/>
    </dgm:pt>
    <dgm:pt modelId="{AE26E5E9-7BC3-4B5F-A327-D7E24D4FDD31}" type="pres">
      <dgm:prSet presAssocID="{42D71409-67F9-455C-8C6D-716D284AAA6B}" presName="c7" presStyleLbl="node1" presStyleIdx="6" presStyleCnt="19"/>
      <dgm:spPr/>
    </dgm:pt>
    <dgm:pt modelId="{A194CC48-292C-4B04-8C93-C9249B1D3820}" type="pres">
      <dgm:prSet presAssocID="{42D71409-67F9-455C-8C6D-716D284AAA6B}" presName="c8" presStyleLbl="node1" presStyleIdx="7" presStyleCnt="19"/>
      <dgm:spPr/>
    </dgm:pt>
    <dgm:pt modelId="{B485A53D-9FDB-49FC-AA85-AC99E0114F5E}" type="pres">
      <dgm:prSet presAssocID="{42D71409-67F9-455C-8C6D-716D284AAA6B}" presName="c9" presStyleLbl="node1" presStyleIdx="8" presStyleCnt="19"/>
      <dgm:spPr/>
    </dgm:pt>
    <dgm:pt modelId="{40675018-B333-4BB3-A19A-0AEB00302155}" type="pres">
      <dgm:prSet presAssocID="{42D71409-67F9-455C-8C6D-716D284AAA6B}" presName="c10" presStyleLbl="node1" presStyleIdx="9" presStyleCnt="19"/>
      <dgm:spPr/>
    </dgm:pt>
    <dgm:pt modelId="{36111FC6-7F5D-45EF-A55A-5F82309CFD98}" type="pres">
      <dgm:prSet presAssocID="{42D71409-67F9-455C-8C6D-716D284AAA6B}" presName="c11" presStyleLbl="node1" presStyleIdx="10" presStyleCnt="19"/>
      <dgm:spPr/>
    </dgm:pt>
    <dgm:pt modelId="{A4DB5ECB-A129-4E16-92A3-2623F7945AF8}" type="pres">
      <dgm:prSet presAssocID="{42D71409-67F9-455C-8C6D-716D284AAA6B}" presName="c12" presStyleLbl="node1" presStyleIdx="11" presStyleCnt="19"/>
      <dgm:spPr/>
    </dgm:pt>
    <dgm:pt modelId="{4253E19C-E363-4091-B635-83B5ABA89BA9}" type="pres">
      <dgm:prSet presAssocID="{42D71409-67F9-455C-8C6D-716D284AAA6B}" presName="c13" presStyleLbl="node1" presStyleIdx="12" presStyleCnt="19"/>
      <dgm:spPr/>
    </dgm:pt>
    <dgm:pt modelId="{7D1FAA53-6475-4A38-90D8-6B3B761F3D3F}" type="pres">
      <dgm:prSet presAssocID="{42D71409-67F9-455C-8C6D-716D284AAA6B}" presName="c14" presStyleLbl="node1" presStyleIdx="13" presStyleCnt="19"/>
      <dgm:spPr/>
    </dgm:pt>
    <dgm:pt modelId="{CFC83675-54A3-4982-A1A3-5644DE2CA553}" type="pres">
      <dgm:prSet presAssocID="{42D71409-67F9-455C-8C6D-716D284AAA6B}" presName="c15" presStyleLbl="node1" presStyleIdx="14" presStyleCnt="19"/>
      <dgm:spPr/>
    </dgm:pt>
    <dgm:pt modelId="{1113EFEF-7A8A-422F-ABDA-C22B0951E6FA}" type="pres">
      <dgm:prSet presAssocID="{42D71409-67F9-455C-8C6D-716D284AAA6B}" presName="c16" presStyleLbl="node1" presStyleIdx="15" presStyleCnt="19"/>
      <dgm:spPr/>
    </dgm:pt>
    <dgm:pt modelId="{0C179EF7-C5B4-4DCE-B7B4-481C8C4B89E3}" type="pres">
      <dgm:prSet presAssocID="{42D71409-67F9-455C-8C6D-716D284AAA6B}" presName="c17" presStyleLbl="node1" presStyleIdx="16" presStyleCnt="19"/>
      <dgm:spPr/>
    </dgm:pt>
    <dgm:pt modelId="{FB7E3F92-3B7C-47CC-880B-5F4F5BD911F1}" type="pres">
      <dgm:prSet presAssocID="{42D71409-67F9-455C-8C6D-716D284AAA6B}" presName="c18" presStyleLbl="node1" presStyleIdx="17" presStyleCnt="19"/>
      <dgm:spPr/>
    </dgm:pt>
    <dgm:pt modelId="{C20548E4-39EF-4039-9810-D5ED5842EE16}" type="pres">
      <dgm:prSet presAssocID="{478B7D3C-9FB4-4BC6-90AC-49960560DECD}" presName="chevronComposite1" presStyleCnt="0"/>
      <dgm:spPr/>
    </dgm:pt>
    <dgm:pt modelId="{30D4179C-361A-48C2-9E3F-FA5E6351086B}" type="pres">
      <dgm:prSet presAssocID="{478B7D3C-9FB4-4BC6-90AC-49960560DECD}" presName="chevron1" presStyleLbl="sibTrans2D1" presStyleIdx="0" presStyleCnt="4"/>
      <dgm:spPr/>
    </dgm:pt>
    <dgm:pt modelId="{3E6E1553-E010-4A00-AC69-1286B95F2005}" type="pres">
      <dgm:prSet presAssocID="{478B7D3C-9FB4-4BC6-90AC-49960560DECD}" presName="spChevron1" presStyleCnt="0"/>
      <dgm:spPr/>
    </dgm:pt>
    <dgm:pt modelId="{9171DC86-F613-4090-AF85-875FD8F48D1F}" type="pres">
      <dgm:prSet presAssocID="{F66099B6-DBBD-4AB0-82D2-877B80F846F7}" presName="middle" presStyleCnt="0"/>
      <dgm:spPr/>
    </dgm:pt>
    <dgm:pt modelId="{573EDDB4-95FA-4E15-9ED4-9735D7CAD42D}" type="pres">
      <dgm:prSet presAssocID="{F66099B6-DBBD-4AB0-82D2-877B80F846F7}" presName="parTxMid" presStyleLbl="revTx" presStyleIdx="2" presStyleCnt="9"/>
      <dgm:spPr/>
    </dgm:pt>
    <dgm:pt modelId="{91822E1E-8012-4ABA-8A2E-C4A53FB7E73D}" type="pres">
      <dgm:prSet presAssocID="{F66099B6-DBBD-4AB0-82D2-877B80F846F7}" presName="desTxMid" presStyleLbl="revTx" presStyleIdx="3" presStyleCnt="9">
        <dgm:presLayoutVars>
          <dgm:bulletEnabled val="1"/>
        </dgm:presLayoutVars>
      </dgm:prSet>
      <dgm:spPr/>
    </dgm:pt>
    <dgm:pt modelId="{4BBE20FD-8986-434E-87D8-9558D07693B8}" type="pres">
      <dgm:prSet presAssocID="{F66099B6-DBBD-4AB0-82D2-877B80F846F7}" presName="spMid" presStyleCnt="0"/>
      <dgm:spPr/>
    </dgm:pt>
    <dgm:pt modelId="{53B2EF6E-EF3A-44C0-BAF3-BD02B179662D}" type="pres">
      <dgm:prSet presAssocID="{BC531B32-9B0E-482E-BF91-65C61F17168D}" presName="chevronComposite1" presStyleCnt="0"/>
      <dgm:spPr/>
    </dgm:pt>
    <dgm:pt modelId="{7F2A3A35-A73B-4A4A-A87C-754D8C7C69E9}" type="pres">
      <dgm:prSet presAssocID="{BC531B32-9B0E-482E-BF91-65C61F17168D}" presName="chevron1" presStyleLbl="sibTrans2D1" presStyleIdx="1" presStyleCnt="4"/>
      <dgm:spPr/>
    </dgm:pt>
    <dgm:pt modelId="{FAD10B4F-6896-4A03-844D-A6404755B843}" type="pres">
      <dgm:prSet presAssocID="{BC531B32-9B0E-482E-BF91-65C61F17168D}" presName="spChevron1" presStyleCnt="0"/>
      <dgm:spPr/>
    </dgm:pt>
    <dgm:pt modelId="{379D4D98-7B78-4BAB-B8FE-0A4068B90047}" type="pres">
      <dgm:prSet presAssocID="{EE62A4F6-4AC4-435B-990E-81A71CE8CAC7}" presName="middle" presStyleCnt="0"/>
      <dgm:spPr/>
    </dgm:pt>
    <dgm:pt modelId="{8EE7EF99-9E68-499F-B7A4-9901B35E9433}" type="pres">
      <dgm:prSet presAssocID="{EE62A4F6-4AC4-435B-990E-81A71CE8CAC7}" presName="parTxMid" presStyleLbl="revTx" presStyleIdx="4" presStyleCnt="9"/>
      <dgm:spPr/>
    </dgm:pt>
    <dgm:pt modelId="{D31920E3-1575-46A2-9C08-1AEABAD3CD8D}" type="pres">
      <dgm:prSet presAssocID="{EE62A4F6-4AC4-435B-990E-81A71CE8CAC7}" presName="desTxMid" presStyleLbl="revTx" presStyleIdx="5" presStyleCnt="9">
        <dgm:presLayoutVars>
          <dgm:bulletEnabled val="1"/>
        </dgm:presLayoutVars>
      </dgm:prSet>
      <dgm:spPr/>
    </dgm:pt>
    <dgm:pt modelId="{343D8CA7-F36B-47FF-A513-0F729ED17EA7}" type="pres">
      <dgm:prSet presAssocID="{EE62A4F6-4AC4-435B-990E-81A71CE8CAC7}" presName="spMid" presStyleCnt="0"/>
      <dgm:spPr/>
    </dgm:pt>
    <dgm:pt modelId="{8D7AFCE9-5927-46C4-9CFE-AA841E051C58}" type="pres">
      <dgm:prSet presAssocID="{389F9A93-0231-4877-8C41-5D5B8DD7AAC0}" presName="chevronComposite1" presStyleCnt="0"/>
      <dgm:spPr/>
    </dgm:pt>
    <dgm:pt modelId="{54F8CDA4-9ABB-43F2-8E56-3C8CF35A9618}" type="pres">
      <dgm:prSet presAssocID="{389F9A93-0231-4877-8C41-5D5B8DD7AAC0}" presName="chevron1" presStyleLbl="sibTrans2D1" presStyleIdx="2" presStyleCnt="4"/>
      <dgm:spPr/>
    </dgm:pt>
    <dgm:pt modelId="{A302D562-B83D-422C-9D2D-71953EA04CE3}" type="pres">
      <dgm:prSet presAssocID="{389F9A93-0231-4877-8C41-5D5B8DD7AAC0}" presName="spChevron1" presStyleCnt="0"/>
      <dgm:spPr/>
    </dgm:pt>
    <dgm:pt modelId="{DED4DE26-FBF5-465A-B430-6EF13A1A1D16}" type="pres">
      <dgm:prSet presAssocID="{2A22E84C-3AA3-4E9C-AE5F-9C2FB0D7FB11}" presName="middle" presStyleCnt="0"/>
      <dgm:spPr/>
    </dgm:pt>
    <dgm:pt modelId="{712670C9-CA68-47E1-8F1C-72AA0C5FA129}" type="pres">
      <dgm:prSet presAssocID="{2A22E84C-3AA3-4E9C-AE5F-9C2FB0D7FB11}" presName="parTxMid" presStyleLbl="revTx" presStyleIdx="6" presStyleCnt="9"/>
      <dgm:spPr/>
    </dgm:pt>
    <dgm:pt modelId="{8E19937D-573B-4A2C-A61C-F2582DF177F1}" type="pres">
      <dgm:prSet presAssocID="{2A22E84C-3AA3-4E9C-AE5F-9C2FB0D7FB11}" presName="desTxMid" presStyleLbl="revTx" presStyleIdx="7" presStyleCnt="9">
        <dgm:presLayoutVars>
          <dgm:bulletEnabled val="1"/>
        </dgm:presLayoutVars>
      </dgm:prSet>
      <dgm:spPr/>
    </dgm:pt>
    <dgm:pt modelId="{6DD7FEE4-D504-436F-9FCA-431DF0B7664D}" type="pres">
      <dgm:prSet presAssocID="{2A22E84C-3AA3-4E9C-AE5F-9C2FB0D7FB11}" presName="spMid" presStyleCnt="0"/>
      <dgm:spPr/>
    </dgm:pt>
    <dgm:pt modelId="{54C4F237-500E-4C7A-AC9F-A35B0820C725}" type="pres">
      <dgm:prSet presAssocID="{744EA591-F199-49C2-B63A-82709D96C729}" presName="chevronComposite1" presStyleCnt="0"/>
      <dgm:spPr/>
    </dgm:pt>
    <dgm:pt modelId="{0673AF07-BCE5-49F3-8266-45CEABC8FB79}" type="pres">
      <dgm:prSet presAssocID="{744EA591-F199-49C2-B63A-82709D96C729}" presName="chevron1" presStyleLbl="sibTrans2D1" presStyleIdx="3" presStyleCnt="4"/>
      <dgm:spPr/>
    </dgm:pt>
    <dgm:pt modelId="{FFE1BA80-9594-4566-9044-3B37531B41CD}" type="pres">
      <dgm:prSet presAssocID="{744EA591-F199-49C2-B63A-82709D96C729}" presName="spChevron1" presStyleCnt="0"/>
      <dgm:spPr/>
    </dgm:pt>
    <dgm:pt modelId="{98829723-0F9D-45C1-B764-5560E0603FA3}" type="pres">
      <dgm:prSet presAssocID="{36045517-CEA4-4BE3-B836-C2B6BFE5649B}" presName="last" presStyleCnt="0"/>
      <dgm:spPr/>
    </dgm:pt>
    <dgm:pt modelId="{FF05CF1A-98D0-43CF-AC29-DDEE61A30AC7}" type="pres">
      <dgm:prSet presAssocID="{36045517-CEA4-4BE3-B836-C2B6BFE5649B}" presName="circleTx" presStyleLbl="node1" presStyleIdx="18" presStyleCnt="19"/>
      <dgm:spPr/>
    </dgm:pt>
    <dgm:pt modelId="{751C3994-79F8-4835-863B-9F9EFC92AA36}" type="pres">
      <dgm:prSet presAssocID="{36045517-CEA4-4BE3-B836-C2B6BFE5649B}" presName="desTxN" presStyleLbl="revTx" presStyleIdx="8" presStyleCnt="9">
        <dgm:presLayoutVars>
          <dgm:bulletEnabled val="1"/>
        </dgm:presLayoutVars>
      </dgm:prSet>
      <dgm:spPr/>
    </dgm:pt>
    <dgm:pt modelId="{1E4CC7DE-0620-41BD-B405-63C81AEF4715}" type="pres">
      <dgm:prSet presAssocID="{36045517-CEA4-4BE3-B836-C2B6BFE5649B}" presName="spN" presStyleCnt="0"/>
      <dgm:spPr/>
    </dgm:pt>
  </dgm:ptLst>
  <dgm:cxnLst>
    <dgm:cxn modelId="{E47D0B07-AD62-4FBB-9F0A-F45911608B66}" type="presOf" srcId="{F66099B6-DBBD-4AB0-82D2-877B80F846F7}" destId="{573EDDB4-95FA-4E15-9ED4-9735D7CAD42D}" srcOrd="0" destOrd="0" presId="urn:microsoft.com/office/officeart/2009/3/layout/RandomtoResultProcess"/>
    <dgm:cxn modelId="{14EAE11B-E43D-4C4E-B710-FA1B1C78C78A}" type="presOf" srcId="{42D71409-67F9-455C-8C6D-716D284AAA6B}" destId="{F3D63AEF-0F15-48F0-911A-825B2A481130}" srcOrd="0" destOrd="0" presId="urn:microsoft.com/office/officeart/2009/3/layout/RandomtoResultProcess"/>
    <dgm:cxn modelId="{2AA9C11F-1F1D-428E-801A-47EAA766C99D}" srcId="{B9C32B05-62EA-407A-B21C-2310C7945705}" destId="{42D71409-67F9-455C-8C6D-716D284AAA6B}" srcOrd="0" destOrd="0" parTransId="{51680ED1-AF6E-4B28-AE94-92B0EFB0DF7D}" sibTransId="{478B7D3C-9FB4-4BC6-90AC-49960560DECD}"/>
    <dgm:cxn modelId="{B4F3EA32-CE64-4A92-9BAE-BC57E5392B05}" srcId="{B9C32B05-62EA-407A-B21C-2310C7945705}" destId="{F66099B6-DBBD-4AB0-82D2-877B80F846F7}" srcOrd="1" destOrd="0" parTransId="{B09C8BFB-F41C-4AC4-AB94-F216E3081C2D}" sibTransId="{BC531B32-9B0E-482E-BF91-65C61F17168D}"/>
    <dgm:cxn modelId="{35013F34-57BC-4E3C-A003-07C0E49926DB}" srcId="{F66099B6-DBBD-4AB0-82D2-877B80F846F7}" destId="{BE788BF5-FE9F-4C7D-A1CD-9232D7860179}" srcOrd="1" destOrd="0" parTransId="{963A52CB-C772-45F2-8A30-8ABA6B14D3CE}" sibTransId="{88191C5E-55BA-42F2-B842-FC86CBBADC0F}"/>
    <dgm:cxn modelId="{4019353B-443B-4DED-AA6C-3C60E18414C7}" srcId="{B9C32B05-62EA-407A-B21C-2310C7945705}" destId="{36045517-CEA4-4BE3-B836-C2B6BFE5649B}" srcOrd="4" destOrd="0" parTransId="{6231A36F-9B04-4B4A-917A-7E163AFFC956}" sibTransId="{BFF3C5ED-87D0-4709-A3B8-A7BF0668006A}"/>
    <dgm:cxn modelId="{F091E13E-CC91-4760-8919-F8E7FA115B30}" srcId="{36045517-CEA4-4BE3-B836-C2B6BFE5649B}" destId="{F64D9B44-8949-42CE-A3F5-920CF85E6D38}" srcOrd="1" destOrd="0" parTransId="{81AB81A4-D793-40B9-964C-9DA3AF17B95D}" sibTransId="{ECDC803C-5DBD-4EEE-A68A-AC8585F1A4EB}"/>
    <dgm:cxn modelId="{3B9E8A41-90DB-4548-BF7F-A066A8FA59C2}" type="presOf" srcId="{BE788BF5-FE9F-4C7D-A1CD-9232D7860179}" destId="{91822E1E-8012-4ABA-8A2E-C4A53FB7E73D}" srcOrd="0" destOrd="1" presId="urn:microsoft.com/office/officeart/2009/3/layout/RandomtoResultProcess"/>
    <dgm:cxn modelId="{683C606C-6D62-45F4-9FB2-6925B051C67B}" type="presOf" srcId="{F64D9B44-8949-42CE-A3F5-920CF85E6D38}" destId="{751C3994-79F8-4835-863B-9F9EFC92AA36}" srcOrd="0" destOrd="1" presId="urn:microsoft.com/office/officeart/2009/3/layout/RandomtoResultProcess"/>
    <dgm:cxn modelId="{28D1BF71-1E1C-4503-A53C-5271784E14F0}" type="presOf" srcId="{6CF284C3-4A70-4432-8F33-E75A802B3330}" destId="{91822E1E-8012-4ABA-8A2E-C4A53FB7E73D}" srcOrd="0" destOrd="0" presId="urn:microsoft.com/office/officeart/2009/3/layout/RandomtoResultProcess"/>
    <dgm:cxn modelId="{47FE6A57-60D7-4517-A466-8D96AA0A00AA}" type="presOf" srcId="{2A22E84C-3AA3-4E9C-AE5F-9C2FB0D7FB11}" destId="{712670C9-CA68-47E1-8F1C-72AA0C5FA129}" srcOrd="0" destOrd="0" presId="urn:microsoft.com/office/officeart/2009/3/layout/RandomtoResultProcess"/>
    <dgm:cxn modelId="{7F96AC57-2F84-4E8C-AA92-E82865EE63FE}" srcId="{EE62A4F6-4AC4-435B-990E-81A71CE8CAC7}" destId="{386C2B6D-2EE1-4682-AE61-EE246CD54E31}" srcOrd="1" destOrd="0" parTransId="{649D72FB-0D8F-479C-87D1-C73133EF35E2}" sibTransId="{E1C9E6F1-2ED2-4DD8-9B78-28FC1AF5D352}"/>
    <dgm:cxn modelId="{318C4E7D-7B58-4D54-8FE2-CC242DDCFC0D}" type="presOf" srcId="{EE62A4F6-4AC4-435B-990E-81A71CE8CAC7}" destId="{8EE7EF99-9E68-499F-B7A4-9901B35E9433}" srcOrd="0" destOrd="0" presId="urn:microsoft.com/office/officeart/2009/3/layout/RandomtoResultProcess"/>
    <dgm:cxn modelId="{2B98897D-9937-49AC-9FE9-6629E912033A}" srcId="{2A22E84C-3AA3-4E9C-AE5F-9C2FB0D7FB11}" destId="{9ADACFBF-2A78-45C9-A7C4-5E5DBC674760}" srcOrd="0" destOrd="0" parTransId="{E121796C-71AB-4354-A1D4-3BF0025298A5}" sibTransId="{F3FE7E5A-DC73-423B-998C-02943CF263BF}"/>
    <dgm:cxn modelId="{2DC24386-BC50-4BAB-8571-16CB10C2603C}" srcId="{F66099B6-DBBD-4AB0-82D2-877B80F846F7}" destId="{6CF284C3-4A70-4432-8F33-E75A802B3330}" srcOrd="0" destOrd="0" parTransId="{044831E6-2FC9-4DDA-81FB-5FA418568D07}" sibTransId="{CD50B82D-84BB-4747-B282-ABB339EBA294}"/>
    <dgm:cxn modelId="{C99CE395-39F6-46B4-938C-9BF085685D1A}" srcId="{EE62A4F6-4AC4-435B-990E-81A71CE8CAC7}" destId="{3CE06941-9820-4827-8B16-CD80CC49F780}" srcOrd="0" destOrd="0" parTransId="{141A3C92-8966-4E2F-82E4-2E09E22674B2}" sibTransId="{F58FC55B-E61F-445C-956E-0BB2202254CA}"/>
    <dgm:cxn modelId="{7AF91B96-DA69-42D6-83DE-0E63677A4C47}" srcId="{2A22E84C-3AA3-4E9C-AE5F-9C2FB0D7FB11}" destId="{6C39594C-4AE1-4221-9751-E4FBA9469435}" srcOrd="1" destOrd="0" parTransId="{EA90E5E0-265B-4677-A3EF-FCD0DFDF4F41}" sibTransId="{F04E3063-747B-4761-B46E-8C06B2EF3C55}"/>
    <dgm:cxn modelId="{3A2CECA6-0C5B-46BB-B7C6-7D37E9D210BD}" srcId="{B9C32B05-62EA-407A-B21C-2310C7945705}" destId="{EE62A4F6-4AC4-435B-990E-81A71CE8CAC7}" srcOrd="2" destOrd="0" parTransId="{F287B947-7343-4FA2-B288-B23A59FFAE31}" sibTransId="{389F9A93-0231-4877-8C41-5D5B8DD7AAC0}"/>
    <dgm:cxn modelId="{8A3DA2BB-EFA3-4ED6-8BA8-2EB31D8D12C5}" type="presOf" srcId="{8EA7219F-BDB2-48EB-9EEB-3133522D132E}" destId="{ED26FAC4-F460-404E-AAED-61D21B84D101}" srcOrd="0" destOrd="0" presId="urn:microsoft.com/office/officeart/2009/3/layout/RandomtoResultProcess"/>
    <dgm:cxn modelId="{D4EFEDC0-7982-4A87-AF10-7A136C7C0C1D}" type="presOf" srcId="{110CC072-E78D-486A-BD24-8CD6CE5683E0}" destId="{751C3994-79F8-4835-863B-9F9EFC92AA36}" srcOrd="0" destOrd="0" presId="urn:microsoft.com/office/officeart/2009/3/layout/RandomtoResultProcess"/>
    <dgm:cxn modelId="{640AB3C6-ED93-4616-A61C-EB080E7B08C8}" type="presOf" srcId="{3CE06941-9820-4827-8B16-CD80CC49F780}" destId="{D31920E3-1575-46A2-9C08-1AEABAD3CD8D}" srcOrd="0" destOrd="0" presId="urn:microsoft.com/office/officeart/2009/3/layout/RandomtoResultProcess"/>
    <dgm:cxn modelId="{C065D8D1-7E22-4239-9FAE-72575242102F}" type="presOf" srcId="{386C2B6D-2EE1-4682-AE61-EE246CD54E31}" destId="{D31920E3-1575-46A2-9C08-1AEABAD3CD8D}" srcOrd="0" destOrd="1" presId="urn:microsoft.com/office/officeart/2009/3/layout/RandomtoResultProcess"/>
    <dgm:cxn modelId="{580D40D4-4800-45A9-96ED-9886CD25AC49}" type="presOf" srcId="{3AF880A5-0F00-4315-A5DF-1FE656798601}" destId="{ED26FAC4-F460-404E-AAED-61D21B84D101}" srcOrd="0" destOrd="1" presId="urn:microsoft.com/office/officeart/2009/3/layout/RandomtoResultProcess"/>
    <dgm:cxn modelId="{CC073CD6-3CF5-4A65-935C-A6CC04ACB72C}" type="presOf" srcId="{B9C32B05-62EA-407A-B21C-2310C7945705}" destId="{8E717362-E710-4B36-9874-D4330629E822}" srcOrd="0" destOrd="0" presId="urn:microsoft.com/office/officeart/2009/3/layout/RandomtoResultProcess"/>
    <dgm:cxn modelId="{5670A7D8-BA42-4857-8679-D269077AD7D7}" srcId="{36045517-CEA4-4BE3-B836-C2B6BFE5649B}" destId="{110CC072-E78D-486A-BD24-8CD6CE5683E0}" srcOrd="0" destOrd="0" parTransId="{EFE20FCA-41FE-42D4-8C71-85751017ADFF}" sibTransId="{C901204A-BC8E-4B62-854A-DFB2104323F5}"/>
    <dgm:cxn modelId="{C626DFDB-CE14-4ED8-A0AC-758319A23501}" type="presOf" srcId="{9ADACFBF-2A78-45C9-A7C4-5E5DBC674760}" destId="{8E19937D-573B-4A2C-A61C-F2582DF177F1}" srcOrd="0" destOrd="0" presId="urn:microsoft.com/office/officeart/2009/3/layout/RandomtoResultProcess"/>
    <dgm:cxn modelId="{D79D10DD-0D87-46A9-8DF0-5C77232F50C2}" type="presOf" srcId="{6C39594C-4AE1-4221-9751-E4FBA9469435}" destId="{8E19937D-573B-4A2C-A61C-F2582DF177F1}" srcOrd="0" destOrd="1" presId="urn:microsoft.com/office/officeart/2009/3/layout/RandomtoResultProcess"/>
    <dgm:cxn modelId="{24F8CBE2-5003-4E69-A772-6B98F2B05181}" srcId="{42D71409-67F9-455C-8C6D-716D284AAA6B}" destId="{3AF880A5-0F00-4315-A5DF-1FE656798601}" srcOrd="1" destOrd="0" parTransId="{A13BB1F9-5857-4B43-8BF5-6589AA2CB759}" sibTransId="{C198C41D-2640-4669-83ED-E0CD35701C8E}"/>
    <dgm:cxn modelId="{BEB859E7-C343-408E-86A1-667C27EE5761}" srcId="{B9C32B05-62EA-407A-B21C-2310C7945705}" destId="{2A22E84C-3AA3-4E9C-AE5F-9C2FB0D7FB11}" srcOrd="3" destOrd="0" parTransId="{6C025E55-DF42-4C5D-AFD5-6015FA053D46}" sibTransId="{744EA591-F199-49C2-B63A-82709D96C729}"/>
    <dgm:cxn modelId="{5B9D1DEC-501D-4682-A0D9-E81D46210F19}" type="presOf" srcId="{36045517-CEA4-4BE3-B836-C2B6BFE5649B}" destId="{FF05CF1A-98D0-43CF-AC29-DDEE61A30AC7}" srcOrd="0" destOrd="0" presId="urn:microsoft.com/office/officeart/2009/3/layout/RandomtoResultProcess"/>
    <dgm:cxn modelId="{58AD7EEF-D408-406B-87EE-4691D4C30668}" srcId="{42D71409-67F9-455C-8C6D-716D284AAA6B}" destId="{8EA7219F-BDB2-48EB-9EEB-3133522D132E}" srcOrd="0" destOrd="0" parTransId="{3EE8403A-CB7C-4815-85BD-AEBCAEB71B37}" sibTransId="{C94B7947-85DC-4B21-BB99-DF8438356F98}"/>
    <dgm:cxn modelId="{2DA6B1F5-4756-44D9-8E0F-C4BF989A913E}" type="presParOf" srcId="{8E717362-E710-4B36-9874-D4330629E822}" destId="{7283905F-D1ED-4DE3-AB12-3C530C417C5B}" srcOrd="0" destOrd="0" presId="urn:microsoft.com/office/officeart/2009/3/layout/RandomtoResultProcess"/>
    <dgm:cxn modelId="{3B55B678-D383-47B7-B09F-7A6BC1EC9CA8}" type="presParOf" srcId="{7283905F-D1ED-4DE3-AB12-3C530C417C5B}" destId="{F3D63AEF-0F15-48F0-911A-825B2A481130}" srcOrd="0" destOrd="0" presId="urn:microsoft.com/office/officeart/2009/3/layout/RandomtoResultProcess"/>
    <dgm:cxn modelId="{849792D8-33DE-479E-A7A6-07B942351C35}" type="presParOf" srcId="{7283905F-D1ED-4DE3-AB12-3C530C417C5B}" destId="{ED26FAC4-F460-404E-AAED-61D21B84D101}" srcOrd="1" destOrd="0" presId="urn:microsoft.com/office/officeart/2009/3/layout/RandomtoResultProcess"/>
    <dgm:cxn modelId="{A91FB59B-1274-465E-B92C-A5F54354CAD1}" type="presParOf" srcId="{7283905F-D1ED-4DE3-AB12-3C530C417C5B}" destId="{EE2CFDAD-5D63-4137-8687-BE2B42A87438}" srcOrd="2" destOrd="0" presId="urn:microsoft.com/office/officeart/2009/3/layout/RandomtoResultProcess"/>
    <dgm:cxn modelId="{752A8581-D1EE-4B8A-8CE3-9AADC2B3698B}" type="presParOf" srcId="{7283905F-D1ED-4DE3-AB12-3C530C417C5B}" destId="{0FAB50C9-FF75-40E8-A843-A38612BC2B35}" srcOrd="3" destOrd="0" presId="urn:microsoft.com/office/officeart/2009/3/layout/RandomtoResultProcess"/>
    <dgm:cxn modelId="{0065E7E4-46EA-4726-B1AD-6E6BDE33C3E9}" type="presParOf" srcId="{7283905F-D1ED-4DE3-AB12-3C530C417C5B}" destId="{EAA3FD1A-961D-4FC9-BE4E-1FE6AB4C863F}" srcOrd="4" destOrd="0" presId="urn:microsoft.com/office/officeart/2009/3/layout/RandomtoResultProcess"/>
    <dgm:cxn modelId="{4A021EF5-811D-4BA0-AC93-8791182B6E39}" type="presParOf" srcId="{7283905F-D1ED-4DE3-AB12-3C530C417C5B}" destId="{65E6FED6-6F3F-43A8-8659-2B164AF78C20}" srcOrd="5" destOrd="0" presId="urn:microsoft.com/office/officeart/2009/3/layout/RandomtoResultProcess"/>
    <dgm:cxn modelId="{58F9CB46-5007-40BC-A63A-C41113727AE6}" type="presParOf" srcId="{7283905F-D1ED-4DE3-AB12-3C530C417C5B}" destId="{9CCC63D8-666E-44F4-87FA-C01B8C88A464}" srcOrd="6" destOrd="0" presId="urn:microsoft.com/office/officeart/2009/3/layout/RandomtoResultProcess"/>
    <dgm:cxn modelId="{B5261A1B-E66A-433C-BE53-3B1898718FDC}" type="presParOf" srcId="{7283905F-D1ED-4DE3-AB12-3C530C417C5B}" destId="{0CB07414-EF33-466B-BD54-7EC1E5A43FE8}" srcOrd="7" destOrd="0" presId="urn:microsoft.com/office/officeart/2009/3/layout/RandomtoResultProcess"/>
    <dgm:cxn modelId="{3EFDF447-E4F5-42D9-AF1D-0C9CCDD5147E}" type="presParOf" srcId="{7283905F-D1ED-4DE3-AB12-3C530C417C5B}" destId="{AE26E5E9-7BC3-4B5F-A327-D7E24D4FDD31}" srcOrd="8" destOrd="0" presId="urn:microsoft.com/office/officeart/2009/3/layout/RandomtoResultProcess"/>
    <dgm:cxn modelId="{B02239A2-8692-43B5-8443-AD8FB2A35B1D}" type="presParOf" srcId="{7283905F-D1ED-4DE3-AB12-3C530C417C5B}" destId="{A194CC48-292C-4B04-8C93-C9249B1D3820}" srcOrd="9" destOrd="0" presId="urn:microsoft.com/office/officeart/2009/3/layout/RandomtoResultProcess"/>
    <dgm:cxn modelId="{B36FE12E-2EBB-4957-9EA0-619820CB15AC}" type="presParOf" srcId="{7283905F-D1ED-4DE3-AB12-3C530C417C5B}" destId="{B485A53D-9FDB-49FC-AA85-AC99E0114F5E}" srcOrd="10" destOrd="0" presId="urn:microsoft.com/office/officeart/2009/3/layout/RandomtoResultProcess"/>
    <dgm:cxn modelId="{7A421C01-A98F-433E-B101-33DEB017DC11}" type="presParOf" srcId="{7283905F-D1ED-4DE3-AB12-3C530C417C5B}" destId="{40675018-B333-4BB3-A19A-0AEB00302155}" srcOrd="11" destOrd="0" presId="urn:microsoft.com/office/officeart/2009/3/layout/RandomtoResultProcess"/>
    <dgm:cxn modelId="{F4CF2605-6B69-43C4-BABE-47031891F406}" type="presParOf" srcId="{7283905F-D1ED-4DE3-AB12-3C530C417C5B}" destId="{36111FC6-7F5D-45EF-A55A-5F82309CFD98}" srcOrd="12" destOrd="0" presId="urn:microsoft.com/office/officeart/2009/3/layout/RandomtoResultProcess"/>
    <dgm:cxn modelId="{40F02D3F-367D-4696-A4A8-8613DD08AA2A}" type="presParOf" srcId="{7283905F-D1ED-4DE3-AB12-3C530C417C5B}" destId="{A4DB5ECB-A129-4E16-92A3-2623F7945AF8}" srcOrd="13" destOrd="0" presId="urn:microsoft.com/office/officeart/2009/3/layout/RandomtoResultProcess"/>
    <dgm:cxn modelId="{648BA0B5-58B4-434F-9CF1-95E9965ECF44}" type="presParOf" srcId="{7283905F-D1ED-4DE3-AB12-3C530C417C5B}" destId="{4253E19C-E363-4091-B635-83B5ABA89BA9}" srcOrd="14" destOrd="0" presId="urn:microsoft.com/office/officeart/2009/3/layout/RandomtoResultProcess"/>
    <dgm:cxn modelId="{008B0212-054B-47B1-98A0-DB61791CAD25}" type="presParOf" srcId="{7283905F-D1ED-4DE3-AB12-3C530C417C5B}" destId="{7D1FAA53-6475-4A38-90D8-6B3B761F3D3F}" srcOrd="15" destOrd="0" presId="urn:microsoft.com/office/officeart/2009/3/layout/RandomtoResultProcess"/>
    <dgm:cxn modelId="{6034CE54-0EB8-4EF4-A695-158A274636C1}" type="presParOf" srcId="{7283905F-D1ED-4DE3-AB12-3C530C417C5B}" destId="{CFC83675-54A3-4982-A1A3-5644DE2CA553}" srcOrd="16" destOrd="0" presId="urn:microsoft.com/office/officeart/2009/3/layout/RandomtoResultProcess"/>
    <dgm:cxn modelId="{8DEA1F16-C228-4725-823E-4D8BEDA070FC}" type="presParOf" srcId="{7283905F-D1ED-4DE3-AB12-3C530C417C5B}" destId="{1113EFEF-7A8A-422F-ABDA-C22B0951E6FA}" srcOrd="17" destOrd="0" presId="urn:microsoft.com/office/officeart/2009/3/layout/RandomtoResultProcess"/>
    <dgm:cxn modelId="{7E969BBC-B2A7-4A42-BC17-28424DCA2A9B}" type="presParOf" srcId="{7283905F-D1ED-4DE3-AB12-3C530C417C5B}" destId="{0C179EF7-C5B4-4DCE-B7B4-481C8C4B89E3}" srcOrd="18" destOrd="0" presId="urn:microsoft.com/office/officeart/2009/3/layout/RandomtoResultProcess"/>
    <dgm:cxn modelId="{9981FBAE-F8F5-4181-85FB-29B9F456B6E1}" type="presParOf" srcId="{7283905F-D1ED-4DE3-AB12-3C530C417C5B}" destId="{FB7E3F92-3B7C-47CC-880B-5F4F5BD911F1}" srcOrd="19" destOrd="0" presId="urn:microsoft.com/office/officeart/2009/3/layout/RandomtoResultProcess"/>
    <dgm:cxn modelId="{F7D0FBDC-E27D-4436-844F-8C4D832D64A6}" type="presParOf" srcId="{8E717362-E710-4B36-9874-D4330629E822}" destId="{C20548E4-39EF-4039-9810-D5ED5842EE16}" srcOrd="1" destOrd="0" presId="urn:microsoft.com/office/officeart/2009/3/layout/RandomtoResultProcess"/>
    <dgm:cxn modelId="{160F2C7C-4033-422A-85E0-CD47578E7398}" type="presParOf" srcId="{C20548E4-39EF-4039-9810-D5ED5842EE16}" destId="{30D4179C-361A-48C2-9E3F-FA5E6351086B}" srcOrd="0" destOrd="0" presId="urn:microsoft.com/office/officeart/2009/3/layout/RandomtoResultProcess"/>
    <dgm:cxn modelId="{8EA44BBB-580E-4B35-8B37-4DAD31631389}" type="presParOf" srcId="{C20548E4-39EF-4039-9810-D5ED5842EE16}" destId="{3E6E1553-E010-4A00-AC69-1286B95F2005}" srcOrd="1" destOrd="0" presId="urn:microsoft.com/office/officeart/2009/3/layout/RandomtoResultProcess"/>
    <dgm:cxn modelId="{3D236028-EC4D-40ED-AE0E-E09B38260C3A}" type="presParOf" srcId="{8E717362-E710-4B36-9874-D4330629E822}" destId="{9171DC86-F613-4090-AF85-875FD8F48D1F}" srcOrd="2" destOrd="0" presId="urn:microsoft.com/office/officeart/2009/3/layout/RandomtoResultProcess"/>
    <dgm:cxn modelId="{941930B6-7640-4AA5-AB84-B673DAF69365}" type="presParOf" srcId="{9171DC86-F613-4090-AF85-875FD8F48D1F}" destId="{573EDDB4-95FA-4E15-9ED4-9735D7CAD42D}" srcOrd="0" destOrd="0" presId="urn:microsoft.com/office/officeart/2009/3/layout/RandomtoResultProcess"/>
    <dgm:cxn modelId="{04038C2F-FF45-4048-80B9-956AC6C8EDEB}" type="presParOf" srcId="{9171DC86-F613-4090-AF85-875FD8F48D1F}" destId="{91822E1E-8012-4ABA-8A2E-C4A53FB7E73D}" srcOrd="1" destOrd="0" presId="urn:microsoft.com/office/officeart/2009/3/layout/RandomtoResultProcess"/>
    <dgm:cxn modelId="{8B5BE7A1-7BAB-4669-8388-B0B78E2548DC}" type="presParOf" srcId="{9171DC86-F613-4090-AF85-875FD8F48D1F}" destId="{4BBE20FD-8986-434E-87D8-9558D07693B8}" srcOrd="2" destOrd="0" presId="urn:microsoft.com/office/officeart/2009/3/layout/RandomtoResultProcess"/>
    <dgm:cxn modelId="{B476FECC-9F12-44FE-A39B-7AFEBEC3735A}" type="presParOf" srcId="{8E717362-E710-4B36-9874-D4330629E822}" destId="{53B2EF6E-EF3A-44C0-BAF3-BD02B179662D}" srcOrd="3" destOrd="0" presId="urn:microsoft.com/office/officeart/2009/3/layout/RandomtoResultProcess"/>
    <dgm:cxn modelId="{58D02B0A-68BA-4984-8DE9-2122A6FC7494}" type="presParOf" srcId="{53B2EF6E-EF3A-44C0-BAF3-BD02B179662D}" destId="{7F2A3A35-A73B-4A4A-A87C-754D8C7C69E9}" srcOrd="0" destOrd="0" presId="urn:microsoft.com/office/officeart/2009/3/layout/RandomtoResultProcess"/>
    <dgm:cxn modelId="{8075E1BB-E59D-4DB8-8906-32FBC6718112}" type="presParOf" srcId="{53B2EF6E-EF3A-44C0-BAF3-BD02B179662D}" destId="{FAD10B4F-6896-4A03-844D-A6404755B843}" srcOrd="1" destOrd="0" presId="urn:microsoft.com/office/officeart/2009/3/layout/RandomtoResultProcess"/>
    <dgm:cxn modelId="{07C6AC0B-DD53-455A-8213-4C69D7EE3431}" type="presParOf" srcId="{8E717362-E710-4B36-9874-D4330629E822}" destId="{379D4D98-7B78-4BAB-B8FE-0A4068B90047}" srcOrd="4" destOrd="0" presId="urn:microsoft.com/office/officeart/2009/3/layout/RandomtoResultProcess"/>
    <dgm:cxn modelId="{6CAC4171-9D11-4094-A19E-88A23EF7A44D}" type="presParOf" srcId="{379D4D98-7B78-4BAB-B8FE-0A4068B90047}" destId="{8EE7EF99-9E68-499F-B7A4-9901B35E9433}" srcOrd="0" destOrd="0" presId="urn:microsoft.com/office/officeart/2009/3/layout/RandomtoResultProcess"/>
    <dgm:cxn modelId="{24C3364D-E2E3-4221-9095-8EE14C1BA47B}" type="presParOf" srcId="{379D4D98-7B78-4BAB-B8FE-0A4068B90047}" destId="{D31920E3-1575-46A2-9C08-1AEABAD3CD8D}" srcOrd="1" destOrd="0" presId="urn:microsoft.com/office/officeart/2009/3/layout/RandomtoResultProcess"/>
    <dgm:cxn modelId="{7356419A-F91D-477A-8631-8FCD16641B3D}" type="presParOf" srcId="{379D4D98-7B78-4BAB-B8FE-0A4068B90047}" destId="{343D8CA7-F36B-47FF-A513-0F729ED17EA7}" srcOrd="2" destOrd="0" presId="urn:microsoft.com/office/officeart/2009/3/layout/RandomtoResultProcess"/>
    <dgm:cxn modelId="{BE1B3975-B685-43EE-A1B9-A8CB072A1C50}" type="presParOf" srcId="{8E717362-E710-4B36-9874-D4330629E822}" destId="{8D7AFCE9-5927-46C4-9CFE-AA841E051C58}" srcOrd="5" destOrd="0" presId="urn:microsoft.com/office/officeart/2009/3/layout/RandomtoResultProcess"/>
    <dgm:cxn modelId="{F08C6C42-7F50-4E30-AAF6-ACC17C94595E}" type="presParOf" srcId="{8D7AFCE9-5927-46C4-9CFE-AA841E051C58}" destId="{54F8CDA4-9ABB-43F2-8E56-3C8CF35A9618}" srcOrd="0" destOrd="0" presId="urn:microsoft.com/office/officeart/2009/3/layout/RandomtoResultProcess"/>
    <dgm:cxn modelId="{EE04F6A1-3D49-4999-8B3A-B6C4E34C19BA}" type="presParOf" srcId="{8D7AFCE9-5927-46C4-9CFE-AA841E051C58}" destId="{A302D562-B83D-422C-9D2D-71953EA04CE3}" srcOrd="1" destOrd="0" presId="urn:microsoft.com/office/officeart/2009/3/layout/RandomtoResultProcess"/>
    <dgm:cxn modelId="{08370A9F-3261-4008-AA62-6BC3793C6C13}" type="presParOf" srcId="{8E717362-E710-4B36-9874-D4330629E822}" destId="{DED4DE26-FBF5-465A-B430-6EF13A1A1D16}" srcOrd="6" destOrd="0" presId="urn:microsoft.com/office/officeart/2009/3/layout/RandomtoResultProcess"/>
    <dgm:cxn modelId="{18504EE9-7898-4FE0-820E-6A1E03F938CF}" type="presParOf" srcId="{DED4DE26-FBF5-465A-B430-6EF13A1A1D16}" destId="{712670C9-CA68-47E1-8F1C-72AA0C5FA129}" srcOrd="0" destOrd="0" presId="urn:microsoft.com/office/officeart/2009/3/layout/RandomtoResultProcess"/>
    <dgm:cxn modelId="{AF40E621-9A33-4C5A-AD22-FD5E178A1CF0}" type="presParOf" srcId="{DED4DE26-FBF5-465A-B430-6EF13A1A1D16}" destId="{8E19937D-573B-4A2C-A61C-F2582DF177F1}" srcOrd="1" destOrd="0" presId="urn:microsoft.com/office/officeart/2009/3/layout/RandomtoResultProcess"/>
    <dgm:cxn modelId="{D9456906-2F95-4EA5-B8F4-01CC440843A5}" type="presParOf" srcId="{DED4DE26-FBF5-465A-B430-6EF13A1A1D16}" destId="{6DD7FEE4-D504-436F-9FCA-431DF0B7664D}" srcOrd="2" destOrd="0" presId="urn:microsoft.com/office/officeart/2009/3/layout/RandomtoResultProcess"/>
    <dgm:cxn modelId="{8903AD9A-D98E-4D31-814A-2D7FE4391266}" type="presParOf" srcId="{8E717362-E710-4B36-9874-D4330629E822}" destId="{54C4F237-500E-4C7A-AC9F-A35B0820C725}" srcOrd="7" destOrd="0" presId="urn:microsoft.com/office/officeart/2009/3/layout/RandomtoResultProcess"/>
    <dgm:cxn modelId="{073BC9DD-5CDE-4748-B98D-9B7A17376517}" type="presParOf" srcId="{54C4F237-500E-4C7A-AC9F-A35B0820C725}" destId="{0673AF07-BCE5-49F3-8266-45CEABC8FB79}" srcOrd="0" destOrd="0" presId="urn:microsoft.com/office/officeart/2009/3/layout/RandomtoResultProcess"/>
    <dgm:cxn modelId="{B62BB8C4-7897-4183-91DF-844202C17A80}" type="presParOf" srcId="{54C4F237-500E-4C7A-AC9F-A35B0820C725}" destId="{FFE1BA80-9594-4566-9044-3B37531B41CD}" srcOrd="1" destOrd="0" presId="urn:microsoft.com/office/officeart/2009/3/layout/RandomtoResultProcess"/>
    <dgm:cxn modelId="{49F44CD7-0894-47E1-A8BA-DEA10781A04E}" type="presParOf" srcId="{8E717362-E710-4B36-9874-D4330629E822}" destId="{98829723-0F9D-45C1-B764-5560E0603FA3}" srcOrd="8" destOrd="0" presId="urn:microsoft.com/office/officeart/2009/3/layout/RandomtoResultProcess"/>
    <dgm:cxn modelId="{343413DC-1628-4DEC-AE03-AF23CE6DD0CA}" type="presParOf" srcId="{98829723-0F9D-45C1-B764-5560E0603FA3}" destId="{FF05CF1A-98D0-43CF-AC29-DDEE61A30AC7}" srcOrd="0" destOrd="0" presId="urn:microsoft.com/office/officeart/2009/3/layout/RandomtoResultProcess"/>
    <dgm:cxn modelId="{A08F5FF1-87B3-44F7-8181-3BCE298FB047}" type="presParOf" srcId="{98829723-0F9D-45C1-B764-5560E0603FA3}" destId="{751C3994-79F8-4835-863B-9F9EFC92AA36}" srcOrd="1" destOrd="0" presId="urn:microsoft.com/office/officeart/2009/3/layout/RandomtoResultProcess"/>
    <dgm:cxn modelId="{228FDA79-0D5D-423F-B482-188FDF185AB6}" type="presParOf" srcId="{98829723-0F9D-45C1-B764-5560E0603FA3}" destId="{1E4CC7DE-0620-41BD-B405-63C81AEF4715}" srcOrd="2" destOrd="0" presId="urn:microsoft.com/office/officeart/2009/3/layout/RandomtoResultProcess"/>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67.xml><?xml version="1.0" encoding="utf-8"?>
<dgm:dataModel xmlns:dgm="http://schemas.openxmlformats.org/drawingml/2006/diagram" xmlns:a="http://schemas.openxmlformats.org/drawingml/2006/main">
  <dgm:ptLst>
    <dgm:pt modelId="{B9C32B05-62EA-407A-B21C-2310C7945705}" type="doc">
      <dgm:prSet loTypeId="urn:microsoft.com/office/officeart/2005/8/layout/process2" loCatId="process"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F66099B6-DBBD-4AB0-82D2-877B80F846F7}">
      <dgm:prSet phldrT="[Text]"/>
      <dgm:spPr/>
      <dgm:t>
        <a:bodyPr/>
        <a:lstStyle/>
        <a:p>
          <a:r>
            <a:rPr lang="en-US" dirty="0"/>
            <a:t>Lorem Ipsum</a:t>
          </a:r>
        </a:p>
      </dgm:t>
    </dgm:pt>
    <dgm:pt modelId="{B09C8BFB-F41C-4AC4-AB94-F216E3081C2D}" type="parTrans" cxnId="{B4F3EA32-CE64-4A92-9BAE-BC57E5392B05}">
      <dgm:prSet/>
      <dgm:spPr/>
      <dgm:t>
        <a:bodyPr/>
        <a:lstStyle/>
        <a:p>
          <a:endParaRPr lang="en-US"/>
        </a:p>
      </dgm:t>
    </dgm:pt>
    <dgm:pt modelId="{BC531B32-9B0E-482E-BF91-65C61F17168D}" type="sibTrans" cxnId="{B4F3EA32-CE64-4A92-9BAE-BC57E5392B05}">
      <dgm:prSet/>
      <dgm:spPr/>
      <dgm:t>
        <a:bodyPr/>
        <a:lstStyle/>
        <a:p>
          <a:endParaRPr lang="en-US"/>
        </a:p>
      </dgm:t>
    </dgm:pt>
    <dgm:pt modelId="{EE62A4F6-4AC4-435B-990E-81A71CE8CAC7}">
      <dgm:prSet phldrT="[Text]"/>
      <dgm:spPr/>
      <dgm:t>
        <a:bodyPr/>
        <a:lstStyle/>
        <a:p>
          <a:r>
            <a:rPr lang="en-US" dirty="0"/>
            <a:t>Lorem Ipsum</a:t>
          </a:r>
        </a:p>
      </dgm:t>
    </dgm:pt>
    <dgm:pt modelId="{F287B947-7343-4FA2-B288-B23A59FFAE31}" type="parTrans" cxnId="{3A2CECA6-0C5B-46BB-B7C6-7D37E9D210BD}">
      <dgm:prSet/>
      <dgm:spPr/>
      <dgm:t>
        <a:bodyPr/>
        <a:lstStyle/>
        <a:p>
          <a:endParaRPr lang="en-US"/>
        </a:p>
      </dgm:t>
    </dgm:pt>
    <dgm:pt modelId="{389F9A93-0231-4877-8C41-5D5B8DD7AAC0}" type="sibTrans" cxnId="{3A2CECA6-0C5B-46BB-B7C6-7D37E9D210BD}">
      <dgm:prSet/>
      <dgm:spPr/>
      <dgm:t>
        <a:bodyPr/>
        <a:lstStyle/>
        <a:p>
          <a:endParaRPr lang="en-US"/>
        </a:p>
      </dgm:t>
    </dgm:pt>
    <dgm:pt modelId="{6CF284C3-4A70-4432-8F33-E75A802B3330}">
      <dgm:prSet/>
      <dgm:spPr/>
      <dgm:t>
        <a:bodyPr/>
        <a:lstStyle/>
        <a:p>
          <a:r>
            <a:rPr lang="en-US" dirty="0"/>
            <a:t>Some text here</a:t>
          </a:r>
        </a:p>
      </dgm:t>
    </dgm:pt>
    <dgm:pt modelId="{044831E6-2FC9-4DDA-81FB-5FA418568D07}" type="parTrans" cxnId="{2DC24386-BC50-4BAB-8571-16CB10C2603C}">
      <dgm:prSet/>
      <dgm:spPr/>
      <dgm:t>
        <a:bodyPr/>
        <a:lstStyle/>
        <a:p>
          <a:endParaRPr lang="en-US"/>
        </a:p>
      </dgm:t>
    </dgm:pt>
    <dgm:pt modelId="{CD50B82D-84BB-4747-B282-ABB339EBA294}" type="sibTrans" cxnId="{2DC24386-BC50-4BAB-8571-16CB10C2603C}">
      <dgm:prSet/>
      <dgm:spPr/>
      <dgm:t>
        <a:bodyPr/>
        <a:lstStyle/>
        <a:p>
          <a:endParaRPr lang="en-US"/>
        </a:p>
      </dgm:t>
    </dgm:pt>
    <dgm:pt modelId="{3AF880A5-0F00-4315-A5DF-1FE656798601}">
      <dgm:prSet phldrT="[Text]"/>
      <dgm:spPr/>
      <dgm:t>
        <a:bodyPr/>
        <a:lstStyle/>
        <a:p>
          <a:r>
            <a:rPr lang="en-US" dirty="0"/>
            <a:t>Some text here</a:t>
          </a:r>
        </a:p>
      </dgm:t>
    </dgm:pt>
    <dgm:pt modelId="{A13BB1F9-5857-4B43-8BF5-6589AA2CB759}" type="parTrans" cxnId="{24F8CBE2-5003-4E69-A772-6B98F2B05181}">
      <dgm:prSet/>
      <dgm:spPr/>
      <dgm:t>
        <a:bodyPr/>
        <a:lstStyle/>
        <a:p>
          <a:endParaRPr lang="en-US"/>
        </a:p>
      </dgm:t>
    </dgm:pt>
    <dgm:pt modelId="{C198C41D-2640-4669-83ED-E0CD35701C8E}" type="sibTrans" cxnId="{24F8CBE2-5003-4E69-A772-6B98F2B05181}">
      <dgm:prSet/>
      <dgm:spPr/>
      <dgm:t>
        <a:bodyPr/>
        <a:lstStyle/>
        <a:p>
          <a:endParaRPr lang="en-US"/>
        </a:p>
      </dgm:t>
    </dgm:pt>
    <dgm:pt modelId="{8EA7219F-BDB2-48EB-9EEB-3133522D132E}">
      <dgm:prSet phldrT="[Text]"/>
      <dgm:spPr/>
      <dgm:t>
        <a:bodyPr/>
        <a:lstStyle/>
        <a:p>
          <a:r>
            <a:rPr lang="en-US" dirty="0"/>
            <a:t>Some text here</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BE788BF5-FE9F-4C7D-A1CD-9232D7860179}">
      <dgm:prSet phldrT="[Text]"/>
      <dgm:spPr/>
      <dgm:t>
        <a:bodyPr/>
        <a:lstStyle/>
        <a:p>
          <a:r>
            <a:rPr lang="en-US"/>
            <a:t>Some text here</a:t>
          </a:r>
          <a:endParaRPr lang="en-US" dirty="0"/>
        </a:p>
      </dgm:t>
    </dgm:pt>
    <dgm:pt modelId="{963A52CB-C772-45F2-8A30-8ABA6B14D3CE}" type="parTrans" cxnId="{35013F34-57BC-4E3C-A003-07C0E49926DB}">
      <dgm:prSet/>
      <dgm:spPr/>
      <dgm:t>
        <a:bodyPr/>
        <a:lstStyle/>
        <a:p>
          <a:endParaRPr lang="en-US"/>
        </a:p>
      </dgm:t>
    </dgm:pt>
    <dgm:pt modelId="{88191C5E-55BA-42F2-B842-FC86CBBADC0F}" type="sibTrans" cxnId="{35013F34-57BC-4E3C-A003-07C0E49926DB}">
      <dgm:prSet/>
      <dgm:spPr/>
      <dgm:t>
        <a:bodyPr/>
        <a:lstStyle/>
        <a:p>
          <a:endParaRPr lang="en-US"/>
        </a:p>
      </dgm:t>
    </dgm:pt>
    <dgm:pt modelId="{3CE06941-9820-4827-8B16-CD80CC49F780}">
      <dgm:prSet phldrT="[Text]"/>
      <dgm:spPr/>
      <dgm:t>
        <a:bodyPr/>
        <a:lstStyle/>
        <a:p>
          <a:r>
            <a:rPr lang="en-US" dirty="0"/>
            <a:t>Some text here</a:t>
          </a:r>
        </a:p>
      </dgm:t>
    </dgm:pt>
    <dgm:pt modelId="{141A3C92-8966-4E2F-82E4-2E09E22674B2}" type="parTrans" cxnId="{C99CE395-39F6-46B4-938C-9BF085685D1A}">
      <dgm:prSet/>
      <dgm:spPr/>
      <dgm:t>
        <a:bodyPr/>
        <a:lstStyle/>
        <a:p>
          <a:endParaRPr lang="en-US"/>
        </a:p>
      </dgm:t>
    </dgm:pt>
    <dgm:pt modelId="{F58FC55B-E61F-445C-956E-0BB2202254CA}" type="sibTrans" cxnId="{C99CE395-39F6-46B4-938C-9BF085685D1A}">
      <dgm:prSet/>
      <dgm:spPr/>
      <dgm:t>
        <a:bodyPr/>
        <a:lstStyle/>
        <a:p>
          <a:endParaRPr lang="en-US"/>
        </a:p>
      </dgm:t>
    </dgm:pt>
    <dgm:pt modelId="{386C2B6D-2EE1-4682-AE61-EE246CD54E31}">
      <dgm:prSet phldrT="[Text]"/>
      <dgm:spPr/>
      <dgm:t>
        <a:bodyPr/>
        <a:lstStyle/>
        <a:p>
          <a:r>
            <a:rPr lang="en-US" dirty="0"/>
            <a:t>Some text here</a:t>
          </a:r>
        </a:p>
      </dgm:t>
    </dgm:pt>
    <dgm:pt modelId="{649D72FB-0D8F-479C-87D1-C73133EF35E2}" type="parTrans" cxnId="{7F96AC57-2F84-4E8C-AA92-E82865EE63FE}">
      <dgm:prSet/>
      <dgm:spPr/>
      <dgm:t>
        <a:bodyPr/>
        <a:lstStyle/>
        <a:p>
          <a:endParaRPr lang="en-US"/>
        </a:p>
      </dgm:t>
    </dgm:pt>
    <dgm:pt modelId="{E1C9E6F1-2ED2-4DD8-9B78-28FC1AF5D352}" type="sibTrans" cxnId="{7F96AC57-2F84-4E8C-AA92-E82865EE63FE}">
      <dgm:prSet/>
      <dgm:spPr/>
      <dgm:t>
        <a:bodyPr/>
        <a:lstStyle/>
        <a:p>
          <a:endParaRPr lang="en-US"/>
        </a:p>
      </dgm:t>
    </dgm:pt>
    <dgm:pt modelId="{2A22E84C-3AA3-4E9C-AE5F-9C2FB0D7FB11}">
      <dgm:prSet phldrT="[Text]"/>
      <dgm:spPr/>
      <dgm:t>
        <a:bodyPr/>
        <a:lstStyle/>
        <a:p>
          <a:r>
            <a:rPr lang="en-US"/>
            <a:t>Lorem Ipsum</a:t>
          </a:r>
          <a:endParaRPr lang="en-US" dirty="0"/>
        </a:p>
      </dgm:t>
    </dgm:pt>
    <dgm:pt modelId="{6C025E55-DF42-4C5D-AFD5-6015FA053D46}" type="parTrans" cxnId="{BEB859E7-C343-408E-86A1-667C27EE5761}">
      <dgm:prSet/>
      <dgm:spPr/>
      <dgm:t>
        <a:bodyPr/>
        <a:lstStyle/>
        <a:p>
          <a:endParaRPr lang="en-US"/>
        </a:p>
      </dgm:t>
    </dgm:pt>
    <dgm:pt modelId="{744EA591-F199-49C2-B63A-82709D96C729}" type="sibTrans" cxnId="{BEB859E7-C343-408E-86A1-667C27EE5761}">
      <dgm:prSet/>
      <dgm:spPr/>
      <dgm:t>
        <a:bodyPr/>
        <a:lstStyle/>
        <a:p>
          <a:endParaRPr lang="en-US"/>
        </a:p>
      </dgm:t>
    </dgm:pt>
    <dgm:pt modelId="{9ADACFBF-2A78-45C9-A7C4-5E5DBC674760}">
      <dgm:prSet phldrT="[Text]"/>
      <dgm:spPr/>
      <dgm:t>
        <a:bodyPr/>
        <a:lstStyle/>
        <a:p>
          <a:r>
            <a:rPr lang="en-US" dirty="0"/>
            <a:t>Some text here</a:t>
          </a:r>
        </a:p>
      </dgm:t>
    </dgm:pt>
    <dgm:pt modelId="{E121796C-71AB-4354-A1D4-3BF0025298A5}" type="parTrans" cxnId="{2B98897D-9937-49AC-9FE9-6629E912033A}">
      <dgm:prSet/>
      <dgm:spPr/>
      <dgm:t>
        <a:bodyPr/>
        <a:lstStyle/>
        <a:p>
          <a:endParaRPr lang="en-US"/>
        </a:p>
      </dgm:t>
    </dgm:pt>
    <dgm:pt modelId="{F3FE7E5A-DC73-423B-998C-02943CF263BF}" type="sibTrans" cxnId="{2B98897D-9937-49AC-9FE9-6629E912033A}">
      <dgm:prSet/>
      <dgm:spPr/>
      <dgm:t>
        <a:bodyPr/>
        <a:lstStyle/>
        <a:p>
          <a:endParaRPr lang="en-US"/>
        </a:p>
      </dgm:t>
    </dgm:pt>
    <dgm:pt modelId="{6C39594C-4AE1-4221-9751-E4FBA9469435}">
      <dgm:prSet phldrT="[Text]"/>
      <dgm:spPr/>
      <dgm:t>
        <a:bodyPr/>
        <a:lstStyle/>
        <a:p>
          <a:r>
            <a:rPr lang="en-US" dirty="0"/>
            <a:t>Some </a:t>
          </a:r>
          <a:r>
            <a:rPr lang="en-US"/>
            <a:t>text here</a:t>
          </a:r>
          <a:endParaRPr lang="en-US" dirty="0"/>
        </a:p>
      </dgm:t>
    </dgm:pt>
    <dgm:pt modelId="{EA90E5E0-265B-4677-A3EF-FCD0DFDF4F41}" type="parTrans" cxnId="{7AF91B96-DA69-42D6-83DE-0E63677A4C47}">
      <dgm:prSet/>
      <dgm:spPr/>
      <dgm:t>
        <a:bodyPr/>
        <a:lstStyle/>
        <a:p>
          <a:endParaRPr lang="en-US"/>
        </a:p>
      </dgm:t>
    </dgm:pt>
    <dgm:pt modelId="{F04E3063-747B-4761-B46E-8C06B2EF3C55}" type="sibTrans" cxnId="{7AF91B96-DA69-42D6-83DE-0E63677A4C47}">
      <dgm:prSet/>
      <dgm:spPr/>
      <dgm:t>
        <a:bodyPr/>
        <a:lstStyle/>
        <a:p>
          <a:endParaRPr lang="en-US"/>
        </a:p>
      </dgm:t>
    </dgm:pt>
    <dgm:pt modelId="{5E2F24C6-7671-46C1-AE1A-565095F6779F}" type="pres">
      <dgm:prSet presAssocID="{B9C32B05-62EA-407A-B21C-2310C7945705}" presName="linearFlow" presStyleCnt="0">
        <dgm:presLayoutVars>
          <dgm:resizeHandles val="exact"/>
        </dgm:presLayoutVars>
      </dgm:prSet>
      <dgm:spPr/>
    </dgm:pt>
    <dgm:pt modelId="{215DB9B5-7A14-4C1A-AC33-30284B98FC6B}" type="pres">
      <dgm:prSet presAssocID="{42D71409-67F9-455C-8C6D-716D284AAA6B}" presName="node" presStyleLbl="node1" presStyleIdx="0" presStyleCnt="4">
        <dgm:presLayoutVars>
          <dgm:bulletEnabled val="1"/>
        </dgm:presLayoutVars>
      </dgm:prSet>
      <dgm:spPr/>
    </dgm:pt>
    <dgm:pt modelId="{0022D0BA-512A-44B0-8F35-6C250CFD0DFB}" type="pres">
      <dgm:prSet presAssocID="{478B7D3C-9FB4-4BC6-90AC-49960560DECD}" presName="sibTrans" presStyleLbl="sibTrans2D1" presStyleIdx="0" presStyleCnt="3"/>
      <dgm:spPr/>
    </dgm:pt>
    <dgm:pt modelId="{C44F762D-3A6A-48C4-B210-6E9DA225C17C}" type="pres">
      <dgm:prSet presAssocID="{478B7D3C-9FB4-4BC6-90AC-49960560DECD}" presName="connectorText" presStyleLbl="sibTrans2D1" presStyleIdx="0" presStyleCnt="3"/>
      <dgm:spPr/>
    </dgm:pt>
    <dgm:pt modelId="{1C5CD4A9-7ECE-4872-B0D7-1F94106A30FF}" type="pres">
      <dgm:prSet presAssocID="{F66099B6-DBBD-4AB0-82D2-877B80F846F7}" presName="node" presStyleLbl="node1" presStyleIdx="1" presStyleCnt="4">
        <dgm:presLayoutVars>
          <dgm:bulletEnabled val="1"/>
        </dgm:presLayoutVars>
      </dgm:prSet>
      <dgm:spPr/>
    </dgm:pt>
    <dgm:pt modelId="{AAA894B4-25F6-49DD-8257-93B2760DFC44}" type="pres">
      <dgm:prSet presAssocID="{BC531B32-9B0E-482E-BF91-65C61F17168D}" presName="sibTrans" presStyleLbl="sibTrans2D1" presStyleIdx="1" presStyleCnt="3"/>
      <dgm:spPr/>
    </dgm:pt>
    <dgm:pt modelId="{00F60B8F-3666-4207-8F6B-B8F146C21F00}" type="pres">
      <dgm:prSet presAssocID="{BC531B32-9B0E-482E-BF91-65C61F17168D}" presName="connectorText" presStyleLbl="sibTrans2D1" presStyleIdx="1" presStyleCnt="3"/>
      <dgm:spPr/>
    </dgm:pt>
    <dgm:pt modelId="{B385F34C-6A1E-4D75-8950-BF687B36EE40}" type="pres">
      <dgm:prSet presAssocID="{EE62A4F6-4AC4-435B-990E-81A71CE8CAC7}" presName="node" presStyleLbl="node1" presStyleIdx="2" presStyleCnt="4">
        <dgm:presLayoutVars>
          <dgm:bulletEnabled val="1"/>
        </dgm:presLayoutVars>
      </dgm:prSet>
      <dgm:spPr/>
    </dgm:pt>
    <dgm:pt modelId="{34AB3E0E-27C2-442F-8F24-631DA6E68DE6}" type="pres">
      <dgm:prSet presAssocID="{389F9A93-0231-4877-8C41-5D5B8DD7AAC0}" presName="sibTrans" presStyleLbl="sibTrans2D1" presStyleIdx="2" presStyleCnt="3"/>
      <dgm:spPr/>
    </dgm:pt>
    <dgm:pt modelId="{949A65E9-FECB-4B1F-8436-6005BD8613D5}" type="pres">
      <dgm:prSet presAssocID="{389F9A93-0231-4877-8C41-5D5B8DD7AAC0}" presName="connectorText" presStyleLbl="sibTrans2D1" presStyleIdx="2" presStyleCnt="3"/>
      <dgm:spPr/>
    </dgm:pt>
    <dgm:pt modelId="{586A1FCF-EC63-4D2C-956F-6744B74C6335}" type="pres">
      <dgm:prSet presAssocID="{2A22E84C-3AA3-4E9C-AE5F-9C2FB0D7FB11}" presName="node" presStyleLbl="node1" presStyleIdx="3" presStyleCnt="4">
        <dgm:presLayoutVars>
          <dgm:bulletEnabled val="1"/>
        </dgm:presLayoutVars>
      </dgm:prSet>
      <dgm:spPr/>
    </dgm:pt>
  </dgm:ptLst>
  <dgm:cxnLst>
    <dgm:cxn modelId="{2AA9C11F-1F1D-428E-801A-47EAA766C99D}" srcId="{B9C32B05-62EA-407A-B21C-2310C7945705}" destId="{42D71409-67F9-455C-8C6D-716D284AAA6B}" srcOrd="0" destOrd="0" parTransId="{51680ED1-AF6E-4B28-AE94-92B0EFB0DF7D}" sibTransId="{478B7D3C-9FB4-4BC6-90AC-49960560DECD}"/>
    <dgm:cxn modelId="{B4F3EA32-CE64-4A92-9BAE-BC57E5392B05}" srcId="{B9C32B05-62EA-407A-B21C-2310C7945705}" destId="{F66099B6-DBBD-4AB0-82D2-877B80F846F7}" srcOrd="1" destOrd="0" parTransId="{B09C8BFB-F41C-4AC4-AB94-F216E3081C2D}" sibTransId="{BC531B32-9B0E-482E-BF91-65C61F17168D}"/>
    <dgm:cxn modelId="{35013F34-57BC-4E3C-A003-07C0E49926DB}" srcId="{F66099B6-DBBD-4AB0-82D2-877B80F846F7}" destId="{BE788BF5-FE9F-4C7D-A1CD-9232D7860179}" srcOrd="1" destOrd="0" parTransId="{963A52CB-C772-45F2-8A30-8ABA6B14D3CE}" sibTransId="{88191C5E-55BA-42F2-B842-FC86CBBADC0F}"/>
    <dgm:cxn modelId="{7FC6703A-89AB-4451-B04C-641AF7C45157}" type="presOf" srcId="{6CF284C3-4A70-4432-8F33-E75A802B3330}" destId="{1C5CD4A9-7ECE-4872-B0D7-1F94106A30FF}" srcOrd="0" destOrd="1" presId="urn:microsoft.com/office/officeart/2005/8/layout/process2"/>
    <dgm:cxn modelId="{C1778046-171F-4586-A189-B277769FA23D}" type="presOf" srcId="{9ADACFBF-2A78-45C9-A7C4-5E5DBC674760}" destId="{586A1FCF-EC63-4D2C-956F-6744B74C6335}" srcOrd="0" destOrd="1" presId="urn:microsoft.com/office/officeart/2005/8/layout/process2"/>
    <dgm:cxn modelId="{4A775669-29BE-4231-AE5C-FE26DBCD28ED}" type="presOf" srcId="{F66099B6-DBBD-4AB0-82D2-877B80F846F7}" destId="{1C5CD4A9-7ECE-4872-B0D7-1F94106A30FF}" srcOrd="0" destOrd="0" presId="urn:microsoft.com/office/officeart/2005/8/layout/process2"/>
    <dgm:cxn modelId="{83B3594A-6A2F-4BD9-A537-C51F9ECC333B}" type="presOf" srcId="{6C39594C-4AE1-4221-9751-E4FBA9469435}" destId="{586A1FCF-EC63-4D2C-956F-6744B74C6335}" srcOrd="0" destOrd="2" presId="urn:microsoft.com/office/officeart/2005/8/layout/process2"/>
    <dgm:cxn modelId="{1A164E6B-E892-4FC2-AEA2-FF7E215F3CFD}" type="presOf" srcId="{BC531B32-9B0E-482E-BF91-65C61F17168D}" destId="{00F60B8F-3666-4207-8F6B-B8F146C21F00}" srcOrd="1" destOrd="0" presId="urn:microsoft.com/office/officeart/2005/8/layout/process2"/>
    <dgm:cxn modelId="{C8F69C72-E5F4-45F9-9F98-FFA52AA04BA9}" type="presOf" srcId="{EE62A4F6-4AC4-435B-990E-81A71CE8CAC7}" destId="{B385F34C-6A1E-4D75-8950-BF687B36EE40}" srcOrd="0" destOrd="0" presId="urn:microsoft.com/office/officeart/2005/8/layout/process2"/>
    <dgm:cxn modelId="{91545E54-7E19-4A0B-B75E-678872E67646}" type="presOf" srcId="{BE788BF5-FE9F-4C7D-A1CD-9232D7860179}" destId="{1C5CD4A9-7ECE-4872-B0D7-1F94106A30FF}" srcOrd="0" destOrd="2" presId="urn:microsoft.com/office/officeart/2005/8/layout/process2"/>
    <dgm:cxn modelId="{3811FC76-AE43-43A7-82B1-2467B7929713}" type="presOf" srcId="{3AF880A5-0F00-4315-A5DF-1FE656798601}" destId="{215DB9B5-7A14-4C1A-AC33-30284B98FC6B}" srcOrd="0" destOrd="2" presId="urn:microsoft.com/office/officeart/2005/8/layout/process2"/>
    <dgm:cxn modelId="{7F96AC57-2F84-4E8C-AA92-E82865EE63FE}" srcId="{EE62A4F6-4AC4-435B-990E-81A71CE8CAC7}" destId="{386C2B6D-2EE1-4682-AE61-EE246CD54E31}" srcOrd="1" destOrd="0" parTransId="{649D72FB-0D8F-479C-87D1-C73133EF35E2}" sibTransId="{E1C9E6F1-2ED2-4DD8-9B78-28FC1AF5D352}"/>
    <dgm:cxn modelId="{2B98897D-9937-49AC-9FE9-6629E912033A}" srcId="{2A22E84C-3AA3-4E9C-AE5F-9C2FB0D7FB11}" destId="{9ADACFBF-2A78-45C9-A7C4-5E5DBC674760}" srcOrd="0" destOrd="0" parTransId="{E121796C-71AB-4354-A1D4-3BF0025298A5}" sibTransId="{F3FE7E5A-DC73-423B-998C-02943CF263BF}"/>
    <dgm:cxn modelId="{79A05D7E-6E8E-4B94-AD2B-1E8F9B849DB1}" type="presOf" srcId="{8EA7219F-BDB2-48EB-9EEB-3133522D132E}" destId="{215DB9B5-7A14-4C1A-AC33-30284B98FC6B}" srcOrd="0" destOrd="1" presId="urn:microsoft.com/office/officeart/2005/8/layout/process2"/>
    <dgm:cxn modelId="{2DC24386-BC50-4BAB-8571-16CB10C2603C}" srcId="{F66099B6-DBBD-4AB0-82D2-877B80F846F7}" destId="{6CF284C3-4A70-4432-8F33-E75A802B3330}" srcOrd="0" destOrd="0" parTransId="{044831E6-2FC9-4DDA-81FB-5FA418568D07}" sibTransId="{CD50B82D-84BB-4747-B282-ABB339EBA294}"/>
    <dgm:cxn modelId="{C99CE395-39F6-46B4-938C-9BF085685D1A}" srcId="{EE62A4F6-4AC4-435B-990E-81A71CE8CAC7}" destId="{3CE06941-9820-4827-8B16-CD80CC49F780}" srcOrd="0" destOrd="0" parTransId="{141A3C92-8966-4E2F-82E4-2E09E22674B2}" sibTransId="{F58FC55B-E61F-445C-956E-0BB2202254CA}"/>
    <dgm:cxn modelId="{7AF91B96-DA69-42D6-83DE-0E63677A4C47}" srcId="{2A22E84C-3AA3-4E9C-AE5F-9C2FB0D7FB11}" destId="{6C39594C-4AE1-4221-9751-E4FBA9469435}" srcOrd="1" destOrd="0" parTransId="{EA90E5E0-265B-4677-A3EF-FCD0DFDF4F41}" sibTransId="{F04E3063-747B-4761-B46E-8C06B2EF3C55}"/>
    <dgm:cxn modelId="{3A2CECA6-0C5B-46BB-B7C6-7D37E9D210BD}" srcId="{B9C32B05-62EA-407A-B21C-2310C7945705}" destId="{EE62A4F6-4AC4-435B-990E-81A71CE8CAC7}" srcOrd="2" destOrd="0" parTransId="{F287B947-7343-4FA2-B288-B23A59FFAE31}" sibTransId="{389F9A93-0231-4877-8C41-5D5B8DD7AAC0}"/>
    <dgm:cxn modelId="{D7F796AA-E1BD-4D1F-8D60-FDCCBF0B6596}" type="presOf" srcId="{389F9A93-0231-4877-8C41-5D5B8DD7AAC0}" destId="{949A65E9-FECB-4B1F-8436-6005BD8613D5}" srcOrd="1" destOrd="0" presId="urn:microsoft.com/office/officeart/2005/8/layout/process2"/>
    <dgm:cxn modelId="{BE81BBAC-3179-493F-B34A-CDA0949C7247}" type="presOf" srcId="{386C2B6D-2EE1-4682-AE61-EE246CD54E31}" destId="{B385F34C-6A1E-4D75-8950-BF687B36EE40}" srcOrd="0" destOrd="2" presId="urn:microsoft.com/office/officeart/2005/8/layout/process2"/>
    <dgm:cxn modelId="{C09E50AE-1488-4420-8A04-0E0854CE5854}" type="presOf" srcId="{BC531B32-9B0E-482E-BF91-65C61F17168D}" destId="{AAA894B4-25F6-49DD-8257-93B2760DFC44}" srcOrd="0" destOrd="0" presId="urn:microsoft.com/office/officeart/2005/8/layout/process2"/>
    <dgm:cxn modelId="{265D04B0-147A-41BA-A5D7-C2A7889A1AA6}" type="presOf" srcId="{3CE06941-9820-4827-8B16-CD80CC49F780}" destId="{B385F34C-6A1E-4D75-8950-BF687B36EE40}" srcOrd="0" destOrd="1" presId="urn:microsoft.com/office/officeart/2005/8/layout/process2"/>
    <dgm:cxn modelId="{DFE5ABBA-7173-4172-989B-B73974493234}" type="presOf" srcId="{478B7D3C-9FB4-4BC6-90AC-49960560DECD}" destId="{0022D0BA-512A-44B0-8F35-6C250CFD0DFB}" srcOrd="0" destOrd="0" presId="urn:microsoft.com/office/officeart/2005/8/layout/process2"/>
    <dgm:cxn modelId="{8B0303C7-681A-432B-B46E-CC13C545BCC8}" type="presOf" srcId="{2A22E84C-3AA3-4E9C-AE5F-9C2FB0D7FB11}" destId="{586A1FCF-EC63-4D2C-956F-6744B74C6335}" srcOrd="0" destOrd="0" presId="urn:microsoft.com/office/officeart/2005/8/layout/process2"/>
    <dgm:cxn modelId="{6ACC04CA-06F7-4F21-B491-BF8B98B7A2D4}" type="presOf" srcId="{B9C32B05-62EA-407A-B21C-2310C7945705}" destId="{5E2F24C6-7671-46C1-AE1A-565095F6779F}" srcOrd="0" destOrd="0" presId="urn:microsoft.com/office/officeart/2005/8/layout/process2"/>
    <dgm:cxn modelId="{A8BC0DCA-C590-451B-9562-BC532D6CF803}" type="presOf" srcId="{42D71409-67F9-455C-8C6D-716D284AAA6B}" destId="{215DB9B5-7A14-4C1A-AC33-30284B98FC6B}" srcOrd="0" destOrd="0" presId="urn:microsoft.com/office/officeart/2005/8/layout/process2"/>
    <dgm:cxn modelId="{0827F0D1-7BF8-4529-BF4E-046691AE6368}" type="presOf" srcId="{478B7D3C-9FB4-4BC6-90AC-49960560DECD}" destId="{C44F762D-3A6A-48C4-B210-6E9DA225C17C}" srcOrd="1" destOrd="0" presId="urn:microsoft.com/office/officeart/2005/8/layout/process2"/>
    <dgm:cxn modelId="{24F8CBE2-5003-4E69-A772-6B98F2B05181}" srcId="{42D71409-67F9-455C-8C6D-716D284AAA6B}" destId="{3AF880A5-0F00-4315-A5DF-1FE656798601}" srcOrd="1" destOrd="0" parTransId="{A13BB1F9-5857-4B43-8BF5-6589AA2CB759}" sibTransId="{C198C41D-2640-4669-83ED-E0CD35701C8E}"/>
    <dgm:cxn modelId="{BEB859E7-C343-408E-86A1-667C27EE5761}" srcId="{B9C32B05-62EA-407A-B21C-2310C7945705}" destId="{2A22E84C-3AA3-4E9C-AE5F-9C2FB0D7FB11}" srcOrd="3" destOrd="0" parTransId="{6C025E55-DF42-4C5D-AFD5-6015FA053D46}" sibTransId="{744EA591-F199-49C2-B63A-82709D96C729}"/>
    <dgm:cxn modelId="{58AD7EEF-D408-406B-87EE-4691D4C30668}" srcId="{42D71409-67F9-455C-8C6D-716D284AAA6B}" destId="{8EA7219F-BDB2-48EB-9EEB-3133522D132E}" srcOrd="0" destOrd="0" parTransId="{3EE8403A-CB7C-4815-85BD-AEBCAEB71B37}" sibTransId="{C94B7947-85DC-4B21-BB99-DF8438356F98}"/>
    <dgm:cxn modelId="{4BEC01F6-7D3C-4C4F-9151-4C7CF427005B}" type="presOf" srcId="{389F9A93-0231-4877-8C41-5D5B8DD7AAC0}" destId="{34AB3E0E-27C2-442F-8F24-631DA6E68DE6}" srcOrd="0" destOrd="0" presId="urn:microsoft.com/office/officeart/2005/8/layout/process2"/>
    <dgm:cxn modelId="{89EF2932-00BF-4256-9C70-25EFC374C60D}" type="presParOf" srcId="{5E2F24C6-7671-46C1-AE1A-565095F6779F}" destId="{215DB9B5-7A14-4C1A-AC33-30284B98FC6B}" srcOrd="0" destOrd="0" presId="urn:microsoft.com/office/officeart/2005/8/layout/process2"/>
    <dgm:cxn modelId="{79681EF4-F265-47BD-BDD3-5600B95C5D79}" type="presParOf" srcId="{5E2F24C6-7671-46C1-AE1A-565095F6779F}" destId="{0022D0BA-512A-44B0-8F35-6C250CFD0DFB}" srcOrd="1" destOrd="0" presId="urn:microsoft.com/office/officeart/2005/8/layout/process2"/>
    <dgm:cxn modelId="{CBED304F-98C3-4987-A525-E9F26A1B3EF4}" type="presParOf" srcId="{0022D0BA-512A-44B0-8F35-6C250CFD0DFB}" destId="{C44F762D-3A6A-48C4-B210-6E9DA225C17C}" srcOrd="0" destOrd="0" presId="urn:microsoft.com/office/officeart/2005/8/layout/process2"/>
    <dgm:cxn modelId="{BDEEE712-A7CB-49F7-A8E0-2818B71FF53E}" type="presParOf" srcId="{5E2F24C6-7671-46C1-AE1A-565095F6779F}" destId="{1C5CD4A9-7ECE-4872-B0D7-1F94106A30FF}" srcOrd="2" destOrd="0" presId="urn:microsoft.com/office/officeart/2005/8/layout/process2"/>
    <dgm:cxn modelId="{CA61F236-9DF6-4113-B314-2E07DBC3D6F2}" type="presParOf" srcId="{5E2F24C6-7671-46C1-AE1A-565095F6779F}" destId="{AAA894B4-25F6-49DD-8257-93B2760DFC44}" srcOrd="3" destOrd="0" presId="urn:microsoft.com/office/officeart/2005/8/layout/process2"/>
    <dgm:cxn modelId="{B81B79E8-B570-4159-B45A-FA4D4BBD4A93}" type="presParOf" srcId="{AAA894B4-25F6-49DD-8257-93B2760DFC44}" destId="{00F60B8F-3666-4207-8F6B-B8F146C21F00}" srcOrd="0" destOrd="0" presId="urn:microsoft.com/office/officeart/2005/8/layout/process2"/>
    <dgm:cxn modelId="{EACE50F4-E935-4A48-8144-DECB5288F5CD}" type="presParOf" srcId="{5E2F24C6-7671-46C1-AE1A-565095F6779F}" destId="{B385F34C-6A1E-4D75-8950-BF687B36EE40}" srcOrd="4" destOrd="0" presId="urn:microsoft.com/office/officeart/2005/8/layout/process2"/>
    <dgm:cxn modelId="{FEB49017-0E08-4C09-B2A7-0A6581C9D58B}" type="presParOf" srcId="{5E2F24C6-7671-46C1-AE1A-565095F6779F}" destId="{34AB3E0E-27C2-442F-8F24-631DA6E68DE6}" srcOrd="5" destOrd="0" presId="urn:microsoft.com/office/officeart/2005/8/layout/process2"/>
    <dgm:cxn modelId="{01574590-002A-4270-A7AD-5170F277BE3C}" type="presParOf" srcId="{34AB3E0E-27C2-442F-8F24-631DA6E68DE6}" destId="{949A65E9-FECB-4B1F-8436-6005BD8613D5}" srcOrd="0" destOrd="0" presId="urn:microsoft.com/office/officeart/2005/8/layout/process2"/>
    <dgm:cxn modelId="{C4E641E6-1089-49DB-9EC6-919691EAF634}" type="presParOf" srcId="{5E2F24C6-7671-46C1-AE1A-565095F6779F}" destId="{586A1FCF-EC63-4D2C-956F-6744B74C6335}" srcOrd="6" destOrd="0" presId="urn:microsoft.com/office/officeart/2005/8/layout/process2"/>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68.xml><?xml version="1.0" encoding="utf-8"?>
<dgm:dataModel xmlns:dgm="http://schemas.openxmlformats.org/drawingml/2006/diagram" xmlns:a="http://schemas.openxmlformats.org/drawingml/2006/main">
  <dgm:ptLst>
    <dgm:pt modelId="{B9C32B05-62EA-407A-B21C-2310C7945705}" type="doc">
      <dgm:prSet loTypeId="urn:microsoft.com/office/officeart/2005/8/layout/vProcess5" loCatId="process"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F66099B6-DBBD-4AB0-82D2-877B80F846F7}">
      <dgm:prSet phldrT="[Text]"/>
      <dgm:spPr/>
      <dgm:t>
        <a:bodyPr/>
        <a:lstStyle/>
        <a:p>
          <a:r>
            <a:rPr lang="en-US" dirty="0"/>
            <a:t>Lorem Ipsum</a:t>
          </a:r>
        </a:p>
      </dgm:t>
    </dgm:pt>
    <dgm:pt modelId="{B09C8BFB-F41C-4AC4-AB94-F216E3081C2D}" type="parTrans" cxnId="{B4F3EA32-CE64-4A92-9BAE-BC57E5392B05}">
      <dgm:prSet/>
      <dgm:spPr/>
      <dgm:t>
        <a:bodyPr/>
        <a:lstStyle/>
        <a:p>
          <a:endParaRPr lang="en-US"/>
        </a:p>
      </dgm:t>
    </dgm:pt>
    <dgm:pt modelId="{BC531B32-9B0E-482E-BF91-65C61F17168D}" type="sibTrans" cxnId="{B4F3EA32-CE64-4A92-9BAE-BC57E5392B05}">
      <dgm:prSet/>
      <dgm:spPr/>
      <dgm:t>
        <a:bodyPr/>
        <a:lstStyle/>
        <a:p>
          <a:endParaRPr lang="en-US"/>
        </a:p>
      </dgm:t>
    </dgm:pt>
    <dgm:pt modelId="{EE62A4F6-4AC4-435B-990E-81A71CE8CAC7}">
      <dgm:prSet phldrT="[Text]"/>
      <dgm:spPr/>
      <dgm:t>
        <a:bodyPr/>
        <a:lstStyle/>
        <a:p>
          <a:r>
            <a:rPr lang="en-US" dirty="0"/>
            <a:t>Lorem Ipsum</a:t>
          </a:r>
        </a:p>
      </dgm:t>
    </dgm:pt>
    <dgm:pt modelId="{F287B947-7343-4FA2-B288-B23A59FFAE31}" type="parTrans" cxnId="{3A2CECA6-0C5B-46BB-B7C6-7D37E9D210BD}">
      <dgm:prSet/>
      <dgm:spPr/>
      <dgm:t>
        <a:bodyPr/>
        <a:lstStyle/>
        <a:p>
          <a:endParaRPr lang="en-US"/>
        </a:p>
      </dgm:t>
    </dgm:pt>
    <dgm:pt modelId="{389F9A93-0231-4877-8C41-5D5B8DD7AAC0}" type="sibTrans" cxnId="{3A2CECA6-0C5B-46BB-B7C6-7D37E9D210BD}">
      <dgm:prSet/>
      <dgm:spPr/>
      <dgm:t>
        <a:bodyPr/>
        <a:lstStyle/>
        <a:p>
          <a:endParaRPr lang="en-US"/>
        </a:p>
      </dgm:t>
    </dgm:pt>
    <dgm:pt modelId="{6CF284C3-4A70-4432-8F33-E75A802B3330}">
      <dgm:prSet/>
      <dgm:spPr/>
      <dgm:t>
        <a:bodyPr/>
        <a:lstStyle/>
        <a:p>
          <a:r>
            <a:rPr lang="en-US" dirty="0"/>
            <a:t>Some text here</a:t>
          </a:r>
        </a:p>
      </dgm:t>
    </dgm:pt>
    <dgm:pt modelId="{044831E6-2FC9-4DDA-81FB-5FA418568D07}" type="parTrans" cxnId="{2DC24386-BC50-4BAB-8571-16CB10C2603C}">
      <dgm:prSet/>
      <dgm:spPr/>
      <dgm:t>
        <a:bodyPr/>
        <a:lstStyle/>
        <a:p>
          <a:endParaRPr lang="en-US"/>
        </a:p>
      </dgm:t>
    </dgm:pt>
    <dgm:pt modelId="{CD50B82D-84BB-4747-B282-ABB339EBA294}" type="sibTrans" cxnId="{2DC24386-BC50-4BAB-8571-16CB10C2603C}">
      <dgm:prSet/>
      <dgm:spPr/>
      <dgm:t>
        <a:bodyPr/>
        <a:lstStyle/>
        <a:p>
          <a:endParaRPr lang="en-US"/>
        </a:p>
      </dgm:t>
    </dgm:pt>
    <dgm:pt modelId="{3AF880A5-0F00-4315-A5DF-1FE656798601}">
      <dgm:prSet phldrT="[Text]"/>
      <dgm:spPr/>
      <dgm:t>
        <a:bodyPr/>
        <a:lstStyle/>
        <a:p>
          <a:r>
            <a:rPr lang="en-US" dirty="0"/>
            <a:t>Some text here</a:t>
          </a:r>
        </a:p>
      </dgm:t>
    </dgm:pt>
    <dgm:pt modelId="{A13BB1F9-5857-4B43-8BF5-6589AA2CB759}" type="parTrans" cxnId="{24F8CBE2-5003-4E69-A772-6B98F2B05181}">
      <dgm:prSet/>
      <dgm:spPr/>
      <dgm:t>
        <a:bodyPr/>
        <a:lstStyle/>
        <a:p>
          <a:endParaRPr lang="en-US"/>
        </a:p>
      </dgm:t>
    </dgm:pt>
    <dgm:pt modelId="{C198C41D-2640-4669-83ED-E0CD35701C8E}" type="sibTrans" cxnId="{24F8CBE2-5003-4E69-A772-6B98F2B05181}">
      <dgm:prSet/>
      <dgm:spPr/>
      <dgm:t>
        <a:bodyPr/>
        <a:lstStyle/>
        <a:p>
          <a:endParaRPr lang="en-US"/>
        </a:p>
      </dgm:t>
    </dgm:pt>
    <dgm:pt modelId="{8EA7219F-BDB2-48EB-9EEB-3133522D132E}">
      <dgm:prSet phldrT="[Text]"/>
      <dgm:spPr/>
      <dgm:t>
        <a:bodyPr/>
        <a:lstStyle/>
        <a:p>
          <a:r>
            <a:rPr lang="en-US" dirty="0"/>
            <a:t>Some text here</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BE788BF5-FE9F-4C7D-A1CD-9232D7860179}">
      <dgm:prSet phldrT="[Text]"/>
      <dgm:spPr/>
      <dgm:t>
        <a:bodyPr/>
        <a:lstStyle/>
        <a:p>
          <a:r>
            <a:rPr lang="en-US"/>
            <a:t>Some text here</a:t>
          </a:r>
          <a:endParaRPr lang="en-US" dirty="0"/>
        </a:p>
      </dgm:t>
    </dgm:pt>
    <dgm:pt modelId="{963A52CB-C772-45F2-8A30-8ABA6B14D3CE}" type="parTrans" cxnId="{35013F34-57BC-4E3C-A003-07C0E49926DB}">
      <dgm:prSet/>
      <dgm:spPr/>
      <dgm:t>
        <a:bodyPr/>
        <a:lstStyle/>
        <a:p>
          <a:endParaRPr lang="en-US"/>
        </a:p>
      </dgm:t>
    </dgm:pt>
    <dgm:pt modelId="{88191C5E-55BA-42F2-B842-FC86CBBADC0F}" type="sibTrans" cxnId="{35013F34-57BC-4E3C-A003-07C0E49926DB}">
      <dgm:prSet/>
      <dgm:spPr/>
      <dgm:t>
        <a:bodyPr/>
        <a:lstStyle/>
        <a:p>
          <a:endParaRPr lang="en-US"/>
        </a:p>
      </dgm:t>
    </dgm:pt>
    <dgm:pt modelId="{3CE06941-9820-4827-8B16-CD80CC49F780}">
      <dgm:prSet phldrT="[Text]"/>
      <dgm:spPr/>
      <dgm:t>
        <a:bodyPr/>
        <a:lstStyle/>
        <a:p>
          <a:r>
            <a:rPr lang="en-US" dirty="0"/>
            <a:t>Some text here</a:t>
          </a:r>
        </a:p>
      </dgm:t>
    </dgm:pt>
    <dgm:pt modelId="{141A3C92-8966-4E2F-82E4-2E09E22674B2}" type="parTrans" cxnId="{C99CE395-39F6-46B4-938C-9BF085685D1A}">
      <dgm:prSet/>
      <dgm:spPr/>
      <dgm:t>
        <a:bodyPr/>
        <a:lstStyle/>
        <a:p>
          <a:endParaRPr lang="en-US"/>
        </a:p>
      </dgm:t>
    </dgm:pt>
    <dgm:pt modelId="{F58FC55B-E61F-445C-956E-0BB2202254CA}" type="sibTrans" cxnId="{C99CE395-39F6-46B4-938C-9BF085685D1A}">
      <dgm:prSet/>
      <dgm:spPr/>
      <dgm:t>
        <a:bodyPr/>
        <a:lstStyle/>
        <a:p>
          <a:endParaRPr lang="en-US"/>
        </a:p>
      </dgm:t>
    </dgm:pt>
    <dgm:pt modelId="{386C2B6D-2EE1-4682-AE61-EE246CD54E31}">
      <dgm:prSet phldrT="[Text]"/>
      <dgm:spPr/>
      <dgm:t>
        <a:bodyPr/>
        <a:lstStyle/>
        <a:p>
          <a:r>
            <a:rPr lang="en-US" dirty="0"/>
            <a:t>Some text here</a:t>
          </a:r>
        </a:p>
      </dgm:t>
    </dgm:pt>
    <dgm:pt modelId="{649D72FB-0D8F-479C-87D1-C73133EF35E2}" type="parTrans" cxnId="{7F96AC57-2F84-4E8C-AA92-E82865EE63FE}">
      <dgm:prSet/>
      <dgm:spPr/>
      <dgm:t>
        <a:bodyPr/>
        <a:lstStyle/>
        <a:p>
          <a:endParaRPr lang="en-US"/>
        </a:p>
      </dgm:t>
    </dgm:pt>
    <dgm:pt modelId="{E1C9E6F1-2ED2-4DD8-9B78-28FC1AF5D352}" type="sibTrans" cxnId="{7F96AC57-2F84-4E8C-AA92-E82865EE63FE}">
      <dgm:prSet/>
      <dgm:spPr/>
      <dgm:t>
        <a:bodyPr/>
        <a:lstStyle/>
        <a:p>
          <a:endParaRPr lang="en-US"/>
        </a:p>
      </dgm:t>
    </dgm:pt>
    <dgm:pt modelId="{2A22E84C-3AA3-4E9C-AE5F-9C2FB0D7FB11}">
      <dgm:prSet phldrT="[Text]"/>
      <dgm:spPr/>
      <dgm:t>
        <a:bodyPr/>
        <a:lstStyle/>
        <a:p>
          <a:r>
            <a:rPr lang="en-US"/>
            <a:t>Lorem Ipsum</a:t>
          </a:r>
          <a:endParaRPr lang="en-US" dirty="0"/>
        </a:p>
      </dgm:t>
    </dgm:pt>
    <dgm:pt modelId="{6C025E55-DF42-4C5D-AFD5-6015FA053D46}" type="parTrans" cxnId="{BEB859E7-C343-408E-86A1-667C27EE5761}">
      <dgm:prSet/>
      <dgm:spPr/>
      <dgm:t>
        <a:bodyPr/>
        <a:lstStyle/>
        <a:p>
          <a:endParaRPr lang="en-US"/>
        </a:p>
      </dgm:t>
    </dgm:pt>
    <dgm:pt modelId="{744EA591-F199-49C2-B63A-82709D96C729}" type="sibTrans" cxnId="{BEB859E7-C343-408E-86A1-667C27EE5761}">
      <dgm:prSet/>
      <dgm:spPr/>
      <dgm:t>
        <a:bodyPr/>
        <a:lstStyle/>
        <a:p>
          <a:endParaRPr lang="en-US"/>
        </a:p>
      </dgm:t>
    </dgm:pt>
    <dgm:pt modelId="{9ADACFBF-2A78-45C9-A7C4-5E5DBC674760}">
      <dgm:prSet phldrT="[Text]"/>
      <dgm:spPr/>
      <dgm:t>
        <a:bodyPr/>
        <a:lstStyle/>
        <a:p>
          <a:r>
            <a:rPr lang="en-US" dirty="0"/>
            <a:t>Some text here</a:t>
          </a:r>
        </a:p>
      </dgm:t>
    </dgm:pt>
    <dgm:pt modelId="{E121796C-71AB-4354-A1D4-3BF0025298A5}" type="parTrans" cxnId="{2B98897D-9937-49AC-9FE9-6629E912033A}">
      <dgm:prSet/>
      <dgm:spPr/>
      <dgm:t>
        <a:bodyPr/>
        <a:lstStyle/>
        <a:p>
          <a:endParaRPr lang="en-US"/>
        </a:p>
      </dgm:t>
    </dgm:pt>
    <dgm:pt modelId="{F3FE7E5A-DC73-423B-998C-02943CF263BF}" type="sibTrans" cxnId="{2B98897D-9937-49AC-9FE9-6629E912033A}">
      <dgm:prSet/>
      <dgm:spPr/>
      <dgm:t>
        <a:bodyPr/>
        <a:lstStyle/>
        <a:p>
          <a:endParaRPr lang="en-US"/>
        </a:p>
      </dgm:t>
    </dgm:pt>
    <dgm:pt modelId="{6C39594C-4AE1-4221-9751-E4FBA9469435}">
      <dgm:prSet phldrT="[Text]"/>
      <dgm:spPr/>
      <dgm:t>
        <a:bodyPr/>
        <a:lstStyle/>
        <a:p>
          <a:r>
            <a:rPr lang="en-US" dirty="0"/>
            <a:t>Some text here</a:t>
          </a:r>
        </a:p>
      </dgm:t>
    </dgm:pt>
    <dgm:pt modelId="{EA90E5E0-265B-4677-A3EF-FCD0DFDF4F41}" type="parTrans" cxnId="{7AF91B96-DA69-42D6-83DE-0E63677A4C47}">
      <dgm:prSet/>
      <dgm:spPr/>
      <dgm:t>
        <a:bodyPr/>
        <a:lstStyle/>
        <a:p>
          <a:endParaRPr lang="en-US"/>
        </a:p>
      </dgm:t>
    </dgm:pt>
    <dgm:pt modelId="{F04E3063-747B-4761-B46E-8C06B2EF3C55}" type="sibTrans" cxnId="{7AF91B96-DA69-42D6-83DE-0E63677A4C47}">
      <dgm:prSet/>
      <dgm:spPr/>
      <dgm:t>
        <a:bodyPr/>
        <a:lstStyle/>
        <a:p>
          <a:endParaRPr lang="en-US"/>
        </a:p>
      </dgm:t>
    </dgm:pt>
    <dgm:pt modelId="{36045517-CEA4-4BE3-B836-C2B6BFE5649B}">
      <dgm:prSet phldrT="[Text]"/>
      <dgm:spPr/>
      <dgm:t>
        <a:bodyPr/>
        <a:lstStyle/>
        <a:p>
          <a:r>
            <a:rPr lang="en-US"/>
            <a:t>Lorem Ipsum</a:t>
          </a:r>
          <a:endParaRPr lang="en-US" dirty="0"/>
        </a:p>
      </dgm:t>
    </dgm:pt>
    <dgm:pt modelId="{6231A36F-9B04-4B4A-917A-7E163AFFC956}" type="parTrans" cxnId="{4019353B-443B-4DED-AA6C-3C60E18414C7}">
      <dgm:prSet/>
      <dgm:spPr/>
      <dgm:t>
        <a:bodyPr/>
        <a:lstStyle/>
        <a:p>
          <a:endParaRPr lang="en-US"/>
        </a:p>
      </dgm:t>
    </dgm:pt>
    <dgm:pt modelId="{BFF3C5ED-87D0-4709-A3B8-A7BF0668006A}" type="sibTrans" cxnId="{4019353B-443B-4DED-AA6C-3C60E18414C7}">
      <dgm:prSet/>
      <dgm:spPr/>
      <dgm:t>
        <a:bodyPr/>
        <a:lstStyle/>
        <a:p>
          <a:endParaRPr lang="en-US"/>
        </a:p>
      </dgm:t>
    </dgm:pt>
    <dgm:pt modelId="{110CC072-E78D-486A-BD24-8CD6CE5683E0}">
      <dgm:prSet phldrT="[Text]"/>
      <dgm:spPr/>
      <dgm:t>
        <a:bodyPr/>
        <a:lstStyle/>
        <a:p>
          <a:r>
            <a:rPr lang="en-US" dirty="0"/>
            <a:t>Some text here</a:t>
          </a:r>
        </a:p>
      </dgm:t>
    </dgm:pt>
    <dgm:pt modelId="{EFE20FCA-41FE-42D4-8C71-85751017ADFF}" type="parTrans" cxnId="{5670A7D8-BA42-4857-8679-D269077AD7D7}">
      <dgm:prSet/>
      <dgm:spPr/>
      <dgm:t>
        <a:bodyPr/>
        <a:lstStyle/>
        <a:p>
          <a:endParaRPr lang="en-US"/>
        </a:p>
      </dgm:t>
    </dgm:pt>
    <dgm:pt modelId="{C901204A-BC8E-4B62-854A-DFB2104323F5}" type="sibTrans" cxnId="{5670A7D8-BA42-4857-8679-D269077AD7D7}">
      <dgm:prSet/>
      <dgm:spPr/>
      <dgm:t>
        <a:bodyPr/>
        <a:lstStyle/>
        <a:p>
          <a:endParaRPr lang="en-US"/>
        </a:p>
      </dgm:t>
    </dgm:pt>
    <dgm:pt modelId="{F64D9B44-8949-42CE-A3F5-920CF85E6D38}">
      <dgm:prSet phldrT="[Text]"/>
      <dgm:spPr/>
      <dgm:t>
        <a:bodyPr/>
        <a:lstStyle/>
        <a:p>
          <a:r>
            <a:rPr lang="en-US" dirty="0"/>
            <a:t>Some text here</a:t>
          </a:r>
        </a:p>
      </dgm:t>
    </dgm:pt>
    <dgm:pt modelId="{81AB81A4-D793-40B9-964C-9DA3AF17B95D}" type="parTrans" cxnId="{F091E13E-CC91-4760-8919-F8E7FA115B30}">
      <dgm:prSet/>
      <dgm:spPr/>
      <dgm:t>
        <a:bodyPr/>
        <a:lstStyle/>
        <a:p>
          <a:endParaRPr lang="en-US"/>
        </a:p>
      </dgm:t>
    </dgm:pt>
    <dgm:pt modelId="{ECDC803C-5DBD-4EEE-A68A-AC8585F1A4EB}" type="sibTrans" cxnId="{F091E13E-CC91-4760-8919-F8E7FA115B30}">
      <dgm:prSet/>
      <dgm:spPr/>
      <dgm:t>
        <a:bodyPr/>
        <a:lstStyle/>
        <a:p>
          <a:endParaRPr lang="en-US"/>
        </a:p>
      </dgm:t>
    </dgm:pt>
    <dgm:pt modelId="{5118FE25-2557-44AE-8C8B-AAC3F1650AAE}" type="pres">
      <dgm:prSet presAssocID="{B9C32B05-62EA-407A-B21C-2310C7945705}" presName="outerComposite" presStyleCnt="0">
        <dgm:presLayoutVars>
          <dgm:chMax val="5"/>
          <dgm:dir/>
          <dgm:resizeHandles val="exact"/>
        </dgm:presLayoutVars>
      </dgm:prSet>
      <dgm:spPr/>
    </dgm:pt>
    <dgm:pt modelId="{24D85E70-71E5-4CBB-8B0E-2138F7F7B1E2}" type="pres">
      <dgm:prSet presAssocID="{B9C32B05-62EA-407A-B21C-2310C7945705}" presName="dummyMaxCanvas" presStyleCnt="0">
        <dgm:presLayoutVars/>
      </dgm:prSet>
      <dgm:spPr/>
    </dgm:pt>
    <dgm:pt modelId="{BC6A18A0-8717-4D09-8152-7D32F0F0554C}" type="pres">
      <dgm:prSet presAssocID="{B9C32B05-62EA-407A-B21C-2310C7945705}" presName="FiveNodes_1" presStyleLbl="node1" presStyleIdx="0" presStyleCnt="5">
        <dgm:presLayoutVars>
          <dgm:bulletEnabled val="1"/>
        </dgm:presLayoutVars>
      </dgm:prSet>
      <dgm:spPr/>
    </dgm:pt>
    <dgm:pt modelId="{83FC438E-2A05-4FD4-9FDE-2FE19FCEB14D}" type="pres">
      <dgm:prSet presAssocID="{B9C32B05-62EA-407A-B21C-2310C7945705}" presName="FiveNodes_2" presStyleLbl="node1" presStyleIdx="1" presStyleCnt="5">
        <dgm:presLayoutVars>
          <dgm:bulletEnabled val="1"/>
        </dgm:presLayoutVars>
      </dgm:prSet>
      <dgm:spPr/>
    </dgm:pt>
    <dgm:pt modelId="{C4E1645E-9580-4E6C-BB48-1D66AC7D5E58}" type="pres">
      <dgm:prSet presAssocID="{B9C32B05-62EA-407A-B21C-2310C7945705}" presName="FiveNodes_3" presStyleLbl="node1" presStyleIdx="2" presStyleCnt="5">
        <dgm:presLayoutVars>
          <dgm:bulletEnabled val="1"/>
        </dgm:presLayoutVars>
      </dgm:prSet>
      <dgm:spPr/>
    </dgm:pt>
    <dgm:pt modelId="{23CE8462-E2FE-429C-AF7A-0A757F75AC1D}" type="pres">
      <dgm:prSet presAssocID="{B9C32B05-62EA-407A-B21C-2310C7945705}" presName="FiveNodes_4" presStyleLbl="node1" presStyleIdx="3" presStyleCnt="5">
        <dgm:presLayoutVars>
          <dgm:bulletEnabled val="1"/>
        </dgm:presLayoutVars>
      </dgm:prSet>
      <dgm:spPr/>
    </dgm:pt>
    <dgm:pt modelId="{C1523ED1-C95E-43D9-9F64-383677C8FCFA}" type="pres">
      <dgm:prSet presAssocID="{B9C32B05-62EA-407A-B21C-2310C7945705}" presName="FiveNodes_5" presStyleLbl="node1" presStyleIdx="4" presStyleCnt="5">
        <dgm:presLayoutVars>
          <dgm:bulletEnabled val="1"/>
        </dgm:presLayoutVars>
      </dgm:prSet>
      <dgm:spPr/>
    </dgm:pt>
    <dgm:pt modelId="{A20F9BCF-C9FA-4E53-83B2-79B8FEAD9CB8}" type="pres">
      <dgm:prSet presAssocID="{B9C32B05-62EA-407A-B21C-2310C7945705}" presName="FiveConn_1-2" presStyleLbl="fgAccFollowNode1" presStyleIdx="0" presStyleCnt="4">
        <dgm:presLayoutVars>
          <dgm:bulletEnabled val="1"/>
        </dgm:presLayoutVars>
      </dgm:prSet>
      <dgm:spPr/>
    </dgm:pt>
    <dgm:pt modelId="{F56661C6-AB67-4ADB-9249-790400EEBE12}" type="pres">
      <dgm:prSet presAssocID="{B9C32B05-62EA-407A-B21C-2310C7945705}" presName="FiveConn_2-3" presStyleLbl="fgAccFollowNode1" presStyleIdx="1" presStyleCnt="4">
        <dgm:presLayoutVars>
          <dgm:bulletEnabled val="1"/>
        </dgm:presLayoutVars>
      </dgm:prSet>
      <dgm:spPr/>
    </dgm:pt>
    <dgm:pt modelId="{6716A643-E94E-436A-B762-48E021A81AE9}" type="pres">
      <dgm:prSet presAssocID="{B9C32B05-62EA-407A-B21C-2310C7945705}" presName="FiveConn_3-4" presStyleLbl="fgAccFollowNode1" presStyleIdx="2" presStyleCnt="4">
        <dgm:presLayoutVars>
          <dgm:bulletEnabled val="1"/>
        </dgm:presLayoutVars>
      </dgm:prSet>
      <dgm:spPr/>
    </dgm:pt>
    <dgm:pt modelId="{C341BE26-B722-46B5-AABC-EFF474A6EEB0}" type="pres">
      <dgm:prSet presAssocID="{B9C32B05-62EA-407A-B21C-2310C7945705}" presName="FiveConn_4-5" presStyleLbl="fgAccFollowNode1" presStyleIdx="3" presStyleCnt="4">
        <dgm:presLayoutVars>
          <dgm:bulletEnabled val="1"/>
        </dgm:presLayoutVars>
      </dgm:prSet>
      <dgm:spPr/>
    </dgm:pt>
    <dgm:pt modelId="{05F4D7F2-2486-47F0-84B7-C9744968CD1E}" type="pres">
      <dgm:prSet presAssocID="{B9C32B05-62EA-407A-B21C-2310C7945705}" presName="FiveNodes_1_text" presStyleLbl="node1" presStyleIdx="4" presStyleCnt="5">
        <dgm:presLayoutVars>
          <dgm:bulletEnabled val="1"/>
        </dgm:presLayoutVars>
      </dgm:prSet>
      <dgm:spPr/>
    </dgm:pt>
    <dgm:pt modelId="{4CF6C083-4A3B-44CA-9331-C90609C9C56A}" type="pres">
      <dgm:prSet presAssocID="{B9C32B05-62EA-407A-B21C-2310C7945705}" presName="FiveNodes_2_text" presStyleLbl="node1" presStyleIdx="4" presStyleCnt="5">
        <dgm:presLayoutVars>
          <dgm:bulletEnabled val="1"/>
        </dgm:presLayoutVars>
      </dgm:prSet>
      <dgm:spPr/>
    </dgm:pt>
    <dgm:pt modelId="{B499764D-CB81-414E-B1CC-EDE560A9A7FB}" type="pres">
      <dgm:prSet presAssocID="{B9C32B05-62EA-407A-B21C-2310C7945705}" presName="FiveNodes_3_text" presStyleLbl="node1" presStyleIdx="4" presStyleCnt="5">
        <dgm:presLayoutVars>
          <dgm:bulletEnabled val="1"/>
        </dgm:presLayoutVars>
      </dgm:prSet>
      <dgm:spPr/>
    </dgm:pt>
    <dgm:pt modelId="{1269ED3D-AF5A-4C9F-914C-0F6683B5C832}" type="pres">
      <dgm:prSet presAssocID="{B9C32B05-62EA-407A-B21C-2310C7945705}" presName="FiveNodes_4_text" presStyleLbl="node1" presStyleIdx="4" presStyleCnt="5">
        <dgm:presLayoutVars>
          <dgm:bulletEnabled val="1"/>
        </dgm:presLayoutVars>
      </dgm:prSet>
      <dgm:spPr/>
    </dgm:pt>
    <dgm:pt modelId="{F55D6F65-BF1F-426E-8429-25C9702BC4ED}" type="pres">
      <dgm:prSet presAssocID="{B9C32B05-62EA-407A-B21C-2310C7945705}" presName="FiveNodes_5_text" presStyleLbl="node1" presStyleIdx="4" presStyleCnt="5">
        <dgm:presLayoutVars>
          <dgm:bulletEnabled val="1"/>
        </dgm:presLayoutVars>
      </dgm:prSet>
      <dgm:spPr/>
    </dgm:pt>
  </dgm:ptLst>
  <dgm:cxnLst>
    <dgm:cxn modelId="{B2E8C40A-58ED-40A1-8BC1-62272CC5FA80}" type="presOf" srcId="{9ADACFBF-2A78-45C9-A7C4-5E5DBC674760}" destId="{1269ED3D-AF5A-4C9F-914C-0F6683B5C832}" srcOrd="1" destOrd="1" presId="urn:microsoft.com/office/officeart/2005/8/layout/vProcess5"/>
    <dgm:cxn modelId="{F040E20A-03C5-4153-A4AF-32E3AFEF2774}" type="presOf" srcId="{BE788BF5-FE9F-4C7D-A1CD-9232D7860179}" destId="{83FC438E-2A05-4FD4-9FDE-2FE19FCEB14D}" srcOrd="0" destOrd="2" presId="urn:microsoft.com/office/officeart/2005/8/layout/vProcess5"/>
    <dgm:cxn modelId="{70A6E516-190C-4B62-A21F-F07749E6AFAE}" type="presOf" srcId="{6C39594C-4AE1-4221-9751-E4FBA9469435}" destId="{1269ED3D-AF5A-4C9F-914C-0F6683B5C832}" srcOrd="1" destOrd="2" presId="urn:microsoft.com/office/officeart/2005/8/layout/vProcess5"/>
    <dgm:cxn modelId="{2BE8101A-0208-4D6B-9B34-39083F4DE16A}" type="presOf" srcId="{3AF880A5-0F00-4315-A5DF-1FE656798601}" destId="{05F4D7F2-2486-47F0-84B7-C9744968CD1E}" srcOrd="1" destOrd="2" presId="urn:microsoft.com/office/officeart/2005/8/layout/vProcess5"/>
    <dgm:cxn modelId="{C519251B-BAC7-420D-9871-035E61DA588C}" type="presOf" srcId="{3AF880A5-0F00-4315-A5DF-1FE656798601}" destId="{BC6A18A0-8717-4D09-8152-7D32F0F0554C}" srcOrd="0" destOrd="2" presId="urn:microsoft.com/office/officeart/2005/8/layout/vProcess5"/>
    <dgm:cxn modelId="{2AA9C11F-1F1D-428E-801A-47EAA766C99D}" srcId="{B9C32B05-62EA-407A-B21C-2310C7945705}" destId="{42D71409-67F9-455C-8C6D-716D284AAA6B}" srcOrd="0" destOrd="0" parTransId="{51680ED1-AF6E-4B28-AE94-92B0EFB0DF7D}" sibTransId="{478B7D3C-9FB4-4BC6-90AC-49960560DECD}"/>
    <dgm:cxn modelId="{B4F3EA32-CE64-4A92-9BAE-BC57E5392B05}" srcId="{B9C32B05-62EA-407A-B21C-2310C7945705}" destId="{F66099B6-DBBD-4AB0-82D2-877B80F846F7}" srcOrd="1" destOrd="0" parTransId="{B09C8BFB-F41C-4AC4-AB94-F216E3081C2D}" sibTransId="{BC531B32-9B0E-482E-BF91-65C61F17168D}"/>
    <dgm:cxn modelId="{35013F34-57BC-4E3C-A003-07C0E49926DB}" srcId="{F66099B6-DBBD-4AB0-82D2-877B80F846F7}" destId="{BE788BF5-FE9F-4C7D-A1CD-9232D7860179}" srcOrd="1" destOrd="0" parTransId="{963A52CB-C772-45F2-8A30-8ABA6B14D3CE}" sibTransId="{88191C5E-55BA-42F2-B842-FC86CBBADC0F}"/>
    <dgm:cxn modelId="{E763D937-4BE7-4F34-8FFA-417E9BBA6C2B}" type="presOf" srcId="{EE62A4F6-4AC4-435B-990E-81A71CE8CAC7}" destId="{C4E1645E-9580-4E6C-BB48-1D66AC7D5E58}" srcOrd="0" destOrd="0" presId="urn:microsoft.com/office/officeart/2005/8/layout/vProcess5"/>
    <dgm:cxn modelId="{4019353B-443B-4DED-AA6C-3C60E18414C7}" srcId="{B9C32B05-62EA-407A-B21C-2310C7945705}" destId="{36045517-CEA4-4BE3-B836-C2B6BFE5649B}" srcOrd="4" destOrd="0" parTransId="{6231A36F-9B04-4B4A-917A-7E163AFFC956}" sibTransId="{BFF3C5ED-87D0-4709-A3B8-A7BF0668006A}"/>
    <dgm:cxn modelId="{F091E13E-CC91-4760-8919-F8E7FA115B30}" srcId="{36045517-CEA4-4BE3-B836-C2B6BFE5649B}" destId="{F64D9B44-8949-42CE-A3F5-920CF85E6D38}" srcOrd="1" destOrd="0" parTransId="{81AB81A4-D793-40B9-964C-9DA3AF17B95D}" sibTransId="{ECDC803C-5DBD-4EEE-A68A-AC8585F1A4EB}"/>
    <dgm:cxn modelId="{4264D46A-7C67-4314-ABC2-4EB3F877DC40}" type="presOf" srcId="{F64D9B44-8949-42CE-A3F5-920CF85E6D38}" destId="{C1523ED1-C95E-43D9-9F64-383677C8FCFA}" srcOrd="0" destOrd="2" presId="urn:microsoft.com/office/officeart/2005/8/layout/vProcess5"/>
    <dgm:cxn modelId="{649CDD6C-F71C-4587-8EB1-B0164386FDE7}" type="presOf" srcId="{42D71409-67F9-455C-8C6D-716D284AAA6B}" destId="{05F4D7F2-2486-47F0-84B7-C9744968CD1E}" srcOrd="1" destOrd="0" presId="urn:microsoft.com/office/officeart/2005/8/layout/vProcess5"/>
    <dgm:cxn modelId="{B93F7D70-CE3C-4161-BAF4-348B93B739D4}" type="presOf" srcId="{BC531B32-9B0E-482E-BF91-65C61F17168D}" destId="{F56661C6-AB67-4ADB-9249-790400EEBE12}" srcOrd="0" destOrd="0" presId="urn:microsoft.com/office/officeart/2005/8/layout/vProcess5"/>
    <dgm:cxn modelId="{CEC80F74-2B0C-4A61-9C4C-75D08883D065}" type="presOf" srcId="{36045517-CEA4-4BE3-B836-C2B6BFE5649B}" destId="{F55D6F65-BF1F-426E-8429-25C9702BC4ED}" srcOrd="1" destOrd="0" presId="urn:microsoft.com/office/officeart/2005/8/layout/vProcess5"/>
    <dgm:cxn modelId="{7213B774-DDA5-4702-932B-F451228F1307}" type="presOf" srcId="{3CE06941-9820-4827-8B16-CD80CC49F780}" destId="{C4E1645E-9580-4E6C-BB48-1D66AC7D5E58}" srcOrd="0" destOrd="1" presId="urn:microsoft.com/office/officeart/2005/8/layout/vProcess5"/>
    <dgm:cxn modelId="{A800D874-17E1-4B72-B6D9-79C0C5AE7AF2}" type="presOf" srcId="{B9C32B05-62EA-407A-B21C-2310C7945705}" destId="{5118FE25-2557-44AE-8C8B-AAC3F1650AAE}" srcOrd="0" destOrd="0" presId="urn:microsoft.com/office/officeart/2005/8/layout/vProcess5"/>
    <dgm:cxn modelId="{93454756-B3BD-4FCB-BF02-7020CBF02F78}" type="presOf" srcId="{9ADACFBF-2A78-45C9-A7C4-5E5DBC674760}" destId="{23CE8462-E2FE-429C-AF7A-0A757F75AC1D}" srcOrd="0" destOrd="1" presId="urn:microsoft.com/office/officeart/2005/8/layout/vProcess5"/>
    <dgm:cxn modelId="{9ADE8076-7AD6-41F2-AB9A-92E3B3BC1055}" type="presOf" srcId="{386C2B6D-2EE1-4682-AE61-EE246CD54E31}" destId="{C4E1645E-9580-4E6C-BB48-1D66AC7D5E58}" srcOrd="0" destOrd="2" presId="urn:microsoft.com/office/officeart/2005/8/layout/vProcess5"/>
    <dgm:cxn modelId="{534A9277-D62D-4270-BE3D-DE5B1142E2AA}" type="presOf" srcId="{110CC072-E78D-486A-BD24-8CD6CE5683E0}" destId="{F55D6F65-BF1F-426E-8429-25C9702BC4ED}" srcOrd="1" destOrd="1" presId="urn:microsoft.com/office/officeart/2005/8/layout/vProcess5"/>
    <dgm:cxn modelId="{7F96AC57-2F84-4E8C-AA92-E82865EE63FE}" srcId="{EE62A4F6-4AC4-435B-990E-81A71CE8CAC7}" destId="{386C2B6D-2EE1-4682-AE61-EE246CD54E31}" srcOrd="1" destOrd="0" parTransId="{649D72FB-0D8F-479C-87D1-C73133EF35E2}" sibTransId="{E1C9E6F1-2ED2-4DD8-9B78-28FC1AF5D352}"/>
    <dgm:cxn modelId="{E2A52078-6E0B-4EDE-BCFE-D2C2BA557A77}" type="presOf" srcId="{110CC072-E78D-486A-BD24-8CD6CE5683E0}" destId="{C1523ED1-C95E-43D9-9F64-383677C8FCFA}" srcOrd="0" destOrd="1" presId="urn:microsoft.com/office/officeart/2005/8/layout/vProcess5"/>
    <dgm:cxn modelId="{2B98897D-9937-49AC-9FE9-6629E912033A}" srcId="{2A22E84C-3AA3-4E9C-AE5F-9C2FB0D7FB11}" destId="{9ADACFBF-2A78-45C9-A7C4-5E5DBC674760}" srcOrd="0" destOrd="0" parTransId="{E121796C-71AB-4354-A1D4-3BF0025298A5}" sibTransId="{F3FE7E5A-DC73-423B-998C-02943CF263BF}"/>
    <dgm:cxn modelId="{2DC24386-BC50-4BAB-8571-16CB10C2603C}" srcId="{F66099B6-DBBD-4AB0-82D2-877B80F846F7}" destId="{6CF284C3-4A70-4432-8F33-E75A802B3330}" srcOrd="0" destOrd="0" parTransId="{044831E6-2FC9-4DDA-81FB-5FA418568D07}" sibTransId="{CD50B82D-84BB-4747-B282-ABB339EBA294}"/>
    <dgm:cxn modelId="{F52CCF89-A9D2-4E57-A40A-9911C61D8018}" type="presOf" srcId="{BE788BF5-FE9F-4C7D-A1CD-9232D7860179}" destId="{4CF6C083-4A3B-44CA-9331-C90609C9C56A}" srcOrd="1" destOrd="2" presId="urn:microsoft.com/office/officeart/2005/8/layout/vProcess5"/>
    <dgm:cxn modelId="{114CD38F-6EDB-4FC6-9857-A69C7B88326C}" type="presOf" srcId="{6CF284C3-4A70-4432-8F33-E75A802B3330}" destId="{4CF6C083-4A3B-44CA-9331-C90609C9C56A}" srcOrd="1" destOrd="1" presId="urn:microsoft.com/office/officeart/2005/8/layout/vProcess5"/>
    <dgm:cxn modelId="{C99CE395-39F6-46B4-938C-9BF085685D1A}" srcId="{EE62A4F6-4AC4-435B-990E-81A71CE8CAC7}" destId="{3CE06941-9820-4827-8B16-CD80CC49F780}" srcOrd="0" destOrd="0" parTransId="{141A3C92-8966-4E2F-82E4-2E09E22674B2}" sibTransId="{F58FC55B-E61F-445C-956E-0BB2202254CA}"/>
    <dgm:cxn modelId="{7AF91B96-DA69-42D6-83DE-0E63677A4C47}" srcId="{2A22E84C-3AA3-4E9C-AE5F-9C2FB0D7FB11}" destId="{6C39594C-4AE1-4221-9751-E4FBA9469435}" srcOrd="1" destOrd="0" parTransId="{EA90E5E0-265B-4677-A3EF-FCD0DFDF4F41}" sibTransId="{F04E3063-747B-4761-B46E-8C06B2EF3C55}"/>
    <dgm:cxn modelId="{C7754A99-F984-4B22-B3AE-D5B9E3364728}" type="presOf" srcId="{389F9A93-0231-4877-8C41-5D5B8DD7AAC0}" destId="{6716A643-E94E-436A-B762-48E021A81AE9}" srcOrd="0" destOrd="0" presId="urn:microsoft.com/office/officeart/2005/8/layout/vProcess5"/>
    <dgm:cxn modelId="{2982F6A2-23B4-4F24-A659-9D92F57E72F3}" type="presOf" srcId="{42D71409-67F9-455C-8C6D-716D284AAA6B}" destId="{BC6A18A0-8717-4D09-8152-7D32F0F0554C}" srcOrd="0" destOrd="0" presId="urn:microsoft.com/office/officeart/2005/8/layout/vProcess5"/>
    <dgm:cxn modelId="{1E62E6A4-87E4-4AD6-B890-67AED1AD7B7D}" type="presOf" srcId="{2A22E84C-3AA3-4E9C-AE5F-9C2FB0D7FB11}" destId="{23CE8462-E2FE-429C-AF7A-0A757F75AC1D}" srcOrd="0" destOrd="0" presId="urn:microsoft.com/office/officeart/2005/8/layout/vProcess5"/>
    <dgm:cxn modelId="{AE4667A5-643C-4864-A85A-97EEB9B16E42}" type="presOf" srcId="{6CF284C3-4A70-4432-8F33-E75A802B3330}" destId="{83FC438E-2A05-4FD4-9FDE-2FE19FCEB14D}" srcOrd="0" destOrd="1" presId="urn:microsoft.com/office/officeart/2005/8/layout/vProcess5"/>
    <dgm:cxn modelId="{3A2CECA6-0C5B-46BB-B7C6-7D37E9D210BD}" srcId="{B9C32B05-62EA-407A-B21C-2310C7945705}" destId="{EE62A4F6-4AC4-435B-990E-81A71CE8CAC7}" srcOrd="2" destOrd="0" parTransId="{F287B947-7343-4FA2-B288-B23A59FFAE31}" sibTransId="{389F9A93-0231-4877-8C41-5D5B8DD7AAC0}"/>
    <dgm:cxn modelId="{E518A6A9-1459-4CBE-8816-95462270B1DD}" type="presOf" srcId="{6C39594C-4AE1-4221-9751-E4FBA9469435}" destId="{23CE8462-E2FE-429C-AF7A-0A757F75AC1D}" srcOrd="0" destOrd="2" presId="urn:microsoft.com/office/officeart/2005/8/layout/vProcess5"/>
    <dgm:cxn modelId="{7E533CB0-70B6-48EE-8527-C72407A54744}" type="presOf" srcId="{8EA7219F-BDB2-48EB-9EEB-3133522D132E}" destId="{05F4D7F2-2486-47F0-84B7-C9744968CD1E}" srcOrd="1" destOrd="1" presId="urn:microsoft.com/office/officeart/2005/8/layout/vProcess5"/>
    <dgm:cxn modelId="{28D850BD-3A1D-4B54-9A37-2B27226F9571}" type="presOf" srcId="{F66099B6-DBBD-4AB0-82D2-877B80F846F7}" destId="{4CF6C083-4A3B-44CA-9331-C90609C9C56A}" srcOrd="1" destOrd="0" presId="urn:microsoft.com/office/officeart/2005/8/layout/vProcess5"/>
    <dgm:cxn modelId="{D85CD4BD-EA04-4113-A3FA-52D85FE1912A}" type="presOf" srcId="{744EA591-F199-49C2-B63A-82709D96C729}" destId="{C341BE26-B722-46B5-AABC-EFF474A6EEB0}" srcOrd="0" destOrd="0" presId="urn:microsoft.com/office/officeart/2005/8/layout/vProcess5"/>
    <dgm:cxn modelId="{718215C8-CA2E-4BD7-A150-866D18C7F398}" type="presOf" srcId="{F66099B6-DBBD-4AB0-82D2-877B80F846F7}" destId="{83FC438E-2A05-4FD4-9FDE-2FE19FCEB14D}" srcOrd="0" destOrd="0" presId="urn:microsoft.com/office/officeart/2005/8/layout/vProcess5"/>
    <dgm:cxn modelId="{3F967EC9-6693-466B-A2AC-A220D28909D6}" type="presOf" srcId="{36045517-CEA4-4BE3-B836-C2B6BFE5649B}" destId="{C1523ED1-C95E-43D9-9F64-383677C8FCFA}" srcOrd="0" destOrd="0" presId="urn:microsoft.com/office/officeart/2005/8/layout/vProcess5"/>
    <dgm:cxn modelId="{5670A7D8-BA42-4857-8679-D269077AD7D7}" srcId="{36045517-CEA4-4BE3-B836-C2B6BFE5649B}" destId="{110CC072-E78D-486A-BD24-8CD6CE5683E0}" srcOrd="0" destOrd="0" parTransId="{EFE20FCA-41FE-42D4-8C71-85751017ADFF}" sibTransId="{C901204A-BC8E-4B62-854A-DFB2104323F5}"/>
    <dgm:cxn modelId="{24F8CBE2-5003-4E69-A772-6B98F2B05181}" srcId="{42D71409-67F9-455C-8C6D-716D284AAA6B}" destId="{3AF880A5-0F00-4315-A5DF-1FE656798601}" srcOrd="1" destOrd="0" parTransId="{A13BB1F9-5857-4B43-8BF5-6589AA2CB759}" sibTransId="{C198C41D-2640-4669-83ED-E0CD35701C8E}"/>
    <dgm:cxn modelId="{74CD2AE4-2B85-4293-8BAA-1ECE5EF963FC}" type="presOf" srcId="{3CE06941-9820-4827-8B16-CD80CC49F780}" destId="{B499764D-CB81-414E-B1CC-EDE560A9A7FB}" srcOrd="1" destOrd="1" presId="urn:microsoft.com/office/officeart/2005/8/layout/vProcess5"/>
    <dgm:cxn modelId="{BEB859E7-C343-408E-86A1-667C27EE5761}" srcId="{B9C32B05-62EA-407A-B21C-2310C7945705}" destId="{2A22E84C-3AA3-4E9C-AE5F-9C2FB0D7FB11}" srcOrd="3" destOrd="0" parTransId="{6C025E55-DF42-4C5D-AFD5-6015FA053D46}" sibTransId="{744EA591-F199-49C2-B63A-82709D96C729}"/>
    <dgm:cxn modelId="{B01B22EC-A733-4C72-A3C2-D5C06F6D2969}" type="presOf" srcId="{F64D9B44-8949-42CE-A3F5-920CF85E6D38}" destId="{F55D6F65-BF1F-426E-8429-25C9702BC4ED}" srcOrd="1" destOrd="2" presId="urn:microsoft.com/office/officeart/2005/8/layout/vProcess5"/>
    <dgm:cxn modelId="{E7910DED-4367-4D18-8768-BDE8EEB7B481}" type="presOf" srcId="{386C2B6D-2EE1-4682-AE61-EE246CD54E31}" destId="{B499764D-CB81-414E-B1CC-EDE560A9A7FB}" srcOrd="1" destOrd="2" presId="urn:microsoft.com/office/officeart/2005/8/layout/vProcess5"/>
    <dgm:cxn modelId="{C2B777EE-DD91-44B2-89FE-64AE55DED947}" type="presOf" srcId="{2A22E84C-3AA3-4E9C-AE5F-9C2FB0D7FB11}" destId="{1269ED3D-AF5A-4C9F-914C-0F6683B5C832}" srcOrd="1" destOrd="0" presId="urn:microsoft.com/office/officeart/2005/8/layout/vProcess5"/>
    <dgm:cxn modelId="{58AD7EEF-D408-406B-87EE-4691D4C30668}" srcId="{42D71409-67F9-455C-8C6D-716D284AAA6B}" destId="{8EA7219F-BDB2-48EB-9EEB-3133522D132E}" srcOrd="0" destOrd="0" parTransId="{3EE8403A-CB7C-4815-85BD-AEBCAEB71B37}" sibTransId="{C94B7947-85DC-4B21-BB99-DF8438356F98}"/>
    <dgm:cxn modelId="{4EA374FB-96CB-4921-8875-1D93CEBDADE1}" type="presOf" srcId="{478B7D3C-9FB4-4BC6-90AC-49960560DECD}" destId="{A20F9BCF-C9FA-4E53-83B2-79B8FEAD9CB8}" srcOrd="0" destOrd="0" presId="urn:microsoft.com/office/officeart/2005/8/layout/vProcess5"/>
    <dgm:cxn modelId="{D1D893FE-DCDF-4094-8215-CA6CC8D9B694}" type="presOf" srcId="{8EA7219F-BDB2-48EB-9EEB-3133522D132E}" destId="{BC6A18A0-8717-4D09-8152-7D32F0F0554C}" srcOrd="0" destOrd="1" presId="urn:microsoft.com/office/officeart/2005/8/layout/vProcess5"/>
    <dgm:cxn modelId="{E5FD1EFF-EA06-4B47-9213-C8FE71232429}" type="presOf" srcId="{EE62A4F6-4AC4-435B-990E-81A71CE8CAC7}" destId="{B499764D-CB81-414E-B1CC-EDE560A9A7FB}" srcOrd="1" destOrd="0" presId="urn:microsoft.com/office/officeart/2005/8/layout/vProcess5"/>
    <dgm:cxn modelId="{FEA27B20-C6CD-4A72-9C0E-D071577E58C7}" type="presParOf" srcId="{5118FE25-2557-44AE-8C8B-AAC3F1650AAE}" destId="{24D85E70-71E5-4CBB-8B0E-2138F7F7B1E2}" srcOrd="0" destOrd="0" presId="urn:microsoft.com/office/officeart/2005/8/layout/vProcess5"/>
    <dgm:cxn modelId="{AFF7A249-B36F-4C3B-A7FA-BC5B8CBFF0E3}" type="presParOf" srcId="{5118FE25-2557-44AE-8C8B-AAC3F1650AAE}" destId="{BC6A18A0-8717-4D09-8152-7D32F0F0554C}" srcOrd="1" destOrd="0" presId="urn:microsoft.com/office/officeart/2005/8/layout/vProcess5"/>
    <dgm:cxn modelId="{1FD36EA5-04AE-421A-BA27-2F40A2C69DE5}" type="presParOf" srcId="{5118FE25-2557-44AE-8C8B-AAC3F1650AAE}" destId="{83FC438E-2A05-4FD4-9FDE-2FE19FCEB14D}" srcOrd="2" destOrd="0" presId="urn:microsoft.com/office/officeart/2005/8/layout/vProcess5"/>
    <dgm:cxn modelId="{787EFBCC-742E-4C6B-A961-5304FB866FC4}" type="presParOf" srcId="{5118FE25-2557-44AE-8C8B-AAC3F1650AAE}" destId="{C4E1645E-9580-4E6C-BB48-1D66AC7D5E58}" srcOrd="3" destOrd="0" presId="urn:microsoft.com/office/officeart/2005/8/layout/vProcess5"/>
    <dgm:cxn modelId="{6A4F3BBB-63CD-4F14-B264-0B84061066C8}" type="presParOf" srcId="{5118FE25-2557-44AE-8C8B-AAC3F1650AAE}" destId="{23CE8462-E2FE-429C-AF7A-0A757F75AC1D}" srcOrd="4" destOrd="0" presId="urn:microsoft.com/office/officeart/2005/8/layout/vProcess5"/>
    <dgm:cxn modelId="{55E73E23-B5B7-463B-90BF-24355548F5E0}" type="presParOf" srcId="{5118FE25-2557-44AE-8C8B-AAC3F1650AAE}" destId="{C1523ED1-C95E-43D9-9F64-383677C8FCFA}" srcOrd="5" destOrd="0" presId="urn:microsoft.com/office/officeart/2005/8/layout/vProcess5"/>
    <dgm:cxn modelId="{D794AC35-39D8-4E78-8B07-944831160E63}" type="presParOf" srcId="{5118FE25-2557-44AE-8C8B-AAC3F1650AAE}" destId="{A20F9BCF-C9FA-4E53-83B2-79B8FEAD9CB8}" srcOrd="6" destOrd="0" presId="urn:microsoft.com/office/officeart/2005/8/layout/vProcess5"/>
    <dgm:cxn modelId="{B2A7AA9C-9BF7-42D2-8D65-36AA79E3C369}" type="presParOf" srcId="{5118FE25-2557-44AE-8C8B-AAC3F1650AAE}" destId="{F56661C6-AB67-4ADB-9249-790400EEBE12}" srcOrd="7" destOrd="0" presId="urn:microsoft.com/office/officeart/2005/8/layout/vProcess5"/>
    <dgm:cxn modelId="{11CD6DD5-0D85-49FC-B1FF-36F41E401B09}" type="presParOf" srcId="{5118FE25-2557-44AE-8C8B-AAC3F1650AAE}" destId="{6716A643-E94E-436A-B762-48E021A81AE9}" srcOrd="8" destOrd="0" presId="urn:microsoft.com/office/officeart/2005/8/layout/vProcess5"/>
    <dgm:cxn modelId="{4E665E06-D484-4348-9288-4A94A65577F3}" type="presParOf" srcId="{5118FE25-2557-44AE-8C8B-AAC3F1650AAE}" destId="{C341BE26-B722-46B5-AABC-EFF474A6EEB0}" srcOrd="9" destOrd="0" presId="urn:microsoft.com/office/officeart/2005/8/layout/vProcess5"/>
    <dgm:cxn modelId="{E497139F-1555-4142-A79B-65D29749B5F5}" type="presParOf" srcId="{5118FE25-2557-44AE-8C8B-AAC3F1650AAE}" destId="{05F4D7F2-2486-47F0-84B7-C9744968CD1E}" srcOrd="10" destOrd="0" presId="urn:microsoft.com/office/officeart/2005/8/layout/vProcess5"/>
    <dgm:cxn modelId="{2AF476CF-41FF-4DB3-9228-CF8C716578D1}" type="presParOf" srcId="{5118FE25-2557-44AE-8C8B-AAC3F1650AAE}" destId="{4CF6C083-4A3B-44CA-9331-C90609C9C56A}" srcOrd="11" destOrd="0" presId="urn:microsoft.com/office/officeart/2005/8/layout/vProcess5"/>
    <dgm:cxn modelId="{6E01B1D4-A2FC-4007-A65B-8C3F340F2EB0}" type="presParOf" srcId="{5118FE25-2557-44AE-8C8B-AAC3F1650AAE}" destId="{B499764D-CB81-414E-B1CC-EDE560A9A7FB}" srcOrd="12" destOrd="0" presId="urn:microsoft.com/office/officeart/2005/8/layout/vProcess5"/>
    <dgm:cxn modelId="{4BE0DAA5-86EA-409F-B86B-794D8B14A2B3}" type="presParOf" srcId="{5118FE25-2557-44AE-8C8B-AAC3F1650AAE}" destId="{1269ED3D-AF5A-4C9F-914C-0F6683B5C832}" srcOrd="13" destOrd="0" presId="urn:microsoft.com/office/officeart/2005/8/layout/vProcess5"/>
    <dgm:cxn modelId="{2B7C04F7-D140-4C8D-B2EB-4DDDB5739521}" type="presParOf" srcId="{5118FE25-2557-44AE-8C8B-AAC3F1650AAE}" destId="{F55D6F65-BF1F-426E-8429-25C9702BC4ED}" srcOrd="14" destOrd="0" presId="urn:microsoft.com/office/officeart/2005/8/layout/vProcess5"/>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69.xml><?xml version="1.0" encoding="utf-8"?>
<dgm:dataModel xmlns:dgm="http://schemas.openxmlformats.org/drawingml/2006/diagram" xmlns:a="http://schemas.openxmlformats.org/drawingml/2006/main">
  <dgm:ptLst>
    <dgm:pt modelId="{B9C32B05-62EA-407A-B21C-2310C7945705}" type="doc">
      <dgm:prSet loTypeId="urn:microsoft.com/office/officeart/2005/8/layout/lProcess1" loCatId="process"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F66099B6-DBBD-4AB0-82D2-877B80F846F7}">
      <dgm:prSet phldrT="[Text]"/>
      <dgm:spPr/>
      <dgm:t>
        <a:bodyPr/>
        <a:lstStyle/>
        <a:p>
          <a:r>
            <a:rPr lang="en-US" dirty="0"/>
            <a:t>Lorem Ipsum</a:t>
          </a:r>
        </a:p>
      </dgm:t>
    </dgm:pt>
    <dgm:pt modelId="{B09C8BFB-F41C-4AC4-AB94-F216E3081C2D}" type="parTrans" cxnId="{B4F3EA32-CE64-4A92-9BAE-BC57E5392B05}">
      <dgm:prSet/>
      <dgm:spPr/>
      <dgm:t>
        <a:bodyPr/>
        <a:lstStyle/>
        <a:p>
          <a:endParaRPr lang="en-US"/>
        </a:p>
      </dgm:t>
    </dgm:pt>
    <dgm:pt modelId="{BC531B32-9B0E-482E-BF91-65C61F17168D}" type="sibTrans" cxnId="{B4F3EA32-CE64-4A92-9BAE-BC57E5392B05}">
      <dgm:prSet/>
      <dgm:spPr/>
      <dgm:t>
        <a:bodyPr/>
        <a:lstStyle/>
        <a:p>
          <a:endParaRPr lang="en-US"/>
        </a:p>
      </dgm:t>
    </dgm:pt>
    <dgm:pt modelId="{EE62A4F6-4AC4-435B-990E-81A71CE8CAC7}">
      <dgm:prSet phldrT="[Text]"/>
      <dgm:spPr/>
      <dgm:t>
        <a:bodyPr/>
        <a:lstStyle/>
        <a:p>
          <a:r>
            <a:rPr lang="en-US" dirty="0"/>
            <a:t>Lorem Ipsum</a:t>
          </a:r>
        </a:p>
      </dgm:t>
    </dgm:pt>
    <dgm:pt modelId="{F287B947-7343-4FA2-B288-B23A59FFAE31}" type="parTrans" cxnId="{3A2CECA6-0C5B-46BB-B7C6-7D37E9D210BD}">
      <dgm:prSet/>
      <dgm:spPr/>
      <dgm:t>
        <a:bodyPr/>
        <a:lstStyle/>
        <a:p>
          <a:endParaRPr lang="en-US"/>
        </a:p>
      </dgm:t>
    </dgm:pt>
    <dgm:pt modelId="{389F9A93-0231-4877-8C41-5D5B8DD7AAC0}" type="sibTrans" cxnId="{3A2CECA6-0C5B-46BB-B7C6-7D37E9D210BD}">
      <dgm:prSet/>
      <dgm:spPr/>
      <dgm:t>
        <a:bodyPr/>
        <a:lstStyle/>
        <a:p>
          <a:endParaRPr lang="en-US"/>
        </a:p>
      </dgm:t>
    </dgm:pt>
    <dgm:pt modelId="{8EA7219F-BDB2-48EB-9EEB-3133522D132E}">
      <dgm:prSet phldrT="[Text]"/>
      <dgm:spPr/>
      <dgm:t>
        <a:bodyPr/>
        <a:lstStyle/>
        <a:p>
          <a:r>
            <a:rPr lang="en-US" dirty="0"/>
            <a:t>Some text here</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2A22E84C-3AA3-4E9C-AE5F-9C2FB0D7FB11}">
      <dgm:prSet phldrT="[Text]"/>
      <dgm:spPr/>
      <dgm:t>
        <a:bodyPr/>
        <a:lstStyle/>
        <a:p>
          <a:r>
            <a:rPr lang="en-US" dirty="0"/>
            <a:t>Lorem Ipsum</a:t>
          </a:r>
        </a:p>
      </dgm:t>
    </dgm:pt>
    <dgm:pt modelId="{6C025E55-DF42-4C5D-AFD5-6015FA053D46}" type="parTrans" cxnId="{BEB859E7-C343-408E-86A1-667C27EE5761}">
      <dgm:prSet/>
      <dgm:spPr/>
      <dgm:t>
        <a:bodyPr/>
        <a:lstStyle/>
        <a:p>
          <a:endParaRPr lang="en-US"/>
        </a:p>
      </dgm:t>
    </dgm:pt>
    <dgm:pt modelId="{744EA591-F199-49C2-B63A-82709D96C729}" type="sibTrans" cxnId="{BEB859E7-C343-408E-86A1-667C27EE5761}">
      <dgm:prSet/>
      <dgm:spPr/>
      <dgm:t>
        <a:bodyPr/>
        <a:lstStyle/>
        <a:p>
          <a:endParaRPr lang="en-US"/>
        </a:p>
      </dgm:t>
    </dgm:pt>
    <dgm:pt modelId="{36045517-CEA4-4BE3-B836-C2B6BFE5649B}">
      <dgm:prSet phldrT="[Text]"/>
      <dgm:spPr/>
      <dgm:t>
        <a:bodyPr/>
        <a:lstStyle/>
        <a:p>
          <a:r>
            <a:rPr lang="en-US" dirty="0"/>
            <a:t>Lorem Ipsum</a:t>
          </a:r>
        </a:p>
      </dgm:t>
    </dgm:pt>
    <dgm:pt modelId="{6231A36F-9B04-4B4A-917A-7E163AFFC956}" type="parTrans" cxnId="{4019353B-443B-4DED-AA6C-3C60E18414C7}">
      <dgm:prSet/>
      <dgm:spPr/>
      <dgm:t>
        <a:bodyPr/>
        <a:lstStyle/>
        <a:p>
          <a:endParaRPr lang="en-US"/>
        </a:p>
      </dgm:t>
    </dgm:pt>
    <dgm:pt modelId="{BFF3C5ED-87D0-4709-A3B8-A7BF0668006A}" type="sibTrans" cxnId="{4019353B-443B-4DED-AA6C-3C60E18414C7}">
      <dgm:prSet/>
      <dgm:spPr/>
      <dgm:t>
        <a:bodyPr/>
        <a:lstStyle/>
        <a:p>
          <a:endParaRPr lang="en-US"/>
        </a:p>
      </dgm:t>
    </dgm:pt>
    <dgm:pt modelId="{0854609D-A2AF-49A6-89F6-E06D10BAA3B3}">
      <dgm:prSet phldrT="[Text]"/>
      <dgm:spPr/>
      <dgm:t>
        <a:bodyPr/>
        <a:lstStyle/>
        <a:p>
          <a:r>
            <a:rPr lang="en-US" dirty="0"/>
            <a:t>Some text here</a:t>
          </a:r>
        </a:p>
      </dgm:t>
    </dgm:pt>
    <dgm:pt modelId="{B6ED5BFC-63D6-434A-BA87-E1CBACB07F65}" type="parTrans" cxnId="{9A797101-9A16-42CE-9ACD-E7CFF09175C0}">
      <dgm:prSet/>
      <dgm:spPr/>
      <dgm:t>
        <a:bodyPr/>
        <a:lstStyle/>
        <a:p>
          <a:endParaRPr lang="en-US"/>
        </a:p>
      </dgm:t>
    </dgm:pt>
    <dgm:pt modelId="{25AA44C8-75B9-4A22-AC3C-621566689D20}" type="sibTrans" cxnId="{9A797101-9A16-42CE-9ACD-E7CFF09175C0}">
      <dgm:prSet/>
      <dgm:spPr/>
      <dgm:t>
        <a:bodyPr/>
        <a:lstStyle/>
        <a:p>
          <a:endParaRPr lang="en-US"/>
        </a:p>
      </dgm:t>
    </dgm:pt>
    <dgm:pt modelId="{C0DD3255-F134-497E-9DEE-84956B397027}">
      <dgm:prSet phldrT="[Text]"/>
      <dgm:spPr/>
      <dgm:t>
        <a:bodyPr/>
        <a:lstStyle/>
        <a:p>
          <a:r>
            <a:rPr lang="en-US" dirty="0"/>
            <a:t>Some text here</a:t>
          </a:r>
        </a:p>
      </dgm:t>
    </dgm:pt>
    <dgm:pt modelId="{2C66AA52-BFEE-4E42-9393-A152A0C8410B}" type="parTrans" cxnId="{C2CCAD92-0296-4FC7-9E9A-3466204FA6CD}">
      <dgm:prSet/>
      <dgm:spPr/>
      <dgm:t>
        <a:bodyPr/>
        <a:lstStyle/>
        <a:p>
          <a:endParaRPr lang="en-US"/>
        </a:p>
      </dgm:t>
    </dgm:pt>
    <dgm:pt modelId="{1541EC0F-AD84-408D-BCA2-D0C62C186FA9}" type="sibTrans" cxnId="{C2CCAD92-0296-4FC7-9E9A-3466204FA6CD}">
      <dgm:prSet/>
      <dgm:spPr/>
      <dgm:t>
        <a:bodyPr/>
        <a:lstStyle/>
        <a:p>
          <a:endParaRPr lang="en-US"/>
        </a:p>
      </dgm:t>
    </dgm:pt>
    <dgm:pt modelId="{3721FEBD-E3F1-409F-8A58-41003D5AE70E}">
      <dgm:prSet phldrT="[Text]"/>
      <dgm:spPr/>
      <dgm:t>
        <a:bodyPr/>
        <a:lstStyle/>
        <a:p>
          <a:r>
            <a:rPr lang="en-US" dirty="0"/>
            <a:t>Some text here</a:t>
          </a:r>
        </a:p>
      </dgm:t>
    </dgm:pt>
    <dgm:pt modelId="{BF4FA708-E5AD-4BA8-AEB3-F1A55A893707}" type="parTrans" cxnId="{FACF981F-FBDE-4A1A-983B-0EC5F575E3BD}">
      <dgm:prSet/>
      <dgm:spPr/>
      <dgm:t>
        <a:bodyPr/>
        <a:lstStyle/>
        <a:p>
          <a:endParaRPr lang="en-US"/>
        </a:p>
      </dgm:t>
    </dgm:pt>
    <dgm:pt modelId="{D4BEDE94-B631-4C2B-91EA-D0EAB604F12F}" type="sibTrans" cxnId="{FACF981F-FBDE-4A1A-983B-0EC5F575E3BD}">
      <dgm:prSet/>
      <dgm:spPr/>
      <dgm:t>
        <a:bodyPr/>
        <a:lstStyle/>
        <a:p>
          <a:endParaRPr lang="en-US"/>
        </a:p>
      </dgm:t>
    </dgm:pt>
    <dgm:pt modelId="{D177AD9A-6299-4836-85AF-9A65D2FBB2DF}">
      <dgm:prSet phldrT="[Text]"/>
      <dgm:spPr/>
      <dgm:t>
        <a:bodyPr/>
        <a:lstStyle/>
        <a:p>
          <a:r>
            <a:rPr lang="en-US" dirty="0"/>
            <a:t>Some text here</a:t>
          </a:r>
        </a:p>
      </dgm:t>
    </dgm:pt>
    <dgm:pt modelId="{7B63A9BC-57AA-4556-A772-07382F55CFE9}" type="parTrans" cxnId="{F2FCDD26-E4F7-4F60-94B7-D65A93F3CCB1}">
      <dgm:prSet/>
      <dgm:spPr/>
      <dgm:t>
        <a:bodyPr/>
        <a:lstStyle/>
        <a:p>
          <a:endParaRPr lang="en-US"/>
        </a:p>
      </dgm:t>
    </dgm:pt>
    <dgm:pt modelId="{0598DBF5-3DC7-4C89-8C4B-E8E2C04E451A}" type="sibTrans" cxnId="{F2FCDD26-E4F7-4F60-94B7-D65A93F3CCB1}">
      <dgm:prSet/>
      <dgm:spPr/>
      <dgm:t>
        <a:bodyPr/>
        <a:lstStyle/>
        <a:p>
          <a:endParaRPr lang="en-US"/>
        </a:p>
      </dgm:t>
    </dgm:pt>
    <dgm:pt modelId="{D609BAD3-7E23-4919-80E2-84D5E3359CC9}">
      <dgm:prSet phldrT="[Text]"/>
      <dgm:spPr/>
      <dgm:t>
        <a:bodyPr/>
        <a:lstStyle/>
        <a:p>
          <a:r>
            <a:rPr lang="en-US" dirty="0"/>
            <a:t>Some text here</a:t>
          </a:r>
        </a:p>
      </dgm:t>
    </dgm:pt>
    <dgm:pt modelId="{4DE58457-1C38-45E9-9B19-3AB6DDD41D31}" type="parTrans" cxnId="{8BAB8744-A03B-48AD-BE6B-C53196E2FAFA}">
      <dgm:prSet/>
      <dgm:spPr/>
      <dgm:t>
        <a:bodyPr/>
        <a:lstStyle/>
        <a:p>
          <a:endParaRPr lang="en-US"/>
        </a:p>
      </dgm:t>
    </dgm:pt>
    <dgm:pt modelId="{AE2AB03F-AAD5-470E-A4D8-6A2861F9DA79}" type="sibTrans" cxnId="{8BAB8744-A03B-48AD-BE6B-C53196E2FAFA}">
      <dgm:prSet/>
      <dgm:spPr/>
      <dgm:t>
        <a:bodyPr/>
        <a:lstStyle/>
        <a:p>
          <a:endParaRPr lang="en-US"/>
        </a:p>
      </dgm:t>
    </dgm:pt>
    <dgm:pt modelId="{9AD36789-0A0D-4FB8-80A7-CAEB10357D60}">
      <dgm:prSet phldrT="[Text]"/>
      <dgm:spPr/>
      <dgm:t>
        <a:bodyPr/>
        <a:lstStyle/>
        <a:p>
          <a:r>
            <a:rPr lang="en-US" dirty="0"/>
            <a:t>Some text here</a:t>
          </a:r>
        </a:p>
      </dgm:t>
    </dgm:pt>
    <dgm:pt modelId="{6868D845-D0AA-4083-9338-98CBF434A624}" type="parTrans" cxnId="{6DE62E06-F55A-4857-85CA-B75C0B9B1A7D}">
      <dgm:prSet/>
      <dgm:spPr/>
      <dgm:t>
        <a:bodyPr/>
        <a:lstStyle/>
        <a:p>
          <a:endParaRPr lang="en-US"/>
        </a:p>
      </dgm:t>
    </dgm:pt>
    <dgm:pt modelId="{57FC1FFE-F919-4BA4-90AE-328F9FF4AA85}" type="sibTrans" cxnId="{6DE62E06-F55A-4857-85CA-B75C0B9B1A7D}">
      <dgm:prSet/>
      <dgm:spPr/>
      <dgm:t>
        <a:bodyPr/>
        <a:lstStyle/>
        <a:p>
          <a:endParaRPr lang="en-US"/>
        </a:p>
      </dgm:t>
    </dgm:pt>
    <dgm:pt modelId="{6A34D1E0-D5E7-4507-8BB9-EFF858F7A7BE}">
      <dgm:prSet phldrT="[Text]"/>
      <dgm:spPr/>
      <dgm:t>
        <a:bodyPr/>
        <a:lstStyle/>
        <a:p>
          <a:r>
            <a:rPr lang="en-US" dirty="0"/>
            <a:t>Some text here</a:t>
          </a:r>
        </a:p>
      </dgm:t>
    </dgm:pt>
    <dgm:pt modelId="{FA450DCC-C648-474A-BF64-79AECEE459BA}" type="parTrans" cxnId="{A848AE84-D597-4328-BCBE-651F8C37F60A}">
      <dgm:prSet/>
      <dgm:spPr/>
      <dgm:t>
        <a:bodyPr/>
        <a:lstStyle/>
        <a:p>
          <a:endParaRPr lang="en-US"/>
        </a:p>
      </dgm:t>
    </dgm:pt>
    <dgm:pt modelId="{45BAD563-8001-4786-95E2-9A9ECF3AEBF4}" type="sibTrans" cxnId="{A848AE84-D597-4328-BCBE-651F8C37F60A}">
      <dgm:prSet/>
      <dgm:spPr/>
      <dgm:t>
        <a:bodyPr/>
        <a:lstStyle/>
        <a:p>
          <a:endParaRPr lang="en-US"/>
        </a:p>
      </dgm:t>
    </dgm:pt>
    <dgm:pt modelId="{F28FDD5D-7925-4E96-8F2B-03C7D1BFF0B7}">
      <dgm:prSet phldrT="[Text]"/>
      <dgm:spPr/>
      <dgm:t>
        <a:bodyPr/>
        <a:lstStyle/>
        <a:p>
          <a:r>
            <a:rPr lang="en-US" dirty="0"/>
            <a:t>Some text here</a:t>
          </a:r>
        </a:p>
      </dgm:t>
    </dgm:pt>
    <dgm:pt modelId="{A8D33E9F-18DD-44B6-A995-0EDC780D9668}" type="parTrans" cxnId="{8308327F-2128-49DC-9075-92D5BE2D13DF}">
      <dgm:prSet/>
      <dgm:spPr/>
      <dgm:t>
        <a:bodyPr/>
        <a:lstStyle/>
        <a:p>
          <a:endParaRPr lang="en-US"/>
        </a:p>
      </dgm:t>
    </dgm:pt>
    <dgm:pt modelId="{C1720DDC-C301-4BFF-BA09-9E0891DA0ABC}" type="sibTrans" cxnId="{8308327F-2128-49DC-9075-92D5BE2D13DF}">
      <dgm:prSet/>
      <dgm:spPr/>
      <dgm:t>
        <a:bodyPr/>
        <a:lstStyle/>
        <a:p>
          <a:endParaRPr lang="en-US"/>
        </a:p>
      </dgm:t>
    </dgm:pt>
    <dgm:pt modelId="{34958454-7C1B-4B63-A1BE-11F001344684}">
      <dgm:prSet phldrT="[Text]"/>
      <dgm:spPr/>
      <dgm:t>
        <a:bodyPr/>
        <a:lstStyle/>
        <a:p>
          <a:r>
            <a:rPr lang="en-US" dirty="0"/>
            <a:t>Some text here</a:t>
          </a:r>
        </a:p>
      </dgm:t>
    </dgm:pt>
    <dgm:pt modelId="{A070DCE3-04F5-4F9C-B467-2EB5A6AEB9C9}" type="parTrans" cxnId="{12928E11-8F78-47BD-86CB-4B396EBF4577}">
      <dgm:prSet/>
      <dgm:spPr/>
      <dgm:t>
        <a:bodyPr/>
        <a:lstStyle/>
        <a:p>
          <a:endParaRPr lang="en-US"/>
        </a:p>
      </dgm:t>
    </dgm:pt>
    <dgm:pt modelId="{E1606F68-BBFE-426A-A3C5-158371D7A617}" type="sibTrans" cxnId="{12928E11-8F78-47BD-86CB-4B396EBF4577}">
      <dgm:prSet/>
      <dgm:spPr/>
      <dgm:t>
        <a:bodyPr/>
        <a:lstStyle/>
        <a:p>
          <a:endParaRPr lang="en-US"/>
        </a:p>
      </dgm:t>
    </dgm:pt>
    <dgm:pt modelId="{6502BE45-961F-4CAC-BC47-EB4B6B3C5645}">
      <dgm:prSet phldrT="[Text]"/>
      <dgm:spPr/>
      <dgm:t>
        <a:bodyPr/>
        <a:lstStyle/>
        <a:p>
          <a:r>
            <a:rPr lang="en-US" dirty="0"/>
            <a:t>Some text here</a:t>
          </a:r>
        </a:p>
      </dgm:t>
    </dgm:pt>
    <dgm:pt modelId="{9179ED92-5053-4D68-AC53-6040DC279287}" type="parTrans" cxnId="{822FBBCE-7755-467B-8A0F-AFD9C310793F}">
      <dgm:prSet/>
      <dgm:spPr/>
      <dgm:t>
        <a:bodyPr/>
        <a:lstStyle/>
        <a:p>
          <a:endParaRPr lang="en-US"/>
        </a:p>
      </dgm:t>
    </dgm:pt>
    <dgm:pt modelId="{377A0029-2BFA-4E17-9F0F-8E15C24D50F0}" type="sibTrans" cxnId="{822FBBCE-7755-467B-8A0F-AFD9C310793F}">
      <dgm:prSet/>
      <dgm:spPr/>
      <dgm:t>
        <a:bodyPr/>
        <a:lstStyle/>
        <a:p>
          <a:endParaRPr lang="en-US"/>
        </a:p>
      </dgm:t>
    </dgm:pt>
    <dgm:pt modelId="{3DA4B531-B355-4FEE-9D1F-294002FCC703}">
      <dgm:prSet phldrT="[Text]"/>
      <dgm:spPr/>
      <dgm:t>
        <a:bodyPr/>
        <a:lstStyle/>
        <a:p>
          <a:r>
            <a:rPr lang="en-US" dirty="0"/>
            <a:t>Some text here</a:t>
          </a:r>
        </a:p>
      </dgm:t>
    </dgm:pt>
    <dgm:pt modelId="{58FE18C0-DE6C-4F50-92AF-EFDD1FAD4C58}" type="parTrans" cxnId="{35DD555D-93DF-4DA5-B195-1057A3718D7E}">
      <dgm:prSet/>
      <dgm:spPr/>
      <dgm:t>
        <a:bodyPr/>
        <a:lstStyle/>
        <a:p>
          <a:endParaRPr lang="en-US"/>
        </a:p>
      </dgm:t>
    </dgm:pt>
    <dgm:pt modelId="{6CFA37AF-8F90-45E7-8914-2E8B1E24DCF4}" type="sibTrans" cxnId="{35DD555D-93DF-4DA5-B195-1057A3718D7E}">
      <dgm:prSet/>
      <dgm:spPr/>
      <dgm:t>
        <a:bodyPr/>
        <a:lstStyle/>
        <a:p>
          <a:endParaRPr lang="en-US"/>
        </a:p>
      </dgm:t>
    </dgm:pt>
    <dgm:pt modelId="{BEB148C3-B43F-4348-B892-013C0A133752}">
      <dgm:prSet phldrT="[Text]"/>
      <dgm:spPr/>
      <dgm:t>
        <a:bodyPr/>
        <a:lstStyle/>
        <a:p>
          <a:r>
            <a:rPr lang="en-US" dirty="0"/>
            <a:t>Some text here</a:t>
          </a:r>
        </a:p>
      </dgm:t>
    </dgm:pt>
    <dgm:pt modelId="{6107C9E1-85AC-4C98-A44F-359838A4F97E}" type="parTrans" cxnId="{59B79A2E-36EC-445F-865C-6E2421E021CB}">
      <dgm:prSet/>
      <dgm:spPr/>
      <dgm:t>
        <a:bodyPr/>
        <a:lstStyle/>
        <a:p>
          <a:endParaRPr lang="en-US"/>
        </a:p>
      </dgm:t>
    </dgm:pt>
    <dgm:pt modelId="{EA647127-00E0-44C1-A387-6684E5707F9E}" type="sibTrans" cxnId="{59B79A2E-36EC-445F-865C-6E2421E021CB}">
      <dgm:prSet/>
      <dgm:spPr/>
      <dgm:t>
        <a:bodyPr/>
        <a:lstStyle/>
        <a:p>
          <a:endParaRPr lang="en-US"/>
        </a:p>
      </dgm:t>
    </dgm:pt>
    <dgm:pt modelId="{187D634D-7101-40CC-BCD4-85FA1E4FDF0B}">
      <dgm:prSet phldrT="[Text]"/>
      <dgm:spPr/>
      <dgm:t>
        <a:bodyPr/>
        <a:lstStyle/>
        <a:p>
          <a:r>
            <a:rPr lang="en-US" dirty="0"/>
            <a:t>Some text here</a:t>
          </a:r>
        </a:p>
      </dgm:t>
    </dgm:pt>
    <dgm:pt modelId="{AD7D7FBA-AB06-4D0C-A1EB-86F2DA517AE9}" type="parTrans" cxnId="{050CD138-5366-4526-9E38-93324548AA49}">
      <dgm:prSet/>
      <dgm:spPr/>
      <dgm:t>
        <a:bodyPr/>
        <a:lstStyle/>
        <a:p>
          <a:endParaRPr lang="en-US"/>
        </a:p>
      </dgm:t>
    </dgm:pt>
    <dgm:pt modelId="{37808964-A14B-44D7-9442-097A833EC14E}" type="sibTrans" cxnId="{050CD138-5366-4526-9E38-93324548AA49}">
      <dgm:prSet/>
      <dgm:spPr/>
      <dgm:t>
        <a:bodyPr/>
        <a:lstStyle/>
        <a:p>
          <a:endParaRPr lang="en-US"/>
        </a:p>
      </dgm:t>
    </dgm:pt>
    <dgm:pt modelId="{6D3EE4F9-95CA-4AD8-AFB5-66E7A185FFE6}">
      <dgm:prSet phldrT="[Text]"/>
      <dgm:spPr/>
      <dgm:t>
        <a:bodyPr/>
        <a:lstStyle/>
        <a:p>
          <a:r>
            <a:rPr lang="en-US" dirty="0"/>
            <a:t>Some text here</a:t>
          </a:r>
        </a:p>
      </dgm:t>
    </dgm:pt>
    <dgm:pt modelId="{30A55E7B-0D74-4262-B921-0DDC84F58F55}" type="parTrans" cxnId="{64F54158-5AD2-4BBF-8D02-C7CCD6B01718}">
      <dgm:prSet/>
      <dgm:spPr/>
      <dgm:t>
        <a:bodyPr/>
        <a:lstStyle/>
        <a:p>
          <a:endParaRPr lang="en-US"/>
        </a:p>
      </dgm:t>
    </dgm:pt>
    <dgm:pt modelId="{34B75C95-EDE5-4357-A421-1899EAFCC30F}" type="sibTrans" cxnId="{64F54158-5AD2-4BBF-8D02-C7CCD6B01718}">
      <dgm:prSet/>
      <dgm:spPr/>
      <dgm:t>
        <a:bodyPr/>
        <a:lstStyle/>
        <a:p>
          <a:endParaRPr lang="en-US"/>
        </a:p>
      </dgm:t>
    </dgm:pt>
    <dgm:pt modelId="{D9214BA5-9DB7-41D4-8060-766BDC202A44}">
      <dgm:prSet phldrT="[Text]"/>
      <dgm:spPr/>
      <dgm:t>
        <a:bodyPr/>
        <a:lstStyle/>
        <a:p>
          <a:r>
            <a:rPr lang="en-US" dirty="0"/>
            <a:t>Some text here</a:t>
          </a:r>
        </a:p>
      </dgm:t>
    </dgm:pt>
    <dgm:pt modelId="{2E84F4DF-33BC-41AA-BD11-6F786406AEA0}" type="parTrans" cxnId="{7582BF02-0FB8-43D2-95D6-C35699EFE672}">
      <dgm:prSet/>
      <dgm:spPr/>
      <dgm:t>
        <a:bodyPr/>
        <a:lstStyle/>
        <a:p>
          <a:endParaRPr lang="en-US"/>
        </a:p>
      </dgm:t>
    </dgm:pt>
    <dgm:pt modelId="{8D767E26-23FC-4C95-B350-73903AC3FDCC}" type="sibTrans" cxnId="{7582BF02-0FB8-43D2-95D6-C35699EFE672}">
      <dgm:prSet/>
      <dgm:spPr/>
      <dgm:t>
        <a:bodyPr/>
        <a:lstStyle/>
        <a:p>
          <a:endParaRPr lang="en-US"/>
        </a:p>
      </dgm:t>
    </dgm:pt>
    <dgm:pt modelId="{A63F3D27-0873-46B7-AC25-DA673E18E20F}">
      <dgm:prSet phldrT="[Text]"/>
      <dgm:spPr/>
      <dgm:t>
        <a:bodyPr/>
        <a:lstStyle/>
        <a:p>
          <a:r>
            <a:rPr lang="en-US" dirty="0"/>
            <a:t>Some text here</a:t>
          </a:r>
        </a:p>
      </dgm:t>
    </dgm:pt>
    <dgm:pt modelId="{60817C4A-5846-4C9A-885F-EFED8A64864F}" type="parTrans" cxnId="{CC94EE5E-378A-41DC-8DF6-9F133430F7D8}">
      <dgm:prSet/>
      <dgm:spPr/>
      <dgm:t>
        <a:bodyPr/>
        <a:lstStyle/>
        <a:p>
          <a:endParaRPr lang="en-US"/>
        </a:p>
      </dgm:t>
    </dgm:pt>
    <dgm:pt modelId="{DABEB2EC-19B3-4F3E-83F5-477137F08B04}" type="sibTrans" cxnId="{CC94EE5E-378A-41DC-8DF6-9F133430F7D8}">
      <dgm:prSet/>
      <dgm:spPr/>
      <dgm:t>
        <a:bodyPr/>
        <a:lstStyle/>
        <a:p>
          <a:endParaRPr lang="en-US"/>
        </a:p>
      </dgm:t>
    </dgm:pt>
    <dgm:pt modelId="{D0B15C93-494D-4712-8135-3EF9DA92D5B5}">
      <dgm:prSet phldrT="[Text]"/>
      <dgm:spPr/>
      <dgm:t>
        <a:bodyPr/>
        <a:lstStyle/>
        <a:p>
          <a:r>
            <a:rPr lang="en-US" dirty="0"/>
            <a:t>Some text here</a:t>
          </a:r>
        </a:p>
      </dgm:t>
    </dgm:pt>
    <dgm:pt modelId="{32263E5A-C969-4450-B5E0-9AD6827D9502}" type="parTrans" cxnId="{9A4FAF6B-CA5F-42E8-8223-3E671DA6051C}">
      <dgm:prSet/>
      <dgm:spPr/>
      <dgm:t>
        <a:bodyPr/>
        <a:lstStyle/>
        <a:p>
          <a:endParaRPr lang="en-US"/>
        </a:p>
      </dgm:t>
    </dgm:pt>
    <dgm:pt modelId="{C464AA8F-B71C-45DD-AB10-F2A16498A6F6}" type="sibTrans" cxnId="{9A4FAF6B-CA5F-42E8-8223-3E671DA6051C}">
      <dgm:prSet/>
      <dgm:spPr/>
      <dgm:t>
        <a:bodyPr/>
        <a:lstStyle/>
        <a:p>
          <a:endParaRPr lang="en-US"/>
        </a:p>
      </dgm:t>
    </dgm:pt>
    <dgm:pt modelId="{29A8E326-CA3E-4DD7-A3E5-EEB939FDC5B9}">
      <dgm:prSet phldrT="[Text]"/>
      <dgm:spPr/>
      <dgm:t>
        <a:bodyPr/>
        <a:lstStyle/>
        <a:p>
          <a:r>
            <a:rPr lang="en-US" dirty="0"/>
            <a:t>Some text here</a:t>
          </a:r>
        </a:p>
      </dgm:t>
    </dgm:pt>
    <dgm:pt modelId="{E27E8B47-41DD-4AC1-BA59-382CC4CA7263}" type="parTrans" cxnId="{5DFCF817-201A-45BD-B0F5-CCB641B78FC9}">
      <dgm:prSet/>
      <dgm:spPr/>
      <dgm:t>
        <a:bodyPr/>
        <a:lstStyle/>
        <a:p>
          <a:endParaRPr lang="en-US"/>
        </a:p>
      </dgm:t>
    </dgm:pt>
    <dgm:pt modelId="{5586D060-01ED-4792-BD2B-0C22A95AD3D5}" type="sibTrans" cxnId="{5DFCF817-201A-45BD-B0F5-CCB641B78FC9}">
      <dgm:prSet/>
      <dgm:spPr/>
      <dgm:t>
        <a:bodyPr/>
        <a:lstStyle/>
        <a:p>
          <a:endParaRPr lang="en-US"/>
        </a:p>
      </dgm:t>
    </dgm:pt>
    <dgm:pt modelId="{9F5D99C4-074C-4FF9-9F17-A80FD82B036F}">
      <dgm:prSet phldrT="[Text]"/>
      <dgm:spPr/>
      <dgm:t>
        <a:bodyPr/>
        <a:lstStyle/>
        <a:p>
          <a:r>
            <a:rPr lang="en-US" dirty="0"/>
            <a:t>Some text here</a:t>
          </a:r>
        </a:p>
      </dgm:t>
    </dgm:pt>
    <dgm:pt modelId="{88C3E0D5-829C-40B6-AF5A-21ED07D82568}" type="parTrans" cxnId="{92FDD4EE-8EC6-41B3-8386-C39CEAA52138}">
      <dgm:prSet/>
      <dgm:spPr/>
      <dgm:t>
        <a:bodyPr/>
        <a:lstStyle/>
        <a:p>
          <a:endParaRPr lang="en-US"/>
        </a:p>
      </dgm:t>
    </dgm:pt>
    <dgm:pt modelId="{A0A707C2-E391-4B94-93BE-6DE18A66CB4C}" type="sibTrans" cxnId="{92FDD4EE-8EC6-41B3-8386-C39CEAA52138}">
      <dgm:prSet/>
      <dgm:spPr/>
      <dgm:t>
        <a:bodyPr/>
        <a:lstStyle/>
        <a:p>
          <a:endParaRPr lang="en-US"/>
        </a:p>
      </dgm:t>
    </dgm:pt>
    <dgm:pt modelId="{527F37CE-A6AF-4AA5-93B0-D8F6E9459FAD}" type="pres">
      <dgm:prSet presAssocID="{B9C32B05-62EA-407A-B21C-2310C7945705}" presName="Name0" presStyleCnt="0">
        <dgm:presLayoutVars>
          <dgm:dir/>
          <dgm:animLvl val="lvl"/>
          <dgm:resizeHandles val="exact"/>
        </dgm:presLayoutVars>
      </dgm:prSet>
      <dgm:spPr/>
    </dgm:pt>
    <dgm:pt modelId="{9EB8B258-4ADF-496E-86A4-F3B96862C669}" type="pres">
      <dgm:prSet presAssocID="{42D71409-67F9-455C-8C6D-716D284AAA6B}" presName="vertFlow" presStyleCnt="0"/>
      <dgm:spPr/>
    </dgm:pt>
    <dgm:pt modelId="{5637637D-3716-4DBE-9533-4E47D09D1AF0}" type="pres">
      <dgm:prSet presAssocID="{42D71409-67F9-455C-8C6D-716D284AAA6B}" presName="header" presStyleLbl="node1" presStyleIdx="0" presStyleCnt="5"/>
      <dgm:spPr/>
    </dgm:pt>
    <dgm:pt modelId="{D6ECD405-8B66-4D32-82C2-866E85074815}" type="pres">
      <dgm:prSet presAssocID="{3EE8403A-CB7C-4815-85BD-AEBCAEB71B37}" presName="parTrans" presStyleLbl="sibTrans2D1" presStyleIdx="0" presStyleCnt="20"/>
      <dgm:spPr/>
    </dgm:pt>
    <dgm:pt modelId="{F5286FD8-AA05-4E0E-8A65-FB7BD49018EA}" type="pres">
      <dgm:prSet presAssocID="{8EA7219F-BDB2-48EB-9EEB-3133522D132E}" presName="child" presStyleLbl="alignAccFollowNode1" presStyleIdx="0" presStyleCnt="20">
        <dgm:presLayoutVars>
          <dgm:chMax val="0"/>
          <dgm:bulletEnabled val="1"/>
        </dgm:presLayoutVars>
      </dgm:prSet>
      <dgm:spPr/>
    </dgm:pt>
    <dgm:pt modelId="{B7A4A02D-6043-4AE7-9C50-C729A4C47301}" type="pres">
      <dgm:prSet presAssocID="{C94B7947-85DC-4B21-BB99-DF8438356F98}" presName="sibTrans" presStyleLbl="sibTrans2D1" presStyleIdx="1" presStyleCnt="20"/>
      <dgm:spPr/>
    </dgm:pt>
    <dgm:pt modelId="{27E31EE3-105D-4DB3-A524-C95692C7934A}" type="pres">
      <dgm:prSet presAssocID="{0854609D-A2AF-49A6-89F6-E06D10BAA3B3}" presName="child" presStyleLbl="alignAccFollowNode1" presStyleIdx="1" presStyleCnt="20">
        <dgm:presLayoutVars>
          <dgm:chMax val="0"/>
          <dgm:bulletEnabled val="1"/>
        </dgm:presLayoutVars>
      </dgm:prSet>
      <dgm:spPr/>
    </dgm:pt>
    <dgm:pt modelId="{782C2B3A-D8BC-428C-B6C0-378629D79921}" type="pres">
      <dgm:prSet presAssocID="{25AA44C8-75B9-4A22-AC3C-621566689D20}" presName="sibTrans" presStyleLbl="sibTrans2D1" presStyleIdx="2" presStyleCnt="20"/>
      <dgm:spPr/>
    </dgm:pt>
    <dgm:pt modelId="{B2C39E33-824F-4157-B4C2-B68440C79C77}" type="pres">
      <dgm:prSet presAssocID="{3721FEBD-E3F1-409F-8A58-41003D5AE70E}" presName="child" presStyleLbl="alignAccFollowNode1" presStyleIdx="2" presStyleCnt="20">
        <dgm:presLayoutVars>
          <dgm:chMax val="0"/>
          <dgm:bulletEnabled val="1"/>
        </dgm:presLayoutVars>
      </dgm:prSet>
      <dgm:spPr/>
    </dgm:pt>
    <dgm:pt modelId="{793C3C94-80F1-4674-A1A1-7F4D9FC7542D}" type="pres">
      <dgm:prSet presAssocID="{D4BEDE94-B631-4C2B-91EA-D0EAB604F12F}" presName="sibTrans" presStyleLbl="sibTrans2D1" presStyleIdx="3" presStyleCnt="20"/>
      <dgm:spPr/>
    </dgm:pt>
    <dgm:pt modelId="{81ED0EEB-1CD2-474D-9969-2D7C983BC6BE}" type="pres">
      <dgm:prSet presAssocID="{C0DD3255-F134-497E-9DEE-84956B397027}" presName="child" presStyleLbl="alignAccFollowNode1" presStyleIdx="3" presStyleCnt="20">
        <dgm:presLayoutVars>
          <dgm:chMax val="0"/>
          <dgm:bulletEnabled val="1"/>
        </dgm:presLayoutVars>
      </dgm:prSet>
      <dgm:spPr/>
    </dgm:pt>
    <dgm:pt modelId="{75442BDB-65E8-47A7-AF7F-EF304AB9317E}" type="pres">
      <dgm:prSet presAssocID="{42D71409-67F9-455C-8C6D-716D284AAA6B}" presName="hSp" presStyleCnt="0"/>
      <dgm:spPr/>
    </dgm:pt>
    <dgm:pt modelId="{235AFD90-C78B-4679-A5B4-9DD6A5B94031}" type="pres">
      <dgm:prSet presAssocID="{F66099B6-DBBD-4AB0-82D2-877B80F846F7}" presName="vertFlow" presStyleCnt="0"/>
      <dgm:spPr/>
    </dgm:pt>
    <dgm:pt modelId="{1E2FD729-6411-4E0B-B9E9-2ADE6B1ABB4D}" type="pres">
      <dgm:prSet presAssocID="{F66099B6-DBBD-4AB0-82D2-877B80F846F7}" presName="header" presStyleLbl="node1" presStyleIdx="1" presStyleCnt="5"/>
      <dgm:spPr/>
    </dgm:pt>
    <dgm:pt modelId="{6912CBF2-ACBF-4D95-BAEF-276F2B8927ED}" type="pres">
      <dgm:prSet presAssocID="{7B63A9BC-57AA-4556-A772-07382F55CFE9}" presName="parTrans" presStyleLbl="sibTrans2D1" presStyleIdx="4" presStyleCnt="20"/>
      <dgm:spPr/>
    </dgm:pt>
    <dgm:pt modelId="{31E9BE3C-2C56-4ADA-AA32-F15181576355}" type="pres">
      <dgm:prSet presAssocID="{D177AD9A-6299-4836-85AF-9A65D2FBB2DF}" presName="child" presStyleLbl="alignAccFollowNode1" presStyleIdx="4" presStyleCnt="20">
        <dgm:presLayoutVars>
          <dgm:chMax val="0"/>
          <dgm:bulletEnabled val="1"/>
        </dgm:presLayoutVars>
      </dgm:prSet>
      <dgm:spPr/>
    </dgm:pt>
    <dgm:pt modelId="{205B03C3-F50D-4B38-8A6E-8B4F59DAF5BD}" type="pres">
      <dgm:prSet presAssocID="{0598DBF5-3DC7-4C89-8C4B-E8E2C04E451A}" presName="sibTrans" presStyleLbl="sibTrans2D1" presStyleIdx="5" presStyleCnt="20"/>
      <dgm:spPr/>
    </dgm:pt>
    <dgm:pt modelId="{1801855A-853D-4AA1-B059-09AF2467A544}" type="pres">
      <dgm:prSet presAssocID="{D609BAD3-7E23-4919-80E2-84D5E3359CC9}" presName="child" presStyleLbl="alignAccFollowNode1" presStyleIdx="5" presStyleCnt="20">
        <dgm:presLayoutVars>
          <dgm:chMax val="0"/>
          <dgm:bulletEnabled val="1"/>
        </dgm:presLayoutVars>
      </dgm:prSet>
      <dgm:spPr/>
    </dgm:pt>
    <dgm:pt modelId="{7AE4BC36-DBA0-4287-AC7B-3BC21D88440B}" type="pres">
      <dgm:prSet presAssocID="{AE2AB03F-AAD5-470E-A4D8-6A2861F9DA79}" presName="sibTrans" presStyleLbl="sibTrans2D1" presStyleIdx="6" presStyleCnt="20"/>
      <dgm:spPr/>
    </dgm:pt>
    <dgm:pt modelId="{BECC7F06-5586-4CF4-BF99-DA144A2CF077}" type="pres">
      <dgm:prSet presAssocID="{9AD36789-0A0D-4FB8-80A7-CAEB10357D60}" presName="child" presStyleLbl="alignAccFollowNode1" presStyleIdx="6" presStyleCnt="20">
        <dgm:presLayoutVars>
          <dgm:chMax val="0"/>
          <dgm:bulletEnabled val="1"/>
        </dgm:presLayoutVars>
      </dgm:prSet>
      <dgm:spPr/>
    </dgm:pt>
    <dgm:pt modelId="{8BECB069-9692-4A46-968E-3BE536D534B2}" type="pres">
      <dgm:prSet presAssocID="{57FC1FFE-F919-4BA4-90AE-328F9FF4AA85}" presName="sibTrans" presStyleLbl="sibTrans2D1" presStyleIdx="7" presStyleCnt="20"/>
      <dgm:spPr/>
    </dgm:pt>
    <dgm:pt modelId="{549173C2-B1CA-416E-9E4E-9D9946511090}" type="pres">
      <dgm:prSet presAssocID="{6A34D1E0-D5E7-4507-8BB9-EFF858F7A7BE}" presName="child" presStyleLbl="alignAccFollowNode1" presStyleIdx="7" presStyleCnt="20">
        <dgm:presLayoutVars>
          <dgm:chMax val="0"/>
          <dgm:bulletEnabled val="1"/>
        </dgm:presLayoutVars>
      </dgm:prSet>
      <dgm:spPr/>
    </dgm:pt>
    <dgm:pt modelId="{C08F37F4-0A8A-4DF3-984F-A840CD1C5901}" type="pres">
      <dgm:prSet presAssocID="{F66099B6-DBBD-4AB0-82D2-877B80F846F7}" presName="hSp" presStyleCnt="0"/>
      <dgm:spPr/>
    </dgm:pt>
    <dgm:pt modelId="{C6083076-E6E3-4DE4-BCEF-87ABA056D698}" type="pres">
      <dgm:prSet presAssocID="{EE62A4F6-4AC4-435B-990E-81A71CE8CAC7}" presName="vertFlow" presStyleCnt="0"/>
      <dgm:spPr/>
    </dgm:pt>
    <dgm:pt modelId="{408BC469-D4E6-46A8-981F-E6341FA5AD8E}" type="pres">
      <dgm:prSet presAssocID="{EE62A4F6-4AC4-435B-990E-81A71CE8CAC7}" presName="header" presStyleLbl="node1" presStyleIdx="2" presStyleCnt="5"/>
      <dgm:spPr/>
    </dgm:pt>
    <dgm:pt modelId="{0977308C-A116-4DAE-B7C3-6B06B7796D7E}" type="pres">
      <dgm:prSet presAssocID="{A8D33E9F-18DD-44B6-A995-0EDC780D9668}" presName="parTrans" presStyleLbl="sibTrans2D1" presStyleIdx="8" presStyleCnt="20"/>
      <dgm:spPr/>
    </dgm:pt>
    <dgm:pt modelId="{387DCF9A-BDCB-4DE1-A88F-70DF288ED11F}" type="pres">
      <dgm:prSet presAssocID="{F28FDD5D-7925-4E96-8F2B-03C7D1BFF0B7}" presName="child" presStyleLbl="alignAccFollowNode1" presStyleIdx="8" presStyleCnt="20">
        <dgm:presLayoutVars>
          <dgm:chMax val="0"/>
          <dgm:bulletEnabled val="1"/>
        </dgm:presLayoutVars>
      </dgm:prSet>
      <dgm:spPr/>
    </dgm:pt>
    <dgm:pt modelId="{41F6CCC5-7009-4F68-BA34-987EBF51F2A3}" type="pres">
      <dgm:prSet presAssocID="{C1720DDC-C301-4BFF-BA09-9E0891DA0ABC}" presName="sibTrans" presStyleLbl="sibTrans2D1" presStyleIdx="9" presStyleCnt="20"/>
      <dgm:spPr/>
    </dgm:pt>
    <dgm:pt modelId="{9242B0AB-7444-483F-B36F-74B05C32F34F}" type="pres">
      <dgm:prSet presAssocID="{34958454-7C1B-4B63-A1BE-11F001344684}" presName="child" presStyleLbl="alignAccFollowNode1" presStyleIdx="9" presStyleCnt="20">
        <dgm:presLayoutVars>
          <dgm:chMax val="0"/>
          <dgm:bulletEnabled val="1"/>
        </dgm:presLayoutVars>
      </dgm:prSet>
      <dgm:spPr/>
    </dgm:pt>
    <dgm:pt modelId="{EFD074F3-44B7-41C3-A7B6-D96DD718EE1E}" type="pres">
      <dgm:prSet presAssocID="{E1606F68-BBFE-426A-A3C5-158371D7A617}" presName="sibTrans" presStyleLbl="sibTrans2D1" presStyleIdx="10" presStyleCnt="20"/>
      <dgm:spPr/>
    </dgm:pt>
    <dgm:pt modelId="{4113DAC3-AD4C-4404-8FB2-DA3CAE641C8B}" type="pres">
      <dgm:prSet presAssocID="{6502BE45-961F-4CAC-BC47-EB4B6B3C5645}" presName="child" presStyleLbl="alignAccFollowNode1" presStyleIdx="10" presStyleCnt="20">
        <dgm:presLayoutVars>
          <dgm:chMax val="0"/>
          <dgm:bulletEnabled val="1"/>
        </dgm:presLayoutVars>
      </dgm:prSet>
      <dgm:spPr/>
    </dgm:pt>
    <dgm:pt modelId="{A732E973-11E9-4D65-9E5C-C4820EC89CAB}" type="pres">
      <dgm:prSet presAssocID="{377A0029-2BFA-4E17-9F0F-8E15C24D50F0}" presName="sibTrans" presStyleLbl="sibTrans2D1" presStyleIdx="11" presStyleCnt="20"/>
      <dgm:spPr/>
    </dgm:pt>
    <dgm:pt modelId="{87875B36-16A6-42FD-BFE0-9FD8C8E8F3D2}" type="pres">
      <dgm:prSet presAssocID="{3DA4B531-B355-4FEE-9D1F-294002FCC703}" presName="child" presStyleLbl="alignAccFollowNode1" presStyleIdx="11" presStyleCnt="20">
        <dgm:presLayoutVars>
          <dgm:chMax val="0"/>
          <dgm:bulletEnabled val="1"/>
        </dgm:presLayoutVars>
      </dgm:prSet>
      <dgm:spPr/>
    </dgm:pt>
    <dgm:pt modelId="{A28F8DDD-760A-4D28-A7C7-7A5358BD2C6B}" type="pres">
      <dgm:prSet presAssocID="{EE62A4F6-4AC4-435B-990E-81A71CE8CAC7}" presName="hSp" presStyleCnt="0"/>
      <dgm:spPr/>
    </dgm:pt>
    <dgm:pt modelId="{F7A32674-4860-4398-B0A9-F63A9AC275EF}" type="pres">
      <dgm:prSet presAssocID="{2A22E84C-3AA3-4E9C-AE5F-9C2FB0D7FB11}" presName="vertFlow" presStyleCnt="0"/>
      <dgm:spPr/>
    </dgm:pt>
    <dgm:pt modelId="{5DA873D4-BFA7-4395-B005-27AB76A34B04}" type="pres">
      <dgm:prSet presAssocID="{2A22E84C-3AA3-4E9C-AE5F-9C2FB0D7FB11}" presName="header" presStyleLbl="node1" presStyleIdx="3" presStyleCnt="5"/>
      <dgm:spPr/>
    </dgm:pt>
    <dgm:pt modelId="{45F61439-957A-4BD0-860D-55916D604854}" type="pres">
      <dgm:prSet presAssocID="{6107C9E1-85AC-4C98-A44F-359838A4F97E}" presName="parTrans" presStyleLbl="sibTrans2D1" presStyleIdx="12" presStyleCnt="20"/>
      <dgm:spPr/>
    </dgm:pt>
    <dgm:pt modelId="{B041BE7C-3669-444E-BFEB-912076566B71}" type="pres">
      <dgm:prSet presAssocID="{BEB148C3-B43F-4348-B892-013C0A133752}" presName="child" presStyleLbl="alignAccFollowNode1" presStyleIdx="12" presStyleCnt="20">
        <dgm:presLayoutVars>
          <dgm:chMax val="0"/>
          <dgm:bulletEnabled val="1"/>
        </dgm:presLayoutVars>
      </dgm:prSet>
      <dgm:spPr/>
    </dgm:pt>
    <dgm:pt modelId="{DBA22EE6-F1FF-4F90-8F71-4A6821E2A1B4}" type="pres">
      <dgm:prSet presAssocID="{EA647127-00E0-44C1-A387-6684E5707F9E}" presName="sibTrans" presStyleLbl="sibTrans2D1" presStyleIdx="13" presStyleCnt="20"/>
      <dgm:spPr/>
    </dgm:pt>
    <dgm:pt modelId="{9BAF6AFD-C406-4E5A-A536-BC6F01B44250}" type="pres">
      <dgm:prSet presAssocID="{187D634D-7101-40CC-BCD4-85FA1E4FDF0B}" presName="child" presStyleLbl="alignAccFollowNode1" presStyleIdx="13" presStyleCnt="20">
        <dgm:presLayoutVars>
          <dgm:chMax val="0"/>
          <dgm:bulletEnabled val="1"/>
        </dgm:presLayoutVars>
      </dgm:prSet>
      <dgm:spPr/>
    </dgm:pt>
    <dgm:pt modelId="{7C050D9E-5592-4265-A27A-0B6C9EC4CB6F}" type="pres">
      <dgm:prSet presAssocID="{37808964-A14B-44D7-9442-097A833EC14E}" presName="sibTrans" presStyleLbl="sibTrans2D1" presStyleIdx="14" presStyleCnt="20"/>
      <dgm:spPr/>
    </dgm:pt>
    <dgm:pt modelId="{574D9681-B818-43C8-B432-75AED2815E3E}" type="pres">
      <dgm:prSet presAssocID="{6D3EE4F9-95CA-4AD8-AFB5-66E7A185FFE6}" presName="child" presStyleLbl="alignAccFollowNode1" presStyleIdx="14" presStyleCnt="20">
        <dgm:presLayoutVars>
          <dgm:chMax val="0"/>
          <dgm:bulletEnabled val="1"/>
        </dgm:presLayoutVars>
      </dgm:prSet>
      <dgm:spPr/>
    </dgm:pt>
    <dgm:pt modelId="{ED142C73-1386-494E-839B-D1E4A50FD192}" type="pres">
      <dgm:prSet presAssocID="{34B75C95-EDE5-4357-A421-1899EAFCC30F}" presName="sibTrans" presStyleLbl="sibTrans2D1" presStyleIdx="15" presStyleCnt="20"/>
      <dgm:spPr/>
    </dgm:pt>
    <dgm:pt modelId="{FCC81ED6-C0A5-4048-A65A-9F0283DE0681}" type="pres">
      <dgm:prSet presAssocID="{D9214BA5-9DB7-41D4-8060-766BDC202A44}" presName="child" presStyleLbl="alignAccFollowNode1" presStyleIdx="15" presStyleCnt="20">
        <dgm:presLayoutVars>
          <dgm:chMax val="0"/>
          <dgm:bulletEnabled val="1"/>
        </dgm:presLayoutVars>
      </dgm:prSet>
      <dgm:spPr/>
    </dgm:pt>
    <dgm:pt modelId="{2E6FCA9D-3795-484D-BCF4-3F8A5EC5A030}" type="pres">
      <dgm:prSet presAssocID="{2A22E84C-3AA3-4E9C-AE5F-9C2FB0D7FB11}" presName="hSp" presStyleCnt="0"/>
      <dgm:spPr/>
    </dgm:pt>
    <dgm:pt modelId="{9C5EC6F7-5274-4C03-8D01-62FA56B331F8}" type="pres">
      <dgm:prSet presAssocID="{36045517-CEA4-4BE3-B836-C2B6BFE5649B}" presName="vertFlow" presStyleCnt="0"/>
      <dgm:spPr/>
    </dgm:pt>
    <dgm:pt modelId="{B6C4EC58-977D-44B3-B489-93E4B44C7F17}" type="pres">
      <dgm:prSet presAssocID="{36045517-CEA4-4BE3-B836-C2B6BFE5649B}" presName="header" presStyleLbl="node1" presStyleIdx="4" presStyleCnt="5"/>
      <dgm:spPr/>
    </dgm:pt>
    <dgm:pt modelId="{7A477CDA-68F0-45E2-8AEE-042640F8CD91}" type="pres">
      <dgm:prSet presAssocID="{60817C4A-5846-4C9A-885F-EFED8A64864F}" presName="parTrans" presStyleLbl="sibTrans2D1" presStyleIdx="16" presStyleCnt="20"/>
      <dgm:spPr/>
    </dgm:pt>
    <dgm:pt modelId="{A859467A-6C12-45E3-9834-EC1408ABDC3A}" type="pres">
      <dgm:prSet presAssocID="{A63F3D27-0873-46B7-AC25-DA673E18E20F}" presName="child" presStyleLbl="alignAccFollowNode1" presStyleIdx="16" presStyleCnt="20">
        <dgm:presLayoutVars>
          <dgm:chMax val="0"/>
          <dgm:bulletEnabled val="1"/>
        </dgm:presLayoutVars>
      </dgm:prSet>
      <dgm:spPr/>
    </dgm:pt>
    <dgm:pt modelId="{E3CD1673-AC61-4984-ADE1-8517E5BA3584}" type="pres">
      <dgm:prSet presAssocID="{DABEB2EC-19B3-4F3E-83F5-477137F08B04}" presName="sibTrans" presStyleLbl="sibTrans2D1" presStyleIdx="17" presStyleCnt="20"/>
      <dgm:spPr/>
    </dgm:pt>
    <dgm:pt modelId="{666F4AC8-1414-4079-B28D-FC161E513988}" type="pres">
      <dgm:prSet presAssocID="{D0B15C93-494D-4712-8135-3EF9DA92D5B5}" presName="child" presStyleLbl="alignAccFollowNode1" presStyleIdx="17" presStyleCnt="20">
        <dgm:presLayoutVars>
          <dgm:chMax val="0"/>
          <dgm:bulletEnabled val="1"/>
        </dgm:presLayoutVars>
      </dgm:prSet>
      <dgm:spPr/>
    </dgm:pt>
    <dgm:pt modelId="{F7EAD439-74B0-4169-AF0F-9F8B282F010B}" type="pres">
      <dgm:prSet presAssocID="{C464AA8F-B71C-45DD-AB10-F2A16498A6F6}" presName="sibTrans" presStyleLbl="sibTrans2D1" presStyleIdx="18" presStyleCnt="20"/>
      <dgm:spPr/>
    </dgm:pt>
    <dgm:pt modelId="{8A9BBB6B-47B1-48B8-859F-8AA40B6BDAC0}" type="pres">
      <dgm:prSet presAssocID="{29A8E326-CA3E-4DD7-A3E5-EEB939FDC5B9}" presName="child" presStyleLbl="alignAccFollowNode1" presStyleIdx="18" presStyleCnt="20">
        <dgm:presLayoutVars>
          <dgm:chMax val="0"/>
          <dgm:bulletEnabled val="1"/>
        </dgm:presLayoutVars>
      </dgm:prSet>
      <dgm:spPr/>
    </dgm:pt>
    <dgm:pt modelId="{9B54F92F-B691-4599-8CA7-EDDDC0AF0024}" type="pres">
      <dgm:prSet presAssocID="{5586D060-01ED-4792-BD2B-0C22A95AD3D5}" presName="sibTrans" presStyleLbl="sibTrans2D1" presStyleIdx="19" presStyleCnt="20"/>
      <dgm:spPr/>
    </dgm:pt>
    <dgm:pt modelId="{8E69D960-5531-48B5-8224-02A5FBBF8D02}" type="pres">
      <dgm:prSet presAssocID="{9F5D99C4-074C-4FF9-9F17-A80FD82B036F}" presName="child" presStyleLbl="alignAccFollowNode1" presStyleIdx="19" presStyleCnt="20">
        <dgm:presLayoutVars>
          <dgm:chMax val="0"/>
          <dgm:bulletEnabled val="1"/>
        </dgm:presLayoutVars>
      </dgm:prSet>
      <dgm:spPr/>
    </dgm:pt>
  </dgm:ptLst>
  <dgm:cxnLst>
    <dgm:cxn modelId="{9A797101-9A16-42CE-9ACD-E7CFF09175C0}" srcId="{42D71409-67F9-455C-8C6D-716D284AAA6B}" destId="{0854609D-A2AF-49A6-89F6-E06D10BAA3B3}" srcOrd="1" destOrd="0" parTransId="{B6ED5BFC-63D6-434A-BA87-E1CBACB07F65}" sibTransId="{25AA44C8-75B9-4A22-AC3C-621566689D20}"/>
    <dgm:cxn modelId="{7582BF02-0FB8-43D2-95D6-C35699EFE672}" srcId="{2A22E84C-3AA3-4E9C-AE5F-9C2FB0D7FB11}" destId="{D9214BA5-9DB7-41D4-8060-766BDC202A44}" srcOrd="3" destOrd="0" parTransId="{2E84F4DF-33BC-41AA-BD11-6F786406AEA0}" sibTransId="{8D767E26-23FC-4C95-B350-73903AC3FDCC}"/>
    <dgm:cxn modelId="{7CBF9D05-A740-4A49-B000-98AEEE9742F3}" type="presOf" srcId="{6107C9E1-85AC-4C98-A44F-359838A4F97E}" destId="{45F61439-957A-4BD0-860D-55916D604854}" srcOrd="0" destOrd="0" presId="urn:microsoft.com/office/officeart/2005/8/layout/lProcess1"/>
    <dgm:cxn modelId="{6DE62E06-F55A-4857-85CA-B75C0B9B1A7D}" srcId="{F66099B6-DBBD-4AB0-82D2-877B80F846F7}" destId="{9AD36789-0A0D-4FB8-80A7-CAEB10357D60}" srcOrd="2" destOrd="0" parTransId="{6868D845-D0AA-4083-9338-98CBF434A624}" sibTransId="{57FC1FFE-F919-4BA4-90AE-328F9FF4AA85}"/>
    <dgm:cxn modelId="{0B1DD90A-4975-4B91-BBA9-A45E2075148E}" type="presOf" srcId="{B9C32B05-62EA-407A-B21C-2310C7945705}" destId="{527F37CE-A6AF-4AA5-93B0-D8F6E9459FAD}" srcOrd="0" destOrd="0" presId="urn:microsoft.com/office/officeart/2005/8/layout/lProcess1"/>
    <dgm:cxn modelId="{12928E11-8F78-47BD-86CB-4B396EBF4577}" srcId="{EE62A4F6-4AC4-435B-990E-81A71CE8CAC7}" destId="{34958454-7C1B-4B63-A1BE-11F001344684}" srcOrd="1" destOrd="0" parTransId="{A070DCE3-04F5-4F9C-B467-2EB5A6AEB9C9}" sibTransId="{E1606F68-BBFE-426A-A3C5-158371D7A617}"/>
    <dgm:cxn modelId="{85BFA713-5832-49E2-8754-F0BB3FFF7D52}" type="presOf" srcId="{EE62A4F6-4AC4-435B-990E-81A71CE8CAC7}" destId="{408BC469-D4E6-46A8-981F-E6341FA5AD8E}" srcOrd="0" destOrd="0" presId="urn:microsoft.com/office/officeart/2005/8/layout/lProcess1"/>
    <dgm:cxn modelId="{5DFCF817-201A-45BD-B0F5-CCB641B78FC9}" srcId="{36045517-CEA4-4BE3-B836-C2B6BFE5649B}" destId="{29A8E326-CA3E-4DD7-A3E5-EEB939FDC5B9}" srcOrd="2" destOrd="0" parTransId="{E27E8B47-41DD-4AC1-BA59-382CC4CA7263}" sibTransId="{5586D060-01ED-4792-BD2B-0C22A95AD3D5}"/>
    <dgm:cxn modelId="{4B3FCB1C-9A06-4218-AD94-F6B5AA9B389C}" type="presOf" srcId="{EA647127-00E0-44C1-A387-6684E5707F9E}" destId="{DBA22EE6-F1FF-4F90-8F71-4A6821E2A1B4}" srcOrd="0" destOrd="0" presId="urn:microsoft.com/office/officeart/2005/8/layout/lProcess1"/>
    <dgm:cxn modelId="{FACF981F-FBDE-4A1A-983B-0EC5F575E3BD}" srcId="{42D71409-67F9-455C-8C6D-716D284AAA6B}" destId="{3721FEBD-E3F1-409F-8A58-41003D5AE70E}" srcOrd="2" destOrd="0" parTransId="{BF4FA708-E5AD-4BA8-AEB3-F1A55A893707}" sibTransId="{D4BEDE94-B631-4C2B-91EA-D0EAB604F12F}"/>
    <dgm:cxn modelId="{2AA9C11F-1F1D-428E-801A-47EAA766C99D}" srcId="{B9C32B05-62EA-407A-B21C-2310C7945705}" destId="{42D71409-67F9-455C-8C6D-716D284AAA6B}" srcOrd="0" destOrd="0" parTransId="{51680ED1-AF6E-4B28-AE94-92B0EFB0DF7D}" sibTransId="{478B7D3C-9FB4-4BC6-90AC-49960560DECD}"/>
    <dgm:cxn modelId="{F2FCDD26-E4F7-4F60-94B7-D65A93F3CCB1}" srcId="{F66099B6-DBBD-4AB0-82D2-877B80F846F7}" destId="{D177AD9A-6299-4836-85AF-9A65D2FBB2DF}" srcOrd="0" destOrd="0" parTransId="{7B63A9BC-57AA-4556-A772-07382F55CFE9}" sibTransId="{0598DBF5-3DC7-4C89-8C4B-E8E2C04E451A}"/>
    <dgm:cxn modelId="{BBD6B127-5905-45B0-B404-2C2800BE38AE}" type="presOf" srcId="{2A22E84C-3AA3-4E9C-AE5F-9C2FB0D7FB11}" destId="{5DA873D4-BFA7-4395-B005-27AB76A34B04}" srcOrd="0" destOrd="0" presId="urn:microsoft.com/office/officeart/2005/8/layout/lProcess1"/>
    <dgm:cxn modelId="{9C7B6828-F918-4A8B-99E2-B84B27DB225D}" type="presOf" srcId="{C464AA8F-B71C-45DD-AB10-F2A16498A6F6}" destId="{F7EAD439-74B0-4169-AF0F-9F8B282F010B}" srcOrd="0" destOrd="0" presId="urn:microsoft.com/office/officeart/2005/8/layout/lProcess1"/>
    <dgm:cxn modelId="{7C91CC28-B21A-4A34-A70A-1B5BBC968534}" type="presOf" srcId="{D9214BA5-9DB7-41D4-8060-766BDC202A44}" destId="{FCC81ED6-C0A5-4048-A65A-9F0283DE0681}" srcOrd="0" destOrd="0" presId="urn:microsoft.com/office/officeart/2005/8/layout/lProcess1"/>
    <dgm:cxn modelId="{5D4E272C-5773-4F71-8AD7-6BA45D9AC13D}" type="presOf" srcId="{C94B7947-85DC-4B21-BB99-DF8438356F98}" destId="{B7A4A02D-6043-4AE7-9C50-C729A4C47301}" srcOrd="0" destOrd="0" presId="urn:microsoft.com/office/officeart/2005/8/layout/lProcess1"/>
    <dgm:cxn modelId="{59B79A2E-36EC-445F-865C-6E2421E021CB}" srcId="{2A22E84C-3AA3-4E9C-AE5F-9C2FB0D7FB11}" destId="{BEB148C3-B43F-4348-B892-013C0A133752}" srcOrd="0" destOrd="0" parTransId="{6107C9E1-85AC-4C98-A44F-359838A4F97E}" sibTransId="{EA647127-00E0-44C1-A387-6684E5707F9E}"/>
    <dgm:cxn modelId="{B4F3EA32-CE64-4A92-9BAE-BC57E5392B05}" srcId="{B9C32B05-62EA-407A-B21C-2310C7945705}" destId="{F66099B6-DBBD-4AB0-82D2-877B80F846F7}" srcOrd="1" destOrd="0" parTransId="{B09C8BFB-F41C-4AC4-AB94-F216E3081C2D}" sibTransId="{BC531B32-9B0E-482E-BF91-65C61F17168D}"/>
    <dgm:cxn modelId="{C25E5834-E0DD-4172-B40E-2CB228339556}" type="presOf" srcId="{7B63A9BC-57AA-4556-A772-07382F55CFE9}" destId="{6912CBF2-ACBF-4D95-BAEF-276F2B8927ED}" srcOrd="0" destOrd="0" presId="urn:microsoft.com/office/officeart/2005/8/layout/lProcess1"/>
    <dgm:cxn modelId="{E9D23436-DA48-4E9C-9848-A5223ACBFC07}" type="presOf" srcId="{A63F3D27-0873-46B7-AC25-DA673E18E20F}" destId="{A859467A-6C12-45E3-9834-EC1408ABDC3A}" srcOrd="0" destOrd="0" presId="urn:microsoft.com/office/officeart/2005/8/layout/lProcess1"/>
    <dgm:cxn modelId="{42AF5236-DAAD-437B-AF6D-01AE7B6D22FE}" type="presOf" srcId="{D609BAD3-7E23-4919-80E2-84D5E3359CC9}" destId="{1801855A-853D-4AA1-B059-09AF2467A544}" srcOrd="0" destOrd="0" presId="urn:microsoft.com/office/officeart/2005/8/layout/lProcess1"/>
    <dgm:cxn modelId="{050CD138-5366-4526-9E38-93324548AA49}" srcId="{2A22E84C-3AA3-4E9C-AE5F-9C2FB0D7FB11}" destId="{187D634D-7101-40CC-BCD4-85FA1E4FDF0B}" srcOrd="1" destOrd="0" parTransId="{AD7D7FBA-AB06-4D0C-A1EB-86F2DA517AE9}" sibTransId="{37808964-A14B-44D7-9442-097A833EC14E}"/>
    <dgm:cxn modelId="{9E6D9739-A6B2-4809-89DA-B045F58758E2}" type="presOf" srcId="{34B75C95-EDE5-4357-A421-1899EAFCC30F}" destId="{ED142C73-1386-494E-839B-D1E4A50FD192}" srcOrd="0" destOrd="0" presId="urn:microsoft.com/office/officeart/2005/8/layout/lProcess1"/>
    <dgm:cxn modelId="{83F5273B-1563-4CFB-ADA6-168F16C0794C}" type="presOf" srcId="{37808964-A14B-44D7-9442-097A833EC14E}" destId="{7C050D9E-5592-4265-A27A-0B6C9EC4CB6F}" srcOrd="0" destOrd="0" presId="urn:microsoft.com/office/officeart/2005/8/layout/lProcess1"/>
    <dgm:cxn modelId="{4019353B-443B-4DED-AA6C-3C60E18414C7}" srcId="{B9C32B05-62EA-407A-B21C-2310C7945705}" destId="{36045517-CEA4-4BE3-B836-C2B6BFE5649B}" srcOrd="4" destOrd="0" parTransId="{6231A36F-9B04-4B4A-917A-7E163AFFC956}" sibTransId="{BFF3C5ED-87D0-4709-A3B8-A7BF0668006A}"/>
    <dgm:cxn modelId="{F542EC3E-0E0E-4223-A81D-4930853E8DAC}" type="presOf" srcId="{0854609D-A2AF-49A6-89F6-E06D10BAA3B3}" destId="{27E31EE3-105D-4DB3-A524-C95692C7934A}" srcOrd="0" destOrd="0" presId="urn:microsoft.com/office/officeart/2005/8/layout/lProcess1"/>
    <dgm:cxn modelId="{B7161F5C-F051-410B-8366-E50E7410B1E7}" type="presOf" srcId="{9F5D99C4-074C-4FF9-9F17-A80FD82B036F}" destId="{8E69D960-5531-48B5-8224-02A5FBBF8D02}" srcOrd="0" destOrd="0" presId="urn:microsoft.com/office/officeart/2005/8/layout/lProcess1"/>
    <dgm:cxn modelId="{35DD555D-93DF-4DA5-B195-1057A3718D7E}" srcId="{EE62A4F6-4AC4-435B-990E-81A71CE8CAC7}" destId="{3DA4B531-B355-4FEE-9D1F-294002FCC703}" srcOrd="3" destOrd="0" parTransId="{58FE18C0-DE6C-4F50-92AF-EFDD1FAD4C58}" sibTransId="{6CFA37AF-8F90-45E7-8914-2E8B1E24DCF4}"/>
    <dgm:cxn modelId="{CC94EE5E-378A-41DC-8DF6-9F133430F7D8}" srcId="{36045517-CEA4-4BE3-B836-C2B6BFE5649B}" destId="{A63F3D27-0873-46B7-AC25-DA673E18E20F}" srcOrd="0" destOrd="0" parTransId="{60817C4A-5846-4C9A-885F-EFED8A64864F}" sibTransId="{DABEB2EC-19B3-4F3E-83F5-477137F08B04}"/>
    <dgm:cxn modelId="{5D3CB762-93E8-4F60-BDFD-0474297912B6}" type="presOf" srcId="{6D3EE4F9-95CA-4AD8-AFB5-66E7A185FFE6}" destId="{574D9681-B818-43C8-B432-75AED2815E3E}" srcOrd="0" destOrd="0" presId="urn:microsoft.com/office/officeart/2005/8/layout/lProcess1"/>
    <dgm:cxn modelId="{A1818243-9712-412F-9FF9-1BAD89C20F36}" type="presOf" srcId="{D177AD9A-6299-4836-85AF-9A65D2FBB2DF}" destId="{31E9BE3C-2C56-4ADA-AA32-F15181576355}" srcOrd="0" destOrd="0" presId="urn:microsoft.com/office/officeart/2005/8/layout/lProcess1"/>
    <dgm:cxn modelId="{8BAB8744-A03B-48AD-BE6B-C53196E2FAFA}" srcId="{F66099B6-DBBD-4AB0-82D2-877B80F846F7}" destId="{D609BAD3-7E23-4919-80E2-84D5E3359CC9}" srcOrd="1" destOrd="0" parTransId="{4DE58457-1C38-45E9-9B19-3AB6DDD41D31}" sibTransId="{AE2AB03F-AAD5-470E-A4D8-6A2861F9DA79}"/>
    <dgm:cxn modelId="{A50F9144-2288-47C7-BA01-24E9EC3831D8}" type="presOf" srcId="{AE2AB03F-AAD5-470E-A4D8-6A2861F9DA79}" destId="{7AE4BC36-DBA0-4287-AC7B-3BC21D88440B}" srcOrd="0" destOrd="0" presId="urn:microsoft.com/office/officeart/2005/8/layout/lProcess1"/>
    <dgm:cxn modelId="{D49C8E46-C3D6-4D5C-8EA7-BA25DAA8E85F}" type="presOf" srcId="{0598DBF5-3DC7-4C89-8C4B-E8E2C04E451A}" destId="{205B03C3-F50D-4B38-8A6E-8B4F59DAF5BD}" srcOrd="0" destOrd="0" presId="urn:microsoft.com/office/officeart/2005/8/layout/lProcess1"/>
    <dgm:cxn modelId="{CA741E47-FDD8-4884-9187-C97241D46ADD}" type="presOf" srcId="{8EA7219F-BDB2-48EB-9EEB-3133522D132E}" destId="{F5286FD8-AA05-4E0E-8A65-FB7BD49018EA}" srcOrd="0" destOrd="0" presId="urn:microsoft.com/office/officeart/2005/8/layout/lProcess1"/>
    <dgm:cxn modelId="{3E83A167-BD75-4C3F-8119-77382E680894}" type="presOf" srcId="{F66099B6-DBBD-4AB0-82D2-877B80F846F7}" destId="{1E2FD729-6411-4E0B-B9E9-2ADE6B1ABB4D}" srcOrd="0" destOrd="0" presId="urn:microsoft.com/office/officeart/2005/8/layout/lProcess1"/>
    <dgm:cxn modelId="{ED4C6848-8AE0-443B-B304-6F24EAB5220F}" type="presOf" srcId="{9AD36789-0A0D-4FB8-80A7-CAEB10357D60}" destId="{BECC7F06-5586-4CF4-BF99-DA144A2CF077}" srcOrd="0" destOrd="0" presId="urn:microsoft.com/office/officeart/2005/8/layout/lProcess1"/>
    <dgm:cxn modelId="{9A4FAF6B-CA5F-42E8-8223-3E671DA6051C}" srcId="{36045517-CEA4-4BE3-B836-C2B6BFE5649B}" destId="{D0B15C93-494D-4712-8135-3EF9DA92D5B5}" srcOrd="1" destOrd="0" parTransId="{32263E5A-C969-4450-B5E0-9AD6827D9502}" sibTransId="{C464AA8F-B71C-45DD-AB10-F2A16498A6F6}"/>
    <dgm:cxn modelId="{30A1464C-0290-46FD-8742-BA59A94F3D01}" type="presOf" srcId="{A8D33E9F-18DD-44B6-A995-0EDC780D9668}" destId="{0977308C-A116-4DAE-B7C3-6B06B7796D7E}" srcOrd="0" destOrd="0" presId="urn:microsoft.com/office/officeart/2005/8/layout/lProcess1"/>
    <dgm:cxn modelId="{9689144D-584F-46F8-BA61-6BBB8B49DEAD}" type="presOf" srcId="{D0B15C93-494D-4712-8135-3EF9DA92D5B5}" destId="{666F4AC8-1414-4079-B28D-FC161E513988}" srcOrd="0" destOrd="0" presId="urn:microsoft.com/office/officeart/2005/8/layout/lProcess1"/>
    <dgm:cxn modelId="{97CD344E-ACA8-4BF8-8DD4-182EBE6C507B}" type="presOf" srcId="{DABEB2EC-19B3-4F3E-83F5-477137F08B04}" destId="{E3CD1673-AC61-4984-ADE1-8517E5BA3584}" srcOrd="0" destOrd="0" presId="urn:microsoft.com/office/officeart/2005/8/layout/lProcess1"/>
    <dgm:cxn modelId="{6400376F-9D6B-4864-A693-BB106DB692D9}" type="presOf" srcId="{BEB148C3-B43F-4348-B892-013C0A133752}" destId="{B041BE7C-3669-444E-BFEB-912076566B71}" srcOrd="0" destOrd="0" presId="urn:microsoft.com/office/officeart/2005/8/layout/lProcess1"/>
    <dgm:cxn modelId="{71276A4F-C0AD-4810-8103-83B893203D29}" type="presOf" srcId="{3DA4B531-B355-4FEE-9D1F-294002FCC703}" destId="{87875B36-16A6-42FD-BFE0-9FD8C8E8F3D2}" srcOrd="0" destOrd="0" presId="urn:microsoft.com/office/officeart/2005/8/layout/lProcess1"/>
    <dgm:cxn modelId="{A6FC4255-CD4F-4762-8DC5-C3A7462B6ADC}" type="presOf" srcId="{60817C4A-5846-4C9A-885F-EFED8A64864F}" destId="{7A477CDA-68F0-45E2-8AEE-042640F8CD91}" srcOrd="0" destOrd="0" presId="urn:microsoft.com/office/officeart/2005/8/layout/lProcess1"/>
    <dgm:cxn modelId="{64F54158-5AD2-4BBF-8D02-C7CCD6B01718}" srcId="{2A22E84C-3AA3-4E9C-AE5F-9C2FB0D7FB11}" destId="{6D3EE4F9-95CA-4AD8-AFB5-66E7A185FFE6}" srcOrd="2" destOrd="0" parTransId="{30A55E7B-0D74-4262-B921-0DDC84F58F55}" sibTransId="{34B75C95-EDE5-4357-A421-1899EAFCC30F}"/>
    <dgm:cxn modelId="{DF406259-5A9A-4313-A10B-AA733B33A290}" type="presOf" srcId="{D4BEDE94-B631-4C2B-91EA-D0EAB604F12F}" destId="{793C3C94-80F1-4674-A1A1-7F4D9FC7542D}" srcOrd="0" destOrd="0" presId="urn:microsoft.com/office/officeart/2005/8/layout/lProcess1"/>
    <dgm:cxn modelId="{6556EC59-CD89-406A-8CA3-78466532A64A}" type="presOf" srcId="{6502BE45-961F-4CAC-BC47-EB4B6B3C5645}" destId="{4113DAC3-AD4C-4404-8FB2-DA3CAE641C8B}" srcOrd="0" destOrd="0" presId="urn:microsoft.com/office/officeart/2005/8/layout/lProcess1"/>
    <dgm:cxn modelId="{8308327F-2128-49DC-9075-92D5BE2D13DF}" srcId="{EE62A4F6-4AC4-435B-990E-81A71CE8CAC7}" destId="{F28FDD5D-7925-4E96-8F2B-03C7D1BFF0B7}" srcOrd="0" destOrd="0" parTransId="{A8D33E9F-18DD-44B6-A995-0EDC780D9668}" sibTransId="{C1720DDC-C301-4BFF-BA09-9E0891DA0ABC}"/>
    <dgm:cxn modelId="{F738BA7F-292A-46F1-973D-F37C1F0D935C}" type="presOf" srcId="{187D634D-7101-40CC-BCD4-85FA1E4FDF0B}" destId="{9BAF6AFD-C406-4E5A-A536-BC6F01B44250}" srcOrd="0" destOrd="0" presId="urn:microsoft.com/office/officeart/2005/8/layout/lProcess1"/>
    <dgm:cxn modelId="{A848AE84-D597-4328-BCBE-651F8C37F60A}" srcId="{F66099B6-DBBD-4AB0-82D2-877B80F846F7}" destId="{6A34D1E0-D5E7-4507-8BB9-EFF858F7A7BE}" srcOrd="3" destOrd="0" parTransId="{FA450DCC-C648-474A-BF64-79AECEE459BA}" sibTransId="{45BAD563-8001-4786-95E2-9A9ECF3AEBF4}"/>
    <dgm:cxn modelId="{D5FE6488-2AC7-4448-98DF-6A4D87385056}" type="presOf" srcId="{6A34D1E0-D5E7-4507-8BB9-EFF858F7A7BE}" destId="{549173C2-B1CA-416E-9E4E-9D9946511090}" srcOrd="0" destOrd="0" presId="urn:microsoft.com/office/officeart/2005/8/layout/lProcess1"/>
    <dgm:cxn modelId="{CF2C7A8D-F9C7-498B-9D33-0B2082E24C46}" type="presOf" srcId="{C0DD3255-F134-497E-9DEE-84956B397027}" destId="{81ED0EEB-1CD2-474D-9969-2D7C983BC6BE}" srcOrd="0" destOrd="0" presId="urn:microsoft.com/office/officeart/2005/8/layout/lProcess1"/>
    <dgm:cxn modelId="{6725C790-494C-49F3-8510-A0C4C85657A2}" type="presOf" srcId="{34958454-7C1B-4B63-A1BE-11F001344684}" destId="{9242B0AB-7444-483F-B36F-74B05C32F34F}" srcOrd="0" destOrd="0" presId="urn:microsoft.com/office/officeart/2005/8/layout/lProcess1"/>
    <dgm:cxn modelId="{C2CCAD92-0296-4FC7-9E9A-3466204FA6CD}" srcId="{42D71409-67F9-455C-8C6D-716D284AAA6B}" destId="{C0DD3255-F134-497E-9DEE-84956B397027}" srcOrd="3" destOrd="0" parTransId="{2C66AA52-BFEE-4E42-9393-A152A0C8410B}" sibTransId="{1541EC0F-AD84-408D-BCA2-D0C62C186FA9}"/>
    <dgm:cxn modelId="{6ACB3EA0-29F0-4778-A848-5141C3A2324B}" type="presOf" srcId="{42D71409-67F9-455C-8C6D-716D284AAA6B}" destId="{5637637D-3716-4DBE-9533-4E47D09D1AF0}" srcOrd="0" destOrd="0" presId="urn:microsoft.com/office/officeart/2005/8/layout/lProcess1"/>
    <dgm:cxn modelId="{5A56C4A6-10A7-4B81-843D-51D11D4D99DB}" type="presOf" srcId="{29A8E326-CA3E-4DD7-A3E5-EEB939FDC5B9}" destId="{8A9BBB6B-47B1-48B8-859F-8AA40B6BDAC0}" srcOrd="0" destOrd="0" presId="urn:microsoft.com/office/officeart/2005/8/layout/lProcess1"/>
    <dgm:cxn modelId="{3A2CECA6-0C5B-46BB-B7C6-7D37E9D210BD}" srcId="{B9C32B05-62EA-407A-B21C-2310C7945705}" destId="{EE62A4F6-4AC4-435B-990E-81A71CE8CAC7}" srcOrd="2" destOrd="0" parTransId="{F287B947-7343-4FA2-B288-B23A59FFAE31}" sibTransId="{389F9A93-0231-4877-8C41-5D5B8DD7AAC0}"/>
    <dgm:cxn modelId="{27CA42AB-149A-40E0-9A80-FA892A5BDD69}" type="presOf" srcId="{377A0029-2BFA-4E17-9F0F-8E15C24D50F0}" destId="{A732E973-11E9-4D65-9E5C-C4820EC89CAB}" srcOrd="0" destOrd="0" presId="urn:microsoft.com/office/officeart/2005/8/layout/lProcess1"/>
    <dgm:cxn modelId="{B1BDFCB4-EE49-4404-BF11-6976B46E0F74}" type="presOf" srcId="{25AA44C8-75B9-4A22-AC3C-621566689D20}" destId="{782C2B3A-D8BC-428C-B6C0-378629D79921}" srcOrd="0" destOrd="0" presId="urn:microsoft.com/office/officeart/2005/8/layout/lProcess1"/>
    <dgm:cxn modelId="{9163AAB6-2167-4D8C-8385-9456F606E68D}" type="presOf" srcId="{C1720DDC-C301-4BFF-BA09-9E0891DA0ABC}" destId="{41F6CCC5-7009-4F68-BA34-987EBF51F2A3}" srcOrd="0" destOrd="0" presId="urn:microsoft.com/office/officeart/2005/8/layout/lProcess1"/>
    <dgm:cxn modelId="{B248B9CB-F866-48E4-B49F-B19D8019B8B6}" type="presOf" srcId="{3721FEBD-E3F1-409F-8A58-41003D5AE70E}" destId="{B2C39E33-824F-4157-B4C2-B68440C79C77}" srcOrd="0" destOrd="0" presId="urn:microsoft.com/office/officeart/2005/8/layout/lProcess1"/>
    <dgm:cxn modelId="{B50103CC-F189-4CE4-9767-56A9E27EB1A8}" type="presOf" srcId="{5586D060-01ED-4792-BD2B-0C22A95AD3D5}" destId="{9B54F92F-B691-4599-8CA7-EDDDC0AF0024}" srcOrd="0" destOrd="0" presId="urn:microsoft.com/office/officeart/2005/8/layout/lProcess1"/>
    <dgm:cxn modelId="{822FBBCE-7755-467B-8A0F-AFD9C310793F}" srcId="{EE62A4F6-4AC4-435B-990E-81A71CE8CAC7}" destId="{6502BE45-961F-4CAC-BC47-EB4B6B3C5645}" srcOrd="2" destOrd="0" parTransId="{9179ED92-5053-4D68-AC53-6040DC279287}" sibTransId="{377A0029-2BFA-4E17-9F0F-8E15C24D50F0}"/>
    <dgm:cxn modelId="{86A017D3-0CDF-4766-8155-5A85481E0954}" type="presOf" srcId="{E1606F68-BBFE-426A-A3C5-158371D7A617}" destId="{EFD074F3-44B7-41C3-A7B6-D96DD718EE1E}" srcOrd="0" destOrd="0" presId="urn:microsoft.com/office/officeart/2005/8/layout/lProcess1"/>
    <dgm:cxn modelId="{BEB859E7-C343-408E-86A1-667C27EE5761}" srcId="{B9C32B05-62EA-407A-B21C-2310C7945705}" destId="{2A22E84C-3AA3-4E9C-AE5F-9C2FB0D7FB11}" srcOrd="3" destOrd="0" parTransId="{6C025E55-DF42-4C5D-AFD5-6015FA053D46}" sibTransId="{744EA591-F199-49C2-B63A-82709D96C729}"/>
    <dgm:cxn modelId="{F5BF74EB-1669-47E6-BDFD-F593805C0563}" type="presOf" srcId="{F28FDD5D-7925-4E96-8F2B-03C7D1BFF0B7}" destId="{387DCF9A-BDCB-4DE1-A88F-70DF288ED11F}" srcOrd="0" destOrd="0" presId="urn:microsoft.com/office/officeart/2005/8/layout/lProcess1"/>
    <dgm:cxn modelId="{92FDD4EE-8EC6-41B3-8386-C39CEAA52138}" srcId="{36045517-CEA4-4BE3-B836-C2B6BFE5649B}" destId="{9F5D99C4-074C-4FF9-9F17-A80FD82B036F}" srcOrd="3" destOrd="0" parTransId="{88C3E0D5-829C-40B6-AF5A-21ED07D82568}" sibTransId="{A0A707C2-E391-4B94-93BE-6DE18A66CB4C}"/>
    <dgm:cxn modelId="{58AD7EEF-D408-406B-87EE-4691D4C30668}" srcId="{42D71409-67F9-455C-8C6D-716D284AAA6B}" destId="{8EA7219F-BDB2-48EB-9EEB-3133522D132E}" srcOrd="0" destOrd="0" parTransId="{3EE8403A-CB7C-4815-85BD-AEBCAEB71B37}" sibTransId="{C94B7947-85DC-4B21-BB99-DF8438356F98}"/>
    <dgm:cxn modelId="{127A49F4-8ECA-442A-994A-BEA3883F364D}" type="presOf" srcId="{3EE8403A-CB7C-4815-85BD-AEBCAEB71B37}" destId="{D6ECD405-8B66-4D32-82C2-866E85074815}" srcOrd="0" destOrd="0" presId="urn:microsoft.com/office/officeart/2005/8/layout/lProcess1"/>
    <dgm:cxn modelId="{D1890AF5-69B5-44E9-B902-3A02F364970E}" type="presOf" srcId="{57FC1FFE-F919-4BA4-90AE-328F9FF4AA85}" destId="{8BECB069-9692-4A46-968E-3BE536D534B2}" srcOrd="0" destOrd="0" presId="urn:microsoft.com/office/officeart/2005/8/layout/lProcess1"/>
    <dgm:cxn modelId="{27CEF9F6-BF1F-4598-84B8-82F63E1E0E8E}" type="presOf" srcId="{36045517-CEA4-4BE3-B836-C2B6BFE5649B}" destId="{B6C4EC58-977D-44B3-B489-93E4B44C7F17}" srcOrd="0" destOrd="0" presId="urn:microsoft.com/office/officeart/2005/8/layout/lProcess1"/>
    <dgm:cxn modelId="{EC45F159-15E7-4682-BB03-D1CE7D1331B7}" type="presParOf" srcId="{527F37CE-A6AF-4AA5-93B0-D8F6E9459FAD}" destId="{9EB8B258-4ADF-496E-86A4-F3B96862C669}" srcOrd="0" destOrd="0" presId="urn:microsoft.com/office/officeart/2005/8/layout/lProcess1"/>
    <dgm:cxn modelId="{90E11EA0-7204-49B0-BD11-A2556EB02724}" type="presParOf" srcId="{9EB8B258-4ADF-496E-86A4-F3B96862C669}" destId="{5637637D-3716-4DBE-9533-4E47D09D1AF0}" srcOrd="0" destOrd="0" presId="urn:microsoft.com/office/officeart/2005/8/layout/lProcess1"/>
    <dgm:cxn modelId="{B0E7AB72-019C-459A-B9A7-925F6AD905E4}" type="presParOf" srcId="{9EB8B258-4ADF-496E-86A4-F3B96862C669}" destId="{D6ECD405-8B66-4D32-82C2-866E85074815}" srcOrd="1" destOrd="0" presId="urn:microsoft.com/office/officeart/2005/8/layout/lProcess1"/>
    <dgm:cxn modelId="{078D9B27-2049-49DD-BE07-EAA9D29ECE45}" type="presParOf" srcId="{9EB8B258-4ADF-496E-86A4-F3B96862C669}" destId="{F5286FD8-AA05-4E0E-8A65-FB7BD49018EA}" srcOrd="2" destOrd="0" presId="urn:microsoft.com/office/officeart/2005/8/layout/lProcess1"/>
    <dgm:cxn modelId="{87A60042-D0AA-40A5-8CEE-6DE7E000D0DC}" type="presParOf" srcId="{9EB8B258-4ADF-496E-86A4-F3B96862C669}" destId="{B7A4A02D-6043-4AE7-9C50-C729A4C47301}" srcOrd="3" destOrd="0" presId="urn:microsoft.com/office/officeart/2005/8/layout/lProcess1"/>
    <dgm:cxn modelId="{E96C531B-584C-424C-AC4B-1A695388E68B}" type="presParOf" srcId="{9EB8B258-4ADF-496E-86A4-F3B96862C669}" destId="{27E31EE3-105D-4DB3-A524-C95692C7934A}" srcOrd="4" destOrd="0" presId="urn:microsoft.com/office/officeart/2005/8/layout/lProcess1"/>
    <dgm:cxn modelId="{259C2901-021E-4283-AAE4-9A289D52B1F3}" type="presParOf" srcId="{9EB8B258-4ADF-496E-86A4-F3B96862C669}" destId="{782C2B3A-D8BC-428C-B6C0-378629D79921}" srcOrd="5" destOrd="0" presId="urn:microsoft.com/office/officeart/2005/8/layout/lProcess1"/>
    <dgm:cxn modelId="{3C6BF9B2-1C69-48FC-8D68-BA1BF04303E9}" type="presParOf" srcId="{9EB8B258-4ADF-496E-86A4-F3B96862C669}" destId="{B2C39E33-824F-4157-B4C2-B68440C79C77}" srcOrd="6" destOrd="0" presId="urn:microsoft.com/office/officeart/2005/8/layout/lProcess1"/>
    <dgm:cxn modelId="{26F999C3-1BF9-4C25-926F-E7DC068B6FFD}" type="presParOf" srcId="{9EB8B258-4ADF-496E-86A4-F3B96862C669}" destId="{793C3C94-80F1-4674-A1A1-7F4D9FC7542D}" srcOrd="7" destOrd="0" presId="urn:microsoft.com/office/officeart/2005/8/layout/lProcess1"/>
    <dgm:cxn modelId="{916D11A1-CDBD-4A87-9552-B5D2471A5C5F}" type="presParOf" srcId="{9EB8B258-4ADF-496E-86A4-F3B96862C669}" destId="{81ED0EEB-1CD2-474D-9969-2D7C983BC6BE}" srcOrd="8" destOrd="0" presId="urn:microsoft.com/office/officeart/2005/8/layout/lProcess1"/>
    <dgm:cxn modelId="{7E13A29F-519F-4D43-B60F-FE73F051EBC0}" type="presParOf" srcId="{527F37CE-A6AF-4AA5-93B0-D8F6E9459FAD}" destId="{75442BDB-65E8-47A7-AF7F-EF304AB9317E}" srcOrd="1" destOrd="0" presId="urn:microsoft.com/office/officeart/2005/8/layout/lProcess1"/>
    <dgm:cxn modelId="{F9ABD287-155A-4BAF-83E5-AD2C4AF38AB9}" type="presParOf" srcId="{527F37CE-A6AF-4AA5-93B0-D8F6E9459FAD}" destId="{235AFD90-C78B-4679-A5B4-9DD6A5B94031}" srcOrd="2" destOrd="0" presId="urn:microsoft.com/office/officeart/2005/8/layout/lProcess1"/>
    <dgm:cxn modelId="{8FD06C57-3636-4222-8A0F-64B04B9E7F23}" type="presParOf" srcId="{235AFD90-C78B-4679-A5B4-9DD6A5B94031}" destId="{1E2FD729-6411-4E0B-B9E9-2ADE6B1ABB4D}" srcOrd="0" destOrd="0" presId="urn:microsoft.com/office/officeart/2005/8/layout/lProcess1"/>
    <dgm:cxn modelId="{69C36002-BA9B-4CF3-907D-5FCCF46491D6}" type="presParOf" srcId="{235AFD90-C78B-4679-A5B4-9DD6A5B94031}" destId="{6912CBF2-ACBF-4D95-BAEF-276F2B8927ED}" srcOrd="1" destOrd="0" presId="urn:microsoft.com/office/officeart/2005/8/layout/lProcess1"/>
    <dgm:cxn modelId="{64895E30-FFF3-4A69-9764-F83DF9020483}" type="presParOf" srcId="{235AFD90-C78B-4679-A5B4-9DD6A5B94031}" destId="{31E9BE3C-2C56-4ADA-AA32-F15181576355}" srcOrd="2" destOrd="0" presId="urn:microsoft.com/office/officeart/2005/8/layout/lProcess1"/>
    <dgm:cxn modelId="{0ED60BB6-656D-4661-9BE8-8AEFBD04A913}" type="presParOf" srcId="{235AFD90-C78B-4679-A5B4-9DD6A5B94031}" destId="{205B03C3-F50D-4B38-8A6E-8B4F59DAF5BD}" srcOrd="3" destOrd="0" presId="urn:microsoft.com/office/officeart/2005/8/layout/lProcess1"/>
    <dgm:cxn modelId="{D124FDFD-537E-43D0-AC7F-FD37457FE612}" type="presParOf" srcId="{235AFD90-C78B-4679-A5B4-9DD6A5B94031}" destId="{1801855A-853D-4AA1-B059-09AF2467A544}" srcOrd="4" destOrd="0" presId="urn:microsoft.com/office/officeart/2005/8/layout/lProcess1"/>
    <dgm:cxn modelId="{BF9213F6-6D32-4770-915D-0461C709262D}" type="presParOf" srcId="{235AFD90-C78B-4679-A5B4-9DD6A5B94031}" destId="{7AE4BC36-DBA0-4287-AC7B-3BC21D88440B}" srcOrd="5" destOrd="0" presId="urn:microsoft.com/office/officeart/2005/8/layout/lProcess1"/>
    <dgm:cxn modelId="{67674CC7-6172-411D-8064-28230A9949A8}" type="presParOf" srcId="{235AFD90-C78B-4679-A5B4-9DD6A5B94031}" destId="{BECC7F06-5586-4CF4-BF99-DA144A2CF077}" srcOrd="6" destOrd="0" presId="urn:microsoft.com/office/officeart/2005/8/layout/lProcess1"/>
    <dgm:cxn modelId="{9DDA6ABB-CAB6-411F-BE9D-CCC5A83AE00D}" type="presParOf" srcId="{235AFD90-C78B-4679-A5B4-9DD6A5B94031}" destId="{8BECB069-9692-4A46-968E-3BE536D534B2}" srcOrd="7" destOrd="0" presId="urn:microsoft.com/office/officeart/2005/8/layout/lProcess1"/>
    <dgm:cxn modelId="{B9B9F905-1019-4BD4-84B0-7B8A1A911DC2}" type="presParOf" srcId="{235AFD90-C78B-4679-A5B4-9DD6A5B94031}" destId="{549173C2-B1CA-416E-9E4E-9D9946511090}" srcOrd="8" destOrd="0" presId="urn:microsoft.com/office/officeart/2005/8/layout/lProcess1"/>
    <dgm:cxn modelId="{22AD32A3-57F7-46BC-A58B-EF62CD0388AB}" type="presParOf" srcId="{527F37CE-A6AF-4AA5-93B0-D8F6E9459FAD}" destId="{C08F37F4-0A8A-4DF3-984F-A840CD1C5901}" srcOrd="3" destOrd="0" presId="urn:microsoft.com/office/officeart/2005/8/layout/lProcess1"/>
    <dgm:cxn modelId="{973ED1C4-403D-415E-A13E-B5B533854AA1}" type="presParOf" srcId="{527F37CE-A6AF-4AA5-93B0-D8F6E9459FAD}" destId="{C6083076-E6E3-4DE4-BCEF-87ABA056D698}" srcOrd="4" destOrd="0" presId="urn:microsoft.com/office/officeart/2005/8/layout/lProcess1"/>
    <dgm:cxn modelId="{0B78F010-D337-4F65-ABF6-1B905048E314}" type="presParOf" srcId="{C6083076-E6E3-4DE4-BCEF-87ABA056D698}" destId="{408BC469-D4E6-46A8-981F-E6341FA5AD8E}" srcOrd="0" destOrd="0" presId="urn:microsoft.com/office/officeart/2005/8/layout/lProcess1"/>
    <dgm:cxn modelId="{86B384E0-8739-426A-90E6-4B67BA769EC7}" type="presParOf" srcId="{C6083076-E6E3-4DE4-BCEF-87ABA056D698}" destId="{0977308C-A116-4DAE-B7C3-6B06B7796D7E}" srcOrd="1" destOrd="0" presId="urn:microsoft.com/office/officeart/2005/8/layout/lProcess1"/>
    <dgm:cxn modelId="{05EFD6A4-5FFE-44E6-AA71-F12220837AB8}" type="presParOf" srcId="{C6083076-E6E3-4DE4-BCEF-87ABA056D698}" destId="{387DCF9A-BDCB-4DE1-A88F-70DF288ED11F}" srcOrd="2" destOrd="0" presId="urn:microsoft.com/office/officeart/2005/8/layout/lProcess1"/>
    <dgm:cxn modelId="{AFF486DA-356B-4DF9-9373-BF76413022B8}" type="presParOf" srcId="{C6083076-E6E3-4DE4-BCEF-87ABA056D698}" destId="{41F6CCC5-7009-4F68-BA34-987EBF51F2A3}" srcOrd="3" destOrd="0" presId="urn:microsoft.com/office/officeart/2005/8/layout/lProcess1"/>
    <dgm:cxn modelId="{4666D837-7DF0-432D-9ACF-642A39032FB2}" type="presParOf" srcId="{C6083076-E6E3-4DE4-BCEF-87ABA056D698}" destId="{9242B0AB-7444-483F-B36F-74B05C32F34F}" srcOrd="4" destOrd="0" presId="urn:microsoft.com/office/officeart/2005/8/layout/lProcess1"/>
    <dgm:cxn modelId="{0D6A4E77-9185-452C-AD08-CFD7E636831C}" type="presParOf" srcId="{C6083076-E6E3-4DE4-BCEF-87ABA056D698}" destId="{EFD074F3-44B7-41C3-A7B6-D96DD718EE1E}" srcOrd="5" destOrd="0" presId="urn:microsoft.com/office/officeart/2005/8/layout/lProcess1"/>
    <dgm:cxn modelId="{501F50E9-3305-4E23-9122-6318EC2D4085}" type="presParOf" srcId="{C6083076-E6E3-4DE4-BCEF-87ABA056D698}" destId="{4113DAC3-AD4C-4404-8FB2-DA3CAE641C8B}" srcOrd="6" destOrd="0" presId="urn:microsoft.com/office/officeart/2005/8/layout/lProcess1"/>
    <dgm:cxn modelId="{E543432A-CC30-4015-881D-026B72CDAFA6}" type="presParOf" srcId="{C6083076-E6E3-4DE4-BCEF-87ABA056D698}" destId="{A732E973-11E9-4D65-9E5C-C4820EC89CAB}" srcOrd="7" destOrd="0" presId="urn:microsoft.com/office/officeart/2005/8/layout/lProcess1"/>
    <dgm:cxn modelId="{16149C07-F457-4ED7-845F-8DB8C7876550}" type="presParOf" srcId="{C6083076-E6E3-4DE4-BCEF-87ABA056D698}" destId="{87875B36-16A6-42FD-BFE0-9FD8C8E8F3D2}" srcOrd="8" destOrd="0" presId="urn:microsoft.com/office/officeart/2005/8/layout/lProcess1"/>
    <dgm:cxn modelId="{E5785B50-800D-413A-A061-3A8CA6BDF7B6}" type="presParOf" srcId="{527F37CE-A6AF-4AA5-93B0-D8F6E9459FAD}" destId="{A28F8DDD-760A-4D28-A7C7-7A5358BD2C6B}" srcOrd="5" destOrd="0" presId="urn:microsoft.com/office/officeart/2005/8/layout/lProcess1"/>
    <dgm:cxn modelId="{AF70EEE1-51A3-45F8-B4D4-C0AECBF07690}" type="presParOf" srcId="{527F37CE-A6AF-4AA5-93B0-D8F6E9459FAD}" destId="{F7A32674-4860-4398-B0A9-F63A9AC275EF}" srcOrd="6" destOrd="0" presId="urn:microsoft.com/office/officeart/2005/8/layout/lProcess1"/>
    <dgm:cxn modelId="{190763E9-0EB7-4AD4-856D-B16042900EF5}" type="presParOf" srcId="{F7A32674-4860-4398-B0A9-F63A9AC275EF}" destId="{5DA873D4-BFA7-4395-B005-27AB76A34B04}" srcOrd="0" destOrd="0" presId="urn:microsoft.com/office/officeart/2005/8/layout/lProcess1"/>
    <dgm:cxn modelId="{6490D15D-3B4E-4627-8E1C-3EC51B655D60}" type="presParOf" srcId="{F7A32674-4860-4398-B0A9-F63A9AC275EF}" destId="{45F61439-957A-4BD0-860D-55916D604854}" srcOrd="1" destOrd="0" presId="urn:microsoft.com/office/officeart/2005/8/layout/lProcess1"/>
    <dgm:cxn modelId="{BF57842D-2B8B-4D4D-ADB2-935FF822834C}" type="presParOf" srcId="{F7A32674-4860-4398-B0A9-F63A9AC275EF}" destId="{B041BE7C-3669-444E-BFEB-912076566B71}" srcOrd="2" destOrd="0" presId="urn:microsoft.com/office/officeart/2005/8/layout/lProcess1"/>
    <dgm:cxn modelId="{3E4DAE41-8A13-4541-84E0-56F81EFE71CD}" type="presParOf" srcId="{F7A32674-4860-4398-B0A9-F63A9AC275EF}" destId="{DBA22EE6-F1FF-4F90-8F71-4A6821E2A1B4}" srcOrd="3" destOrd="0" presId="urn:microsoft.com/office/officeart/2005/8/layout/lProcess1"/>
    <dgm:cxn modelId="{D65E2CF7-CE33-425F-BC6C-639B32B3C536}" type="presParOf" srcId="{F7A32674-4860-4398-B0A9-F63A9AC275EF}" destId="{9BAF6AFD-C406-4E5A-A536-BC6F01B44250}" srcOrd="4" destOrd="0" presId="urn:microsoft.com/office/officeart/2005/8/layout/lProcess1"/>
    <dgm:cxn modelId="{ADCB7430-9135-4483-8D0C-FC770973572C}" type="presParOf" srcId="{F7A32674-4860-4398-B0A9-F63A9AC275EF}" destId="{7C050D9E-5592-4265-A27A-0B6C9EC4CB6F}" srcOrd="5" destOrd="0" presId="urn:microsoft.com/office/officeart/2005/8/layout/lProcess1"/>
    <dgm:cxn modelId="{8A34F1EA-23A7-4543-A4A7-FDB049B80054}" type="presParOf" srcId="{F7A32674-4860-4398-B0A9-F63A9AC275EF}" destId="{574D9681-B818-43C8-B432-75AED2815E3E}" srcOrd="6" destOrd="0" presId="urn:microsoft.com/office/officeart/2005/8/layout/lProcess1"/>
    <dgm:cxn modelId="{F5AD80C0-9CE9-49BA-872E-A0F673F92086}" type="presParOf" srcId="{F7A32674-4860-4398-B0A9-F63A9AC275EF}" destId="{ED142C73-1386-494E-839B-D1E4A50FD192}" srcOrd="7" destOrd="0" presId="urn:microsoft.com/office/officeart/2005/8/layout/lProcess1"/>
    <dgm:cxn modelId="{E4AE15D7-027E-4ACB-BB68-57F0E9991741}" type="presParOf" srcId="{F7A32674-4860-4398-B0A9-F63A9AC275EF}" destId="{FCC81ED6-C0A5-4048-A65A-9F0283DE0681}" srcOrd="8" destOrd="0" presId="urn:microsoft.com/office/officeart/2005/8/layout/lProcess1"/>
    <dgm:cxn modelId="{CB2AD8FE-F8AB-4F40-8F38-7DFA376BEDEE}" type="presParOf" srcId="{527F37CE-A6AF-4AA5-93B0-D8F6E9459FAD}" destId="{2E6FCA9D-3795-484D-BCF4-3F8A5EC5A030}" srcOrd="7" destOrd="0" presId="urn:microsoft.com/office/officeart/2005/8/layout/lProcess1"/>
    <dgm:cxn modelId="{FAEEE6C9-90C4-40FF-9515-8BC6693026CC}" type="presParOf" srcId="{527F37CE-A6AF-4AA5-93B0-D8F6E9459FAD}" destId="{9C5EC6F7-5274-4C03-8D01-62FA56B331F8}" srcOrd="8" destOrd="0" presId="urn:microsoft.com/office/officeart/2005/8/layout/lProcess1"/>
    <dgm:cxn modelId="{66AF6B05-AA0E-4E75-B798-DF1DF6A67181}" type="presParOf" srcId="{9C5EC6F7-5274-4C03-8D01-62FA56B331F8}" destId="{B6C4EC58-977D-44B3-B489-93E4B44C7F17}" srcOrd="0" destOrd="0" presId="urn:microsoft.com/office/officeart/2005/8/layout/lProcess1"/>
    <dgm:cxn modelId="{733CBB21-86F2-4D37-B103-C03B57E5432B}" type="presParOf" srcId="{9C5EC6F7-5274-4C03-8D01-62FA56B331F8}" destId="{7A477CDA-68F0-45E2-8AEE-042640F8CD91}" srcOrd="1" destOrd="0" presId="urn:microsoft.com/office/officeart/2005/8/layout/lProcess1"/>
    <dgm:cxn modelId="{901CAE5A-C608-4C80-9632-6695F3B766D2}" type="presParOf" srcId="{9C5EC6F7-5274-4C03-8D01-62FA56B331F8}" destId="{A859467A-6C12-45E3-9834-EC1408ABDC3A}" srcOrd="2" destOrd="0" presId="urn:microsoft.com/office/officeart/2005/8/layout/lProcess1"/>
    <dgm:cxn modelId="{E75BC334-F3E3-40FE-8027-0E8190BE6F06}" type="presParOf" srcId="{9C5EC6F7-5274-4C03-8D01-62FA56B331F8}" destId="{E3CD1673-AC61-4984-ADE1-8517E5BA3584}" srcOrd="3" destOrd="0" presId="urn:microsoft.com/office/officeart/2005/8/layout/lProcess1"/>
    <dgm:cxn modelId="{93592C17-8847-4F35-974D-B7B063D23E88}" type="presParOf" srcId="{9C5EC6F7-5274-4C03-8D01-62FA56B331F8}" destId="{666F4AC8-1414-4079-B28D-FC161E513988}" srcOrd="4" destOrd="0" presId="urn:microsoft.com/office/officeart/2005/8/layout/lProcess1"/>
    <dgm:cxn modelId="{F0DD97C9-0B29-41C9-8F91-876DB2171E82}" type="presParOf" srcId="{9C5EC6F7-5274-4C03-8D01-62FA56B331F8}" destId="{F7EAD439-74B0-4169-AF0F-9F8B282F010B}" srcOrd="5" destOrd="0" presId="urn:microsoft.com/office/officeart/2005/8/layout/lProcess1"/>
    <dgm:cxn modelId="{ECAE47B6-34A9-452B-9AE0-BBFBE79C8471}" type="presParOf" srcId="{9C5EC6F7-5274-4C03-8D01-62FA56B331F8}" destId="{8A9BBB6B-47B1-48B8-859F-8AA40B6BDAC0}" srcOrd="6" destOrd="0" presId="urn:microsoft.com/office/officeart/2005/8/layout/lProcess1"/>
    <dgm:cxn modelId="{FD60589F-41F9-48EB-8CD9-8E964A593137}" type="presParOf" srcId="{9C5EC6F7-5274-4C03-8D01-62FA56B331F8}" destId="{9B54F92F-B691-4599-8CA7-EDDDC0AF0024}" srcOrd="7" destOrd="0" presId="urn:microsoft.com/office/officeart/2005/8/layout/lProcess1"/>
    <dgm:cxn modelId="{2441442E-8D7F-4D86-91CA-908E2FD0FC17}" type="presParOf" srcId="{9C5EC6F7-5274-4C03-8D01-62FA56B331F8}" destId="{8E69D960-5531-48B5-8224-02A5FBBF8D02}" srcOrd="8" destOrd="0" presId="urn:microsoft.com/office/officeart/2005/8/layout/lProcess1"/>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70.xml><?xml version="1.0" encoding="utf-8"?>
<dgm:dataModel xmlns:dgm="http://schemas.openxmlformats.org/drawingml/2006/diagram" xmlns:a="http://schemas.openxmlformats.org/drawingml/2006/main">
  <dgm:ptLst>
    <dgm:pt modelId="{B9C32B05-62EA-407A-B21C-2310C7945705}" type="doc">
      <dgm:prSet loTypeId="urn:microsoft.com/office/officeart/2005/8/layout/process4" loCatId="process"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custT="1"/>
      <dgm:spPr/>
      <dgm:t>
        <a:bodyPr/>
        <a:lstStyle/>
        <a:p>
          <a:r>
            <a:rPr lang="en-US" sz="2400" b="1" dirty="0">
              <a:solidFill>
                <a:schemeClr val="bg1"/>
              </a:solidFill>
            </a:rPr>
            <a:t>Lorem Ipsum</a:t>
          </a:r>
        </a:p>
      </dgm:t>
    </dgm:pt>
    <dgm:pt modelId="{51680ED1-AF6E-4B28-AE94-92B0EFB0DF7D}" type="parTrans" cxnId="{2AA9C11F-1F1D-428E-801A-47EAA766C99D}">
      <dgm:prSet/>
      <dgm:spPr/>
      <dgm:t>
        <a:bodyPr/>
        <a:lstStyle/>
        <a:p>
          <a:endParaRPr lang="en-US">
            <a:solidFill>
              <a:schemeClr val="tx2"/>
            </a:solidFill>
          </a:endParaRPr>
        </a:p>
      </dgm:t>
    </dgm:pt>
    <dgm:pt modelId="{478B7D3C-9FB4-4BC6-90AC-49960560DECD}" type="sibTrans" cxnId="{2AA9C11F-1F1D-428E-801A-47EAA766C99D}">
      <dgm:prSet/>
      <dgm:spPr/>
      <dgm:t>
        <a:bodyPr/>
        <a:lstStyle/>
        <a:p>
          <a:endParaRPr lang="en-US">
            <a:solidFill>
              <a:schemeClr val="tx2"/>
            </a:solidFill>
          </a:endParaRPr>
        </a:p>
      </dgm:t>
    </dgm:pt>
    <dgm:pt modelId="{F66099B6-DBBD-4AB0-82D2-877B80F846F7}">
      <dgm:prSet phldrT="[Text]" custT="1"/>
      <dgm:spPr/>
      <dgm:t>
        <a:bodyPr/>
        <a:lstStyle/>
        <a:p>
          <a:r>
            <a:rPr lang="en-US" sz="2400" b="1" dirty="0">
              <a:solidFill>
                <a:schemeClr val="accent4">
                  <a:lumMod val="50000"/>
                </a:schemeClr>
              </a:solidFill>
            </a:rPr>
            <a:t>Lorem Ipsum</a:t>
          </a:r>
        </a:p>
      </dgm:t>
    </dgm:pt>
    <dgm:pt modelId="{B09C8BFB-F41C-4AC4-AB94-F216E3081C2D}" type="parTrans" cxnId="{B4F3EA32-CE64-4A92-9BAE-BC57E5392B05}">
      <dgm:prSet/>
      <dgm:spPr/>
      <dgm:t>
        <a:bodyPr/>
        <a:lstStyle/>
        <a:p>
          <a:endParaRPr lang="en-US">
            <a:solidFill>
              <a:schemeClr val="tx2"/>
            </a:solidFill>
          </a:endParaRPr>
        </a:p>
      </dgm:t>
    </dgm:pt>
    <dgm:pt modelId="{BC531B32-9B0E-482E-BF91-65C61F17168D}" type="sibTrans" cxnId="{B4F3EA32-CE64-4A92-9BAE-BC57E5392B05}">
      <dgm:prSet/>
      <dgm:spPr/>
      <dgm:t>
        <a:bodyPr/>
        <a:lstStyle/>
        <a:p>
          <a:endParaRPr lang="en-US">
            <a:solidFill>
              <a:schemeClr val="tx2"/>
            </a:solidFill>
          </a:endParaRPr>
        </a:p>
      </dgm:t>
    </dgm:pt>
    <dgm:pt modelId="{EE62A4F6-4AC4-435B-990E-81A71CE8CAC7}">
      <dgm:prSet phldrT="[Text]" custT="1"/>
      <dgm:spPr/>
      <dgm:t>
        <a:bodyPr/>
        <a:lstStyle/>
        <a:p>
          <a:r>
            <a:rPr lang="en-US" sz="2400" b="1" dirty="0">
              <a:solidFill>
                <a:schemeClr val="accent3">
                  <a:lumMod val="50000"/>
                </a:schemeClr>
              </a:solidFill>
            </a:rPr>
            <a:t>Lorem Ipsum</a:t>
          </a:r>
        </a:p>
      </dgm:t>
    </dgm:pt>
    <dgm:pt modelId="{F287B947-7343-4FA2-B288-B23A59FFAE31}" type="parTrans" cxnId="{3A2CECA6-0C5B-46BB-B7C6-7D37E9D210BD}">
      <dgm:prSet/>
      <dgm:spPr/>
      <dgm:t>
        <a:bodyPr/>
        <a:lstStyle/>
        <a:p>
          <a:endParaRPr lang="en-US">
            <a:solidFill>
              <a:schemeClr val="tx2"/>
            </a:solidFill>
          </a:endParaRPr>
        </a:p>
      </dgm:t>
    </dgm:pt>
    <dgm:pt modelId="{389F9A93-0231-4877-8C41-5D5B8DD7AAC0}" type="sibTrans" cxnId="{3A2CECA6-0C5B-46BB-B7C6-7D37E9D210BD}">
      <dgm:prSet/>
      <dgm:spPr/>
      <dgm:t>
        <a:bodyPr/>
        <a:lstStyle/>
        <a:p>
          <a:endParaRPr lang="en-US">
            <a:solidFill>
              <a:schemeClr val="tx2"/>
            </a:solidFill>
          </a:endParaRPr>
        </a:p>
      </dgm:t>
    </dgm:pt>
    <dgm:pt modelId="{6CF284C3-4A70-4432-8F33-E75A802B3330}">
      <dgm:prSet/>
      <dgm:spPr/>
      <dgm:t>
        <a:bodyPr/>
        <a:lstStyle/>
        <a:p>
          <a:r>
            <a:rPr lang="en-US" dirty="0">
              <a:solidFill>
                <a:schemeClr val="tx2"/>
              </a:solidFill>
            </a:rPr>
            <a:t>Some text here</a:t>
          </a:r>
        </a:p>
      </dgm:t>
    </dgm:pt>
    <dgm:pt modelId="{044831E6-2FC9-4DDA-81FB-5FA418568D07}" type="parTrans" cxnId="{2DC24386-BC50-4BAB-8571-16CB10C2603C}">
      <dgm:prSet/>
      <dgm:spPr/>
      <dgm:t>
        <a:bodyPr/>
        <a:lstStyle/>
        <a:p>
          <a:endParaRPr lang="en-US">
            <a:solidFill>
              <a:schemeClr val="tx2"/>
            </a:solidFill>
          </a:endParaRPr>
        </a:p>
      </dgm:t>
    </dgm:pt>
    <dgm:pt modelId="{CD50B82D-84BB-4747-B282-ABB339EBA294}" type="sibTrans" cxnId="{2DC24386-BC50-4BAB-8571-16CB10C2603C}">
      <dgm:prSet/>
      <dgm:spPr/>
      <dgm:t>
        <a:bodyPr/>
        <a:lstStyle/>
        <a:p>
          <a:endParaRPr lang="en-US">
            <a:solidFill>
              <a:schemeClr val="tx2"/>
            </a:solidFill>
          </a:endParaRPr>
        </a:p>
      </dgm:t>
    </dgm:pt>
    <dgm:pt modelId="{3AF880A5-0F00-4315-A5DF-1FE656798601}">
      <dgm:prSet phldrT="[Text]"/>
      <dgm:spPr/>
      <dgm:t>
        <a:bodyPr/>
        <a:lstStyle/>
        <a:p>
          <a:r>
            <a:rPr lang="en-US" dirty="0">
              <a:solidFill>
                <a:schemeClr val="tx2"/>
              </a:solidFill>
            </a:rPr>
            <a:t>Some text here</a:t>
          </a:r>
        </a:p>
      </dgm:t>
    </dgm:pt>
    <dgm:pt modelId="{A13BB1F9-5857-4B43-8BF5-6589AA2CB759}" type="parTrans" cxnId="{24F8CBE2-5003-4E69-A772-6B98F2B05181}">
      <dgm:prSet/>
      <dgm:spPr/>
      <dgm:t>
        <a:bodyPr/>
        <a:lstStyle/>
        <a:p>
          <a:endParaRPr lang="en-US">
            <a:solidFill>
              <a:schemeClr val="tx2"/>
            </a:solidFill>
          </a:endParaRPr>
        </a:p>
      </dgm:t>
    </dgm:pt>
    <dgm:pt modelId="{C198C41D-2640-4669-83ED-E0CD35701C8E}" type="sibTrans" cxnId="{24F8CBE2-5003-4E69-A772-6B98F2B05181}">
      <dgm:prSet/>
      <dgm:spPr/>
      <dgm:t>
        <a:bodyPr/>
        <a:lstStyle/>
        <a:p>
          <a:endParaRPr lang="en-US">
            <a:solidFill>
              <a:schemeClr val="tx2"/>
            </a:solidFill>
          </a:endParaRPr>
        </a:p>
      </dgm:t>
    </dgm:pt>
    <dgm:pt modelId="{8EA7219F-BDB2-48EB-9EEB-3133522D132E}">
      <dgm:prSet phldrT="[Text]"/>
      <dgm:spPr/>
      <dgm:t>
        <a:bodyPr/>
        <a:lstStyle/>
        <a:p>
          <a:r>
            <a:rPr lang="en-US" dirty="0">
              <a:solidFill>
                <a:schemeClr val="tx2"/>
              </a:solidFill>
            </a:rPr>
            <a:t>Some text here</a:t>
          </a:r>
        </a:p>
      </dgm:t>
    </dgm:pt>
    <dgm:pt modelId="{3EE8403A-CB7C-4815-85BD-AEBCAEB71B37}" type="parTrans" cxnId="{58AD7EEF-D408-406B-87EE-4691D4C30668}">
      <dgm:prSet/>
      <dgm:spPr/>
      <dgm:t>
        <a:bodyPr/>
        <a:lstStyle/>
        <a:p>
          <a:endParaRPr lang="en-US">
            <a:solidFill>
              <a:schemeClr val="tx2"/>
            </a:solidFill>
          </a:endParaRPr>
        </a:p>
      </dgm:t>
    </dgm:pt>
    <dgm:pt modelId="{C94B7947-85DC-4B21-BB99-DF8438356F98}" type="sibTrans" cxnId="{58AD7EEF-D408-406B-87EE-4691D4C30668}">
      <dgm:prSet/>
      <dgm:spPr/>
      <dgm:t>
        <a:bodyPr/>
        <a:lstStyle/>
        <a:p>
          <a:endParaRPr lang="en-US">
            <a:solidFill>
              <a:schemeClr val="tx2"/>
            </a:solidFill>
          </a:endParaRPr>
        </a:p>
      </dgm:t>
    </dgm:pt>
    <dgm:pt modelId="{BE788BF5-FE9F-4C7D-A1CD-9232D7860179}">
      <dgm:prSet phldrT="[Text]"/>
      <dgm:spPr/>
      <dgm:t>
        <a:bodyPr/>
        <a:lstStyle/>
        <a:p>
          <a:r>
            <a:rPr lang="en-US" dirty="0">
              <a:solidFill>
                <a:schemeClr val="tx2"/>
              </a:solidFill>
            </a:rPr>
            <a:t>Some text here</a:t>
          </a:r>
        </a:p>
      </dgm:t>
    </dgm:pt>
    <dgm:pt modelId="{963A52CB-C772-45F2-8A30-8ABA6B14D3CE}" type="parTrans" cxnId="{35013F34-57BC-4E3C-A003-07C0E49926DB}">
      <dgm:prSet/>
      <dgm:spPr/>
      <dgm:t>
        <a:bodyPr/>
        <a:lstStyle/>
        <a:p>
          <a:endParaRPr lang="en-US">
            <a:solidFill>
              <a:schemeClr val="tx2"/>
            </a:solidFill>
          </a:endParaRPr>
        </a:p>
      </dgm:t>
    </dgm:pt>
    <dgm:pt modelId="{88191C5E-55BA-42F2-B842-FC86CBBADC0F}" type="sibTrans" cxnId="{35013F34-57BC-4E3C-A003-07C0E49926DB}">
      <dgm:prSet/>
      <dgm:spPr/>
      <dgm:t>
        <a:bodyPr/>
        <a:lstStyle/>
        <a:p>
          <a:endParaRPr lang="en-US">
            <a:solidFill>
              <a:schemeClr val="tx2"/>
            </a:solidFill>
          </a:endParaRPr>
        </a:p>
      </dgm:t>
    </dgm:pt>
    <dgm:pt modelId="{3CE06941-9820-4827-8B16-CD80CC49F780}">
      <dgm:prSet phldrT="[Text]"/>
      <dgm:spPr/>
      <dgm:t>
        <a:bodyPr/>
        <a:lstStyle/>
        <a:p>
          <a:r>
            <a:rPr lang="en-US" dirty="0">
              <a:solidFill>
                <a:schemeClr val="tx2"/>
              </a:solidFill>
            </a:rPr>
            <a:t>Some text here</a:t>
          </a:r>
        </a:p>
      </dgm:t>
    </dgm:pt>
    <dgm:pt modelId="{141A3C92-8966-4E2F-82E4-2E09E22674B2}" type="parTrans" cxnId="{C99CE395-39F6-46B4-938C-9BF085685D1A}">
      <dgm:prSet/>
      <dgm:spPr/>
      <dgm:t>
        <a:bodyPr/>
        <a:lstStyle/>
        <a:p>
          <a:endParaRPr lang="en-US">
            <a:solidFill>
              <a:schemeClr val="tx2"/>
            </a:solidFill>
          </a:endParaRPr>
        </a:p>
      </dgm:t>
    </dgm:pt>
    <dgm:pt modelId="{F58FC55B-E61F-445C-956E-0BB2202254CA}" type="sibTrans" cxnId="{C99CE395-39F6-46B4-938C-9BF085685D1A}">
      <dgm:prSet/>
      <dgm:spPr/>
      <dgm:t>
        <a:bodyPr/>
        <a:lstStyle/>
        <a:p>
          <a:endParaRPr lang="en-US">
            <a:solidFill>
              <a:schemeClr val="tx2"/>
            </a:solidFill>
          </a:endParaRPr>
        </a:p>
      </dgm:t>
    </dgm:pt>
    <dgm:pt modelId="{386C2B6D-2EE1-4682-AE61-EE246CD54E31}">
      <dgm:prSet phldrT="[Text]"/>
      <dgm:spPr/>
      <dgm:t>
        <a:bodyPr/>
        <a:lstStyle/>
        <a:p>
          <a:r>
            <a:rPr lang="en-US" dirty="0">
              <a:solidFill>
                <a:schemeClr val="tx2"/>
              </a:solidFill>
            </a:rPr>
            <a:t>Some text here</a:t>
          </a:r>
        </a:p>
      </dgm:t>
    </dgm:pt>
    <dgm:pt modelId="{649D72FB-0D8F-479C-87D1-C73133EF35E2}" type="parTrans" cxnId="{7F96AC57-2F84-4E8C-AA92-E82865EE63FE}">
      <dgm:prSet/>
      <dgm:spPr/>
      <dgm:t>
        <a:bodyPr/>
        <a:lstStyle/>
        <a:p>
          <a:endParaRPr lang="en-US">
            <a:solidFill>
              <a:schemeClr val="tx2"/>
            </a:solidFill>
          </a:endParaRPr>
        </a:p>
      </dgm:t>
    </dgm:pt>
    <dgm:pt modelId="{E1C9E6F1-2ED2-4DD8-9B78-28FC1AF5D352}" type="sibTrans" cxnId="{7F96AC57-2F84-4E8C-AA92-E82865EE63FE}">
      <dgm:prSet/>
      <dgm:spPr/>
      <dgm:t>
        <a:bodyPr/>
        <a:lstStyle/>
        <a:p>
          <a:endParaRPr lang="en-US">
            <a:solidFill>
              <a:schemeClr val="tx2"/>
            </a:solidFill>
          </a:endParaRPr>
        </a:p>
      </dgm:t>
    </dgm:pt>
    <dgm:pt modelId="{2A22E84C-3AA3-4E9C-AE5F-9C2FB0D7FB11}">
      <dgm:prSet phldrT="[Text]" custT="1"/>
      <dgm:spPr/>
      <dgm:t>
        <a:bodyPr/>
        <a:lstStyle/>
        <a:p>
          <a:r>
            <a:rPr lang="en-US" sz="2400" b="1">
              <a:solidFill>
                <a:schemeClr val="accent2">
                  <a:lumMod val="50000"/>
                </a:schemeClr>
              </a:solidFill>
            </a:rPr>
            <a:t>Lorem Ipsum</a:t>
          </a:r>
          <a:endParaRPr lang="en-US" sz="2400" b="1" dirty="0">
            <a:solidFill>
              <a:schemeClr val="accent2">
                <a:lumMod val="50000"/>
              </a:schemeClr>
            </a:solidFill>
          </a:endParaRPr>
        </a:p>
      </dgm:t>
    </dgm:pt>
    <dgm:pt modelId="{6C025E55-DF42-4C5D-AFD5-6015FA053D46}" type="parTrans" cxnId="{BEB859E7-C343-408E-86A1-667C27EE5761}">
      <dgm:prSet/>
      <dgm:spPr/>
      <dgm:t>
        <a:bodyPr/>
        <a:lstStyle/>
        <a:p>
          <a:endParaRPr lang="en-US">
            <a:solidFill>
              <a:schemeClr val="tx2"/>
            </a:solidFill>
          </a:endParaRPr>
        </a:p>
      </dgm:t>
    </dgm:pt>
    <dgm:pt modelId="{744EA591-F199-49C2-B63A-82709D96C729}" type="sibTrans" cxnId="{BEB859E7-C343-408E-86A1-667C27EE5761}">
      <dgm:prSet/>
      <dgm:spPr/>
      <dgm:t>
        <a:bodyPr/>
        <a:lstStyle/>
        <a:p>
          <a:endParaRPr lang="en-US">
            <a:solidFill>
              <a:schemeClr val="tx2"/>
            </a:solidFill>
          </a:endParaRPr>
        </a:p>
      </dgm:t>
    </dgm:pt>
    <dgm:pt modelId="{9ADACFBF-2A78-45C9-A7C4-5E5DBC674760}">
      <dgm:prSet phldrT="[Text]"/>
      <dgm:spPr/>
      <dgm:t>
        <a:bodyPr/>
        <a:lstStyle/>
        <a:p>
          <a:r>
            <a:rPr lang="en-US" dirty="0">
              <a:solidFill>
                <a:schemeClr val="tx2"/>
              </a:solidFill>
            </a:rPr>
            <a:t>Some text here</a:t>
          </a:r>
        </a:p>
      </dgm:t>
    </dgm:pt>
    <dgm:pt modelId="{E121796C-71AB-4354-A1D4-3BF0025298A5}" type="parTrans" cxnId="{2B98897D-9937-49AC-9FE9-6629E912033A}">
      <dgm:prSet/>
      <dgm:spPr/>
      <dgm:t>
        <a:bodyPr/>
        <a:lstStyle/>
        <a:p>
          <a:endParaRPr lang="en-US">
            <a:solidFill>
              <a:schemeClr val="tx2"/>
            </a:solidFill>
          </a:endParaRPr>
        </a:p>
      </dgm:t>
    </dgm:pt>
    <dgm:pt modelId="{F3FE7E5A-DC73-423B-998C-02943CF263BF}" type="sibTrans" cxnId="{2B98897D-9937-49AC-9FE9-6629E912033A}">
      <dgm:prSet/>
      <dgm:spPr/>
      <dgm:t>
        <a:bodyPr/>
        <a:lstStyle/>
        <a:p>
          <a:endParaRPr lang="en-US">
            <a:solidFill>
              <a:schemeClr val="tx2"/>
            </a:solidFill>
          </a:endParaRPr>
        </a:p>
      </dgm:t>
    </dgm:pt>
    <dgm:pt modelId="{6C39594C-4AE1-4221-9751-E4FBA9469435}">
      <dgm:prSet phldrT="[Text]"/>
      <dgm:spPr/>
      <dgm:t>
        <a:bodyPr/>
        <a:lstStyle/>
        <a:p>
          <a:r>
            <a:rPr lang="en-US" dirty="0">
              <a:solidFill>
                <a:schemeClr val="tx2"/>
              </a:solidFill>
            </a:rPr>
            <a:t>Some text here</a:t>
          </a:r>
        </a:p>
      </dgm:t>
    </dgm:pt>
    <dgm:pt modelId="{EA90E5E0-265B-4677-A3EF-FCD0DFDF4F41}" type="parTrans" cxnId="{7AF91B96-DA69-42D6-83DE-0E63677A4C47}">
      <dgm:prSet/>
      <dgm:spPr/>
      <dgm:t>
        <a:bodyPr/>
        <a:lstStyle/>
        <a:p>
          <a:endParaRPr lang="en-US">
            <a:solidFill>
              <a:schemeClr val="tx2"/>
            </a:solidFill>
          </a:endParaRPr>
        </a:p>
      </dgm:t>
    </dgm:pt>
    <dgm:pt modelId="{F04E3063-747B-4761-B46E-8C06B2EF3C55}" type="sibTrans" cxnId="{7AF91B96-DA69-42D6-83DE-0E63677A4C47}">
      <dgm:prSet/>
      <dgm:spPr/>
      <dgm:t>
        <a:bodyPr/>
        <a:lstStyle/>
        <a:p>
          <a:endParaRPr lang="en-US">
            <a:solidFill>
              <a:schemeClr val="tx2"/>
            </a:solidFill>
          </a:endParaRPr>
        </a:p>
      </dgm:t>
    </dgm:pt>
    <dgm:pt modelId="{CDB062BC-8DB4-44B3-8B79-037E156E0A28}">
      <dgm:prSet phldrT="[Text]"/>
      <dgm:spPr/>
      <dgm:t>
        <a:bodyPr/>
        <a:lstStyle/>
        <a:p>
          <a:r>
            <a:rPr lang="en-US">
              <a:solidFill>
                <a:schemeClr val="accent3">
                  <a:lumMod val="50000"/>
                </a:schemeClr>
              </a:solidFill>
            </a:rPr>
            <a:t>Some text here</a:t>
          </a:r>
          <a:endParaRPr lang="en-US" dirty="0">
            <a:solidFill>
              <a:schemeClr val="accent3">
                <a:lumMod val="50000"/>
              </a:schemeClr>
            </a:solidFill>
          </a:endParaRPr>
        </a:p>
      </dgm:t>
    </dgm:pt>
    <dgm:pt modelId="{25CF9EDE-0B13-4DAE-8A9C-4CAC5C0C794B}" type="parTrans" cxnId="{FA79BDE8-884F-4493-8A40-74B2474D6AA7}">
      <dgm:prSet/>
      <dgm:spPr/>
      <dgm:t>
        <a:bodyPr/>
        <a:lstStyle/>
        <a:p>
          <a:endParaRPr lang="en-US"/>
        </a:p>
      </dgm:t>
    </dgm:pt>
    <dgm:pt modelId="{3F43269F-C7E0-4C8C-AC24-E07047A07496}" type="sibTrans" cxnId="{FA79BDE8-884F-4493-8A40-74B2474D6AA7}">
      <dgm:prSet/>
      <dgm:spPr/>
      <dgm:t>
        <a:bodyPr/>
        <a:lstStyle/>
        <a:p>
          <a:endParaRPr lang="en-US"/>
        </a:p>
      </dgm:t>
    </dgm:pt>
    <dgm:pt modelId="{E852D734-0C57-4605-973E-0821AE9B65D7}">
      <dgm:prSet phldrT="[Text]"/>
      <dgm:spPr/>
      <dgm:t>
        <a:bodyPr/>
        <a:lstStyle/>
        <a:p>
          <a:r>
            <a:rPr lang="en-US" dirty="0">
              <a:solidFill>
                <a:schemeClr val="accent3">
                  <a:lumMod val="50000"/>
                </a:schemeClr>
              </a:solidFill>
            </a:rPr>
            <a:t>Some text here</a:t>
          </a:r>
        </a:p>
      </dgm:t>
    </dgm:pt>
    <dgm:pt modelId="{F15C7840-D705-4BA5-A7D1-4EF8C83BE9E5}" type="parTrans" cxnId="{914659CB-9CDB-434A-8865-EAA33ADE2C9A}">
      <dgm:prSet/>
      <dgm:spPr/>
      <dgm:t>
        <a:bodyPr/>
        <a:lstStyle/>
        <a:p>
          <a:endParaRPr lang="en-US"/>
        </a:p>
      </dgm:t>
    </dgm:pt>
    <dgm:pt modelId="{5547284A-B49D-461E-A3EB-CD7279F243B5}" type="sibTrans" cxnId="{914659CB-9CDB-434A-8865-EAA33ADE2C9A}">
      <dgm:prSet/>
      <dgm:spPr/>
      <dgm:t>
        <a:bodyPr/>
        <a:lstStyle/>
        <a:p>
          <a:endParaRPr lang="en-US"/>
        </a:p>
      </dgm:t>
    </dgm:pt>
    <dgm:pt modelId="{60BF1CD3-47B5-4323-A0E2-EDA9CD99C15F}">
      <dgm:prSet phldrT="[Text]"/>
      <dgm:spPr/>
      <dgm:t>
        <a:bodyPr/>
        <a:lstStyle/>
        <a:p>
          <a:r>
            <a:rPr lang="en-US">
              <a:solidFill>
                <a:schemeClr val="tx2"/>
              </a:solidFill>
            </a:rPr>
            <a:t>Some text here</a:t>
          </a:r>
          <a:endParaRPr lang="en-US" dirty="0">
            <a:solidFill>
              <a:schemeClr val="tx2"/>
            </a:solidFill>
          </a:endParaRPr>
        </a:p>
      </dgm:t>
    </dgm:pt>
    <dgm:pt modelId="{742B527E-D975-4234-B2E7-59E25C49301F}" type="parTrans" cxnId="{A247D6D9-24E9-4B20-8E46-E625D0C59F08}">
      <dgm:prSet/>
      <dgm:spPr/>
      <dgm:t>
        <a:bodyPr/>
        <a:lstStyle/>
        <a:p>
          <a:endParaRPr lang="en-US"/>
        </a:p>
      </dgm:t>
    </dgm:pt>
    <dgm:pt modelId="{1B97FAAE-2F41-426E-8245-102DA6C1FDE9}" type="sibTrans" cxnId="{A247D6D9-24E9-4B20-8E46-E625D0C59F08}">
      <dgm:prSet/>
      <dgm:spPr/>
      <dgm:t>
        <a:bodyPr/>
        <a:lstStyle/>
        <a:p>
          <a:endParaRPr lang="en-US"/>
        </a:p>
      </dgm:t>
    </dgm:pt>
    <dgm:pt modelId="{9A177C51-B7C7-4911-8E9A-5F01A0B0DDDE}" type="pres">
      <dgm:prSet presAssocID="{B9C32B05-62EA-407A-B21C-2310C7945705}" presName="Name0" presStyleCnt="0">
        <dgm:presLayoutVars>
          <dgm:dir/>
          <dgm:animLvl val="lvl"/>
          <dgm:resizeHandles val="exact"/>
        </dgm:presLayoutVars>
      </dgm:prSet>
      <dgm:spPr/>
    </dgm:pt>
    <dgm:pt modelId="{71248F15-482A-48AA-8C03-290E7CA438B2}" type="pres">
      <dgm:prSet presAssocID="{2A22E84C-3AA3-4E9C-AE5F-9C2FB0D7FB11}" presName="boxAndChildren" presStyleCnt="0"/>
      <dgm:spPr/>
    </dgm:pt>
    <dgm:pt modelId="{2BAD69C3-6D6C-490E-A59B-E3C0BB7C2EBF}" type="pres">
      <dgm:prSet presAssocID="{2A22E84C-3AA3-4E9C-AE5F-9C2FB0D7FB11}" presName="parentTextBox" presStyleLbl="node1" presStyleIdx="0" presStyleCnt="4"/>
      <dgm:spPr/>
    </dgm:pt>
    <dgm:pt modelId="{0FAC79E7-002A-4BBE-A612-E57A9FADE130}" type="pres">
      <dgm:prSet presAssocID="{2A22E84C-3AA3-4E9C-AE5F-9C2FB0D7FB11}" presName="entireBox" presStyleLbl="node1" presStyleIdx="0" presStyleCnt="4"/>
      <dgm:spPr/>
    </dgm:pt>
    <dgm:pt modelId="{845A4502-2758-43BE-9F43-0ADF712246D8}" type="pres">
      <dgm:prSet presAssocID="{2A22E84C-3AA3-4E9C-AE5F-9C2FB0D7FB11}" presName="descendantBox" presStyleCnt="0"/>
      <dgm:spPr/>
    </dgm:pt>
    <dgm:pt modelId="{181F1083-1D30-47EA-ADCD-71362ABC8B00}" type="pres">
      <dgm:prSet presAssocID="{9ADACFBF-2A78-45C9-A7C4-5E5DBC674760}" presName="childTextBox" presStyleLbl="fgAccFollowNode1" presStyleIdx="0" presStyleCnt="11">
        <dgm:presLayoutVars>
          <dgm:bulletEnabled val="1"/>
        </dgm:presLayoutVars>
      </dgm:prSet>
      <dgm:spPr/>
    </dgm:pt>
    <dgm:pt modelId="{1DA285C0-EBEC-4F1D-B4D9-8D6831972EC8}" type="pres">
      <dgm:prSet presAssocID="{6C39594C-4AE1-4221-9751-E4FBA9469435}" presName="childTextBox" presStyleLbl="fgAccFollowNode1" presStyleIdx="1" presStyleCnt="11">
        <dgm:presLayoutVars>
          <dgm:bulletEnabled val="1"/>
        </dgm:presLayoutVars>
      </dgm:prSet>
      <dgm:spPr/>
    </dgm:pt>
    <dgm:pt modelId="{AC2F85D7-295F-40E8-A050-EB8533858B13}" type="pres">
      <dgm:prSet presAssocID="{389F9A93-0231-4877-8C41-5D5B8DD7AAC0}" presName="sp" presStyleCnt="0"/>
      <dgm:spPr/>
    </dgm:pt>
    <dgm:pt modelId="{BD662330-3955-4A6A-B02D-76763DEADCB1}" type="pres">
      <dgm:prSet presAssocID="{EE62A4F6-4AC4-435B-990E-81A71CE8CAC7}" presName="arrowAndChildren" presStyleCnt="0"/>
      <dgm:spPr/>
    </dgm:pt>
    <dgm:pt modelId="{CCC4FA3C-B806-4F21-A743-B9BB377468A5}" type="pres">
      <dgm:prSet presAssocID="{EE62A4F6-4AC4-435B-990E-81A71CE8CAC7}" presName="parentTextArrow" presStyleLbl="node1" presStyleIdx="0" presStyleCnt="4"/>
      <dgm:spPr/>
    </dgm:pt>
    <dgm:pt modelId="{83B54E6F-3566-4883-B004-F6A89F633106}" type="pres">
      <dgm:prSet presAssocID="{EE62A4F6-4AC4-435B-990E-81A71CE8CAC7}" presName="arrow" presStyleLbl="node1" presStyleIdx="1" presStyleCnt="4"/>
      <dgm:spPr/>
    </dgm:pt>
    <dgm:pt modelId="{7DD8D175-065C-4527-97A9-36F1FC516DD7}" type="pres">
      <dgm:prSet presAssocID="{EE62A4F6-4AC4-435B-990E-81A71CE8CAC7}" presName="descendantArrow" presStyleCnt="0"/>
      <dgm:spPr/>
    </dgm:pt>
    <dgm:pt modelId="{51D2F7B1-1762-4430-B6BE-A659D20259E8}" type="pres">
      <dgm:prSet presAssocID="{3CE06941-9820-4827-8B16-CD80CC49F780}" presName="childTextArrow" presStyleLbl="fgAccFollowNode1" presStyleIdx="2" presStyleCnt="11">
        <dgm:presLayoutVars>
          <dgm:bulletEnabled val="1"/>
        </dgm:presLayoutVars>
      </dgm:prSet>
      <dgm:spPr/>
    </dgm:pt>
    <dgm:pt modelId="{68F67E83-8B2B-4E48-A855-45F186DF3786}" type="pres">
      <dgm:prSet presAssocID="{386C2B6D-2EE1-4682-AE61-EE246CD54E31}" presName="childTextArrow" presStyleLbl="fgAccFollowNode1" presStyleIdx="3" presStyleCnt="11">
        <dgm:presLayoutVars>
          <dgm:bulletEnabled val="1"/>
        </dgm:presLayoutVars>
      </dgm:prSet>
      <dgm:spPr/>
    </dgm:pt>
    <dgm:pt modelId="{A0732B1F-D6AA-45D7-AE94-8837BFBC06B3}" type="pres">
      <dgm:prSet presAssocID="{BC531B32-9B0E-482E-BF91-65C61F17168D}" presName="sp" presStyleCnt="0"/>
      <dgm:spPr/>
    </dgm:pt>
    <dgm:pt modelId="{25D2D9E9-EC9D-4C72-A0C9-01C71D1738DD}" type="pres">
      <dgm:prSet presAssocID="{F66099B6-DBBD-4AB0-82D2-877B80F846F7}" presName="arrowAndChildren" presStyleCnt="0"/>
      <dgm:spPr/>
    </dgm:pt>
    <dgm:pt modelId="{C354D714-8D92-4E6F-9700-F32AC0F196DF}" type="pres">
      <dgm:prSet presAssocID="{F66099B6-DBBD-4AB0-82D2-877B80F846F7}" presName="parentTextArrow" presStyleLbl="node1" presStyleIdx="1" presStyleCnt="4"/>
      <dgm:spPr/>
    </dgm:pt>
    <dgm:pt modelId="{D50D2DDA-3D6C-4320-BE91-C2155C3963F4}" type="pres">
      <dgm:prSet presAssocID="{F66099B6-DBBD-4AB0-82D2-877B80F846F7}" presName="arrow" presStyleLbl="node1" presStyleIdx="2" presStyleCnt="4"/>
      <dgm:spPr/>
    </dgm:pt>
    <dgm:pt modelId="{D2303725-8E47-4F51-A26D-28EBA069252B}" type="pres">
      <dgm:prSet presAssocID="{F66099B6-DBBD-4AB0-82D2-877B80F846F7}" presName="descendantArrow" presStyleCnt="0"/>
      <dgm:spPr/>
    </dgm:pt>
    <dgm:pt modelId="{763ED39B-246A-479B-893B-F1F2AC5E2B0B}" type="pres">
      <dgm:prSet presAssocID="{6CF284C3-4A70-4432-8F33-E75A802B3330}" presName="childTextArrow" presStyleLbl="fgAccFollowNode1" presStyleIdx="4" presStyleCnt="11">
        <dgm:presLayoutVars>
          <dgm:bulletEnabled val="1"/>
        </dgm:presLayoutVars>
      </dgm:prSet>
      <dgm:spPr/>
    </dgm:pt>
    <dgm:pt modelId="{E150BDF5-66B0-4FE2-B380-1EBC9320ED76}" type="pres">
      <dgm:prSet presAssocID="{BE788BF5-FE9F-4C7D-A1CD-9232D7860179}" presName="childTextArrow" presStyleLbl="fgAccFollowNode1" presStyleIdx="5" presStyleCnt="11">
        <dgm:presLayoutVars>
          <dgm:bulletEnabled val="1"/>
        </dgm:presLayoutVars>
      </dgm:prSet>
      <dgm:spPr/>
    </dgm:pt>
    <dgm:pt modelId="{D474C809-A9BD-4097-8C25-E956F68FA6A1}" type="pres">
      <dgm:prSet presAssocID="{60BF1CD3-47B5-4323-A0E2-EDA9CD99C15F}" presName="childTextArrow" presStyleLbl="fgAccFollowNode1" presStyleIdx="6" presStyleCnt="11">
        <dgm:presLayoutVars>
          <dgm:bulletEnabled val="1"/>
        </dgm:presLayoutVars>
      </dgm:prSet>
      <dgm:spPr/>
    </dgm:pt>
    <dgm:pt modelId="{7A5BFABB-3FF0-4380-8E4B-FC1F631965D0}" type="pres">
      <dgm:prSet presAssocID="{478B7D3C-9FB4-4BC6-90AC-49960560DECD}" presName="sp" presStyleCnt="0"/>
      <dgm:spPr/>
    </dgm:pt>
    <dgm:pt modelId="{0E739DD7-FA79-457D-9A96-6104A8DB86DF}" type="pres">
      <dgm:prSet presAssocID="{42D71409-67F9-455C-8C6D-716D284AAA6B}" presName="arrowAndChildren" presStyleCnt="0"/>
      <dgm:spPr/>
    </dgm:pt>
    <dgm:pt modelId="{F42FE52D-0210-4B62-BD01-3911F90C1534}" type="pres">
      <dgm:prSet presAssocID="{42D71409-67F9-455C-8C6D-716D284AAA6B}" presName="parentTextArrow" presStyleLbl="node1" presStyleIdx="2" presStyleCnt="4"/>
      <dgm:spPr/>
    </dgm:pt>
    <dgm:pt modelId="{298EFA56-C60B-4EB4-B961-B1EDC6D2889E}" type="pres">
      <dgm:prSet presAssocID="{42D71409-67F9-455C-8C6D-716D284AAA6B}" presName="arrow" presStyleLbl="node1" presStyleIdx="3" presStyleCnt="4"/>
      <dgm:spPr/>
    </dgm:pt>
    <dgm:pt modelId="{0EA43846-DF8C-4540-8996-4B17DF19D872}" type="pres">
      <dgm:prSet presAssocID="{42D71409-67F9-455C-8C6D-716D284AAA6B}" presName="descendantArrow" presStyleCnt="0"/>
      <dgm:spPr/>
    </dgm:pt>
    <dgm:pt modelId="{AAAEA121-FF47-4906-A61E-ABD2B5859F06}" type="pres">
      <dgm:prSet presAssocID="{8EA7219F-BDB2-48EB-9EEB-3133522D132E}" presName="childTextArrow" presStyleLbl="fgAccFollowNode1" presStyleIdx="7" presStyleCnt="11">
        <dgm:presLayoutVars>
          <dgm:bulletEnabled val="1"/>
        </dgm:presLayoutVars>
      </dgm:prSet>
      <dgm:spPr/>
    </dgm:pt>
    <dgm:pt modelId="{A99A24B5-5B24-4E7F-8AFF-7277E172DDEA}" type="pres">
      <dgm:prSet presAssocID="{3AF880A5-0F00-4315-A5DF-1FE656798601}" presName="childTextArrow" presStyleLbl="fgAccFollowNode1" presStyleIdx="8" presStyleCnt="11">
        <dgm:presLayoutVars>
          <dgm:bulletEnabled val="1"/>
        </dgm:presLayoutVars>
      </dgm:prSet>
      <dgm:spPr/>
    </dgm:pt>
    <dgm:pt modelId="{3B9BFBE4-7413-441C-A133-D7BABAB0EEE3}" type="pres">
      <dgm:prSet presAssocID="{CDB062BC-8DB4-44B3-8B79-037E156E0A28}" presName="childTextArrow" presStyleLbl="fgAccFollowNode1" presStyleIdx="9" presStyleCnt="11">
        <dgm:presLayoutVars>
          <dgm:bulletEnabled val="1"/>
        </dgm:presLayoutVars>
      </dgm:prSet>
      <dgm:spPr/>
    </dgm:pt>
    <dgm:pt modelId="{F62B332E-A743-46F2-A044-18C76B64E3CA}" type="pres">
      <dgm:prSet presAssocID="{E852D734-0C57-4605-973E-0821AE9B65D7}" presName="childTextArrow" presStyleLbl="fgAccFollowNode1" presStyleIdx="10" presStyleCnt="11">
        <dgm:presLayoutVars>
          <dgm:bulletEnabled val="1"/>
        </dgm:presLayoutVars>
      </dgm:prSet>
      <dgm:spPr/>
    </dgm:pt>
  </dgm:ptLst>
  <dgm:cxnLst>
    <dgm:cxn modelId="{455A3202-2E5C-4350-9227-6007CD7F4CF5}" type="presOf" srcId="{42D71409-67F9-455C-8C6D-716D284AAA6B}" destId="{298EFA56-C60B-4EB4-B961-B1EDC6D2889E}" srcOrd="1" destOrd="0" presId="urn:microsoft.com/office/officeart/2005/8/layout/process4"/>
    <dgm:cxn modelId="{EA9E4B03-8B2F-422E-B49B-5DCB562310AE}" type="presOf" srcId="{E852D734-0C57-4605-973E-0821AE9B65D7}" destId="{F62B332E-A743-46F2-A044-18C76B64E3CA}" srcOrd="0" destOrd="0" presId="urn:microsoft.com/office/officeart/2005/8/layout/process4"/>
    <dgm:cxn modelId="{2895CB0B-E1CC-4A2A-8CE5-F5D590B12D76}" type="presOf" srcId="{F66099B6-DBBD-4AB0-82D2-877B80F846F7}" destId="{D50D2DDA-3D6C-4320-BE91-C2155C3963F4}" srcOrd="1" destOrd="0" presId="urn:microsoft.com/office/officeart/2005/8/layout/process4"/>
    <dgm:cxn modelId="{91E5361C-BDBE-4040-8C99-8592C41E8915}" type="presOf" srcId="{6CF284C3-4A70-4432-8F33-E75A802B3330}" destId="{763ED39B-246A-479B-893B-F1F2AC5E2B0B}" srcOrd="0" destOrd="0" presId="urn:microsoft.com/office/officeart/2005/8/layout/process4"/>
    <dgm:cxn modelId="{0BC1731D-2204-436D-89FE-56D0861B0161}" type="presOf" srcId="{2A22E84C-3AA3-4E9C-AE5F-9C2FB0D7FB11}" destId="{0FAC79E7-002A-4BBE-A612-E57A9FADE130}" srcOrd="1" destOrd="0" presId="urn:microsoft.com/office/officeart/2005/8/layout/process4"/>
    <dgm:cxn modelId="{9F931D1F-1F4A-4D44-B7B8-2E765F6AF160}" type="presOf" srcId="{9ADACFBF-2A78-45C9-A7C4-5E5DBC674760}" destId="{181F1083-1D30-47EA-ADCD-71362ABC8B00}" srcOrd="0" destOrd="0" presId="urn:microsoft.com/office/officeart/2005/8/layout/process4"/>
    <dgm:cxn modelId="{2AA9C11F-1F1D-428E-801A-47EAA766C99D}" srcId="{B9C32B05-62EA-407A-B21C-2310C7945705}" destId="{42D71409-67F9-455C-8C6D-716D284AAA6B}" srcOrd="0" destOrd="0" parTransId="{51680ED1-AF6E-4B28-AE94-92B0EFB0DF7D}" sibTransId="{478B7D3C-9FB4-4BC6-90AC-49960560DECD}"/>
    <dgm:cxn modelId="{0AA2642D-1E56-488A-B908-6D7CF61229D6}" type="presOf" srcId="{BE788BF5-FE9F-4C7D-A1CD-9232D7860179}" destId="{E150BDF5-66B0-4FE2-B380-1EBC9320ED76}" srcOrd="0" destOrd="0" presId="urn:microsoft.com/office/officeart/2005/8/layout/process4"/>
    <dgm:cxn modelId="{B4F3EA32-CE64-4A92-9BAE-BC57E5392B05}" srcId="{B9C32B05-62EA-407A-B21C-2310C7945705}" destId="{F66099B6-DBBD-4AB0-82D2-877B80F846F7}" srcOrd="1" destOrd="0" parTransId="{B09C8BFB-F41C-4AC4-AB94-F216E3081C2D}" sibTransId="{BC531B32-9B0E-482E-BF91-65C61F17168D}"/>
    <dgm:cxn modelId="{35013F34-57BC-4E3C-A003-07C0E49926DB}" srcId="{F66099B6-DBBD-4AB0-82D2-877B80F846F7}" destId="{BE788BF5-FE9F-4C7D-A1CD-9232D7860179}" srcOrd="1" destOrd="0" parTransId="{963A52CB-C772-45F2-8A30-8ABA6B14D3CE}" sibTransId="{88191C5E-55BA-42F2-B842-FC86CBBADC0F}"/>
    <dgm:cxn modelId="{4B70DB37-C19A-4AAD-96AE-DD02426DA315}" type="presOf" srcId="{B9C32B05-62EA-407A-B21C-2310C7945705}" destId="{9A177C51-B7C7-4911-8E9A-5F01A0B0DDDE}" srcOrd="0" destOrd="0" presId="urn:microsoft.com/office/officeart/2005/8/layout/process4"/>
    <dgm:cxn modelId="{9414F73C-A7D2-4E49-9F52-778F506540F7}" type="presOf" srcId="{EE62A4F6-4AC4-435B-990E-81A71CE8CAC7}" destId="{83B54E6F-3566-4883-B004-F6A89F633106}" srcOrd="1" destOrd="0" presId="urn:microsoft.com/office/officeart/2005/8/layout/process4"/>
    <dgm:cxn modelId="{35D9093E-DFF8-467A-A8DB-94BE11736547}" type="presOf" srcId="{386C2B6D-2EE1-4682-AE61-EE246CD54E31}" destId="{68F67E83-8B2B-4E48-A855-45F186DF3786}" srcOrd="0" destOrd="0" presId="urn:microsoft.com/office/officeart/2005/8/layout/process4"/>
    <dgm:cxn modelId="{81B6B243-D604-440A-B234-BF29DE39419A}" type="presOf" srcId="{3AF880A5-0F00-4315-A5DF-1FE656798601}" destId="{A99A24B5-5B24-4E7F-8AFF-7277E172DDEA}" srcOrd="0" destOrd="0" presId="urn:microsoft.com/office/officeart/2005/8/layout/process4"/>
    <dgm:cxn modelId="{C16B2A6C-E23F-46DF-B57F-BDB097137675}" type="presOf" srcId="{EE62A4F6-4AC4-435B-990E-81A71CE8CAC7}" destId="{CCC4FA3C-B806-4F21-A743-B9BB377468A5}" srcOrd="0" destOrd="0" presId="urn:microsoft.com/office/officeart/2005/8/layout/process4"/>
    <dgm:cxn modelId="{3183E870-5248-45E5-B3EF-5B2D056FE021}" type="presOf" srcId="{8EA7219F-BDB2-48EB-9EEB-3133522D132E}" destId="{AAAEA121-FF47-4906-A61E-ABD2B5859F06}" srcOrd="0" destOrd="0" presId="urn:microsoft.com/office/officeart/2005/8/layout/process4"/>
    <dgm:cxn modelId="{7F96AC57-2F84-4E8C-AA92-E82865EE63FE}" srcId="{EE62A4F6-4AC4-435B-990E-81A71CE8CAC7}" destId="{386C2B6D-2EE1-4682-AE61-EE246CD54E31}" srcOrd="1" destOrd="0" parTransId="{649D72FB-0D8F-479C-87D1-C73133EF35E2}" sibTransId="{E1C9E6F1-2ED2-4DD8-9B78-28FC1AF5D352}"/>
    <dgm:cxn modelId="{2B98897D-9937-49AC-9FE9-6629E912033A}" srcId="{2A22E84C-3AA3-4E9C-AE5F-9C2FB0D7FB11}" destId="{9ADACFBF-2A78-45C9-A7C4-5E5DBC674760}" srcOrd="0" destOrd="0" parTransId="{E121796C-71AB-4354-A1D4-3BF0025298A5}" sibTransId="{F3FE7E5A-DC73-423B-998C-02943CF263BF}"/>
    <dgm:cxn modelId="{2DC24386-BC50-4BAB-8571-16CB10C2603C}" srcId="{F66099B6-DBBD-4AB0-82D2-877B80F846F7}" destId="{6CF284C3-4A70-4432-8F33-E75A802B3330}" srcOrd="0" destOrd="0" parTransId="{044831E6-2FC9-4DDA-81FB-5FA418568D07}" sibTransId="{CD50B82D-84BB-4747-B282-ABB339EBA294}"/>
    <dgm:cxn modelId="{E7438287-9473-4392-AD31-AD7814DFC5CD}" type="presOf" srcId="{60BF1CD3-47B5-4323-A0E2-EDA9CD99C15F}" destId="{D474C809-A9BD-4097-8C25-E956F68FA6A1}" srcOrd="0" destOrd="0" presId="urn:microsoft.com/office/officeart/2005/8/layout/process4"/>
    <dgm:cxn modelId="{C99CE395-39F6-46B4-938C-9BF085685D1A}" srcId="{EE62A4F6-4AC4-435B-990E-81A71CE8CAC7}" destId="{3CE06941-9820-4827-8B16-CD80CC49F780}" srcOrd="0" destOrd="0" parTransId="{141A3C92-8966-4E2F-82E4-2E09E22674B2}" sibTransId="{F58FC55B-E61F-445C-956E-0BB2202254CA}"/>
    <dgm:cxn modelId="{7AF91B96-DA69-42D6-83DE-0E63677A4C47}" srcId="{2A22E84C-3AA3-4E9C-AE5F-9C2FB0D7FB11}" destId="{6C39594C-4AE1-4221-9751-E4FBA9469435}" srcOrd="1" destOrd="0" parTransId="{EA90E5E0-265B-4677-A3EF-FCD0DFDF4F41}" sibTransId="{F04E3063-747B-4761-B46E-8C06B2EF3C55}"/>
    <dgm:cxn modelId="{CED4EB9C-3BA4-4AD2-9737-857DA5250A2D}" type="presOf" srcId="{6C39594C-4AE1-4221-9751-E4FBA9469435}" destId="{1DA285C0-EBEC-4F1D-B4D9-8D6831972EC8}" srcOrd="0" destOrd="0" presId="urn:microsoft.com/office/officeart/2005/8/layout/process4"/>
    <dgm:cxn modelId="{F877409D-B0D7-48A8-8C0D-769DA6E44806}" type="presOf" srcId="{3CE06941-9820-4827-8B16-CD80CC49F780}" destId="{51D2F7B1-1762-4430-B6BE-A659D20259E8}" srcOrd="0" destOrd="0" presId="urn:microsoft.com/office/officeart/2005/8/layout/process4"/>
    <dgm:cxn modelId="{3A2CECA6-0C5B-46BB-B7C6-7D37E9D210BD}" srcId="{B9C32B05-62EA-407A-B21C-2310C7945705}" destId="{EE62A4F6-4AC4-435B-990E-81A71CE8CAC7}" srcOrd="2" destOrd="0" parTransId="{F287B947-7343-4FA2-B288-B23A59FFAE31}" sibTransId="{389F9A93-0231-4877-8C41-5D5B8DD7AAC0}"/>
    <dgm:cxn modelId="{04BEC4B1-BB69-4656-A837-C96ED7DDA0B9}" type="presOf" srcId="{42D71409-67F9-455C-8C6D-716D284AAA6B}" destId="{F42FE52D-0210-4B62-BD01-3911F90C1534}" srcOrd="0" destOrd="0" presId="urn:microsoft.com/office/officeart/2005/8/layout/process4"/>
    <dgm:cxn modelId="{A88551B8-F9CA-43D8-A4B8-F3FB50E98B92}" type="presOf" srcId="{2A22E84C-3AA3-4E9C-AE5F-9C2FB0D7FB11}" destId="{2BAD69C3-6D6C-490E-A59B-E3C0BB7C2EBF}" srcOrd="0" destOrd="0" presId="urn:microsoft.com/office/officeart/2005/8/layout/process4"/>
    <dgm:cxn modelId="{326E94C3-8813-4462-BEEA-7BA277C87570}" type="presOf" srcId="{CDB062BC-8DB4-44B3-8B79-037E156E0A28}" destId="{3B9BFBE4-7413-441C-A133-D7BABAB0EEE3}" srcOrd="0" destOrd="0" presId="urn:microsoft.com/office/officeart/2005/8/layout/process4"/>
    <dgm:cxn modelId="{914659CB-9CDB-434A-8865-EAA33ADE2C9A}" srcId="{42D71409-67F9-455C-8C6D-716D284AAA6B}" destId="{E852D734-0C57-4605-973E-0821AE9B65D7}" srcOrd="3" destOrd="0" parTransId="{F15C7840-D705-4BA5-A7D1-4EF8C83BE9E5}" sibTransId="{5547284A-B49D-461E-A3EB-CD7279F243B5}"/>
    <dgm:cxn modelId="{A247D6D9-24E9-4B20-8E46-E625D0C59F08}" srcId="{F66099B6-DBBD-4AB0-82D2-877B80F846F7}" destId="{60BF1CD3-47B5-4323-A0E2-EDA9CD99C15F}" srcOrd="2" destOrd="0" parTransId="{742B527E-D975-4234-B2E7-59E25C49301F}" sibTransId="{1B97FAAE-2F41-426E-8245-102DA6C1FDE9}"/>
    <dgm:cxn modelId="{24F8CBE2-5003-4E69-A772-6B98F2B05181}" srcId="{42D71409-67F9-455C-8C6D-716D284AAA6B}" destId="{3AF880A5-0F00-4315-A5DF-1FE656798601}" srcOrd="1" destOrd="0" parTransId="{A13BB1F9-5857-4B43-8BF5-6589AA2CB759}" sibTransId="{C198C41D-2640-4669-83ED-E0CD35701C8E}"/>
    <dgm:cxn modelId="{BEB859E7-C343-408E-86A1-667C27EE5761}" srcId="{B9C32B05-62EA-407A-B21C-2310C7945705}" destId="{2A22E84C-3AA3-4E9C-AE5F-9C2FB0D7FB11}" srcOrd="3" destOrd="0" parTransId="{6C025E55-DF42-4C5D-AFD5-6015FA053D46}" sibTransId="{744EA591-F199-49C2-B63A-82709D96C729}"/>
    <dgm:cxn modelId="{FA79BDE8-884F-4493-8A40-74B2474D6AA7}" srcId="{42D71409-67F9-455C-8C6D-716D284AAA6B}" destId="{CDB062BC-8DB4-44B3-8B79-037E156E0A28}" srcOrd="2" destOrd="0" parTransId="{25CF9EDE-0B13-4DAE-8A9C-4CAC5C0C794B}" sibTransId="{3F43269F-C7E0-4C8C-AC24-E07047A07496}"/>
    <dgm:cxn modelId="{58AD7EEF-D408-406B-87EE-4691D4C30668}" srcId="{42D71409-67F9-455C-8C6D-716D284AAA6B}" destId="{8EA7219F-BDB2-48EB-9EEB-3133522D132E}" srcOrd="0" destOrd="0" parTransId="{3EE8403A-CB7C-4815-85BD-AEBCAEB71B37}" sibTransId="{C94B7947-85DC-4B21-BB99-DF8438356F98}"/>
    <dgm:cxn modelId="{D6868FFF-05BE-412A-B726-D6FA07F1A779}" type="presOf" srcId="{F66099B6-DBBD-4AB0-82D2-877B80F846F7}" destId="{C354D714-8D92-4E6F-9700-F32AC0F196DF}" srcOrd="0" destOrd="0" presId="urn:microsoft.com/office/officeart/2005/8/layout/process4"/>
    <dgm:cxn modelId="{D76A333C-4F3D-4500-A806-FA031CD71AA6}" type="presParOf" srcId="{9A177C51-B7C7-4911-8E9A-5F01A0B0DDDE}" destId="{71248F15-482A-48AA-8C03-290E7CA438B2}" srcOrd="0" destOrd="0" presId="urn:microsoft.com/office/officeart/2005/8/layout/process4"/>
    <dgm:cxn modelId="{888EBA62-9226-477C-8CED-4AEEAE4B59C5}" type="presParOf" srcId="{71248F15-482A-48AA-8C03-290E7CA438B2}" destId="{2BAD69C3-6D6C-490E-A59B-E3C0BB7C2EBF}" srcOrd="0" destOrd="0" presId="urn:microsoft.com/office/officeart/2005/8/layout/process4"/>
    <dgm:cxn modelId="{FDC632F1-87C0-474C-ADA2-0289D65ADE8C}" type="presParOf" srcId="{71248F15-482A-48AA-8C03-290E7CA438B2}" destId="{0FAC79E7-002A-4BBE-A612-E57A9FADE130}" srcOrd="1" destOrd="0" presId="urn:microsoft.com/office/officeart/2005/8/layout/process4"/>
    <dgm:cxn modelId="{48747E31-EE23-4D15-9732-1428D56A117B}" type="presParOf" srcId="{71248F15-482A-48AA-8C03-290E7CA438B2}" destId="{845A4502-2758-43BE-9F43-0ADF712246D8}" srcOrd="2" destOrd="0" presId="urn:microsoft.com/office/officeart/2005/8/layout/process4"/>
    <dgm:cxn modelId="{1A95C376-615F-4E7F-ACD1-CC012CD8EB8C}" type="presParOf" srcId="{845A4502-2758-43BE-9F43-0ADF712246D8}" destId="{181F1083-1D30-47EA-ADCD-71362ABC8B00}" srcOrd="0" destOrd="0" presId="urn:microsoft.com/office/officeart/2005/8/layout/process4"/>
    <dgm:cxn modelId="{911BFB4D-9560-4BF0-9EE5-D16ED9615B93}" type="presParOf" srcId="{845A4502-2758-43BE-9F43-0ADF712246D8}" destId="{1DA285C0-EBEC-4F1D-B4D9-8D6831972EC8}" srcOrd="1" destOrd="0" presId="urn:microsoft.com/office/officeart/2005/8/layout/process4"/>
    <dgm:cxn modelId="{A61F7DCD-A072-40BD-8C7C-AC60031B8925}" type="presParOf" srcId="{9A177C51-B7C7-4911-8E9A-5F01A0B0DDDE}" destId="{AC2F85D7-295F-40E8-A050-EB8533858B13}" srcOrd="1" destOrd="0" presId="urn:microsoft.com/office/officeart/2005/8/layout/process4"/>
    <dgm:cxn modelId="{F20E5A2F-F9D5-4368-AA9C-BA065BFE37A9}" type="presParOf" srcId="{9A177C51-B7C7-4911-8E9A-5F01A0B0DDDE}" destId="{BD662330-3955-4A6A-B02D-76763DEADCB1}" srcOrd="2" destOrd="0" presId="urn:microsoft.com/office/officeart/2005/8/layout/process4"/>
    <dgm:cxn modelId="{3DCC107B-6C17-4951-BF6F-A8C5C9B8598E}" type="presParOf" srcId="{BD662330-3955-4A6A-B02D-76763DEADCB1}" destId="{CCC4FA3C-B806-4F21-A743-B9BB377468A5}" srcOrd="0" destOrd="0" presId="urn:microsoft.com/office/officeart/2005/8/layout/process4"/>
    <dgm:cxn modelId="{762F5D51-CBEA-4A8E-81AA-1DF553EE21A3}" type="presParOf" srcId="{BD662330-3955-4A6A-B02D-76763DEADCB1}" destId="{83B54E6F-3566-4883-B004-F6A89F633106}" srcOrd="1" destOrd="0" presId="urn:microsoft.com/office/officeart/2005/8/layout/process4"/>
    <dgm:cxn modelId="{1D9F3321-5F3B-4643-8018-7145F42C7B66}" type="presParOf" srcId="{BD662330-3955-4A6A-B02D-76763DEADCB1}" destId="{7DD8D175-065C-4527-97A9-36F1FC516DD7}" srcOrd="2" destOrd="0" presId="urn:microsoft.com/office/officeart/2005/8/layout/process4"/>
    <dgm:cxn modelId="{DCF3F300-2807-45E6-99B3-116E23A37EF1}" type="presParOf" srcId="{7DD8D175-065C-4527-97A9-36F1FC516DD7}" destId="{51D2F7B1-1762-4430-B6BE-A659D20259E8}" srcOrd="0" destOrd="0" presId="urn:microsoft.com/office/officeart/2005/8/layout/process4"/>
    <dgm:cxn modelId="{D9F49CE5-75D4-4DE7-9300-8D56B3A89EEE}" type="presParOf" srcId="{7DD8D175-065C-4527-97A9-36F1FC516DD7}" destId="{68F67E83-8B2B-4E48-A855-45F186DF3786}" srcOrd="1" destOrd="0" presId="urn:microsoft.com/office/officeart/2005/8/layout/process4"/>
    <dgm:cxn modelId="{64D7596A-EED3-4BEA-85B9-653B61B3180C}" type="presParOf" srcId="{9A177C51-B7C7-4911-8E9A-5F01A0B0DDDE}" destId="{A0732B1F-D6AA-45D7-AE94-8837BFBC06B3}" srcOrd="3" destOrd="0" presId="urn:microsoft.com/office/officeart/2005/8/layout/process4"/>
    <dgm:cxn modelId="{2C6BAC85-7329-455D-9A92-D0A4C870D8F2}" type="presParOf" srcId="{9A177C51-B7C7-4911-8E9A-5F01A0B0DDDE}" destId="{25D2D9E9-EC9D-4C72-A0C9-01C71D1738DD}" srcOrd="4" destOrd="0" presId="urn:microsoft.com/office/officeart/2005/8/layout/process4"/>
    <dgm:cxn modelId="{81B67C9C-0C18-4F29-98C7-50FF4AF35B52}" type="presParOf" srcId="{25D2D9E9-EC9D-4C72-A0C9-01C71D1738DD}" destId="{C354D714-8D92-4E6F-9700-F32AC0F196DF}" srcOrd="0" destOrd="0" presId="urn:microsoft.com/office/officeart/2005/8/layout/process4"/>
    <dgm:cxn modelId="{9856454D-4F17-47EA-B4EA-D661ACB64FF3}" type="presParOf" srcId="{25D2D9E9-EC9D-4C72-A0C9-01C71D1738DD}" destId="{D50D2DDA-3D6C-4320-BE91-C2155C3963F4}" srcOrd="1" destOrd="0" presId="urn:microsoft.com/office/officeart/2005/8/layout/process4"/>
    <dgm:cxn modelId="{A34FF040-A4FE-41E1-AA86-E9CBDA19BAE6}" type="presParOf" srcId="{25D2D9E9-EC9D-4C72-A0C9-01C71D1738DD}" destId="{D2303725-8E47-4F51-A26D-28EBA069252B}" srcOrd="2" destOrd="0" presId="urn:microsoft.com/office/officeart/2005/8/layout/process4"/>
    <dgm:cxn modelId="{0FD006EA-2255-48D8-8D47-23B0D22F6DB8}" type="presParOf" srcId="{D2303725-8E47-4F51-A26D-28EBA069252B}" destId="{763ED39B-246A-479B-893B-F1F2AC5E2B0B}" srcOrd="0" destOrd="0" presId="urn:microsoft.com/office/officeart/2005/8/layout/process4"/>
    <dgm:cxn modelId="{1E58D73E-6748-405D-A226-DE0622C58026}" type="presParOf" srcId="{D2303725-8E47-4F51-A26D-28EBA069252B}" destId="{E150BDF5-66B0-4FE2-B380-1EBC9320ED76}" srcOrd="1" destOrd="0" presId="urn:microsoft.com/office/officeart/2005/8/layout/process4"/>
    <dgm:cxn modelId="{59E9C1D5-B9EC-4895-80BF-27FC3905251A}" type="presParOf" srcId="{D2303725-8E47-4F51-A26D-28EBA069252B}" destId="{D474C809-A9BD-4097-8C25-E956F68FA6A1}" srcOrd="2" destOrd="0" presId="urn:microsoft.com/office/officeart/2005/8/layout/process4"/>
    <dgm:cxn modelId="{E8179FEF-69B4-439A-BD76-95618C885B96}" type="presParOf" srcId="{9A177C51-B7C7-4911-8E9A-5F01A0B0DDDE}" destId="{7A5BFABB-3FF0-4380-8E4B-FC1F631965D0}" srcOrd="5" destOrd="0" presId="urn:microsoft.com/office/officeart/2005/8/layout/process4"/>
    <dgm:cxn modelId="{75F51ADA-2BAA-4EBC-A9EB-FB92183F972E}" type="presParOf" srcId="{9A177C51-B7C7-4911-8E9A-5F01A0B0DDDE}" destId="{0E739DD7-FA79-457D-9A96-6104A8DB86DF}" srcOrd="6" destOrd="0" presId="urn:microsoft.com/office/officeart/2005/8/layout/process4"/>
    <dgm:cxn modelId="{3CA061DA-B1A1-4774-B257-0441C7631BF5}" type="presParOf" srcId="{0E739DD7-FA79-457D-9A96-6104A8DB86DF}" destId="{F42FE52D-0210-4B62-BD01-3911F90C1534}" srcOrd="0" destOrd="0" presId="urn:microsoft.com/office/officeart/2005/8/layout/process4"/>
    <dgm:cxn modelId="{2AD73B81-36A0-485E-8C54-AE45A1668C7C}" type="presParOf" srcId="{0E739DD7-FA79-457D-9A96-6104A8DB86DF}" destId="{298EFA56-C60B-4EB4-B961-B1EDC6D2889E}" srcOrd="1" destOrd="0" presId="urn:microsoft.com/office/officeart/2005/8/layout/process4"/>
    <dgm:cxn modelId="{CD62ECD7-990B-4DDA-9303-1E2FE6F55579}" type="presParOf" srcId="{0E739DD7-FA79-457D-9A96-6104A8DB86DF}" destId="{0EA43846-DF8C-4540-8996-4B17DF19D872}" srcOrd="2" destOrd="0" presId="urn:microsoft.com/office/officeart/2005/8/layout/process4"/>
    <dgm:cxn modelId="{52A5A4B6-990A-4814-8538-8DDF76FF3D15}" type="presParOf" srcId="{0EA43846-DF8C-4540-8996-4B17DF19D872}" destId="{AAAEA121-FF47-4906-A61E-ABD2B5859F06}" srcOrd="0" destOrd="0" presId="urn:microsoft.com/office/officeart/2005/8/layout/process4"/>
    <dgm:cxn modelId="{A411C483-AA09-4C61-8B1C-042C21B96266}" type="presParOf" srcId="{0EA43846-DF8C-4540-8996-4B17DF19D872}" destId="{A99A24B5-5B24-4E7F-8AFF-7277E172DDEA}" srcOrd="1" destOrd="0" presId="urn:microsoft.com/office/officeart/2005/8/layout/process4"/>
    <dgm:cxn modelId="{43316244-0F96-427C-8908-457F1B4CFD31}" type="presParOf" srcId="{0EA43846-DF8C-4540-8996-4B17DF19D872}" destId="{3B9BFBE4-7413-441C-A133-D7BABAB0EEE3}" srcOrd="2" destOrd="0" presId="urn:microsoft.com/office/officeart/2005/8/layout/process4"/>
    <dgm:cxn modelId="{5EAFFD0D-4295-4602-ABAC-CF20FB5D5684}" type="presParOf" srcId="{0EA43846-DF8C-4540-8996-4B17DF19D872}" destId="{F62B332E-A743-46F2-A044-18C76B64E3CA}" srcOrd="3" destOrd="0" presId="urn:microsoft.com/office/officeart/2005/8/layout/process4"/>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71.xml><?xml version="1.0" encoding="utf-8"?>
<dgm:dataModel xmlns:dgm="http://schemas.openxmlformats.org/drawingml/2006/diagram" xmlns:a="http://schemas.openxmlformats.org/drawingml/2006/main">
  <dgm:ptLst>
    <dgm:pt modelId="{B9C32B05-62EA-407A-B21C-2310C7945705}" type="doc">
      <dgm:prSet loTypeId="urn:microsoft.com/office/officeart/2009/layout/CircleArrowProcess" loCatId="process"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F66099B6-DBBD-4AB0-82D2-877B80F846F7}">
      <dgm:prSet phldrT="[Text]"/>
      <dgm:spPr/>
      <dgm:t>
        <a:bodyPr/>
        <a:lstStyle/>
        <a:p>
          <a:r>
            <a:rPr lang="en-US" dirty="0"/>
            <a:t>Lorem Ipsum</a:t>
          </a:r>
        </a:p>
      </dgm:t>
    </dgm:pt>
    <dgm:pt modelId="{B09C8BFB-F41C-4AC4-AB94-F216E3081C2D}" type="parTrans" cxnId="{B4F3EA32-CE64-4A92-9BAE-BC57E5392B05}">
      <dgm:prSet/>
      <dgm:spPr/>
      <dgm:t>
        <a:bodyPr/>
        <a:lstStyle/>
        <a:p>
          <a:endParaRPr lang="en-US"/>
        </a:p>
      </dgm:t>
    </dgm:pt>
    <dgm:pt modelId="{BC531B32-9B0E-482E-BF91-65C61F17168D}" type="sibTrans" cxnId="{B4F3EA32-CE64-4A92-9BAE-BC57E5392B05}">
      <dgm:prSet/>
      <dgm:spPr/>
      <dgm:t>
        <a:bodyPr/>
        <a:lstStyle/>
        <a:p>
          <a:endParaRPr lang="en-US"/>
        </a:p>
      </dgm:t>
    </dgm:pt>
    <dgm:pt modelId="{EE62A4F6-4AC4-435B-990E-81A71CE8CAC7}">
      <dgm:prSet phldrT="[Text]"/>
      <dgm:spPr/>
      <dgm:t>
        <a:bodyPr/>
        <a:lstStyle/>
        <a:p>
          <a:r>
            <a:rPr lang="en-US" dirty="0"/>
            <a:t>Lorem Ipsum</a:t>
          </a:r>
        </a:p>
      </dgm:t>
    </dgm:pt>
    <dgm:pt modelId="{F287B947-7343-4FA2-B288-B23A59FFAE31}" type="parTrans" cxnId="{3A2CECA6-0C5B-46BB-B7C6-7D37E9D210BD}">
      <dgm:prSet/>
      <dgm:spPr/>
      <dgm:t>
        <a:bodyPr/>
        <a:lstStyle/>
        <a:p>
          <a:endParaRPr lang="en-US"/>
        </a:p>
      </dgm:t>
    </dgm:pt>
    <dgm:pt modelId="{389F9A93-0231-4877-8C41-5D5B8DD7AAC0}" type="sibTrans" cxnId="{3A2CECA6-0C5B-46BB-B7C6-7D37E9D210BD}">
      <dgm:prSet/>
      <dgm:spPr/>
      <dgm:t>
        <a:bodyPr/>
        <a:lstStyle/>
        <a:p>
          <a:endParaRPr lang="en-US"/>
        </a:p>
      </dgm:t>
    </dgm:pt>
    <dgm:pt modelId="{6CF284C3-4A70-4432-8F33-E75A802B3330}">
      <dgm:prSet/>
      <dgm:spPr/>
      <dgm:t>
        <a:bodyPr/>
        <a:lstStyle/>
        <a:p>
          <a:r>
            <a:rPr lang="en-US" dirty="0"/>
            <a:t>Some text here</a:t>
          </a:r>
        </a:p>
      </dgm:t>
    </dgm:pt>
    <dgm:pt modelId="{044831E6-2FC9-4DDA-81FB-5FA418568D07}" type="parTrans" cxnId="{2DC24386-BC50-4BAB-8571-16CB10C2603C}">
      <dgm:prSet/>
      <dgm:spPr/>
      <dgm:t>
        <a:bodyPr/>
        <a:lstStyle/>
        <a:p>
          <a:endParaRPr lang="en-US"/>
        </a:p>
      </dgm:t>
    </dgm:pt>
    <dgm:pt modelId="{CD50B82D-84BB-4747-B282-ABB339EBA294}" type="sibTrans" cxnId="{2DC24386-BC50-4BAB-8571-16CB10C2603C}">
      <dgm:prSet/>
      <dgm:spPr/>
      <dgm:t>
        <a:bodyPr/>
        <a:lstStyle/>
        <a:p>
          <a:endParaRPr lang="en-US"/>
        </a:p>
      </dgm:t>
    </dgm:pt>
    <dgm:pt modelId="{3AF880A5-0F00-4315-A5DF-1FE656798601}">
      <dgm:prSet phldrT="[Text]"/>
      <dgm:spPr/>
      <dgm:t>
        <a:bodyPr/>
        <a:lstStyle/>
        <a:p>
          <a:r>
            <a:rPr lang="en-US" dirty="0"/>
            <a:t>Some text here</a:t>
          </a:r>
        </a:p>
      </dgm:t>
    </dgm:pt>
    <dgm:pt modelId="{A13BB1F9-5857-4B43-8BF5-6589AA2CB759}" type="parTrans" cxnId="{24F8CBE2-5003-4E69-A772-6B98F2B05181}">
      <dgm:prSet/>
      <dgm:spPr/>
      <dgm:t>
        <a:bodyPr/>
        <a:lstStyle/>
        <a:p>
          <a:endParaRPr lang="en-US"/>
        </a:p>
      </dgm:t>
    </dgm:pt>
    <dgm:pt modelId="{C198C41D-2640-4669-83ED-E0CD35701C8E}" type="sibTrans" cxnId="{24F8CBE2-5003-4E69-A772-6B98F2B05181}">
      <dgm:prSet/>
      <dgm:spPr/>
      <dgm:t>
        <a:bodyPr/>
        <a:lstStyle/>
        <a:p>
          <a:endParaRPr lang="en-US"/>
        </a:p>
      </dgm:t>
    </dgm:pt>
    <dgm:pt modelId="{8EA7219F-BDB2-48EB-9EEB-3133522D132E}">
      <dgm:prSet phldrT="[Text]"/>
      <dgm:spPr/>
      <dgm:t>
        <a:bodyPr/>
        <a:lstStyle/>
        <a:p>
          <a:r>
            <a:rPr lang="en-US" dirty="0"/>
            <a:t>Some text here</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BE788BF5-FE9F-4C7D-A1CD-9232D7860179}">
      <dgm:prSet phldrT="[Text]"/>
      <dgm:spPr/>
      <dgm:t>
        <a:bodyPr/>
        <a:lstStyle/>
        <a:p>
          <a:r>
            <a:rPr lang="en-US"/>
            <a:t>Some text here</a:t>
          </a:r>
          <a:endParaRPr lang="en-US" dirty="0"/>
        </a:p>
      </dgm:t>
    </dgm:pt>
    <dgm:pt modelId="{963A52CB-C772-45F2-8A30-8ABA6B14D3CE}" type="parTrans" cxnId="{35013F34-57BC-4E3C-A003-07C0E49926DB}">
      <dgm:prSet/>
      <dgm:spPr/>
      <dgm:t>
        <a:bodyPr/>
        <a:lstStyle/>
        <a:p>
          <a:endParaRPr lang="en-US"/>
        </a:p>
      </dgm:t>
    </dgm:pt>
    <dgm:pt modelId="{88191C5E-55BA-42F2-B842-FC86CBBADC0F}" type="sibTrans" cxnId="{35013F34-57BC-4E3C-A003-07C0E49926DB}">
      <dgm:prSet/>
      <dgm:spPr/>
      <dgm:t>
        <a:bodyPr/>
        <a:lstStyle/>
        <a:p>
          <a:endParaRPr lang="en-US"/>
        </a:p>
      </dgm:t>
    </dgm:pt>
    <dgm:pt modelId="{3CE06941-9820-4827-8B16-CD80CC49F780}">
      <dgm:prSet phldrT="[Text]"/>
      <dgm:spPr/>
      <dgm:t>
        <a:bodyPr/>
        <a:lstStyle/>
        <a:p>
          <a:r>
            <a:rPr lang="en-US" dirty="0"/>
            <a:t>Some text here</a:t>
          </a:r>
        </a:p>
      </dgm:t>
    </dgm:pt>
    <dgm:pt modelId="{141A3C92-8966-4E2F-82E4-2E09E22674B2}" type="parTrans" cxnId="{C99CE395-39F6-46B4-938C-9BF085685D1A}">
      <dgm:prSet/>
      <dgm:spPr/>
      <dgm:t>
        <a:bodyPr/>
        <a:lstStyle/>
        <a:p>
          <a:endParaRPr lang="en-US"/>
        </a:p>
      </dgm:t>
    </dgm:pt>
    <dgm:pt modelId="{F58FC55B-E61F-445C-956E-0BB2202254CA}" type="sibTrans" cxnId="{C99CE395-39F6-46B4-938C-9BF085685D1A}">
      <dgm:prSet/>
      <dgm:spPr/>
      <dgm:t>
        <a:bodyPr/>
        <a:lstStyle/>
        <a:p>
          <a:endParaRPr lang="en-US"/>
        </a:p>
      </dgm:t>
    </dgm:pt>
    <dgm:pt modelId="{386C2B6D-2EE1-4682-AE61-EE246CD54E31}">
      <dgm:prSet phldrT="[Text]"/>
      <dgm:spPr/>
      <dgm:t>
        <a:bodyPr/>
        <a:lstStyle/>
        <a:p>
          <a:r>
            <a:rPr lang="en-US" dirty="0"/>
            <a:t>Some text here</a:t>
          </a:r>
        </a:p>
      </dgm:t>
    </dgm:pt>
    <dgm:pt modelId="{649D72FB-0D8F-479C-87D1-C73133EF35E2}" type="parTrans" cxnId="{7F96AC57-2F84-4E8C-AA92-E82865EE63FE}">
      <dgm:prSet/>
      <dgm:spPr/>
      <dgm:t>
        <a:bodyPr/>
        <a:lstStyle/>
        <a:p>
          <a:endParaRPr lang="en-US"/>
        </a:p>
      </dgm:t>
    </dgm:pt>
    <dgm:pt modelId="{E1C9E6F1-2ED2-4DD8-9B78-28FC1AF5D352}" type="sibTrans" cxnId="{7F96AC57-2F84-4E8C-AA92-E82865EE63FE}">
      <dgm:prSet/>
      <dgm:spPr/>
      <dgm:t>
        <a:bodyPr/>
        <a:lstStyle/>
        <a:p>
          <a:endParaRPr lang="en-US"/>
        </a:p>
      </dgm:t>
    </dgm:pt>
    <dgm:pt modelId="{2A22E84C-3AA3-4E9C-AE5F-9C2FB0D7FB11}">
      <dgm:prSet phldrT="[Text]"/>
      <dgm:spPr/>
      <dgm:t>
        <a:bodyPr/>
        <a:lstStyle/>
        <a:p>
          <a:r>
            <a:rPr lang="en-US"/>
            <a:t>Lorem Ipsum</a:t>
          </a:r>
          <a:endParaRPr lang="en-US" dirty="0"/>
        </a:p>
      </dgm:t>
    </dgm:pt>
    <dgm:pt modelId="{6C025E55-DF42-4C5D-AFD5-6015FA053D46}" type="parTrans" cxnId="{BEB859E7-C343-408E-86A1-667C27EE5761}">
      <dgm:prSet/>
      <dgm:spPr/>
      <dgm:t>
        <a:bodyPr/>
        <a:lstStyle/>
        <a:p>
          <a:endParaRPr lang="en-US"/>
        </a:p>
      </dgm:t>
    </dgm:pt>
    <dgm:pt modelId="{744EA591-F199-49C2-B63A-82709D96C729}" type="sibTrans" cxnId="{BEB859E7-C343-408E-86A1-667C27EE5761}">
      <dgm:prSet/>
      <dgm:spPr/>
      <dgm:t>
        <a:bodyPr/>
        <a:lstStyle/>
        <a:p>
          <a:endParaRPr lang="en-US"/>
        </a:p>
      </dgm:t>
    </dgm:pt>
    <dgm:pt modelId="{9ADACFBF-2A78-45C9-A7C4-5E5DBC674760}">
      <dgm:prSet phldrT="[Text]"/>
      <dgm:spPr/>
      <dgm:t>
        <a:bodyPr/>
        <a:lstStyle/>
        <a:p>
          <a:r>
            <a:rPr lang="en-US" dirty="0"/>
            <a:t>Some text here</a:t>
          </a:r>
        </a:p>
      </dgm:t>
    </dgm:pt>
    <dgm:pt modelId="{E121796C-71AB-4354-A1D4-3BF0025298A5}" type="parTrans" cxnId="{2B98897D-9937-49AC-9FE9-6629E912033A}">
      <dgm:prSet/>
      <dgm:spPr/>
      <dgm:t>
        <a:bodyPr/>
        <a:lstStyle/>
        <a:p>
          <a:endParaRPr lang="en-US"/>
        </a:p>
      </dgm:t>
    </dgm:pt>
    <dgm:pt modelId="{F3FE7E5A-DC73-423B-998C-02943CF263BF}" type="sibTrans" cxnId="{2B98897D-9937-49AC-9FE9-6629E912033A}">
      <dgm:prSet/>
      <dgm:spPr/>
      <dgm:t>
        <a:bodyPr/>
        <a:lstStyle/>
        <a:p>
          <a:endParaRPr lang="en-US"/>
        </a:p>
      </dgm:t>
    </dgm:pt>
    <dgm:pt modelId="{6C39594C-4AE1-4221-9751-E4FBA9469435}">
      <dgm:prSet phldrT="[Text]"/>
      <dgm:spPr/>
      <dgm:t>
        <a:bodyPr/>
        <a:lstStyle/>
        <a:p>
          <a:r>
            <a:rPr lang="en-US" dirty="0"/>
            <a:t>Some text here</a:t>
          </a:r>
        </a:p>
      </dgm:t>
    </dgm:pt>
    <dgm:pt modelId="{EA90E5E0-265B-4677-A3EF-FCD0DFDF4F41}" type="parTrans" cxnId="{7AF91B96-DA69-42D6-83DE-0E63677A4C47}">
      <dgm:prSet/>
      <dgm:spPr/>
      <dgm:t>
        <a:bodyPr/>
        <a:lstStyle/>
        <a:p>
          <a:endParaRPr lang="en-US"/>
        </a:p>
      </dgm:t>
    </dgm:pt>
    <dgm:pt modelId="{F04E3063-747B-4761-B46E-8C06B2EF3C55}" type="sibTrans" cxnId="{7AF91B96-DA69-42D6-83DE-0E63677A4C47}">
      <dgm:prSet/>
      <dgm:spPr/>
      <dgm:t>
        <a:bodyPr/>
        <a:lstStyle/>
        <a:p>
          <a:endParaRPr lang="en-US"/>
        </a:p>
      </dgm:t>
    </dgm:pt>
    <dgm:pt modelId="{3842D37C-BD0A-41A5-BC87-3C001453BF58}" type="pres">
      <dgm:prSet presAssocID="{B9C32B05-62EA-407A-B21C-2310C7945705}" presName="Name0" presStyleCnt="0">
        <dgm:presLayoutVars>
          <dgm:chMax val="7"/>
          <dgm:chPref val="7"/>
          <dgm:dir/>
          <dgm:animLvl val="lvl"/>
        </dgm:presLayoutVars>
      </dgm:prSet>
      <dgm:spPr/>
    </dgm:pt>
    <dgm:pt modelId="{09CA0C2C-4D63-48B6-9708-B2D734575466}" type="pres">
      <dgm:prSet presAssocID="{42D71409-67F9-455C-8C6D-716D284AAA6B}" presName="Accent1" presStyleCnt="0"/>
      <dgm:spPr/>
    </dgm:pt>
    <dgm:pt modelId="{C0927E9C-6BF5-424D-B24B-B93DF292B7EC}" type="pres">
      <dgm:prSet presAssocID="{42D71409-67F9-455C-8C6D-716D284AAA6B}" presName="Accent" presStyleLbl="node1" presStyleIdx="0" presStyleCnt="4"/>
      <dgm:spPr/>
    </dgm:pt>
    <dgm:pt modelId="{4965DA0E-EB56-44E1-BA56-A276DE00EA8D}" type="pres">
      <dgm:prSet presAssocID="{42D71409-67F9-455C-8C6D-716D284AAA6B}" presName="Child1" presStyleLbl="revTx" presStyleIdx="0" presStyleCnt="8">
        <dgm:presLayoutVars>
          <dgm:chMax val="0"/>
          <dgm:chPref val="0"/>
          <dgm:bulletEnabled val="1"/>
        </dgm:presLayoutVars>
      </dgm:prSet>
      <dgm:spPr/>
    </dgm:pt>
    <dgm:pt modelId="{7EFABF08-E7D4-4707-ACDD-77BC03A1FFB5}" type="pres">
      <dgm:prSet presAssocID="{42D71409-67F9-455C-8C6D-716D284AAA6B}" presName="Parent1" presStyleLbl="revTx" presStyleIdx="1" presStyleCnt="8">
        <dgm:presLayoutVars>
          <dgm:chMax val="1"/>
          <dgm:chPref val="1"/>
          <dgm:bulletEnabled val="1"/>
        </dgm:presLayoutVars>
      </dgm:prSet>
      <dgm:spPr/>
    </dgm:pt>
    <dgm:pt modelId="{21A0052D-3B66-46CC-A84D-6CD3DF5F4C11}" type="pres">
      <dgm:prSet presAssocID="{F66099B6-DBBD-4AB0-82D2-877B80F846F7}" presName="Accent2" presStyleCnt="0"/>
      <dgm:spPr/>
    </dgm:pt>
    <dgm:pt modelId="{3871236D-6193-48B2-8782-F6394283E258}" type="pres">
      <dgm:prSet presAssocID="{F66099B6-DBBD-4AB0-82D2-877B80F846F7}" presName="Accent" presStyleLbl="node1" presStyleIdx="1" presStyleCnt="4"/>
      <dgm:spPr/>
    </dgm:pt>
    <dgm:pt modelId="{84A7170C-0F6E-4F7D-88F1-4BCB7EAFA90A}" type="pres">
      <dgm:prSet presAssocID="{F66099B6-DBBD-4AB0-82D2-877B80F846F7}" presName="Child2" presStyleLbl="revTx" presStyleIdx="2" presStyleCnt="8">
        <dgm:presLayoutVars>
          <dgm:chMax val="0"/>
          <dgm:chPref val="0"/>
          <dgm:bulletEnabled val="1"/>
        </dgm:presLayoutVars>
      </dgm:prSet>
      <dgm:spPr/>
    </dgm:pt>
    <dgm:pt modelId="{FB4A4C86-447F-40E7-831E-1C5635ED2C09}" type="pres">
      <dgm:prSet presAssocID="{F66099B6-DBBD-4AB0-82D2-877B80F846F7}" presName="Parent2" presStyleLbl="revTx" presStyleIdx="3" presStyleCnt="8">
        <dgm:presLayoutVars>
          <dgm:chMax val="1"/>
          <dgm:chPref val="1"/>
          <dgm:bulletEnabled val="1"/>
        </dgm:presLayoutVars>
      </dgm:prSet>
      <dgm:spPr/>
    </dgm:pt>
    <dgm:pt modelId="{DA21FF2A-38D9-4DE6-9914-736AEBE4FAF8}" type="pres">
      <dgm:prSet presAssocID="{EE62A4F6-4AC4-435B-990E-81A71CE8CAC7}" presName="Accent3" presStyleCnt="0"/>
      <dgm:spPr/>
    </dgm:pt>
    <dgm:pt modelId="{4C02A0E1-75B1-446C-9E56-A67B78F6353B}" type="pres">
      <dgm:prSet presAssocID="{EE62A4F6-4AC4-435B-990E-81A71CE8CAC7}" presName="Accent" presStyleLbl="node1" presStyleIdx="2" presStyleCnt="4"/>
      <dgm:spPr/>
    </dgm:pt>
    <dgm:pt modelId="{385C2AE5-B4B5-4D8C-8D4A-C0E115927DCE}" type="pres">
      <dgm:prSet presAssocID="{EE62A4F6-4AC4-435B-990E-81A71CE8CAC7}" presName="Child3" presStyleLbl="revTx" presStyleIdx="4" presStyleCnt="8">
        <dgm:presLayoutVars>
          <dgm:chMax val="0"/>
          <dgm:chPref val="0"/>
          <dgm:bulletEnabled val="1"/>
        </dgm:presLayoutVars>
      </dgm:prSet>
      <dgm:spPr/>
    </dgm:pt>
    <dgm:pt modelId="{F25CF4A3-35FD-4235-9F61-FF489121F574}" type="pres">
      <dgm:prSet presAssocID="{EE62A4F6-4AC4-435B-990E-81A71CE8CAC7}" presName="Parent3" presStyleLbl="revTx" presStyleIdx="5" presStyleCnt="8">
        <dgm:presLayoutVars>
          <dgm:chMax val="1"/>
          <dgm:chPref val="1"/>
          <dgm:bulletEnabled val="1"/>
        </dgm:presLayoutVars>
      </dgm:prSet>
      <dgm:spPr/>
    </dgm:pt>
    <dgm:pt modelId="{19AA33C3-12E7-41DD-A713-32AC2B308503}" type="pres">
      <dgm:prSet presAssocID="{2A22E84C-3AA3-4E9C-AE5F-9C2FB0D7FB11}" presName="Accent4" presStyleCnt="0"/>
      <dgm:spPr/>
    </dgm:pt>
    <dgm:pt modelId="{CC906567-A776-43A5-AD0D-93A3E372EC50}" type="pres">
      <dgm:prSet presAssocID="{2A22E84C-3AA3-4E9C-AE5F-9C2FB0D7FB11}" presName="Accent" presStyleLbl="node1" presStyleIdx="3" presStyleCnt="4"/>
      <dgm:spPr/>
    </dgm:pt>
    <dgm:pt modelId="{DA9030A2-2437-470B-8EB3-560B0C66A75D}" type="pres">
      <dgm:prSet presAssocID="{2A22E84C-3AA3-4E9C-AE5F-9C2FB0D7FB11}" presName="Child4" presStyleLbl="revTx" presStyleIdx="6" presStyleCnt="8">
        <dgm:presLayoutVars>
          <dgm:chMax val="0"/>
          <dgm:chPref val="0"/>
          <dgm:bulletEnabled val="1"/>
        </dgm:presLayoutVars>
      </dgm:prSet>
      <dgm:spPr/>
    </dgm:pt>
    <dgm:pt modelId="{82C13225-4969-4EA8-9A9B-E5FE083BCE2F}" type="pres">
      <dgm:prSet presAssocID="{2A22E84C-3AA3-4E9C-AE5F-9C2FB0D7FB11}" presName="Parent4" presStyleLbl="revTx" presStyleIdx="7" presStyleCnt="8">
        <dgm:presLayoutVars>
          <dgm:chMax val="1"/>
          <dgm:chPref val="1"/>
          <dgm:bulletEnabled val="1"/>
        </dgm:presLayoutVars>
      </dgm:prSet>
      <dgm:spPr/>
    </dgm:pt>
  </dgm:ptLst>
  <dgm:cxnLst>
    <dgm:cxn modelId="{4521AD08-60EC-4B35-A570-52BE04DC1438}" type="presOf" srcId="{EE62A4F6-4AC4-435B-990E-81A71CE8CAC7}" destId="{F25CF4A3-35FD-4235-9F61-FF489121F574}" srcOrd="0" destOrd="0" presId="urn:microsoft.com/office/officeart/2009/layout/CircleArrowProcess"/>
    <dgm:cxn modelId="{2AA9C11F-1F1D-428E-801A-47EAA766C99D}" srcId="{B9C32B05-62EA-407A-B21C-2310C7945705}" destId="{42D71409-67F9-455C-8C6D-716D284AAA6B}" srcOrd="0" destOrd="0" parTransId="{51680ED1-AF6E-4B28-AE94-92B0EFB0DF7D}" sibTransId="{478B7D3C-9FB4-4BC6-90AC-49960560DECD}"/>
    <dgm:cxn modelId="{DDB34E2B-EE51-4E32-9D03-F344E2DA2E77}" type="presOf" srcId="{9ADACFBF-2A78-45C9-A7C4-5E5DBC674760}" destId="{DA9030A2-2437-470B-8EB3-560B0C66A75D}" srcOrd="0" destOrd="0" presId="urn:microsoft.com/office/officeart/2009/layout/CircleArrowProcess"/>
    <dgm:cxn modelId="{CE51F12C-C488-46FD-AB3F-6C9E749BF7EB}" type="presOf" srcId="{3AF880A5-0F00-4315-A5DF-1FE656798601}" destId="{4965DA0E-EB56-44E1-BA56-A276DE00EA8D}" srcOrd="0" destOrd="1" presId="urn:microsoft.com/office/officeart/2009/layout/CircleArrowProcess"/>
    <dgm:cxn modelId="{B4F3EA32-CE64-4A92-9BAE-BC57E5392B05}" srcId="{B9C32B05-62EA-407A-B21C-2310C7945705}" destId="{F66099B6-DBBD-4AB0-82D2-877B80F846F7}" srcOrd="1" destOrd="0" parTransId="{B09C8BFB-F41C-4AC4-AB94-F216E3081C2D}" sibTransId="{BC531B32-9B0E-482E-BF91-65C61F17168D}"/>
    <dgm:cxn modelId="{35013F34-57BC-4E3C-A003-07C0E49926DB}" srcId="{F66099B6-DBBD-4AB0-82D2-877B80F846F7}" destId="{BE788BF5-FE9F-4C7D-A1CD-9232D7860179}" srcOrd="1" destOrd="0" parTransId="{963A52CB-C772-45F2-8A30-8ABA6B14D3CE}" sibTransId="{88191C5E-55BA-42F2-B842-FC86CBBADC0F}"/>
    <dgm:cxn modelId="{3305423A-FDB1-44F9-A1D2-5FDA8556EB47}" type="presOf" srcId="{3CE06941-9820-4827-8B16-CD80CC49F780}" destId="{385C2AE5-B4B5-4D8C-8D4A-C0E115927DCE}" srcOrd="0" destOrd="0" presId="urn:microsoft.com/office/officeart/2009/layout/CircleArrowProcess"/>
    <dgm:cxn modelId="{AE50475D-D730-47E0-8661-F256E5CF2449}" type="presOf" srcId="{6C39594C-4AE1-4221-9751-E4FBA9469435}" destId="{DA9030A2-2437-470B-8EB3-560B0C66A75D}" srcOrd="0" destOrd="1" presId="urn:microsoft.com/office/officeart/2009/layout/CircleArrowProcess"/>
    <dgm:cxn modelId="{FC0DF35F-4030-4AC5-BB26-7D128F4566D5}" type="presOf" srcId="{2A22E84C-3AA3-4E9C-AE5F-9C2FB0D7FB11}" destId="{82C13225-4969-4EA8-9A9B-E5FE083BCE2F}" srcOrd="0" destOrd="0" presId="urn:microsoft.com/office/officeart/2009/layout/CircleArrowProcess"/>
    <dgm:cxn modelId="{7F96AC57-2F84-4E8C-AA92-E82865EE63FE}" srcId="{EE62A4F6-4AC4-435B-990E-81A71CE8CAC7}" destId="{386C2B6D-2EE1-4682-AE61-EE246CD54E31}" srcOrd="1" destOrd="0" parTransId="{649D72FB-0D8F-479C-87D1-C73133EF35E2}" sibTransId="{E1C9E6F1-2ED2-4DD8-9B78-28FC1AF5D352}"/>
    <dgm:cxn modelId="{7EC30D59-090D-411E-9B4E-16A575F550D0}" type="presOf" srcId="{B9C32B05-62EA-407A-B21C-2310C7945705}" destId="{3842D37C-BD0A-41A5-BC87-3C001453BF58}" srcOrd="0" destOrd="0" presId="urn:microsoft.com/office/officeart/2009/layout/CircleArrowProcess"/>
    <dgm:cxn modelId="{2B98897D-9937-49AC-9FE9-6629E912033A}" srcId="{2A22E84C-3AA3-4E9C-AE5F-9C2FB0D7FB11}" destId="{9ADACFBF-2A78-45C9-A7C4-5E5DBC674760}" srcOrd="0" destOrd="0" parTransId="{E121796C-71AB-4354-A1D4-3BF0025298A5}" sibTransId="{F3FE7E5A-DC73-423B-998C-02943CF263BF}"/>
    <dgm:cxn modelId="{2DC24386-BC50-4BAB-8571-16CB10C2603C}" srcId="{F66099B6-DBBD-4AB0-82D2-877B80F846F7}" destId="{6CF284C3-4A70-4432-8F33-E75A802B3330}" srcOrd="0" destOrd="0" parTransId="{044831E6-2FC9-4DDA-81FB-5FA418568D07}" sibTransId="{CD50B82D-84BB-4747-B282-ABB339EBA294}"/>
    <dgm:cxn modelId="{C99CE395-39F6-46B4-938C-9BF085685D1A}" srcId="{EE62A4F6-4AC4-435B-990E-81A71CE8CAC7}" destId="{3CE06941-9820-4827-8B16-CD80CC49F780}" srcOrd="0" destOrd="0" parTransId="{141A3C92-8966-4E2F-82E4-2E09E22674B2}" sibTransId="{F58FC55B-E61F-445C-956E-0BB2202254CA}"/>
    <dgm:cxn modelId="{7AF91B96-DA69-42D6-83DE-0E63677A4C47}" srcId="{2A22E84C-3AA3-4E9C-AE5F-9C2FB0D7FB11}" destId="{6C39594C-4AE1-4221-9751-E4FBA9469435}" srcOrd="1" destOrd="0" parTransId="{EA90E5E0-265B-4677-A3EF-FCD0DFDF4F41}" sibTransId="{F04E3063-747B-4761-B46E-8C06B2EF3C55}"/>
    <dgm:cxn modelId="{547EB0A6-2622-4985-8CBF-9477B5E70BEC}" type="presOf" srcId="{42D71409-67F9-455C-8C6D-716D284AAA6B}" destId="{7EFABF08-E7D4-4707-ACDD-77BC03A1FFB5}" srcOrd="0" destOrd="0" presId="urn:microsoft.com/office/officeart/2009/layout/CircleArrowProcess"/>
    <dgm:cxn modelId="{3A2CECA6-0C5B-46BB-B7C6-7D37E9D210BD}" srcId="{B9C32B05-62EA-407A-B21C-2310C7945705}" destId="{EE62A4F6-4AC4-435B-990E-81A71CE8CAC7}" srcOrd="2" destOrd="0" parTransId="{F287B947-7343-4FA2-B288-B23A59FFAE31}" sibTransId="{389F9A93-0231-4877-8C41-5D5B8DD7AAC0}"/>
    <dgm:cxn modelId="{0B0C49AF-CD5D-4B77-82C2-E1E56981E906}" type="presOf" srcId="{8EA7219F-BDB2-48EB-9EEB-3133522D132E}" destId="{4965DA0E-EB56-44E1-BA56-A276DE00EA8D}" srcOrd="0" destOrd="0" presId="urn:microsoft.com/office/officeart/2009/layout/CircleArrowProcess"/>
    <dgm:cxn modelId="{40C95FB5-E0DF-46D5-AB3A-8096E6E91180}" type="presOf" srcId="{386C2B6D-2EE1-4682-AE61-EE246CD54E31}" destId="{385C2AE5-B4B5-4D8C-8D4A-C0E115927DCE}" srcOrd="0" destOrd="1" presId="urn:microsoft.com/office/officeart/2009/layout/CircleArrowProcess"/>
    <dgm:cxn modelId="{52D9ABC8-7063-4359-9B29-6F7F8C0A10A3}" type="presOf" srcId="{BE788BF5-FE9F-4C7D-A1CD-9232D7860179}" destId="{84A7170C-0F6E-4F7D-88F1-4BCB7EAFA90A}" srcOrd="0" destOrd="1" presId="urn:microsoft.com/office/officeart/2009/layout/CircleArrowProcess"/>
    <dgm:cxn modelId="{24F8CBE2-5003-4E69-A772-6B98F2B05181}" srcId="{42D71409-67F9-455C-8C6D-716D284AAA6B}" destId="{3AF880A5-0F00-4315-A5DF-1FE656798601}" srcOrd="1" destOrd="0" parTransId="{A13BB1F9-5857-4B43-8BF5-6589AA2CB759}" sibTransId="{C198C41D-2640-4669-83ED-E0CD35701C8E}"/>
    <dgm:cxn modelId="{BEB859E7-C343-408E-86A1-667C27EE5761}" srcId="{B9C32B05-62EA-407A-B21C-2310C7945705}" destId="{2A22E84C-3AA3-4E9C-AE5F-9C2FB0D7FB11}" srcOrd="3" destOrd="0" parTransId="{6C025E55-DF42-4C5D-AFD5-6015FA053D46}" sibTransId="{744EA591-F199-49C2-B63A-82709D96C729}"/>
    <dgm:cxn modelId="{58AD7EEF-D408-406B-87EE-4691D4C30668}" srcId="{42D71409-67F9-455C-8C6D-716D284AAA6B}" destId="{8EA7219F-BDB2-48EB-9EEB-3133522D132E}" srcOrd="0" destOrd="0" parTransId="{3EE8403A-CB7C-4815-85BD-AEBCAEB71B37}" sibTransId="{C94B7947-85DC-4B21-BB99-DF8438356F98}"/>
    <dgm:cxn modelId="{8AB937F0-7FEA-4607-84A7-1ADD8D8BBD88}" type="presOf" srcId="{F66099B6-DBBD-4AB0-82D2-877B80F846F7}" destId="{FB4A4C86-447F-40E7-831E-1C5635ED2C09}" srcOrd="0" destOrd="0" presId="urn:microsoft.com/office/officeart/2009/layout/CircleArrowProcess"/>
    <dgm:cxn modelId="{49660AF7-3DF6-404B-ABF9-085D42D6AA3B}" type="presOf" srcId="{6CF284C3-4A70-4432-8F33-E75A802B3330}" destId="{84A7170C-0F6E-4F7D-88F1-4BCB7EAFA90A}" srcOrd="0" destOrd="0" presId="urn:microsoft.com/office/officeart/2009/layout/CircleArrowProcess"/>
    <dgm:cxn modelId="{5D4B1C79-40E4-4E23-B645-3202B02C8C13}" type="presParOf" srcId="{3842D37C-BD0A-41A5-BC87-3C001453BF58}" destId="{09CA0C2C-4D63-48B6-9708-B2D734575466}" srcOrd="0" destOrd="0" presId="urn:microsoft.com/office/officeart/2009/layout/CircleArrowProcess"/>
    <dgm:cxn modelId="{A4958707-9208-4997-86DD-A2463763B4E0}" type="presParOf" srcId="{09CA0C2C-4D63-48B6-9708-B2D734575466}" destId="{C0927E9C-6BF5-424D-B24B-B93DF292B7EC}" srcOrd="0" destOrd="0" presId="urn:microsoft.com/office/officeart/2009/layout/CircleArrowProcess"/>
    <dgm:cxn modelId="{0D92AC91-A16C-4830-AA42-2B012C4E658E}" type="presParOf" srcId="{3842D37C-BD0A-41A5-BC87-3C001453BF58}" destId="{4965DA0E-EB56-44E1-BA56-A276DE00EA8D}" srcOrd="1" destOrd="0" presId="urn:microsoft.com/office/officeart/2009/layout/CircleArrowProcess"/>
    <dgm:cxn modelId="{875F3D80-D89E-407E-9459-A67B3140E792}" type="presParOf" srcId="{3842D37C-BD0A-41A5-BC87-3C001453BF58}" destId="{7EFABF08-E7D4-4707-ACDD-77BC03A1FFB5}" srcOrd="2" destOrd="0" presId="urn:microsoft.com/office/officeart/2009/layout/CircleArrowProcess"/>
    <dgm:cxn modelId="{6B879361-FFA2-4525-B67D-0B52866B6F38}" type="presParOf" srcId="{3842D37C-BD0A-41A5-BC87-3C001453BF58}" destId="{21A0052D-3B66-46CC-A84D-6CD3DF5F4C11}" srcOrd="3" destOrd="0" presId="urn:microsoft.com/office/officeart/2009/layout/CircleArrowProcess"/>
    <dgm:cxn modelId="{5FC517F4-08FB-4B4F-93B1-E644CCA626B8}" type="presParOf" srcId="{21A0052D-3B66-46CC-A84D-6CD3DF5F4C11}" destId="{3871236D-6193-48B2-8782-F6394283E258}" srcOrd="0" destOrd="0" presId="urn:microsoft.com/office/officeart/2009/layout/CircleArrowProcess"/>
    <dgm:cxn modelId="{3F4DE659-BDA2-473F-BF50-2D34E4908AD3}" type="presParOf" srcId="{3842D37C-BD0A-41A5-BC87-3C001453BF58}" destId="{84A7170C-0F6E-4F7D-88F1-4BCB7EAFA90A}" srcOrd="4" destOrd="0" presId="urn:microsoft.com/office/officeart/2009/layout/CircleArrowProcess"/>
    <dgm:cxn modelId="{E3AC949D-E638-4C34-A814-FAB7969FED7F}" type="presParOf" srcId="{3842D37C-BD0A-41A5-BC87-3C001453BF58}" destId="{FB4A4C86-447F-40E7-831E-1C5635ED2C09}" srcOrd="5" destOrd="0" presId="urn:microsoft.com/office/officeart/2009/layout/CircleArrowProcess"/>
    <dgm:cxn modelId="{A663B833-AA7B-4E73-88CE-B00B1E87A7B2}" type="presParOf" srcId="{3842D37C-BD0A-41A5-BC87-3C001453BF58}" destId="{DA21FF2A-38D9-4DE6-9914-736AEBE4FAF8}" srcOrd="6" destOrd="0" presId="urn:microsoft.com/office/officeart/2009/layout/CircleArrowProcess"/>
    <dgm:cxn modelId="{70EA2CDC-C61E-4995-A3BB-FB6398B3F6F8}" type="presParOf" srcId="{DA21FF2A-38D9-4DE6-9914-736AEBE4FAF8}" destId="{4C02A0E1-75B1-446C-9E56-A67B78F6353B}" srcOrd="0" destOrd="0" presId="urn:microsoft.com/office/officeart/2009/layout/CircleArrowProcess"/>
    <dgm:cxn modelId="{38EEF1FC-82E9-4817-8AC4-18624E87AF58}" type="presParOf" srcId="{3842D37C-BD0A-41A5-BC87-3C001453BF58}" destId="{385C2AE5-B4B5-4D8C-8D4A-C0E115927DCE}" srcOrd="7" destOrd="0" presId="urn:microsoft.com/office/officeart/2009/layout/CircleArrowProcess"/>
    <dgm:cxn modelId="{B986DE77-B30D-4F4B-8410-69EAF359C3D2}" type="presParOf" srcId="{3842D37C-BD0A-41A5-BC87-3C001453BF58}" destId="{F25CF4A3-35FD-4235-9F61-FF489121F574}" srcOrd="8" destOrd="0" presId="urn:microsoft.com/office/officeart/2009/layout/CircleArrowProcess"/>
    <dgm:cxn modelId="{EB673422-1969-44BF-BF77-3A66720BBD30}" type="presParOf" srcId="{3842D37C-BD0A-41A5-BC87-3C001453BF58}" destId="{19AA33C3-12E7-41DD-A713-32AC2B308503}" srcOrd="9" destOrd="0" presId="urn:microsoft.com/office/officeart/2009/layout/CircleArrowProcess"/>
    <dgm:cxn modelId="{28D763B9-0518-4B0E-A9B6-1BD519E39C0A}" type="presParOf" srcId="{19AA33C3-12E7-41DD-A713-32AC2B308503}" destId="{CC906567-A776-43A5-AD0D-93A3E372EC50}" srcOrd="0" destOrd="0" presId="urn:microsoft.com/office/officeart/2009/layout/CircleArrowProcess"/>
    <dgm:cxn modelId="{7E22036E-3CFA-4D49-BB5A-C39979E5BA8E}" type="presParOf" srcId="{3842D37C-BD0A-41A5-BC87-3C001453BF58}" destId="{DA9030A2-2437-470B-8EB3-560B0C66A75D}" srcOrd="10" destOrd="0" presId="urn:microsoft.com/office/officeart/2009/layout/CircleArrowProcess"/>
    <dgm:cxn modelId="{6678DBCA-DC43-4CC7-A4F9-6524D68E56FA}" type="presParOf" srcId="{3842D37C-BD0A-41A5-BC87-3C001453BF58}" destId="{82C13225-4969-4EA8-9A9B-E5FE083BCE2F}" srcOrd="11" destOrd="0" presId="urn:microsoft.com/office/officeart/2009/layout/CircleArrowProcess"/>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72.xml><?xml version="1.0" encoding="utf-8"?>
<dgm:dataModel xmlns:dgm="http://schemas.openxmlformats.org/drawingml/2006/diagram" xmlns:a="http://schemas.openxmlformats.org/drawingml/2006/main">
  <dgm:ptLst>
    <dgm:pt modelId="{B9C32B05-62EA-407A-B21C-2310C7945705}" type="doc">
      <dgm:prSet loTypeId="urn:microsoft.com/office/officeart/2005/8/layout/process5" loCatId="process"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F66099B6-DBBD-4AB0-82D2-877B80F846F7}">
      <dgm:prSet phldrT="[Text]"/>
      <dgm:spPr/>
      <dgm:t>
        <a:bodyPr/>
        <a:lstStyle/>
        <a:p>
          <a:r>
            <a:rPr lang="en-US" dirty="0"/>
            <a:t>Lorem Ipsum</a:t>
          </a:r>
        </a:p>
      </dgm:t>
    </dgm:pt>
    <dgm:pt modelId="{B09C8BFB-F41C-4AC4-AB94-F216E3081C2D}" type="parTrans" cxnId="{B4F3EA32-CE64-4A92-9BAE-BC57E5392B05}">
      <dgm:prSet/>
      <dgm:spPr/>
      <dgm:t>
        <a:bodyPr/>
        <a:lstStyle/>
        <a:p>
          <a:endParaRPr lang="en-US"/>
        </a:p>
      </dgm:t>
    </dgm:pt>
    <dgm:pt modelId="{BC531B32-9B0E-482E-BF91-65C61F17168D}" type="sibTrans" cxnId="{B4F3EA32-CE64-4A92-9BAE-BC57E5392B05}">
      <dgm:prSet/>
      <dgm:spPr/>
      <dgm:t>
        <a:bodyPr/>
        <a:lstStyle/>
        <a:p>
          <a:endParaRPr lang="en-US"/>
        </a:p>
      </dgm:t>
    </dgm:pt>
    <dgm:pt modelId="{EE62A4F6-4AC4-435B-990E-81A71CE8CAC7}">
      <dgm:prSet phldrT="[Text]"/>
      <dgm:spPr/>
      <dgm:t>
        <a:bodyPr/>
        <a:lstStyle/>
        <a:p>
          <a:r>
            <a:rPr lang="en-US" dirty="0"/>
            <a:t>Lorem Ipsum</a:t>
          </a:r>
        </a:p>
      </dgm:t>
    </dgm:pt>
    <dgm:pt modelId="{F287B947-7343-4FA2-B288-B23A59FFAE31}" type="parTrans" cxnId="{3A2CECA6-0C5B-46BB-B7C6-7D37E9D210BD}">
      <dgm:prSet/>
      <dgm:spPr/>
      <dgm:t>
        <a:bodyPr/>
        <a:lstStyle/>
        <a:p>
          <a:endParaRPr lang="en-US"/>
        </a:p>
      </dgm:t>
    </dgm:pt>
    <dgm:pt modelId="{389F9A93-0231-4877-8C41-5D5B8DD7AAC0}" type="sibTrans" cxnId="{3A2CECA6-0C5B-46BB-B7C6-7D37E9D210BD}">
      <dgm:prSet/>
      <dgm:spPr/>
      <dgm:t>
        <a:bodyPr/>
        <a:lstStyle/>
        <a:p>
          <a:endParaRPr lang="en-US"/>
        </a:p>
      </dgm:t>
    </dgm:pt>
    <dgm:pt modelId="{6CF284C3-4A70-4432-8F33-E75A802B3330}">
      <dgm:prSet/>
      <dgm:spPr/>
      <dgm:t>
        <a:bodyPr/>
        <a:lstStyle/>
        <a:p>
          <a:r>
            <a:rPr lang="en-US" dirty="0"/>
            <a:t>Some text here</a:t>
          </a:r>
        </a:p>
      </dgm:t>
    </dgm:pt>
    <dgm:pt modelId="{044831E6-2FC9-4DDA-81FB-5FA418568D07}" type="parTrans" cxnId="{2DC24386-BC50-4BAB-8571-16CB10C2603C}">
      <dgm:prSet/>
      <dgm:spPr/>
      <dgm:t>
        <a:bodyPr/>
        <a:lstStyle/>
        <a:p>
          <a:endParaRPr lang="en-US"/>
        </a:p>
      </dgm:t>
    </dgm:pt>
    <dgm:pt modelId="{CD50B82D-84BB-4747-B282-ABB339EBA294}" type="sibTrans" cxnId="{2DC24386-BC50-4BAB-8571-16CB10C2603C}">
      <dgm:prSet/>
      <dgm:spPr/>
      <dgm:t>
        <a:bodyPr/>
        <a:lstStyle/>
        <a:p>
          <a:endParaRPr lang="en-US"/>
        </a:p>
      </dgm:t>
    </dgm:pt>
    <dgm:pt modelId="{3AF880A5-0F00-4315-A5DF-1FE656798601}">
      <dgm:prSet phldrT="[Text]"/>
      <dgm:spPr/>
      <dgm:t>
        <a:bodyPr/>
        <a:lstStyle/>
        <a:p>
          <a:r>
            <a:rPr lang="en-US" dirty="0"/>
            <a:t>Some text here</a:t>
          </a:r>
        </a:p>
      </dgm:t>
    </dgm:pt>
    <dgm:pt modelId="{A13BB1F9-5857-4B43-8BF5-6589AA2CB759}" type="parTrans" cxnId="{24F8CBE2-5003-4E69-A772-6B98F2B05181}">
      <dgm:prSet/>
      <dgm:spPr/>
      <dgm:t>
        <a:bodyPr/>
        <a:lstStyle/>
        <a:p>
          <a:endParaRPr lang="en-US"/>
        </a:p>
      </dgm:t>
    </dgm:pt>
    <dgm:pt modelId="{C198C41D-2640-4669-83ED-E0CD35701C8E}" type="sibTrans" cxnId="{24F8CBE2-5003-4E69-A772-6B98F2B05181}">
      <dgm:prSet/>
      <dgm:spPr/>
      <dgm:t>
        <a:bodyPr/>
        <a:lstStyle/>
        <a:p>
          <a:endParaRPr lang="en-US"/>
        </a:p>
      </dgm:t>
    </dgm:pt>
    <dgm:pt modelId="{8EA7219F-BDB2-48EB-9EEB-3133522D132E}">
      <dgm:prSet phldrT="[Text]"/>
      <dgm:spPr/>
      <dgm:t>
        <a:bodyPr/>
        <a:lstStyle/>
        <a:p>
          <a:r>
            <a:rPr lang="en-US" dirty="0"/>
            <a:t>Some text here</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BE788BF5-FE9F-4C7D-A1CD-9232D7860179}">
      <dgm:prSet phldrT="[Text]"/>
      <dgm:spPr/>
      <dgm:t>
        <a:bodyPr/>
        <a:lstStyle/>
        <a:p>
          <a:r>
            <a:rPr lang="en-US" dirty="0"/>
            <a:t>Some text here</a:t>
          </a:r>
        </a:p>
      </dgm:t>
    </dgm:pt>
    <dgm:pt modelId="{963A52CB-C772-45F2-8A30-8ABA6B14D3CE}" type="parTrans" cxnId="{35013F34-57BC-4E3C-A003-07C0E49926DB}">
      <dgm:prSet/>
      <dgm:spPr/>
      <dgm:t>
        <a:bodyPr/>
        <a:lstStyle/>
        <a:p>
          <a:endParaRPr lang="en-US"/>
        </a:p>
      </dgm:t>
    </dgm:pt>
    <dgm:pt modelId="{88191C5E-55BA-42F2-B842-FC86CBBADC0F}" type="sibTrans" cxnId="{35013F34-57BC-4E3C-A003-07C0E49926DB}">
      <dgm:prSet/>
      <dgm:spPr/>
      <dgm:t>
        <a:bodyPr/>
        <a:lstStyle/>
        <a:p>
          <a:endParaRPr lang="en-US"/>
        </a:p>
      </dgm:t>
    </dgm:pt>
    <dgm:pt modelId="{3CE06941-9820-4827-8B16-CD80CC49F780}">
      <dgm:prSet phldrT="[Text]"/>
      <dgm:spPr/>
      <dgm:t>
        <a:bodyPr/>
        <a:lstStyle/>
        <a:p>
          <a:r>
            <a:rPr lang="en-US" dirty="0"/>
            <a:t>Some text here</a:t>
          </a:r>
        </a:p>
      </dgm:t>
    </dgm:pt>
    <dgm:pt modelId="{141A3C92-8966-4E2F-82E4-2E09E22674B2}" type="parTrans" cxnId="{C99CE395-39F6-46B4-938C-9BF085685D1A}">
      <dgm:prSet/>
      <dgm:spPr/>
      <dgm:t>
        <a:bodyPr/>
        <a:lstStyle/>
        <a:p>
          <a:endParaRPr lang="en-US"/>
        </a:p>
      </dgm:t>
    </dgm:pt>
    <dgm:pt modelId="{F58FC55B-E61F-445C-956E-0BB2202254CA}" type="sibTrans" cxnId="{C99CE395-39F6-46B4-938C-9BF085685D1A}">
      <dgm:prSet/>
      <dgm:spPr/>
      <dgm:t>
        <a:bodyPr/>
        <a:lstStyle/>
        <a:p>
          <a:endParaRPr lang="en-US"/>
        </a:p>
      </dgm:t>
    </dgm:pt>
    <dgm:pt modelId="{386C2B6D-2EE1-4682-AE61-EE246CD54E31}">
      <dgm:prSet phldrT="[Text]"/>
      <dgm:spPr/>
      <dgm:t>
        <a:bodyPr/>
        <a:lstStyle/>
        <a:p>
          <a:r>
            <a:rPr lang="en-US" dirty="0"/>
            <a:t>Some text here</a:t>
          </a:r>
        </a:p>
      </dgm:t>
    </dgm:pt>
    <dgm:pt modelId="{649D72FB-0D8F-479C-87D1-C73133EF35E2}" type="parTrans" cxnId="{7F96AC57-2F84-4E8C-AA92-E82865EE63FE}">
      <dgm:prSet/>
      <dgm:spPr/>
      <dgm:t>
        <a:bodyPr/>
        <a:lstStyle/>
        <a:p>
          <a:endParaRPr lang="en-US"/>
        </a:p>
      </dgm:t>
    </dgm:pt>
    <dgm:pt modelId="{E1C9E6F1-2ED2-4DD8-9B78-28FC1AF5D352}" type="sibTrans" cxnId="{7F96AC57-2F84-4E8C-AA92-E82865EE63FE}">
      <dgm:prSet/>
      <dgm:spPr/>
      <dgm:t>
        <a:bodyPr/>
        <a:lstStyle/>
        <a:p>
          <a:endParaRPr lang="en-US"/>
        </a:p>
      </dgm:t>
    </dgm:pt>
    <dgm:pt modelId="{2A22E84C-3AA3-4E9C-AE5F-9C2FB0D7FB11}">
      <dgm:prSet phldrT="[Text]"/>
      <dgm:spPr/>
      <dgm:t>
        <a:bodyPr/>
        <a:lstStyle/>
        <a:p>
          <a:r>
            <a:rPr lang="en-US"/>
            <a:t>Lorem Ipsum</a:t>
          </a:r>
          <a:endParaRPr lang="en-US" dirty="0"/>
        </a:p>
      </dgm:t>
    </dgm:pt>
    <dgm:pt modelId="{6C025E55-DF42-4C5D-AFD5-6015FA053D46}" type="parTrans" cxnId="{BEB859E7-C343-408E-86A1-667C27EE5761}">
      <dgm:prSet/>
      <dgm:spPr/>
      <dgm:t>
        <a:bodyPr/>
        <a:lstStyle/>
        <a:p>
          <a:endParaRPr lang="en-US"/>
        </a:p>
      </dgm:t>
    </dgm:pt>
    <dgm:pt modelId="{744EA591-F199-49C2-B63A-82709D96C729}" type="sibTrans" cxnId="{BEB859E7-C343-408E-86A1-667C27EE5761}">
      <dgm:prSet/>
      <dgm:spPr/>
      <dgm:t>
        <a:bodyPr/>
        <a:lstStyle/>
        <a:p>
          <a:endParaRPr lang="en-US"/>
        </a:p>
      </dgm:t>
    </dgm:pt>
    <dgm:pt modelId="{9ADACFBF-2A78-45C9-A7C4-5E5DBC674760}">
      <dgm:prSet phldrT="[Text]"/>
      <dgm:spPr/>
      <dgm:t>
        <a:bodyPr/>
        <a:lstStyle/>
        <a:p>
          <a:r>
            <a:rPr lang="en-US" dirty="0"/>
            <a:t>Some text here</a:t>
          </a:r>
        </a:p>
      </dgm:t>
    </dgm:pt>
    <dgm:pt modelId="{E121796C-71AB-4354-A1D4-3BF0025298A5}" type="parTrans" cxnId="{2B98897D-9937-49AC-9FE9-6629E912033A}">
      <dgm:prSet/>
      <dgm:spPr/>
      <dgm:t>
        <a:bodyPr/>
        <a:lstStyle/>
        <a:p>
          <a:endParaRPr lang="en-US"/>
        </a:p>
      </dgm:t>
    </dgm:pt>
    <dgm:pt modelId="{F3FE7E5A-DC73-423B-998C-02943CF263BF}" type="sibTrans" cxnId="{2B98897D-9937-49AC-9FE9-6629E912033A}">
      <dgm:prSet/>
      <dgm:spPr/>
      <dgm:t>
        <a:bodyPr/>
        <a:lstStyle/>
        <a:p>
          <a:endParaRPr lang="en-US"/>
        </a:p>
      </dgm:t>
    </dgm:pt>
    <dgm:pt modelId="{6C39594C-4AE1-4221-9751-E4FBA9469435}">
      <dgm:prSet phldrT="[Text]"/>
      <dgm:spPr/>
      <dgm:t>
        <a:bodyPr/>
        <a:lstStyle/>
        <a:p>
          <a:r>
            <a:rPr lang="en-US" dirty="0"/>
            <a:t>Some text here</a:t>
          </a:r>
        </a:p>
      </dgm:t>
    </dgm:pt>
    <dgm:pt modelId="{EA90E5E0-265B-4677-A3EF-FCD0DFDF4F41}" type="parTrans" cxnId="{7AF91B96-DA69-42D6-83DE-0E63677A4C47}">
      <dgm:prSet/>
      <dgm:spPr/>
      <dgm:t>
        <a:bodyPr/>
        <a:lstStyle/>
        <a:p>
          <a:endParaRPr lang="en-US"/>
        </a:p>
      </dgm:t>
    </dgm:pt>
    <dgm:pt modelId="{F04E3063-747B-4761-B46E-8C06B2EF3C55}" type="sibTrans" cxnId="{7AF91B96-DA69-42D6-83DE-0E63677A4C47}">
      <dgm:prSet/>
      <dgm:spPr/>
      <dgm:t>
        <a:bodyPr/>
        <a:lstStyle/>
        <a:p>
          <a:endParaRPr lang="en-US"/>
        </a:p>
      </dgm:t>
    </dgm:pt>
    <dgm:pt modelId="{36045517-CEA4-4BE3-B836-C2B6BFE5649B}">
      <dgm:prSet phldrT="[Text]"/>
      <dgm:spPr/>
      <dgm:t>
        <a:bodyPr/>
        <a:lstStyle/>
        <a:p>
          <a:r>
            <a:rPr lang="en-US"/>
            <a:t>Lorem Ipsum</a:t>
          </a:r>
          <a:endParaRPr lang="en-US" dirty="0"/>
        </a:p>
      </dgm:t>
    </dgm:pt>
    <dgm:pt modelId="{6231A36F-9B04-4B4A-917A-7E163AFFC956}" type="parTrans" cxnId="{4019353B-443B-4DED-AA6C-3C60E18414C7}">
      <dgm:prSet/>
      <dgm:spPr/>
      <dgm:t>
        <a:bodyPr/>
        <a:lstStyle/>
        <a:p>
          <a:endParaRPr lang="en-US"/>
        </a:p>
      </dgm:t>
    </dgm:pt>
    <dgm:pt modelId="{BFF3C5ED-87D0-4709-A3B8-A7BF0668006A}" type="sibTrans" cxnId="{4019353B-443B-4DED-AA6C-3C60E18414C7}">
      <dgm:prSet/>
      <dgm:spPr/>
      <dgm:t>
        <a:bodyPr/>
        <a:lstStyle/>
        <a:p>
          <a:endParaRPr lang="en-US"/>
        </a:p>
      </dgm:t>
    </dgm:pt>
    <dgm:pt modelId="{110CC072-E78D-486A-BD24-8CD6CE5683E0}">
      <dgm:prSet phldrT="[Text]"/>
      <dgm:spPr/>
      <dgm:t>
        <a:bodyPr/>
        <a:lstStyle/>
        <a:p>
          <a:r>
            <a:rPr lang="en-US" dirty="0"/>
            <a:t>Some text here</a:t>
          </a:r>
        </a:p>
      </dgm:t>
    </dgm:pt>
    <dgm:pt modelId="{EFE20FCA-41FE-42D4-8C71-85751017ADFF}" type="parTrans" cxnId="{5670A7D8-BA42-4857-8679-D269077AD7D7}">
      <dgm:prSet/>
      <dgm:spPr/>
      <dgm:t>
        <a:bodyPr/>
        <a:lstStyle/>
        <a:p>
          <a:endParaRPr lang="en-US"/>
        </a:p>
      </dgm:t>
    </dgm:pt>
    <dgm:pt modelId="{C901204A-BC8E-4B62-854A-DFB2104323F5}" type="sibTrans" cxnId="{5670A7D8-BA42-4857-8679-D269077AD7D7}">
      <dgm:prSet/>
      <dgm:spPr/>
      <dgm:t>
        <a:bodyPr/>
        <a:lstStyle/>
        <a:p>
          <a:endParaRPr lang="en-US"/>
        </a:p>
      </dgm:t>
    </dgm:pt>
    <dgm:pt modelId="{F64D9B44-8949-42CE-A3F5-920CF85E6D38}">
      <dgm:prSet phldrT="[Text]"/>
      <dgm:spPr/>
      <dgm:t>
        <a:bodyPr/>
        <a:lstStyle/>
        <a:p>
          <a:r>
            <a:rPr lang="en-US" dirty="0"/>
            <a:t>Some text here</a:t>
          </a:r>
        </a:p>
      </dgm:t>
    </dgm:pt>
    <dgm:pt modelId="{81AB81A4-D793-40B9-964C-9DA3AF17B95D}" type="parTrans" cxnId="{F091E13E-CC91-4760-8919-F8E7FA115B30}">
      <dgm:prSet/>
      <dgm:spPr/>
      <dgm:t>
        <a:bodyPr/>
        <a:lstStyle/>
        <a:p>
          <a:endParaRPr lang="en-US"/>
        </a:p>
      </dgm:t>
    </dgm:pt>
    <dgm:pt modelId="{ECDC803C-5DBD-4EEE-A68A-AC8585F1A4EB}" type="sibTrans" cxnId="{F091E13E-CC91-4760-8919-F8E7FA115B30}">
      <dgm:prSet/>
      <dgm:spPr/>
      <dgm:t>
        <a:bodyPr/>
        <a:lstStyle/>
        <a:p>
          <a:endParaRPr lang="en-US"/>
        </a:p>
      </dgm:t>
    </dgm:pt>
    <dgm:pt modelId="{479C5856-56DE-4A6D-91FE-85ADB7385D49}" type="pres">
      <dgm:prSet presAssocID="{B9C32B05-62EA-407A-B21C-2310C7945705}" presName="diagram" presStyleCnt="0">
        <dgm:presLayoutVars>
          <dgm:dir/>
          <dgm:resizeHandles val="exact"/>
        </dgm:presLayoutVars>
      </dgm:prSet>
      <dgm:spPr/>
    </dgm:pt>
    <dgm:pt modelId="{0E0105D2-31C0-4D65-B3BD-B15B263E0485}" type="pres">
      <dgm:prSet presAssocID="{42D71409-67F9-455C-8C6D-716D284AAA6B}" presName="node" presStyleLbl="node1" presStyleIdx="0" presStyleCnt="5">
        <dgm:presLayoutVars>
          <dgm:bulletEnabled val="1"/>
        </dgm:presLayoutVars>
      </dgm:prSet>
      <dgm:spPr/>
    </dgm:pt>
    <dgm:pt modelId="{EC458229-137C-457B-AAFE-75F4AD809E1D}" type="pres">
      <dgm:prSet presAssocID="{478B7D3C-9FB4-4BC6-90AC-49960560DECD}" presName="sibTrans" presStyleLbl="sibTrans2D1" presStyleIdx="0" presStyleCnt="4"/>
      <dgm:spPr/>
    </dgm:pt>
    <dgm:pt modelId="{1B75DE52-7B31-4B2C-8634-207A12F488B0}" type="pres">
      <dgm:prSet presAssocID="{478B7D3C-9FB4-4BC6-90AC-49960560DECD}" presName="connectorText" presStyleLbl="sibTrans2D1" presStyleIdx="0" presStyleCnt="4"/>
      <dgm:spPr/>
    </dgm:pt>
    <dgm:pt modelId="{0897C7F9-9DF5-472D-9F9B-A572F79B3763}" type="pres">
      <dgm:prSet presAssocID="{F66099B6-DBBD-4AB0-82D2-877B80F846F7}" presName="node" presStyleLbl="node1" presStyleIdx="1" presStyleCnt="5">
        <dgm:presLayoutVars>
          <dgm:bulletEnabled val="1"/>
        </dgm:presLayoutVars>
      </dgm:prSet>
      <dgm:spPr/>
    </dgm:pt>
    <dgm:pt modelId="{39358BCF-DAED-4483-A148-ED2B0A8DA6D0}" type="pres">
      <dgm:prSet presAssocID="{BC531B32-9B0E-482E-BF91-65C61F17168D}" presName="sibTrans" presStyleLbl="sibTrans2D1" presStyleIdx="1" presStyleCnt="4"/>
      <dgm:spPr/>
    </dgm:pt>
    <dgm:pt modelId="{771768FF-E2E3-43C3-847D-F2AB2961FCB8}" type="pres">
      <dgm:prSet presAssocID="{BC531B32-9B0E-482E-BF91-65C61F17168D}" presName="connectorText" presStyleLbl="sibTrans2D1" presStyleIdx="1" presStyleCnt="4"/>
      <dgm:spPr/>
    </dgm:pt>
    <dgm:pt modelId="{11ECDB23-7353-4CA1-B2AA-17E4BAB3B06F}" type="pres">
      <dgm:prSet presAssocID="{EE62A4F6-4AC4-435B-990E-81A71CE8CAC7}" presName="node" presStyleLbl="node1" presStyleIdx="2" presStyleCnt="5">
        <dgm:presLayoutVars>
          <dgm:bulletEnabled val="1"/>
        </dgm:presLayoutVars>
      </dgm:prSet>
      <dgm:spPr/>
    </dgm:pt>
    <dgm:pt modelId="{AA905096-BE32-41B5-83B1-FB14E1E7C8DA}" type="pres">
      <dgm:prSet presAssocID="{389F9A93-0231-4877-8C41-5D5B8DD7AAC0}" presName="sibTrans" presStyleLbl="sibTrans2D1" presStyleIdx="2" presStyleCnt="4"/>
      <dgm:spPr/>
    </dgm:pt>
    <dgm:pt modelId="{9A89F81F-9543-4FFD-B464-1054CE394FD0}" type="pres">
      <dgm:prSet presAssocID="{389F9A93-0231-4877-8C41-5D5B8DD7AAC0}" presName="connectorText" presStyleLbl="sibTrans2D1" presStyleIdx="2" presStyleCnt="4"/>
      <dgm:spPr/>
    </dgm:pt>
    <dgm:pt modelId="{6662FFC9-13E7-4FE0-8774-66CCF15FBB7B}" type="pres">
      <dgm:prSet presAssocID="{2A22E84C-3AA3-4E9C-AE5F-9C2FB0D7FB11}" presName="node" presStyleLbl="node1" presStyleIdx="3" presStyleCnt="5">
        <dgm:presLayoutVars>
          <dgm:bulletEnabled val="1"/>
        </dgm:presLayoutVars>
      </dgm:prSet>
      <dgm:spPr/>
    </dgm:pt>
    <dgm:pt modelId="{96731592-7B21-4452-9654-1442E831F16C}" type="pres">
      <dgm:prSet presAssocID="{744EA591-F199-49C2-B63A-82709D96C729}" presName="sibTrans" presStyleLbl="sibTrans2D1" presStyleIdx="3" presStyleCnt="4"/>
      <dgm:spPr/>
    </dgm:pt>
    <dgm:pt modelId="{230AEB3F-6B67-4E6C-B6EF-AEF93F17690B}" type="pres">
      <dgm:prSet presAssocID="{744EA591-F199-49C2-B63A-82709D96C729}" presName="connectorText" presStyleLbl="sibTrans2D1" presStyleIdx="3" presStyleCnt="4"/>
      <dgm:spPr/>
    </dgm:pt>
    <dgm:pt modelId="{C3C7E8B0-0DEB-4278-A0CF-1A169E71A9EE}" type="pres">
      <dgm:prSet presAssocID="{36045517-CEA4-4BE3-B836-C2B6BFE5649B}" presName="node" presStyleLbl="node1" presStyleIdx="4" presStyleCnt="5">
        <dgm:presLayoutVars>
          <dgm:bulletEnabled val="1"/>
        </dgm:presLayoutVars>
      </dgm:prSet>
      <dgm:spPr/>
    </dgm:pt>
  </dgm:ptLst>
  <dgm:cxnLst>
    <dgm:cxn modelId="{A053FA00-FE89-482B-99DF-28A1D199AB65}" type="presOf" srcId="{F66099B6-DBBD-4AB0-82D2-877B80F846F7}" destId="{0897C7F9-9DF5-472D-9F9B-A572F79B3763}" srcOrd="0" destOrd="0" presId="urn:microsoft.com/office/officeart/2005/8/layout/process5"/>
    <dgm:cxn modelId="{73D4691F-4BD5-4E1B-AC70-1E5C696D7DCB}" type="presOf" srcId="{3CE06941-9820-4827-8B16-CD80CC49F780}" destId="{11ECDB23-7353-4CA1-B2AA-17E4BAB3B06F}" srcOrd="0" destOrd="1" presId="urn:microsoft.com/office/officeart/2005/8/layout/process5"/>
    <dgm:cxn modelId="{2AA9C11F-1F1D-428E-801A-47EAA766C99D}" srcId="{B9C32B05-62EA-407A-B21C-2310C7945705}" destId="{42D71409-67F9-455C-8C6D-716D284AAA6B}" srcOrd="0" destOrd="0" parTransId="{51680ED1-AF6E-4B28-AE94-92B0EFB0DF7D}" sibTransId="{478B7D3C-9FB4-4BC6-90AC-49960560DECD}"/>
    <dgm:cxn modelId="{B4F3EA32-CE64-4A92-9BAE-BC57E5392B05}" srcId="{B9C32B05-62EA-407A-B21C-2310C7945705}" destId="{F66099B6-DBBD-4AB0-82D2-877B80F846F7}" srcOrd="1" destOrd="0" parTransId="{B09C8BFB-F41C-4AC4-AB94-F216E3081C2D}" sibTransId="{BC531B32-9B0E-482E-BF91-65C61F17168D}"/>
    <dgm:cxn modelId="{35013F34-57BC-4E3C-A003-07C0E49926DB}" srcId="{F66099B6-DBBD-4AB0-82D2-877B80F846F7}" destId="{BE788BF5-FE9F-4C7D-A1CD-9232D7860179}" srcOrd="1" destOrd="0" parTransId="{963A52CB-C772-45F2-8A30-8ABA6B14D3CE}" sibTransId="{88191C5E-55BA-42F2-B842-FC86CBBADC0F}"/>
    <dgm:cxn modelId="{4019353B-443B-4DED-AA6C-3C60E18414C7}" srcId="{B9C32B05-62EA-407A-B21C-2310C7945705}" destId="{36045517-CEA4-4BE3-B836-C2B6BFE5649B}" srcOrd="4" destOrd="0" parTransId="{6231A36F-9B04-4B4A-917A-7E163AFFC956}" sibTransId="{BFF3C5ED-87D0-4709-A3B8-A7BF0668006A}"/>
    <dgm:cxn modelId="{F091E13E-CC91-4760-8919-F8E7FA115B30}" srcId="{36045517-CEA4-4BE3-B836-C2B6BFE5649B}" destId="{F64D9B44-8949-42CE-A3F5-920CF85E6D38}" srcOrd="1" destOrd="0" parTransId="{81AB81A4-D793-40B9-964C-9DA3AF17B95D}" sibTransId="{ECDC803C-5DBD-4EEE-A68A-AC8585F1A4EB}"/>
    <dgm:cxn modelId="{40F4A35B-FC15-42F3-B424-E6AC54E35C6C}" type="presOf" srcId="{6C39594C-4AE1-4221-9751-E4FBA9469435}" destId="{6662FFC9-13E7-4FE0-8774-66CCF15FBB7B}" srcOrd="0" destOrd="2" presId="urn:microsoft.com/office/officeart/2005/8/layout/process5"/>
    <dgm:cxn modelId="{7FF98845-2D5C-4872-A981-7FB0D2532FC0}" type="presOf" srcId="{F64D9B44-8949-42CE-A3F5-920CF85E6D38}" destId="{C3C7E8B0-0DEB-4278-A0CF-1A169E71A9EE}" srcOrd="0" destOrd="2" presId="urn:microsoft.com/office/officeart/2005/8/layout/process5"/>
    <dgm:cxn modelId="{49DAEA6D-6EAD-4E14-B6F0-51FBDC264D07}" type="presOf" srcId="{EE62A4F6-4AC4-435B-990E-81A71CE8CAC7}" destId="{11ECDB23-7353-4CA1-B2AA-17E4BAB3B06F}" srcOrd="0" destOrd="0" presId="urn:microsoft.com/office/officeart/2005/8/layout/process5"/>
    <dgm:cxn modelId="{0013924F-4479-416C-8825-DB50CE790714}" type="presOf" srcId="{389F9A93-0231-4877-8C41-5D5B8DD7AAC0}" destId="{AA905096-BE32-41B5-83B1-FB14E1E7C8DA}" srcOrd="0" destOrd="0" presId="urn:microsoft.com/office/officeart/2005/8/layout/process5"/>
    <dgm:cxn modelId="{4A327054-9ADE-4006-B6FF-DC3460B2F721}" type="presOf" srcId="{6CF284C3-4A70-4432-8F33-E75A802B3330}" destId="{0897C7F9-9DF5-472D-9F9B-A572F79B3763}" srcOrd="0" destOrd="1" presId="urn:microsoft.com/office/officeart/2005/8/layout/process5"/>
    <dgm:cxn modelId="{D39D5F76-0180-4C37-BFCA-B6401F42DB72}" type="presOf" srcId="{744EA591-F199-49C2-B63A-82709D96C729}" destId="{96731592-7B21-4452-9654-1442E831F16C}" srcOrd="0" destOrd="0" presId="urn:microsoft.com/office/officeart/2005/8/layout/process5"/>
    <dgm:cxn modelId="{7F96AC57-2F84-4E8C-AA92-E82865EE63FE}" srcId="{EE62A4F6-4AC4-435B-990E-81A71CE8CAC7}" destId="{386C2B6D-2EE1-4682-AE61-EE246CD54E31}" srcOrd="1" destOrd="0" parTransId="{649D72FB-0D8F-479C-87D1-C73133EF35E2}" sibTransId="{E1C9E6F1-2ED2-4DD8-9B78-28FC1AF5D352}"/>
    <dgm:cxn modelId="{2B98897D-9937-49AC-9FE9-6629E912033A}" srcId="{2A22E84C-3AA3-4E9C-AE5F-9C2FB0D7FB11}" destId="{9ADACFBF-2A78-45C9-A7C4-5E5DBC674760}" srcOrd="0" destOrd="0" parTransId="{E121796C-71AB-4354-A1D4-3BF0025298A5}" sibTransId="{F3FE7E5A-DC73-423B-998C-02943CF263BF}"/>
    <dgm:cxn modelId="{205FDA82-4045-4C55-BC7A-835E465BD8B4}" type="presOf" srcId="{BC531B32-9B0E-482E-BF91-65C61F17168D}" destId="{771768FF-E2E3-43C3-847D-F2AB2961FCB8}" srcOrd="1" destOrd="0" presId="urn:microsoft.com/office/officeart/2005/8/layout/process5"/>
    <dgm:cxn modelId="{2DC24386-BC50-4BAB-8571-16CB10C2603C}" srcId="{F66099B6-DBBD-4AB0-82D2-877B80F846F7}" destId="{6CF284C3-4A70-4432-8F33-E75A802B3330}" srcOrd="0" destOrd="0" parTransId="{044831E6-2FC9-4DDA-81FB-5FA418568D07}" sibTransId="{CD50B82D-84BB-4747-B282-ABB339EBA294}"/>
    <dgm:cxn modelId="{3244D589-892D-40B8-9842-D2FBD181641A}" type="presOf" srcId="{389F9A93-0231-4877-8C41-5D5B8DD7AAC0}" destId="{9A89F81F-9543-4FFD-B464-1054CE394FD0}" srcOrd="1" destOrd="0" presId="urn:microsoft.com/office/officeart/2005/8/layout/process5"/>
    <dgm:cxn modelId="{9A82F28B-DA48-44DB-8186-70E758613855}" type="presOf" srcId="{478B7D3C-9FB4-4BC6-90AC-49960560DECD}" destId="{1B75DE52-7B31-4B2C-8634-207A12F488B0}" srcOrd="1" destOrd="0" presId="urn:microsoft.com/office/officeart/2005/8/layout/process5"/>
    <dgm:cxn modelId="{8FABBB8E-2CB5-4215-B841-4C57C62C918D}" type="presOf" srcId="{B9C32B05-62EA-407A-B21C-2310C7945705}" destId="{479C5856-56DE-4A6D-91FE-85ADB7385D49}" srcOrd="0" destOrd="0" presId="urn:microsoft.com/office/officeart/2005/8/layout/process5"/>
    <dgm:cxn modelId="{26911690-9EB7-4F4A-A486-BFEAA8F65945}" type="presOf" srcId="{386C2B6D-2EE1-4682-AE61-EE246CD54E31}" destId="{11ECDB23-7353-4CA1-B2AA-17E4BAB3B06F}" srcOrd="0" destOrd="2" presId="urn:microsoft.com/office/officeart/2005/8/layout/process5"/>
    <dgm:cxn modelId="{C62F6594-A165-4E6B-9F31-13CF9A9126D8}" type="presOf" srcId="{110CC072-E78D-486A-BD24-8CD6CE5683E0}" destId="{C3C7E8B0-0DEB-4278-A0CF-1A169E71A9EE}" srcOrd="0" destOrd="1" presId="urn:microsoft.com/office/officeart/2005/8/layout/process5"/>
    <dgm:cxn modelId="{C99CE395-39F6-46B4-938C-9BF085685D1A}" srcId="{EE62A4F6-4AC4-435B-990E-81A71CE8CAC7}" destId="{3CE06941-9820-4827-8B16-CD80CC49F780}" srcOrd="0" destOrd="0" parTransId="{141A3C92-8966-4E2F-82E4-2E09E22674B2}" sibTransId="{F58FC55B-E61F-445C-956E-0BB2202254CA}"/>
    <dgm:cxn modelId="{7AF91B96-DA69-42D6-83DE-0E63677A4C47}" srcId="{2A22E84C-3AA3-4E9C-AE5F-9C2FB0D7FB11}" destId="{6C39594C-4AE1-4221-9751-E4FBA9469435}" srcOrd="1" destOrd="0" parTransId="{EA90E5E0-265B-4677-A3EF-FCD0DFDF4F41}" sibTransId="{F04E3063-747B-4761-B46E-8C06B2EF3C55}"/>
    <dgm:cxn modelId="{3A2CECA6-0C5B-46BB-B7C6-7D37E9D210BD}" srcId="{B9C32B05-62EA-407A-B21C-2310C7945705}" destId="{EE62A4F6-4AC4-435B-990E-81A71CE8CAC7}" srcOrd="2" destOrd="0" parTransId="{F287B947-7343-4FA2-B288-B23A59FFAE31}" sibTransId="{389F9A93-0231-4877-8C41-5D5B8DD7AAC0}"/>
    <dgm:cxn modelId="{4DA5A9A7-CE15-4B3E-AAD1-11D2774D4638}" type="presOf" srcId="{9ADACFBF-2A78-45C9-A7C4-5E5DBC674760}" destId="{6662FFC9-13E7-4FE0-8774-66CCF15FBB7B}" srcOrd="0" destOrd="1" presId="urn:microsoft.com/office/officeart/2005/8/layout/process5"/>
    <dgm:cxn modelId="{F0CCD5BC-E83B-4962-A83A-C4E95FFABEC5}" type="presOf" srcId="{BE788BF5-FE9F-4C7D-A1CD-9232D7860179}" destId="{0897C7F9-9DF5-472D-9F9B-A572F79B3763}" srcOrd="0" destOrd="2" presId="urn:microsoft.com/office/officeart/2005/8/layout/process5"/>
    <dgm:cxn modelId="{0834FEC0-8885-458E-AF67-B8EB4E711A18}" type="presOf" srcId="{744EA591-F199-49C2-B63A-82709D96C729}" destId="{230AEB3F-6B67-4E6C-B6EF-AEF93F17690B}" srcOrd="1" destOrd="0" presId="urn:microsoft.com/office/officeart/2005/8/layout/process5"/>
    <dgm:cxn modelId="{32E2ABC1-149C-4814-AAD9-434AF6C0DE24}" type="presOf" srcId="{42D71409-67F9-455C-8C6D-716D284AAA6B}" destId="{0E0105D2-31C0-4D65-B3BD-B15B263E0485}" srcOrd="0" destOrd="0" presId="urn:microsoft.com/office/officeart/2005/8/layout/process5"/>
    <dgm:cxn modelId="{43F2F0CB-2E9E-439D-9F01-170057FC7512}" type="presOf" srcId="{36045517-CEA4-4BE3-B836-C2B6BFE5649B}" destId="{C3C7E8B0-0DEB-4278-A0CF-1A169E71A9EE}" srcOrd="0" destOrd="0" presId="urn:microsoft.com/office/officeart/2005/8/layout/process5"/>
    <dgm:cxn modelId="{B74219D0-5611-442D-A495-710A791032CE}" type="presOf" srcId="{2A22E84C-3AA3-4E9C-AE5F-9C2FB0D7FB11}" destId="{6662FFC9-13E7-4FE0-8774-66CCF15FBB7B}" srcOrd="0" destOrd="0" presId="urn:microsoft.com/office/officeart/2005/8/layout/process5"/>
    <dgm:cxn modelId="{5670A7D8-BA42-4857-8679-D269077AD7D7}" srcId="{36045517-CEA4-4BE3-B836-C2B6BFE5649B}" destId="{110CC072-E78D-486A-BD24-8CD6CE5683E0}" srcOrd="0" destOrd="0" parTransId="{EFE20FCA-41FE-42D4-8C71-85751017ADFF}" sibTransId="{C901204A-BC8E-4B62-854A-DFB2104323F5}"/>
    <dgm:cxn modelId="{06C63ADC-FD3B-4846-9FDE-EA7B5C07807B}" type="presOf" srcId="{3AF880A5-0F00-4315-A5DF-1FE656798601}" destId="{0E0105D2-31C0-4D65-B3BD-B15B263E0485}" srcOrd="0" destOrd="2" presId="urn:microsoft.com/office/officeart/2005/8/layout/process5"/>
    <dgm:cxn modelId="{95CD6EDF-74FC-4D48-B54D-7330E5AC4F59}" type="presOf" srcId="{BC531B32-9B0E-482E-BF91-65C61F17168D}" destId="{39358BCF-DAED-4483-A148-ED2B0A8DA6D0}" srcOrd="0" destOrd="0" presId="urn:microsoft.com/office/officeart/2005/8/layout/process5"/>
    <dgm:cxn modelId="{24F8CBE2-5003-4E69-A772-6B98F2B05181}" srcId="{42D71409-67F9-455C-8C6D-716D284AAA6B}" destId="{3AF880A5-0F00-4315-A5DF-1FE656798601}" srcOrd="1" destOrd="0" parTransId="{A13BB1F9-5857-4B43-8BF5-6589AA2CB759}" sibTransId="{C198C41D-2640-4669-83ED-E0CD35701C8E}"/>
    <dgm:cxn modelId="{FD0AF6E4-8F68-4882-9728-CC995042905D}" type="presOf" srcId="{8EA7219F-BDB2-48EB-9EEB-3133522D132E}" destId="{0E0105D2-31C0-4D65-B3BD-B15B263E0485}" srcOrd="0" destOrd="1" presId="urn:microsoft.com/office/officeart/2005/8/layout/process5"/>
    <dgm:cxn modelId="{BEB859E7-C343-408E-86A1-667C27EE5761}" srcId="{B9C32B05-62EA-407A-B21C-2310C7945705}" destId="{2A22E84C-3AA3-4E9C-AE5F-9C2FB0D7FB11}" srcOrd="3" destOrd="0" parTransId="{6C025E55-DF42-4C5D-AFD5-6015FA053D46}" sibTransId="{744EA591-F199-49C2-B63A-82709D96C729}"/>
    <dgm:cxn modelId="{58AD7EEF-D408-406B-87EE-4691D4C30668}" srcId="{42D71409-67F9-455C-8C6D-716D284AAA6B}" destId="{8EA7219F-BDB2-48EB-9EEB-3133522D132E}" srcOrd="0" destOrd="0" parTransId="{3EE8403A-CB7C-4815-85BD-AEBCAEB71B37}" sibTransId="{C94B7947-85DC-4B21-BB99-DF8438356F98}"/>
    <dgm:cxn modelId="{B38A2FFF-9DD9-4B0E-8685-2BFBE9EFABD2}" type="presOf" srcId="{478B7D3C-9FB4-4BC6-90AC-49960560DECD}" destId="{EC458229-137C-457B-AAFE-75F4AD809E1D}" srcOrd="0" destOrd="0" presId="urn:microsoft.com/office/officeart/2005/8/layout/process5"/>
    <dgm:cxn modelId="{648FE40D-F872-449A-BC3C-6AE265A399FC}" type="presParOf" srcId="{479C5856-56DE-4A6D-91FE-85ADB7385D49}" destId="{0E0105D2-31C0-4D65-B3BD-B15B263E0485}" srcOrd="0" destOrd="0" presId="urn:microsoft.com/office/officeart/2005/8/layout/process5"/>
    <dgm:cxn modelId="{50B23E86-864F-41E8-A1E5-E66BD80BDA26}" type="presParOf" srcId="{479C5856-56DE-4A6D-91FE-85ADB7385D49}" destId="{EC458229-137C-457B-AAFE-75F4AD809E1D}" srcOrd="1" destOrd="0" presId="urn:microsoft.com/office/officeart/2005/8/layout/process5"/>
    <dgm:cxn modelId="{2BDD0CFF-A5AE-45AD-8B39-2C30842F09A4}" type="presParOf" srcId="{EC458229-137C-457B-AAFE-75F4AD809E1D}" destId="{1B75DE52-7B31-4B2C-8634-207A12F488B0}" srcOrd="0" destOrd="0" presId="urn:microsoft.com/office/officeart/2005/8/layout/process5"/>
    <dgm:cxn modelId="{1CE73668-A0B8-4313-BEB0-A0733DA0851C}" type="presParOf" srcId="{479C5856-56DE-4A6D-91FE-85ADB7385D49}" destId="{0897C7F9-9DF5-472D-9F9B-A572F79B3763}" srcOrd="2" destOrd="0" presId="urn:microsoft.com/office/officeart/2005/8/layout/process5"/>
    <dgm:cxn modelId="{45B363A8-C712-4264-B44B-F418C99E91C1}" type="presParOf" srcId="{479C5856-56DE-4A6D-91FE-85ADB7385D49}" destId="{39358BCF-DAED-4483-A148-ED2B0A8DA6D0}" srcOrd="3" destOrd="0" presId="urn:microsoft.com/office/officeart/2005/8/layout/process5"/>
    <dgm:cxn modelId="{95190854-B6EC-41A6-A91D-31D9EB609A94}" type="presParOf" srcId="{39358BCF-DAED-4483-A148-ED2B0A8DA6D0}" destId="{771768FF-E2E3-43C3-847D-F2AB2961FCB8}" srcOrd="0" destOrd="0" presId="urn:microsoft.com/office/officeart/2005/8/layout/process5"/>
    <dgm:cxn modelId="{8E0D4DA3-C9DD-4538-A2B1-F7F34FBC8278}" type="presParOf" srcId="{479C5856-56DE-4A6D-91FE-85ADB7385D49}" destId="{11ECDB23-7353-4CA1-B2AA-17E4BAB3B06F}" srcOrd="4" destOrd="0" presId="urn:microsoft.com/office/officeart/2005/8/layout/process5"/>
    <dgm:cxn modelId="{18F4A38F-E3AC-41D6-BE1C-C47AD188C473}" type="presParOf" srcId="{479C5856-56DE-4A6D-91FE-85ADB7385D49}" destId="{AA905096-BE32-41B5-83B1-FB14E1E7C8DA}" srcOrd="5" destOrd="0" presId="urn:microsoft.com/office/officeart/2005/8/layout/process5"/>
    <dgm:cxn modelId="{D4EBD4BB-3416-4977-A0CF-50AEE418C708}" type="presParOf" srcId="{AA905096-BE32-41B5-83B1-FB14E1E7C8DA}" destId="{9A89F81F-9543-4FFD-B464-1054CE394FD0}" srcOrd="0" destOrd="0" presId="urn:microsoft.com/office/officeart/2005/8/layout/process5"/>
    <dgm:cxn modelId="{33B2D1CA-8164-49F7-9345-C1DD3E395DB1}" type="presParOf" srcId="{479C5856-56DE-4A6D-91FE-85ADB7385D49}" destId="{6662FFC9-13E7-4FE0-8774-66CCF15FBB7B}" srcOrd="6" destOrd="0" presId="urn:microsoft.com/office/officeart/2005/8/layout/process5"/>
    <dgm:cxn modelId="{4845FADA-0948-4CC6-BAFF-B9E23222831D}" type="presParOf" srcId="{479C5856-56DE-4A6D-91FE-85ADB7385D49}" destId="{96731592-7B21-4452-9654-1442E831F16C}" srcOrd="7" destOrd="0" presId="urn:microsoft.com/office/officeart/2005/8/layout/process5"/>
    <dgm:cxn modelId="{00777AE4-4E57-485E-9618-31E63DD717DC}" type="presParOf" srcId="{96731592-7B21-4452-9654-1442E831F16C}" destId="{230AEB3F-6B67-4E6C-B6EF-AEF93F17690B}" srcOrd="0" destOrd="0" presId="urn:microsoft.com/office/officeart/2005/8/layout/process5"/>
    <dgm:cxn modelId="{90CBF15B-CA7D-42BF-9C73-FFE912692795}" type="presParOf" srcId="{479C5856-56DE-4A6D-91FE-85ADB7385D49}" destId="{C3C7E8B0-0DEB-4278-A0CF-1A169E71A9EE}" srcOrd="8" destOrd="0" presId="urn:microsoft.com/office/officeart/2005/8/layout/process5"/>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73.xml><?xml version="1.0" encoding="utf-8"?>
<dgm:dataModel xmlns:dgm="http://schemas.openxmlformats.org/drawingml/2006/diagram" xmlns:a="http://schemas.openxmlformats.org/drawingml/2006/main">
  <dgm:ptLst>
    <dgm:pt modelId="{B9C32B05-62EA-407A-B21C-2310C7945705}" type="doc">
      <dgm:prSet loTypeId="urn:microsoft.com/office/officeart/2005/8/layout/bProcess3" loCatId="process"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F66099B6-DBBD-4AB0-82D2-877B80F846F7}">
      <dgm:prSet phldrT="[Text]"/>
      <dgm:spPr/>
      <dgm:t>
        <a:bodyPr/>
        <a:lstStyle/>
        <a:p>
          <a:r>
            <a:rPr lang="en-US" dirty="0"/>
            <a:t>Lorem Ipsum</a:t>
          </a:r>
        </a:p>
      </dgm:t>
    </dgm:pt>
    <dgm:pt modelId="{B09C8BFB-F41C-4AC4-AB94-F216E3081C2D}" type="parTrans" cxnId="{B4F3EA32-CE64-4A92-9BAE-BC57E5392B05}">
      <dgm:prSet/>
      <dgm:spPr/>
      <dgm:t>
        <a:bodyPr/>
        <a:lstStyle/>
        <a:p>
          <a:endParaRPr lang="en-US"/>
        </a:p>
      </dgm:t>
    </dgm:pt>
    <dgm:pt modelId="{BC531B32-9B0E-482E-BF91-65C61F17168D}" type="sibTrans" cxnId="{B4F3EA32-CE64-4A92-9BAE-BC57E5392B05}">
      <dgm:prSet/>
      <dgm:spPr/>
      <dgm:t>
        <a:bodyPr/>
        <a:lstStyle/>
        <a:p>
          <a:endParaRPr lang="en-US"/>
        </a:p>
      </dgm:t>
    </dgm:pt>
    <dgm:pt modelId="{EE62A4F6-4AC4-435B-990E-81A71CE8CAC7}">
      <dgm:prSet phldrT="[Text]"/>
      <dgm:spPr/>
      <dgm:t>
        <a:bodyPr/>
        <a:lstStyle/>
        <a:p>
          <a:r>
            <a:rPr lang="en-US" dirty="0"/>
            <a:t>Lorem Ipsum</a:t>
          </a:r>
        </a:p>
      </dgm:t>
    </dgm:pt>
    <dgm:pt modelId="{F287B947-7343-4FA2-B288-B23A59FFAE31}" type="parTrans" cxnId="{3A2CECA6-0C5B-46BB-B7C6-7D37E9D210BD}">
      <dgm:prSet/>
      <dgm:spPr/>
      <dgm:t>
        <a:bodyPr/>
        <a:lstStyle/>
        <a:p>
          <a:endParaRPr lang="en-US"/>
        </a:p>
      </dgm:t>
    </dgm:pt>
    <dgm:pt modelId="{389F9A93-0231-4877-8C41-5D5B8DD7AAC0}" type="sibTrans" cxnId="{3A2CECA6-0C5B-46BB-B7C6-7D37E9D210BD}">
      <dgm:prSet/>
      <dgm:spPr/>
      <dgm:t>
        <a:bodyPr/>
        <a:lstStyle/>
        <a:p>
          <a:endParaRPr lang="en-US"/>
        </a:p>
      </dgm:t>
    </dgm:pt>
    <dgm:pt modelId="{6CF284C3-4A70-4432-8F33-E75A802B3330}">
      <dgm:prSet/>
      <dgm:spPr/>
      <dgm:t>
        <a:bodyPr/>
        <a:lstStyle/>
        <a:p>
          <a:r>
            <a:rPr lang="en-US" dirty="0"/>
            <a:t>Some text here</a:t>
          </a:r>
        </a:p>
      </dgm:t>
    </dgm:pt>
    <dgm:pt modelId="{044831E6-2FC9-4DDA-81FB-5FA418568D07}" type="parTrans" cxnId="{2DC24386-BC50-4BAB-8571-16CB10C2603C}">
      <dgm:prSet/>
      <dgm:spPr/>
      <dgm:t>
        <a:bodyPr/>
        <a:lstStyle/>
        <a:p>
          <a:endParaRPr lang="en-US"/>
        </a:p>
      </dgm:t>
    </dgm:pt>
    <dgm:pt modelId="{CD50B82D-84BB-4747-B282-ABB339EBA294}" type="sibTrans" cxnId="{2DC24386-BC50-4BAB-8571-16CB10C2603C}">
      <dgm:prSet/>
      <dgm:spPr/>
      <dgm:t>
        <a:bodyPr/>
        <a:lstStyle/>
        <a:p>
          <a:endParaRPr lang="en-US"/>
        </a:p>
      </dgm:t>
    </dgm:pt>
    <dgm:pt modelId="{3AF880A5-0F00-4315-A5DF-1FE656798601}">
      <dgm:prSet phldrT="[Text]"/>
      <dgm:spPr/>
      <dgm:t>
        <a:bodyPr/>
        <a:lstStyle/>
        <a:p>
          <a:r>
            <a:rPr lang="en-US" dirty="0"/>
            <a:t>Some text here</a:t>
          </a:r>
        </a:p>
      </dgm:t>
    </dgm:pt>
    <dgm:pt modelId="{A13BB1F9-5857-4B43-8BF5-6589AA2CB759}" type="parTrans" cxnId="{24F8CBE2-5003-4E69-A772-6B98F2B05181}">
      <dgm:prSet/>
      <dgm:spPr/>
      <dgm:t>
        <a:bodyPr/>
        <a:lstStyle/>
        <a:p>
          <a:endParaRPr lang="en-US"/>
        </a:p>
      </dgm:t>
    </dgm:pt>
    <dgm:pt modelId="{C198C41D-2640-4669-83ED-E0CD35701C8E}" type="sibTrans" cxnId="{24F8CBE2-5003-4E69-A772-6B98F2B05181}">
      <dgm:prSet/>
      <dgm:spPr/>
      <dgm:t>
        <a:bodyPr/>
        <a:lstStyle/>
        <a:p>
          <a:endParaRPr lang="en-US"/>
        </a:p>
      </dgm:t>
    </dgm:pt>
    <dgm:pt modelId="{8EA7219F-BDB2-48EB-9EEB-3133522D132E}">
      <dgm:prSet phldrT="[Text]"/>
      <dgm:spPr/>
      <dgm:t>
        <a:bodyPr/>
        <a:lstStyle/>
        <a:p>
          <a:r>
            <a:rPr lang="en-US" dirty="0"/>
            <a:t>Some text here</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BE788BF5-FE9F-4C7D-A1CD-9232D7860179}">
      <dgm:prSet phldrT="[Text]"/>
      <dgm:spPr/>
      <dgm:t>
        <a:bodyPr/>
        <a:lstStyle/>
        <a:p>
          <a:r>
            <a:rPr lang="en-US"/>
            <a:t>Some text here</a:t>
          </a:r>
          <a:endParaRPr lang="en-US" dirty="0"/>
        </a:p>
      </dgm:t>
    </dgm:pt>
    <dgm:pt modelId="{963A52CB-C772-45F2-8A30-8ABA6B14D3CE}" type="parTrans" cxnId="{35013F34-57BC-4E3C-A003-07C0E49926DB}">
      <dgm:prSet/>
      <dgm:spPr/>
      <dgm:t>
        <a:bodyPr/>
        <a:lstStyle/>
        <a:p>
          <a:endParaRPr lang="en-US"/>
        </a:p>
      </dgm:t>
    </dgm:pt>
    <dgm:pt modelId="{88191C5E-55BA-42F2-B842-FC86CBBADC0F}" type="sibTrans" cxnId="{35013F34-57BC-4E3C-A003-07C0E49926DB}">
      <dgm:prSet/>
      <dgm:spPr/>
      <dgm:t>
        <a:bodyPr/>
        <a:lstStyle/>
        <a:p>
          <a:endParaRPr lang="en-US"/>
        </a:p>
      </dgm:t>
    </dgm:pt>
    <dgm:pt modelId="{3CE06941-9820-4827-8B16-CD80CC49F780}">
      <dgm:prSet phldrT="[Text]"/>
      <dgm:spPr/>
      <dgm:t>
        <a:bodyPr/>
        <a:lstStyle/>
        <a:p>
          <a:r>
            <a:rPr lang="en-US" dirty="0"/>
            <a:t>Some text here</a:t>
          </a:r>
        </a:p>
      </dgm:t>
    </dgm:pt>
    <dgm:pt modelId="{141A3C92-8966-4E2F-82E4-2E09E22674B2}" type="parTrans" cxnId="{C99CE395-39F6-46B4-938C-9BF085685D1A}">
      <dgm:prSet/>
      <dgm:spPr/>
      <dgm:t>
        <a:bodyPr/>
        <a:lstStyle/>
        <a:p>
          <a:endParaRPr lang="en-US"/>
        </a:p>
      </dgm:t>
    </dgm:pt>
    <dgm:pt modelId="{F58FC55B-E61F-445C-956E-0BB2202254CA}" type="sibTrans" cxnId="{C99CE395-39F6-46B4-938C-9BF085685D1A}">
      <dgm:prSet/>
      <dgm:spPr/>
      <dgm:t>
        <a:bodyPr/>
        <a:lstStyle/>
        <a:p>
          <a:endParaRPr lang="en-US"/>
        </a:p>
      </dgm:t>
    </dgm:pt>
    <dgm:pt modelId="{386C2B6D-2EE1-4682-AE61-EE246CD54E31}">
      <dgm:prSet phldrT="[Text]"/>
      <dgm:spPr/>
      <dgm:t>
        <a:bodyPr/>
        <a:lstStyle/>
        <a:p>
          <a:r>
            <a:rPr lang="en-US" dirty="0"/>
            <a:t>Some text here</a:t>
          </a:r>
        </a:p>
      </dgm:t>
    </dgm:pt>
    <dgm:pt modelId="{649D72FB-0D8F-479C-87D1-C73133EF35E2}" type="parTrans" cxnId="{7F96AC57-2F84-4E8C-AA92-E82865EE63FE}">
      <dgm:prSet/>
      <dgm:spPr/>
      <dgm:t>
        <a:bodyPr/>
        <a:lstStyle/>
        <a:p>
          <a:endParaRPr lang="en-US"/>
        </a:p>
      </dgm:t>
    </dgm:pt>
    <dgm:pt modelId="{E1C9E6F1-2ED2-4DD8-9B78-28FC1AF5D352}" type="sibTrans" cxnId="{7F96AC57-2F84-4E8C-AA92-E82865EE63FE}">
      <dgm:prSet/>
      <dgm:spPr/>
      <dgm:t>
        <a:bodyPr/>
        <a:lstStyle/>
        <a:p>
          <a:endParaRPr lang="en-US"/>
        </a:p>
      </dgm:t>
    </dgm:pt>
    <dgm:pt modelId="{2A22E84C-3AA3-4E9C-AE5F-9C2FB0D7FB11}">
      <dgm:prSet phldrT="[Text]"/>
      <dgm:spPr/>
      <dgm:t>
        <a:bodyPr/>
        <a:lstStyle/>
        <a:p>
          <a:r>
            <a:rPr lang="en-US"/>
            <a:t>Lorem Ipsum</a:t>
          </a:r>
          <a:endParaRPr lang="en-US" dirty="0"/>
        </a:p>
      </dgm:t>
    </dgm:pt>
    <dgm:pt modelId="{6C025E55-DF42-4C5D-AFD5-6015FA053D46}" type="parTrans" cxnId="{BEB859E7-C343-408E-86A1-667C27EE5761}">
      <dgm:prSet/>
      <dgm:spPr/>
      <dgm:t>
        <a:bodyPr/>
        <a:lstStyle/>
        <a:p>
          <a:endParaRPr lang="en-US"/>
        </a:p>
      </dgm:t>
    </dgm:pt>
    <dgm:pt modelId="{744EA591-F199-49C2-B63A-82709D96C729}" type="sibTrans" cxnId="{BEB859E7-C343-408E-86A1-667C27EE5761}">
      <dgm:prSet/>
      <dgm:spPr/>
      <dgm:t>
        <a:bodyPr/>
        <a:lstStyle/>
        <a:p>
          <a:endParaRPr lang="en-US"/>
        </a:p>
      </dgm:t>
    </dgm:pt>
    <dgm:pt modelId="{9ADACFBF-2A78-45C9-A7C4-5E5DBC674760}">
      <dgm:prSet phldrT="[Text]"/>
      <dgm:spPr/>
      <dgm:t>
        <a:bodyPr/>
        <a:lstStyle/>
        <a:p>
          <a:r>
            <a:rPr lang="en-US" dirty="0"/>
            <a:t>Some text here</a:t>
          </a:r>
        </a:p>
      </dgm:t>
    </dgm:pt>
    <dgm:pt modelId="{E121796C-71AB-4354-A1D4-3BF0025298A5}" type="parTrans" cxnId="{2B98897D-9937-49AC-9FE9-6629E912033A}">
      <dgm:prSet/>
      <dgm:spPr/>
      <dgm:t>
        <a:bodyPr/>
        <a:lstStyle/>
        <a:p>
          <a:endParaRPr lang="en-US"/>
        </a:p>
      </dgm:t>
    </dgm:pt>
    <dgm:pt modelId="{F3FE7E5A-DC73-423B-998C-02943CF263BF}" type="sibTrans" cxnId="{2B98897D-9937-49AC-9FE9-6629E912033A}">
      <dgm:prSet/>
      <dgm:spPr/>
      <dgm:t>
        <a:bodyPr/>
        <a:lstStyle/>
        <a:p>
          <a:endParaRPr lang="en-US"/>
        </a:p>
      </dgm:t>
    </dgm:pt>
    <dgm:pt modelId="{6C39594C-4AE1-4221-9751-E4FBA9469435}">
      <dgm:prSet phldrT="[Text]"/>
      <dgm:spPr/>
      <dgm:t>
        <a:bodyPr/>
        <a:lstStyle/>
        <a:p>
          <a:r>
            <a:rPr lang="en-US" dirty="0"/>
            <a:t>Some text here</a:t>
          </a:r>
        </a:p>
      </dgm:t>
    </dgm:pt>
    <dgm:pt modelId="{EA90E5E0-265B-4677-A3EF-FCD0DFDF4F41}" type="parTrans" cxnId="{7AF91B96-DA69-42D6-83DE-0E63677A4C47}">
      <dgm:prSet/>
      <dgm:spPr/>
      <dgm:t>
        <a:bodyPr/>
        <a:lstStyle/>
        <a:p>
          <a:endParaRPr lang="en-US"/>
        </a:p>
      </dgm:t>
    </dgm:pt>
    <dgm:pt modelId="{F04E3063-747B-4761-B46E-8C06B2EF3C55}" type="sibTrans" cxnId="{7AF91B96-DA69-42D6-83DE-0E63677A4C47}">
      <dgm:prSet/>
      <dgm:spPr/>
      <dgm:t>
        <a:bodyPr/>
        <a:lstStyle/>
        <a:p>
          <a:endParaRPr lang="en-US"/>
        </a:p>
      </dgm:t>
    </dgm:pt>
    <dgm:pt modelId="{36045517-CEA4-4BE3-B836-C2B6BFE5649B}">
      <dgm:prSet phldrT="[Text]"/>
      <dgm:spPr/>
      <dgm:t>
        <a:bodyPr/>
        <a:lstStyle/>
        <a:p>
          <a:r>
            <a:rPr lang="en-US"/>
            <a:t>Lorem Ipsum</a:t>
          </a:r>
          <a:endParaRPr lang="en-US" dirty="0"/>
        </a:p>
      </dgm:t>
    </dgm:pt>
    <dgm:pt modelId="{6231A36F-9B04-4B4A-917A-7E163AFFC956}" type="parTrans" cxnId="{4019353B-443B-4DED-AA6C-3C60E18414C7}">
      <dgm:prSet/>
      <dgm:spPr/>
      <dgm:t>
        <a:bodyPr/>
        <a:lstStyle/>
        <a:p>
          <a:endParaRPr lang="en-US"/>
        </a:p>
      </dgm:t>
    </dgm:pt>
    <dgm:pt modelId="{BFF3C5ED-87D0-4709-A3B8-A7BF0668006A}" type="sibTrans" cxnId="{4019353B-443B-4DED-AA6C-3C60E18414C7}">
      <dgm:prSet/>
      <dgm:spPr/>
      <dgm:t>
        <a:bodyPr/>
        <a:lstStyle/>
        <a:p>
          <a:endParaRPr lang="en-US"/>
        </a:p>
      </dgm:t>
    </dgm:pt>
    <dgm:pt modelId="{110CC072-E78D-486A-BD24-8CD6CE5683E0}">
      <dgm:prSet phldrT="[Text]"/>
      <dgm:spPr/>
      <dgm:t>
        <a:bodyPr/>
        <a:lstStyle/>
        <a:p>
          <a:r>
            <a:rPr lang="en-US" dirty="0"/>
            <a:t>Some text here</a:t>
          </a:r>
        </a:p>
      </dgm:t>
    </dgm:pt>
    <dgm:pt modelId="{EFE20FCA-41FE-42D4-8C71-85751017ADFF}" type="parTrans" cxnId="{5670A7D8-BA42-4857-8679-D269077AD7D7}">
      <dgm:prSet/>
      <dgm:spPr/>
      <dgm:t>
        <a:bodyPr/>
        <a:lstStyle/>
        <a:p>
          <a:endParaRPr lang="en-US"/>
        </a:p>
      </dgm:t>
    </dgm:pt>
    <dgm:pt modelId="{C901204A-BC8E-4B62-854A-DFB2104323F5}" type="sibTrans" cxnId="{5670A7D8-BA42-4857-8679-D269077AD7D7}">
      <dgm:prSet/>
      <dgm:spPr/>
      <dgm:t>
        <a:bodyPr/>
        <a:lstStyle/>
        <a:p>
          <a:endParaRPr lang="en-US"/>
        </a:p>
      </dgm:t>
    </dgm:pt>
    <dgm:pt modelId="{F64D9B44-8949-42CE-A3F5-920CF85E6D38}">
      <dgm:prSet phldrT="[Text]"/>
      <dgm:spPr/>
      <dgm:t>
        <a:bodyPr/>
        <a:lstStyle/>
        <a:p>
          <a:r>
            <a:rPr lang="en-US" dirty="0"/>
            <a:t>Some text here</a:t>
          </a:r>
        </a:p>
      </dgm:t>
    </dgm:pt>
    <dgm:pt modelId="{81AB81A4-D793-40B9-964C-9DA3AF17B95D}" type="parTrans" cxnId="{F091E13E-CC91-4760-8919-F8E7FA115B30}">
      <dgm:prSet/>
      <dgm:spPr/>
      <dgm:t>
        <a:bodyPr/>
        <a:lstStyle/>
        <a:p>
          <a:endParaRPr lang="en-US"/>
        </a:p>
      </dgm:t>
    </dgm:pt>
    <dgm:pt modelId="{ECDC803C-5DBD-4EEE-A68A-AC8585F1A4EB}" type="sibTrans" cxnId="{F091E13E-CC91-4760-8919-F8E7FA115B30}">
      <dgm:prSet/>
      <dgm:spPr/>
      <dgm:t>
        <a:bodyPr/>
        <a:lstStyle/>
        <a:p>
          <a:endParaRPr lang="en-US"/>
        </a:p>
      </dgm:t>
    </dgm:pt>
    <dgm:pt modelId="{BDEB49D6-4A95-451F-B1E2-1899B7145651}" type="pres">
      <dgm:prSet presAssocID="{B9C32B05-62EA-407A-B21C-2310C7945705}" presName="Name0" presStyleCnt="0">
        <dgm:presLayoutVars>
          <dgm:dir/>
          <dgm:resizeHandles val="exact"/>
        </dgm:presLayoutVars>
      </dgm:prSet>
      <dgm:spPr/>
    </dgm:pt>
    <dgm:pt modelId="{EE24C1D5-EC66-49AC-848F-304964B13B56}" type="pres">
      <dgm:prSet presAssocID="{42D71409-67F9-455C-8C6D-716D284AAA6B}" presName="node" presStyleLbl="node1" presStyleIdx="0" presStyleCnt="5">
        <dgm:presLayoutVars>
          <dgm:bulletEnabled val="1"/>
        </dgm:presLayoutVars>
      </dgm:prSet>
      <dgm:spPr/>
    </dgm:pt>
    <dgm:pt modelId="{465701AD-7DDC-45A7-B266-D3DC759C03C4}" type="pres">
      <dgm:prSet presAssocID="{478B7D3C-9FB4-4BC6-90AC-49960560DECD}" presName="sibTrans" presStyleLbl="sibTrans1D1" presStyleIdx="0" presStyleCnt="4"/>
      <dgm:spPr/>
    </dgm:pt>
    <dgm:pt modelId="{7EA307B1-E0BD-416A-BC5E-50333891D078}" type="pres">
      <dgm:prSet presAssocID="{478B7D3C-9FB4-4BC6-90AC-49960560DECD}" presName="connectorText" presStyleLbl="sibTrans1D1" presStyleIdx="0" presStyleCnt="4"/>
      <dgm:spPr/>
    </dgm:pt>
    <dgm:pt modelId="{514EF711-2D51-4401-9430-327A2826579F}" type="pres">
      <dgm:prSet presAssocID="{F66099B6-DBBD-4AB0-82D2-877B80F846F7}" presName="node" presStyleLbl="node1" presStyleIdx="1" presStyleCnt="5">
        <dgm:presLayoutVars>
          <dgm:bulletEnabled val="1"/>
        </dgm:presLayoutVars>
      </dgm:prSet>
      <dgm:spPr/>
    </dgm:pt>
    <dgm:pt modelId="{F5FB5F14-C6AA-4CDD-9EEA-A188D8C35483}" type="pres">
      <dgm:prSet presAssocID="{BC531B32-9B0E-482E-BF91-65C61F17168D}" presName="sibTrans" presStyleLbl="sibTrans1D1" presStyleIdx="1" presStyleCnt="4"/>
      <dgm:spPr/>
    </dgm:pt>
    <dgm:pt modelId="{07FEC465-2C92-4742-B002-FF2B516F3069}" type="pres">
      <dgm:prSet presAssocID="{BC531B32-9B0E-482E-BF91-65C61F17168D}" presName="connectorText" presStyleLbl="sibTrans1D1" presStyleIdx="1" presStyleCnt="4"/>
      <dgm:spPr/>
    </dgm:pt>
    <dgm:pt modelId="{53A3B458-AB7B-423D-A64D-05A8FE521B11}" type="pres">
      <dgm:prSet presAssocID="{EE62A4F6-4AC4-435B-990E-81A71CE8CAC7}" presName="node" presStyleLbl="node1" presStyleIdx="2" presStyleCnt="5">
        <dgm:presLayoutVars>
          <dgm:bulletEnabled val="1"/>
        </dgm:presLayoutVars>
      </dgm:prSet>
      <dgm:spPr/>
    </dgm:pt>
    <dgm:pt modelId="{273489D8-BC2D-4179-885A-5E44EF22546E}" type="pres">
      <dgm:prSet presAssocID="{389F9A93-0231-4877-8C41-5D5B8DD7AAC0}" presName="sibTrans" presStyleLbl="sibTrans1D1" presStyleIdx="2" presStyleCnt="4"/>
      <dgm:spPr/>
    </dgm:pt>
    <dgm:pt modelId="{2B5F580F-6340-44E0-88FB-272311755198}" type="pres">
      <dgm:prSet presAssocID="{389F9A93-0231-4877-8C41-5D5B8DD7AAC0}" presName="connectorText" presStyleLbl="sibTrans1D1" presStyleIdx="2" presStyleCnt="4"/>
      <dgm:spPr/>
    </dgm:pt>
    <dgm:pt modelId="{C86129AE-D085-4C1C-804E-38918EA1D67C}" type="pres">
      <dgm:prSet presAssocID="{2A22E84C-3AA3-4E9C-AE5F-9C2FB0D7FB11}" presName="node" presStyleLbl="node1" presStyleIdx="3" presStyleCnt="5">
        <dgm:presLayoutVars>
          <dgm:bulletEnabled val="1"/>
        </dgm:presLayoutVars>
      </dgm:prSet>
      <dgm:spPr/>
    </dgm:pt>
    <dgm:pt modelId="{A6CBFE79-A9A3-4C46-B5FE-4544F43C0A96}" type="pres">
      <dgm:prSet presAssocID="{744EA591-F199-49C2-B63A-82709D96C729}" presName="sibTrans" presStyleLbl="sibTrans1D1" presStyleIdx="3" presStyleCnt="4"/>
      <dgm:spPr/>
    </dgm:pt>
    <dgm:pt modelId="{15E0211A-ED29-4695-B261-336F7988E73B}" type="pres">
      <dgm:prSet presAssocID="{744EA591-F199-49C2-B63A-82709D96C729}" presName="connectorText" presStyleLbl="sibTrans1D1" presStyleIdx="3" presStyleCnt="4"/>
      <dgm:spPr/>
    </dgm:pt>
    <dgm:pt modelId="{AE4E2329-810C-4826-AAA9-75E224469649}" type="pres">
      <dgm:prSet presAssocID="{36045517-CEA4-4BE3-B836-C2B6BFE5649B}" presName="node" presStyleLbl="node1" presStyleIdx="4" presStyleCnt="5">
        <dgm:presLayoutVars>
          <dgm:bulletEnabled val="1"/>
        </dgm:presLayoutVars>
      </dgm:prSet>
      <dgm:spPr/>
    </dgm:pt>
  </dgm:ptLst>
  <dgm:cxnLst>
    <dgm:cxn modelId="{91290A08-7035-4E10-A791-2E5EACE84C28}" type="presOf" srcId="{744EA591-F199-49C2-B63A-82709D96C729}" destId="{15E0211A-ED29-4695-B261-336F7988E73B}" srcOrd="1" destOrd="0" presId="urn:microsoft.com/office/officeart/2005/8/layout/bProcess3"/>
    <dgm:cxn modelId="{BB02AB10-7B4D-4AF4-BE2D-57177B6DB27B}" type="presOf" srcId="{6CF284C3-4A70-4432-8F33-E75A802B3330}" destId="{514EF711-2D51-4401-9430-327A2826579F}" srcOrd="0" destOrd="1" presId="urn:microsoft.com/office/officeart/2005/8/layout/bProcess3"/>
    <dgm:cxn modelId="{BE952418-8B56-4F80-ACD0-EAA2980AD662}" type="presOf" srcId="{2A22E84C-3AA3-4E9C-AE5F-9C2FB0D7FB11}" destId="{C86129AE-D085-4C1C-804E-38918EA1D67C}" srcOrd="0" destOrd="0" presId="urn:microsoft.com/office/officeart/2005/8/layout/bProcess3"/>
    <dgm:cxn modelId="{2AA9C11F-1F1D-428E-801A-47EAA766C99D}" srcId="{B9C32B05-62EA-407A-B21C-2310C7945705}" destId="{42D71409-67F9-455C-8C6D-716D284AAA6B}" srcOrd="0" destOrd="0" parTransId="{51680ED1-AF6E-4B28-AE94-92B0EFB0DF7D}" sibTransId="{478B7D3C-9FB4-4BC6-90AC-49960560DECD}"/>
    <dgm:cxn modelId="{B4F3EA32-CE64-4A92-9BAE-BC57E5392B05}" srcId="{B9C32B05-62EA-407A-B21C-2310C7945705}" destId="{F66099B6-DBBD-4AB0-82D2-877B80F846F7}" srcOrd="1" destOrd="0" parTransId="{B09C8BFB-F41C-4AC4-AB94-F216E3081C2D}" sibTransId="{BC531B32-9B0E-482E-BF91-65C61F17168D}"/>
    <dgm:cxn modelId="{35013F34-57BC-4E3C-A003-07C0E49926DB}" srcId="{F66099B6-DBBD-4AB0-82D2-877B80F846F7}" destId="{BE788BF5-FE9F-4C7D-A1CD-9232D7860179}" srcOrd="1" destOrd="0" parTransId="{963A52CB-C772-45F2-8A30-8ABA6B14D3CE}" sibTransId="{88191C5E-55BA-42F2-B842-FC86CBBADC0F}"/>
    <dgm:cxn modelId="{E48EBA35-024A-4869-A403-1345CD34B5D0}" type="presOf" srcId="{110CC072-E78D-486A-BD24-8CD6CE5683E0}" destId="{AE4E2329-810C-4826-AAA9-75E224469649}" srcOrd="0" destOrd="1" presId="urn:microsoft.com/office/officeart/2005/8/layout/bProcess3"/>
    <dgm:cxn modelId="{4019353B-443B-4DED-AA6C-3C60E18414C7}" srcId="{B9C32B05-62EA-407A-B21C-2310C7945705}" destId="{36045517-CEA4-4BE3-B836-C2B6BFE5649B}" srcOrd="4" destOrd="0" parTransId="{6231A36F-9B04-4B4A-917A-7E163AFFC956}" sibTransId="{BFF3C5ED-87D0-4709-A3B8-A7BF0668006A}"/>
    <dgm:cxn modelId="{05D1903B-C8B9-407F-AC3D-B5EB6475FF2C}" type="presOf" srcId="{478B7D3C-9FB4-4BC6-90AC-49960560DECD}" destId="{7EA307B1-E0BD-416A-BC5E-50333891D078}" srcOrd="1" destOrd="0" presId="urn:microsoft.com/office/officeart/2005/8/layout/bProcess3"/>
    <dgm:cxn modelId="{49369D3E-AAA4-4841-8CD7-22A514894CD0}" type="presOf" srcId="{386C2B6D-2EE1-4682-AE61-EE246CD54E31}" destId="{53A3B458-AB7B-423D-A64D-05A8FE521B11}" srcOrd="0" destOrd="2" presId="urn:microsoft.com/office/officeart/2005/8/layout/bProcess3"/>
    <dgm:cxn modelId="{F091E13E-CC91-4760-8919-F8E7FA115B30}" srcId="{36045517-CEA4-4BE3-B836-C2B6BFE5649B}" destId="{F64D9B44-8949-42CE-A3F5-920CF85E6D38}" srcOrd="1" destOrd="0" parTransId="{81AB81A4-D793-40B9-964C-9DA3AF17B95D}" sibTransId="{ECDC803C-5DBD-4EEE-A68A-AC8585F1A4EB}"/>
    <dgm:cxn modelId="{894A6B41-DE35-4289-9131-81F2105B972E}" type="presOf" srcId="{42D71409-67F9-455C-8C6D-716D284AAA6B}" destId="{EE24C1D5-EC66-49AC-848F-304964B13B56}" srcOrd="0" destOrd="0" presId="urn:microsoft.com/office/officeart/2005/8/layout/bProcess3"/>
    <dgm:cxn modelId="{6F78F542-3BBB-4880-A5B1-CAD72067B242}" type="presOf" srcId="{B9C32B05-62EA-407A-B21C-2310C7945705}" destId="{BDEB49D6-4A95-451F-B1E2-1899B7145651}" srcOrd="0" destOrd="0" presId="urn:microsoft.com/office/officeart/2005/8/layout/bProcess3"/>
    <dgm:cxn modelId="{27968465-A14F-4072-8831-870B6C083F1A}" type="presOf" srcId="{8EA7219F-BDB2-48EB-9EEB-3133522D132E}" destId="{EE24C1D5-EC66-49AC-848F-304964B13B56}" srcOrd="0" destOrd="1" presId="urn:microsoft.com/office/officeart/2005/8/layout/bProcess3"/>
    <dgm:cxn modelId="{575ADD74-C4A5-413B-A2B9-A0A02F2585F2}" type="presOf" srcId="{3AF880A5-0F00-4315-A5DF-1FE656798601}" destId="{EE24C1D5-EC66-49AC-848F-304964B13B56}" srcOrd="0" destOrd="2" presId="urn:microsoft.com/office/officeart/2005/8/layout/bProcess3"/>
    <dgm:cxn modelId="{7F96AC57-2F84-4E8C-AA92-E82865EE63FE}" srcId="{EE62A4F6-4AC4-435B-990E-81A71CE8CAC7}" destId="{386C2B6D-2EE1-4682-AE61-EE246CD54E31}" srcOrd="1" destOrd="0" parTransId="{649D72FB-0D8F-479C-87D1-C73133EF35E2}" sibTransId="{E1C9E6F1-2ED2-4DD8-9B78-28FC1AF5D352}"/>
    <dgm:cxn modelId="{D3BDFB7B-B9AC-4E26-B931-D01402795ECF}" type="presOf" srcId="{6C39594C-4AE1-4221-9751-E4FBA9469435}" destId="{C86129AE-D085-4C1C-804E-38918EA1D67C}" srcOrd="0" destOrd="2" presId="urn:microsoft.com/office/officeart/2005/8/layout/bProcess3"/>
    <dgm:cxn modelId="{2B98897D-9937-49AC-9FE9-6629E912033A}" srcId="{2A22E84C-3AA3-4E9C-AE5F-9C2FB0D7FB11}" destId="{9ADACFBF-2A78-45C9-A7C4-5E5DBC674760}" srcOrd="0" destOrd="0" parTransId="{E121796C-71AB-4354-A1D4-3BF0025298A5}" sibTransId="{F3FE7E5A-DC73-423B-998C-02943CF263BF}"/>
    <dgm:cxn modelId="{1C0F837F-0BAB-4311-8D59-722201494587}" type="presOf" srcId="{389F9A93-0231-4877-8C41-5D5B8DD7AAC0}" destId="{2B5F580F-6340-44E0-88FB-272311755198}" srcOrd="1" destOrd="0" presId="urn:microsoft.com/office/officeart/2005/8/layout/bProcess3"/>
    <dgm:cxn modelId="{6BA79E81-4D91-4D50-BEDA-B2CC6713BB1C}" type="presOf" srcId="{744EA591-F199-49C2-B63A-82709D96C729}" destId="{A6CBFE79-A9A3-4C46-B5FE-4544F43C0A96}" srcOrd="0" destOrd="0" presId="urn:microsoft.com/office/officeart/2005/8/layout/bProcess3"/>
    <dgm:cxn modelId="{2DC24386-BC50-4BAB-8571-16CB10C2603C}" srcId="{F66099B6-DBBD-4AB0-82D2-877B80F846F7}" destId="{6CF284C3-4A70-4432-8F33-E75A802B3330}" srcOrd="0" destOrd="0" parTransId="{044831E6-2FC9-4DDA-81FB-5FA418568D07}" sibTransId="{CD50B82D-84BB-4747-B282-ABB339EBA294}"/>
    <dgm:cxn modelId="{C99CE395-39F6-46B4-938C-9BF085685D1A}" srcId="{EE62A4F6-4AC4-435B-990E-81A71CE8CAC7}" destId="{3CE06941-9820-4827-8B16-CD80CC49F780}" srcOrd="0" destOrd="0" parTransId="{141A3C92-8966-4E2F-82E4-2E09E22674B2}" sibTransId="{F58FC55B-E61F-445C-956E-0BB2202254CA}"/>
    <dgm:cxn modelId="{7AF91B96-DA69-42D6-83DE-0E63677A4C47}" srcId="{2A22E84C-3AA3-4E9C-AE5F-9C2FB0D7FB11}" destId="{6C39594C-4AE1-4221-9751-E4FBA9469435}" srcOrd="1" destOrd="0" parTransId="{EA90E5E0-265B-4677-A3EF-FCD0DFDF4F41}" sibTransId="{F04E3063-747B-4761-B46E-8C06B2EF3C55}"/>
    <dgm:cxn modelId="{AC07F599-A8F1-4D01-8422-417032D8825F}" type="presOf" srcId="{3CE06941-9820-4827-8B16-CD80CC49F780}" destId="{53A3B458-AB7B-423D-A64D-05A8FE521B11}" srcOrd="0" destOrd="1" presId="urn:microsoft.com/office/officeart/2005/8/layout/bProcess3"/>
    <dgm:cxn modelId="{F3B776A1-8F9F-435E-AB43-41F9CAFEC389}" type="presOf" srcId="{478B7D3C-9FB4-4BC6-90AC-49960560DECD}" destId="{465701AD-7DDC-45A7-B266-D3DC759C03C4}" srcOrd="0" destOrd="0" presId="urn:microsoft.com/office/officeart/2005/8/layout/bProcess3"/>
    <dgm:cxn modelId="{3A2CECA6-0C5B-46BB-B7C6-7D37E9D210BD}" srcId="{B9C32B05-62EA-407A-B21C-2310C7945705}" destId="{EE62A4F6-4AC4-435B-990E-81A71CE8CAC7}" srcOrd="2" destOrd="0" parTransId="{F287B947-7343-4FA2-B288-B23A59FFAE31}" sibTransId="{389F9A93-0231-4877-8C41-5D5B8DD7AAC0}"/>
    <dgm:cxn modelId="{85EA82A7-DD0E-49D7-8482-60DDAAF9CCE5}" type="presOf" srcId="{EE62A4F6-4AC4-435B-990E-81A71CE8CAC7}" destId="{53A3B458-AB7B-423D-A64D-05A8FE521B11}" srcOrd="0" destOrd="0" presId="urn:microsoft.com/office/officeart/2005/8/layout/bProcess3"/>
    <dgm:cxn modelId="{37C441A9-943E-462E-A1C4-D498C611FC46}" type="presOf" srcId="{389F9A93-0231-4877-8C41-5D5B8DD7AAC0}" destId="{273489D8-BC2D-4179-885A-5E44EF22546E}" srcOrd="0" destOrd="0" presId="urn:microsoft.com/office/officeart/2005/8/layout/bProcess3"/>
    <dgm:cxn modelId="{3C0C72BE-0F3D-46A8-B1FE-C2AC1416EFC2}" type="presOf" srcId="{BE788BF5-FE9F-4C7D-A1CD-9232D7860179}" destId="{514EF711-2D51-4401-9430-327A2826579F}" srcOrd="0" destOrd="2" presId="urn:microsoft.com/office/officeart/2005/8/layout/bProcess3"/>
    <dgm:cxn modelId="{CEB44BC7-00A8-4866-B6DE-692BD51B982B}" type="presOf" srcId="{9ADACFBF-2A78-45C9-A7C4-5E5DBC674760}" destId="{C86129AE-D085-4C1C-804E-38918EA1D67C}" srcOrd="0" destOrd="1" presId="urn:microsoft.com/office/officeart/2005/8/layout/bProcess3"/>
    <dgm:cxn modelId="{5670A7D8-BA42-4857-8679-D269077AD7D7}" srcId="{36045517-CEA4-4BE3-B836-C2B6BFE5649B}" destId="{110CC072-E78D-486A-BD24-8CD6CE5683E0}" srcOrd="0" destOrd="0" parTransId="{EFE20FCA-41FE-42D4-8C71-85751017ADFF}" sibTransId="{C901204A-BC8E-4B62-854A-DFB2104323F5}"/>
    <dgm:cxn modelId="{26DB73DF-3D27-40FC-8A4E-D037D2868E8C}" type="presOf" srcId="{BC531B32-9B0E-482E-BF91-65C61F17168D}" destId="{F5FB5F14-C6AA-4CDD-9EEA-A188D8C35483}" srcOrd="0" destOrd="0" presId="urn:microsoft.com/office/officeart/2005/8/layout/bProcess3"/>
    <dgm:cxn modelId="{24F8CBE2-5003-4E69-A772-6B98F2B05181}" srcId="{42D71409-67F9-455C-8C6D-716D284AAA6B}" destId="{3AF880A5-0F00-4315-A5DF-1FE656798601}" srcOrd="1" destOrd="0" parTransId="{A13BB1F9-5857-4B43-8BF5-6589AA2CB759}" sibTransId="{C198C41D-2640-4669-83ED-E0CD35701C8E}"/>
    <dgm:cxn modelId="{BEB859E7-C343-408E-86A1-667C27EE5761}" srcId="{B9C32B05-62EA-407A-B21C-2310C7945705}" destId="{2A22E84C-3AA3-4E9C-AE5F-9C2FB0D7FB11}" srcOrd="3" destOrd="0" parTransId="{6C025E55-DF42-4C5D-AFD5-6015FA053D46}" sibTransId="{744EA591-F199-49C2-B63A-82709D96C729}"/>
    <dgm:cxn modelId="{58AD7EEF-D408-406B-87EE-4691D4C30668}" srcId="{42D71409-67F9-455C-8C6D-716D284AAA6B}" destId="{8EA7219F-BDB2-48EB-9EEB-3133522D132E}" srcOrd="0" destOrd="0" parTransId="{3EE8403A-CB7C-4815-85BD-AEBCAEB71B37}" sibTransId="{C94B7947-85DC-4B21-BB99-DF8438356F98}"/>
    <dgm:cxn modelId="{56A91AF0-27DC-432D-9A04-5EEA6A5395AA}" type="presOf" srcId="{F64D9B44-8949-42CE-A3F5-920CF85E6D38}" destId="{AE4E2329-810C-4826-AAA9-75E224469649}" srcOrd="0" destOrd="2" presId="urn:microsoft.com/office/officeart/2005/8/layout/bProcess3"/>
    <dgm:cxn modelId="{6CA93EF0-3FAF-4CA6-81A4-5120CD31F256}" type="presOf" srcId="{BC531B32-9B0E-482E-BF91-65C61F17168D}" destId="{07FEC465-2C92-4742-B002-FF2B516F3069}" srcOrd="1" destOrd="0" presId="urn:microsoft.com/office/officeart/2005/8/layout/bProcess3"/>
    <dgm:cxn modelId="{B972EFF6-2479-4481-A5AA-FA44EA60A5B0}" type="presOf" srcId="{36045517-CEA4-4BE3-B836-C2B6BFE5649B}" destId="{AE4E2329-810C-4826-AAA9-75E224469649}" srcOrd="0" destOrd="0" presId="urn:microsoft.com/office/officeart/2005/8/layout/bProcess3"/>
    <dgm:cxn modelId="{413FC1FF-4A32-4134-A608-A4A672A44359}" type="presOf" srcId="{F66099B6-DBBD-4AB0-82D2-877B80F846F7}" destId="{514EF711-2D51-4401-9430-327A2826579F}" srcOrd="0" destOrd="0" presId="urn:microsoft.com/office/officeart/2005/8/layout/bProcess3"/>
    <dgm:cxn modelId="{9E7A199F-D2D0-4DA6-B2FC-9BFD58036A1D}" type="presParOf" srcId="{BDEB49D6-4A95-451F-B1E2-1899B7145651}" destId="{EE24C1D5-EC66-49AC-848F-304964B13B56}" srcOrd="0" destOrd="0" presId="urn:microsoft.com/office/officeart/2005/8/layout/bProcess3"/>
    <dgm:cxn modelId="{38DA0194-DF33-40EA-A4CA-D13458640401}" type="presParOf" srcId="{BDEB49D6-4A95-451F-B1E2-1899B7145651}" destId="{465701AD-7DDC-45A7-B266-D3DC759C03C4}" srcOrd="1" destOrd="0" presId="urn:microsoft.com/office/officeart/2005/8/layout/bProcess3"/>
    <dgm:cxn modelId="{5662497B-1B93-4A3E-87A2-2EE4A1B08435}" type="presParOf" srcId="{465701AD-7DDC-45A7-B266-D3DC759C03C4}" destId="{7EA307B1-E0BD-416A-BC5E-50333891D078}" srcOrd="0" destOrd="0" presId="urn:microsoft.com/office/officeart/2005/8/layout/bProcess3"/>
    <dgm:cxn modelId="{5D2502DA-3EB0-44D2-9E76-40979FD458D1}" type="presParOf" srcId="{BDEB49D6-4A95-451F-B1E2-1899B7145651}" destId="{514EF711-2D51-4401-9430-327A2826579F}" srcOrd="2" destOrd="0" presId="urn:microsoft.com/office/officeart/2005/8/layout/bProcess3"/>
    <dgm:cxn modelId="{CDD83605-A219-4762-9506-B212997FDAA0}" type="presParOf" srcId="{BDEB49D6-4A95-451F-B1E2-1899B7145651}" destId="{F5FB5F14-C6AA-4CDD-9EEA-A188D8C35483}" srcOrd="3" destOrd="0" presId="urn:microsoft.com/office/officeart/2005/8/layout/bProcess3"/>
    <dgm:cxn modelId="{4A488E35-8D0B-4C46-936A-8DFF8A1A6D9D}" type="presParOf" srcId="{F5FB5F14-C6AA-4CDD-9EEA-A188D8C35483}" destId="{07FEC465-2C92-4742-B002-FF2B516F3069}" srcOrd="0" destOrd="0" presId="urn:microsoft.com/office/officeart/2005/8/layout/bProcess3"/>
    <dgm:cxn modelId="{7A9CF801-1565-4A5B-B25F-EF1F4281DE5C}" type="presParOf" srcId="{BDEB49D6-4A95-451F-B1E2-1899B7145651}" destId="{53A3B458-AB7B-423D-A64D-05A8FE521B11}" srcOrd="4" destOrd="0" presId="urn:microsoft.com/office/officeart/2005/8/layout/bProcess3"/>
    <dgm:cxn modelId="{C6E83945-634F-4B8F-BD51-D7351189D412}" type="presParOf" srcId="{BDEB49D6-4A95-451F-B1E2-1899B7145651}" destId="{273489D8-BC2D-4179-885A-5E44EF22546E}" srcOrd="5" destOrd="0" presId="urn:microsoft.com/office/officeart/2005/8/layout/bProcess3"/>
    <dgm:cxn modelId="{81620D60-1D6D-4670-963A-0CB8416C7A55}" type="presParOf" srcId="{273489D8-BC2D-4179-885A-5E44EF22546E}" destId="{2B5F580F-6340-44E0-88FB-272311755198}" srcOrd="0" destOrd="0" presId="urn:microsoft.com/office/officeart/2005/8/layout/bProcess3"/>
    <dgm:cxn modelId="{C078DA0E-8768-4D6D-8AAA-4C81D5620454}" type="presParOf" srcId="{BDEB49D6-4A95-451F-B1E2-1899B7145651}" destId="{C86129AE-D085-4C1C-804E-38918EA1D67C}" srcOrd="6" destOrd="0" presId="urn:microsoft.com/office/officeart/2005/8/layout/bProcess3"/>
    <dgm:cxn modelId="{02687C1B-B27D-45A0-BBD7-D1E37A5DFB46}" type="presParOf" srcId="{BDEB49D6-4A95-451F-B1E2-1899B7145651}" destId="{A6CBFE79-A9A3-4C46-B5FE-4544F43C0A96}" srcOrd="7" destOrd="0" presId="urn:microsoft.com/office/officeart/2005/8/layout/bProcess3"/>
    <dgm:cxn modelId="{629EAB3F-35E2-4BC8-820D-FD9CA86FE62A}" type="presParOf" srcId="{A6CBFE79-A9A3-4C46-B5FE-4544F43C0A96}" destId="{15E0211A-ED29-4695-B261-336F7988E73B}" srcOrd="0" destOrd="0" presId="urn:microsoft.com/office/officeart/2005/8/layout/bProcess3"/>
    <dgm:cxn modelId="{FD426A78-17ED-46A1-865C-AE95726CA261}" type="presParOf" srcId="{BDEB49D6-4A95-451F-B1E2-1899B7145651}" destId="{AE4E2329-810C-4826-AAA9-75E224469649}" srcOrd="8" destOrd="0" presId="urn:microsoft.com/office/officeart/2005/8/layout/bProcess3"/>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74.xml><?xml version="1.0" encoding="utf-8"?>
<dgm:dataModel xmlns:dgm="http://schemas.openxmlformats.org/drawingml/2006/diagram" xmlns:a="http://schemas.openxmlformats.org/drawingml/2006/main">
  <dgm:ptLst>
    <dgm:pt modelId="{B9C32B05-62EA-407A-B21C-2310C7945705}" type="doc">
      <dgm:prSet loTypeId="urn:microsoft.com/office/officeart/2005/8/layout/bProcess4" loCatId="process"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F66099B6-DBBD-4AB0-82D2-877B80F846F7}">
      <dgm:prSet phldrT="[Text]"/>
      <dgm:spPr/>
      <dgm:t>
        <a:bodyPr/>
        <a:lstStyle/>
        <a:p>
          <a:r>
            <a:rPr lang="en-US" dirty="0"/>
            <a:t>Lorem Ipsum</a:t>
          </a:r>
        </a:p>
      </dgm:t>
    </dgm:pt>
    <dgm:pt modelId="{B09C8BFB-F41C-4AC4-AB94-F216E3081C2D}" type="parTrans" cxnId="{B4F3EA32-CE64-4A92-9BAE-BC57E5392B05}">
      <dgm:prSet/>
      <dgm:spPr/>
      <dgm:t>
        <a:bodyPr/>
        <a:lstStyle/>
        <a:p>
          <a:endParaRPr lang="en-US"/>
        </a:p>
      </dgm:t>
    </dgm:pt>
    <dgm:pt modelId="{BC531B32-9B0E-482E-BF91-65C61F17168D}" type="sibTrans" cxnId="{B4F3EA32-CE64-4A92-9BAE-BC57E5392B05}">
      <dgm:prSet/>
      <dgm:spPr/>
      <dgm:t>
        <a:bodyPr/>
        <a:lstStyle/>
        <a:p>
          <a:endParaRPr lang="en-US"/>
        </a:p>
      </dgm:t>
    </dgm:pt>
    <dgm:pt modelId="{EE62A4F6-4AC4-435B-990E-81A71CE8CAC7}">
      <dgm:prSet phldrT="[Text]"/>
      <dgm:spPr/>
      <dgm:t>
        <a:bodyPr/>
        <a:lstStyle/>
        <a:p>
          <a:r>
            <a:rPr lang="en-US" dirty="0"/>
            <a:t>Lorem Ipsum</a:t>
          </a:r>
        </a:p>
      </dgm:t>
    </dgm:pt>
    <dgm:pt modelId="{F287B947-7343-4FA2-B288-B23A59FFAE31}" type="parTrans" cxnId="{3A2CECA6-0C5B-46BB-B7C6-7D37E9D210BD}">
      <dgm:prSet/>
      <dgm:spPr/>
      <dgm:t>
        <a:bodyPr/>
        <a:lstStyle/>
        <a:p>
          <a:endParaRPr lang="en-US"/>
        </a:p>
      </dgm:t>
    </dgm:pt>
    <dgm:pt modelId="{389F9A93-0231-4877-8C41-5D5B8DD7AAC0}" type="sibTrans" cxnId="{3A2CECA6-0C5B-46BB-B7C6-7D37E9D210BD}">
      <dgm:prSet/>
      <dgm:spPr/>
      <dgm:t>
        <a:bodyPr/>
        <a:lstStyle/>
        <a:p>
          <a:endParaRPr lang="en-US"/>
        </a:p>
      </dgm:t>
    </dgm:pt>
    <dgm:pt modelId="{6CF284C3-4A70-4432-8F33-E75A802B3330}">
      <dgm:prSet/>
      <dgm:spPr/>
      <dgm:t>
        <a:bodyPr/>
        <a:lstStyle/>
        <a:p>
          <a:r>
            <a:rPr lang="en-US" dirty="0"/>
            <a:t>Some text here</a:t>
          </a:r>
        </a:p>
      </dgm:t>
    </dgm:pt>
    <dgm:pt modelId="{044831E6-2FC9-4DDA-81FB-5FA418568D07}" type="parTrans" cxnId="{2DC24386-BC50-4BAB-8571-16CB10C2603C}">
      <dgm:prSet/>
      <dgm:spPr/>
      <dgm:t>
        <a:bodyPr/>
        <a:lstStyle/>
        <a:p>
          <a:endParaRPr lang="en-US"/>
        </a:p>
      </dgm:t>
    </dgm:pt>
    <dgm:pt modelId="{CD50B82D-84BB-4747-B282-ABB339EBA294}" type="sibTrans" cxnId="{2DC24386-BC50-4BAB-8571-16CB10C2603C}">
      <dgm:prSet/>
      <dgm:spPr/>
      <dgm:t>
        <a:bodyPr/>
        <a:lstStyle/>
        <a:p>
          <a:endParaRPr lang="en-US"/>
        </a:p>
      </dgm:t>
    </dgm:pt>
    <dgm:pt modelId="{3AF880A5-0F00-4315-A5DF-1FE656798601}">
      <dgm:prSet phldrT="[Text]"/>
      <dgm:spPr/>
      <dgm:t>
        <a:bodyPr/>
        <a:lstStyle/>
        <a:p>
          <a:r>
            <a:rPr lang="en-US" dirty="0"/>
            <a:t>Some text here</a:t>
          </a:r>
        </a:p>
      </dgm:t>
    </dgm:pt>
    <dgm:pt modelId="{A13BB1F9-5857-4B43-8BF5-6589AA2CB759}" type="parTrans" cxnId="{24F8CBE2-5003-4E69-A772-6B98F2B05181}">
      <dgm:prSet/>
      <dgm:spPr/>
      <dgm:t>
        <a:bodyPr/>
        <a:lstStyle/>
        <a:p>
          <a:endParaRPr lang="en-US"/>
        </a:p>
      </dgm:t>
    </dgm:pt>
    <dgm:pt modelId="{C198C41D-2640-4669-83ED-E0CD35701C8E}" type="sibTrans" cxnId="{24F8CBE2-5003-4E69-A772-6B98F2B05181}">
      <dgm:prSet/>
      <dgm:spPr/>
      <dgm:t>
        <a:bodyPr/>
        <a:lstStyle/>
        <a:p>
          <a:endParaRPr lang="en-US"/>
        </a:p>
      </dgm:t>
    </dgm:pt>
    <dgm:pt modelId="{8EA7219F-BDB2-48EB-9EEB-3133522D132E}">
      <dgm:prSet phldrT="[Text]"/>
      <dgm:spPr/>
      <dgm:t>
        <a:bodyPr/>
        <a:lstStyle/>
        <a:p>
          <a:r>
            <a:rPr lang="en-US" dirty="0"/>
            <a:t>Some text here</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BE788BF5-FE9F-4C7D-A1CD-9232D7860179}">
      <dgm:prSet phldrT="[Text]"/>
      <dgm:spPr/>
      <dgm:t>
        <a:bodyPr/>
        <a:lstStyle/>
        <a:p>
          <a:r>
            <a:rPr lang="en-US"/>
            <a:t>Some text here</a:t>
          </a:r>
          <a:endParaRPr lang="en-US" dirty="0"/>
        </a:p>
      </dgm:t>
    </dgm:pt>
    <dgm:pt modelId="{963A52CB-C772-45F2-8A30-8ABA6B14D3CE}" type="parTrans" cxnId="{35013F34-57BC-4E3C-A003-07C0E49926DB}">
      <dgm:prSet/>
      <dgm:spPr/>
      <dgm:t>
        <a:bodyPr/>
        <a:lstStyle/>
        <a:p>
          <a:endParaRPr lang="en-US"/>
        </a:p>
      </dgm:t>
    </dgm:pt>
    <dgm:pt modelId="{88191C5E-55BA-42F2-B842-FC86CBBADC0F}" type="sibTrans" cxnId="{35013F34-57BC-4E3C-A003-07C0E49926DB}">
      <dgm:prSet/>
      <dgm:spPr/>
      <dgm:t>
        <a:bodyPr/>
        <a:lstStyle/>
        <a:p>
          <a:endParaRPr lang="en-US"/>
        </a:p>
      </dgm:t>
    </dgm:pt>
    <dgm:pt modelId="{3CE06941-9820-4827-8B16-CD80CC49F780}">
      <dgm:prSet phldrT="[Text]"/>
      <dgm:spPr/>
      <dgm:t>
        <a:bodyPr/>
        <a:lstStyle/>
        <a:p>
          <a:r>
            <a:rPr lang="en-US" dirty="0"/>
            <a:t>Some text here</a:t>
          </a:r>
        </a:p>
      </dgm:t>
    </dgm:pt>
    <dgm:pt modelId="{141A3C92-8966-4E2F-82E4-2E09E22674B2}" type="parTrans" cxnId="{C99CE395-39F6-46B4-938C-9BF085685D1A}">
      <dgm:prSet/>
      <dgm:spPr/>
      <dgm:t>
        <a:bodyPr/>
        <a:lstStyle/>
        <a:p>
          <a:endParaRPr lang="en-US"/>
        </a:p>
      </dgm:t>
    </dgm:pt>
    <dgm:pt modelId="{F58FC55B-E61F-445C-956E-0BB2202254CA}" type="sibTrans" cxnId="{C99CE395-39F6-46B4-938C-9BF085685D1A}">
      <dgm:prSet/>
      <dgm:spPr/>
      <dgm:t>
        <a:bodyPr/>
        <a:lstStyle/>
        <a:p>
          <a:endParaRPr lang="en-US"/>
        </a:p>
      </dgm:t>
    </dgm:pt>
    <dgm:pt modelId="{386C2B6D-2EE1-4682-AE61-EE246CD54E31}">
      <dgm:prSet phldrT="[Text]"/>
      <dgm:spPr/>
      <dgm:t>
        <a:bodyPr/>
        <a:lstStyle/>
        <a:p>
          <a:r>
            <a:rPr lang="en-US" dirty="0"/>
            <a:t>Some text here</a:t>
          </a:r>
        </a:p>
      </dgm:t>
    </dgm:pt>
    <dgm:pt modelId="{649D72FB-0D8F-479C-87D1-C73133EF35E2}" type="parTrans" cxnId="{7F96AC57-2F84-4E8C-AA92-E82865EE63FE}">
      <dgm:prSet/>
      <dgm:spPr/>
      <dgm:t>
        <a:bodyPr/>
        <a:lstStyle/>
        <a:p>
          <a:endParaRPr lang="en-US"/>
        </a:p>
      </dgm:t>
    </dgm:pt>
    <dgm:pt modelId="{E1C9E6F1-2ED2-4DD8-9B78-28FC1AF5D352}" type="sibTrans" cxnId="{7F96AC57-2F84-4E8C-AA92-E82865EE63FE}">
      <dgm:prSet/>
      <dgm:spPr/>
      <dgm:t>
        <a:bodyPr/>
        <a:lstStyle/>
        <a:p>
          <a:endParaRPr lang="en-US"/>
        </a:p>
      </dgm:t>
    </dgm:pt>
    <dgm:pt modelId="{2A22E84C-3AA3-4E9C-AE5F-9C2FB0D7FB11}">
      <dgm:prSet phldrT="[Text]"/>
      <dgm:spPr/>
      <dgm:t>
        <a:bodyPr/>
        <a:lstStyle/>
        <a:p>
          <a:r>
            <a:rPr lang="en-US"/>
            <a:t>Lorem Ipsum</a:t>
          </a:r>
          <a:endParaRPr lang="en-US" dirty="0"/>
        </a:p>
      </dgm:t>
    </dgm:pt>
    <dgm:pt modelId="{6C025E55-DF42-4C5D-AFD5-6015FA053D46}" type="parTrans" cxnId="{BEB859E7-C343-408E-86A1-667C27EE5761}">
      <dgm:prSet/>
      <dgm:spPr/>
      <dgm:t>
        <a:bodyPr/>
        <a:lstStyle/>
        <a:p>
          <a:endParaRPr lang="en-US"/>
        </a:p>
      </dgm:t>
    </dgm:pt>
    <dgm:pt modelId="{744EA591-F199-49C2-B63A-82709D96C729}" type="sibTrans" cxnId="{BEB859E7-C343-408E-86A1-667C27EE5761}">
      <dgm:prSet/>
      <dgm:spPr/>
      <dgm:t>
        <a:bodyPr/>
        <a:lstStyle/>
        <a:p>
          <a:endParaRPr lang="en-US"/>
        </a:p>
      </dgm:t>
    </dgm:pt>
    <dgm:pt modelId="{9ADACFBF-2A78-45C9-A7C4-5E5DBC674760}">
      <dgm:prSet phldrT="[Text]"/>
      <dgm:spPr/>
      <dgm:t>
        <a:bodyPr/>
        <a:lstStyle/>
        <a:p>
          <a:r>
            <a:rPr lang="en-US" dirty="0"/>
            <a:t>Some text here</a:t>
          </a:r>
        </a:p>
      </dgm:t>
    </dgm:pt>
    <dgm:pt modelId="{E121796C-71AB-4354-A1D4-3BF0025298A5}" type="parTrans" cxnId="{2B98897D-9937-49AC-9FE9-6629E912033A}">
      <dgm:prSet/>
      <dgm:spPr/>
      <dgm:t>
        <a:bodyPr/>
        <a:lstStyle/>
        <a:p>
          <a:endParaRPr lang="en-US"/>
        </a:p>
      </dgm:t>
    </dgm:pt>
    <dgm:pt modelId="{F3FE7E5A-DC73-423B-998C-02943CF263BF}" type="sibTrans" cxnId="{2B98897D-9937-49AC-9FE9-6629E912033A}">
      <dgm:prSet/>
      <dgm:spPr/>
      <dgm:t>
        <a:bodyPr/>
        <a:lstStyle/>
        <a:p>
          <a:endParaRPr lang="en-US"/>
        </a:p>
      </dgm:t>
    </dgm:pt>
    <dgm:pt modelId="{6C39594C-4AE1-4221-9751-E4FBA9469435}">
      <dgm:prSet phldrT="[Text]"/>
      <dgm:spPr/>
      <dgm:t>
        <a:bodyPr/>
        <a:lstStyle/>
        <a:p>
          <a:r>
            <a:rPr lang="en-US" dirty="0"/>
            <a:t>Some text here</a:t>
          </a:r>
        </a:p>
      </dgm:t>
    </dgm:pt>
    <dgm:pt modelId="{EA90E5E0-265B-4677-A3EF-FCD0DFDF4F41}" type="parTrans" cxnId="{7AF91B96-DA69-42D6-83DE-0E63677A4C47}">
      <dgm:prSet/>
      <dgm:spPr/>
      <dgm:t>
        <a:bodyPr/>
        <a:lstStyle/>
        <a:p>
          <a:endParaRPr lang="en-US"/>
        </a:p>
      </dgm:t>
    </dgm:pt>
    <dgm:pt modelId="{F04E3063-747B-4761-B46E-8C06B2EF3C55}" type="sibTrans" cxnId="{7AF91B96-DA69-42D6-83DE-0E63677A4C47}">
      <dgm:prSet/>
      <dgm:spPr/>
      <dgm:t>
        <a:bodyPr/>
        <a:lstStyle/>
        <a:p>
          <a:endParaRPr lang="en-US"/>
        </a:p>
      </dgm:t>
    </dgm:pt>
    <dgm:pt modelId="{36045517-CEA4-4BE3-B836-C2B6BFE5649B}">
      <dgm:prSet phldrT="[Text]"/>
      <dgm:spPr/>
      <dgm:t>
        <a:bodyPr/>
        <a:lstStyle/>
        <a:p>
          <a:r>
            <a:rPr lang="en-US"/>
            <a:t>Lorem Ipsum</a:t>
          </a:r>
          <a:endParaRPr lang="en-US" dirty="0"/>
        </a:p>
      </dgm:t>
    </dgm:pt>
    <dgm:pt modelId="{6231A36F-9B04-4B4A-917A-7E163AFFC956}" type="parTrans" cxnId="{4019353B-443B-4DED-AA6C-3C60E18414C7}">
      <dgm:prSet/>
      <dgm:spPr/>
      <dgm:t>
        <a:bodyPr/>
        <a:lstStyle/>
        <a:p>
          <a:endParaRPr lang="en-US"/>
        </a:p>
      </dgm:t>
    </dgm:pt>
    <dgm:pt modelId="{BFF3C5ED-87D0-4709-A3B8-A7BF0668006A}" type="sibTrans" cxnId="{4019353B-443B-4DED-AA6C-3C60E18414C7}">
      <dgm:prSet/>
      <dgm:spPr/>
      <dgm:t>
        <a:bodyPr/>
        <a:lstStyle/>
        <a:p>
          <a:endParaRPr lang="en-US"/>
        </a:p>
      </dgm:t>
    </dgm:pt>
    <dgm:pt modelId="{110CC072-E78D-486A-BD24-8CD6CE5683E0}">
      <dgm:prSet phldrT="[Text]"/>
      <dgm:spPr/>
      <dgm:t>
        <a:bodyPr/>
        <a:lstStyle/>
        <a:p>
          <a:r>
            <a:rPr lang="en-US" dirty="0"/>
            <a:t>Some text here</a:t>
          </a:r>
        </a:p>
      </dgm:t>
    </dgm:pt>
    <dgm:pt modelId="{EFE20FCA-41FE-42D4-8C71-85751017ADFF}" type="parTrans" cxnId="{5670A7D8-BA42-4857-8679-D269077AD7D7}">
      <dgm:prSet/>
      <dgm:spPr/>
      <dgm:t>
        <a:bodyPr/>
        <a:lstStyle/>
        <a:p>
          <a:endParaRPr lang="en-US"/>
        </a:p>
      </dgm:t>
    </dgm:pt>
    <dgm:pt modelId="{C901204A-BC8E-4B62-854A-DFB2104323F5}" type="sibTrans" cxnId="{5670A7D8-BA42-4857-8679-D269077AD7D7}">
      <dgm:prSet/>
      <dgm:spPr/>
      <dgm:t>
        <a:bodyPr/>
        <a:lstStyle/>
        <a:p>
          <a:endParaRPr lang="en-US"/>
        </a:p>
      </dgm:t>
    </dgm:pt>
    <dgm:pt modelId="{F64D9B44-8949-42CE-A3F5-920CF85E6D38}">
      <dgm:prSet phldrT="[Text]"/>
      <dgm:spPr/>
      <dgm:t>
        <a:bodyPr/>
        <a:lstStyle/>
        <a:p>
          <a:r>
            <a:rPr lang="en-US" dirty="0"/>
            <a:t>Some text here</a:t>
          </a:r>
        </a:p>
      </dgm:t>
    </dgm:pt>
    <dgm:pt modelId="{81AB81A4-D793-40B9-964C-9DA3AF17B95D}" type="parTrans" cxnId="{F091E13E-CC91-4760-8919-F8E7FA115B30}">
      <dgm:prSet/>
      <dgm:spPr/>
      <dgm:t>
        <a:bodyPr/>
        <a:lstStyle/>
        <a:p>
          <a:endParaRPr lang="en-US"/>
        </a:p>
      </dgm:t>
    </dgm:pt>
    <dgm:pt modelId="{ECDC803C-5DBD-4EEE-A68A-AC8585F1A4EB}" type="sibTrans" cxnId="{F091E13E-CC91-4760-8919-F8E7FA115B30}">
      <dgm:prSet/>
      <dgm:spPr/>
      <dgm:t>
        <a:bodyPr/>
        <a:lstStyle/>
        <a:p>
          <a:endParaRPr lang="en-US"/>
        </a:p>
      </dgm:t>
    </dgm:pt>
    <dgm:pt modelId="{D2789845-39F7-4E80-9952-3792859F2946}" type="pres">
      <dgm:prSet presAssocID="{B9C32B05-62EA-407A-B21C-2310C7945705}" presName="Name0" presStyleCnt="0">
        <dgm:presLayoutVars>
          <dgm:dir/>
          <dgm:resizeHandles/>
        </dgm:presLayoutVars>
      </dgm:prSet>
      <dgm:spPr/>
    </dgm:pt>
    <dgm:pt modelId="{35CEF078-22B9-4591-AAE7-DD4312792022}" type="pres">
      <dgm:prSet presAssocID="{42D71409-67F9-455C-8C6D-716D284AAA6B}" presName="compNode" presStyleCnt="0"/>
      <dgm:spPr/>
    </dgm:pt>
    <dgm:pt modelId="{A4D0C40F-1A68-41FE-8E62-53A4D39E3099}" type="pres">
      <dgm:prSet presAssocID="{42D71409-67F9-455C-8C6D-716D284AAA6B}" presName="dummyConnPt" presStyleCnt="0"/>
      <dgm:spPr/>
    </dgm:pt>
    <dgm:pt modelId="{398CD0D4-8817-435E-B34C-8F504BBCDC84}" type="pres">
      <dgm:prSet presAssocID="{42D71409-67F9-455C-8C6D-716D284AAA6B}" presName="node" presStyleLbl="node1" presStyleIdx="0" presStyleCnt="5">
        <dgm:presLayoutVars>
          <dgm:bulletEnabled val="1"/>
        </dgm:presLayoutVars>
      </dgm:prSet>
      <dgm:spPr/>
    </dgm:pt>
    <dgm:pt modelId="{598249C3-4A73-4D5F-9305-861CF5E59FF8}" type="pres">
      <dgm:prSet presAssocID="{478B7D3C-9FB4-4BC6-90AC-49960560DECD}" presName="sibTrans" presStyleLbl="bgSibTrans2D1" presStyleIdx="0" presStyleCnt="4"/>
      <dgm:spPr/>
    </dgm:pt>
    <dgm:pt modelId="{6BEB93B0-67CF-4415-A451-D7A648010AE8}" type="pres">
      <dgm:prSet presAssocID="{F66099B6-DBBD-4AB0-82D2-877B80F846F7}" presName="compNode" presStyleCnt="0"/>
      <dgm:spPr/>
    </dgm:pt>
    <dgm:pt modelId="{8C37F4ED-043B-47E5-BAD7-E1EB8E1E1C93}" type="pres">
      <dgm:prSet presAssocID="{F66099B6-DBBD-4AB0-82D2-877B80F846F7}" presName="dummyConnPt" presStyleCnt="0"/>
      <dgm:spPr/>
    </dgm:pt>
    <dgm:pt modelId="{F236D8E5-A0DE-49F2-8630-974BB67F146F}" type="pres">
      <dgm:prSet presAssocID="{F66099B6-DBBD-4AB0-82D2-877B80F846F7}" presName="node" presStyleLbl="node1" presStyleIdx="1" presStyleCnt="5">
        <dgm:presLayoutVars>
          <dgm:bulletEnabled val="1"/>
        </dgm:presLayoutVars>
      </dgm:prSet>
      <dgm:spPr/>
    </dgm:pt>
    <dgm:pt modelId="{9502831D-5192-451D-BF33-1D8878DB3A4C}" type="pres">
      <dgm:prSet presAssocID="{BC531B32-9B0E-482E-BF91-65C61F17168D}" presName="sibTrans" presStyleLbl="bgSibTrans2D1" presStyleIdx="1" presStyleCnt="4"/>
      <dgm:spPr/>
    </dgm:pt>
    <dgm:pt modelId="{2EBAB005-027C-4A73-B7ED-4E2E25E4904A}" type="pres">
      <dgm:prSet presAssocID="{EE62A4F6-4AC4-435B-990E-81A71CE8CAC7}" presName="compNode" presStyleCnt="0"/>
      <dgm:spPr/>
    </dgm:pt>
    <dgm:pt modelId="{B31CAF52-3F96-430E-B2E8-CC9E4F005F61}" type="pres">
      <dgm:prSet presAssocID="{EE62A4F6-4AC4-435B-990E-81A71CE8CAC7}" presName="dummyConnPt" presStyleCnt="0"/>
      <dgm:spPr/>
    </dgm:pt>
    <dgm:pt modelId="{9CEB37A4-C8B7-43DC-95A1-A4DDD8FCB65E}" type="pres">
      <dgm:prSet presAssocID="{EE62A4F6-4AC4-435B-990E-81A71CE8CAC7}" presName="node" presStyleLbl="node1" presStyleIdx="2" presStyleCnt="5">
        <dgm:presLayoutVars>
          <dgm:bulletEnabled val="1"/>
        </dgm:presLayoutVars>
      </dgm:prSet>
      <dgm:spPr/>
    </dgm:pt>
    <dgm:pt modelId="{0EFFFB23-6205-4C49-858D-9E3F9B71638A}" type="pres">
      <dgm:prSet presAssocID="{389F9A93-0231-4877-8C41-5D5B8DD7AAC0}" presName="sibTrans" presStyleLbl="bgSibTrans2D1" presStyleIdx="2" presStyleCnt="4"/>
      <dgm:spPr/>
    </dgm:pt>
    <dgm:pt modelId="{C85C15EE-F35C-48CB-B00E-1920CD732966}" type="pres">
      <dgm:prSet presAssocID="{2A22E84C-3AA3-4E9C-AE5F-9C2FB0D7FB11}" presName="compNode" presStyleCnt="0"/>
      <dgm:spPr/>
    </dgm:pt>
    <dgm:pt modelId="{77189C87-ED38-4ED7-8DC4-9F9873C31EB8}" type="pres">
      <dgm:prSet presAssocID="{2A22E84C-3AA3-4E9C-AE5F-9C2FB0D7FB11}" presName="dummyConnPt" presStyleCnt="0"/>
      <dgm:spPr/>
    </dgm:pt>
    <dgm:pt modelId="{A4F10F45-6478-4668-9468-761A67DB8F18}" type="pres">
      <dgm:prSet presAssocID="{2A22E84C-3AA3-4E9C-AE5F-9C2FB0D7FB11}" presName="node" presStyleLbl="node1" presStyleIdx="3" presStyleCnt="5">
        <dgm:presLayoutVars>
          <dgm:bulletEnabled val="1"/>
        </dgm:presLayoutVars>
      </dgm:prSet>
      <dgm:spPr/>
    </dgm:pt>
    <dgm:pt modelId="{5B9375D6-C05B-42F8-B0E9-3CA37CE69793}" type="pres">
      <dgm:prSet presAssocID="{744EA591-F199-49C2-B63A-82709D96C729}" presName="sibTrans" presStyleLbl="bgSibTrans2D1" presStyleIdx="3" presStyleCnt="4"/>
      <dgm:spPr/>
    </dgm:pt>
    <dgm:pt modelId="{029B2779-D25A-4816-ACAB-FFD17B3E3AB7}" type="pres">
      <dgm:prSet presAssocID="{36045517-CEA4-4BE3-B836-C2B6BFE5649B}" presName="compNode" presStyleCnt="0"/>
      <dgm:spPr/>
    </dgm:pt>
    <dgm:pt modelId="{1741F033-CC39-4B80-B49C-D9B310092E34}" type="pres">
      <dgm:prSet presAssocID="{36045517-CEA4-4BE3-B836-C2B6BFE5649B}" presName="dummyConnPt" presStyleCnt="0"/>
      <dgm:spPr/>
    </dgm:pt>
    <dgm:pt modelId="{57B3B99B-6A6F-4789-B0F4-0D68073C8098}" type="pres">
      <dgm:prSet presAssocID="{36045517-CEA4-4BE3-B836-C2B6BFE5649B}" presName="node" presStyleLbl="node1" presStyleIdx="4" presStyleCnt="5">
        <dgm:presLayoutVars>
          <dgm:bulletEnabled val="1"/>
        </dgm:presLayoutVars>
      </dgm:prSet>
      <dgm:spPr/>
    </dgm:pt>
  </dgm:ptLst>
  <dgm:cxnLst>
    <dgm:cxn modelId="{E8051C07-12A8-4FF3-A16E-020525C2E75A}" type="presOf" srcId="{36045517-CEA4-4BE3-B836-C2B6BFE5649B}" destId="{57B3B99B-6A6F-4789-B0F4-0D68073C8098}" srcOrd="0" destOrd="0" presId="urn:microsoft.com/office/officeart/2005/8/layout/bProcess4"/>
    <dgm:cxn modelId="{A6E3F40F-79D7-44B8-8528-7AFDB1EA533F}" type="presOf" srcId="{BE788BF5-FE9F-4C7D-A1CD-9232D7860179}" destId="{F236D8E5-A0DE-49F2-8630-974BB67F146F}" srcOrd="0" destOrd="2" presId="urn:microsoft.com/office/officeart/2005/8/layout/bProcess4"/>
    <dgm:cxn modelId="{8D1EBC17-436A-439C-A697-E7DB10E0E3CE}" type="presOf" srcId="{389F9A93-0231-4877-8C41-5D5B8DD7AAC0}" destId="{0EFFFB23-6205-4C49-858D-9E3F9B71638A}" srcOrd="0" destOrd="0" presId="urn:microsoft.com/office/officeart/2005/8/layout/bProcess4"/>
    <dgm:cxn modelId="{CB769118-87FC-48E7-B4B8-71323C0BC676}" type="presOf" srcId="{6CF284C3-4A70-4432-8F33-E75A802B3330}" destId="{F236D8E5-A0DE-49F2-8630-974BB67F146F}" srcOrd="0" destOrd="1" presId="urn:microsoft.com/office/officeart/2005/8/layout/bProcess4"/>
    <dgm:cxn modelId="{149C191D-49E6-4A18-BD70-EDD4B953C665}" type="presOf" srcId="{F64D9B44-8949-42CE-A3F5-920CF85E6D38}" destId="{57B3B99B-6A6F-4789-B0F4-0D68073C8098}" srcOrd="0" destOrd="2" presId="urn:microsoft.com/office/officeart/2005/8/layout/bProcess4"/>
    <dgm:cxn modelId="{2AA9C11F-1F1D-428E-801A-47EAA766C99D}" srcId="{B9C32B05-62EA-407A-B21C-2310C7945705}" destId="{42D71409-67F9-455C-8C6D-716D284AAA6B}" srcOrd="0" destOrd="0" parTransId="{51680ED1-AF6E-4B28-AE94-92B0EFB0DF7D}" sibTransId="{478B7D3C-9FB4-4BC6-90AC-49960560DECD}"/>
    <dgm:cxn modelId="{98FDA623-55BD-4069-AD3F-540C6A2E20A3}" type="presOf" srcId="{6C39594C-4AE1-4221-9751-E4FBA9469435}" destId="{A4F10F45-6478-4668-9468-761A67DB8F18}" srcOrd="0" destOrd="2" presId="urn:microsoft.com/office/officeart/2005/8/layout/bProcess4"/>
    <dgm:cxn modelId="{D2B8AC27-9A57-4275-98AF-9E50C8EEECCA}" type="presOf" srcId="{478B7D3C-9FB4-4BC6-90AC-49960560DECD}" destId="{598249C3-4A73-4D5F-9305-861CF5E59FF8}" srcOrd="0" destOrd="0" presId="urn:microsoft.com/office/officeart/2005/8/layout/bProcess4"/>
    <dgm:cxn modelId="{AEAC1A29-E0BB-4BA1-8138-4D7F441F5522}" type="presOf" srcId="{386C2B6D-2EE1-4682-AE61-EE246CD54E31}" destId="{9CEB37A4-C8B7-43DC-95A1-A4DDD8FCB65E}" srcOrd="0" destOrd="2" presId="urn:microsoft.com/office/officeart/2005/8/layout/bProcess4"/>
    <dgm:cxn modelId="{E1A9B029-AD2C-4AA6-8228-9C0B0575CF3E}" type="presOf" srcId="{744EA591-F199-49C2-B63A-82709D96C729}" destId="{5B9375D6-C05B-42F8-B0E9-3CA37CE69793}" srcOrd="0" destOrd="0" presId="urn:microsoft.com/office/officeart/2005/8/layout/bProcess4"/>
    <dgm:cxn modelId="{B4F3EA32-CE64-4A92-9BAE-BC57E5392B05}" srcId="{B9C32B05-62EA-407A-B21C-2310C7945705}" destId="{F66099B6-DBBD-4AB0-82D2-877B80F846F7}" srcOrd="1" destOrd="0" parTransId="{B09C8BFB-F41C-4AC4-AB94-F216E3081C2D}" sibTransId="{BC531B32-9B0E-482E-BF91-65C61F17168D}"/>
    <dgm:cxn modelId="{35013F34-57BC-4E3C-A003-07C0E49926DB}" srcId="{F66099B6-DBBD-4AB0-82D2-877B80F846F7}" destId="{BE788BF5-FE9F-4C7D-A1CD-9232D7860179}" srcOrd="1" destOrd="0" parTransId="{963A52CB-C772-45F2-8A30-8ABA6B14D3CE}" sibTransId="{88191C5E-55BA-42F2-B842-FC86CBBADC0F}"/>
    <dgm:cxn modelId="{1E39CD38-8841-4738-A896-9B49854836B9}" type="presOf" srcId="{110CC072-E78D-486A-BD24-8CD6CE5683E0}" destId="{57B3B99B-6A6F-4789-B0F4-0D68073C8098}" srcOrd="0" destOrd="1" presId="urn:microsoft.com/office/officeart/2005/8/layout/bProcess4"/>
    <dgm:cxn modelId="{4019353B-443B-4DED-AA6C-3C60E18414C7}" srcId="{B9C32B05-62EA-407A-B21C-2310C7945705}" destId="{36045517-CEA4-4BE3-B836-C2B6BFE5649B}" srcOrd="4" destOrd="0" parTransId="{6231A36F-9B04-4B4A-917A-7E163AFFC956}" sibTransId="{BFF3C5ED-87D0-4709-A3B8-A7BF0668006A}"/>
    <dgm:cxn modelId="{C6F3FE3C-E2EE-4842-8EDC-F96CFAE616EA}" type="presOf" srcId="{2A22E84C-3AA3-4E9C-AE5F-9C2FB0D7FB11}" destId="{A4F10F45-6478-4668-9468-761A67DB8F18}" srcOrd="0" destOrd="0" presId="urn:microsoft.com/office/officeart/2005/8/layout/bProcess4"/>
    <dgm:cxn modelId="{F091E13E-CC91-4760-8919-F8E7FA115B30}" srcId="{36045517-CEA4-4BE3-B836-C2B6BFE5649B}" destId="{F64D9B44-8949-42CE-A3F5-920CF85E6D38}" srcOrd="1" destOrd="0" parTransId="{81AB81A4-D793-40B9-964C-9DA3AF17B95D}" sibTransId="{ECDC803C-5DBD-4EEE-A68A-AC8585F1A4EB}"/>
    <dgm:cxn modelId="{73845B4D-FADB-48EB-86D3-D04F00C62656}" type="presOf" srcId="{8EA7219F-BDB2-48EB-9EEB-3133522D132E}" destId="{398CD0D4-8817-435E-B34C-8F504BBCDC84}" srcOrd="0" destOrd="1" presId="urn:microsoft.com/office/officeart/2005/8/layout/bProcess4"/>
    <dgm:cxn modelId="{7F96AC57-2F84-4E8C-AA92-E82865EE63FE}" srcId="{EE62A4F6-4AC4-435B-990E-81A71CE8CAC7}" destId="{386C2B6D-2EE1-4682-AE61-EE246CD54E31}" srcOrd="1" destOrd="0" parTransId="{649D72FB-0D8F-479C-87D1-C73133EF35E2}" sibTransId="{E1C9E6F1-2ED2-4DD8-9B78-28FC1AF5D352}"/>
    <dgm:cxn modelId="{2B98897D-9937-49AC-9FE9-6629E912033A}" srcId="{2A22E84C-3AA3-4E9C-AE5F-9C2FB0D7FB11}" destId="{9ADACFBF-2A78-45C9-A7C4-5E5DBC674760}" srcOrd="0" destOrd="0" parTransId="{E121796C-71AB-4354-A1D4-3BF0025298A5}" sibTransId="{F3FE7E5A-DC73-423B-998C-02943CF263BF}"/>
    <dgm:cxn modelId="{2DC24386-BC50-4BAB-8571-16CB10C2603C}" srcId="{F66099B6-DBBD-4AB0-82D2-877B80F846F7}" destId="{6CF284C3-4A70-4432-8F33-E75A802B3330}" srcOrd="0" destOrd="0" parTransId="{044831E6-2FC9-4DDA-81FB-5FA418568D07}" sibTransId="{CD50B82D-84BB-4747-B282-ABB339EBA294}"/>
    <dgm:cxn modelId="{75855B88-23FD-4F68-83B2-3FABC9F98AB0}" type="presOf" srcId="{F66099B6-DBBD-4AB0-82D2-877B80F846F7}" destId="{F236D8E5-A0DE-49F2-8630-974BB67F146F}" srcOrd="0" destOrd="0" presId="urn:microsoft.com/office/officeart/2005/8/layout/bProcess4"/>
    <dgm:cxn modelId="{DFE2B88B-3B72-4609-B8D2-1E6A00AA17C1}" type="presOf" srcId="{B9C32B05-62EA-407A-B21C-2310C7945705}" destId="{D2789845-39F7-4E80-9952-3792859F2946}" srcOrd="0" destOrd="0" presId="urn:microsoft.com/office/officeart/2005/8/layout/bProcess4"/>
    <dgm:cxn modelId="{A6C34B8D-364E-41D8-8382-ACDF7D24BDF1}" type="presOf" srcId="{3CE06941-9820-4827-8B16-CD80CC49F780}" destId="{9CEB37A4-C8B7-43DC-95A1-A4DDD8FCB65E}" srcOrd="0" destOrd="1" presId="urn:microsoft.com/office/officeart/2005/8/layout/bProcess4"/>
    <dgm:cxn modelId="{C99CE395-39F6-46B4-938C-9BF085685D1A}" srcId="{EE62A4F6-4AC4-435B-990E-81A71CE8CAC7}" destId="{3CE06941-9820-4827-8B16-CD80CC49F780}" srcOrd="0" destOrd="0" parTransId="{141A3C92-8966-4E2F-82E4-2E09E22674B2}" sibTransId="{F58FC55B-E61F-445C-956E-0BB2202254CA}"/>
    <dgm:cxn modelId="{7AF91B96-DA69-42D6-83DE-0E63677A4C47}" srcId="{2A22E84C-3AA3-4E9C-AE5F-9C2FB0D7FB11}" destId="{6C39594C-4AE1-4221-9751-E4FBA9469435}" srcOrd="1" destOrd="0" parTransId="{EA90E5E0-265B-4677-A3EF-FCD0DFDF4F41}" sibTransId="{F04E3063-747B-4761-B46E-8C06B2EF3C55}"/>
    <dgm:cxn modelId="{0685C7A6-B743-4DC8-812D-189D9DCE3A25}" type="presOf" srcId="{42D71409-67F9-455C-8C6D-716D284AAA6B}" destId="{398CD0D4-8817-435E-B34C-8F504BBCDC84}" srcOrd="0" destOrd="0" presId="urn:microsoft.com/office/officeart/2005/8/layout/bProcess4"/>
    <dgm:cxn modelId="{3A2CECA6-0C5B-46BB-B7C6-7D37E9D210BD}" srcId="{B9C32B05-62EA-407A-B21C-2310C7945705}" destId="{EE62A4F6-4AC4-435B-990E-81A71CE8CAC7}" srcOrd="2" destOrd="0" parTransId="{F287B947-7343-4FA2-B288-B23A59FFAE31}" sibTransId="{389F9A93-0231-4877-8C41-5D5B8DD7AAC0}"/>
    <dgm:cxn modelId="{33C215B3-68C1-496F-9D1F-5F11600699E5}" type="presOf" srcId="{9ADACFBF-2A78-45C9-A7C4-5E5DBC674760}" destId="{A4F10F45-6478-4668-9468-761A67DB8F18}" srcOrd="0" destOrd="1" presId="urn:microsoft.com/office/officeart/2005/8/layout/bProcess4"/>
    <dgm:cxn modelId="{E451B9B9-1197-45E9-B45E-ED78A064BBC3}" type="presOf" srcId="{3AF880A5-0F00-4315-A5DF-1FE656798601}" destId="{398CD0D4-8817-435E-B34C-8F504BBCDC84}" srcOrd="0" destOrd="2" presId="urn:microsoft.com/office/officeart/2005/8/layout/bProcess4"/>
    <dgm:cxn modelId="{5670A7D8-BA42-4857-8679-D269077AD7D7}" srcId="{36045517-CEA4-4BE3-B836-C2B6BFE5649B}" destId="{110CC072-E78D-486A-BD24-8CD6CE5683E0}" srcOrd="0" destOrd="0" parTransId="{EFE20FCA-41FE-42D4-8C71-85751017ADFF}" sibTransId="{C901204A-BC8E-4B62-854A-DFB2104323F5}"/>
    <dgm:cxn modelId="{D8533BDF-B0B7-4075-9ECB-09CCDC953719}" type="presOf" srcId="{BC531B32-9B0E-482E-BF91-65C61F17168D}" destId="{9502831D-5192-451D-BF33-1D8878DB3A4C}" srcOrd="0" destOrd="0" presId="urn:microsoft.com/office/officeart/2005/8/layout/bProcess4"/>
    <dgm:cxn modelId="{24F8CBE2-5003-4E69-A772-6B98F2B05181}" srcId="{42D71409-67F9-455C-8C6D-716D284AAA6B}" destId="{3AF880A5-0F00-4315-A5DF-1FE656798601}" srcOrd="1" destOrd="0" parTransId="{A13BB1F9-5857-4B43-8BF5-6589AA2CB759}" sibTransId="{C198C41D-2640-4669-83ED-E0CD35701C8E}"/>
    <dgm:cxn modelId="{BEB859E7-C343-408E-86A1-667C27EE5761}" srcId="{B9C32B05-62EA-407A-B21C-2310C7945705}" destId="{2A22E84C-3AA3-4E9C-AE5F-9C2FB0D7FB11}" srcOrd="3" destOrd="0" parTransId="{6C025E55-DF42-4C5D-AFD5-6015FA053D46}" sibTransId="{744EA591-F199-49C2-B63A-82709D96C729}"/>
    <dgm:cxn modelId="{58AD7EEF-D408-406B-87EE-4691D4C30668}" srcId="{42D71409-67F9-455C-8C6D-716D284AAA6B}" destId="{8EA7219F-BDB2-48EB-9EEB-3133522D132E}" srcOrd="0" destOrd="0" parTransId="{3EE8403A-CB7C-4815-85BD-AEBCAEB71B37}" sibTransId="{C94B7947-85DC-4B21-BB99-DF8438356F98}"/>
    <dgm:cxn modelId="{B88028FE-86F1-4E84-B37F-39B41212536D}" type="presOf" srcId="{EE62A4F6-4AC4-435B-990E-81A71CE8CAC7}" destId="{9CEB37A4-C8B7-43DC-95A1-A4DDD8FCB65E}" srcOrd="0" destOrd="0" presId="urn:microsoft.com/office/officeart/2005/8/layout/bProcess4"/>
    <dgm:cxn modelId="{77237FCF-B79F-41B8-9BAF-60650D2FB62C}" type="presParOf" srcId="{D2789845-39F7-4E80-9952-3792859F2946}" destId="{35CEF078-22B9-4591-AAE7-DD4312792022}" srcOrd="0" destOrd="0" presId="urn:microsoft.com/office/officeart/2005/8/layout/bProcess4"/>
    <dgm:cxn modelId="{3991EC90-F9D0-4FC7-BB81-B81BCB9BB7D5}" type="presParOf" srcId="{35CEF078-22B9-4591-AAE7-DD4312792022}" destId="{A4D0C40F-1A68-41FE-8E62-53A4D39E3099}" srcOrd="0" destOrd="0" presId="urn:microsoft.com/office/officeart/2005/8/layout/bProcess4"/>
    <dgm:cxn modelId="{70B0A0F9-EC23-4198-971C-6EC51E4A371B}" type="presParOf" srcId="{35CEF078-22B9-4591-AAE7-DD4312792022}" destId="{398CD0D4-8817-435E-B34C-8F504BBCDC84}" srcOrd="1" destOrd="0" presId="urn:microsoft.com/office/officeart/2005/8/layout/bProcess4"/>
    <dgm:cxn modelId="{A2DCF9C8-1BD6-4558-B1DF-13CC6F27EE0F}" type="presParOf" srcId="{D2789845-39F7-4E80-9952-3792859F2946}" destId="{598249C3-4A73-4D5F-9305-861CF5E59FF8}" srcOrd="1" destOrd="0" presId="urn:microsoft.com/office/officeart/2005/8/layout/bProcess4"/>
    <dgm:cxn modelId="{CC3D8145-C494-4E8E-9382-17BDBB973AF0}" type="presParOf" srcId="{D2789845-39F7-4E80-9952-3792859F2946}" destId="{6BEB93B0-67CF-4415-A451-D7A648010AE8}" srcOrd="2" destOrd="0" presId="urn:microsoft.com/office/officeart/2005/8/layout/bProcess4"/>
    <dgm:cxn modelId="{8C1E5F1A-3147-41CA-8296-AE4ADF0EA24E}" type="presParOf" srcId="{6BEB93B0-67CF-4415-A451-D7A648010AE8}" destId="{8C37F4ED-043B-47E5-BAD7-E1EB8E1E1C93}" srcOrd="0" destOrd="0" presId="urn:microsoft.com/office/officeart/2005/8/layout/bProcess4"/>
    <dgm:cxn modelId="{44D29A9F-41E4-44F5-BA9D-020253FC3E4A}" type="presParOf" srcId="{6BEB93B0-67CF-4415-A451-D7A648010AE8}" destId="{F236D8E5-A0DE-49F2-8630-974BB67F146F}" srcOrd="1" destOrd="0" presId="urn:microsoft.com/office/officeart/2005/8/layout/bProcess4"/>
    <dgm:cxn modelId="{DA6E35ED-E81D-479D-9726-BBC0B22DBFAB}" type="presParOf" srcId="{D2789845-39F7-4E80-9952-3792859F2946}" destId="{9502831D-5192-451D-BF33-1D8878DB3A4C}" srcOrd="3" destOrd="0" presId="urn:microsoft.com/office/officeart/2005/8/layout/bProcess4"/>
    <dgm:cxn modelId="{B0AF86C9-A991-4D13-A578-DE64407BAABA}" type="presParOf" srcId="{D2789845-39F7-4E80-9952-3792859F2946}" destId="{2EBAB005-027C-4A73-B7ED-4E2E25E4904A}" srcOrd="4" destOrd="0" presId="urn:microsoft.com/office/officeart/2005/8/layout/bProcess4"/>
    <dgm:cxn modelId="{5487642F-9F49-40B2-AE2D-50A261507DED}" type="presParOf" srcId="{2EBAB005-027C-4A73-B7ED-4E2E25E4904A}" destId="{B31CAF52-3F96-430E-B2E8-CC9E4F005F61}" srcOrd="0" destOrd="0" presId="urn:microsoft.com/office/officeart/2005/8/layout/bProcess4"/>
    <dgm:cxn modelId="{C7BD5D17-5170-41B8-86B3-3EF991D97A68}" type="presParOf" srcId="{2EBAB005-027C-4A73-B7ED-4E2E25E4904A}" destId="{9CEB37A4-C8B7-43DC-95A1-A4DDD8FCB65E}" srcOrd="1" destOrd="0" presId="urn:microsoft.com/office/officeart/2005/8/layout/bProcess4"/>
    <dgm:cxn modelId="{A34AFC65-29FA-4061-939E-721325F0290A}" type="presParOf" srcId="{D2789845-39F7-4E80-9952-3792859F2946}" destId="{0EFFFB23-6205-4C49-858D-9E3F9B71638A}" srcOrd="5" destOrd="0" presId="urn:microsoft.com/office/officeart/2005/8/layout/bProcess4"/>
    <dgm:cxn modelId="{DDF104A0-DBB3-438D-A0BC-4B35481C8D40}" type="presParOf" srcId="{D2789845-39F7-4E80-9952-3792859F2946}" destId="{C85C15EE-F35C-48CB-B00E-1920CD732966}" srcOrd="6" destOrd="0" presId="urn:microsoft.com/office/officeart/2005/8/layout/bProcess4"/>
    <dgm:cxn modelId="{40EFF923-6912-428E-A14A-10D1B825DC55}" type="presParOf" srcId="{C85C15EE-F35C-48CB-B00E-1920CD732966}" destId="{77189C87-ED38-4ED7-8DC4-9F9873C31EB8}" srcOrd="0" destOrd="0" presId="urn:microsoft.com/office/officeart/2005/8/layout/bProcess4"/>
    <dgm:cxn modelId="{10230A2B-3E30-4095-9F97-15D536807FA4}" type="presParOf" srcId="{C85C15EE-F35C-48CB-B00E-1920CD732966}" destId="{A4F10F45-6478-4668-9468-761A67DB8F18}" srcOrd="1" destOrd="0" presId="urn:microsoft.com/office/officeart/2005/8/layout/bProcess4"/>
    <dgm:cxn modelId="{5DF73D5F-9666-4861-80A1-F07D38B1B416}" type="presParOf" srcId="{D2789845-39F7-4E80-9952-3792859F2946}" destId="{5B9375D6-C05B-42F8-B0E9-3CA37CE69793}" srcOrd="7" destOrd="0" presId="urn:microsoft.com/office/officeart/2005/8/layout/bProcess4"/>
    <dgm:cxn modelId="{B22851A6-AF57-418B-B983-8B5D8FDDA7CB}" type="presParOf" srcId="{D2789845-39F7-4E80-9952-3792859F2946}" destId="{029B2779-D25A-4816-ACAB-FFD17B3E3AB7}" srcOrd="8" destOrd="0" presId="urn:microsoft.com/office/officeart/2005/8/layout/bProcess4"/>
    <dgm:cxn modelId="{C349BF4C-2259-4476-9FBF-2921EED2C7E6}" type="presParOf" srcId="{029B2779-D25A-4816-ACAB-FFD17B3E3AB7}" destId="{1741F033-CC39-4B80-B49C-D9B310092E34}" srcOrd="0" destOrd="0" presId="urn:microsoft.com/office/officeart/2005/8/layout/bProcess4"/>
    <dgm:cxn modelId="{F60E793D-202B-40C4-9807-3F867391C3B7}" type="presParOf" srcId="{029B2779-D25A-4816-ACAB-FFD17B3E3AB7}" destId="{57B3B99B-6A6F-4789-B0F4-0D68073C8098}" srcOrd="1" destOrd="0" presId="urn:microsoft.com/office/officeart/2005/8/layout/bProcess4"/>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75.xml><?xml version="1.0" encoding="utf-8"?>
<dgm:dataModel xmlns:dgm="http://schemas.openxmlformats.org/drawingml/2006/diagram" xmlns:a="http://schemas.openxmlformats.org/drawingml/2006/main">
  <dgm:ptLst>
    <dgm:pt modelId="{B9C32B05-62EA-407A-B21C-2310C7945705}" type="doc">
      <dgm:prSet loTypeId="urn:microsoft.com/office/officeart/2005/8/layout/hProcess7" loCatId="process"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F66099B6-DBBD-4AB0-82D2-877B80F846F7}">
      <dgm:prSet phldrT="[Text]"/>
      <dgm:spPr/>
      <dgm:t>
        <a:bodyPr/>
        <a:lstStyle/>
        <a:p>
          <a:r>
            <a:rPr lang="en-US" dirty="0"/>
            <a:t>Lorem Ipsum</a:t>
          </a:r>
        </a:p>
      </dgm:t>
    </dgm:pt>
    <dgm:pt modelId="{B09C8BFB-F41C-4AC4-AB94-F216E3081C2D}" type="parTrans" cxnId="{B4F3EA32-CE64-4A92-9BAE-BC57E5392B05}">
      <dgm:prSet/>
      <dgm:spPr/>
      <dgm:t>
        <a:bodyPr/>
        <a:lstStyle/>
        <a:p>
          <a:endParaRPr lang="en-US"/>
        </a:p>
      </dgm:t>
    </dgm:pt>
    <dgm:pt modelId="{BC531B32-9B0E-482E-BF91-65C61F17168D}" type="sibTrans" cxnId="{B4F3EA32-CE64-4A92-9BAE-BC57E5392B05}">
      <dgm:prSet/>
      <dgm:spPr/>
      <dgm:t>
        <a:bodyPr/>
        <a:lstStyle/>
        <a:p>
          <a:endParaRPr lang="en-US"/>
        </a:p>
      </dgm:t>
    </dgm:pt>
    <dgm:pt modelId="{EE62A4F6-4AC4-435B-990E-81A71CE8CAC7}">
      <dgm:prSet phldrT="[Text]"/>
      <dgm:spPr/>
      <dgm:t>
        <a:bodyPr/>
        <a:lstStyle/>
        <a:p>
          <a:r>
            <a:rPr lang="en-US" dirty="0"/>
            <a:t>Lorem Ipsum</a:t>
          </a:r>
        </a:p>
      </dgm:t>
    </dgm:pt>
    <dgm:pt modelId="{F287B947-7343-4FA2-B288-B23A59FFAE31}" type="parTrans" cxnId="{3A2CECA6-0C5B-46BB-B7C6-7D37E9D210BD}">
      <dgm:prSet/>
      <dgm:spPr/>
      <dgm:t>
        <a:bodyPr/>
        <a:lstStyle/>
        <a:p>
          <a:endParaRPr lang="en-US"/>
        </a:p>
      </dgm:t>
    </dgm:pt>
    <dgm:pt modelId="{389F9A93-0231-4877-8C41-5D5B8DD7AAC0}" type="sibTrans" cxnId="{3A2CECA6-0C5B-46BB-B7C6-7D37E9D210BD}">
      <dgm:prSet/>
      <dgm:spPr/>
      <dgm:t>
        <a:bodyPr/>
        <a:lstStyle/>
        <a:p>
          <a:endParaRPr lang="en-US"/>
        </a:p>
      </dgm:t>
    </dgm:pt>
    <dgm:pt modelId="{6CF284C3-4A70-4432-8F33-E75A802B3330}">
      <dgm:prSet/>
      <dgm:spPr/>
      <dgm:t>
        <a:bodyPr/>
        <a:lstStyle/>
        <a:p>
          <a:r>
            <a:rPr lang="en-US" dirty="0"/>
            <a:t>Some text here</a:t>
          </a:r>
        </a:p>
      </dgm:t>
    </dgm:pt>
    <dgm:pt modelId="{044831E6-2FC9-4DDA-81FB-5FA418568D07}" type="parTrans" cxnId="{2DC24386-BC50-4BAB-8571-16CB10C2603C}">
      <dgm:prSet/>
      <dgm:spPr/>
      <dgm:t>
        <a:bodyPr/>
        <a:lstStyle/>
        <a:p>
          <a:endParaRPr lang="en-US"/>
        </a:p>
      </dgm:t>
    </dgm:pt>
    <dgm:pt modelId="{CD50B82D-84BB-4747-B282-ABB339EBA294}" type="sibTrans" cxnId="{2DC24386-BC50-4BAB-8571-16CB10C2603C}">
      <dgm:prSet/>
      <dgm:spPr/>
      <dgm:t>
        <a:bodyPr/>
        <a:lstStyle/>
        <a:p>
          <a:endParaRPr lang="en-US"/>
        </a:p>
      </dgm:t>
    </dgm:pt>
    <dgm:pt modelId="{3AF880A5-0F00-4315-A5DF-1FE656798601}">
      <dgm:prSet phldrT="[Text]"/>
      <dgm:spPr/>
      <dgm:t>
        <a:bodyPr/>
        <a:lstStyle/>
        <a:p>
          <a:r>
            <a:rPr lang="en-US" dirty="0"/>
            <a:t>Some text here</a:t>
          </a:r>
        </a:p>
      </dgm:t>
    </dgm:pt>
    <dgm:pt modelId="{A13BB1F9-5857-4B43-8BF5-6589AA2CB759}" type="parTrans" cxnId="{24F8CBE2-5003-4E69-A772-6B98F2B05181}">
      <dgm:prSet/>
      <dgm:spPr/>
      <dgm:t>
        <a:bodyPr/>
        <a:lstStyle/>
        <a:p>
          <a:endParaRPr lang="en-US"/>
        </a:p>
      </dgm:t>
    </dgm:pt>
    <dgm:pt modelId="{C198C41D-2640-4669-83ED-E0CD35701C8E}" type="sibTrans" cxnId="{24F8CBE2-5003-4E69-A772-6B98F2B05181}">
      <dgm:prSet/>
      <dgm:spPr/>
      <dgm:t>
        <a:bodyPr/>
        <a:lstStyle/>
        <a:p>
          <a:endParaRPr lang="en-US"/>
        </a:p>
      </dgm:t>
    </dgm:pt>
    <dgm:pt modelId="{8EA7219F-BDB2-48EB-9EEB-3133522D132E}">
      <dgm:prSet phldrT="[Text]"/>
      <dgm:spPr/>
      <dgm:t>
        <a:bodyPr/>
        <a:lstStyle/>
        <a:p>
          <a:r>
            <a:rPr lang="en-US" dirty="0"/>
            <a:t>Some text here</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BE788BF5-FE9F-4C7D-A1CD-9232D7860179}">
      <dgm:prSet phldrT="[Text]"/>
      <dgm:spPr/>
      <dgm:t>
        <a:bodyPr/>
        <a:lstStyle/>
        <a:p>
          <a:r>
            <a:rPr lang="en-US"/>
            <a:t>Some text here</a:t>
          </a:r>
          <a:endParaRPr lang="en-US" dirty="0"/>
        </a:p>
      </dgm:t>
    </dgm:pt>
    <dgm:pt modelId="{963A52CB-C772-45F2-8A30-8ABA6B14D3CE}" type="parTrans" cxnId="{35013F34-57BC-4E3C-A003-07C0E49926DB}">
      <dgm:prSet/>
      <dgm:spPr/>
      <dgm:t>
        <a:bodyPr/>
        <a:lstStyle/>
        <a:p>
          <a:endParaRPr lang="en-US"/>
        </a:p>
      </dgm:t>
    </dgm:pt>
    <dgm:pt modelId="{88191C5E-55BA-42F2-B842-FC86CBBADC0F}" type="sibTrans" cxnId="{35013F34-57BC-4E3C-A003-07C0E49926DB}">
      <dgm:prSet/>
      <dgm:spPr/>
      <dgm:t>
        <a:bodyPr/>
        <a:lstStyle/>
        <a:p>
          <a:endParaRPr lang="en-US"/>
        </a:p>
      </dgm:t>
    </dgm:pt>
    <dgm:pt modelId="{3CE06941-9820-4827-8B16-CD80CC49F780}">
      <dgm:prSet phldrT="[Text]"/>
      <dgm:spPr/>
      <dgm:t>
        <a:bodyPr/>
        <a:lstStyle/>
        <a:p>
          <a:r>
            <a:rPr lang="en-US" dirty="0"/>
            <a:t>Some text here</a:t>
          </a:r>
        </a:p>
      </dgm:t>
    </dgm:pt>
    <dgm:pt modelId="{141A3C92-8966-4E2F-82E4-2E09E22674B2}" type="parTrans" cxnId="{C99CE395-39F6-46B4-938C-9BF085685D1A}">
      <dgm:prSet/>
      <dgm:spPr/>
      <dgm:t>
        <a:bodyPr/>
        <a:lstStyle/>
        <a:p>
          <a:endParaRPr lang="en-US"/>
        </a:p>
      </dgm:t>
    </dgm:pt>
    <dgm:pt modelId="{F58FC55B-E61F-445C-956E-0BB2202254CA}" type="sibTrans" cxnId="{C99CE395-39F6-46B4-938C-9BF085685D1A}">
      <dgm:prSet/>
      <dgm:spPr/>
      <dgm:t>
        <a:bodyPr/>
        <a:lstStyle/>
        <a:p>
          <a:endParaRPr lang="en-US"/>
        </a:p>
      </dgm:t>
    </dgm:pt>
    <dgm:pt modelId="{386C2B6D-2EE1-4682-AE61-EE246CD54E31}">
      <dgm:prSet phldrT="[Text]"/>
      <dgm:spPr/>
      <dgm:t>
        <a:bodyPr/>
        <a:lstStyle/>
        <a:p>
          <a:r>
            <a:rPr lang="en-US" dirty="0"/>
            <a:t>Some text here</a:t>
          </a:r>
        </a:p>
      </dgm:t>
    </dgm:pt>
    <dgm:pt modelId="{649D72FB-0D8F-479C-87D1-C73133EF35E2}" type="parTrans" cxnId="{7F96AC57-2F84-4E8C-AA92-E82865EE63FE}">
      <dgm:prSet/>
      <dgm:spPr/>
      <dgm:t>
        <a:bodyPr/>
        <a:lstStyle/>
        <a:p>
          <a:endParaRPr lang="en-US"/>
        </a:p>
      </dgm:t>
    </dgm:pt>
    <dgm:pt modelId="{E1C9E6F1-2ED2-4DD8-9B78-28FC1AF5D352}" type="sibTrans" cxnId="{7F96AC57-2F84-4E8C-AA92-E82865EE63FE}">
      <dgm:prSet/>
      <dgm:spPr/>
      <dgm:t>
        <a:bodyPr/>
        <a:lstStyle/>
        <a:p>
          <a:endParaRPr lang="en-US"/>
        </a:p>
      </dgm:t>
    </dgm:pt>
    <dgm:pt modelId="{2A22E84C-3AA3-4E9C-AE5F-9C2FB0D7FB11}">
      <dgm:prSet phldrT="[Text]"/>
      <dgm:spPr/>
      <dgm:t>
        <a:bodyPr/>
        <a:lstStyle/>
        <a:p>
          <a:r>
            <a:rPr lang="en-US"/>
            <a:t>Lorem Ipsum</a:t>
          </a:r>
          <a:endParaRPr lang="en-US" dirty="0"/>
        </a:p>
      </dgm:t>
    </dgm:pt>
    <dgm:pt modelId="{6C025E55-DF42-4C5D-AFD5-6015FA053D46}" type="parTrans" cxnId="{BEB859E7-C343-408E-86A1-667C27EE5761}">
      <dgm:prSet/>
      <dgm:spPr/>
      <dgm:t>
        <a:bodyPr/>
        <a:lstStyle/>
        <a:p>
          <a:endParaRPr lang="en-US"/>
        </a:p>
      </dgm:t>
    </dgm:pt>
    <dgm:pt modelId="{744EA591-F199-49C2-B63A-82709D96C729}" type="sibTrans" cxnId="{BEB859E7-C343-408E-86A1-667C27EE5761}">
      <dgm:prSet/>
      <dgm:spPr/>
      <dgm:t>
        <a:bodyPr/>
        <a:lstStyle/>
        <a:p>
          <a:endParaRPr lang="en-US"/>
        </a:p>
      </dgm:t>
    </dgm:pt>
    <dgm:pt modelId="{9ADACFBF-2A78-45C9-A7C4-5E5DBC674760}">
      <dgm:prSet phldrT="[Text]"/>
      <dgm:spPr/>
      <dgm:t>
        <a:bodyPr/>
        <a:lstStyle/>
        <a:p>
          <a:r>
            <a:rPr lang="en-US" dirty="0"/>
            <a:t>Some text here</a:t>
          </a:r>
        </a:p>
      </dgm:t>
    </dgm:pt>
    <dgm:pt modelId="{E121796C-71AB-4354-A1D4-3BF0025298A5}" type="parTrans" cxnId="{2B98897D-9937-49AC-9FE9-6629E912033A}">
      <dgm:prSet/>
      <dgm:spPr/>
      <dgm:t>
        <a:bodyPr/>
        <a:lstStyle/>
        <a:p>
          <a:endParaRPr lang="en-US"/>
        </a:p>
      </dgm:t>
    </dgm:pt>
    <dgm:pt modelId="{F3FE7E5A-DC73-423B-998C-02943CF263BF}" type="sibTrans" cxnId="{2B98897D-9937-49AC-9FE9-6629E912033A}">
      <dgm:prSet/>
      <dgm:spPr/>
      <dgm:t>
        <a:bodyPr/>
        <a:lstStyle/>
        <a:p>
          <a:endParaRPr lang="en-US"/>
        </a:p>
      </dgm:t>
    </dgm:pt>
    <dgm:pt modelId="{6C39594C-4AE1-4221-9751-E4FBA9469435}">
      <dgm:prSet phldrT="[Text]"/>
      <dgm:spPr/>
      <dgm:t>
        <a:bodyPr/>
        <a:lstStyle/>
        <a:p>
          <a:r>
            <a:rPr lang="en-US" dirty="0"/>
            <a:t>Some text here</a:t>
          </a:r>
        </a:p>
      </dgm:t>
    </dgm:pt>
    <dgm:pt modelId="{EA90E5E0-265B-4677-A3EF-FCD0DFDF4F41}" type="parTrans" cxnId="{7AF91B96-DA69-42D6-83DE-0E63677A4C47}">
      <dgm:prSet/>
      <dgm:spPr/>
      <dgm:t>
        <a:bodyPr/>
        <a:lstStyle/>
        <a:p>
          <a:endParaRPr lang="en-US"/>
        </a:p>
      </dgm:t>
    </dgm:pt>
    <dgm:pt modelId="{F04E3063-747B-4761-B46E-8C06B2EF3C55}" type="sibTrans" cxnId="{7AF91B96-DA69-42D6-83DE-0E63677A4C47}">
      <dgm:prSet/>
      <dgm:spPr/>
      <dgm:t>
        <a:bodyPr/>
        <a:lstStyle/>
        <a:p>
          <a:endParaRPr lang="en-US"/>
        </a:p>
      </dgm:t>
    </dgm:pt>
    <dgm:pt modelId="{36045517-CEA4-4BE3-B836-C2B6BFE5649B}">
      <dgm:prSet phldrT="[Text]"/>
      <dgm:spPr/>
      <dgm:t>
        <a:bodyPr/>
        <a:lstStyle/>
        <a:p>
          <a:r>
            <a:rPr lang="en-US"/>
            <a:t>Lorem Ipsum</a:t>
          </a:r>
          <a:endParaRPr lang="en-US" dirty="0"/>
        </a:p>
      </dgm:t>
    </dgm:pt>
    <dgm:pt modelId="{6231A36F-9B04-4B4A-917A-7E163AFFC956}" type="parTrans" cxnId="{4019353B-443B-4DED-AA6C-3C60E18414C7}">
      <dgm:prSet/>
      <dgm:spPr/>
      <dgm:t>
        <a:bodyPr/>
        <a:lstStyle/>
        <a:p>
          <a:endParaRPr lang="en-US"/>
        </a:p>
      </dgm:t>
    </dgm:pt>
    <dgm:pt modelId="{BFF3C5ED-87D0-4709-A3B8-A7BF0668006A}" type="sibTrans" cxnId="{4019353B-443B-4DED-AA6C-3C60E18414C7}">
      <dgm:prSet/>
      <dgm:spPr/>
      <dgm:t>
        <a:bodyPr/>
        <a:lstStyle/>
        <a:p>
          <a:endParaRPr lang="en-US"/>
        </a:p>
      </dgm:t>
    </dgm:pt>
    <dgm:pt modelId="{110CC072-E78D-486A-BD24-8CD6CE5683E0}">
      <dgm:prSet phldrT="[Text]"/>
      <dgm:spPr/>
      <dgm:t>
        <a:bodyPr/>
        <a:lstStyle/>
        <a:p>
          <a:r>
            <a:rPr lang="en-US" dirty="0"/>
            <a:t>Some text here</a:t>
          </a:r>
        </a:p>
      </dgm:t>
    </dgm:pt>
    <dgm:pt modelId="{EFE20FCA-41FE-42D4-8C71-85751017ADFF}" type="parTrans" cxnId="{5670A7D8-BA42-4857-8679-D269077AD7D7}">
      <dgm:prSet/>
      <dgm:spPr/>
      <dgm:t>
        <a:bodyPr/>
        <a:lstStyle/>
        <a:p>
          <a:endParaRPr lang="en-US"/>
        </a:p>
      </dgm:t>
    </dgm:pt>
    <dgm:pt modelId="{C901204A-BC8E-4B62-854A-DFB2104323F5}" type="sibTrans" cxnId="{5670A7D8-BA42-4857-8679-D269077AD7D7}">
      <dgm:prSet/>
      <dgm:spPr/>
      <dgm:t>
        <a:bodyPr/>
        <a:lstStyle/>
        <a:p>
          <a:endParaRPr lang="en-US"/>
        </a:p>
      </dgm:t>
    </dgm:pt>
    <dgm:pt modelId="{F64D9B44-8949-42CE-A3F5-920CF85E6D38}">
      <dgm:prSet phldrT="[Text]"/>
      <dgm:spPr/>
      <dgm:t>
        <a:bodyPr/>
        <a:lstStyle/>
        <a:p>
          <a:r>
            <a:rPr lang="en-US" dirty="0"/>
            <a:t>Some text here</a:t>
          </a:r>
        </a:p>
      </dgm:t>
    </dgm:pt>
    <dgm:pt modelId="{81AB81A4-D793-40B9-964C-9DA3AF17B95D}" type="parTrans" cxnId="{F091E13E-CC91-4760-8919-F8E7FA115B30}">
      <dgm:prSet/>
      <dgm:spPr/>
      <dgm:t>
        <a:bodyPr/>
        <a:lstStyle/>
        <a:p>
          <a:endParaRPr lang="en-US"/>
        </a:p>
      </dgm:t>
    </dgm:pt>
    <dgm:pt modelId="{ECDC803C-5DBD-4EEE-A68A-AC8585F1A4EB}" type="sibTrans" cxnId="{F091E13E-CC91-4760-8919-F8E7FA115B30}">
      <dgm:prSet/>
      <dgm:spPr/>
      <dgm:t>
        <a:bodyPr/>
        <a:lstStyle/>
        <a:p>
          <a:endParaRPr lang="en-US"/>
        </a:p>
      </dgm:t>
    </dgm:pt>
    <dgm:pt modelId="{FB67EBEA-730E-4A48-B12F-A27CEF8D1831}">
      <dgm:prSet phldrT="[Text]"/>
      <dgm:spPr/>
      <dgm:t>
        <a:bodyPr/>
        <a:lstStyle/>
        <a:p>
          <a:r>
            <a:rPr lang="en-US"/>
            <a:t>Some text here</a:t>
          </a:r>
          <a:endParaRPr lang="en-US" dirty="0"/>
        </a:p>
      </dgm:t>
    </dgm:pt>
    <dgm:pt modelId="{9C10B121-0826-4DC8-8642-DFB3A0CAD74E}" type="parTrans" cxnId="{0F927267-4BB7-4CB0-B201-0F1BAB278C2E}">
      <dgm:prSet/>
      <dgm:spPr/>
      <dgm:t>
        <a:bodyPr/>
        <a:lstStyle/>
        <a:p>
          <a:endParaRPr lang="en-US"/>
        </a:p>
      </dgm:t>
    </dgm:pt>
    <dgm:pt modelId="{0BCC33CD-7B0B-4A56-9FC2-30AFAA22121C}" type="sibTrans" cxnId="{0F927267-4BB7-4CB0-B201-0F1BAB278C2E}">
      <dgm:prSet/>
      <dgm:spPr/>
      <dgm:t>
        <a:bodyPr/>
        <a:lstStyle/>
        <a:p>
          <a:endParaRPr lang="en-US"/>
        </a:p>
      </dgm:t>
    </dgm:pt>
    <dgm:pt modelId="{C7C1FEF5-8ADB-4C31-9E09-DD0B653F326A}" type="pres">
      <dgm:prSet presAssocID="{B9C32B05-62EA-407A-B21C-2310C7945705}" presName="Name0" presStyleCnt="0">
        <dgm:presLayoutVars>
          <dgm:dir/>
          <dgm:animLvl val="lvl"/>
          <dgm:resizeHandles val="exact"/>
        </dgm:presLayoutVars>
      </dgm:prSet>
      <dgm:spPr/>
    </dgm:pt>
    <dgm:pt modelId="{CAF8E8FA-70EC-4A4A-B3FC-6AD625D9A2F0}" type="pres">
      <dgm:prSet presAssocID="{42D71409-67F9-455C-8C6D-716D284AAA6B}" presName="compositeNode" presStyleCnt="0">
        <dgm:presLayoutVars>
          <dgm:bulletEnabled val="1"/>
        </dgm:presLayoutVars>
      </dgm:prSet>
      <dgm:spPr/>
    </dgm:pt>
    <dgm:pt modelId="{94D1E347-968C-4CCA-BD11-C2E353789CB8}" type="pres">
      <dgm:prSet presAssocID="{42D71409-67F9-455C-8C6D-716D284AAA6B}" presName="bgRect" presStyleLbl="node1" presStyleIdx="0" presStyleCnt="5"/>
      <dgm:spPr/>
    </dgm:pt>
    <dgm:pt modelId="{119DD65F-E14B-4376-8455-46FE8F444B02}" type="pres">
      <dgm:prSet presAssocID="{42D71409-67F9-455C-8C6D-716D284AAA6B}" presName="parentNode" presStyleLbl="node1" presStyleIdx="0" presStyleCnt="5">
        <dgm:presLayoutVars>
          <dgm:chMax val="0"/>
          <dgm:bulletEnabled val="1"/>
        </dgm:presLayoutVars>
      </dgm:prSet>
      <dgm:spPr/>
    </dgm:pt>
    <dgm:pt modelId="{FAAF1218-6F9D-495B-B296-8F6DB7837A0E}" type="pres">
      <dgm:prSet presAssocID="{42D71409-67F9-455C-8C6D-716D284AAA6B}" presName="childNode" presStyleLbl="node1" presStyleIdx="0" presStyleCnt="5">
        <dgm:presLayoutVars>
          <dgm:bulletEnabled val="1"/>
        </dgm:presLayoutVars>
      </dgm:prSet>
      <dgm:spPr/>
    </dgm:pt>
    <dgm:pt modelId="{CE20F105-A917-4AD6-9C2E-BB3D781C02A2}" type="pres">
      <dgm:prSet presAssocID="{478B7D3C-9FB4-4BC6-90AC-49960560DECD}" presName="hSp" presStyleCnt="0"/>
      <dgm:spPr/>
    </dgm:pt>
    <dgm:pt modelId="{A7142CC7-6D0B-456B-853F-402F0C5D9097}" type="pres">
      <dgm:prSet presAssocID="{478B7D3C-9FB4-4BC6-90AC-49960560DECD}" presName="vProcSp" presStyleCnt="0"/>
      <dgm:spPr/>
    </dgm:pt>
    <dgm:pt modelId="{EDA7FC74-DF90-4A19-AAF2-2CE36B5DF40B}" type="pres">
      <dgm:prSet presAssocID="{478B7D3C-9FB4-4BC6-90AC-49960560DECD}" presName="vSp1" presStyleCnt="0"/>
      <dgm:spPr/>
    </dgm:pt>
    <dgm:pt modelId="{8AB8B753-5F5B-404B-912C-9B3329B2F089}" type="pres">
      <dgm:prSet presAssocID="{478B7D3C-9FB4-4BC6-90AC-49960560DECD}" presName="simulatedConn" presStyleLbl="solidFgAcc1" presStyleIdx="0" presStyleCnt="4"/>
      <dgm:spPr/>
    </dgm:pt>
    <dgm:pt modelId="{CA905831-708C-4361-8C91-B458313BBAC8}" type="pres">
      <dgm:prSet presAssocID="{478B7D3C-9FB4-4BC6-90AC-49960560DECD}" presName="vSp2" presStyleCnt="0"/>
      <dgm:spPr/>
    </dgm:pt>
    <dgm:pt modelId="{59F8669E-B141-4E50-812D-C74933A7B601}" type="pres">
      <dgm:prSet presAssocID="{478B7D3C-9FB4-4BC6-90AC-49960560DECD}" presName="sibTrans" presStyleCnt="0"/>
      <dgm:spPr/>
    </dgm:pt>
    <dgm:pt modelId="{65B58604-9B2E-4E40-B501-A9E5635F1226}" type="pres">
      <dgm:prSet presAssocID="{F66099B6-DBBD-4AB0-82D2-877B80F846F7}" presName="compositeNode" presStyleCnt="0">
        <dgm:presLayoutVars>
          <dgm:bulletEnabled val="1"/>
        </dgm:presLayoutVars>
      </dgm:prSet>
      <dgm:spPr/>
    </dgm:pt>
    <dgm:pt modelId="{B25625BF-A445-4944-B67C-D668903741FA}" type="pres">
      <dgm:prSet presAssocID="{F66099B6-DBBD-4AB0-82D2-877B80F846F7}" presName="bgRect" presStyleLbl="node1" presStyleIdx="1" presStyleCnt="5"/>
      <dgm:spPr/>
    </dgm:pt>
    <dgm:pt modelId="{12BF6EC0-FFF2-4D00-833F-F9F70FDDD193}" type="pres">
      <dgm:prSet presAssocID="{F66099B6-DBBD-4AB0-82D2-877B80F846F7}" presName="parentNode" presStyleLbl="node1" presStyleIdx="1" presStyleCnt="5">
        <dgm:presLayoutVars>
          <dgm:chMax val="0"/>
          <dgm:bulletEnabled val="1"/>
        </dgm:presLayoutVars>
      </dgm:prSet>
      <dgm:spPr/>
    </dgm:pt>
    <dgm:pt modelId="{5E681127-DB56-4A47-844D-B6FC4FFE49BA}" type="pres">
      <dgm:prSet presAssocID="{F66099B6-DBBD-4AB0-82D2-877B80F846F7}" presName="childNode" presStyleLbl="node1" presStyleIdx="1" presStyleCnt="5">
        <dgm:presLayoutVars>
          <dgm:bulletEnabled val="1"/>
        </dgm:presLayoutVars>
      </dgm:prSet>
      <dgm:spPr/>
    </dgm:pt>
    <dgm:pt modelId="{1133E2F5-3E90-414F-951C-22215A147E98}" type="pres">
      <dgm:prSet presAssocID="{BC531B32-9B0E-482E-BF91-65C61F17168D}" presName="hSp" presStyleCnt="0"/>
      <dgm:spPr/>
    </dgm:pt>
    <dgm:pt modelId="{4D4B5A4E-7A93-4ABA-90BE-5C601FAA350D}" type="pres">
      <dgm:prSet presAssocID="{BC531B32-9B0E-482E-BF91-65C61F17168D}" presName="vProcSp" presStyleCnt="0"/>
      <dgm:spPr/>
    </dgm:pt>
    <dgm:pt modelId="{AAB58464-1723-4220-A26B-4678F64E1F22}" type="pres">
      <dgm:prSet presAssocID="{BC531B32-9B0E-482E-BF91-65C61F17168D}" presName="vSp1" presStyleCnt="0"/>
      <dgm:spPr/>
    </dgm:pt>
    <dgm:pt modelId="{0B8F6EC3-ABE1-4099-8313-DB66AD3F585C}" type="pres">
      <dgm:prSet presAssocID="{BC531B32-9B0E-482E-BF91-65C61F17168D}" presName="simulatedConn" presStyleLbl="solidFgAcc1" presStyleIdx="1" presStyleCnt="4"/>
      <dgm:spPr/>
    </dgm:pt>
    <dgm:pt modelId="{2CCDB2B5-BFD0-4C5E-AB21-757D0EE37A78}" type="pres">
      <dgm:prSet presAssocID="{BC531B32-9B0E-482E-BF91-65C61F17168D}" presName="vSp2" presStyleCnt="0"/>
      <dgm:spPr/>
    </dgm:pt>
    <dgm:pt modelId="{30007659-84CA-4C88-939B-EF2850111BA3}" type="pres">
      <dgm:prSet presAssocID="{BC531B32-9B0E-482E-BF91-65C61F17168D}" presName="sibTrans" presStyleCnt="0"/>
      <dgm:spPr/>
    </dgm:pt>
    <dgm:pt modelId="{2E22D98F-F438-41AA-B969-5D3BE05F772C}" type="pres">
      <dgm:prSet presAssocID="{EE62A4F6-4AC4-435B-990E-81A71CE8CAC7}" presName="compositeNode" presStyleCnt="0">
        <dgm:presLayoutVars>
          <dgm:bulletEnabled val="1"/>
        </dgm:presLayoutVars>
      </dgm:prSet>
      <dgm:spPr/>
    </dgm:pt>
    <dgm:pt modelId="{6C474488-1D92-4F88-A6E6-3A9843191F29}" type="pres">
      <dgm:prSet presAssocID="{EE62A4F6-4AC4-435B-990E-81A71CE8CAC7}" presName="bgRect" presStyleLbl="node1" presStyleIdx="2" presStyleCnt="5"/>
      <dgm:spPr/>
    </dgm:pt>
    <dgm:pt modelId="{12E7C491-0D34-4F52-87E6-B37AD059E3A6}" type="pres">
      <dgm:prSet presAssocID="{EE62A4F6-4AC4-435B-990E-81A71CE8CAC7}" presName="parentNode" presStyleLbl="node1" presStyleIdx="2" presStyleCnt="5">
        <dgm:presLayoutVars>
          <dgm:chMax val="0"/>
          <dgm:bulletEnabled val="1"/>
        </dgm:presLayoutVars>
      </dgm:prSet>
      <dgm:spPr/>
    </dgm:pt>
    <dgm:pt modelId="{EF068BAE-88A3-41F6-9476-D35253B73C48}" type="pres">
      <dgm:prSet presAssocID="{EE62A4F6-4AC4-435B-990E-81A71CE8CAC7}" presName="childNode" presStyleLbl="node1" presStyleIdx="2" presStyleCnt="5">
        <dgm:presLayoutVars>
          <dgm:bulletEnabled val="1"/>
        </dgm:presLayoutVars>
      </dgm:prSet>
      <dgm:spPr/>
    </dgm:pt>
    <dgm:pt modelId="{BAC33BA8-D217-401F-975C-A9419192B22A}" type="pres">
      <dgm:prSet presAssocID="{389F9A93-0231-4877-8C41-5D5B8DD7AAC0}" presName="hSp" presStyleCnt="0"/>
      <dgm:spPr/>
    </dgm:pt>
    <dgm:pt modelId="{C4110927-A8D2-4E0C-A0FF-1AC095895B0D}" type="pres">
      <dgm:prSet presAssocID="{389F9A93-0231-4877-8C41-5D5B8DD7AAC0}" presName="vProcSp" presStyleCnt="0"/>
      <dgm:spPr/>
    </dgm:pt>
    <dgm:pt modelId="{EBAD1348-87A8-4945-9AAF-52957D739830}" type="pres">
      <dgm:prSet presAssocID="{389F9A93-0231-4877-8C41-5D5B8DD7AAC0}" presName="vSp1" presStyleCnt="0"/>
      <dgm:spPr/>
    </dgm:pt>
    <dgm:pt modelId="{85F9E174-638D-4873-B481-C88578499067}" type="pres">
      <dgm:prSet presAssocID="{389F9A93-0231-4877-8C41-5D5B8DD7AAC0}" presName="simulatedConn" presStyleLbl="solidFgAcc1" presStyleIdx="2" presStyleCnt="4"/>
      <dgm:spPr/>
    </dgm:pt>
    <dgm:pt modelId="{D0964EF9-EB45-420E-BC7F-06C2A0E1EB9E}" type="pres">
      <dgm:prSet presAssocID="{389F9A93-0231-4877-8C41-5D5B8DD7AAC0}" presName="vSp2" presStyleCnt="0"/>
      <dgm:spPr/>
    </dgm:pt>
    <dgm:pt modelId="{A479B511-54B7-48A1-9E03-BE41DAAF93F6}" type="pres">
      <dgm:prSet presAssocID="{389F9A93-0231-4877-8C41-5D5B8DD7AAC0}" presName="sibTrans" presStyleCnt="0"/>
      <dgm:spPr/>
    </dgm:pt>
    <dgm:pt modelId="{28CA0ABE-1DB3-49C6-AC8C-E2006C9D446F}" type="pres">
      <dgm:prSet presAssocID="{2A22E84C-3AA3-4E9C-AE5F-9C2FB0D7FB11}" presName="compositeNode" presStyleCnt="0">
        <dgm:presLayoutVars>
          <dgm:bulletEnabled val="1"/>
        </dgm:presLayoutVars>
      </dgm:prSet>
      <dgm:spPr/>
    </dgm:pt>
    <dgm:pt modelId="{AE4ACDCD-5C1A-434F-9949-ACEB28EA9C1D}" type="pres">
      <dgm:prSet presAssocID="{2A22E84C-3AA3-4E9C-AE5F-9C2FB0D7FB11}" presName="bgRect" presStyleLbl="node1" presStyleIdx="3" presStyleCnt="5"/>
      <dgm:spPr/>
    </dgm:pt>
    <dgm:pt modelId="{1A7E3796-9FB4-4217-BBCC-19D073D14E4E}" type="pres">
      <dgm:prSet presAssocID="{2A22E84C-3AA3-4E9C-AE5F-9C2FB0D7FB11}" presName="parentNode" presStyleLbl="node1" presStyleIdx="3" presStyleCnt="5">
        <dgm:presLayoutVars>
          <dgm:chMax val="0"/>
          <dgm:bulletEnabled val="1"/>
        </dgm:presLayoutVars>
      </dgm:prSet>
      <dgm:spPr/>
    </dgm:pt>
    <dgm:pt modelId="{3FDE6793-8A44-4CD5-AF8A-A34434FE1826}" type="pres">
      <dgm:prSet presAssocID="{2A22E84C-3AA3-4E9C-AE5F-9C2FB0D7FB11}" presName="childNode" presStyleLbl="node1" presStyleIdx="3" presStyleCnt="5">
        <dgm:presLayoutVars>
          <dgm:bulletEnabled val="1"/>
        </dgm:presLayoutVars>
      </dgm:prSet>
      <dgm:spPr/>
    </dgm:pt>
    <dgm:pt modelId="{9E54E6E1-28ED-482C-94A2-345345BE38A2}" type="pres">
      <dgm:prSet presAssocID="{744EA591-F199-49C2-B63A-82709D96C729}" presName="hSp" presStyleCnt="0"/>
      <dgm:spPr/>
    </dgm:pt>
    <dgm:pt modelId="{7B64431F-D9E8-4472-A553-796AC9A63F51}" type="pres">
      <dgm:prSet presAssocID="{744EA591-F199-49C2-B63A-82709D96C729}" presName="vProcSp" presStyleCnt="0"/>
      <dgm:spPr/>
    </dgm:pt>
    <dgm:pt modelId="{5BCE4BEE-3D2D-40D2-9D61-FD15AEDB18F3}" type="pres">
      <dgm:prSet presAssocID="{744EA591-F199-49C2-B63A-82709D96C729}" presName="vSp1" presStyleCnt="0"/>
      <dgm:spPr/>
    </dgm:pt>
    <dgm:pt modelId="{6F1FC37A-8F00-429A-ABB5-A98F69AABB37}" type="pres">
      <dgm:prSet presAssocID="{744EA591-F199-49C2-B63A-82709D96C729}" presName="simulatedConn" presStyleLbl="solidFgAcc1" presStyleIdx="3" presStyleCnt="4"/>
      <dgm:spPr/>
    </dgm:pt>
    <dgm:pt modelId="{454DA998-2EF0-4A32-A60C-98B992AB51A2}" type="pres">
      <dgm:prSet presAssocID="{744EA591-F199-49C2-B63A-82709D96C729}" presName="vSp2" presStyleCnt="0"/>
      <dgm:spPr/>
    </dgm:pt>
    <dgm:pt modelId="{44CF1B62-336F-485A-8CCA-5AEF47355A41}" type="pres">
      <dgm:prSet presAssocID="{744EA591-F199-49C2-B63A-82709D96C729}" presName="sibTrans" presStyleCnt="0"/>
      <dgm:spPr/>
    </dgm:pt>
    <dgm:pt modelId="{E8F02E16-A04E-4ABD-A910-2D7850369CF9}" type="pres">
      <dgm:prSet presAssocID="{36045517-CEA4-4BE3-B836-C2B6BFE5649B}" presName="compositeNode" presStyleCnt="0">
        <dgm:presLayoutVars>
          <dgm:bulletEnabled val="1"/>
        </dgm:presLayoutVars>
      </dgm:prSet>
      <dgm:spPr/>
    </dgm:pt>
    <dgm:pt modelId="{BE274DEC-B292-4AE5-8B53-E2D19FB183FA}" type="pres">
      <dgm:prSet presAssocID="{36045517-CEA4-4BE3-B836-C2B6BFE5649B}" presName="bgRect" presStyleLbl="node1" presStyleIdx="4" presStyleCnt="5"/>
      <dgm:spPr/>
    </dgm:pt>
    <dgm:pt modelId="{22D0DA8B-0B1E-4F98-8E5E-C058371B684D}" type="pres">
      <dgm:prSet presAssocID="{36045517-CEA4-4BE3-B836-C2B6BFE5649B}" presName="parentNode" presStyleLbl="node1" presStyleIdx="4" presStyleCnt="5">
        <dgm:presLayoutVars>
          <dgm:chMax val="0"/>
          <dgm:bulletEnabled val="1"/>
        </dgm:presLayoutVars>
      </dgm:prSet>
      <dgm:spPr/>
    </dgm:pt>
    <dgm:pt modelId="{964A7440-54A1-40BD-B8B0-B4D5E88715FA}" type="pres">
      <dgm:prSet presAssocID="{36045517-CEA4-4BE3-B836-C2B6BFE5649B}" presName="childNode" presStyleLbl="node1" presStyleIdx="4" presStyleCnt="5">
        <dgm:presLayoutVars>
          <dgm:bulletEnabled val="1"/>
        </dgm:presLayoutVars>
      </dgm:prSet>
      <dgm:spPr/>
    </dgm:pt>
  </dgm:ptLst>
  <dgm:cxnLst>
    <dgm:cxn modelId="{1C369200-6E21-4C8A-85F4-A3DFBCC989EB}" type="presOf" srcId="{36045517-CEA4-4BE3-B836-C2B6BFE5649B}" destId="{22D0DA8B-0B1E-4F98-8E5E-C058371B684D}" srcOrd="1" destOrd="0" presId="urn:microsoft.com/office/officeart/2005/8/layout/hProcess7"/>
    <dgm:cxn modelId="{57332201-9FFA-49A4-BDAE-6FF441A16342}" type="presOf" srcId="{F64D9B44-8949-42CE-A3F5-920CF85E6D38}" destId="{964A7440-54A1-40BD-B8B0-B4D5E88715FA}" srcOrd="0" destOrd="1" presId="urn:microsoft.com/office/officeart/2005/8/layout/hProcess7"/>
    <dgm:cxn modelId="{7A42E505-9BEB-4D16-B3BD-2C9427857158}" type="presOf" srcId="{EE62A4F6-4AC4-435B-990E-81A71CE8CAC7}" destId="{6C474488-1D92-4F88-A6E6-3A9843191F29}" srcOrd="0" destOrd="0" presId="urn:microsoft.com/office/officeart/2005/8/layout/hProcess7"/>
    <dgm:cxn modelId="{F7D7C606-81DF-458D-B3B9-FDFD3A32A470}" type="presOf" srcId="{36045517-CEA4-4BE3-B836-C2B6BFE5649B}" destId="{BE274DEC-B292-4AE5-8B53-E2D19FB183FA}" srcOrd="0" destOrd="0" presId="urn:microsoft.com/office/officeart/2005/8/layout/hProcess7"/>
    <dgm:cxn modelId="{B66F450C-DF53-48B8-93DC-959385D96FED}" type="presOf" srcId="{9ADACFBF-2A78-45C9-A7C4-5E5DBC674760}" destId="{3FDE6793-8A44-4CD5-AF8A-A34434FE1826}" srcOrd="0" destOrd="0" presId="urn:microsoft.com/office/officeart/2005/8/layout/hProcess7"/>
    <dgm:cxn modelId="{2AA9C11F-1F1D-428E-801A-47EAA766C99D}" srcId="{B9C32B05-62EA-407A-B21C-2310C7945705}" destId="{42D71409-67F9-455C-8C6D-716D284AAA6B}" srcOrd="0" destOrd="0" parTransId="{51680ED1-AF6E-4B28-AE94-92B0EFB0DF7D}" sibTransId="{478B7D3C-9FB4-4BC6-90AC-49960560DECD}"/>
    <dgm:cxn modelId="{53C8102D-2206-4727-91F6-0A004BDBCD4C}" type="presOf" srcId="{8EA7219F-BDB2-48EB-9EEB-3133522D132E}" destId="{FAAF1218-6F9D-495B-B296-8F6DB7837A0E}" srcOrd="0" destOrd="0" presId="urn:microsoft.com/office/officeart/2005/8/layout/hProcess7"/>
    <dgm:cxn modelId="{B4F3EA32-CE64-4A92-9BAE-BC57E5392B05}" srcId="{B9C32B05-62EA-407A-B21C-2310C7945705}" destId="{F66099B6-DBBD-4AB0-82D2-877B80F846F7}" srcOrd="1" destOrd="0" parTransId="{B09C8BFB-F41C-4AC4-AB94-F216E3081C2D}" sibTransId="{BC531B32-9B0E-482E-BF91-65C61F17168D}"/>
    <dgm:cxn modelId="{35013F34-57BC-4E3C-A003-07C0E49926DB}" srcId="{F66099B6-DBBD-4AB0-82D2-877B80F846F7}" destId="{BE788BF5-FE9F-4C7D-A1CD-9232D7860179}" srcOrd="1" destOrd="0" parTransId="{963A52CB-C772-45F2-8A30-8ABA6B14D3CE}" sibTransId="{88191C5E-55BA-42F2-B842-FC86CBBADC0F}"/>
    <dgm:cxn modelId="{3C51DA36-38B0-44F1-8F73-5BC3E128292D}" type="presOf" srcId="{6C39594C-4AE1-4221-9751-E4FBA9469435}" destId="{3FDE6793-8A44-4CD5-AF8A-A34434FE1826}" srcOrd="0" destOrd="1" presId="urn:microsoft.com/office/officeart/2005/8/layout/hProcess7"/>
    <dgm:cxn modelId="{2F027138-B3C1-4D0D-B6F8-6FA9A4017778}" type="presOf" srcId="{B9C32B05-62EA-407A-B21C-2310C7945705}" destId="{C7C1FEF5-8ADB-4C31-9E09-DD0B653F326A}" srcOrd="0" destOrd="0" presId="urn:microsoft.com/office/officeart/2005/8/layout/hProcess7"/>
    <dgm:cxn modelId="{4019353B-443B-4DED-AA6C-3C60E18414C7}" srcId="{B9C32B05-62EA-407A-B21C-2310C7945705}" destId="{36045517-CEA4-4BE3-B836-C2B6BFE5649B}" srcOrd="4" destOrd="0" parTransId="{6231A36F-9B04-4B4A-917A-7E163AFFC956}" sibTransId="{BFF3C5ED-87D0-4709-A3B8-A7BF0668006A}"/>
    <dgm:cxn modelId="{F091E13E-CC91-4760-8919-F8E7FA115B30}" srcId="{36045517-CEA4-4BE3-B836-C2B6BFE5649B}" destId="{F64D9B44-8949-42CE-A3F5-920CF85E6D38}" srcOrd="1" destOrd="0" parTransId="{81AB81A4-D793-40B9-964C-9DA3AF17B95D}" sibTransId="{ECDC803C-5DBD-4EEE-A68A-AC8585F1A4EB}"/>
    <dgm:cxn modelId="{7D304447-A037-4E38-8752-CFAD3838D3BD}" type="presOf" srcId="{3CE06941-9820-4827-8B16-CD80CC49F780}" destId="{EF068BAE-88A3-41F6-9476-D35253B73C48}" srcOrd="0" destOrd="0" presId="urn:microsoft.com/office/officeart/2005/8/layout/hProcess7"/>
    <dgm:cxn modelId="{21414947-8BFF-4A57-BA4C-48BC405A4057}" type="presOf" srcId="{3AF880A5-0F00-4315-A5DF-1FE656798601}" destId="{FAAF1218-6F9D-495B-B296-8F6DB7837A0E}" srcOrd="0" destOrd="1" presId="urn:microsoft.com/office/officeart/2005/8/layout/hProcess7"/>
    <dgm:cxn modelId="{0F927267-4BB7-4CB0-B201-0F1BAB278C2E}" srcId="{42D71409-67F9-455C-8C6D-716D284AAA6B}" destId="{FB67EBEA-730E-4A48-B12F-A27CEF8D1831}" srcOrd="2" destOrd="0" parTransId="{9C10B121-0826-4DC8-8642-DFB3A0CAD74E}" sibTransId="{0BCC33CD-7B0B-4A56-9FC2-30AFAA22121C}"/>
    <dgm:cxn modelId="{C28C8769-9427-444E-AD9E-1F603E26BC67}" type="presOf" srcId="{FB67EBEA-730E-4A48-B12F-A27CEF8D1831}" destId="{FAAF1218-6F9D-495B-B296-8F6DB7837A0E}" srcOrd="0" destOrd="2" presId="urn:microsoft.com/office/officeart/2005/8/layout/hProcess7"/>
    <dgm:cxn modelId="{AFBDA951-7B2C-4A29-8AD5-BC0C1EEB5D8B}" type="presOf" srcId="{42D71409-67F9-455C-8C6D-716D284AAA6B}" destId="{94D1E347-968C-4CCA-BD11-C2E353789CB8}" srcOrd="0" destOrd="0" presId="urn:microsoft.com/office/officeart/2005/8/layout/hProcess7"/>
    <dgm:cxn modelId="{7F96AC57-2F84-4E8C-AA92-E82865EE63FE}" srcId="{EE62A4F6-4AC4-435B-990E-81A71CE8CAC7}" destId="{386C2B6D-2EE1-4682-AE61-EE246CD54E31}" srcOrd="1" destOrd="0" parTransId="{649D72FB-0D8F-479C-87D1-C73133EF35E2}" sibTransId="{E1C9E6F1-2ED2-4DD8-9B78-28FC1AF5D352}"/>
    <dgm:cxn modelId="{2B98897D-9937-49AC-9FE9-6629E912033A}" srcId="{2A22E84C-3AA3-4E9C-AE5F-9C2FB0D7FB11}" destId="{9ADACFBF-2A78-45C9-A7C4-5E5DBC674760}" srcOrd="0" destOrd="0" parTransId="{E121796C-71AB-4354-A1D4-3BF0025298A5}" sibTransId="{F3FE7E5A-DC73-423B-998C-02943CF263BF}"/>
    <dgm:cxn modelId="{F649B283-A7A6-41F9-850F-68230E47A809}" type="presOf" srcId="{42D71409-67F9-455C-8C6D-716D284AAA6B}" destId="{119DD65F-E14B-4376-8455-46FE8F444B02}" srcOrd="1" destOrd="0" presId="urn:microsoft.com/office/officeart/2005/8/layout/hProcess7"/>
    <dgm:cxn modelId="{2DC24386-BC50-4BAB-8571-16CB10C2603C}" srcId="{F66099B6-DBBD-4AB0-82D2-877B80F846F7}" destId="{6CF284C3-4A70-4432-8F33-E75A802B3330}" srcOrd="0" destOrd="0" parTransId="{044831E6-2FC9-4DDA-81FB-5FA418568D07}" sibTransId="{CD50B82D-84BB-4747-B282-ABB339EBA294}"/>
    <dgm:cxn modelId="{D88E9B8B-2FD8-4F35-B0F5-96AE7ED75149}" type="presOf" srcId="{BE788BF5-FE9F-4C7D-A1CD-9232D7860179}" destId="{5E681127-DB56-4A47-844D-B6FC4FFE49BA}" srcOrd="0" destOrd="1" presId="urn:microsoft.com/office/officeart/2005/8/layout/hProcess7"/>
    <dgm:cxn modelId="{1AB70495-9857-4A96-83F7-40E229250641}" type="presOf" srcId="{2A22E84C-3AA3-4E9C-AE5F-9C2FB0D7FB11}" destId="{1A7E3796-9FB4-4217-BBCC-19D073D14E4E}" srcOrd="1" destOrd="0" presId="urn:microsoft.com/office/officeart/2005/8/layout/hProcess7"/>
    <dgm:cxn modelId="{C99CE395-39F6-46B4-938C-9BF085685D1A}" srcId="{EE62A4F6-4AC4-435B-990E-81A71CE8CAC7}" destId="{3CE06941-9820-4827-8B16-CD80CC49F780}" srcOrd="0" destOrd="0" parTransId="{141A3C92-8966-4E2F-82E4-2E09E22674B2}" sibTransId="{F58FC55B-E61F-445C-956E-0BB2202254CA}"/>
    <dgm:cxn modelId="{7AF91B96-DA69-42D6-83DE-0E63677A4C47}" srcId="{2A22E84C-3AA3-4E9C-AE5F-9C2FB0D7FB11}" destId="{6C39594C-4AE1-4221-9751-E4FBA9469435}" srcOrd="1" destOrd="0" parTransId="{EA90E5E0-265B-4677-A3EF-FCD0DFDF4F41}" sibTransId="{F04E3063-747B-4761-B46E-8C06B2EF3C55}"/>
    <dgm:cxn modelId="{107B8C99-3910-4E40-AD29-CC89AE4F0843}" type="presOf" srcId="{2A22E84C-3AA3-4E9C-AE5F-9C2FB0D7FB11}" destId="{AE4ACDCD-5C1A-434F-9949-ACEB28EA9C1D}" srcOrd="0" destOrd="0" presId="urn:microsoft.com/office/officeart/2005/8/layout/hProcess7"/>
    <dgm:cxn modelId="{0DE12EA1-91DD-434B-842A-DEDD3900135E}" type="presOf" srcId="{386C2B6D-2EE1-4682-AE61-EE246CD54E31}" destId="{EF068BAE-88A3-41F6-9476-D35253B73C48}" srcOrd="0" destOrd="1" presId="urn:microsoft.com/office/officeart/2005/8/layout/hProcess7"/>
    <dgm:cxn modelId="{6D3048A2-B184-4EFE-8447-6A8094DE683C}" type="presOf" srcId="{110CC072-E78D-486A-BD24-8CD6CE5683E0}" destId="{964A7440-54A1-40BD-B8B0-B4D5E88715FA}" srcOrd="0" destOrd="0" presId="urn:microsoft.com/office/officeart/2005/8/layout/hProcess7"/>
    <dgm:cxn modelId="{3A2CECA6-0C5B-46BB-B7C6-7D37E9D210BD}" srcId="{B9C32B05-62EA-407A-B21C-2310C7945705}" destId="{EE62A4F6-4AC4-435B-990E-81A71CE8CAC7}" srcOrd="2" destOrd="0" parTransId="{F287B947-7343-4FA2-B288-B23A59FFAE31}" sibTransId="{389F9A93-0231-4877-8C41-5D5B8DD7AAC0}"/>
    <dgm:cxn modelId="{B7E9AAC9-6629-4215-8DF7-F06B80CA8F78}" type="presOf" srcId="{EE62A4F6-4AC4-435B-990E-81A71CE8CAC7}" destId="{12E7C491-0D34-4F52-87E6-B37AD059E3A6}" srcOrd="1" destOrd="0" presId="urn:microsoft.com/office/officeart/2005/8/layout/hProcess7"/>
    <dgm:cxn modelId="{5670A7D8-BA42-4857-8679-D269077AD7D7}" srcId="{36045517-CEA4-4BE3-B836-C2B6BFE5649B}" destId="{110CC072-E78D-486A-BD24-8CD6CE5683E0}" srcOrd="0" destOrd="0" parTransId="{EFE20FCA-41FE-42D4-8C71-85751017ADFF}" sibTransId="{C901204A-BC8E-4B62-854A-DFB2104323F5}"/>
    <dgm:cxn modelId="{6EE4FCD9-436A-4774-9C98-6CB6797774DF}" type="presOf" srcId="{6CF284C3-4A70-4432-8F33-E75A802B3330}" destId="{5E681127-DB56-4A47-844D-B6FC4FFE49BA}" srcOrd="0" destOrd="0" presId="urn:microsoft.com/office/officeart/2005/8/layout/hProcess7"/>
    <dgm:cxn modelId="{95A7A0DB-FF37-4917-ADF4-BD6FF401B4B2}" type="presOf" srcId="{F66099B6-DBBD-4AB0-82D2-877B80F846F7}" destId="{12BF6EC0-FFF2-4D00-833F-F9F70FDDD193}" srcOrd="1" destOrd="0" presId="urn:microsoft.com/office/officeart/2005/8/layout/hProcess7"/>
    <dgm:cxn modelId="{24F8CBE2-5003-4E69-A772-6B98F2B05181}" srcId="{42D71409-67F9-455C-8C6D-716D284AAA6B}" destId="{3AF880A5-0F00-4315-A5DF-1FE656798601}" srcOrd="1" destOrd="0" parTransId="{A13BB1F9-5857-4B43-8BF5-6589AA2CB759}" sibTransId="{C198C41D-2640-4669-83ED-E0CD35701C8E}"/>
    <dgm:cxn modelId="{BEB859E7-C343-408E-86A1-667C27EE5761}" srcId="{B9C32B05-62EA-407A-B21C-2310C7945705}" destId="{2A22E84C-3AA3-4E9C-AE5F-9C2FB0D7FB11}" srcOrd="3" destOrd="0" parTransId="{6C025E55-DF42-4C5D-AFD5-6015FA053D46}" sibTransId="{744EA591-F199-49C2-B63A-82709D96C729}"/>
    <dgm:cxn modelId="{8C7276EC-553D-444B-A9C8-5CC1EE5FE0DF}" type="presOf" srcId="{F66099B6-DBBD-4AB0-82D2-877B80F846F7}" destId="{B25625BF-A445-4944-B67C-D668903741FA}" srcOrd="0" destOrd="0" presId="urn:microsoft.com/office/officeart/2005/8/layout/hProcess7"/>
    <dgm:cxn modelId="{58AD7EEF-D408-406B-87EE-4691D4C30668}" srcId="{42D71409-67F9-455C-8C6D-716D284AAA6B}" destId="{8EA7219F-BDB2-48EB-9EEB-3133522D132E}" srcOrd="0" destOrd="0" parTransId="{3EE8403A-CB7C-4815-85BD-AEBCAEB71B37}" sibTransId="{C94B7947-85DC-4B21-BB99-DF8438356F98}"/>
    <dgm:cxn modelId="{4B04CB9C-7540-4D15-8E91-93E26D80C78A}" type="presParOf" srcId="{C7C1FEF5-8ADB-4C31-9E09-DD0B653F326A}" destId="{CAF8E8FA-70EC-4A4A-B3FC-6AD625D9A2F0}" srcOrd="0" destOrd="0" presId="urn:microsoft.com/office/officeart/2005/8/layout/hProcess7"/>
    <dgm:cxn modelId="{E071886E-1389-4012-8C08-BFEC7C8CD220}" type="presParOf" srcId="{CAF8E8FA-70EC-4A4A-B3FC-6AD625D9A2F0}" destId="{94D1E347-968C-4CCA-BD11-C2E353789CB8}" srcOrd="0" destOrd="0" presId="urn:microsoft.com/office/officeart/2005/8/layout/hProcess7"/>
    <dgm:cxn modelId="{94887CE2-841A-445D-B3C7-3247968F84AF}" type="presParOf" srcId="{CAF8E8FA-70EC-4A4A-B3FC-6AD625D9A2F0}" destId="{119DD65F-E14B-4376-8455-46FE8F444B02}" srcOrd="1" destOrd="0" presId="urn:microsoft.com/office/officeart/2005/8/layout/hProcess7"/>
    <dgm:cxn modelId="{110A9C49-4013-4667-9746-48E37D826FB8}" type="presParOf" srcId="{CAF8E8FA-70EC-4A4A-B3FC-6AD625D9A2F0}" destId="{FAAF1218-6F9D-495B-B296-8F6DB7837A0E}" srcOrd="2" destOrd="0" presId="urn:microsoft.com/office/officeart/2005/8/layout/hProcess7"/>
    <dgm:cxn modelId="{E1C70CE5-3840-4351-BA69-0CE56E9CC291}" type="presParOf" srcId="{C7C1FEF5-8ADB-4C31-9E09-DD0B653F326A}" destId="{CE20F105-A917-4AD6-9C2E-BB3D781C02A2}" srcOrd="1" destOrd="0" presId="urn:microsoft.com/office/officeart/2005/8/layout/hProcess7"/>
    <dgm:cxn modelId="{A9BA6896-32A7-4483-9595-9FCCDFC7D680}" type="presParOf" srcId="{C7C1FEF5-8ADB-4C31-9E09-DD0B653F326A}" destId="{A7142CC7-6D0B-456B-853F-402F0C5D9097}" srcOrd="2" destOrd="0" presId="urn:microsoft.com/office/officeart/2005/8/layout/hProcess7"/>
    <dgm:cxn modelId="{D9F9AA8B-3164-43BD-8C7E-9BC1170683BA}" type="presParOf" srcId="{A7142CC7-6D0B-456B-853F-402F0C5D9097}" destId="{EDA7FC74-DF90-4A19-AAF2-2CE36B5DF40B}" srcOrd="0" destOrd="0" presId="urn:microsoft.com/office/officeart/2005/8/layout/hProcess7"/>
    <dgm:cxn modelId="{BC417CA0-E04A-423B-A945-0EDB3FEF77C0}" type="presParOf" srcId="{A7142CC7-6D0B-456B-853F-402F0C5D9097}" destId="{8AB8B753-5F5B-404B-912C-9B3329B2F089}" srcOrd="1" destOrd="0" presId="urn:microsoft.com/office/officeart/2005/8/layout/hProcess7"/>
    <dgm:cxn modelId="{E57ECE03-C16A-4879-8CA5-B66F4DCC23AA}" type="presParOf" srcId="{A7142CC7-6D0B-456B-853F-402F0C5D9097}" destId="{CA905831-708C-4361-8C91-B458313BBAC8}" srcOrd="2" destOrd="0" presId="urn:microsoft.com/office/officeart/2005/8/layout/hProcess7"/>
    <dgm:cxn modelId="{C0440BBF-007E-4C8C-AB66-D6B119AB4D36}" type="presParOf" srcId="{C7C1FEF5-8ADB-4C31-9E09-DD0B653F326A}" destId="{59F8669E-B141-4E50-812D-C74933A7B601}" srcOrd="3" destOrd="0" presId="urn:microsoft.com/office/officeart/2005/8/layout/hProcess7"/>
    <dgm:cxn modelId="{4F92D363-B02D-47C6-9434-A11376A3E5B4}" type="presParOf" srcId="{C7C1FEF5-8ADB-4C31-9E09-DD0B653F326A}" destId="{65B58604-9B2E-4E40-B501-A9E5635F1226}" srcOrd="4" destOrd="0" presId="urn:microsoft.com/office/officeart/2005/8/layout/hProcess7"/>
    <dgm:cxn modelId="{AEFABFED-F527-4B17-ACC6-794110EF324E}" type="presParOf" srcId="{65B58604-9B2E-4E40-B501-A9E5635F1226}" destId="{B25625BF-A445-4944-B67C-D668903741FA}" srcOrd="0" destOrd="0" presId="urn:microsoft.com/office/officeart/2005/8/layout/hProcess7"/>
    <dgm:cxn modelId="{87324E08-C7AA-49AE-8170-C9F27DBAF0A8}" type="presParOf" srcId="{65B58604-9B2E-4E40-B501-A9E5635F1226}" destId="{12BF6EC0-FFF2-4D00-833F-F9F70FDDD193}" srcOrd="1" destOrd="0" presId="urn:microsoft.com/office/officeart/2005/8/layout/hProcess7"/>
    <dgm:cxn modelId="{18B87C55-5EB4-4818-B886-B4DA2F3F8593}" type="presParOf" srcId="{65B58604-9B2E-4E40-B501-A9E5635F1226}" destId="{5E681127-DB56-4A47-844D-B6FC4FFE49BA}" srcOrd="2" destOrd="0" presId="urn:microsoft.com/office/officeart/2005/8/layout/hProcess7"/>
    <dgm:cxn modelId="{99C59C89-17B7-4216-92EE-D080DDF5E54F}" type="presParOf" srcId="{C7C1FEF5-8ADB-4C31-9E09-DD0B653F326A}" destId="{1133E2F5-3E90-414F-951C-22215A147E98}" srcOrd="5" destOrd="0" presId="urn:microsoft.com/office/officeart/2005/8/layout/hProcess7"/>
    <dgm:cxn modelId="{2D364773-6C0E-4E6B-BC3F-7189F0CB46B0}" type="presParOf" srcId="{C7C1FEF5-8ADB-4C31-9E09-DD0B653F326A}" destId="{4D4B5A4E-7A93-4ABA-90BE-5C601FAA350D}" srcOrd="6" destOrd="0" presId="urn:microsoft.com/office/officeart/2005/8/layout/hProcess7"/>
    <dgm:cxn modelId="{CD3D4386-BBB7-46F6-B95E-E0261E7D717D}" type="presParOf" srcId="{4D4B5A4E-7A93-4ABA-90BE-5C601FAA350D}" destId="{AAB58464-1723-4220-A26B-4678F64E1F22}" srcOrd="0" destOrd="0" presId="urn:microsoft.com/office/officeart/2005/8/layout/hProcess7"/>
    <dgm:cxn modelId="{91B1DB52-83EA-4F47-9DF4-D69293AE9111}" type="presParOf" srcId="{4D4B5A4E-7A93-4ABA-90BE-5C601FAA350D}" destId="{0B8F6EC3-ABE1-4099-8313-DB66AD3F585C}" srcOrd="1" destOrd="0" presId="urn:microsoft.com/office/officeart/2005/8/layout/hProcess7"/>
    <dgm:cxn modelId="{254EB8D3-58C6-4E7E-96A4-CF7989B2AA20}" type="presParOf" srcId="{4D4B5A4E-7A93-4ABA-90BE-5C601FAA350D}" destId="{2CCDB2B5-BFD0-4C5E-AB21-757D0EE37A78}" srcOrd="2" destOrd="0" presId="urn:microsoft.com/office/officeart/2005/8/layout/hProcess7"/>
    <dgm:cxn modelId="{5CA7039E-1094-43E6-9A27-08D705B22BEE}" type="presParOf" srcId="{C7C1FEF5-8ADB-4C31-9E09-DD0B653F326A}" destId="{30007659-84CA-4C88-939B-EF2850111BA3}" srcOrd="7" destOrd="0" presId="urn:microsoft.com/office/officeart/2005/8/layout/hProcess7"/>
    <dgm:cxn modelId="{98BDBA5C-C319-41EC-8DAF-179B7CF97CE7}" type="presParOf" srcId="{C7C1FEF5-8ADB-4C31-9E09-DD0B653F326A}" destId="{2E22D98F-F438-41AA-B969-5D3BE05F772C}" srcOrd="8" destOrd="0" presId="urn:microsoft.com/office/officeart/2005/8/layout/hProcess7"/>
    <dgm:cxn modelId="{655FCB30-2BFD-42B9-B937-CBF7936D9F1B}" type="presParOf" srcId="{2E22D98F-F438-41AA-B969-5D3BE05F772C}" destId="{6C474488-1D92-4F88-A6E6-3A9843191F29}" srcOrd="0" destOrd="0" presId="urn:microsoft.com/office/officeart/2005/8/layout/hProcess7"/>
    <dgm:cxn modelId="{E5420454-DB7D-4AE8-9ECB-579A75DCAF46}" type="presParOf" srcId="{2E22D98F-F438-41AA-B969-5D3BE05F772C}" destId="{12E7C491-0D34-4F52-87E6-B37AD059E3A6}" srcOrd="1" destOrd="0" presId="urn:microsoft.com/office/officeart/2005/8/layout/hProcess7"/>
    <dgm:cxn modelId="{CA536079-EE3E-45A2-BC02-5C8B86FD4FB8}" type="presParOf" srcId="{2E22D98F-F438-41AA-B969-5D3BE05F772C}" destId="{EF068BAE-88A3-41F6-9476-D35253B73C48}" srcOrd="2" destOrd="0" presId="urn:microsoft.com/office/officeart/2005/8/layout/hProcess7"/>
    <dgm:cxn modelId="{D5393C3A-2B6D-4010-87CF-CBD4684CE9B4}" type="presParOf" srcId="{C7C1FEF5-8ADB-4C31-9E09-DD0B653F326A}" destId="{BAC33BA8-D217-401F-975C-A9419192B22A}" srcOrd="9" destOrd="0" presId="urn:microsoft.com/office/officeart/2005/8/layout/hProcess7"/>
    <dgm:cxn modelId="{D9A1A533-BBFD-4D99-8C32-2BAF92449357}" type="presParOf" srcId="{C7C1FEF5-8ADB-4C31-9E09-DD0B653F326A}" destId="{C4110927-A8D2-4E0C-A0FF-1AC095895B0D}" srcOrd="10" destOrd="0" presId="urn:microsoft.com/office/officeart/2005/8/layout/hProcess7"/>
    <dgm:cxn modelId="{11D06AB8-30A4-4B3F-A54C-CABE6131FB62}" type="presParOf" srcId="{C4110927-A8D2-4E0C-A0FF-1AC095895B0D}" destId="{EBAD1348-87A8-4945-9AAF-52957D739830}" srcOrd="0" destOrd="0" presId="urn:microsoft.com/office/officeart/2005/8/layout/hProcess7"/>
    <dgm:cxn modelId="{9839B5CA-2399-4CCF-8BED-65E47BC65F24}" type="presParOf" srcId="{C4110927-A8D2-4E0C-A0FF-1AC095895B0D}" destId="{85F9E174-638D-4873-B481-C88578499067}" srcOrd="1" destOrd="0" presId="urn:microsoft.com/office/officeart/2005/8/layout/hProcess7"/>
    <dgm:cxn modelId="{E904CBB6-93B4-43B2-9385-252039ED89D5}" type="presParOf" srcId="{C4110927-A8D2-4E0C-A0FF-1AC095895B0D}" destId="{D0964EF9-EB45-420E-BC7F-06C2A0E1EB9E}" srcOrd="2" destOrd="0" presId="urn:microsoft.com/office/officeart/2005/8/layout/hProcess7"/>
    <dgm:cxn modelId="{D00F7044-04E3-476B-847C-FFF8041D05B6}" type="presParOf" srcId="{C7C1FEF5-8ADB-4C31-9E09-DD0B653F326A}" destId="{A479B511-54B7-48A1-9E03-BE41DAAF93F6}" srcOrd="11" destOrd="0" presId="urn:microsoft.com/office/officeart/2005/8/layout/hProcess7"/>
    <dgm:cxn modelId="{9788932C-216B-4C6B-9433-0B8FBBA896BA}" type="presParOf" srcId="{C7C1FEF5-8ADB-4C31-9E09-DD0B653F326A}" destId="{28CA0ABE-1DB3-49C6-AC8C-E2006C9D446F}" srcOrd="12" destOrd="0" presId="urn:microsoft.com/office/officeart/2005/8/layout/hProcess7"/>
    <dgm:cxn modelId="{6EA3BAC8-C0F7-40B6-A816-34730E4EF131}" type="presParOf" srcId="{28CA0ABE-1DB3-49C6-AC8C-E2006C9D446F}" destId="{AE4ACDCD-5C1A-434F-9949-ACEB28EA9C1D}" srcOrd="0" destOrd="0" presId="urn:microsoft.com/office/officeart/2005/8/layout/hProcess7"/>
    <dgm:cxn modelId="{F1EDD43F-65F9-4A22-8DA8-79A9BA20BE55}" type="presParOf" srcId="{28CA0ABE-1DB3-49C6-AC8C-E2006C9D446F}" destId="{1A7E3796-9FB4-4217-BBCC-19D073D14E4E}" srcOrd="1" destOrd="0" presId="urn:microsoft.com/office/officeart/2005/8/layout/hProcess7"/>
    <dgm:cxn modelId="{ABF71811-2C5A-4F62-892E-81D52FE7C632}" type="presParOf" srcId="{28CA0ABE-1DB3-49C6-AC8C-E2006C9D446F}" destId="{3FDE6793-8A44-4CD5-AF8A-A34434FE1826}" srcOrd="2" destOrd="0" presId="urn:microsoft.com/office/officeart/2005/8/layout/hProcess7"/>
    <dgm:cxn modelId="{E9247746-7D4D-4526-860B-8151D88CFF80}" type="presParOf" srcId="{C7C1FEF5-8ADB-4C31-9E09-DD0B653F326A}" destId="{9E54E6E1-28ED-482C-94A2-345345BE38A2}" srcOrd="13" destOrd="0" presId="urn:microsoft.com/office/officeart/2005/8/layout/hProcess7"/>
    <dgm:cxn modelId="{35989A07-FB02-48EA-871C-24682EC68FBC}" type="presParOf" srcId="{C7C1FEF5-8ADB-4C31-9E09-DD0B653F326A}" destId="{7B64431F-D9E8-4472-A553-796AC9A63F51}" srcOrd="14" destOrd="0" presId="urn:microsoft.com/office/officeart/2005/8/layout/hProcess7"/>
    <dgm:cxn modelId="{01F61759-0982-49D9-AFF2-BBA4106735C9}" type="presParOf" srcId="{7B64431F-D9E8-4472-A553-796AC9A63F51}" destId="{5BCE4BEE-3D2D-40D2-9D61-FD15AEDB18F3}" srcOrd="0" destOrd="0" presId="urn:microsoft.com/office/officeart/2005/8/layout/hProcess7"/>
    <dgm:cxn modelId="{B9F41D4B-0EBA-4116-AE94-EA9635874FB5}" type="presParOf" srcId="{7B64431F-D9E8-4472-A553-796AC9A63F51}" destId="{6F1FC37A-8F00-429A-ABB5-A98F69AABB37}" srcOrd="1" destOrd="0" presId="urn:microsoft.com/office/officeart/2005/8/layout/hProcess7"/>
    <dgm:cxn modelId="{7825957F-5483-4F2E-8C60-45ADC2A7E8A8}" type="presParOf" srcId="{7B64431F-D9E8-4472-A553-796AC9A63F51}" destId="{454DA998-2EF0-4A32-A60C-98B992AB51A2}" srcOrd="2" destOrd="0" presId="urn:microsoft.com/office/officeart/2005/8/layout/hProcess7"/>
    <dgm:cxn modelId="{BF399F50-FEB9-40F9-86BF-0CB48643532A}" type="presParOf" srcId="{C7C1FEF5-8ADB-4C31-9E09-DD0B653F326A}" destId="{44CF1B62-336F-485A-8CCA-5AEF47355A41}" srcOrd="15" destOrd="0" presId="urn:microsoft.com/office/officeart/2005/8/layout/hProcess7"/>
    <dgm:cxn modelId="{68B7DF3D-2F10-4416-8D5E-96F658CE8667}" type="presParOf" srcId="{C7C1FEF5-8ADB-4C31-9E09-DD0B653F326A}" destId="{E8F02E16-A04E-4ABD-A910-2D7850369CF9}" srcOrd="16" destOrd="0" presId="urn:microsoft.com/office/officeart/2005/8/layout/hProcess7"/>
    <dgm:cxn modelId="{EC4FFBAD-0A45-4BA6-8682-28F9CE0237C5}" type="presParOf" srcId="{E8F02E16-A04E-4ABD-A910-2D7850369CF9}" destId="{BE274DEC-B292-4AE5-8B53-E2D19FB183FA}" srcOrd="0" destOrd="0" presId="urn:microsoft.com/office/officeart/2005/8/layout/hProcess7"/>
    <dgm:cxn modelId="{D4A50B84-3F20-460C-ACED-99928C246219}" type="presParOf" srcId="{E8F02E16-A04E-4ABD-A910-2D7850369CF9}" destId="{22D0DA8B-0B1E-4F98-8E5E-C058371B684D}" srcOrd="1" destOrd="0" presId="urn:microsoft.com/office/officeart/2005/8/layout/hProcess7"/>
    <dgm:cxn modelId="{460ECD36-2AD3-428D-B238-26BA5D026B80}" type="presParOf" srcId="{E8F02E16-A04E-4ABD-A910-2D7850369CF9}" destId="{964A7440-54A1-40BD-B8B0-B4D5E88715FA}" srcOrd="2" destOrd="0" presId="urn:microsoft.com/office/officeart/2005/8/layout/hProcess7"/>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76.xml><?xml version="1.0" encoding="utf-8"?>
<dgm:dataModel xmlns:dgm="http://schemas.openxmlformats.org/drawingml/2006/diagram" xmlns:a="http://schemas.openxmlformats.org/drawingml/2006/main">
  <dgm:ptLst>
    <dgm:pt modelId="{B9C32B05-62EA-407A-B21C-2310C7945705}" type="doc">
      <dgm:prSet loTypeId="urn:microsoft.com/office/officeart/2008/layout/AscendingPictureAccentProcess" loCatId="process"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F66099B6-DBBD-4AB0-82D2-877B80F846F7}">
      <dgm:prSet phldrT="[Text]"/>
      <dgm:spPr/>
      <dgm:t>
        <a:bodyPr/>
        <a:lstStyle/>
        <a:p>
          <a:r>
            <a:rPr lang="en-US" dirty="0"/>
            <a:t>Lorem Ipsum</a:t>
          </a:r>
        </a:p>
      </dgm:t>
    </dgm:pt>
    <dgm:pt modelId="{B09C8BFB-F41C-4AC4-AB94-F216E3081C2D}" type="parTrans" cxnId="{B4F3EA32-CE64-4A92-9BAE-BC57E5392B05}">
      <dgm:prSet/>
      <dgm:spPr/>
      <dgm:t>
        <a:bodyPr/>
        <a:lstStyle/>
        <a:p>
          <a:endParaRPr lang="en-US"/>
        </a:p>
      </dgm:t>
    </dgm:pt>
    <dgm:pt modelId="{BC531B32-9B0E-482E-BF91-65C61F17168D}" type="sibTrans" cxnId="{B4F3EA32-CE64-4A92-9BAE-BC57E5392B05}">
      <dgm:prSet/>
      <dgm:spPr/>
      <dgm:t>
        <a:bodyPr/>
        <a:lstStyle/>
        <a:p>
          <a:endParaRPr lang="en-US"/>
        </a:p>
      </dgm:t>
    </dgm:pt>
    <dgm:pt modelId="{EE62A4F6-4AC4-435B-990E-81A71CE8CAC7}">
      <dgm:prSet phldrT="[Text]"/>
      <dgm:spPr/>
      <dgm:t>
        <a:bodyPr/>
        <a:lstStyle/>
        <a:p>
          <a:r>
            <a:rPr lang="en-US" dirty="0"/>
            <a:t>Lorem Ipsum</a:t>
          </a:r>
        </a:p>
      </dgm:t>
    </dgm:pt>
    <dgm:pt modelId="{F287B947-7343-4FA2-B288-B23A59FFAE31}" type="parTrans" cxnId="{3A2CECA6-0C5B-46BB-B7C6-7D37E9D210BD}">
      <dgm:prSet/>
      <dgm:spPr/>
      <dgm:t>
        <a:bodyPr/>
        <a:lstStyle/>
        <a:p>
          <a:endParaRPr lang="en-US"/>
        </a:p>
      </dgm:t>
    </dgm:pt>
    <dgm:pt modelId="{389F9A93-0231-4877-8C41-5D5B8DD7AAC0}" type="sibTrans" cxnId="{3A2CECA6-0C5B-46BB-B7C6-7D37E9D210BD}">
      <dgm:prSet/>
      <dgm:spPr/>
      <dgm:t>
        <a:bodyPr/>
        <a:lstStyle/>
        <a:p>
          <a:endParaRPr lang="en-US"/>
        </a:p>
      </dgm:t>
    </dgm:pt>
    <dgm:pt modelId="{6CF284C3-4A70-4432-8F33-E75A802B3330}">
      <dgm:prSet/>
      <dgm:spPr/>
      <dgm:t>
        <a:bodyPr/>
        <a:lstStyle/>
        <a:p>
          <a:r>
            <a:rPr lang="en-US" dirty="0"/>
            <a:t>Some text here</a:t>
          </a:r>
        </a:p>
      </dgm:t>
    </dgm:pt>
    <dgm:pt modelId="{044831E6-2FC9-4DDA-81FB-5FA418568D07}" type="parTrans" cxnId="{2DC24386-BC50-4BAB-8571-16CB10C2603C}">
      <dgm:prSet/>
      <dgm:spPr/>
      <dgm:t>
        <a:bodyPr/>
        <a:lstStyle/>
        <a:p>
          <a:endParaRPr lang="en-US"/>
        </a:p>
      </dgm:t>
    </dgm:pt>
    <dgm:pt modelId="{CD50B82D-84BB-4747-B282-ABB339EBA294}" type="sibTrans" cxnId="{2DC24386-BC50-4BAB-8571-16CB10C2603C}">
      <dgm:prSet/>
      <dgm:spPr/>
      <dgm:t>
        <a:bodyPr/>
        <a:lstStyle/>
        <a:p>
          <a:endParaRPr lang="en-US"/>
        </a:p>
      </dgm:t>
    </dgm:pt>
    <dgm:pt modelId="{3AF880A5-0F00-4315-A5DF-1FE656798601}">
      <dgm:prSet phldrT="[Text]"/>
      <dgm:spPr/>
      <dgm:t>
        <a:bodyPr/>
        <a:lstStyle/>
        <a:p>
          <a:r>
            <a:rPr lang="en-US" dirty="0"/>
            <a:t>Some text here</a:t>
          </a:r>
        </a:p>
      </dgm:t>
    </dgm:pt>
    <dgm:pt modelId="{A13BB1F9-5857-4B43-8BF5-6589AA2CB759}" type="parTrans" cxnId="{24F8CBE2-5003-4E69-A772-6B98F2B05181}">
      <dgm:prSet/>
      <dgm:spPr/>
      <dgm:t>
        <a:bodyPr/>
        <a:lstStyle/>
        <a:p>
          <a:endParaRPr lang="en-US"/>
        </a:p>
      </dgm:t>
    </dgm:pt>
    <dgm:pt modelId="{C198C41D-2640-4669-83ED-E0CD35701C8E}" type="sibTrans" cxnId="{24F8CBE2-5003-4E69-A772-6B98F2B05181}">
      <dgm:prSet/>
      <dgm:spPr/>
      <dgm:t>
        <a:bodyPr/>
        <a:lstStyle/>
        <a:p>
          <a:endParaRPr lang="en-US"/>
        </a:p>
      </dgm:t>
    </dgm:pt>
    <dgm:pt modelId="{8EA7219F-BDB2-48EB-9EEB-3133522D132E}">
      <dgm:prSet phldrT="[Text]"/>
      <dgm:spPr/>
      <dgm:t>
        <a:bodyPr/>
        <a:lstStyle/>
        <a:p>
          <a:r>
            <a:rPr lang="en-US" dirty="0"/>
            <a:t>Some text here</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BE788BF5-FE9F-4C7D-A1CD-9232D7860179}">
      <dgm:prSet phldrT="[Text]"/>
      <dgm:spPr/>
      <dgm:t>
        <a:bodyPr/>
        <a:lstStyle/>
        <a:p>
          <a:r>
            <a:rPr lang="en-US"/>
            <a:t>Some text here</a:t>
          </a:r>
          <a:endParaRPr lang="en-US" dirty="0"/>
        </a:p>
      </dgm:t>
    </dgm:pt>
    <dgm:pt modelId="{963A52CB-C772-45F2-8A30-8ABA6B14D3CE}" type="parTrans" cxnId="{35013F34-57BC-4E3C-A003-07C0E49926DB}">
      <dgm:prSet/>
      <dgm:spPr/>
      <dgm:t>
        <a:bodyPr/>
        <a:lstStyle/>
        <a:p>
          <a:endParaRPr lang="en-US"/>
        </a:p>
      </dgm:t>
    </dgm:pt>
    <dgm:pt modelId="{88191C5E-55BA-42F2-B842-FC86CBBADC0F}" type="sibTrans" cxnId="{35013F34-57BC-4E3C-A003-07C0E49926DB}">
      <dgm:prSet/>
      <dgm:spPr/>
      <dgm:t>
        <a:bodyPr/>
        <a:lstStyle/>
        <a:p>
          <a:endParaRPr lang="en-US"/>
        </a:p>
      </dgm:t>
    </dgm:pt>
    <dgm:pt modelId="{3CE06941-9820-4827-8B16-CD80CC49F780}">
      <dgm:prSet phldrT="[Text]"/>
      <dgm:spPr/>
      <dgm:t>
        <a:bodyPr/>
        <a:lstStyle/>
        <a:p>
          <a:r>
            <a:rPr lang="en-US" dirty="0"/>
            <a:t>Some text here</a:t>
          </a:r>
        </a:p>
      </dgm:t>
    </dgm:pt>
    <dgm:pt modelId="{141A3C92-8966-4E2F-82E4-2E09E22674B2}" type="parTrans" cxnId="{C99CE395-39F6-46B4-938C-9BF085685D1A}">
      <dgm:prSet/>
      <dgm:spPr/>
      <dgm:t>
        <a:bodyPr/>
        <a:lstStyle/>
        <a:p>
          <a:endParaRPr lang="en-US"/>
        </a:p>
      </dgm:t>
    </dgm:pt>
    <dgm:pt modelId="{F58FC55B-E61F-445C-956E-0BB2202254CA}" type="sibTrans" cxnId="{C99CE395-39F6-46B4-938C-9BF085685D1A}">
      <dgm:prSet/>
      <dgm:spPr/>
      <dgm:t>
        <a:bodyPr/>
        <a:lstStyle/>
        <a:p>
          <a:endParaRPr lang="en-US"/>
        </a:p>
      </dgm:t>
    </dgm:pt>
    <dgm:pt modelId="{386C2B6D-2EE1-4682-AE61-EE246CD54E31}">
      <dgm:prSet phldrT="[Text]"/>
      <dgm:spPr/>
      <dgm:t>
        <a:bodyPr/>
        <a:lstStyle/>
        <a:p>
          <a:r>
            <a:rPr lang="en-US" dirty="0"/>
            <a:t>Some text here</a:t>
          </a:r>
        </a:p>
      </dgm:t>
    </dgm:pt>
    <dgm:pt modelId="{649D72FB-0D8F-479C-87D1-C73133EF35E2}" type="parTrans" cxnId="{7F96AC57-2F84-4E8C-AA92-E82865EE63FE}">
      <dgm:prSet/>
      <dgm:spPr/>
      <dgm:t>
        <a:bodyPr/>
        <a:lstStyle/>
        <a:p>
          <a:endParaRPr lang="en-US"/>
        </a:p>
      </dgm:t>
    </dgm:pt>
    <dgm:pt modelId="{E1C9E6F1-2ED2-4DD8-9B78-28FC1AF5D352}" type="sibTrans" cxnId="{7F96AC57-2F84-4E8C-AA92-E82865EE63FE}">
      <dgm:prSet/>
      <dgm:spPr/>
      <dgm:t>
        <a:bodyPr/>
        <a:lstStyle/>
        <a:p>
          <a:endParaRPr lang="en-US"/>
        </a:p>
      </dgm:t>
    </dgm:pt>
    <dgm:pt modelId="{2A22E84C-3AA3-4E9C-AE5F-9C2FB0D7FB11}">
      <dgm:prSet phldrT="[Text]"/>
      <dgm:spPr/>
      <dgm:t>
        <a:bodyPr/>
        <a:lstStyle/>
        <a:p>
          <a:r>
            <a:rPr lang="en-US"/>
            <a:t>Lorem Ipsum</a:t>
          </a:r>
          <a:endParaRPr lang="en-US" dirty="0"/>
        </a:p>
      </dgm:t>
    </dgm:pt>
    <dgm:pt modelId="{6C025E55-DF42-4C5D-AFD5-6015FA053D46}" type="parTrans" cxnId="{BEB859E7-C343-408E-86A1-667C27EE5761}">
      <dgm:prSet/>
      <dgm:spPr/>
      <dgm:t>
        <a:bodyPr/>
        <a:lstStyle/>
        <a:p>
          <a:endParaRPr lang="en-US"/>
        </a:p>
      </dgm:t>
    </dgm:pt>
    <dgm:pt modelId="{744EA591-F199-49C2-B63A-82709D96C729}" type="sibTrans" cxnId="{BEB859E7-C343-408E-86A1-667C27EE5761}">
      <dgm:prSet/>
      <dgm:spPr/>
      <dgm:t>
        <a:bodyPr/>
        <a:lstStyle/>
        <a:p>
          <a:endParaRPr lang="en-US"/>
        </a:p>
      </dgm:t>
    </dgm:pt>
    <dgm:pt modelId="{9ADACFBF-2A78-45C9-A7C4-5E5DBC674760}">
      <dgm:prSet phldrT="[Text]"/>
      <dgm:spPr/>
      <dgm:t>
        <a:bodyPr/>
        <a:lstStyle/>
        <a:p>
          <a:r>
            <a:rPr lang="en-US" dirty="0"/>
            <a:t>Some text here</a:t>
          </a:r>
        </a:p>
      </dgm:t>
    </dgm:pt>
    <dgm:pt modelId="{E121796C-71AB-4354-A1D4-3BF0025298A5}" type="parTrans" cxnId="{2B98897D-9937-49AC-9FE9-6629E912033A}">
      <dgm:prSet/>
      <dgm:spPr/>
      <dgm:t>
        <a:bodyPr/>
        <a:lstStyle/>
        <a:p>
          <a:endParaRPr lang="en-US"/>
        </a:p>
      </dgm:t>
    </dgm:pt>
    <dgm:pt modelId="{F3FE7E5A-DC73-423B-998C-02943CF263BF}" type="sibTrans" cxnId="{2B98897D-9937-49AC-9FE9-6629E912033A}">
      <dgm:prSet/>
      <dgm:spPr/>
      <dgm:t>
        <a:bodyPr/>
        <a:lstStyle/>
        <a:p>
          <a:endParaRPr lang="en-US"/>
        </a:p>
      </dgm:t>
    </dgm:pt>
    <dgm:pt modelId="{6C39594C-4AE1-4221-9751-E4FBA9469435}">
      <dgm:prSet phldrT="[Text]"/>
      <dgm:spPr/>
      <dgm:t>
        <a:bodyPr/>
        <a:lstStyle/>
        <a:p>
          <a:r>
            <a:rPr lang="en-US" dirty="0"/>
            <a:t>Some </a:t>
          </a:r>
          <a:r>
            <a:rPr lang="en-US"/>
            <a:t>text here</a:t>
          </a:r>
          <a:endParaRPr lang="en-US" dirty="0"/>
        </a:p>
      </dgm:t>
    </dgm:pt>
    <dgm:pt modelId="{EA90E5E0-265B-4677-A3EF-FCD0DFDF4F41}" type="parTrans" cxnId="{7AF91B96-DA69-42D6-83DE-0E63677A4C47}">
      <dgm:prSet/>
      <dgm:spPr/>
      <dgm:t>
        <a:bodyPr/>
        <a:lstStyle/>
        <a:p>
          <a:endParaRPr lang="en-US"/>
        </a:p>
      </dgm:t>
    </dgm:pt>
    <dgm:pt modelId="{F04E3063-747B-4761-B46E-8C06B2EF3C55}" type="sibTrans" cxnId="{7AF91B96-DA69-42D6-83DE-0E63677A4C47}">
      <dgm:prSet/>
      <dgm:spPr/>
      <dgm:t>
        <a:bodyPr/>
        <a:lstStyle/>
        <a:p>
          <a:endParaRPr lang="en-US"/>
        </a:p>
      </dgm:t>
    </dgm:pt>
    <dgm:pt modelId="{46FD4C7A-EDF4-452F-A816-30E205953C9F}" type="pres">
      <dgm:prSet presAssocID="{B9C32B05-62EA-407A-B21C-2310C7945705}" presName="Name0" presStyleCnt="0">
        <dgm:presLayoutVars>
          <dgm:chMax val="7"/>
          <dgm:chPref val="7"/>
          <dgm:dir/>
        </dgm:presLayoutVars>
      </dgm:prSet>
      <dgm:spPr/>
    </dgm:pt>
    <dgm:pt modelId="{457EA230-763B-448E-81D1-E79D9B59EA01}" type="pres">
      <dgm:prSet presAssocID="{B9C32B05-62EA-407A-B21C-2310C7945705}" presName="dot1" presStyleLbl="alignNode1" presStyleIdx="0" presStyleCnt="13"/>
      <dgm:spPr/>
    </dgm:pt>
    <dgm:pt modelId="{64F47935-3DDB-45AE-99C7-7328617CE2F7}" type="pres">
      <dgm:prSet presAssocID="{B9C32B05-62EA-407A-B21C-2310C7945705}" presName="dot2" presStyleLbl="alignNode1" presStyleIdx="1" presStyleCnt="13"/>
      <dgm:spPr/>
    </dgm:pt>
    <dgm:pt modelId="{2F753BE8-A7C5-4D63-91AC-64745B4F4652}" type="pres">
      <dgm:prSet presAssocID="{B9C32B05-62EA-407A-B21C-2310C7945705}" presName="dot3" presStyleLbl="alignNode1" presStyleIdx="2" presStyleCnt="13"/>
      <dgm:spPr/>
    </dgm:pt>
    <dgm:pt modelId="{D0DAA5F0-ECFA-4A5C-9570-CBD79B522E96}" type="pres">
      <dgm:prSet presAssocID="{B9C32B05-62EA-407A-B21C-2310C7945705}" presName="dot4" presStyleLbl="alignNode1" presStyleIdx="3" presStyleCnt="13"/>
      <dgm:spPr/>
    </dgm:pt>
    <dgm:pt modelId="{1F376BF5-FFCC-4E23-9D2E-F0F0B8A448FF}" type="pres">
      <dgm:prSet presAssocID="{B9C32B05-62EA-407A-B21C-2310C7945705}" presName="dot5" presStyleLbl="alignNode1" presStyleIdx="4" presStyleCnt="13"/>
      <dgm:spPr/>
    </dgm:pt>
    <dgm:pt modelId="{7746D915-B6FC-4EDF-984D-3307DB370D1F}" type="pres">
      <dgm:prSet presAssocID="{B9C32B05-62EA-407A-B21C-2310C7945705}" presName="dot6" presStyleLbl="alignNode1" presStyleIdx="5" presStyleCnt="13"/>
      <dgm:spPr/>
    </dgm:pt>
    <dgm:pt modelId="{3B55419D-37CC-4BC4-9775-FAB1FEC24515}" type="pres">
      <dgm:prSet presAssocID="{B9C32B05-62EA-407A-B21C-2310C7945705}" presName="dotArrow1" presStyleLbl="alignNode1" presStyleIdx="6" presStyleCnt="13"/>
      <dgm:spPr/>
    </dgm:pt>
    <dgm:pt modelId="{1809C39B-0A1D-40A3-A3C9-4A5243D7CF30}" type="pres">
      <dgm:prSet presAssocID="{B9C32B05-62EA-407A-B21C-2310C7945705}" presName="dotArrow2" presStyleLbl="alignNode1" presStyleIdx="7" presStyleCnt="13"/>
      <dgm:spPr/>
    </dgm:pt>
    <dgm:pt modelId="{C742C6E0-7D2E-4105-9E39-9533661C1377}" type="pres">
      <dgm:prSet presAssocID="{B9C32B05-62EA-407A-B21C-2310C7945705}" presName="dotArrow3" presStyleLbl="alignNode1" presStyleIdx="8" presStyleCnt="13"/>
      <dgm:spPr/>
    </dgm:pt>
    <dgm:pt modelId="{68446360-3F85-4DAA-B7FD-5D59932B0F49}" type="pres">
      <dgm:prSet presAssocID="{B9C32B05-62EA-407A-B21C-2310C7945705}" presName="dotArrow4" presStyleLbl="alignNode1" presStyleIdx="9" presStyleCnt="13"/>
      <dgm:spPr/>
    </dgm:pt>
    <dgm:pt modelId="{EE81A75D-EE13-4901-9368-B71B21003DC8}" type="pres">
      <dgm:prSet presAssocID="{B9C32B05-62EA-407A-B21C-2310C7945705}" presName="dotArrow5" presStyleLbl="alignNode1" presStyleIdx="10" presStyleCnt="13"/>
      <dgm:spPr/>
    </dgm:pt>
    <dgm:pt modelId="{97AD397F-05AC-4DB2-90BA-6DB9E05F591C}" type="pres">
      <dgm:prSet presAssocID="{B9C32B05-62EA-407A-B21C-2310C7945705}" presName="dotArrow6" presStyleLbl="alignNode1" presStyleIdx="11" presStyleCnt="13"/>
      <dgm:spPr/>
    </dgm:pt>
    <dgm:pt modelId="{298D3CB3-BCFE-4854-9CC1-7BB3EBC77BB0}" type="pres">
      <dgm:prSet presAssocID="{B9C32B05-62EA-407A-B21C-2310C7945705}" presName="dotArrow7" presStyleLbl="alignNode1" presStyleIdx="12" presStyleCnt="13"/>
      <dgm:spPr/>
    </dgm:pt>
    <dgm:pt modelId="{67A44CFB-0397-45E6-B46C-5F30079AA193}" type="pres">
      <dgm:prSet presAssocID="{42D71409-67F9-455C-8C6D-716D284AAA6B}" presName="parTx1" presStyleLbl="node1" presStyleIdx="0" presStyleCnt="4"/>
      <dgm:spPr/>
    </dgm:pt>
    <dgm:pt modelId="{06A4BD79-BDDC-4B46-BA56-900E0CC41076}" type="pres">
      <dgm:prSet presAssocID="{42D71409-67F9-455C-8C6D-716D284AAA6B}" presName="desTx1" presStyleLbl="revTx" presStyleIdx="0" presStyleCnt="4">
        <dgm:presLayoutVars>
          <dgm:bulletEnabled val="1"/>
        </dgm:presLayoutVars>
      </dgm:prSet>
      <dgm:spPr/>
    </dgm:pt>
    <dgm:pt modelId="{4DCE22BC-9EDD-4C88-9ACE-60D691BABC01}" type="pres">
      <dgm:prSet presAssocID="{478B7D3C-9FB4-4BC6-90AC-49960560DECD}" presName="picture1" presStyleCnt="0"/>
      <dgm:spPr/>
    </dgm:pt>
    <dgm:pt modelId="{109454E1-495D-4264-8BA4-700F813EE157}" type="pres">
      <dgm:prSet presAssocID="{478B7D3C-9FB4-4BC6-90AC-49960560DECD}" presName="imageRepeatNode" presStyleLbl="fgImgPlace1" presStyleIdx="0" presStyleCnt="4"/>
      <dgm:spPr/>
    </dgm:pt>
    <dgm:pt modelId="{57E4E4A2-4EFF-4C04-B3FB-F991A092CCC3}" type="pres">
      <dgm:prSet presAssocID="{F66099B6-DBBD-4AB0-82D2-877B80F846F7}" presName="parTx2" presStyleLbl="node1" presStyleIdx="1" presStyleCnt="4"/>
      <dgm:spPr/>
    </dgm:pt>
    <dgm:pt modelId="{F7666841-FF4B-4C53-9439-6EAB1AE04EC1}" type="pres">
      <dgm:prSet presAssocID="{F66099B6-DBBD-4AB0-82D2-877B80F846F7}" presName="desTx2" presStyleLbl="revTx" presStyleIdx="1" presStyleCnt="4">
        <dgm:presLayoutVars>
          <dgm:bulletEnabled val="1"/>
        </dgm:presLayoutVars>
      </dgm:prSet>
      <dgm:spPr/>
    </dgm:pt>
    <dgm:pt modelId="{0F4A1DEA-ABB3-423A-A2C5-EF577D77EBDA}" type="pres">
      <dgm:prSet presAssocID="{BC531B32-9B0E-482E-BF91-65C61F17168D}" presName="picture2" presStyleCnt="0"/>
      <dgm:spPr/>
    </dgm:pt>
    <dgm:pt modelId="{C78FE0F4-D159-4040-AAE5-4EBA942DA6DB}" type="pres">
      <dgm:prSet presAssocID="{BC531B32-9B0E-482E-BF91-65C61F17168D}" presName="imageRepeatNode" presStyleLbl="fgImgPlace1" presStyleIdx="1" presStyleCnt="4"/>
      <dgm:spPr/>
    </dgm:pt>
    <dgm:pt modelId="{457A39AA-A81A-47F0-833E-1A136F40A4AC}" type="pres">
      <dgm:prSet presAssocID="{EE62A4F6-4AC4-435B-990E-81A71CE8CAC7}" presName="parTx3" presStyleLbl="node1" presStyleIdx="2" presStyleCnt="4"/>
      <dgm:spPr/>
    </dgm:pt>
    <dgm:pt modelId="{C221DB93-530B-421F-8F92-62F7D1A99AB5}" type="pres">
      <dgm:prSet presAssocID="{EE62A4F6-4AC4-435B-990E-81A71CE8CAC7}" presName="desTx3" presStyleLbl="revTx" presStyleIdx="2" presStyleCnt="4">
        <dgm:presLayoutVars>
          <dgm:bulletEnabled val="1"/>
        </dgm:presLayoutVars>
      </dgm:prSet>
      <dgm:spPr/>
    </dgm:pt>
    <dgm:pt modelId="{166A98E5-FEA7-40B5-BA74-E73A4C677671}" type="pres">
      <dgm:prSet presAssocID="{389F9A93-0231-4877-8C41-5D5B8DD7AAC0}" presName="picture3" presStyleCnt="0"/>
      <dgm:spPr/>
    </dgm:pt>
    <dgm:pt modelId="{969841F4-6C2E-4B8D-8988-054115C3C2FD}" type="pres">
      <dgm:prSet presAssocID="{389F9A93-0231-4877-8C41-5D5B8DD7AAC0}" presName="imageRepeatNode" presStyleLbl="fgImgPlace1" presStyleIdx="2" presStyleCnt="4"/>
      <dgm:spPr/>
    </dgm:pt>
    <dgm:pt modelId="{A7919F0A-85B5-4DFE-BD83-F4E017B2ADC2}" type="pres">
      <dgm:prSet presAssocID="{2A22E84C-3AA3-4E9C-AE5F-9C2FB0D7FB11}" presName="parTx4" presStyleLbl="node1" presStyleIdx="3" presStyleCnt="4"/>
      <dgm:spPr/>
    </dgm:pt>
    <dgm:pt modelId="{1D08796A-F71E-4BC5-98A2-79AC85B2B476}" type="pres">
      <dgm:prSet presAssocID="{2A22E84C-3AA3-4E9C-AE5F-9C2FB0D7FB11}" presName="desTx4" presStyleLbl="revTx" presStyleIdx="3" presStyleCnt="4">
        <dgm:presLayoutVars>
          <dgm:bulletEnabled val="1"/>
        </dgm:presLayoutVars>
      </dgm:prSet>
      <dgm:spPr/>
    </dgm:pt>
    <dgm:pt modelId="{99224A8B-DBC0-4B24-BDC1-7A052734270D}" type="pres">
      <dgm:prSet presAssocID="{744EA591-F199-49C2-B63A-82709D96C729}" presName="picture4" presStyleCnt="0"/>
      <dgm:spPr/>
    </dgm:pt>
    <dgm:pt modelId="{A0281C84-A15B-46F7-97F6-613D1306B0AB}" type="pres">
      <dgm:prSet presAssocID="{744EA591-F199-49C2-B63A-82709D96C729}" presName="imageRepeatNode" presStyleLbl="fgImgPlace1" presStyleIdx="3" presStyleCnt="4"/>
      <dgm:spPr/>
    </dgm:pt>
  </dgm:ptLst>
  <dgm:cxnLst>
    <dgm:cxn modelId="{529C9714-76FA-47D0-859D-580CA8C08C0E}" type="presOf" srcId="{BC531B32-9B0E-482E-BF91-65C61F17168D}" destId="{C78FE0F4-D159-4040-AAE5-4EBA942DA6DB}" srcOrd="0" destOrd="0" presId="urn:microsoft.com/office/officeart/2008/layout/AscendingPictureAccentProcess"/>
    <dgm:cxn modelId="{4384A21B-4E6D-47AC-A34F-F09AFFC9558A}" type="presOf" srcId="{8EA7219F-BDB2-48EB-9EEB-3133522D132E}" destId="{06A4BD79-BDDC-4B46-BA56-900E0CC41076}" srcOrd="0" destOrd="0" presId="urn:microsoft.com/office/officeart/2008/layout/AscendingPictureAccentProcess"/>
    <dgm:cxn modelId="{2AA9C11F-1F1D-428E-801A-47EAA766C99D}" srcId="{B9C32B05-62EA-407A-B21C-2310C7945705}" destId="{42D71409-67F9-455C-8C6D-716D284AAA6B}" srcOrd="0" destOrd="0" parTransId="{51680ED1-AF6E-4B28-AE94-92B0EFB0DF7D}" sibTransId="{478B7D3C-9FB4-4BC6-90AC-49960560DECD}"/>
    <dgm:cxn modelId="{B4F3EA32-CE64-4A92-9BAE-BC57E5392B05}" srcId="{B9C32B05-62EA-407A-B21C-2310C7945705}" destId="{F66099B6-DBBD-4AB0-82D2-877B80F846F7}" srcOrd="1" destOrd="0" parTransId="{B09C8BFB-F41C-4AC4-AB94-F216E3081C2D}" sibTransId="{BC531B32-9B0E-482E-BF91-65C61F17168D}"/>
    <dgm:cxn modelId="{35013F34-57BC-4E3C-A003-07C0E49926DB}" srcId="{F66099B6-DBBD-4AB0-82D2-877B80F846F7}" destId="{BE788BF5-FE9F-4C7D-A1CD-9232D7860179}" srcOrd="1" destOrd="0" parTransId="{963A52CB-C772-45F2-8A30-8ABA6B14D3CE}" sibTransId="{88191C5E-55BA-42F2-B842-FC86CBBADC0F}"/>
    <dgm:cxn modelId="{FCF03C37-63FD-4EB9-84B8-4336369B1A57}" type="presOf" srcId="{6CF284C3-4A70-4432-8F33-E75A802B3330}" destId="{F7666841-FF4B-4C53-9439-6EAB1AE04EC1}" srcOrd="0" destOrd="0" presId="urn:microsoft.com/office/officeart/2008/layout/AscendingPictureAccentProcess"/>
    <dgm:cxn modelId="{3EA4333A-C270-4B94-894A-323826F2EA34}" type="presOf" srcId="{6C39594C-4AE1-4221-9751-E4FBA9469435}" destId="{1D08796A-F71E-4BC5-98A2-79AC85B2B476}" srcOrd="0" destOrd="1" presId="urn:microsoft.com/office/officeart/2008/layout/AscendingPictureAccentProcess"/>
    <dgm:cxn modelId="{5F2BF45E-9DE3-4643-965C-5E157AA08BFD}" type="presOf" srcId="{3CE06941-9820-4827-8B16-CD80CC49F780}" destId="{C221DB93-530B-421F-8F92-62F7D1A99AB5}" srcOrd="0" destOrd="0" presId="urn:microsoft.com/office/officeart/2008/layout/AscendingPictureAccentProcess"/>
    <dgm:cxn modelId="{3E752364-2556-47E7-97C8-C6BDE34559BD}" type="presOf" srcId="{2A22E84C-3AA3-4E9C-AE5F-9C2FB0D7FB11}" destId="{A7919F0A-85B5-4DFE-BD83-F4E017B2ADC2}" srcOrd="0" destOrd="0" presId="urn:microsoft.com/office/officeart/2008/layout/AscendingPictureAccentProcess"/>
    <dgm:cxn modelId="{40419C4F-324B-4EC5-8565-9F87A8E9D886}" type="presOf" srcId="{386C2B6D-2EE1-4682-AE61-EE246CD54E31}" destId="{C221DB93-530B-421F-8F92-62F7D1A99AB5}" srcOrd="0" destOrd="1" presId="urn:microsoft.com/office/officeart/2008/layout/AscendingPictureAccentProcess"/>
    <dgm:cxn modelId="{BB492D74-68F0-4CF8-A76F-AD6EF4ECCB25}" type="presOf" srcId="{389F9A93-0231-4877-8C41-5D5B8DD7AAC0}" destId="{969841F4-6C2E-4B8D-8988-054115C3C2FD}" srcOrd="0" destOrd="0" presId="urn:microsoft.com/office/officeart/2008/layout/AscendingPictureAccentProcess"/>
    <dgm:cxn modelId="{7F96AC57-2F84-4E8C-AA92-E82865EE63FE}" srcId="{EE62A4F6-4AC4-435B-990E-81A71CE8CAC7}" destId="{386C2B6D-2EE1-4682-AE61-EE246CD54E31}" srcOrd="1" destOrd="0" parTransId="{649D72FB-0D8F-479C-87D1-C73133EF35E2}" sibTransId="{E1C9E6F1-2ED2-4DD8-9B78-28FC1AF5D352}"/>
    <dgm:cxn modelId="{0A58CA7B-EA05-4F9F-9BAD-938EBB74CBDC}" type="presOf" srcId="{EE62A4F6-4AC4-435B-990E-81A71CE8CAC7}" destId="{457A39AA-A81A-47F0-833E-1A136F40A4AC}" srcOrd="0" destOrd="0" presId="urn:microsoft.com/office/officeart/2008/layout/AscendingPictureAccentProcess"/>
    <dgm:cxn modelId="{2B98897D-9937-49AC-9FE9-6629E912033A}" srcId="{2A22E84C-3AA3-4E9C-AE5F-9C2FB0D7FB11}" destId="{9ADACFBF-2A78-45C9-A7C4-5E5DBC674760}" srcOrd="0" destOrd="0" parTransId="{E121796C-71AB-4354-A1D4-3BF0025298A5}" sibTransId="{F3FE7E5A-DC73-423B-998C-02943CF263BF}"/>
    <dgm:cxn modelId="{2DC24386-BC50-4BAB-8571-16CB10C2603C}" srcId="{F66099B6-DBBD-4AB0-82D2-877B80F846F7}" destId="{6CF284C3-4A70-4432-8F33-E75A802B3330}" srcOrd="0" destOrd="0" parTransId="{044831E6-2FC9-4DDA-81FB-5FA418568D07}" sibTransId="{CD50B82D-84BB-4747-B282-ABB339EBA294}"/>
    <dgm:cxn modelId="{C99CE395-39F6-46B4-938C-9BF085685D1A}" srcId="{EE62A4F6-4AC4-435B-990E-81A71CE8CAC7}" destId="{3CE06941-9820-4827-8B16-CD80CC49F780}" srcOrd="0" destOrd="0" parTransId="{141A3C92-8966-4E2F-82E4-2E09E22674B2}" sibTransId="{F58FC55B-E61F-445C-956E-0BB2202254CA}"/>
    <dgm:cxn modelId="{7AF91B96-DA69-42D6-83DE-0E63677A4C47}" srcId="{2A22E84C-3AA3-4E9C-AE5F-9C2FB0D7FB11}" destId="{6C39594C-4AE1-4221-9751-E4FBA9469435}" srcOrd="1" destOrd="0" parTransId="{EA90E5E0-265B-4677-A3EF-FCD0DFDF4F41}" sibTransId="{F04E3063-747B-4761-B46E-8C06B2EF3C55}"/>
    <dgm:cxn modelId="{3A2CECA6-0C5B-46BB-B7C6-7D37E9D210BD}" srcId="{B9C32B05-62EA-407A-B21C-2310C7945705}" destId="{EE62A4F6-4AC4-435B-990E-81A71CE8CAC7}" srcOrd="2" destOrd="0" parTransId="{F287B947-7343-4FA2-B288-B23A59FFAE31}" sibTransId="{389F9A93-0231-4877-8C41-5D5B8DD7AAC0}"/>
    <dgm:cxn modelId="{DA0B13B3-19E1-4339-83EF-2EDEA8BD0D55}" type="presOf" srcId="{3AF880A5-0F00-4315-A5DF-1FE656798601}" destId="{06A4BD79-BDDC-4B46-BA56-900E0CC41076}" srcOrd="0" destOrd="1" presId="urn:microsoft.com/office/officeart/2008/layout/AscendingPictureAccentProcess"/>
    <dgm:cxn modelId="{B315F0B3-9404-4D40-9F5F-081AAC29ED75}" type="presOf" srcId="{F66099B6-DBBD-4AB0-82D2-877B80F846F7}" destId="{57E4E4A2-4EFF-4C04-B3FB-F991A092CCC3}" srcOrd="0" destOrd="0" presId="urn:microsoft.com/office/officeart/2008/layout/AscendingPictureAccentProcess"/>
    <dgm:cxn modelId="{FFEA8CBC-6D79-4E6C-8FE8-BB8B9CEB5752}" type="presOf" srcId="{B9C32B05-62EA-407A-B21C-2310C7945705}" destId="{46FD4C7A-EDF4-452F-A816-30E205953C9F}" srcOrd="0" destOrd="0" presId="urn:microsoft.com/office/officeart/2008/layout/AscendingPictureAccentProcess"/>
    <dgm:cxn modelId="{E5C4FABE-E756-4667-9CE7-89EAF7B76F45}" type="presOf" srcId="{9ADACFBF-2A78-45C9-A7C4-5E5DBC674760}" destId="{1D08796A-F71E-4BC5-98A2-79AC85B2B476}" srcOrd="0" destOrd="0" presId="urn:microsoft.com/office/officeart/2008/layout/AscendingPictureAccentProcess"/>
    <dgm:cxn modelId="{9CC45CCF-4F7D-4DAE-9137-EA3D27B87702}" type="presOf" srcId="{744EA591-F199-49C2-B63A-82709D96C729}" destId="{A0281C84-A15B-46F7-97F6-613D1306B0AB}" srcOrd="0" destOrd="0" presId="urn:microsoft.com/office/officeart/2008/layout/AscendingPictureAccentProcess"/>
    <dgm:cxn modelId="{7003FADD-F1CE-4F68-94EA-0A73ADCBBB00}" type="presOf" srcId="{478B7D3C-9FB4-4BC6-90AC-49960560DECD}" destId="{109454E1-495D-4264-8BA4-700F813EE157}" srcOrd="0" destOrd="0" presId="urn:microsoft.com/office/officeart/2008/layout/AscendingPictureAccentProcess"/>
    <dgm:cxn modelId="{24F8CBE2-5003-4E69-A772-6B98F2B05181}" srcId="{42D71409-67F9-455C-8C6D-716D284AAA6B}" destId="{3AF880A5-0F00-4315-A5DF-1FE656798601}" srcOrd="1" destOrd="0" parTransId="{A13BB1F9-5857-4B43-8BF5-6589AA2CB759}" sibTransId="{C198C41D-2640-4669-83ED-E0CD35701C8E}"/>
    <dgm:cxn modelId="{4A5902E4-51E0-4AA3-B142-3B6CFC86D757}" type="presOf" srcId="{42D71409-67F9-455C-8C6D-716D284AAA6B}" destId="{67A44CFB-0397-45E6-B46C-5F30079AA193}" srcOrd="0" destOrd="0" presId="urn:microsoft.com/office/officeart/2008/layout/AscendingPictureAccentProcess"/>
    <dgm:cxn modelId="{BEB859E7-C343-408E-86A1-667C27EE5761}" srcId="{B9C32B05-62EA-407A-B21C-2310C7945705}" destId="{2A22E84C-3AA3-4E9C-AE5F-9C2FB0D7FB11}" srcOrd="3" destOrd="0" parTransId="{6C025E55-DF42-4C5D-AFD5-6015FA053D46}" sibTransId="{744EA591-F199-49C2-B63A-82709D96C729}"/>
    <dgm:cxn modelId="{74F365EA-86F6-4661-888A-EC399C52AFCF}" type="presOf" srcId="{BE788BF5-FE9F-4C7D-A1CD-9232D7860179}" destId="{F7666841-FF4B-4C53-9439-6EAB1AE04EC1}" srcOrd="0" destOrd="1" presId="urn:microsoft.com/office/officeart/2008/layout/AscendingPictureAccentProcess"/>
    <dgm:cxn modelId="{58AD7EEF-D408-406B-87EE-4691D4C30668}" srcId="{42D71409-67F9-455C-8C6D-716D284AAA6B}" destId="{8EA7219F-BDB2-48EB-9EEB-3133522D132E}" srcOrd="0" destOrd="0" parTransId="{3EE8403A-CB7C-4815-85BD-AEBCAEB71B37}" sibTransId="{C94B7947-85DC-4B21-BB99-DF8438356F98}"/>
    <dgm:cxn modelId="{1105D314-37C2-4786-9DB1-3ADA3F35BC1C}" type="presParOf" srcId="{46FD4C7A-EDF4-452F-A816-30E205953C9F}" destId="{457EA230-763B-448E-81D1-E79D9B59EA01}" srcOrd="0" destOrd="0" presId="urn:microsoft.com/office/officeart/2008/layout/AscendingPictureAccentProcess"/>
    <dgm:cxn modelId="{5DFB013A-8392-4238-9FCC-5AE286F42FEE}" type="presParOf" srcId="{46FD4C7A-EDF4-452F-A816-30E205953C9F}" destId="{64F47935-3DDB-45AE-99C7-7328617CE2F7}" srcOrd="1" destOrd="0" presId="urn:microsoft.com/office/officeart/2008/layout/AscendingPictureAccentProcess"/>
    <dgm:cxn modelId="{78874AAC-15B0-4BE7-BC36-A95AA64FF4B8}" type="presParOf" srcId="{46FD4C7A-EDF4-452F-A816-30E205953C9F}" destId="{2F753BE8-A7C5-4D63-91AC-64745B4F4652}" srcOrd="2" destOrd="0" presId="urn:microsoft.com/office/officeart/2008/layout/AscendingPictureAccentProcess"/>
    <dgm:cxn modelId="{CB52C88D-B47D-4C7D-9D59-CE9AE4B77323}" type="presParOf" srcId="{46FD4C7A-EDF4-452F-A816-30E205953C9F}" destId="{D0DAA5F0-ECFA-4A5C-9570-CBD79B522E96}" srcOrd="3" destOrd="0" presId="urn:microsoft.com/office/officeart/2008/layout/AscendingPictureAccentProcess"/>
    <dgm:cxn modelId="{72A871E3-FA08-4F17-A3B5-375FBF92FFA8}" type="presParOf" srcId="{46FD4C7A-EDF4-452F-A816-30E205953C9F}" destId="{1F376BF5-FFCC-4E23-9D2E-F0F0B8A448FF}" srcOrd="4" destOrd="0" presId="urn:microsoft.com/office/officeart/2008/layout/AscendingPictureAccentProcess"/>
    <dgm:cxn modelId="{7DCC416A-2CB1-4317-82A2-A6D2E539A289}" type="presParOf" srcId="{46FD4C7A-EDF4-452F-A816-30E205953C9F}" destId="{7746D915-B6FC-4EDF-984D-3307DB370D1F}" srcOrd="5" destOrd="0" presId="urn:microsoft.com/office/officeart/2008/layout/AscendingPictureAccentProcess"/>
    <dgm:cxn modelId="{C6183A1D-2ED9-45D7-8C93-C130316CFECD}" type="presParOf" srcId="{46FD4C7A-EDF4-452F-A816-30E205953C9F}" destId="{3B55419D-37CC-4BC4-9775-FAB1FEC24515}" srcOrd="6" destOrd="0" presId="urn:microsoft.com/office/officeart/2008/layout/AscendingPictureAccentProcess"/>
    <dgm:cxn modelId="{6B8CD362-38C4-47CA-8ECB-C0AF13913FC6}" type="presParOf" srcId="{46FD4C7A-EDF4-452F-A816-30E205953C9F}" destId="{1809C39B-0A1D-40A3-A3C9-4A5243D7CF30}" srcOrd="7" destOrd="0" presId="urn:microsoft.com/office/officeart/2008/layout/AscendingPictureAccentProcess"/>
    <dgm:cxn modelId="{C781BB21-001D-4ABF-8564-D1D1FAEBCFA3}" type="presParOf" srcId="{46FD4C7A-EDF4-452F-A816-30E205953C9F}" destId="{C742C6E0-7D2E-4105-9E39-9533661C1377}" srcOrd="8" destOrd="0" presId="urn:microsoft.com/office/officeart/2008/layout/AscendingPictureAccentProcess"/>
    <dgm:cxn modelId="{DFB0ECB5-1F67-4132-8AC3-88F4E4C6F672}" type="presParOf" srcId="{46FD4C7A-EDF4-452F-A816-30E205953C9F}" destId="{68446360-3F85-4DAA-B7FD-5D59932B0F49}" srcOrd="9" destOrd="0" presId="urn:microsoft.com/office/officeart/2008/layout/AscendingPictureAccentProcess"/>
    <dgm:cxn modelId="{58DBC857-D6CF-4A4C-86F0-E144847F77AC}" type="presParOf" srcId="{46FD4C7A-EDF4-452F-A816-30E205953C9F}" destId="{EE81A75D-EE13-4901-9368-B71B21003DC8}" srcOrd="10" destOrd="0" presId="urn:microsoft.com/office/officeart/2008/layout/AscendingPictureAccentProcess"/>
    <dgm:cxn modelId="{6472542D-53C3-41CF-85A4-7D791DF5253F}" type="presParOf" srcId="{46FD4C7A-EDF4-452F-A816-30E205953C9F}" destId="{97AD397F-05AC-4DB2-90BA-6DB9E05F591C}" srcOrd="11" destOrd="0" presId="urn:microsoft.com/office/officeart/2008/layout/AscendingPictureAccentProcess"/>
    <dgm:cxn modelId="{9360DD0C-D758-4DEB-AFF6-F4B2766745F4}" type="presParOf" srcId="{46FD4C7A-EDF4-452F-A816-30E205953C9F}" destId="{298D3CB3-BCFE-4854-9CC1-7BB3EBC77BB0}" srcOrd="12" destOrd="0" presId="urn:microsoft.com/office/officeart/2008/layout/AscendingPictureAccentProcess"/>
    <dgm:cxn modelId="{5F334BE1-9B79-452B-875C-027FE88D2424}" type="presParOf" srcId="{46FD4C7A-EDF4-452F-A816-30E205953C9F}" destId="{67A44CFB-0397-45E6-B46C-5F30079AA193}" srcOrd="13" destOrd="0" presId="urn:microsoft.com/office/officeart/2008/layout/AscendingPictureAccentProcess"/>
    <dgm:cxn modelId="{144736EC-98FC-42A1-AD47-04B18DEE2FF2}" type="presParOf" srcId="{46FD4C7A-EDF4-452F-A816-30E205953C9F}" destId="{06A4BD79-BDDC-4B46-BA56-900E0CC41076}" srcOrd="14" destOrd="0" presId="urn:microsoft.com/office/officeart/2008/layout/AscendingPictureAccentProcess"/>
    <dgm:cxn modelId="{E829A8AA-2376-47D5-97E4-CFE763FDD83C}" type="presParOf" srcId="{46FD4C7A-EDF4-452F-A816-30E205953C9F}" destId="{4DCE22BC-9EDD-4C88-9ACE-60D691BABC01}" srcOrd="15" destOrd="0" presId="urn:microsoft.com/office/officeart/2008/layout/AscendingPictureAccentProcess"/>
    <dgm:cxn modelId="{6441F1E7-B06A-48D8-949C-8DA5A759C1B4}" type="presParOf" srcId="{4DCE22BC-9EDD-4C88-9ACE-60D691BABC01}" destId="{109454E1-495D-4264-8BA4-700F813EE157}" srcOrd="0" destOrd="0" presId="urn:microsoft.com/office/officeart/2008/layout/AscendingPictureAccentProcess"/>
    <dgm:cxn modelId="{22323F8D-2D86-448F-BBA1-5444665577D5}" type="presParOf" srcId="{46FD4C7A-EDF4-452F-A816-30E205953C9F}" destId="{57E4E4A2-4EFF-4C04-B3FB-F991A092CCC3}" srcOrd="16" destOrd="0" presId="urn:microsoft.com/office/officeart/2008/layout/AscendingPictureAccentProcess"/>
    <dgm:cxn modelId="{D6A21AEE-9C8E-4DD7-A683-0CB994B5A763}" type="presParOf" srcId="{46FD4C7A-EDF4-452F-A816-30E205953C9F}" destId="{F7666841-FF4B-4C53-9439-6EAB1AE04EC1}" srcOrd="17" destOrd="0" presId="urn:microsoft.com/office/officeart/2008/layout/AscendingPictureAccentProcess"/>
    <dgm:cxn modelId="{06BDE395-F158-4A49-872A-88C1E94F2BCA}" type="presParOf" srcId="{46FD4C7A-EDF4-452F-A816-30E205953C9F}" destId="{0F4A1DEA-ABB3-423A-A2C5-EF577D77EBDA}" srcOrd="18" destOrd="0" presId="urn:microsoft.com/office/officeart/2008/layout/AscendingPictureAccentProcess"/>
    <dgm:cxn modelId="{EAADD4FB-1581-4C6A-A34A-AD53819A7ECB}" type="presParOf" srcId="{0F4A1DEA-ABB3-423A-A2C5-EF577D77EBDA}" destId="{C78FE0F4-D159-4040-AAE5-4EBA942DA6DB}" srcOrd="0" destOrd="0" presId="urn:microsoft.com/office/officeart/2008/layout/AscendingPictureAccentProcess"/>
    <dgm:cxn modelId="{64ABCACD-DA63-4693-9A2F-BA26C93CB531}" type="presParOf" srcId="{46FD4C7A-EDF4-452F-A816-30E205953C9F}" destId="{457A39AA-A81A-47F0-833E-1A136F40A4AC}" srcOrd="19" destOrd="0" presId="urn:microsoft.com/office/officeart/2008/layout/AscendingPictureAccentProcess"/>
    <dgm:cxn modelId="{0AD65335-BF5B-43F2-8DDE-A9FB9F94E9EA}" type="presParOf" srcId="{46FD4C7A-EDF4-452F-A816-30E205953C9F}" destId="{C221DB93-530B-421F-8F92-62F7D1A99AB5}" srcOrd="20" destOrd="0" presId="urn:microsoft.com/office/officeart/2008/layout/AscendingPictureAccentProcess"/>
    <dgm:cxn modelId="{5FB07E8C-B633-499E-B37F-E95A46DE3C6A}" type="presParOf" srcId="{46FD4C7A-EDF4-452F-A816-30E205953C9F}" destId="{166A98E5-FEA7-40B5-BA74-E73A4C677671}" srcOrd="21" destOrd="0" presId="urn:microsoft.com/office/officeart/2008/layout/AscendingPictureAccentProcess"/>
    <dgm:cxn modelId="{A7CED594-027D-45C9-90E9-3753744DD9C6}" type="presParOf" srcId="{166A98E5-FEA7-40B5-BA74-E73A4C677671}" destId="{969841F4-6C2E-4B8D-8988-054115C3C2FD}" srcOrd="0" destOrd="0" presId="urn:microsoft.com/office/officeart/2008/layout/AscendingPictureAccentProcess"/>
    <dgm:cxn modelId="{B9151EDE-F737-4338-BCC6-7D44E86EABB4}" type="presParOf" srcId="{46FD4C7A-EDF4-452F-A816-30E205953C9F}" destId="{A7919F0A-85B5-4DFE-BD83-F4E017B2ADC2}" srcOrd="22" destOrd="0" presId="urn:microsoft.com/office/officeart/2008/layout/AscendingPictureAccentProcess"/>
    <dgm:cxn modelId="{09E97CBD-821B-4F71-9FC0-3160C01987F1}" type="presParOf" srcId="{46FD4C7A-EDF4-452F-A816-30E205953C9F}" destId="{1D08796A-F71E-4BC5-98A2-79AC85B2B476}" srcOrd="23" destOrd="0" presId="urn:microsoft.com/office/officeart/2008/layout/AscendingPictureAccentProcess"/>
    <dgm:cxn modelId="{80F2453A-4A2F-4CA3-A9D8-8398E912ECE2}" type="presParOf" srcId="{46FD4C7A-EDF4-452F-A816-30E205953C9F}" destId="{99224A8B-DBC0-4B24-BDC1-7A052734270D}" srcOrd="24" destOrd="0" presId="urn:microsoft.com/office/officeart/2008/layout/AscendingPictureAccentProcess"/>
    <dgm:cxn modelId="{3D358901-7AAF-4283-9B89-8FF55B96CF3F}" type="presParOf" srcId="{99224A8B-DBC0-4B24-BDC1-7A052734270D}" destId="{A0281C84-A15B-46F7-97F6-613D1306B0AB}" srcOrd="0" destOrd="0" presId="urn:microsoft.com/office/officeart/2008/layout/AscendingPictureAccentProcess"/>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77.xml><?xml version="1.0" encoding="utf-8"?>
<dgm:dataModel xmlns:dgm="http://schemas.openxmlformats.org/drawingml/2006/diagram" xmlns:a="http://schemas.openxmlformats.org/drawingml/2006/main">
  <dgm:ptLst>
    <dgm:pt modelId="{B9C32B05-62EA-407A-B21C-2310C7945705}" type="doc">
      <dgm:prSet loTypeId="urn:microsoft.com/office/officeart/2005/8/layout/arrow2" loCatId="process"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custT="1"/>
      <dgm:spPr/>
      <dgm:t>
        <a:bodyPr/>
        <a:lstStyle/>
        <a:p>
          <a:r>
            <a:rPr lang="en-US" sz="1600" dirty="0">
              <a:solidFill>
                <a:schemeClr val="tx2"/>
              </a:solidFill>
            </a:rPr>
            <a:t>Lorem Ipsum</a:t>
          </a:r>
        </a:p>
      </dgm:t>
    </dgm:pt>
    <dgm:pt modelId="{51680ED1-AF6E-4B28-AE94-92B0EFB0DF7D}" type="parTrans" cxnId="{2AA9C11F-1F1D-428E-801A-47EAA766C99D}">
      <dgm:prSet/>
      <dgm:spPr/>
      <dgm:t>
        <a:bodyPr/>
        <a:lstStyle/>
        <a:p>
          <a:endParaRPr lang="en-US" sz="2400">
            <a:solidFill>
              <a:schemeClr val="tx2"/>
            </a:solidFill>
          </a:endParaRPr>
        </a:p>
      </dgm:t>
    </dgm:pt>
    <dgm:pt modelId="{478B7D3C-9FB4-4BC6-90AC-49960560DECD}" type="sibTrans" cxnId="{2AA9C11F-1F1D-428E-801A-47EAA766C99D}">
      <dgm:prSet/>
      <dgm:spPr/>
      <dgm:t>
        <a:bodyPr/>
        <a:lstStyle/>
        <a:p>
          <a:endParaRPr lang="en-US" sz="2400">
            <a:solidFill>
              <a:schemeClr val="tx2"/>
            </a:solidFill>
          </a:endParaRPr>
        </a:p>
      </dgm:t>
    </dgm:pt>
    <dgm:pt modelId="{F66099B6-DBBD-4AB0-82D2-877B80F846F7}">
      <dgm:prSet phldrT="[Text]" custT="1"/>
      <dgm:spPr/>
      <dgm:t>
        <a:bodyPr/>
        <a:lstStyle/>
        <a:p>
          <a:r>
            <a:rPr lang="en-US" sz="1600" dirty="0">
              <a:solidFill>
                <a:schemeClr val="tx2"/>
              </a:solidFill>
            </a:rPr>
            <a:t>Lorem Ipsum</a:t>
          </a:r>
        </a:p>
      </dgm:t>
    </dgm:pt>
    <dgm:pt modelId="{B09C8BFB-F41C-4AC4-AB94-F216E3081C2D}" type="parTrans" cxnId="{B4F3EA32-CE64-4A92-9BAE-BC57E5392B05}">
      <dgm:prSet/>
      <dgm:spPr/>
      <dgm:t>
        <a:bodyPr/>
        <a:lstStyle/>
        <a:p>
          <a:endParaRPr lang="en-US" sz="2400">
            <a:solidFill>
              <a:schemeClr val="tx2"/>
            </a:solidFill>
          </a:endParaRPr>
        </a:p>
      </dgm:t>
    </dgm:pt>
    <dgm:pt modelId="{BC531B32-9B0E-482E-BF91-65C61F17168D}" type="sibTrans" cxnId="{B4F3EA32-CE64-4A92-9BAE-BC57E5392B05}">
      <dgm:prSet/>
      <dgm:spPr/>
      <dgm:t>
        <a:bodyPr/>
        <a:lstStyle/>
        <a:p>
          <a:endParaRPr lang="en-US" sz="2400">
            <a:solidFill>
              <a:schemeClr val="tx2"/>
            </a:solidFill>
          </a:endParaRPr>
        </a:p>
      </dgm:t>
    </dgm:pt>
    <dgm:pt modelId="{EE62A4F6-4AC4-435B-990E-81A71CE8CAC7}">
      <dgm:prSet phldrT="[Text]" custT="1"/>
      <dgm:spPr/>
      <dgm:t>
        <a:bodyPr/>
        <a:lstStyle/>
        <a:p>
          <a:r>
            <a:rPr lang="en-US" sz="1600" dirty="0">
              <a:solidFill>
                <a:schemeClr val="tx2"/>
              </a:solidFill>
            </a:rPr>
            <a:t>Lorem Ipsum</a:t>
          </a:r>
        </a:p>
      </dgm:t>
    </dgm:pt>
    <dgm:pt modelId="{F287B947-7343-4FA2-B288-B23A59FFAE31}" type="parTrans" cxnId="{3A2CECA6-0C5B-46BB-B7C6-7D37E9D210BD}">
      <dgm:prSet/>
      <dgm:spPr/>
      <dgm:t>
        <a:bodyPr/>
        <a:lstStyle/>
        <a:p>
          <a:endParaRPr lang="en-US" sz="2400">
            <a:solidFill>
              <a:schemeClr val="tx2"/>
            </a:solidFill>
          </a:endParaRPr>
        </a:p>
      </dgm:t>
    </dgm:pt>
    <dgm:pt modelId="{389F9A93-0231-4877-8C41-5D5B8DD7AAC0}" type="sibTrans" cxnId="{3A2CECA6-0C5B-46BB-B7C6-7D37E9D210BD}">
      <dgm:prSet/>
      <dgm:spPr/>
      <dgm:t>
        <a:bodyPr/>
        <a:lstStyle/>
        <a:p>
          <a:endParaRPr lang="en-US" sz="2400">
            <a:solidFill>
              <a:schemeClr val="tx2"/>
            </a:solidFill>
          </a:endParaRPr>
        </a:p>
      </dgm:t>
    </dgm:pt>
    <dgm:pt modelId="{6CF284C3-4A70-4432-8F33-E75A802B3330}">
      <dgm:prSet custT="1"/>
      <dgm:spPr/>
      <dgm:t>
        <a:bodyPr/>
        <a:lstStyle/>
        <a:p>
          <a:r>
            <a:rPr lang="en-US" sz="1100" dirty="0">
              <a:solidFill>
                <a:schemeClr val="tx2"/>
              </a:solidFill>
            </a:rPr>
            <a:t>Some text here</a:t>
          </a:r>
        </a:p>
      </dgm:t>
    </dgm:pt>
    <dgm:pt modelId="{044831E6-2FC9-4DDA-81FB-5FA418568D07}" type="parTrans" cxnId="{2DC24386-BC50-4BAB-8571-16CB10C2603C}">
      <dgm:prSet/>
      <dgm:spPr/>
      <dgm:t>
        <a:bodyPr/>
        <a:lstStyle/>
        <a:p>
          <a:endParaRPr lang="en-US" sz="2400">
            <a:solidFill>
              <a:schemeClr val="tx2"/>
            </a:solidFill>
          </a:endParaRPr>
        </a:p>
      </dgm:t>
    </dgm:pt>
    <dgm:pt modelId="{CD50B82D-84BB-4747-B282-ABB339EBA294}" type="sibTrans" cxnId="{2DC24386-BC50-4BAB-8571-16CB10C2603C}">
      <dgm:prSet/>
      <dgm:spPr/>
      <dgm:t>
        <a:bodyPr/>
        <a:lstStyle/>
        <a:p>
          <a:endParaRPr lang="en-US" sz="2400">
            <a:solidFill>
              <a:schemeClr val="tx2"/>
            </a:solidFill>
          </a:endParaRPr>
        </a:p>
      </dgm:t>
    </dgm:pt>
    <dgm:pt modelId="{3AF880A5-0F00-4315-A5DF-1FE656798601}">
      <dgm:prSet phldrT="[Text]" custT="1"/>
      <dgm:spPr/>
      <dgm:t>
        <a:bodyPr/>
        <a:lstStyle/>
        <a:p>
          <a:r>
            <a:rPr lang="en-US" sz="1100" dirty="0">
              <a:solidFill>
                <a:schemeClr val="tx2"/>
              </a:solidFill>
            </a:rPr>
            <a:t>Some text here</a:t>
          </a:r>
        </a:p>
      </dgm:t>
    </dgm:pt>
    <dgm:pt modelId="{A13BB1F9-5857-4B43-8BF5-6589AA2CB759}" type="parTrans" cxnId="{24F8CBE2-5003-4E69-A772-6B98F2B05181}">
      <dgm:prSet/>
      <dgm:spPr/>
      <dgm:t>
        <a:bodyPr/>
        <a:lstStyle/>
        <a:p>
          <a:endParaRPr lang="en-US" sz="2400">
            <a:solidFill>
              <a:schemeClr val="tx2"/>
            </a:solidFill>
          </a:endParaRPr>
        </a:p>
      </dgm:t>
    </dgm:pt>
    <dgm:pt modelId="{C198C41D-2640-4669-83ED-E0CD35701C8E}" type="sibTrans" cxnId="{24F8CBE2-5003-4E69-A772-6B98F2B05181}">
      <dgm:prSet/>
      <dgm:spPr/>
      <dgm:t>
        <a:bodyPr/>
        <a:lstStyle/>
        <a:p>
          <a:endParaRPr lang="en-US" sz="2400">
            <a:solidFill>
              <a:schemeClr val="tx2"/>
            </a:solidFill>
          </a:endParaRPr>
        </a:p>
      </dgm:t>
    </dgm:pt>
    <dgm:pt modelId="{8EA7219F-BDB2-48EB-9EEB-3133522D132E}">
      <dgm:prSet phldrT="[Text]" custT="1"/>
      <dgm:spPr/>
      <dgm:t>
        <a:bodyPr/>
        <a:lstStyle/>
        <a:p>
          <a:r>
            <a:rPr lang="en-US" sz="1100" dirty="0">
              <a:solidFill>
                <a:schemeClr val="tx2"/>
              </a:solidFill>
            </a:rPr>
            <a:t>Some text here</a:t>
          </a:r>
        </a:p>
      </dgm:t>
    </dgm:pt>
    <dgm:pt modelId="{3EE8403A-CB7C-4815-85BD-AEBCAEB71B37}" type="parTrans" cxnId="{58AD7EEF-D408-406B-87EE-4691D4C30668}">
      <dgm:prSet/>
      <dgm:spPr/>
      <dgm:t>
        <a:bodyPr/>
        <a:lstStyle/>
        <a:p>
          <a:endParaRPr lang="en-US" sz="2400">
            <a:solidFill>
              <a:schemeClr val="tx2"/>
            </a:solidFill>
          </a:endParaRPr>
        </a:p>
      </dgm:t>
    </dgm:pt>
    <dgm:pt modelId="{C94B7947-85DC-4B21-BB99-DF8438356F98}" type="sibTrans" cxnId="{58AD7EEF-D408-406B-87EE-4691D4C30668}">
      <dgm:prSet/>
      <dgm:spPr/>
      <dgm:t>
        <a:bodyPr/>
        <a:lstStyle/>
        <a:p>
          <a:endParaRPr lang="en-US" sz="2400">
            <a:solidFill>
              <a:schemeClr val="tx2"/>
            </a:solidFill>
          </a:endParaRPr>
        </a:p>
      </dgm:t>
    </dgm:pt>
    <dgm:pt modelId="{BE788BF5-FE9F-4C7D-A1CD-9232D7860179}">
      <dgm:prSet phldrT="[Text]" custT="1"/>
      <dgm:spPr/>
      <dgm:t>
        <a:bodyPr/>
        <a:lstStyle/>
        <a:p>
          <a:r>
            <a:rPr lang="en-US" sz="1100" dirty="0">
              <a:solidFill>
                <a:schemeClr val="tx2"/>
              </a:solidFill>
            </a:rPr>
            <a:t>Some text here</a:t>
          </a:r>
        </a:p>
      </dgm:t>
    </dgm:pt>
    <dgm:pt modelId="{963A52CB-C772-45F2-8A30-8ABA6B14D3CE}" type="parTrans" cxnId="{35013F34-57BC-4E3C-A003-07C0E49926DB}">
      <dgm:prSet/>
      <dgm:spPr/>
      <dgm:t>
        <a:bodyPr/>
        <a:lstStyle/>
        <a:p>
          <a:endParaRPr lang="en-US" sz="2400">
            <a:solidFill>
              <a:schemeClr val="tx2"/>
            </a:solidFill>
          </a:endParaRPr>
        </a:p>
      </dgm:t>
    </dgm:pt>
    <dgm:pt modelId="{88191C5E-55BA-42F2-B842-FC86CBBADC0F}" type="sibTrans" cxnId="{35013F34-57BC-4E3C-A003-07C0E49926DB}">
      <dgm:prSet/>
      <dgm:spPr/>
      <dgm:t>
        <a:bodyPr/>
        <a:lstStyle/>
        <a:p>
          <a:endParaRPr lang="en-US" sz="2400">
            <a:solidFill>
              <a:schemeClr val="tx2"/>
            </a:solidFill>
          </a:endParaRPr>
        </a:p>
      </dgm:t>
    </dgm:pt>
    <dgm:pt modelId="{3CE06941-9820-4827-8B16-CD80CC49F780}">
      <dgm:prSet phldrT="[Text]" custT="1"/>
      <dgm:spPr/>
      <dgm:t>
        <a:bodyPr/>
        <a:lstStyle/>
        <a:p>
          <a:r>
            <a:rPr lang="en-US" sz="1100" dirty="0">
              <a:solidFill>
                <a:schemeClr val="tx2"/>
              </a:solidFill>
            </a:rPr>
            <a:t>Some text here</a:t>
          </a:r>
        </a:p>
      </dgm:t>
    </dgm:pt>
    <dgm:pt modelId="{141A3C92-8966-4E2F-82E4-2E09E22674B2}" type="parTrans" cxnId="{C99CE395-39F6-46B4-938C-9BF085685D1A}">
      <dgm:prSet/>
      <dgm:spPr/>
      <dgm:t>
        <a:bodyPr/>
        <a:lstStyle/>
        <a:p>
          <a:endParaRPr lang="en-US" sz="2400">
            <a:solidFill>
              <a:schemeClr val="tx2"/>
            </a:solidFill>
          </a:endParaRPr>
        </a:p>
      </dgm:t>
    </dgm:pt>
    <dgm:pt modelId="{F58FC55B-E61F-445C-956E-0BB2202254CA}" type="sibTrans" cxnId="{C99CE395-39F6-46B4-938C-9BF085685D1A}">
      <dgm:prSet/>
      <dgm:spPr/>
      <dgm:t>
        <a:bodyPr/>
        <a:lstStyle/>
        <a:p>
          <a:endParaRPr lang="en-US" sz="2400">
            <a:solidFill>
              <a:schemeClr val="tx2"/>
            </a:solidFill>
          </a:endParaRPr>
        </a:p>
      </dgm:t>
    </dgm:pt>
    <dgm:pt modelId="{386C2B6D-2EE1-4682-AE61-EE246CD54E31}">
      <dgm:prSet phldrT="[Text]" custT="1"/>
      <dgm:spPr/>
      <dgm:t>
        <a:bodyPr/>
        <a:lstStyle/>
        <a:p>
          <a:r>
            <a:rPr lang="en-US" sz="1100" dirty="0">
              <a:solidFill>
                <a:schemeClr val="tx2"/>
              </a:solidFill>
            </a:rPr>
            <a:t>Some text here</a:t>
          </a:r>
        </a:p>
      </dgm:t>
    </dgm:pt>
    <dgm:pt modelId="{649D72FB-0D8F-479C-87D1-C73133EF35E2}" type="parTrans" cxnId="{7F96AC57-2F84-4E8C-AA92-E82865EE63FE}">
      <dgm:prSet/>
      <dgm:spPr/>
      <dgm:t>
        <a:bodyPr/>
        <a:lstStyle/>
        <a:p>
          <a:endParaRPr lang="en-US" sz="2400">
            <a:solidFill>
              <a:schemeClr val="tx2"/>
            </a:solidFill>
          </a:endParaRPr>
        </a:p>
      </dgm:t>
    </dgm:pt>
    <dgm:pt modelId="{E1C9E6F1-2ED2-4DD8-9B78-28FC1AF5D352}" type="sibTrans" cxnId="{7F96AC57-2F84-4E8C-AA92-E82865EE63FE}">
      <dgm:prSet/>
      <dgm:spPr/>
      <dgm:t>
        <a:bodyPr/>
        <a:lstStyle/>
        <a:p>
          <a:endParaRPr lang="en-US" sz="2400">
            <a:solidFill>
              <a:schemeClr val="tx2"/>
            </a:solidFill>
          </a:endParaRPr>
        </a:p>
      </dgm:t>
    </dgm:pt>
    <dgm:pt modelId="{2A22E84C-3AA3-4E9C-AE5F-9C2FB0D7FB11}">
      <dgm:prSet phldrT="[Text]" custT="1"/>
      <dgm:spPr/>
      <dgm:t>
        <a:bodyPr/>
        <a:lstStyle/>
        <a:p>
          <a:r>
            <a:rPr lang="en-US" sz="1600" dirty="0">
              <a:solidFill>
                <a:schemeClr val="tx2"/>
              </a:solidFill>
            </a:rPr>
            <a:t>Lorem Ipsum</a:t>
          </a:r>
        </a:p>
      </dgm:t>
    </dgm:pt>
    <dgm:pt modelId="{6C025E55-DF42-4C5D-AFD5-6015FA053D46}" type="parTrans" cxnId="{BEB859E7-C343-408E-86A1-667C27EE5761}">
      <dgm:prSet/>
      <dgm:spPr/>
      <dgm:t>
        <a:bodyPr/>
        <a:lstStyle/>
        <a:p>
          <a:endParaRPr lang="en-US" sz="2400">
            <a:solidFill>
              <a:schemeClr val="tx2"/>
            </a:solidFill>
          </a:endParaRPr>
        </a:p>
      </dgm:t>
    </dgm:pt>
    <dgm:pt modelId="{744EA591-F199-49C2-B63A-82709D96C729}" type="sibTrans" cxnId="{BEB859E7-C343-408E-86A1-667C27EE5761}">
      <dgm:prSet/>
      <dgm:spPr/>
      <dgm:t>
        <a:bodyPr/>
        <a:lstStyle/>
        <a:p>
          <a:endParaRPr lang="en-US" sz="2400">
            <a:solidFill>
              <a:schemeClr val="tx2"/>
            </a:solidFill>
          </a:endParaRPr>
        </a:p>
      </dgm:t>
    </dgm:pt>
    <dgm:pt modelId="{9ADACFBF-2A78-45C9-A7C4-5E5DBC674760}">
      <dgm:prSet phldrT="[Text]" custT="1"/>
      <dgm:spPr/>
      <dgm:t>
        <a:bodyPr/>
        <a:lstStyle/>
        <a:p>
          <a:r>
            <a:rPr lang="en-US" sz="1100" dirty="0">
              <a:solidFill>
                <a:schemeClr val="tx2"/>
              </a:solidFill>
            </a:rPr>
            <a:t>Some text here</a:t>
          </a:r>
        </a:p>
      </dgm:t>
    </dgm:pt>
    <dgm:pt modelId="{E121796C-71AB-4354-A1D4-3BF0025298A5}" type="parTrans" cxnId="{2B98897D-9937-49AC-9FE9-6629E912033A}">
      <dgm:prSet/>
      <dgm:spPr/>
      <dgm:t>
        <a:bodyPr/>
        <a:lstStyle/>
        <a:p>
          <a:endParaRPr lang="en-US" sz="2400">
            <a:solidFill>
              <a:schemeClr val="tx2"/>
            </a:solidFill>
          </a:endParaRPr>
        </a:p>
      </dgm:t>
    </dgm:pt>
    <dgm:pt modelId="{F3FE7E5A-DC73-423B-998C-02943CF263BF}" type="sibTrans" cxnId="{2B98897D-9937-49AC-9FE9-6629E912033A}">
      <dgm:prSet/>
      <dgm:spPr/>
      <dgm:t>
        <a:bodyPr/>
        <a:lstStyle/>
        <a:p>
          <a:endParaRPr lang="en-US" sz="2400">
            <a:solidFill>
              <a:schemeClr val="tx2"/>
            </a:solidFill>
          </a:endParaRPr>
        </a:p>
      </dgm:t>
    </dgm:pt>
    <dgm:pt modelId="{6C39594C-4AE1-4221-9751-E4FBA9469435}">
      <dgm:prSet phldrT="[Text]" custT="1"/>
      <dgm:spPr/>
      <dgm:t>
        <a:bodyPr/>
        <a:lstStyle/>
        <a:p>
          <a:r>
            <a:rPr lang="en-US" sz="1100" dirty="0">
              <a:solidFill>
                <a:schemeClr val="tx2"/>
              </a:solidFill>
            </a:rPr>
            <a:t>Some text here</a:t>
          </a:r>
        </a:p>
      </dgm:t>
    </dgm:pt>
    <dgm:pt modelId="{EA90E5E0-265B-4677-A3EF-FCD0DFDF4F41}" type="parTrans" cxnId="{7AF91B96-DA69-42D6-83DE-0E63677A4C47}">
      <dgm:prSet/>
      <dgm:spPr/>
      <dgm:t>
        <a:bodyPr/>
        <a:lstStyle/>
        <a:p>
          <a:endParaRPr lang="en-US" sz="2400">
            <a:solidFill>
              <a:schemeClr val="tx2"/>
            </a:solidFill>
          </a:endParaRPr>
        </a:p>
      </dgm:t>
    </dgm:pt>
    <dgm:pt modelId="{F04E3063-747B-4761-B46E-8C06B2EF3C55}" type="sibTrans" cxnId="{7AF91B96-DA69-42D6-83DE-0E63677A4C47}">
      <dgm:prSet/>
      <dgm:spPr/>
      <dgm:t>
        <a:bodyPr/>
        <a:lstStyle/>
        <a:p>
          <a:endParaRPr lang="en-US" sz="2400">
            <a:solidFill>
              <a:schemeClr val="tx2"/>
            </a:solidFill>
          </a:endParaRPr>
        </a:p>
      </dgm:t>
    </dgm:pt>
    <dgm:pt modelId="{36045517-CEA4-4BE3-B836-C2B6BFE5649B}">
      <dgm:prSet phldrT="[Text]" custT="1"/>
      <dgm:spPr/>
      <dgm:t>
        <a:bodyPr/>
        <a:lstStyle/>
        <a:p>
          <a:r>
            <a:rPr lang="en-US" sz="1600">
              <a:solidFill>
                <a:schemeClr val="tx2"/>
              </a:solidFill>
            </a:rPr>
            <a:t>Lorem Ipsum</a:t>
          </a:r>
          <a:endParaRPr lang="en-US" sz="1600" dirty="0">
            <a:solidFill>
              <a:schemeClr val="tx2"/>
            </a:solidFill>
          </a:endParaRPr>
        </a:p>
      </dgm:t>
    </dgm:pt>
    <dgm:pt modelId="{6231A36F-9B04-4B4A-917A-7E163AFFC956}" type="parTrans" cxnId="{4019353B-443B-4DED-AA6C-3C60E18414C7}">
      <dgm:prSet/>
      <dgm:spPr/>
      <dgm:t>
        <a:bodyPr/>
        <a:lstStyle/>
        <a:p>
          <a:endParaRPr lang="en-US" sz="2400">
            <a:solidFill>
              <a:schemeClr val="tx2"/>
            </a:solidFill>
          </a:endParaRPr>
        </a:p>
      </dgm:t>
    </dgm:pt>
    <dgm:pt modelId="{BFF3C5ED-87D0-4709-A3B8-A7BF0668006A}" type="sibTrans" cxnId="{4019353B-443B-4DED-AA6C-3C60E18414C7}">
      <dgm:prSet/>
      <dgm:spPr/>
      <dgm:t>
        <a:bodyPr/>
        <a:lstStyle/>
        <a:p>
          <a:endParaRPr lang="en-US" sz="2400">
            <a:solidFill>
              <a:schemeClr val="tx2"/>
            </a:solidFill>
          </a:endParaRPr>
        </a:p>
      </dgm:t>
    </dgm:pt>
    <dgm:pt modelId="{110CC072-E78D-486A-BD24-8CD6CE5683E0}">
      <dgm:prSet phldrT="[Text]" custT="1"/>
      <dgm:spPr/>
      <dgm:t>
        <a:bodyPr/>
        <a:lstStyle/>
        <a:p>
          <a:r>
            <a:rPr lang="en-US" sz="1100" dirty="0">
              <a:solidFill>
                <a:schemeClr val="tx2"/>
              </a:solidFill>
            </a:rPr>
            <a:t>Some text here</a:t>
          </a:r>
        </a:p>
      </dgm:t>
    </dgm:pt>
    <dgm:pt modelId="{EFE20FCA-41FE-42D4-8C71-85751017ADFF}" type="parTrans" cxnId="{5670A7D8-BA42-4857-8679-D269077AD7D7}">
      <dgm:prSet/>
      <dgm:spPr/>
      <dgm:t>
        <a:bodyPr/>
        <a:lstStyle/>
        <a:p>
          <a:endParaRPr lang="en-US" sz="2400">
            <a:solidFill>
              <a:schemeClr val="tx2"/>
            </a:solidFill>
          </a:endParaRPr>
        </a:p>
      </dgm:t>
    </dgm:pt>
    <dgm:pt modelId="{C901204A-BC8E-4B62-854A-DFB2104323F5}" type="sibTrans" cxnId="{5670A7D8-BA42-4857-8679-D269077AD7D7}">
      <dgm:prSet/>
      <dgm:spPr/>
      <dgm:t>
        <a:bodyPr/>
        <a:lstStyle/>
        <a:p>
          <a:endParaRPr lang="en-US" sz="2400">
            <a:solidFill>
              <a:schemeClr val="tx2"/>
            </a:solidFill>
          </a:endParaRPr>
        </a:p>
      </dgm:t>
    </dgm:pt>
    <dgm:pt modelId="{F64D9B44-8949-42CE-A3F5-920CF85E6D38}">
      <dgm:prSet phldrT="[Text]" custT="1"/>
      <dgm:spPr/>
      <dgm:t>
        <a:bodyPr/>
        <a:lstStyle/>
        <a:p>
          <a:r>
            <a:rPr lang="en-US" sz="1100" dirty="0">
              <a:solidFill>
                <a:schemeClr val="tx2"/>
              </a:solidFill>
            </a:rPr>
            <a:t>Some text here</a:t>
          </a:r>
        </a:p>
      </dgm:t>
    </dgm:pt>
    <dgm:pt modelId="{81AB81A4-D793-40B9-964C-9DA3AF17B95D}" type="parTrans" cxnId="{F091E13E-CC91-4760-8919-F8E7FA115B30}">
      <dgm:prSet/>
      <dgm:spPr/>
      <dgm:t>
        <a:bodyPr/>
        <a:lstStyle/>
        <a:p>
          <a:endParaRPr lang="en-US" sz="2400">
            <a:solidFill>
              <a:schemeClr val="tx2"/>
            </a:solidFill>
          </a:endParaRPr>
        </a:p>
      </dgm:t>
    </dgm:pt>
    <dgm:pt modelId="{ECDC803C-5DBD-4EEE-A68A-AC8585F1A4EB}" type="sibTrans" cxnId="{F091E13E-CC91-4760-8919-F8E7FA115B30}">
      <dgm:prSet/>
      <dgm:spPr/>
      <dgm:t>
        <a:bodyPr/>
        <a:lstStyle/>
        <a:p>
          <a:endParaRPr lang="en-US" sz="2400">
            <a:solidFill>
              <a:schemeClr val="tx2"/>
            </a:solidFill>
          </a:endParaRPr>
        </a:p>
      </dgm:t>
    </dgm:pt>
    <dgm:pt modelId="{CD6DFF15-4BFD-41A5-B61C-F2E3D2179D56}" type="pres">
      <dgm:prSet presAssocID="{B9C32B05-62EA-407A-B21C-2310C7945705}" presName="arrowDiagram" presStyleCnt="0">
        <dgm:presLayoutVars>
          <dgm:chMax val="5"/>
          <dgm:dir/>
          <dgm:resizeHandles val="exact"/>
        </dgm:presLayoutVars>
      </dgm:prSet>
      <dgm:spPr/>
    </dgm:pt>
    <dgm:pt modelId="{4C647130-251B-43A3-979C-7273B118C9D7}" type="pres">
      <dgm:prSet presAssocID="{B9C32B05-62EA-407A-B21C-2310C7945705}" presName="arrow" presStyleLbl="bgShp" presStyleIdx="0" presStyleCnt="1"/>
      <dgm:spPr/>
    </dgm:pt>
    <dgm:pt modelId="{8BF9FC97-3B78-41CB-85F0-86CF85311379}" type="pres">
      <dgm:prSet presAssocID="{B9C32B05-62EA-407A-B21C-2310C7945705}" presName="arrowDiagram5" presStyleCnt="0"/>
      <dgm:spPr/>
    </dgm:pt>
    <dgm:pt modelId="{BE86BCFA-3D33-4D65-B793-A2532B6985BB}" type="pres">
      <dgm:prSet presAssocID="{42D71409-67F9-455C-8C6D-716D284AAA6B}" presName="bullet5a" presStyleLbl="node1" presStyleIdx="0" presStyleCnt="5"/>
      <dgm:spPr/>
    </dgm:pt>
    <dgm:pt modelId="{1D66A1D8-7B16-4546-A3F2-988C708D5DDA}" type="pres">
      <dgm:prSet presAssocID="{42D71409-67F9-455C-8C6D-716D284AAA6B}" presName="textBox5a" presStyleLbl="revTx" presStyleIdx="0" presStyleCnt="5">
        <dgm:presLayoutVars>
          <dgm:bulletEnabled val="1"/>
        </dgm:presLayoutVars>
      </dgm:prSet>
      <dgm:spPr/>
    </dgm:pt>
    <dgm:pt modelId="{D541B967-EADC-4303-BE6F-7DDDCDC99C86}" type="pres">
      <dgm:prSet presAssocID="{F66099B6-DBBD-4AB0-82D2-877B80F846F7}" presName="bullet5b" presStyleLbl="node1" presStyleIdx="1" presStyleCnt="5"/>
      <dgm:spPr/>
    </dgm:pt>
    <dgm:pt modelId="{BB1D7B0C-A3AB-4F32-A957-82A460ED1F6B}" type="pres">
      <dgm:prSet presAssocID="{F66099B6-DBBD-4AB0-82D2-877B80F846F7}" presName="textBox5b" presStyleLbl="revTx" presStyleIdx="1" presStyleCnt="5">
        <dgm:presLayoutVars>
          <dgm:bulletEnabled val="1"/>
        </dgm:presLayoutVars>
      </dgm:prSet>
      <dgm:spPr/>
    </dgm:pt>
    <dgm:pt modelId="{62A8EF76-D32F-4B77-856B-49B36652245F}" type="pres">
      <dgm:prSet presAssocID="{EE62A4F6-4AC4-435B-990E-81A71CE8CAC7}" presName="bullet5c" presStyleLbl="node1" presStyleIdx="2" presStyleCnt="5"/>
      <dgm:spPr/>
    </dgm:pt>
    <dgm:pt modelId="{A129019E-3D97-45E6-A712-03FED357D40C}" type="pres">
      <dgm:prSet presAssocID="{EE62A4F6-4AC4-435B-990E-81A71CE8CAC7}" presName="textBox5c" presStyleLbl="revTx" presStyleIdx="2" presStyleCnt="5">
        <dgm:presLayoutVars>
          <dgm:bulletEnabled val="1"/>
        </dgm:presLayoutVars>
      </dgm:prSet>
      <dgm:spPr/>
    </dgm:pt>
    <dgm:pt modelId="{E6BFD989-0334-4507-AED6-271825F998A4}" type="pres">
      <dgm:prSet presAssocID="{2A22E84C-3AA3-4E9C-AE5F-9C2FB0D7FB11}" presName="bullet5d" presStyleLbl="node1" presStyleIdx="3" presStyleCnt="5"/>
      <dgm:spPr/>
    </dgm:pt>
    <dgm:pt modelId="{365EC031-A4CF-416B-B45B-0EADE01F3F3E}" type="pres">
      <dgm:prSet presAssocID="{2A22E84C-3AA3-4E9C-AE5F-9C2FB0D7FB11}" presName="textBox5d" presStyleLbl="revTx" presStyleIdx="3" presStyleCnt="5">
        <dgm:presLayoutVars>
          <dgm:bulletEnabled val="1"/>
        </dgm:presLayoutVars>
      </dgm:prSet>
      <dgm:spPr/>
    </dgm:pt>
    <dgm:pt modelId="{B48374DF-805D-40AF-ABC2-EB1925C62A24}" type="pres">
      <dgm:prSet presAssocID="{36045517-CEA4-4BE3-B836-C2B6BFE5649B}" presName="bullet5e" presStyleLbl="node1" presStyleIdx="4" presStyleCnt="5"/>
      <dgm:spPr/>
    </dgm:pt>
    <dgm:pt modelId="{096B9CCA-3600-4680-85D8-68F7D4C359AB}" type="pres">
      <dgm:prSet presAssocID="{36045517-CEA4-4BE3-B836-C2B6BFE5649B}" presName="textBox5e" presStyleLbl="revTx" presStyleIdx="4" presStyleCnt="5">
        <dgm:presLayoutVars>
          <dgm:bulletEnabled val="1"/>
        </dgm:presLayoutVars>
      </dgm:prSet>
      <dgm:spPr/>
    </dgm:pt>
  </dgm:ptLst>
  <dgm:cxnLst>
    <dgm:cxn modelId="{5C347009-42E3-4B9B-A09A-E3837361E8A9}" type="presOf" srcId="{110CC072-E78D-486A-BD24-8CD6CE5683E0}" destId="{096B9CCA-3600-4680-85D8-68F7D4C359AB}" srcOrd="0" destOrd="1" presId="urn:microsoft.com/office/officeart/2005/8/layout/arrow2"/>
    <dgm:cxn modelId="{F9892F1D-7A22-4F82-9504-7C8950E60EA3}" type="presOf" srcId="{36045517-CEA4-4BE3-B836-C2B6BFE5649B}" destId="{096B9CCA-3600-4680-85D8-68F7D4C359AB}" srcOrd="0" destOrd="0" presId="urn:microsoft.com/office/officeart/2005/8/layout/arrow2"/>
    <dgm:cxn modelId="{2AA9C11F-1F1D-428E-801A-47EAA766C99D}" srcId="{B9C32B05-62EA-407A-B21C-2310C7945705}" destId="{42D71409-67F9-455C-8C6D-716D284AAA6B}" srcOrd="0" destOrd="0" parTransId="{51680ED1-AF6E-4B28-AE94-92B0EFB0DF7D}" sibTransId="{478B7D3C-9FB4-4BC6-90AC-49960560DECD}"/>
    <dgm:cxn modelId="{F4CCA430-9F4E-4ECC-969A-B7B3771E08D8}" type="presOf" srcId="{EE62A4F6-4AC4-435B-990E-81A71CE8CAC7}" destId="{A129019E-3D97-45E6-A712-03FED357D40C}" srcOrd="0" destOrd="0" presId="urn:microsoft.com/office/officeart/2005/8/layout/arrow2"/>
    <dgm:cxn modelId="{B4F3EA32-CE64-4A92-9BAE-BC57E5392B05}" srcId="{B9C32B05-62EA-407A-B21C-2310C7945705}" destId="{F66099B6-DBBD-4AB0-82D2-877B80F846F7}" srcOrd="1" destOrd="0" parTransId="{B09C8BFB-F41C-4AC4-AB94-F216E3081C2D}" sibTransId="{BC531B32-9B0E-482E-BF91-65C61F17168D}"/>
    <dgm:cxn modelId="{593C0A34-5CBD-4BA8-8421-22B5A2FF757D}" type="presOf" srcId="{386C2B6D-2EE1-4682-AE61-EE246CD54E31}" destId="{A129019E-3D97-45E6-A712-03FED357D40C}" srcOrd="0" destOrd="2" presId="urn:microsoft.com/office/officeart/2005/8/layout/arrow2"/>
    <dgm:cxn modelId="{35013F34-57BC-4E3C-A003-07C0E49926DB}" srcId="{F66099B6-DBBD-4AB0-82D2-877B80F846F7}" destId="{BE788BF5-FE9F-4C7D-A1CD-9232D7860179}" srcOrd="1" destOrd="0" parTransId="{963A52CB-C772-45F2-8A30-8ABA6B14D3CE}" sibTransId="{88191C5E-55BA-42F2-B842-FC86CBBADC0F}"/>
    <dgm:cxn modelId="{026A1339-D18E-41B5-98BF-A1B0418066DD}" type="presOf" srcId="{8EA7219F-BDB2-48EB-9EEB-3133522D132E}" destId="{1D66A1D8-7B16-4546-A3F2-988C708D5DDA}" srcOrd="0" destOrd="1" presId="urn:microsoft.com/office/officeart/2005/8/layout/arrow2"/>
    <dgm:cxn modelId="{4019353B-443B-4DED-AA6C-3C60E18414C7}" srcId="{B9C32B05-62EA-407A-B21C-2310C7945705}" destId="{36045517-CEA4-4BE3-B836-C2B6BFE5649B}" srcOrd="4" destOrd="0" parTransId="{6231A36F-9B04-4B4A-917A-7E163AFFC956}" sibTransId="{BFF3C5ED-87D0-4709-A3B8-A7BF0668006A}"/>
    <dgm:cxn modelId="{F091E13E-CC91-4760-8919-F8E7FA115B30}" srcId="{36045517-CEA4-4BE3-B836-C2B6BFE5649B}" destId="{F64D9B44-8949-42CE-A3F5-920CF85E6D38}" srcOrd="1" destOrd="0" parTransId="{81AB81A4-D793-40B9-964C-9DA3AF17B95D}" sibTransId="{ECDC803C-5DBD-4EEE-A68A-AC8585F1A4EB}"/>
    <dgm:cxn modelId="{5C224D3F-51C4-46D2-A635-3483DFB14698}" type="presOf" srcId="{6CF284C3-4A70-4432-8F33-E75A802B3330}" destId="{BB1D7B0C-A3AB-4F32-A957-82A460ED1F6B}" srcOrd="0" destOrd="1" presId="urn:microsoft.com/office/officeart/2005/8/layout/arrow2"/>
    <dgm:cxn modelId="{75375A41-E676-4CA1-A874-B3F8BE16ED19}" type="presOf" srcId="{B9C32B05-62EA-407A-B21C-2310C7945705}" destId="{CD6DFF15-4BFD-41A5-B61C-F2E3D2179D56}" srcOrd="0" destOrd="0" presId="urn:microsoft.com/office/officeart/2005/8/layout/arrow2"/>
    <dgm:cxn modelId="{C16EB34A-585A-4FD0-B2CA-1B6328873B13}" type="presOf" srcId="{BE788BF5-FE9F-4C7D-A1CD-9232D7860179}" destId="{BB1D7B0C-A3AB-4F32-A957-82A460ED1F6B}" srcOrd="0" destOrd="2" presId="urn:microsoft.com/office/officeart/2005/8/layout/arrow2"/>
    <dgm:cxn modelId="{7F96AC57-2F84-4E8C-AA92-E82865EE63FE}" srcId="{EE62A4F6-4AC4-435B-990E-81A71CE8CAC7}" destId="{386C2B6D-2EE1-4682-AE61-EE246CD54E31}" srcOrd="1" destOrd="0" parTransId="{649D72FB-0D8F-479C-87D1-C73133EF35E2}" sibTransId="{E1C9E6F1-2ED2-4DD8-9B78-28FC1AF5D352}"/>
    <dgm:cxn modelId="{2B98897D-9937-49AC-9FE9-6629E912033A}" srcId="{2A22E84C-3AA3-4E9C-AE5F-9C2FB0D7FB11}" destId="{9ADACFBF-2A78-45C9-A7C4-5E5DBC674760}" srcOrd="0" destOrd="0" parTransId="{E121796C-71AB-4354-A1D4-3BF0025298A5}" sibTransId="{F3FE7E5A-DC73-423B-998C-02943CF263BF}"/>
    <dgm:cxn modelId="{2DC24386-BC50-4BAB-8571-16CB10C2603C}" srcId="{F66099B6-DBBD-4AB0-82D2-877B80F846F7}" destId="{6CF284C3-4A70-4432-8F33-E75A802B3330}" srcOrd="0" destOrd="0" parTransId="{044831E6-2FC9-4DDA-81FB-5FA418568D07}" sibTransId="{CD50B82D-84BB-4747-B282-ABB339EBA294}"/>
    <dgm:cxn modelId="{C99CE395-39F6-46B4-938C-9BF085685D1A}" srcId="{EE62A4F6-4AC4-435B-990E-81A71CE8CAC7}" destId="{3CE06941-9820-4827-8B16-CD80CC49F780}" srcOrd="0" destOrd="0" parTransId="{141A3C92-8966-4E2F-82E4-2E09E22674B2}" sibTransId="{F58FC55B-E61F-445C-956E-0BB2202254CA}"/>
    <dgm:cxn modelId="{7AF91B96-DA69-42D6-83DE-0E63677A4C47}" srcId="{2A22E84C-3AA3-4E9C-AE5F-9C2FB0D7FB11}" destId="{6C39594C-4AE1-4221-9751-E4FBA9469435}" srcOrd="1" destOrd="0" parTransId="{EA90E5E0-265B-4677-A3EF-FCD0DFDF4F41}" sibTransId="{F04E3063-747B-4761-B46E-8C06B2EF3C55}"/>
    <dgm:cxn modelId="{386B2C9D-334B-44F0-8F17-F6F8D4872ECE}" type="presOf" srcId="{6C39594C-4AE1-4221-9751-E4FBA9469435}" destId="{365EC031-A4CF-416B-B45B-0EADE01F3F3E}" srcOrd="0" destOrd="2" presId="urn:microsoft.com/office/officeart/2005/8/layout/arrow2"/>
    <dgm:cxn modelId="{60B8C9A1-DA08-4090-87F1-3BE210B63E7C}" type="presOf" srcId="{3CE06941-9820-4827-8B16-CD80CC49F780}" destId="{A129019E-3D97-45E6-A712-03FED357D40C}" srcOrd="0" destOrd="1" presId="urn:microsoft.com/office/officeart/2005/8/layout/arrow2"/>
    <dgm:cxn modelId="{116517A6-D009-458F-BB9D-C386950EA480}" type="presOf" srcId="{F64D9B44-8949-42CE-A3F5-920CF85E6D38}" destId="{096B9CCA-3600-4680-85D8-68F7D4C359AB}" srcOrd="0" destOrd="2" presId="urn:microsoft.com/office/officeart/2005/8/layout/arrow2"/>
    <dgm:cxn modelId="{3A2CECA6-0C5B-46BB-B7C6-7D37E9D210BD}" srcId="{B9C32B05-62EA-407A-B21C-2310C7945705}" destId="{EE62A4F6-4AC4-435B-990E-81A71CE8CAC7}" srcOrd="2" destOrd="0" parTransId="{F287B947-7343-4FA2-B288-B23A59FFAE31}" sibTransId="{389F9A93-0231-4877-8C41-5D5B8DD7AAC0}"/>
    <dgm:cxn modelId="{B61780AA-B5E9-4599-96BE-7962652E16A8}" type="presOf" srcId="{9ADACFBF-2A78-45C9-A7C4-5E5DBC674760}" destId="{365EC031-A4CF-416B-B45B-0EADE01F3F3E}" srcOrd="0" destOrd="1" presId="urn:microsoft.com/office/officeart/2005/8/layout/arrow2"/>
    <dgm:cxn modelId="{A2D159C1-D72F-4025-BE74-3F5CA18DD7A5}" type="presOf" srcId="{3AF880A5-0F00-4315-A5DF-1FE656798601}" destId="{1D66A1D8-7B16-4546-A3F2-988C708D5DDA}" srcOrd="0" destOrd="2" presId="urn:microsoft.com/office/officeart/2005/8/layout/arrow2"/>
    <dgm:cxn modelId="{041EADCF-6BB1-415B-A5ED-3F05CBD0BE6C}" type="presOf" srcId="{42D71409-67F9-455C-8C6D-716D284AAA6B}" destId="{1D66A1D8-7B16-4546-A3F2-988C708D5DDA}" srcOrd="0" destOrd="0" presId="urn:microsoft.com/office/officeart/2005/8/layout/arrow2"/>
    <dgm:cxn modelId="{5670A7D8-BA42-4857-8679-D269077AD7D7}" srcId="{36045517-CEA4-4BE3-B836-C2B6BFE5649B}" destId="{110CC072-E78D-486A-BD24-8CD6CE5683E0}" srcOrd="0" destOrd="0" parTransId="{EFE20FCA-41FE-42D4-8C71-85751017ADFF}" sibTransId="{C901204A-BC8E-4B62-854A-DFB2104323F5}"/>
    <dgm:cxn modelId="{898A13DA-FE3D-4A4E-834E-A0F2CB97E26B}" type="presOf" srcId="{F66099B6-DBBD-4AB0-82D2-877B80F846F7}" destId="{BB1D7B0C-A3AB-4F32-A957-82A460ED1F6B}" srcOrd="0" destOrd="0" presId="urn:microsoft.com/office/officeart/2005/8/layout/arrow2"/>
    <dgm:cxn modelId="{91A941E0-F49F-4336-80D8-E649401055AB}" type="presOf" srcId="{2A22E84C-3AA3-4E9C-AE5F-9C2FB0D7FB11}" destId="{365EC031-A4CF-416B-B45B-0EADE01F3F3E}" srcOrd="0" destOrd="0" presId="urn:microsoft.com/office/officeart/2005/8/layout/arrow2"/>
    <dgm:cxn modelId="{24F8CBE2-5003-4E69-A772-6B98F2B05181}" srcId="{42D71409-67F9-455C-8C6D-716D284AAA6B}" destId="{3AF880A5-0F00-4315-A5DF-1FE656798601}" srcOrd="1" destOrd="0" parTransId="{A13BB1F9-5857-4B43-8BF5-6589AA2CB759}" sibTransId="{C198C41D-2640-4669-83ED-E0CD35701C8E}"/>
    <dgm:cxn modelId="{BEB859E7-C343-408E-86A1-667C27EE5761}" srcId="{B9C32B05-62EA-407A-B21C-2310C7945705}" destId="{2A22E84C-3AA3-4E9C-AE5F-9C2FB0D7FB11}" srcOrd="3" destOrd="0" parTransId="{6C025E55-DF42-4C5D-AFD5-6015FA053D46}" sibTransId="{744EA591-F199-49C2-B63A-82709D96C729}"/>
    <dgm:cxn modelId="{58AD7EEF-D408-406B-87EE-4691D4C30668}" srcId="{42D71409-67F9-455C-8C6D-716D284AAA6B}" destId="{8EA7219F-BDB2-48EB-9EEB-3133522D132E}" srcOrd="0" destOrd="0" parTransId="{3EE8403A-CB7C-4815-85BD-AEBCAEB71B37}" sibTransId="{C94B7947-85DC-4B21-BB99-DF8438356F98}"/>
    <dgm:cxn modelId="{3F2C0200-0F71-4542-9CAF-ADE6C258A09D}" type="presParOf" srcId="{CD6DFF15-4BFD-41A5-B61C-F2E3D2179D56}" destId="{4C647130-251B-43A3-979C-7273B118C9D7}" srcOrd="0" destOrd="0" presId="urn:microsoft.com/office/officeart/2005/8/layout/arrow2"/>
    <dgm:cxn modelId="{725850AF-E6CF-4974-B0BD-1AFBD7CB2753}" type="presParOf" srcId="{CD6DFF15-4BFD-41A5-B61C-F2E3D2179D56}" destId="{8BF9FC97-3B78-41CB-85F0-86CF85311379}" srcOrd="1" destOrd="0" presId="urn:microsoft.com/office/officeart/2005/8/layout/arrow2"/>
    <dgm:cxn modelId="{84F2D42F-B29F-48F0-83C1-0E253D3D5BAE}" type="presParOf" srcId="{8BF9FC97-3B78-41CB-85F0-86CF85311379}" destId="{BE86BCFA-3D33-4D65-B793-A2532B6985BB}" srcOrd="0" destOrd="0" presId="urn:microsoft.com/office/officeart/2005/8/layout/arrow2"/>
    <dgm:cxn modelId="{DC68F745-944D-47E0-83D5-54A1BF296063}" type="presParOf" srcId="{8BF9FC97-3B78-41CB-85F0-86CF85311379}" destId="{1D66A1D8-7B16-4546-A3F2-988C708D5DDA}" srcOrd="1" destOrd="0" presId="urn:microsoft.com/office/officeart/2005/8/layout/arrow2"/>
    <dgm:cxn modelId="{EA75813F-25A0-46DC-9FCB-751D4C07E9CE}" type="presParOf" srcId="{8BF9FC97-3B78-41CB-85F0-86CF85311379}" destId="{D541B967-EADC-4303-BE6F-7DDDCDC99C86}" srcOrd="2" destOrd="0" presId="urn:microsoft.com/office/officeart/2005/8/layout/arrow2"/>
    <dgm:cxn modelId="{6F5947A9-5005-41CA-BF55-97D90EA4BBF7}" type="presParOf" srcId="{8BF9FC97-3B78-41CB-85F0-86CF85311379}" destId="{BB1D7B0C-A3AB-4F32-A957-82A460ED1F6B}" srcOrd="3" destOrd="0" presId="urn:microsoft.com/office/officeart/2005/8/layout/arrow2"/>
    <dgm:cxn modelId="{5B0442A4-4031-4C34-91D3-9B31A4FC45F8}" type="presParOf" srcId="{8BF9FC97-3B78-41CB-85F0-86CF85311379}" destId="{62A8EF76-D32F-4B77-856B-49B36652245F}" srcOrd="4" destOrd="0" presId="urn:microsoft.com/office/officeart/2005/8/layout/arrow2"/>
    <dgm:cxn modelId="{8CC71ED1-1F96-4E65-934C-A9B59B3B828E}" type="presParOf" srcId="{8BF9FC97-3B78-41CB-85F0-86CF85311379}" destId="{A129019E-3D97-45E6-A712-03FED357D40C}" srcOrd="5" destOrd="0" presId="urn:microsoft.com/office/officeart/2005/8/layout/arrow2"/>
    <dgm:cxn modelId="{6F1C0531-6C1D-4210-BB80-D0BF530ED0E3}" type="presParOf" srcId="{8BF9FC97-3B78-41CB-85F0-86CF85311379}" destId="{E6BFD989-0334-4507-AED6-271825F998A4}" srcOrd="6" destOrd="0" presId="urn:microsoft.com/office/officeart/2005/8/layout/arrow2"/>
    <dgm:cxn modelId="{44434ED7-DA30-4600-AF35-5F24BAB5B42D}" type="presParOf" srcId="{8BF9FC97-3B78-41CB-85F0-86CF85311379}" destId="{365EC031-A4CF-416B-B45B-0EADE01F3F3E}" srcOrd="7" destOrd="0" presId="urn:microsoft.com/office/officeart/2005/8/layout/arrow2"/>
    <dgm:cxn modelId="{CE8D85A6-DE02-4B6F-9A43-676AD97C7650}" type="presParOf" srcId="{8BF9FC97-3B78-41CB-85F0-86CF85311379}" destId="{B48374DF-805D-40AF-ABC2-EB1925C62A24}" srcOrd="8" destOrd="0" presId="urn:microsoft.com/office/officeart/2005/8/layout/arrow2"/>
    <dgm:cxn modelId="{74EB1C81-4CD5-44A2-84E1-ED3CFB015C1F}" type="presParOf" srcId="{8BF9FC97-3B78-41CB-85F0-86CF85311379}" destId="{096B9CCA-3600-4680-85D8-68F7D4C359AB}" srcOrd="9" destOrd="0" presId="urn:microsoft.com/office/officeart/2005/8/layout/arrow2"/>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78.xml><?xml version="1.0" encoding="utf-8"?>
<dgm:dataModel xmlns:dgm="http://schemas.openxmlformats.org/drawingml/2006/diagram" xmlns:a="http://schemas.openxmlformats.org/drawingml/2006/main">
  <dgm:ptLst>
    <dgm:pt modelId="{B9C32B05-62EA-407A-B21C-2310C7945705}" type="doc">
      <dgm:prSet loTypeId="urn:microsoft.com/office/officeart/2009/3/layout/DescendingProcess" loCatId="process" qsTypeId="urn:microsoft.com/office/officeart/2005/8/quickstyle/simple4" qsCatId="simple" csTypeId="urn:microsoft.com/office/officeart/2005/8/colors/colorful4" csCatId="colorful" phldr="1"/>
      <dgm:spPr/>
      <dgm:t>
        <a:bodyPr/>
        <a:lstStyle/>
        <a:p>
          <a:endParaRPr lang="en-US"/>
        </a:p>
      </dgm:t>
    </dgm:pt>
    <dgm:pt modelId="{42D71409-67F9-455C-8C6D-716D284AAA6B}">
      <dgm:prSet phldrT="[Text]" custT="1"/>
      <dgm:spPr/>
      <dgm:t>
        <a:bodyPr/>
        <a:lstStyle/>
        <a:p>
          <a:r>
            <a:rPr lang="en-US" sz="1800" dirty="0">
              <a:solidFill>
                <a:schemeClr val="tx2"/>
              </a:solidFill>
            </a:rPr>
            <a:t>Lorem Ipsum</a:t>
          </a:r>
        </a:p>
      </dgm:t>
    </dgm:pt>
    <dgm:pt modelId="{51680ED1-AF6E-4B28-AE94-92B0EFB0DF7D}" type="parTrans" cxnId="{2AA9C11F-1F1D-428E-801A-47EAA766C99D}">
      <dgm:prSet/>
      <dgm:spPr/>
      <dgm:t>
        <a:bodyPr/>
        <a:lstStyle/>
        <a:p>
          <a:endParaRPr lang="en-US" sz="2400">
            <a:solidFill>
              <a:schemeClr val="tx2"/>
            </a:solidFill>
          </a:endParaRPr>
        </a:p>
      </dgm:t>
    </dgm:pt>
    <dgm:pt modelId="{478B7D3C-9FB4-4BC6-90AC-49960560DECD}" type="sibTrans" cxnId="{2AA9C11F-1F1D-428E-801A-47EAA766C99D}">
      <dgm:prSet/>
      <dgm:spPr/>
      <dgm:t>
        <a:bodyPr/>
        <a:lstStyle/>
        <a:p>
          <a:endParaRPr lang="en-US" sz="2400">
            <a:solidFill>
              <a:schemeClr val="tx2"/>
            </a:solidFill>
          </a:endParaRPr>
        </a:p>
      </dgm:t>
    </dgm:pt>
    <dgm:pt modelId="{F66099B6-DBBD-4AB0-82D2-877B80F846F7}">
      <dgm:prSet phldrT="[Text]" custT="1"/>
      <dgm:spPr/>
      <dgm:t>
        <a:bodyPr/>
        <a:lstStyle/>
        <a:p>
          <a:r>
            <a:rPr lang="en-US" sz="1800" dirty="0">
              <a:solidFill>
                <a:schemeClr val="tx2"/>
              </a:solidFill>
            </a:rPr>
            <a:t>Lorem Ipsum</a:t>
          </a:r>
        </a:p>
      </dgm:t>
    </dgm:pt>
    <dgm:pt modelId="{B09C8BFB-F41C-4AC4-AB94-F216E3081C2D}" type="parTrans" cxnId="{B4F3EA32-CE64-4A92-9BAE-BC57E5392B05}">
      <dgm:prSet/>
      <dgm:spPr/>
      <dgm:t>
        <a:bodyPr/>
        <a:lstStyle/>
        <a:p>
          <a:endParaRPr lang="en-US" sz="2400">
            <a:solidFill>
              <a:schemeClr val="tx2"/>
            </a:solidFill>
          </a:endParaRPr>
        </a:p>
      </dgm:t>
    </dgm:pt>
    <dgm:pt modelId="{BC531B32-9B0E-482E-BF91-65C61F17168D}" type="sibTrans" cxnId="{B4F3EA32-CE64-4A92-9BAE-BC57E5392B05}">
      <dgm:prSet/>
      <dgm:spPr/>
      <dgm:t>
        <a:bodyPr/>
        <a:lstStyle/>
        <a:p>
          <a:endParaRPr lang="en-US" sz="2400">
            <a:solidFill>
              <a:schemeClr val="tx2"/>
            </a:solidFill>
          </a:endParaRPr>
        </a:p>
      </dgm:t>
    </dgm:pt>
    <dgm:pt modelId="{EE62A4F6-4AC4-435B-990E-81A71CE8CAC7}">
      <dgm:prSet phldrT="[Text]" custT="1"/>
      <dgm:spPr/>
      <dgm:t>
        <a:bodyPr/>
        <a:lstStyle/>
        <a:p>
          <a:r>
            <a:rPr lang="en-US" sz="1800" dirty="0">
              <a:solidFill>
                <a:schemeClr val="tx2"/>
              </a:solidFill>
            </a:rPr>
            <a:t>Lorem Ipsum</a:t>
          </a:r>
        </a:p>
      </dgm:t>
    </dgm:pt>
    <dgm:pt modelId="{F287B947-7343-4FA2-B288-B23A59FFAE31}" type="parTrans" cxnId="{3A2CECA6-0C5B-46BB-B7C6-7D37E9D210BD}">
      <dgm:prSet/>
      <dgm:spPr/>
      <dgm:t>
        <a:bodyPr/>
        <a:lstStyle/>
        <a:p>
          <a:endParaRPr lang="en-US" sz="2400">
            <a:solidFill>
              <a:schemeClr val="tx2"/>
            </a:solidFill>
          </a:endParaRPr>
        </a:p>
      </dgm:t>
    </dgm:pt>
    <dgm:pt modelId="{389F9A93-0231-4877-8C41-5D5B8DD7AAC0}" type="sibTrans" cxnId="{3A2CECA6-0C5B-46BB-B7C6-7D37E9D210BD}">
      <dgm:prSet/>
      <dgm:spPr/>
      <dgm:t>
        <a:bodyPr/>
        <a:lstStyle/>
        <a:p>
          <a:endParaRPr lang="en-US" sz="2400">
            <a:solidFill>
              <a:schemeClr val="tx2"/>
            </a:solidFill>
          </a:endParaRPr>
        </a:p>
      </dgm:t>
    </dgm:pt>
    <dgm:pt modelId="{6CF284C3-4A70-4432-8F33-E75A802B3330}">
      <dgm:prSet custT="1"/>
      <dgm:spPr/>
      <dgm:t>
        <a:bodyPr/>
        <a:lstStyle/>
        <a:p>
          <a:r>
            <a:rPr lang="en-US" sz="1400" dirty="0">
              <a:solidFill>
                <a:schemeClr val="tx2"/>
              </a:solidFill>
            </a:rPr>
            <a:t>Some text here</a:t>
          </a:r>
        </a:p>
      </dgm:t>
    </dgm:pt>
    <dgm:pt modelId="{044831E6-2FC9-4DDA-81FB-5FA418568D07}" type="parTrans" cxnId="{2DC24386-BC50-4BAB-8571-16CB10C2603C}">
      <dgm:prSet/>
      <dgm:spPr/>
      <dgm:t>
        <a:bodyPr/>
        <a:lstStyle/>
        <a:p>
          <a:endParaRPr lang="en-US" sz="2400">
            <a:solidFill>
              <a:schemeClr val="tx2"/>
            </a:solidFill>
          </a:endParaRPr>
        </a:p>
      </dgm:t>
    </dgm:pt>
    <dgm:pt modelId="{CD50B82D-84BB-4747-B282-ABB339EBA294}" type="sibTrans" cxnId="{2DC24386-BC50-4BAB-8571-16CB10C2603C}">
      <dgm:prSet/>
      <dgm:spPr/>
      <dgm:t>
        <a:bodyPr/>
        <a:lstStyle/>
        <a:p>
          <a:endParaRPr lang="en-US" sz="2400">
            <a:solidFill>
              <a:schemeClr val="tx2"/>
            </a:solidFill>
          </a:endParaRPr>
        </a:p>
      </dgm:t>
    </dgm:pt>
    <dgm:pt modelId="{3AF880A5-0F00-4315-A5DF-1FE656798601}">
      <dgm:prSet phldrT="[Text]" custT="1"/>
      <dgm:spPr/>
      <dgm:t>
        <a:bodyPr/>
        <a:lstStyle/>
        <a:p>
          <a:r>
            <a:rPr lang="en-US" sz="1400" dirty="0">
              <a:solidFill>
                <a:schemeClr val="tx2"/>
              </a:solidFill>
            </a:rPr>
            <a:t>Some text here</a:t>
          </a:r>
        </a:p>
      </dgm:t>
    </dgm:pt>
    <dgm:pt modelId="{A13BB1F9-5857-4B43-8BF5-6589AA2CB759}" type="parTrans" cxnId="{24F8CBE2-5003-4E69-A772-6B98F2B05181}">
      <dgm:prSet/>
      <dgm:spPr/>
      <dgm:t>
        <a:bodyPr/>
        <a:lstStyle/>
        <a:p>
          <a:endParaRPr lang="en-US" sz="2400">
            <a:solidFill>
              <a:schemeClr val="tx2"/>
            </a:solidFill>
          </a:endParaRPr>
        </a:p>
      </dgm:t>
    </dgm:pt>
    <dgm:pt modelId="{C198C41D-2640-4669-83ED-E0CD35701C8E}" type="sibTrans" cxnId="{24F8CBE2-5003-4E69-A772-6B98F2B05181}">
      <dgm:prSet/>
      <dgm:spPr/>
      <dgm:t>
        <a:bodyPr/>
        <a:lstStyle/>
        <a:p>
          <a:endParaRPr lang="en-US" sz="2400">
            <a:solidFill>
              <a:schemeClr val="tx2"/>
            </a:solidFill>
          </a:endParaRPr>
        </a:p>
      </dgm:t>
    </dgm:pt>
    <dgm:pt modelId="{8EA7219F-BDB2-48EB-9EEB-3133522D132E}">
      <dgm:prSet phldrT="[Text]" custT="1"/>
      <dgm:spPr/>
      <dgm:t>
        <a:bodyPr/>
        <a:lstStyle/>
        <a:p>
          <a:r>
            <a:rPr lang="en-US" sz="1400" dirty="0">
              <a:solidFill>
                <a:schemeClr val="tx2"/>
              </a:solidFill>
            </a:rPr>
            <a:t>Some text here</a:t>
          </a:r>
        </a:p>
      </dgm:t>
    </dgm:pt>
    <dgm:pt modelId="{3EE8403A-CB7C-4815-85BD-AEBCAEB71B37}" type="parTrans" cxnId="{58AD7EEF-D408-406B-87EE-4691D4C30668}">
      <dgm:prSet/>
      <dgm:spPr/>
      <dgm:t>
        <a:bodyPr/>
        <a:lstStyle/>
        <a:p>
          <a:endParaRPr lang="en-US" sz="2400">
            <a:solidFill>
              <a:schemeClr val="tx2"/>
            </a:solidFill>
          </a:endParaRPr>
        </a:p>
      </dgm:t>
    </dgm:pt>
    <dgm:pt modelId="{C94B7947-85DC-4B21-BB99-DF8438356F98}" type="sibTrans" cxnId="{58AD7EEF-D408-406B-87EE-4691D4C30668}">
      <dgm:prSet/>
      <dgm:spPr/>
      <dgm:t>
        <a:bodyPr/>
        <a:lstStyle/>
        <a:p>
          <a:endParaRPr lang="en-US" sz="2400">
            <a:solidFill>
              <a:schemeClr val="tx2"/>
            </a:solidFill>
          </a:endParaRPr>
        </a:p>
      </dgm:t>
    </dgm:pt>
    <dgm:pt modelId="{BE788BF5-FE9F-4C7D-A1CD-9232D7860179}">
      <dgm:prSet phldrT="[Text]" custT="1"/>
      <dgm:spPr/>
      <dgm:t>
        <a:bodyPr/>
        <a:lstStyle/>
        <a:p>
          <a:r>
            <a:rPr lang="en-US" sz="1400">
              <a:solidFill>
                <a:schemeClr val="tx2"/>
              </a:solidFill>
            </a:rPr>
            <a:t>Some text here</a:t>
          </a:r>
          <a:endParaRPr lang="en-US" sz="1400" dirty="0">
            <a:solidFill>
              <a:schemeClr val="tx2"/>
            </a:solidFill>
          </a:endParaRPr>
        </a:p>
      </dgm:t>
    </dgm:pt>
    <dgm:pt modelId="{963A52CB-C772-45F2-8A30-8ABA6B14D3CE}" type="parTrans" cxnId="{35013F34-57BC-4E3C-A003-07C0E49926DB}">
      <dgm:prSet/>
      <dgm:spPr/>
      <dgm:t>
        <a:bodyPr/>
        <a:lstStyle/>
        <a:p>
          <a:endParaRPr lang="en-US" sz="2400">
            <a:solidFill>
              <a:schemeClr val="tx2"/>
            </a:solidFill>
          </a:endParaRPr>
        </a:p>
      </dgm:t>
    </dgm:pt>
    <dgm:pt modelId="{88191C5E-55BA-42F2-B842-FC86CBBADC0F}" type="sibTrans" cxnId="{35013F34-57BC-4E3C-A003-07C0E49926DB}">
      <dgm:prSet/>
      <dgm:spPr/>
      <dgm:t>
        <a:bodyPr/>
        <a:lstStyle/>
        <a:p>
          <a:endParaRPr lang="en-US" sz="2400">
            <a:solidFill>
              <a:schemeClr val="tx2"/>
            </a:solidFill>
          </a:endParaRPr>
        </a:p>
      </dgm:t>
    </dgm:pt>
    <dgm:pt modelId="{3CE06941-9820-4827-8B16-CD80CC49F780}">
      <dgm:prSet phldrT="[Text]" custT="1"/>
      <dgm:spPr/>
      <dgm:t>
        <a:bodyPr/>
        <a:lstStyle/>
        <a:p>
          <a:r>
            <a:rPr lang="en-US" sz="1400" dirty="0">
              <a:solidFill>
                <a:schemeClr val="tx2"/>
              </a:solidFill>
            </a:rPr>
            <a:t>Some text here</a:t>
          </a:r>
        </a:p>
      </dgm:t>
    </dgm:pt>
    <dgm:pt modelId="{141A3C92-8966-4E2F-82E4-2E09E22674B2}" type="parTrans" cxnId="{C99CE395-39F6-46B4-938C-9BF085685D1A}">
      <dgm:prSet/>
      <dgm:spPr/>
      <dgm:t>
        <a:bodyPr/>
        <a:lstStyle/>
        <a:p>
          <a:endParaRPr lang="en-US" sz="2400">
            <a:solidFill>
              <a:schemeClr val="tx2"/>
            </a:solidFill>
          </a:endParaRPr>
        </a:p>
      </dgm:t>
    </dgm:pt>
    <dgm:pt modelId="{F58FC55B-E61F-445C-956E-0BB2202254CA}" type="sibTrans" cxnId="{C99CE395-39F6-46B4-938C-9BF085685D1A}">
      <dgm:prSet/>
      <dgm:spPr/>
      <dgm:t>
        <a:bodyPr/>
        <a:lstStyle/>
        <a:p>
          <a:endParaRPr lang="en-US" sz="2400">
            <a:solidFill>
              <a:schemeClr val="tx2"/>
            </a:solidFill>
          </a:endParaRPr>
        </a:p>
      </dgm:t>
    </dgm:pt>
    <dgm:pt modelId="{386C2B6D-2EE1-4682-AE61-EE246CD54E31}">
      <dgm:prSet phldrT="[Text]" custT="1"/>
      <dgm:spPr/>
      <dgm:t>
        <a:bodyPr/>
        <a:lstStyle/>
        <a:p>
          <a:r>
            <a:rPr lang="en-US" sz="1400" dirty="0">
              <a:solidFill>
                <a:schemeClr val="tx2"/>
              </a:solidFill>
            </a:rPr>
            <a:t>Some text here</a:t>
          </a:r>
        </a:p>
      </dgm:t>
    </dgm:pt>
    <dgm:pt modelId="{649D72FB-0D8F-479C-87D1-C73133EF35E2}" type="parTrans" cxnId="{7F96AC57-2F84-4E8C-AA92-E82865EE63FE}">
      <dgm:prSet/>
      <dgm:spPr/>
      <dgm:t>
        <a:bodyPr/>
        <a:lstStyle/>
        <a:p>
          <a:endParaRPr lang="en-US" sz="2400">
            <a:solidFill>
              <a:schemeClr val="tx2"/>
            </a:solidFill>
          </a:endParaRPr>
        </a:p>
      </dgm:t>
    </dgm:pt>
    <dgm:pt modelId="{E1C9E6F1-2ED2-4DD8-9B78-28FC1AF5D352}" type="sibTrans" cxnId="{7F96AC57-2F84-4E8C-AA92-E82865EE63FE}">
      <dgm:prSet/>
      <dgm:spPr/>
      <dgm:t>
        <a:bodyPr/>
        <a:lstStyle/>
        <a:p>
          <a:endParaRPr lang="en-US" sz="2400">
            <a:solidFill>
              <a:schemeClr val="tx2"/>
            </a:solidFill>
          </a:endParaRPr>
        </a:p>
      </dgm:t>
    </dgm:pt>
    <dgm:pt modelId="{2A22E84C-3AA3-4E9C-AE5F-9C2FB0D7FB11}">
      <dgm:prSet phldrT="[Text]" custT="1"/>
      <dgm:spPr/>
      <dgm:t>
        <a:bodyPr/>
        <a:lstStyle/>
        <a:p>
          <a:r>
            <a:rPr lang="en-US" sz="1800">
              <a:solidFill>
                <a:schemeClr val="tx2"/>
              </a:solidFill>
            </a:rPr>
            <a:t>Lorem Ipsum</a:t>
          </a:r>
          <a:endParaRPr lang="en-US" sz="1800" dirty="0">
            <a:solidFill>
              <a:schemeClr val="tx2"/>
            </a:solidFill>
          </a:endParaRPr>
        </a:p>
      </dgm:t>
    </dgm:pt>
    <dgm:pt modelId="{6C025E55-DF42-4C5D-AFD5-6015FA053D46}" type="parTrans" cxnId="{BEB859E7-C343-408E-86A1-667C27EE5761}">
      <dgm:prSet/>
      <dgm:spPr/>
      <dgm:t>
        <a:bodyPr/>
        <a:lstStyle/>
        <a:p>
          <a:endParaRPr lang="en-US" sz="2400">
            <a:solidFill>
              <a:schemeClr val="tx2"/>
            </a:solidFill>
          </a:endParaRPr>
        </a:p>
      </dgm:t>
    </dgm:pt>
    <dgm:pt modelId="{744EA591-F199-49C2-B63A-82709D96C729}" type="sibTrans" cxnId="{BEB859E7-C343-408E-86A1-667C27EE5761}">
      <dgm:prSet/>
      <dgm:spPr/>
      <dgm:t>
        <a:bodyPr/>
        <a:lstStyle/>
        <a:p>
          <a:endParaRPr lang="en-US" sz="2400">
            <a:solidFill>
              <a:schemeClr val="tx2"/>
            </a:solidFill>
          </a:endParaRPr>
        </a:p>
      </dgm:t>
    </dgm:pt>
    <dgm:pt modelId="{9ADACFBF-2A78-45C9-A7C4-5E5DBC674760}">
      <dgm:prSet phldrT="[Text]" custT="1"/>
      <dgm:spPr/>
      <dgm:t>
        <a:bodyPr/>
        <a:lstStyle/>
        <a:p>
          <a:r>
            <a:rPr lang="en-US" sz="1400" dirty="0">
              <a:solidFill>
                <a:schemeClr val="tx2"/>
              </a:solidFill>
            </a:rPr>
            <a:t>Some text here</a:t>
          </a:r>
        </a:p>
      </dgm:t>
    </dgm:pt>
    <dgm:pt modelId="{E121796C-71AB-4354-A1D4-3BF0025298A5}" type="parTrans" cxnId="{2B98897D-9937-49AC-9FE9-6629E912033A}">
      <dgm:prSet/>
      <dgm:spPr/>
      <dgm:t>
        <a:bodyPr/>
        <a:lstStyle/>
        <a:p>
          <a:endParaRPr lang="en-US" sz="2400">
            <a:solidFill>
              <a:schemeClr val="tx2"/>
            </a:solidFill>
          </a:endParaRPr>
        </a:p>
      </dgm:t>
    </dgm:pt>
    <dgm:pt modelId="{F3FE7E5A-DC73-423B-998C-02943CF263BF}" type="sibTrans" cxnId="{2B98897D-9937-49AC-9FE9-6629E912033A}">
      <dgm:prSet/>
      <dgm:spPr/>
      <dgm:t>
        <a:bodyPr/>
        <a:lstStyle/>
        <a:p>
          <a:endParaRPr lang="en-US" sz="2400">
            <a:solidFill>
              <a:schemeClr val="tx2"/>
            </a:solidFill>
          </a:endParaRPr>
        </a:p>
      </dgm:t>
    </dgm:pt>
    <dgm:pt modelId="{6C39594C-4AE1-4221-9751-E4FBA9469435}">
      <dgm:prSet phldrT="[Text]" custT="1"/>
      <dgm:spPr/>
      <dgm:t>
        <a:bodyPr/>
        <a:lstStyle/>
        <a:p>
          <a:r>
            <a:rPr lang="en-US" sz="1400" dirty="0">
              <a:solidFill>
                <a:schemeClr val="tx2"/>
              </a:solidFill>
            </a:rPr>
            <a:t>Some text here</a:t>
          </a:r>
        </a:p>
      </dgm:t>
    </dgm:pt>
    <dgm:pt modelId="{EA90E5E0-265B-4677-A3EF-FCD0DFDF4F41}" type="parTrans" cxnId="{7AF91B96-DA69-42D6-83DE-0E63677A4C47}">
      <dgm:prSet/>
      <dgm:spPr/>
      <dgm:t>
        <a:bodyPr/>
        <a:lstStyle/>
        <a:p>
          <a:endParaRPr lang="en-US" sz="2400">
            <a:solidFill>
              <a:schemeClr val="tx2"/>
            </a:solidFill>
          </a:endParaRPr>
        </a:p>
      </dgm:t>
    </dgm:pt>
    <dgm:pt modelId="{F04E3063-747B-4761-B46E-8C06B2EF3C55}" type="sibTrans" cxnId="{7AF91B96-DA69-42D6-83DE-0E63677A4C47}">
      <dgm:prSet/>
      <dgm:spPr/>
      <dgm:t>
        <a:bodyPr/>
        <a:lstStyle/>
        <a:p>
          <a:endParaRPr lang="en-US" sz="2400">
            <a:solidFill>
              <a:schemeClr val="tx2"/>
            </a:solidFill>
          </a:endParaRPr>
        </a:p>
      </dgm:t>
    </dgm:pt>
    <dgm:pt modelId="{36045517-CEA4-4BE3-B836-C2B6BFE5649B}">
      <dgm:prSet phldrT="[Text]" custT="1"/>
      <dgm:spPr/>
      <dgm:t>
        <a:bodyPr/>
        <a:lstStyle/>
        <a:p>
          <a:r>
            <a:rPr lang="en-US" sz="1800">
              <a:solidFill>
                <a:schemeClr val="tx2"/>
              </a:solidFill>
            </a:rPr>
            <a:t>Lorem Ipsum</a:t>
          </a:r>
          <a:endParaRPr lang="en-US" sz="1800" dirty="0">
            <a:solidFill>
              <a:schemeClr val="tx2"/>
            </a:solidFill>
          </a:endParaRPr>
        </a:p>
      </dgm:t>
    </dgm:pt>
    <dgm:pt modelId="{6231A36F-9B04-4B4A-917A-7E163AFFC956}" type="parTrans" cxnId="{4019353B-443B-4DED-AA6C-3C60E18414C7}">
      <dgm:prSet/>
      <dgm:spPr/>
      <dgm:t>
        <a:bodyPr/>
        <a:lstStyle/>
        <a:p>
          <a:endParaRPr lang="en-US" sz="2400">
            <a:solidFill>
              <a:schemeClr val="tx2"/>
            </a:solidFill>
          </a:endParaRPr>
        </a:p>
      </dgm:t>
    </dgm:pt>
    <dgm:pt modelId="{BFF3C5ED-87D0-4709-A3B8-A7BF0668006A}" type="sibTrans" cxnId="{4019353B-443B-4DED-AA6C-3C60E18414C7}">
      <dgm:prSet/>
      <dgm:spPr/>
      <dgm:t>
        <a:bodyPr/>
        <a:lstStyle/>
        <a:p>
          <a:endParaRPr lang="en-US" sz="2400">
            <a:solidFill>
              <a:schemeClr val="tx2"/>
            </a:solidFill>
          </a:endParaRPr>
        </a:p>
      </dgm:t>
    </dgm:pt>
    <dgm:pt modelId="{110CC072-E78D-486A-BD24-8CD6CE5683E0}">
      <dgm:prSet phldrT="[Text]" custT="1"/>
      <dgm:spPr/>
      <dgm:t>
        <a:bodyPr/>
        <a:lstStyle/>
        <a:p>
          <a:r>
            <a:rPr lang="en-US" sz="1400" dirty="0">
              <a:solidFill>
                <a:schemeClr val="tx2"/>
              </a:solidFill>
            </a:rPr>
            <a:t>Some text here</a:t>
          </a:r>
        </a:p>
      </dgm:t>
    </dgm:pt>
    <dgm:pt modelId="{EFE20FCA-41FE-42D4-8C71-85751017ADFF}" type="parTrans" cxnId="{5670A7D8-BA42-4857-8679-D269077AD7D7}">
      <dgm:prSet/>
      <dgm:spPr/>
      <dgm:t>
        <a:bodyPr/>
        <a:lstStyle/>
        <a:p>
          <a:endParaRPr lang="en-US" sz="2400">
            <a:solidFill>
              <a:schemeClr val="tx2"/>
            </a:solidFill>
          </a:endParaRPr>
        </a:p>
      </dgm:t>
    </dgm:pt>
    <dgm:pt modelId="{C901204A-BC8E-4B62-854A-DFB2104323F5}" type="sibTrans" cxnId="{5670A7D8-BA42-4857-8679-D269077AD7D7}">
      <dgm:prSet/>
      <dgm:spPr/>
      <dgm:t>
        <a:bodyPr/>
        <a:lstStyle/>
        <a:p>
          <a:endParaRPr lang="en-US" sz="2400">
            <a:solidFill>
              <a:schemeClr val="tx2"/>
            </a:solidFill>
          </a:endParaRPr>
        </a:p>
      </dgm:t>
    </dgm:pt>
    <dgm:pt modelId="{F64D9B44-8949-42CE-A3F5-920CF85E6D38}">
      <dgm:prSet phldrT="[Text]" custT="1"/>
      <dgm:spPr/>
      <dgm:t>
        <a:bodyPr/>
        <a:lstStyle/>
        <a:p>
          <a:r>
            <a:rPr lang="en-US" sz="1400" dirty="0">
              <a:solidFill>
                <a:schemeClr val="tx2"/>
              </a:solidFill>
            </a:rPr>
            <a:t>Some text here</a:t>
          </a:r>
        </a:p>
      </dgm:t>
    </dgm:pt>
    <dgm:pt modelId="{81AB81A4-D793-40B9-964C-9DA3AF17B95D}" type="parTrans" cxnId="{F091E13E-CC91-4760-8919-F8E7FA115B30}">
      <dgm:prSet/>
      <dgm:spPr/>
      <dgm:t>
        <a:bodyPr/>
        <a:lstStyle/>
        <a:p>
          <a:endParaRPr lang="en-US" sz="2400">
            <a:solidFill>
              <a:schemeClr val="tx2"/>
            </a:solidFill>
          </a:endParaRPr>
        </a:p>
      </dgm:t>
    </dgm:pt>
    <dgm:pt modelId="{ECDC803C-5DBD-4EEE-A68A-AC8585F1A4EB}" type="sibTrans" cxnId="{F091E13E-CC91-4760-8919-F8E7FA115B30}">
      <dgm:prSet/>
      <dgm:spPr/>
      <dgm:t>
        <a:bodyPr/>
        <a:lstStyle/>
        <a:p>
          <a:endParaRPr lang="en-US" sz="2400">
            <a:solidFill>
              <a:schemeClr val="tx2"/>
            </a:solidFill>
          </a:endParaRPr>
        </a:p>
      </dgm:t>
    </dgm:pt>
    <dgm:pt modelId="{86D15696-6AAF-459E-AED9-A4DBC809B5B2}" type="pres">
      <dgm:prSet presAssocID="{B9C32B05-62EA-407A-B21C-2310C7945705}" presName="Name0" presStyleCnt="0">
        <dgm:presLayoutVars>
          <dgm:chMax val="7"/>
          <dgm:chPref val="5"/>
        </dgm:presLayoutVars>
      </dgm:prSet>
      <dgm:spPr/>
    </dgm:pt>
    <dgm:pt modelId="{184FE2E7-4317-4F0A-AC81-30F5C3EAC507}" type="pres">
      <dgm:prSet presAssocID="{B9C32B05-62EA-407A-B21C-2310C7945705}" presName="arrowNode" presStyleLbl="node1" presStyleIdx="0" presStyleCnt="1"/>
      <dgm:spPr/>
    </dgm:pt>
    <dgm:pt modelId="{D5862B79-8033-4A71-A985-81F6DEB70E51}" type="pres">
      <dgm:prSet presAssocID="{42D71409-67F9-455C-8C6D-716D284AAA6B}" presName="txNode1" presStyleLbl="revTx" presStyleIdx="0" presStyleCnt="5">
        <dgm:presLayoutVars>
          <dgm:bulletEnabled val="1"/>
        </dgm:presLayoutVars>
      </dgm:prSet>
      <dgm:spPr/>
    </dgm:pt>
    <dgm:pt modelId="{D4F25327-5B80-4787-8D80-9E4FBA75D59E}" type="pres">
      <dgm:prSet presAssocID="{F66099B6-DBBD-4AB0-82D2-877B80F846F7}" presName="txNode2" presStyleLbl="revTx" presStyleIdx="1" presStyleCnt="5">
        <dgm:presLayoutVars>
          <dgm:bulletEnabled val="1"/>
        </dgm:presLayoutVars>
      </dgm:prSet>
      <dgm:spPr/>
    </dgm:pt>
    <dgm:pt modelId="{83E491BA-829E-43E1-88BF-C1D1DAE2332C}" type="pres">
      <dgm:prSet presAssocID="{BC531B32-9B0E-482E-BF91-65C61F17168D}" presName="dotNode2" presStyleCnt="0"/>
      <dgm:spPr/>
    </dgm:pt>
    <dgm:pt modelId="{E80643BE-1D9E-4D7E-B70B-763A71477917}" type="pres">
      <dgm:prSet presAssocID="{BC531B32-9B0E-482E-BF91-65C61F17168D}" presName="dotRepeatNode" presStyleLbl="fgShp" presStyleIdx="0" presStyleCnt="3"/>
      <dgm:spPr/>
    </dgm:pt>
    <dgm:pt modelId="{2E8FA99B-2DB1-4DAC-8288-C46577CCCFBA}" type="pres">
      <dgm:prSet presAssocID="{EE62A4F6-4AC4-435B-990E-81A71CE8CAC7}" presName="txNode3" presStyleLbl="revTx" presStyleIdx="2" presStyleCnt="5">
        <dgm:presLayoutVars>
          <dgm:bulletEnabled val="1"/>
        </dgm:presLayoutVars>
      </dgm:prSet>
      <dgm:spPr/>
    </dgm:pt>
    <dgm:pt modelId="{FCEAE581-840F-4B88-8342-B023E320E494}" type="pres">
      <dgm:prSet presAssocID="{389F9A93-0231-4877-8C41-5D5B8DD7AAC0}" presName="dotNode3" presStyleCnt="0"/>
      <dgm:spPr/>
    </dgm:pt>
    <dgm:pt modelId="{B5968B82-7D6A-4AE6-AEAC-3D904ACD7964}" type="pres">
      <dgm:prSet presAssocID="{389F9A93-0231-4877-8C41-5D5B8DD7AAC0}" presName="dotRepeatNode" presStyleLbl="fgShp" presStyleIdx="1" presStyleCnt="3"/>
      <dgm:spPr/>
    </dgm:pt>
    <dgm:pt modelId="{C4AD5AC2-907E-41D5-88A3-90EBB50B0582}" type="pres">
      <dgm:prSet presAssocID="{2A22E84C-3AA3-4E9C-AE5F-9C2FB0D7FB11}" presName="txNode4" presStyleLbl="revTx" presStyleIdx="3" presStyleCnt="5">
        <dgm:presLayoutVars>
          <dgm:bulletEnabled val="1"/>
        </dgm:presLayoutVars>
      </dgm:prSet>
      <dgm:spPr/>
    </dgm:pt>
    <dgm:pt modelId="{04662006-81E8-472F-AFFC-042FF7FE6FA2}" type="pres">
      <dgm:prSet presAssocID="{744EA591-F199-49C2-B63A-82709D96C729}" presName="dotNode4" presStyleCnt="0"/>
      <dgm:spPr/>
    </dgm:pt>
    <dgm:pt modelId="{B5B0FB36-14EA-44D1-A6EB-4BF24B8432F7}" type="pres">
      <dgm:prSet presAssocID="{744EA591-F199-49C2-B63A-82709D96C729}" presName="dotRepeatNode" presStyleLbl="fgShp" presStyleIdx="2" presStyleCnt="3"/>
      <dgm:spPr/>
    </dgm:pt>
    <dgm:pt modelId="{F0118394-3C8E-4E4A-91CB-5CA4C8A0FBAE}" type="pres">
      <dgm:prSet presAssocID="{36045517-CEA4-4BE3-B836-C2B6BFE5649B}" presName="txNode5" presStyleLbl="revTx" presStyleIdx="4" presStyleCnt="5">
        <dgm:presLayoutVars>
          <dgm:bulletEnabled val="1"/>
        </dgm:presLayoutVars>
      </dgm:prSet>
      <dgm:spPr/>
    </dgm:pt>
  </dgm:ptLst>
  <dgm:cxnLst>
    <dgm:cxn modelId="{B71F890A-751B-44AB-990C-FE9B35DDBA82}" type="presOf" srcId="{36045517-CEA4-4BE3-B836-C2B6BFE5649B}" destId="{F0118394-3C8E-4E4A-91CB-5CA4C8A0FBAE}" srcOrd="0" destOrd="0" presId="urn:microsoft.com/office/officeart/2009/3/layout/DescendingProcess"/>
    <dgm:cxn modelId="{F0998A0B-366B-4DE1-A1C2-633B61B96E54}" type="presOf" srcId="{386C2B6D-2EE1-4682-AE61-EE246CD54E31}" destId="{2E8FA99B-2DB1-4DAC-8288-C46577CCCFBA}" srcOrd="0" destOrd="2" presId="urn:microsoft.com/office/officeart/2009/3/layout/DescendingProcess"/>
    <dgm:cxn modelId="{7184A413-9BF0-440E-80ED-A003525D4E9A}" type="presOf" srcId="{3AF880A5-0F00-4315-A5DF-1FE656798601}" destId="{D5862B79-8033-4A71-A985-81F6DEB70E51}" srcOrd="0" destOrd="2" presId="urn:microsoft.com/office/officeart/2009/3/layout/DescendingProcess"/>
    <dgm:cxn modelId="{8FA57615-E80C-462A-B43B-EE5442048D92}" type="presOf" srcId="{110CC072-E78D-486A-BD24-8CD6CE5683E0}" destId="{F0118394-3C8E-4E4A-91CB-5CA4C8A0FBAE}" srcOrd="0" destOrd="1" presId="urn:microsoft.com/office/officeart/2009/3/layout/DescendingProcess"/>
    <dgm:cxn modelId="{8016731B-00AF-41D4-A0D1-C8BB670EE19C}" type="presOf" srcId="{6C39594C-4AE1-4221-9751-E4FBA9469435}" destId="{C4AD5AC2-907E-41D5-88A3-90EBB50B0582}" srcOrd="0" destOrd="2" presId="urn:microsoft.com/office/officeart/2009/3/layout/DescendingProcess"/>
    <dgm:cxn modelId="{2AA9C11F-1F1D-428E-801A-47EAA766C99D}" srcId="{B9C32B05-62EA-407A-B21C-2310C7945705}" destId="{42D71409-67F9-455C-8C6D-716D284AAA6B}" srcOrd="0" destOrd="0" parTransId="{51680ED1-AF6E-4B28-AE94-92B0EFB0DF7D}" sibTransId="{478B7D3C-9FB4-4BC6-90AC-49960560DECD}"/>
    <dgm:cxn modelId="{F6CF1730-6CCA-4AD3-9073-0A2B198D38BB}" type="presOf" srcId="{8EA7219F-BDB2-48EB-9EEB-3133522D132E}" destId="{D5862B79-8033-4A71-A985-81F6DEB70E51}" srcOrd="0" destOrd="1" presId="urn:microsoft.com/office/officeart/2009/3/layout/DescendingProcess"/>
    <dgm:cxn modelId="{B4F3EA32-CE64-4A92-9BAE-BC57E5392B05}" srcId="{B9C32B05-62EA-407A-B21C-2310C7945705}" destId="{F66099B6-DBBD-4AB0-82D2-877B80F846F7}" srcOrd="1" destOrd="0" parTransId="{B09C8BFB-F41C-4AC4-AB94-F216E3081C2D}" sibTransId="{BC531B32-9B0E-482E-BF91-65C61F17168D}"/>
    <dgm:cxn modelId="{7CDDFE32-E2D5-406A-9F10-4C8366CF9EA7}" type="presOf" srcId="{BC531B32-9B0E-482E-BF91-65C61F17168D}" destId="{E80643BE-1D9E-4D7E-B70B-763A71477917}" srcOrd="0" destOrd="0" presId="urn:microsoft.com/office/officeart/2009/3/layout/DescendingProcess"/>
    <dgm:cxn modelId="{35013F34-57BC-4E3C-A003-07C0E49926DB}" srcId="{F66099B6-DBBD-4AB0-82D2-877B80F846F7}" destId="{BE788BF5-FE9F-4C7D-A1CD-9232D7860179}" srcOrd="1" destOrd="0" parTransId="{963A52CB-C772-45F2-8A30-8ABA6B14D3CE}" sibTransId="{88191C5E-55BA-42F2-B842-FC86CBBADC0F}"/>
    <dgm:cxn modelId="{4019353B-443B-4DED-AA6C-3C60E18414C7}" srcId="{B9C32B05-62EA-407A-B21C-2310C7945705}" destId="{36045517-CEA4-4BE3-B836-C2B6BFE5649B}" srcOrd="4" destOrd="0" parTransId="{6231A36F-9B04-4B4A-917A-7E163AFFC956}" sibTransId="{BFF3C5ED-87D0-4709-A3B8-A7BF0668006A}"/>
    <dgm:cxn modelId="{6AF6A33B-C513-4B38-89A9-023C89B25A40}" type="presOf" srcId="{F64D9B44-8949-42CE-A3F5-920CF85E6D38}" destId="{F0118394-3C8E-4E4A-91CB-5CA4C8A0FBAE}" srcOrd="0" destOrd="2" presId="urn:microsoft.com/office/officeart/2009/3/layout/DescendingProcess"/>
    <dgm:cxn modelId="{F091E13E-CC91-4760-8919-F8E7FA115B30}" srcId="{36045517-CEA4-4BE3-B836-C2B6BFE5649B}" destId="{F64D9B44-8949-42CE-A3F5-920CF85E6D38}" srcOrd="1" destOrd="0" parTransId="{81AB81A4-D793-40B9-964C-9DA3AF17B95D}" sibTransId="{ECDC803C-5DBD-4EEE-A68A-AC8585F1A4EB}"/>
    <dgm:cxn modelId="{65BC7F6F-CF30-4559-9FFD-F25A897E5AA3}" type="presOf" srcId="{BE788BF5-FE9F-4C7D-A1CD-9232D7860179}" destId="{D4F25327-5B80-4787-8D80-9E4FBA75D59E}" srcOrd="0" destOrd="2" presId="urn:microsoft.com/office/officeart/2009/3/layout/DescendingProcess"/>
    <dgm:cxn modelId="{7F96AC57-2F84-4E8C-AA92-E82865EE63FE}" srcId="{EE62A4F6-4AC4-435B-990E-81A71CE8CAC7}" destId="{386C2B6D-2EE1-4682-AE61-EE246CD54E31}" srcOrd="1" destOrd="0" parTransId="{649D72FB-0D8F-479C-87D1-C73133EF35E2}" sibTransId="{E1C9E6F1-2ED2-4DD8-9B78-28FC1AF5D352}"/>
    <dgm:cxn modelId="{2B98897D-9937-49AC-9FE9-6629E912033A}" srcId="{2A22E84C-3AA3-4E9C-AE5F-9C2FB0D7FB11}" destId="{9ADACFBF-2A78-45C9-A7C4-5E5DBC674760}" srcOrd="0" destOrd="0" parTransId="{E121796C-71AB-4354-A1D4-3BF0025298A5}" sibTransId="{F3FE7E5A-DC73-423B-998C-02943CF263BF}"/>
    <dgm:cxn modelId="{C2DC597E-0200-46AE-9869-9D31BB958495}" type="presOf" srcId="{389F9A93-0231-4877-8C41-5D5B8DD7AAC0}" destId="{B5968B82-7D6A-4AE6-AEAC-3D904ACD7964}" srcOrd="0" destOrd="0" presId="urn:microsoft.com/office/officeart/2009/3/layout/DescendingProcess"/>
    <dgm:cxn modelId="{2DC24386-BC50-4BAB-8571-16CB10C2603C}" srcId="{F66099B6-DBBD-4AB0-82D2-877B80F846F7}" destId="{6CF284C3-4A70-4432-8F33-E75A802B3330}" srcOrd="0" destOrd="0" parTransId="{044831E6-2FC9-4DDA-81FB-5FA418568D07}" sibTransId="{CD50B82D-84BB-4747-B282-ABB339EBA294}"/>
    <dgm:cxn modelId="{C99CE395-39F6-46B4-938C-9BF085685D1A}" srcId="{EE62A4F6-4AC4-435B-990E-81A71CE8CAC7}" destId="{3CE06941-9820-4827-8B16-CD80CC49F780}" srcOrd="0" destOrd="0" parTransId="{141A3C92-8966-4E2F-82E4-2E09E22674B2}" sibTransId="{F58FC55B-E61F-445C-956E-0BB2202254CA}"/>
    <dgm:cxn modelId="{7AF91B96-DA69-42D6-83DE-0E63677A4C47}" srcId="{2A22E84C-3AA3-4E9C-AE5F-9C2FB0D7FB11}" destId="{6C39594C-4AE1-4221-9751-E4FBA9469435}" srcOrd="1" destOrd="0" parTransId="{EA90E5E0-265B-4677-A3EF-FCD0DFDF4F41}" sibTransId="{F04E3063-747B-4761-B46E-8C06B2EF3C55}"/>
    <dgm:cxn modelId="{B3DC4EA2-0814-402F-85C1-F85AE369EF5C}" type="presOf" srcId="{EE62A4F6-4AC4-435B-990E-81A71CE8CAC7}" destId="{2E8FA99B-2DB1-4DAC-8288-C46577CCCFBA}" srcOrd="0" destOrd="0" presId="urn:microsoft.com/office/officeart/2009/3/layout/DescendingProcess"/>
    <dgm:cxn modelId="{3A2CECA6-0C5B-46BB-B7C6-7D37E9D210BD}" srcId="{B9C32B05-62EA-407A-B21C-2310C7945705}" destId="{EE62A4F6-4AC4-435B-990E-81A71CE8CAC7}" srcOrd="2" destOrd="0" parTransId="{F287B947-7343-4FA2-B288-B23A59FFAE31}" sibTransId="{389F9A93-0231-4877-8C41-5D5B8DD7AAC0}"/>
    <dgm:cxn modelId="{8E9E84AC-9382-44EC-A80D-E087B6F7A065}" type="presOf" srcId="{3CE06941-9820-4827-8B16-CD80CC49F780}" destId="{2E8FA99B-2DB1-4DAC-8288-C46577CCCFBA}" srcOrd="0" destOrd="1" presId="urn:microsoft.com/office/officeart/2009/3/layout/DescendingProcess"/>
    <dgm:cxn modelId="{433835AD-9283-45EC-8109-9E9AD75D6433}" type="presOf" srcId="{2A22E84C-3AA3-4E9C-AE5F-9C2FB0D7FB11}" destId="{C4AD5AC2-907E-41D5-88A3-90EBB50B0582}" srcOrd="0" destOrd="0" presId="urn:microsoft.com/office/officeart/2009/3/layout/DescendingProcess"/>
    <dgm:cxn modelId="{3574D9B0-69C3-4A6F-BAE0-E2076A99A25D}" type="presOf" srcId="{B9C32B05-62EA-407A-B21C-2310C7945705}" destId="{86D15696-6AAF-459E-AED9-A4DBC809B5B2}" srcOrd="0" destOrd="0" presId="urn:microsoft.com/office/officeart/2009/3/layout/DescendingProcess"/>
    <dgm:cxn modelId="{2C7DD4B1-F8AB-40B1-A81E-C92A144326AF}" type="presOf" srcId="{42D71409-67F9-455C-8C6D-716D284AAA6B}" destId="{D5862B79-8033-4A71-A985-81F6DEB70E51}" srcOrd="0" destOrd="0" presId="urn:microsoft.com/office/officeart/2009/3/layout/DescendingProcess"/>
    <dgm:cxn modelId="{7E5D25B3-9E34-4988-805E-0B803478B2B8}" type="presOf" srcId="{9ADACFBF-2A78-45C9-A7C4-5E5DBC674760}" destId="{C4AD5AC2-907E-41D5-88A3-90EBB50B0582}" srcOrd="0" destOrd="1" presId="urn:microsoft.com/office/officeart/2009/3/layout/DescendingProcess"/>
    <dgm:cxn modelId="{A98913BD-4EAD-4CF0-8A15-7B14EAE2A7E7}" type="presOf" srcId="{744EA591-F199-49C2-B63A-82709D96C729}" destId="{B5B0FB36-14EA-44D1-A6EB-4BF24B8432F7}" srcOrd="0" destOrd="0" presId="urn:microsoft.com/office/officeart/2009/3/layout/DescendingProcess"/>
    <dgm:cxn modelId="{5670A7D8-BA42-4857-8679-D269077AD7D7}" srcId="{36045517-CEA4-4BE3-B836-C2B6BFE5649B}" destId="{110CC072-E78D-486A-BD24-8CD6CE5683E0}" srcOrd="0" destOrd="0" parTransId="{EFE20FCA-41FE-42D4-8C71-85751017ADFF}" sibTransId="{C901204A-BC8E-4B62-854A-DFB2104323F5}"/>
    <dgm:cxn modelId="{E626AAE2-1D76-4AEC-8EB6-409EFDD9BC9C}" type="presOf" srcId="{F66099B6-DBBD-4AB0-82D2-877B80F846F7}" destId="{D4F25327-5B80-4787-8D80-9E4FBA75D59E}" srcOrd="0" destOrd="0" presId="urn:microsoft.com/office/officeart/2009/3/layout/DescendingProcess"/>
    <dgm:cxn modelId="{24F8CBE2-5003-4E69-A772-6B98F2B05181}" srcId="{42D71409-67F9-455C-8C6D-716D284AAA6B}" destId="{3AF880A5-0F00-4315-A5DF-1FE656798601}" srcOrd="1" destOrd="0" parTransId="{A13BB1F9-5857-4B43-8BF5-6589AA2CB759}" sibTransId="{C198C41D-2640-4669-83ED-E0CD35701C8E}"/>
    <dgm:cxn modelId="{BEB859E7-C343-408E-86A1-667C27EE5761}" srcId="{B9C32B05-62EA-407A-B21C-2310C7945705}" destId="{2A22E84C-3AA3-4E9C-AE5F-9C2FB0D7FB11}" srcOrd="3" destOrd="0" parTransId="{6C025E55-DF42-4C5D-AFD5-6015FA053D46}" sibTransId="{744EA591-F199-49C2-B63A-82709D96C729}"/>
    <dgm:cxn modelId="{2C707DEE-6E58-43D6-9501-8BFDC7E257FC}" type="presOf" srcId="{6CF284C3-4A70-4432-8F33-E75A802B3330}" destId="{D4F25327-5B80-4787-8D80-9E4FBA75D59E}" srcOrd="0" destOrd="1" presId="urn:microsoft.com/office/officeart/2009/3/layout/DescendingProcess"/>
    <dgm:cxn modelId="{58AD7EEF-D408-406B-87EE-4691D4C30668}" srcId="{42D71409-67F9-455C-8C6D-716D284AAA6B}" destId="{8EA7219F-BDB2-48EB-9EEB-3133522D132E}" srcOrd="0" destOrd="0" parTransId="{3EE8403A-CB7C-4815-85BD-AEBCAEB71B37}" sibTransId="{C94B7947-85DC-4B21-BB99-DF8438356F98}"/>
    <dgm:cxn modelId="{1F1832A8-6748-4F9A-B75C-BB8EF20E4353}" type="presParOf" srcId="{86D15696-6AAF-459E-AED9-A4DBC809B5B2}" destId="{184FE2E7-4317-4F0A-AC81-30F5C3EAC507}" srcOrd="0" destOrd="0" presId="urn:microsoft.com/office/officeart/2009/3/layout/DescendingProcess"/>
    <dgm:cxn modelId="{A9506C2B-B17B-4687-B6BE-BD6EE859ACD4}" type="presParOf" srcId="{86D15696-6AAF-459E-AED9-A4DBC809B5B2}" destId="{D5862B79-8033-4A71-A985-81F6DEB70E51}" srcOrd="1" destOrd="0" presId="urn:microsoft.com/office/officeart/2009/3/layout/DescendingProcess"/>
    <dgm:cxn modelId="{403ADD1D-2C67-49DB-AE45-FDC140CB0DF2}" type="presParOf" srcId="{86D15696-6AAF-459E-AED9-A4DBC809B5B2}" destId="{D4F25327-5B80-4787-8D80-9E4FBA75D59E}" srcOrd="2" destOrd="0" presId="urn:microsoft.com/office/officeart/2009/3/layout/DescendingProcess"/>
    <dgm:cxn modelId="{6DE01A69-6376-4EB1-BC74-CE6ECC5F761B}" type="presParOf" srcId="{86D15696-6AAF-459E-AED9-A4DBC809B5B2}" destId="{83E491BA-829E-43E1-88BF-C1D1DAE2332C}" srcOrd="3" destOrd="0" presId="urn:microsoft.com/office/officeart/2009/3/layout/DescendingProcess"/>
    <dgm:cxn modelId="{473F8739-6925-4BBE-B8FC-0C6DA718CE41}" type="presParOf" srcId="{83E491BA-829E-43E1-88BF-C1D1DAE2332C}" destId="{E80643BE-1D9E-4D7E-B70B-763A71477917}" srcOrd="0" destOrd="0" presId="urn:microsoft.com/office/officeart/2009/3/layout/DescendingProcess"/>
    <dgm:cxn modelId="{F09E5846-BB98-421A-A4FC-A2AC43B2E4DB}" type="presParOf" srcId="{86D15696-6AAF-459E-AED9-A4DBC809B5B2}" destId="{2E8FA99B-2DB1-4DAC-8288-C46577CCCFBA}" srcOrd="4" destOrd="0" presId="urn:microsoft.com/office/officeart/2009/3/layout/DescendingProcess"/>
    <dgm:cxn modelId="{8C4D4AF6-81C9-413F-A804-9313E0386B5B}" type="presParOf" srcId="{86D15696-6AAF-459E-AED9-A4DBC809B5B2}" destId="{FCEAE581-840F-4B88-8342-B023E320E494}" srcOrd="5" destOrd="0" presId="urn:microsoft.com/office/officeart/2009/3/layout/DescendingProcess"/>
    <dgm:cxn modelId="{6935CCDD-8454-4136-95E1-EAE1B696CCB2}" type="presParOf" srcId="{FCEAE581-840F-4B88-8342-B023E320E494}" destId="{B5968B82-7D6A-4AE6-AEAC-3D904ACD7964}" srcOrd="0" destOrd="0" presId="urn:microsoft.com/office/officeart/2009/3/layout/DescendingProcess"/>
    <dgm:cxn modelId="{1B3DBA50-3FB4-47FA-9C00-5C06782666EA}" type="presParOf" srcId="{86D15696-6AAF-459E-AED9-A4DBC809B5B2}" destId="{C4AD5AC2-907E-41D5-88A3-90EBB50B0582}" srcOrd="6" destOrd="0" presId="urn:microsoft.com/office/officeart/2009/3/layout/DescendingProcess"/>
    <dgm:cxn modelId="{37C29DD2-AC24-45AA-8E78-C13A414548A0}" type="presParOf" srcId="{86D15696-6AAF-459E-AED9-A4DBC809B5B2}" destId="{04662006-81E8-472F-AFFC-042FF7FE6FA2}" srcOrd="7" destOrd="0" presId="urn:microsoft.com/office/officeart/2009/3/layout/DescendingProcess"/>
    <dgm:cxn modelId="{7F9A0EF9-E90C-470B-BB4C-DE39709E378F}" type="presParOf" srcId="{04662006-81E8-472F-AFFC-042FF7FE6FA2}" destId="{B5B0FB36-14EA-44D1-A6EB-4BF24B8432F7}" srcOrd="0" destOrd="0" presId="urn:microsoft.com/office/officeart/2009/3/layout/DescendingProcess"/>
    <dgm:cxn modelId="{CA754DE9-BFB1-4043-8A11-E6E61C49BFA3}" type="presParOf" srcId="{86D15696-6AAF-459E-AED9-A4DBC809B5B2}" destId="{F0118394-3C8E-4E4A-91CB-5CA4C8A0FBAE}" srcOrd="8" destOrd="0" presId="urn:microsoft.com/office/officeart/2009/3/layout/DescendingProcess"/>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79.xml><?xml version="1.0" encoding="utf-8"?>
<dgm:dataModel xmlns:dgm="http://schemas.openxmlformats.org/drawingml/2006/diagram" xmlns:a="http://schemas.openxmlformats.org/drawingml/2006/main">
  <dgm:ptLst>
    <dgm:pt modelId="{B9C32B05-62EA-407A-B21C-2310C7945705}" type="doc">
      <dgm:prSet loTypeId="urn:microsoft.com/office/officeart/2005/8/layout/bProcess2" loCatId="process"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F66099B6-DBBD-4AB0-82D2-877B80F846F7}">
      <dgm:prSet phldrT="[Text]"/>
      <dgm:spPr/>
      <dgm:t>
        <a:bodyPr/>
        <a:lstStyle/>
        <a:p>
          <a:r>
            <a:rPr lang="en-US" dirty="0"/>
            <a:t>Lorem Ipsum</a:t>
          </a:r>
        </a:p>
      </dgm:t>
    </dgm:pt>
    <dgm:pt modelId="{B09C8BFB-F41C-4AC4-AB94-F216E3081C2D}" type="parTrans" cxnId="{B4F3EA32-CE64-4A92-9BAE-BC57E5392B05}">
      <dgm:prSet/>
      <dgm:spPr/>
      <dgm:t>
        <a:bodyPr/>
        <a:lstStyle/>
        <a:p>
          <a:endParaRPr lang="en-US"/>
        </a:p>
      </dgm:t>
    </dgm:pt>
    <dgm:pt modelId="{BC531B32-9B0E-482E-BF91-65C61F17168D}" type="sibTrans" cxnId="{B4F3EA32-CE64-4A92-9BAE-BC57E5392B05}">
      <dgm:prSet/>
      <dgm:spPr/>
      <dgm:t>
        <a:bodyPr/>
        <a:lstStyle/>
        <a:p>
          <a:endParaRPr lang="en-US"/>
        </a:p>
      </dgm:t>
    </dgm:pt>
    <dgm:pt modelId="{EE62A4F6-4AC4-435B-990E-81A71CE8CAC7}">
      <dgm:prSet phldrT="[Text]"/>
      <dgm:spPr/>
      <dgm:t>
        <a:bodyPr/>
        <a:lstStyle/>
        <a:p>
          <a:r>
            <a:rPr lang="en-US" dirty="0"/>
            <a:t>Lorem Ipsum</a:t>
          </a:r>
        </a:p>
      </dgm:t>
    </dgm:pt>
    <dgm:pt modelId="{F287B947-7343-4FA2-B288-B23A59FFAE31}" type="parTrans" cxnId="{3A2CECA6-0C5B-46BB-B7C6-7D37E9D210BD}">
      <dgm:prSet/>
      <dgm:spPr/>
      <dgm:t>
        <a:bodyPr/>
        <a:lstStyle/>
        <a:p>
          <a:endParaRPr lang="en-US"/>
        </a:p>
      </dgm:t>
    </dgm:pt>
    <dgm:pt modelId="{389F9A93-0231-4877-8C41-5D5B8DD7AAC0}" type="sibTrans" cxnId="{3A2CECA6-0C5B-46BB-B7C6-7D37E9D210BD}">
      <dgm:prSet/>
      <dgm:spPr/>
      <dgm:t>
        <a:bodyPr/>
        <a:lstStyle/>
        <a:p>
          <a:endParaRPr lang="en-US"/>
        </a:p>
      </dgm:t>
    </dgm:pt>
    <dgm:pt modelId="{6CF284C3-4A70-4432-8F33-E75A802B3330}">
      <dgm:prSet/>
      <dgm:spPr/>
      <dgm:t>
        <a:bodyPr/>
        <a:lstStyle/>
        <a:p>
          <a:r>
            <a:rPr lang="en-US" dirty="0"/>
            <a:t>Some text here</a:t>
          </a:r>
        </a:p>
      </dgm:t>
    </dgm:pt>
    <dgm:pt modelId="{044831E6-2FC9-4DDA-81FB-5FA418568D07}" type="parTrans" cxnId="{2DC24386-BC50-4BAB-8571-16CB10C2603C}">
      <dgm:prSet/>
      <dgm:spPr/>
      <dgm:t>
        <a:bodyPr/>
        <a:lstStyle/>
        <a:p>
          <a:endParaRPr lang="en-US"/>
        </a:p>
      </dgm:t>
    </dgm:pt>
    <dgm:pt modelId="{CD50B82D-84BB-4747-B282-ABB339EBA294}" type="sibTrans" cxnId="{2DC24386-BC50-4BAB-8571-16CB10C2603C}">
      <dgm:prSet/>
      <dgm:spPr/>
      <dgm:t>
        <a:bodyPr/>
        <a:lstStyle/>
        <a:p>
          <a:endParaRPr lang="en-US"/>
        </a:p>
      </dgm:t>
    </dgm:pt>
    <dgm:pt modelId="{3AF880A5-0F00-4315-A5DF-1FE656798601}">
      <dgm:prSet phldrT="[Text]"/>
      <dgm:spPr/>
      <dgm:t>
        <a:bodyPr/>
        <a:lstStyle/>
        <a:p>
          <a:r>
            <a:rPr lang="en-US" dirty="0"/>
            <a:t>Some text here</a:t>
          </a:r>
        </a:p>
      </dgm:t>
    </dgm:pt>
    <dgm:pt modelId="{A13BB1F9-5857-4B43-8BF5-6589AA2CB759}" type="parTrans" cxnId="{24F8CBE2-5003-4E69-A772-6B98F2B05181}">
      <dgm:prSet/>
      <dgm:spPr/>
      <dgm:t>
        <a:bodyPr/>
        <a:lstStyle/>
        <a:p>
          <a:endParaRPr lang="en-US"/>
        </a:p>
      </dgm:t>
    </dgm:pt>
    <dgm:pt modelId="{C198C41D-2640-4669-83ED-E0CD35701C8E}" type="sibTrans" cxnId="{24F8CBE2-5003-4E69-A772-6B98F2B05181}">
      <dgm:prSet/>
      <dgm:spPr/>
      <dgm:t>
        <a:bodyPr/>
        <a:lstStyle/>
        <a:p>
          <a:endParaRPr lang="en-US"/>
        </a:p>
      </dgm:t>
    </dgm:pt>
    <dgm:pt modelId="{8EA7219F-BDB2-48EB-9EEB-3133522D132E}">
      <dgm:prSet phldrT="[Text]"/>
      <dgm:spPr/>
      <dgm:t>
        <a:bodyPr/>
        <a:lstStyle/>
        <a:p>
          <a:r>
            <a:rPr lang="en-US" dirty="0"/>
            <a:t>Some text here</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BE788BF5-FE9F-4C7D-A1CD-9232D7860179}">
      <dgm:prSet phldrT="[Text]"/>
      <dgm:spPr/>
      <dgm:t>
        <a:bodyPr/>
        <a:lstStyle/>
        <a:p>
          <a:r>
            <a:rPr lang="en-US"/>
            <a:t>Some text here</a:t>
          </a:r>
          <a:endParaRPr lang="en-US" dirty="0"/>
        </a:p>
      </dgm:t>
    </dgm:pt>
    <dgm:pt modelId="{963A52CB-C772-45F2-8A30-8ABA6B14D3CE}" type="parTrans" cxnId="{35013F34-57BC-4E3C-A003-07C0E49926DB}">
      <dgm:prSet/>
      <dgm:spPr/>
      <dgm:t>
        <a:bodyPr/>
        <a:lstStyle/>
        <a:p>
          <a:endParaRPr lang="en-US"/>
        </a:p>
      </dgm:t>
    </dgm:pt>
    <dgm:pt modelId="{88191C5E-55BA-42F2-B842-FC86CBBADC0F}" type="sibTrans" cxnId="{35013F34-57BC-4E3C-A003-07C0E49926DB}">
      <dgm:prSet/>
      <dgm:spPr/>
      <dgm:t>
        <a:bodyPr/>
        <a:lstStyle/>
        <a:p>
          <a:endParaRPr lang="en-US"/>
        </a:p>
      </dgm:t>
    </dgm:pt>
    <dgm:pt modelId="{3CE06941-9820-4827-8B16-CD80CC49F780}">
      <dgm:prSet phldrT="[Text]"/>
      <dgm:spPr/>
      <dgm:t>
        <a:bodyPr/>
        <a:lstStyle/>
        <a:p>
          <a:r>
            <a:rPr lang="en-US" dirty="0"/>
            <a:t>Some text here</a:t>
          </a:r>
        </a:p>
      </dgm:t>
    </dgm:pt>
    <dgm:pt modelId="{141A3C92-8966-4E2F-82E4-2E09E22674B2}" type="parTrans" cxnId="{C99CE395-39F6-46B4-938C-9BF085685D1A}">
      <dgm:prSet/>
      <dgm:spPr/>
      <dgm:t>
        <a:bodyPr/>
        <a:lstStyle/>
        <a:p>
          <a:endParaRPr lang="en-US"/>
        </a:p>
      </dgm:t>
    </dgm:pt>
    <dgm:pt modelId="{F58FC55B-E61F-445C-956E-0BB2202254CA}" type="sibTrans" cxnId="{C99CE395-39F6-46B4-938C-9BF085685D1A}">
      <dgm:prSet/>
      <dgm:spPr/>
      <dgm:t>
        <a:bodyPr/>
        <a:lstStyle/>
        <a:p>
          <a:endParaRPr lang="en-US"/>
        </a:p>
      </dgm:t>
    </dgm:pt>
    <dgm:pt modelId="{386C2B6D-2EE1-4682-AE61-EE246CD54E31}">
      <dgm:prSet phldrT="[Text]"/>
      <dgm:spPr/>
      <dgm:t>
        <a:bodyPr/>
        <a:lstStyle/>
        <a:p>
          <a:r>
            <a:rPr lang="en-US" dirty="0"/>
            <a:t>Some text here</a:t>
          </a:r>
        </a:p>
      </dgm:t>
    </dgm:pt>
    <dgm:pt modelId="{649D72FB-0D8F-479C-87D1-C73133EF35E2}" type="parTrans" cxnId="{7F96AC57-2F84-4E8C-AA92-E82865EE63FE}">
      <dgm:prSet/>
      <dgm:spPr/>
      <dgm:t>
        <a:bodyPr/>
        <a:lstStyle/>
        <a:p>
          <a:endParaRPr lang="en-US"/>
        </a:p>
      </dgm:t>
    </dgm:pt>
    <dgm:pt modelId="{E1C9E6F1-2ED2-4DD8-9B78-28FC1AF5D352}" type="sibTrans" cxnId="{7F96AC57-2F84-4E8C-AA92-E82865EE63FE}">
      <dgm:prSet/>
      <dgm:spPr/>
      <dgm:t>
        <a:bodyPr/>
        <a:lstStyle/>
        <a:p>
          <a:endParaRPr lang="en-US"/>
        </a:p>
      </dgm:t>
    </dgm:pt>
    <dgm:pt modelId="{2A22E84C-3AA3-4E9C-AE5F-9C2FB0D7FB11}">
      <dgm:prSet phldrT="[Text]"/>
      <dgm:spPr/>
      <dgm:t>
        <a:bodyPr/>
        <a:lstStyle/>
        <a:p>
          <a:r>
            <a:rPr lang="en-US"/>
            <a:t>Lorem Ipsum</a:t>
          </a:r>
          <a:endParaRPr lang="en-US" dirty="0"/>
        </a:p>
      </dgm:t>
    </dgm:pt>
    <dgm:pt modelId="{6C025E55-DF42-4C5D-AFD5-6015FA053D46}" type="parTrans" cxnId="{BEB859E7-C343-408E-86A1-667C27EE5761}">
      <dgm:prSet/>
      <dgm:spPr/>
      <dgm:t>
        <a:bodyPr/>
        <a:lstStyle/>
        <a:p>
          <a:endParaRPr lang="en-US"/>
        </a:p>
      </dgm:t>
    </dgm:pt>
    <dgm:pt modelId="{744EA591-F199-49C2-B63A-82709D96C729}" type="sibTrans" cxnId="{BEB859E7-C343-408E-86A1-667C27EE5761}">
      <dgm:prSet/>
      <dgm:spPr/>
      <dgm:t>
        <a:bodyPr/>
        <a:lstStyle/>
        <a:p>
          <a:endParaRPr lang="en-US"/>
        </a:p>
      </dgm:t>
    </dgm:pt>
    <dgm:pt modelId="{9ADACFBF-2A78-45C9-A7C4-5E5DBC674760}">
      <dgm:prSet phldrT="[Text]"/>
      <dgm:spPr/>
      <dgm:t>
        <a:bodyPr/>
        <a:lstStyle/>
        <a:p>
          <a:r>
            <a:rPr lang="en-US" dirty="0"/>
            <a:t>Some text here</a:t>
          </a:r>
        </a:p>
      </dgm:t>
    </dgm:pt>
    <dgm:pt modelId="{E121796C-71AB-4354-A1D4-3BF0025298A5}" type="parTrans" cxnId="{2B98897D-9937-49AC-9FE9-6629E912033A}">
      <dgm:prSet/>
      <dgm:spPr/>
      <dgm:t>
        <a:bodyPr/>
        <a:lstStyle/>
        <a:p>
          <a:endParaRPr lang="en-US"/>
        </a:p>
      </dgm:t>
    </dgm:pt>
    <dgm:pt modelId="{F3FE7E5A-DC73-423B-998C-02943CF263BF}" type="sibTrans" cxnId="{2B98897D-9937-49AC-9FE9-6629E912033A}">
      <dgm:prSet/>
      <dgm:spPr/>
      <dgm:t>
        <a:bodyPr/>
        <a:lstStyle/>
        <a:p>
          <a:endParaRPr lang="en-US"/>
        </a:p>
      </dgm:t>
    </dgm:pt>
    <dgm:pt modelId="{6C39594C-4AE1-4221-9751-E4FBA9469435}">
      <dgm:prSet phldrT="[Text]"/>
      <dgm:spPr/>
      <dgm:t>
        <a:bodyPr/>
        <a:lstStyle/>
        <a:p>
          <a:r>
            <a:rPr lang="en-US" dirty="0"/>
            <a:t>Some text here</a:t>
          </a:r>
        </a:p>
      </dgm:t>
    </dgm:pt>
    <dgm:pt modelId="{EA90E5E0-265B-4677-A3EF-FCD0DFDF4F41}" type="parTrans" cxnId="{7AF91B96-DA69-42D6-83DE-0E63677A4C47}">
      <dgm:prSet/>
      <dgm:spPr/>
      <dgm:t>
        <a:bodyPr/>
        <a:lstStyle/>
        <a:p>
          <a:endParaRPr lang="en-US"/>
        </a:p>
      </dgm:t>
    </dgm:pt>
    <dgm:pt modelId="{F04E3063-747B-4761-B46E-8C06B2EF3C55}" type="sibTrans" cxnId="{7AF91B96-DA69-42D6-83DE-0E63677A4C47}">
      <dgm:prSet/>
      <dgm:spPr/>
      <dgm:t>
        <a:bodyPr/>
        <a:lstStyle/>
        <a:p>
          <a:endParaRPr lang="en-US"/>
        </a:p>
      </dgm:t>
    </dgm:pt>
    <dgm:pt modelId="{36045517-CEA4-4BE3-B836-C2B6BFE5649B}">
      <dgm:prSet phldrT="[Text]"/>
      <dgm:spPr/>
      <dgm:t>
        <a:bodyPr/>
        <a:lstStyle/>
        <a:p>
          <a:r>
            <a:rPr lang="en-US"/>
            <a:t>Lorem Ipsum</a:t>
          </a:r>
          <a:endParaRPr lang="en-US" dirty="0"/>
        </a:p>
      </dgm:t>
    </dgm:pt>
    <dgm:pt modelId="{6231A36F-9B04-4B4A-917A-7E163AFFC956}" type="parTrans" cxnId="{4019353B-443B-4DED-AA6C-3C60E18414C7}">
      <dgm:prSet/>
      <dgm:spPr/>
      <dgm:t>
        <a:bodyPr/>
        <a:lstStyle/>
        <a:p>
          <a:endParaRPr lang="en-US"/>
        </a:p>
      </dgm:t>
    </dgm:pt>
    <dgm:pt modelId="{BFF3C5ED-87D0-4709-A3B8-A7BF0668006A}" type="sibTrans" cxnId="{4019353B-443B-4DED-AA6C-3C60E18414C7}">
      <dgm:prSet/>
      <dgm:spPr/>
      <dgm:t>
        <a:bodyPr/>
        <a:lstStyle/>
        <a:p>
          <a:endParaRPr lang="en-US"/>
        </a:p>
      </dgm:t>
    </dgm:pt>
    <dgm:pt modelId="{110CC072-E78D-486A-BD24-8CD6CE5683E0}">
      <dgm:prSet phldrT="[Text]"/>
      <dgm:spPr/>
      <dgm:t>
        <a:bodyPr/>
        <a:lstStyle/>
        <a:p>
          <a:r>
            <a:rPr lang="en-US" dirty="0"/>
            <a:t>Some text here</a:t>
          </a:r>
        </a:p>
      </dgm:t>
    </dgm:pt>
    <dgm:pt modelId="{EFE20FCA-41FE-42D4-8C71-85751017ADFF}" type="parTrans" cxnId="{5670A7D8-BA42-4857-8679-D269077AD7D7}">
      <dgm:prSet/>
      <dgm:spPr/>
      <dgm:t>
        <a:bodyPr/>
        <a:lstStyle/>
        <a:p>
          <a:endParaRPr lang="en-US"/>
        </a:p>
      </dgm:t>
    </dgm:pt>
    <dgm:pt modelId="{C901204A-BC8E-4B62-854A-DFB2104323F5}" type="sibTrans" cxnId="{5670A7D8-BA42-4857-8679-D269077AD7D7}">
      <dgm:prSet/>
      <dgm:spPr/>
      <dgm:t>
        <a:bodyPr/>
        <a:lstStyle/>
        <a:p>
          <a:endParaRPr lang="en-US"/>
        </a:p>
      </dgm:t>
    </dgm:pt>
    <dgm:pt modelId="{F64D9B44-8949-42CE-A3F5-920CF85E6D38}">
      <dgm:prSet phldrT="[Text]"/>
      <dgm:spPr/>
      <dgm:t>
        <a:bodyPr/>
        <a:lstStyle/>
        <a:p>
          <a:r>
            <a:rPr lang="en-US" dirty="0"/>
            <a:t>Some text here</a:t>
          </a:r>
        </a:p>
      </dgm:t>
    </dgm:pt>
    <dgm:pt modelId="{81AB81A4-D793-40B9-964C-9DA3AF17B95D}" type="parTrans" cxnId="{F091E13E-CC91-4760-8919-F8E7FA115B30}">
      <dgm:prSet/>
      <dgm:spPr/>
      <dgm:t>
        <a:bodyPr/>
        <a:lstStyle/>
        <a:p>
          <a:endParaRPr lang="en-US"/>
        </a:p>
      </dgm:t>
    </dgm:pt>
    <dgm:pt modelId="{ECDC803C-5DBD-4EEE-A68A-AC8585F1A4EB}" type="sibTrans" cxnId="{F091E13E-CC91-4760-8919-F8E7FA115B30}">
      <dgm:prSet/>
      <dgm:spPr/>
      <dgm:t>
        <a:bodyPr/>
        <a:lstStyle/>
        <a:p>
          <a:endParaRPr lang="en-US"/>
        </a:p>
      </dgm:t>
    </dgm:pt>
    <dgm:pt modelId="{583EF59B-F1CB-4882-848E-11EE4FB34BB0}" type="pres">
      <dgm:prSet presAssocID="{B9C32B05-62EA-407A-B21C-2310C7945705}" presName="diagram" presStyleCnt="0">
        <dgm:presLayoutVars>
          <dgm:dir/>
          <dgm:resizeHandles/>
        </dgm:presLayoutVars>
      </dgm:prSet>
      <dgm:spPr/>
    </dgm:pt>
    <dgm:pt modelId="{A8974200-9AD6-4D64-A978-5661D69A6DB6}" type="pres">
      <dgm:prSet presAssocID="{42D71409-67F9-455C-8C6D-716D284AAA6B}" presName="firstNode" presStyleLbl="node1" presStyleIdx="0" presStyleCnt="5">
        <dgm:presLayoutVars>
          <dgm:bulletEnabled val="1"/>
        </dgm:presLayoutVars>
      </dgm:prSet>
      <dgm:spPr/>
    </dgm:pt>
    <dgm:pt modelId="{351E736A-AD9F-44B0-89C2-E1ED9CC260A0}" type="pres">
      <dgm:prSet presAssocID="{478B7D3C-9FB4-4BC6-90AC-49960560DECD}" presName="sibTrans" presStyleLbl="sibTrans2D1" presStyleIdx="0" presStyleCnt="4"/>
      <dgm:spPr/>
    </dgm:pt>
    <dgm:pt modelId="{F081058F-F6AE-4C37-AA98-EA9968C08DE9}" type="pres">
      <dgm:prSet presAssocID="{F66099B6-DBBD-4AB0-82D2-877B80F846F7}" presName="middleNode" presStyleCnt="0"/>
      <dgm:spPr/>
    </dgm:pt>
    <dgm:pt modelId="{3111E8E1-E887-4732-8674-6F6F5CF565FA}" type="pres">
      <dgm:prSet presAssocID="{F66099B6-DBBD-4AB0-82D2-877B80F846F7}" presName="padding" presStyleLbl="node1" presStyleIdx="0" presStyleCnt="5"/>
      <dgm:spPr/>
    </dgm:pt>
    <dgm:pt modelId="{C79DF9F1-F43B-4B1D-8D6F-478FD960AA9F}" type="pres">
      <dgm:prSet presAssocID="{F66099B6-DBBD-4AB0-82D2-877B80F846F7}" presName="shape" presStyleLbl="node1" presStyleIdx="1" presStyleCnt="5">
        <dgm:presLayoutVars>
          <dgm:bulletEnabled val="1"/>
        </dgm:presLayoutVars>
      </dgm:prSet>
      <dgm:spPr/>
    </dgm:pt>
    <dgm:pt modelId="{0BDF1891-9E41-45B5-9C6F-AC354D29831E}" type="pres">
      <dgm:prSet presAssocID="{BC531B32-9B0E-482E-BF91-65C61F17168D}" presName="sibTrans" presStyleLbl="sibTrans2D1" presStyleIdx="1" presStyleCnt="4"/>
      <dgm:spPr/>
    </dgm:pt>
    <dgm:pt modelId="{10CFF50D-39FC-447A-8146-56B6618C5F3B}" type="pres">
      <dgm:prSet presAssocID="{EE62A4F6-4AC4-435B-990E-81A71CE8CAC7}" presName="middleNode" presStyleCnt="0"/>
      <dgm:spPr/>
    </dgm:pt>
    <dgm:pt modelId="{25B29CBA-01CA-4CDB-97B8-8C0C0E21F33A}" type="pres">
      <dgm:prSet presAssocID="{EE62A4F6-4AC4-435B-990E-81A71CE8CAC7}" presName="padding" presStyleLbl="node1" presStyleIdx="1" presStyleCnt="5"/>
      <dgm:spPr/>
    </dgm:pt>
    <dgm:pt modelId="{BA89EE97-AA12-459B-8949-326A7A05387B}" type="pres">
      <dgm:prSet presAssocID="{EE62A4F6-4AC4-435B-990E-81A71CE8CAC7}" presName="shape" presStyleLbl="node1" presStyleIdx="2" presStyleCnt="5">
        <dgm:presLayoutVars>
          <dgm:bulletEnabled val="1"/>
        </dgm:presLayoutVars>
      </dgm:prSet>
      <dgm:spPr/>
    </dgm:pt>
    <dgm:pt modelId="{42474E17-C62F-40EB-8A76-93592F3F0029}" type="pres">
      <dgm:prSet presAssocID="{389F9A93-0231-4877-8C41-5D5B8DD7AAC0}" presName="sibTrans" presStyleLbl="sibTrans2D1" presStyleIdx="2" presStyleCnt="4"/>
      <dgm:spPr/>
    </dgm:pt>
    <dgm:pt modelId="{65270FEB-C922-4827-9E9D-47C5F79C9AE1}" type="pres">
      <dgm:prSet presAssocID="{2A22E84C-3AA3-4E9C-AE5F-9C2FB0D7FB11}" presName="middleNode" presStyleCnt="0"/>
      <dgm:spPr/>
    </dgm:pt>
    <dgm:pt modelId="{8A0B740C-7992-45C4-AC56-2A2840A63C63}" type="pres">
      <dgm:prSet presAssocID="{2A22E84C-3AA3-4E9C-AE5F-9C2FB0D7FB11}" presName="padding" presStyleLbl="node1" presStyleIdx="2" presStyleCnt="5"/>
      <dgm:spPr/>
    </dgm:pt>
    <dgm:pt modelId="{7140670C-F9FE-4B37-88E7-19A9F4086494}" type="pres">
      <dgm:prSet presAssocID="{2A22E84C-3AA3-4E9C-AE5F-9C2FB0D7FB11}" presName="shape" presStyleLbl="node1" presStyleIdx="3" presStyleCnt="5">
        <dgm:presLayoutVars>
          <dgm:bulletEnabled val="1"/>
        </dgm:presLayoutVars>
      </dgm:prSet>
      <dgm:spPr/>
    </dgm:pt>
    <dgm:pt modelId="{A7FEEB04-3FCF-4479-964F-13D1F307728D}" type="pres">
      <dgm:prSet presAssocID="{744EA591-F199-49C2-B63A-82709D96C729}" presName="sibTrans" presStyleLbl="sibTrans2D1" presStyleIdx="3" presStyleCnt="4"/>
      <dgm:spPr/>
    </dgm:pt>
    <dgm:pt modelId="{119E1276-E027-4FFE-ABBB-E27B65052246}" type="pres">
      <dgm:prSet presAssocID="{36045517-CEA4-4BE3-B836-C2B6BFE5649B}" presName="lastNode" presStyleLbl="node1" presStyleIdx="4" presStyleCnt="5">
        <dgm:presLayoutVars>
          <dgm:bulletEnabled val="1"/>
        </dgm:presLayoutVars>
      </dgm:prSet>
      <dgm:spPr/>
    </dgm:pt>
  </dgm:ptLst>
  <dgm:cxnLst>
    <dgm:cxn modelId="{BC70C10A-ECFB-4627-BF68-6CCB61BB8075}" type="presOf" srcId="{478B7D3C-9FB4-4BC6-90AC-49960560DECD}" destId="{351E736A-AD9F-44B0-89C2-E1ED9CC260A0}" srcOrd="0" destOrd="0" presId="urn:microsoft.com/office/officeart/2005/8/layout/bProcess2"/>
    <dgm:cxn modelId="{2AA9C11F-1F1D-428E-801A-47EAA766C99D}" srcId="{B9C32B05-62EA-407A-B21C-2310C7945705}" destId="{42D71409-67F9-455C-8C6D-716D284AAA6B}" srcOrd="0" destOrd="0" parTransId="{51680ED1-AF6E-4B28-AE94-92B0EFB0DF7D}" sibTransId="{478B7D3C-9FB4-4BC6-90AC-49960560DECD}"/>
    <dgm:cxn modelId="{B4F3EA32-CE64-4A92-9BAE-BC57E5392B05}" srcId="{B9C32B05-62EA-407A-B21C-2310C7945705}" destId="{F66099B6-DBBD-4AB0-82D2-877B80F846F7}" srcOrd="1" destOrd="0" parTransId="{B09C8BFB-F41C-4AC4-AB94-F216E3081C2D}" sibTransId="{BC531B32-9B0E-482E-BF91-65C61F17168D}"/>
    <dgm:cxn modelId="{35013F34-57BC-4E3C-A003-07C0E49926DB}" srcId="{F66099B6-DBBD-4AB0-82D2-877B80F846F7}" destId="{BE788BF5-FE9F-4C7D-A1CD-9232D7860179}" srcOrd="1" destOrd="0" parTransId="{963A52CB-C772-45F2-8A30-8ABA6B14D3CE}" sibTransId="{88191C5E-55BA-42F2-B842-FC86CBBADC0F}"/>
    <dgm:cxn modelId="{4019353B-443B-4DED-AA6C-3C60E18414C7}" srcId="{B9C32B05-62EA-407A-B21C-2310C7945705}" destId="{36045517-CEA4-4BE3-B836-C2B6BFE5649B}" srcOrd="4" destOrd="0" parTransId="{6231A36F-9B04-4B4A-917A-7E163AFFC956}" sibTransId="{BFF3C5ED-87D0-4709-A3B8-A7BF0668006A}"/>
    <dgm:cxn modelId="{F091E13E-CC91-4760-8919-F8E7FA115B30}" srcId="{36045517-CEA4-4BE3-B836-C2B6BFE5649B}" destId="{F64D9B44-8949-42CE-A3F5-920CF85E6D38}" srcOrd="1" destOrd="0" parTransId="{81AB81A4-D793-40B9-964C-9DA3AF17B95D}" sibTransId="{ECDC803C-5DBD-4EEE-A68A-AC8585F1A4EB}"/>
    <dgm:cxn modelId="{2406133F-491D-4893-866F-DDF8D536FCAA}" type="presOf" srcId="{3CE06941-9820-4827-8B16-CD80CC49F780}" destId="{BA89EE97-AA12-459B-8949-326A7A05387B}" srcOrd="0" destOrd="1" presId="urn:microsoft.com/office/officeart/2005/8/layout/bProcess2"/>
    <dgm:cxn modelId="{C28FE552-F3F9-4275-89AC-3E6E27D45B2D}" type="presOf" srcId="{6CF284C3-4A70-4432-8F33-E75A802B3330}" destId="{C79DF9F1-F43B-4B1D-8D6F-478FD960AA9F}" srcOrd="0" destOrd="1" presId="urn:microsoft.com/office/officeart/2005/8/layout/bProcess2"/>
    <dgm:cxn modelId="{DE1FB353-8AF0-441D-89B3-EE68E5178D3F}" type="presOf" srcId="{8EA7219F-BDB2-48EB-9EEB-3133522D132E}" destId="{A8974200-9AD6-4D64-A978-5661D69A6DB6}" srcOrd="0" destOrd="1" presId="urn:microsoft.com/office/officeart/2005/8/layout/bProcess2"/>
    <dgm:cxn modelId="{7F96AC57-2F84-4E8C-AA92-E82865EE63FE}" srcId="{EE62A4F6-4AC4-435B-990E-81A71CE8CAC7}" destId="{386C2B6D-2EE1-4682-AE61-EE246CD54E31}" srcOrd="1" destOrd="0" parTransId="{649D72FB-0D8F-479C-87D1-C73133EF35E2}" sibTransId="{E1C9E6F1-2ED2-4DD8-9B78-28FC1AF5D352}"/>
    <dgm:cxn modelId="{2B98897D-9937-49AC-9FE9-6629E912033A}" srcId="{2A22E84C-3AA3-4E9C-AE5F-9C2FB0D7FB11}" destId="{9ADACFBF-2A78-45C9-A7C4-5E5DBC674760}" srcOrd="0" destOrd="0" parTransId="{E121796C-71AB-4354-A1D4-3BF0025298A5}" sibTransId="{F3FE7E5A-DC73-423B-998C-02943CF263BF}"/>
    <dgm:cxn modelId="{8797D47D-6E2E-40E9-96A2-571378C9C5C0}" type="presOf" srcId="{BE788BF5-FE9F-4C7D-A1CD-9232D7860179}" destId="{C79DF9F1-F43B-4B1D-8D6F-478FD960AA9F}" srcOrd="0" destOrd="2" presId="urn:microsoft.com/office/officeart/2005/8/layout/bProcess2"/>
    <dgm:cxn modelId="{96233B86-8431-40D5-95C1-7A28D116E826}" type="presOf" srcId="{389F9A93-0231-4877-8C41-5D5B8DD7AAC0}" destId="{42474E17-C62F-40EB-8A76-93592F3F0029}" srcOrd="0" destOrd="0" presId="urn:microsoft.com/office/officeart/2005/8/layout/bProcess2"/>
    <dgm:cxn modelId="{2DC24386-BC50-4BAB-8571-16CB10C2603C}" srcId="{F66099B6-DBBD-4AB0-82D2-877B80F846F7}" destId="{6CF284C3-4A70-4432-8F33-E75A802B3330}" srcOrd="0" destOrd="0" parTransId="{044831E6-2FC9-4DDA-81FB-5FA418568D07}" sibTransId="{CD50B82D-84BB-4747-B282-ABB339EBA294}"/>
    <dgm:cxn modelId="{1A02508A-69A1-4A23-9ED7-19ACB0B3DAC7}" type="presOf" srcId="{110CC072-E78D-486A-BD24-8CD6CE5683E0}" destId="{119E1276-E027-4FFE-ABBB-E27B65052246}" srcOrd="0" destOrd="1" presId="urn:microsoft.com/office/officeart/2005/8/layout/bProcess2"/>
    <dgm:cxn modelId="{C99CE395-39F6-46B4-938C-9BF085685D1A}" srcId="{EE62A4F6-4AC4-435B-990E-81A71CE8CAC7}" destId="{3CE06941-9820-4827-8B16-CD80CC49F780}" srcOrd="0" destOrd="0" parTransId="{141A3C92-8966-4E2F-82E4-2E09E22674B2}" sibTransId="{F58FC55B-E61F-445C-956E-0BB2202254CA}"/>
    <dgm:cxn modelId="{7AF91B96-DA69-42D6-83DE-0E63677A4C47}" srcId="{2A22E84C-3AA3-4E9C-AE5F-9C2FB0D7FB11}" destId="{6C39594C-4AE1-4221-9751-E4FBA9469435}" srcOrd="1" destOrd="0" parTransId="{EA90E5E0-265B-4677-A3EF-FCD0DFDF4F41}" sibTransId="{F04E3063-747B-4761-B46E-8C06B2EF3C55}"/>
    <dgm:cxn modelId="{0D745F98-C835-46EF-A429-B29AF6300E15}" type="presOf" srcId="{744EA591-F199-49C2-B63A-82709D96C729}" destId="{A7FEEB04-3FCF-4479-964F-13D1F307728D}" srcOrd="0" destOrd="0" presId="urn:microsoft.com/office/officeart/2005/8/layout/bProcess2"/>
    <dgm:cxn modelId="{C3361D9B-38A1-4C65-9811-3C4DC5B47602}" type="presOf" srcId="{3AF880A5-0F00-4315-A5DF-1FE656798601}" destId="{A8974200-9AD6-4D64-A978-5661D69A6DB6}" srcOrd="0" destOrd="2" presId="urn:microsoft.com/office/officeart/2005/8/layout/bProcess2"/>
    <dgm:cxn modelId="{3A2CECA6-0C5B-46BB-B7C6-7D37E9D210BD}" srcId="{B9C32B05-62EA-407A-B21C-2310C7945705}" destId="{EE62A4F6-4AC4-435B-990E-81A71CE8CAC7}" srcOrd="2" destOrd="0" parTransId="{F287B947-7343-4FA2-B288-B23A59FFAE31}" sibTransId="{389F9A93-0231-4877-8C41-5D5B8DD7AAC0}"/>
    <dgm:cxn modelId="{722555AA-7BD0-4E09-B1D5-49BB241E48AE}" type="presOf" srcId="{386C2B6D-2EE1-4682-AE61-EE246CD54E31}" destId="{BA89EE97-AA12-459B-8949-326A7A05387B}" srcOrd="0" destOrd="2" presId="urn:microsoft.com/office/officeart/2005/8/layout/bProcess2"/>
    <dgm:cxn modelId="{DBCA25B6-0F28-4CA2-841A-B1C97BFC4AAD}" type="presOf" srcId="{36045517-CEA4-4BE3-B836-C2B6BFE5649B}" destId="{119E1276-E027-4FFE-ABBB-E27B65052246}" srcOrd="0" destOrd="0" presId="urn:microsoft.com/office/officeart/2005/8/layout/bProcess2"/>
    <dgm:cxn modelId="{CEC281CA-6E42-414A-858B-8A14FC4E667E}" type="presOf" srcId="{EE62A4F6-4AC4-435B-990E-81A71CE8CAC7}" destId="{BA89EE97-AA12-459B-8949-326A7A05387B}" srcOrd="0" destOrd="0" presId="urn:microsoft.com/office/officeart/2005/8/layout/bProcess2"/>
    <dgm:cxn modelId="{5C9C0CD0-3507-474F-AC16-60A952D8414E}" type="presOf" srcId="{B9C32B05-62EA-407A-B21C-2310C7945705}" destId="{583EF59B-F1CB-4882-848E-11EE4FB34BB0}" srcOrd="0" destOrd="0" presId="urn:microsoft.com/office/officeart/2005/8/layout/bProcess2"/>
    <dgm:cxn modelId="{474F22D3-2887-430C-BEAF-86EE20C9591B}" type="presOf" srcId="{9ADACFBF-2A78-45C9-A7C4-5E5DBC674760}" destId="{7140670C-F9FE-4B37-88E7-19A9F4086494}" srcOrd="0" destOrd="1" presId="urn:microsoft.com/office/officeart/2005/8/layout/bProcess2"/>
    <dgm:cxn modelId="{5670A7D8-BA42-4857-8679-D269077AD7D7}" srcId="{36045517-CEA4-4BE3-B836-C2B6BFE5649B}" destId="{110CC072-E78D-486A-BD24-8CD6CE5683E0}" srcOrd="0" destOrd="0" parTransId="{EFE20FCA-41FE-42D4-8C71-85751017ADFF}" sibTransId="{C901204A-BC8E-4B62-854A-DFB2104323F5}"/>
    <dgm:cxn modelId="{85D624D9-D8A5-499D-94C0-C8EE1F7D72BE}" type="presOf" srcId="{F66099B6-DBBD-4AB0-82D2-877B80F846F7}" destId="{C79DF9F1-F43B-4B1D-8D6F-478FD960AA9F}" srcOrd="0" destOrd="0" presId="urn:microsoft.com/office/officeart/2005/8/layout/bProcess2"/>
    <dgm:cxn modelId="{136415E2-F73C-4A02-8E2F-F0BC2635E98F}" type="presOf" srcId="{2A22E84C-3AA3-4E9C-AE5F-9C2FB0D7FB11}" destId="{7140670C-F9FE-4B37-88E7-19A9F4086494}" srcOrd="0" destOrd="0" presId="urn:microsoft.com/office/officeart/2005/8/layout/bProcess2"/>
    <dgm:cxn modelId="{24F8CBE2-5003-4E69-A772-6B98F2B05181}" srcId="{42D71409-67F9-455C-8C6D-716D284AAA6B}" destId="{3AF880A5-0F00-4315-A5DF-1FE656798601}" srcOrd="1" destOrd="0" parTransId="{A13BB1F9-5857-4B43-8BF5-6589AA2CB759}" sibTransId="{C198C41D-2640-4669-83ED-E0CD35701C8E}"/>
    <dgm:cxn modelId="{EBC638E7-3A52-4DFE-AAED-01FCD890C5A7}" type="presOf" srcId="{F64D9B44-8949-42CE-A3F5-920CF85E6D38}" destId="{119E1276-E027-4FFE-ABBB-E27B65052246}" srcOrd="0" destOrd="2" presId="urn:microsoft.com/office/officeart/2005/8/layout/bProcess2"/>
    <dgm:cxn modelId="{BEB859E7-C343-408E-86A1-667C27EE5761}" srcId="{B9C32B05-62EA-407A-B21C-2310C7945705}" destId="{2A22E84C-3AA3-4E9C-AE5F-9C2FB0D7FB11}" srcOrd="3" destOrd="0" parTransId="{6C025E55-DF42-4C5D-AFD5-6015FA053D46}" sibTransId="{744EA591-F199-49C2-B63A-82709D96C729}"/>
    <dgm:cxn modelId="{58AD7EEF-D408-406B-87EE-4691D4C30668}" srcId="{42D71409-67F9-455C-8C6D-716D284AAA6B}" destId="{8EA7219F-BDB2-48EB-9EEB-3133522D132E}" srcOrd="0" destOrd="0" parTransId="{3EE8403A-CB7C-4815-85BD-AEBCAEB71B37}" sibTransId="{C94B7947-85DC-4B21-BB99-DF8438356F98}"/>
    <dgm:cxn modelId="{0F85D0F2-64EC-4605-A36E-DF4F5AA699A3}" type="presOf" srcId="{6C39594C-4AE1-4221-9751-E4FBA9469435}" destId="{7140670C-F9FE-4B37-88E7-19A9F4086494}" srcOrd="0" destOrd="2" presId="urn:microsoft.com/office/officeart/2005/8/layout/bProcess2"/>
    <dgm:cxn modelId="{7C2C04F3-2A0B-4B3A-8E62-035A851D1991}" type="presOf" srcId="{42D71409-67F9-455C-8C6D-716D284AAA6B}" destId="{A8974200-9AD6-4D64-A978-5661D69A6DB6}" srcOrd="0" destOrd="0" presId="urn:microsoft.com/office/officeart/2005/8/layout/bProcess2"/>
    <dgm:cxn modelId="{CAC9DFF9-BD60-47DE-9D5D-CD09F166BC88}" type="presOf" srcId="{BC531B32-9B0E-482E-BF91-65C61F17168D}" destId="{0BDF1891-9E41-45B5-9C6F-AC354D29831E}" srcOrd="0" destOrd="0" presId="urn:microsoft.com/office/officeart/2005/8/layout/bProcess2"/>
    <dgm:cxn modelId="{4BAB29A6-81BE-42D4-8583-44A4F2CA435C}" type="presParOf" srcId="{583EF59B-F1CB-4882-848E-11EE4FB34BB0}" destId="{A8974200-9AD6-4D64-A978-5661D69A6DB6}" srcOrd="0" destOrd="0" presId="urn:microsoft.com/office/officeart/2005/8/layout/bProcess2"/>
    <dgm:cxn modelId="{213AA576-0D41-49A0-B697-A534B49EE745}" type="presParOf" srcId="{583EF59B-F1CB-4882-848E-11EE4FB34BB0}" destId="{351E736A-AD9F-44B0-89C2-E1ED9CC260A0}" srcOrd="1" destOrd="0" presId="urn:microsoft.com/office/officeart/2005/8/layout/bProcess2"/>
    <dgm:cxn modelId="{50C850F9-7D2D-40D6-B0A1-EFB2C1B22563}" type="presParOf" srcId="{583EF59B-F1CB-4882-848E-11EE4FB34BB0}" destId="{F081058F-F6AE-4C37-AA98-EA9968C08DE9}" srcOrd="2" destOrd="0" presId="urn:microsoft.com/office/officeart/2005/8/layout/bProcess2"/>
    <dgm:cxn modelId="{33ECC8BF-738B-47B8-9567-4F414CD76A1B}" type="presParOf" srcId="{F081058F-F6AE-4C37-AA98-EA9968C08DE9}" destId="{3111E8E1-E887-4732-8674-6F6F5CF565FA}" srcOrd="0" destOrd="0" presId="urn:microsoft.com/office/officeart/2005/8/layout/bProcess2"/>
    <dgm:cxn modelId="{6B1E39DD-2B26-4BC1-958A-CFAE50928BC1}" type="presParOf" srcId="{F081058F-F6AE-4C37-AA98-EA9968C08DE9}" destId="{C79DF9F1-F43B-4B1D-8D6F-478FD960AA9F}" srcOrd="1" destOrd="0" presId="urn:microsoft.com/office/officeart/2005/8/layout/bProcess2"/>
    <dgm:cxn modelId="{EDE6B3BC-103D-434A-8C60-DEDF8157DAFA}" type="presParOf" srcId="{583EF59B-F1CB-4882-848E-11EE4FB34BB0}" destId="{0BDF1891-9E41-45B5-9C6F-AC354D29831E}" srcOrd="3" destOrd="0" presId="urn:microsoft.com/office/officeart/2005/8/layout/bProcess2"/>
    <dgm:cxn modelId="{C633F83F-5D8D-4C00-AE7B-466E59468E31}" type="presParOf" srcId="{583EF59B-F1CB-4882-848E-11EE4FB34BB0}" destId="{10CFF50D-39FC-447A-8146-56B6618C5F3B}" srcOrd="4" destOrd="0" presId="urn:microsoft.com/office/officeart/2005/8/layout/bProcess2"/>
    <dgm:cxn modelId="{AD2EE84A-9E7D-494C-A197-A296274A49C7}" type="presParOf" srcId="{10CFF50D-39FC-447A-8146-56B6618C5F3B}" destId="{25B29CBA-01CA-4CDB-97B8-8C0C0E21F33A}" srcOrd="0" destOrd="0" presId="urn:microsoft.com/office/officeart/2005/8/layout/bProcess2"/>
    <dgm:cxn modelId="{34B869B4-292D-49B8-AAAB-34B2F94AFEC7}" type="presParOf" srcId="{10CFF50D-39FC-447A-8146-56B6618C5F3B}" destId="{BA89EE97-AA12-459B-8949-326A7A05387B}" srcOrd="1" destOrd="0" presId="urn:microsoft.com/office/officeart/2005/8/layout/bProcess2"/>
    <dgm:cxn modelId="{CC5443AF-2283-475F-9793-4A539E69A3BC}" type="presParOf" srcId="{583EF59B-F1CB-4882-848E-11EE4FB34BB0}" destId="{42474E17-C62F-40EB-8A76-93592F3F0029}" srcOrd="5" destOrd="0" presId="urn:microsoft.com/office/officeart/2005/8/layout/bProcess2"/>
    <dgm:cxn modelId="{D69E63F5-B704-4FE0-85B3-699439B4C25A}" type="presParOf" srcId="{583EF59B-F1CB-4882-848E-11EE4FB34BB0}" destId="{65270FEB-C922-4827-9E9D-47C5F79C9AE1}" srcOrd="6" destOrd="0" presId="urn:microsoft.com/office/officeart/2005/8/layout/bProcess2"/>
    <dgm:cxn modelId="{F4C0CB13-0040-4C06-89BD-6ECEE4E5D94C}" type="presParOf" srcId="{65270FEB-C922-4827-9E9D-47C5F79C9AE1}" destId="{8A0B740C-7992-45C4-AC56-2A2840A63C63}" srcOrd="0" destOrd="0" presId="urn:microsoft.com/office/officeart/2005/8/layout/bProcess2"/>
    <dgm:cxn modelId="{83FAB26E-D410-4D8F-B2ED-B8ADBE7FF644}" type="presParOf" srcId="{65270FEB-C922-4827-9E9D-47C5F79C9AE1}" destId="{7140670C-F9FE-4B37-88E7-19A9F4086494}" srcOrd="1" destOrd="0" presId="urn:microsoft.com/office/officeart/2005/8/layout/bProcess2"/>
    <dgm:cxn modelId="{59308398-BD9D-4A99-B403-16B1626F66AB}" type="presParOf" srcId="{583EF59B-F1CB-4882-848E-11EE4FB34BB0}" destId="{A7FEEB04-3FCF-4479-964F-13D1F307728D}" srcOrd="7" destOrd="0" presId="urn:microsoft.com/office/officeart/2005/8/layout/bProcess2"/>
    <dgm:cxn modelId="{3CF6F425-0F70-44BB-8DB4-913DAD07D2A2}" type="presParOf" srcId="{583EF59B-F1CB-4882-848E-11EE4FB34BB0}" destId="{119E1276-E027-4FFE-ABBB-E27B65052246}" srcOrd="8" destOrd="0" presId="urn:microsoft.com/office/officeart/2005/8/layout/bProcess2"/>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80.xml><?xml version="1.0" encoding="utf-8"?>
<dgm:dataModel xmlns:dgm="http://schemas.openxmlformats.org/drawingml/2006/diagram" xmlns:a="http://schemas.openxmlformats.org/drawingml/2006/main">
  <dgm:ptLst>
    <dgm:pt modelId="{B9C32B05-62EA-407A-B21C-2310C7945705}" type="doc">
      <dgm:prSet loTypeId="urn:microsoft.com/office/officeart/2005/8/layout/equation1" loCatId="process"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F66099B6-DBBD-4AB0-82D2-877B80F846F7}">
      <dgm:prSet phldrT="[Text]"/>
      <dgm:spPr/>
      <dgm:t>
        <a:bodyPr/>
        <a:lstStyle/>
        <a:p>
          <a:r>
            <a:rPr lang="en-US" dirty="0"/>
            <a:t>Lorem Ipsum</a:t>
          </a:r>
        </a:p>
      </dgm:t>
    </dgm:pt>
    <dgm:pt modelId="{B09C8BFB-F41C-4AC4-AB94-F216E3081C2D}" type="parTrans" cxnId="{B4F3EA32-CE64-4A92-9BAE-BC57E5392B05}">
      <dgm:prSet/>
      <dgm:spPr/>
      <dgm:t>
        <a:bodyPr/>
        <a:lstStyle/>
        <a:p>
          <a:endParaRPr lang="en-US"/>
        </a:p>
      </dgm:t>
    </dgm:pt>
    <dgm:pt modelId="{BC531B32-9B0E-482E-BF91-65C61F17168D}" type="sibTrans" cxnId="{B4F3EA32-CE64-4A92-9BAE-BC57E5392B05}">
      <dgm:prSet/>
      <dgm:spPr/>
      <dgm:t>
        <a:bodyPr/>
        <a:lstStyle/>
        <a:p>
          <a:endParaRPr lang="en-US"/>
        </a:p>
      </dgm:t>
    </dgm:pt>
    <dgm:pt modelId="{EE62A4F6-4AC4-435B-990E-81A71CE8CAC7}">
      <dgm:prSet phldrT="[Text]"/>
      <dgm:spPr/>
      <dgm:t>
        <a:bodyPr/>
        <a:lstStyle/>
        <a:p>
          <a:r>
            <a:rPr lang="en-US" dirty="0"/>
            <a:t>Lorem Ipsum</a:t>
          </a:r>
        </a:p>
      </dgm:t>
    </dgm:pt>
    <dgm:pt modelId="{F287B947-7343-4FA2-B288-B23A59FFAE31}" type="parTrans" cxnId="{3A2CECA6-0C5B-46BB-B7C6-7D37E9D210BD}">
      <dgm:prSet/>
      <dgm:spPr/>
      <dgm:t>
        <a:bodyPr/>
        <a:lstStyle/>
        <a:p>
          <a:endParaRPr lang="en-US"/>
        </a:p>
      </dgm:t>
    </dgm:pt>
    <dgm:pt modelId="{389F9A93-0231-4877-8C41-5D5B8DD7AAC0}" type="sibTrans" cxnId="{3A2CECA6-0C5B-46BB-B7C6-7D37E9D210BD}">
      <dgm:prSet/>
      <dgm:spPr/>
      <dgm:t>
        <a:bodyPr/>
        <a:lstStyle/>
        <a:p>
          <a:endParaRPr lang="en-US"/>
        </a:p>
      </dgm:t>
    </dgm:pt>
    <dgm:pt modelId="{6CF284C3-4A70-4432-8F33-E75A802B3330}">
      <dgm:prSet/>
      <dgm:spPr/>
      <dgm:t>
        <a:bodyPr/>
        <a:lstStyle/>
        <a:p>
          <a:r>
            <a:rPr lang="en-US" dirty="0"/>
            <a:t>Some text here</a:t>
          </a:r>
        </a:p>
      </dgm:t>
    </dgm:pt>
    <dgm:pt modelId="{044831E6-2FC9-4DDA-81FB-5FA418568D07}" type="parTrans" cxnId="{2DC24386-BC50-4BAB-8571-16CB10C2603C}">
      <dgm:prSet/>
      <dgm:spPr/>
      <dgm:t>
        <a:bodyPr/>
        <a:lstStyle/>
        <a:p>
          <a:endParaRPr lang="en-US"/>
        </a:p>
      </dgm:t>
    </dgm:pt>
    <dgm:pt modelId="{CD50B82D-84BB-4747-B282-ABB339EBA294}" type="sibTrans" cxnId="{2DC24386-BC50-4BAB-8571-16CB10C2603C}">
      <dgm:prSet/>
      <dgm:spPr/>
      <dgm:t>
        <a:bodyPr/>
        <a:lstStyle/>
        <a:p>
          <a:endParaRPr lang="en-US"/>
        </a:p>
      </dgm:t>
    </dgm:pt>
    <dgm:pt modelId="{3AF880A5-0F00-4315-A5DF-1FE656798601}">
      <dgm:prSet phldrT="[Text]"/>
      <dgm:spPr/>
      <dgm:t>
        <a:bodyPr/>
        <a:lstStyle/>
        <a:p>
          <a:r>
            <a:rPr lang="en-US" dirty="0"/>
            <a:t>Some text here</a:t>
          </a:r>
        </a:p>
      </dgm:t>
    </dgm:pt>
    <dgm:pt modelId="{A13BB1F9-5857-4B43-8BF5-6589AA2CB759}" type="parTrans" cxnId="{24F8CBE2-5003-4E69-A772-6B98F2B05181}">
      <dgm:prSet/>
      <dgm:spPr/>
      <dgm:t>
        <a:bodyPr/>
        <a:lstStyle/>
        <a:p>
          <a:endParaRPr lang="en-US"/>
        </a:p>
      </dgm:t>
    </dgm:pt>
    <dgm:pt modelId="{C198C41D-2640-4669-83ED-E0CD35701C8E}" type="sibTrans" cxnId="{24F8CBE2-5003-4E69-A772-6B98F2B05181}">
      <dgm:prSet/>
      <dgm:spPr/>
      <dgm:t>
        <a:bodyPr/>
        <a:lstStyle/>
        <a:p>
          <a:endParaRPr lang="en-US"/>
        </a:p>
      </dgm:t>
    </dgm:pt>
    <dgm:pt modelId="{8EA7219F-BDB2-48EB-9EEB-3133522D132E}">
      <dgm:prSet phldrT="[Text]"/>
      <dgm:spPr/>
      <dgm:t>
        <a:bodyPr/>
        <a:lstStyle/>
        <a:p>
          <a:r>
            <a:rPr lang="en-US" dirty="0"/>
            <a:t>Some text here</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BE788BF5-FE9F-4C7D-A1CD-9232D7860179}">
      <dgm:prSet phldrT="[Text]"/>
      <dgm:spPr/>
      <dgm:t>
        <a:bodyPr/>
        <a:lstStyle/>
        <a:p>
          <a:r>
            <a:rPr lang="en-US"/>
            <a:t>Some text here</a:t>
          </a:r>
          <a:endParaRPr lang="en-US" dirty="0"/>
        </a:p>
      </dgm:t>
    </dgm:pt>
    <dgm:pt modelId="{963A52CB-C772-45F2-8A30-8ABA6B14D3CE}" type="parTrans" cxnId="{35013F34-57BC-4E3C-A003-07C0E49926DB}">
      <dgm:prSet/>
      <dgm:spPr/>
      <dgm:t>
        <a:bodyPr/>
        <a:lstStyle/>
        <a:p>
          <a:endParaRPr lang="en-US"/>
        </a:p>
      </dgm:t>
    </dgm:pt>
    <dgm:pt modelId="{88191C5E-55BA-42F2-B842-FC86CBBADC0F}" type="sibTrans" cxnId="{35013F34-57BC-4E3C-A003-07C0E49926DB}">
      <dgm:prSet/>
      <dgm:spPr/>
      <dgm:t>
        <a:bodyPr/>
        <a:lstStyle/>
        <a:p>
          <a:endParaRPr lang="en-US"/>
        </a:p>
      </dgm:t>
    </dgm:pt>
    <dgm:pt modelId="{3CE06941-9820-4827-8B16-CD80CC49F780}">
      <dgm:prSet phldrT="[Text]"/>
      <dgm:spPr/>
      <dgm:t>
        <a:bodyPr/>
        <a:lstStyle/>
        <a:p>
          <a:r>
            <a:rPr lang="en-US" dirty="0"/>
            <a:t>Some text here</a:t>
          </a:r>
        </a:p>
      </dgm:t>
    </dgm:pt>
    <dgm:pt modelId="{141A3C92-8966-4E2F-82E4-2E09E22674B2}" type="parTrans" cxnId="{C99CE395-39F6-46B4-938C-9BF085685D1A}">
      <dgm:prSet/>
      <dgm:spPr/>
      <dgm:t>
        <a:bodyPr/>
        <a:lstStyle/>
        <a:p>
          <a:endParaRPr lang="en-US"/>
        </a:p>
      </dgm:t>
    </dgm:pt>
    <dgm:pt modelId="{F58FC55B-E61F-445C-956E-0BB2202254CA}" type="sibTrans" cxnId="{C99CE395-39F6-46B4-938C-9BF085685D1A}">
      <dgm:prSet/>
      <dgm:spPr/>
      <dgm:t>
        <a:bodyPr/>
        <a:lstStyle/>
        <a:p>
          <a:endParaRPr lang="en-US"/>
        </a:p>
      </dgm:t>
    </dgm:pt>
    <dgm:pt modelId="{386C2B6D-2EE1-4682-AE61-EE246CD54E31}">
      <dgm:prSet phldrT="[Text]"/>
      <dgm:spPr/>
      <dgm:t>
        <a:bodyPr/>
        <a:lstStyle/>
        <a:p>
          <a:r>
            <a:rPr lang="en-US" dirty="0"/>
            <a:t>Some text here</a:t>
          </a:r>
        </a:p>
      </dgm:t>
    </dgm:pt>
    <dgm:pt modelId="{649D72FB-0D8F-479C-87D1-C73133EF35E2}" type="parTrans" cxnId="{7F96AC57-2F84-4E8C-AA92-E82865EE63FE}">
      <dgm:prSet/>
      <dgm:spPr/>
      <dgm:t>
        <a:bodyPr/>
        <a:lstStyle/>
        <a:p>
          <a:endParaRPr lang="en-US"/>
        </a:p>
      </dgm:t>
    </dgm:pt>
    <dgm:pt modelId="{E1C9E6F1-2ED2-4DD8-9B78-28FC1AF5D352}" type="sibTrans" cxnId="{7F96AC57-2F84-4E8C-AA92-E82865EE63FE}">
      <dgm:prSet/>
      <dgm:spPr/>
      <dgm:t>
        <a:bodyPr/>
        <a:lstStyle/>
        <a:p>
          <a:endParaRPr lang="en-US"/>
        </a:p>
      </dgm:t>
    </dgm:pt>
    <dgm:pt modelId="{2A22E84C-3AA3-4E9C-AE5F-9C2FB0D7FB11}">
      <dgm:prSet phldrT="[Text]"/>
      <dgm:spPr/>
      <dgm:t>
        <a:bodyPr/>
        <a:lstStyle/>
        <a:p>
          <a:r>
            <a:rPr lang="en-US"/>
            <a:t>Lorem Ipsum</a:t>
          </a:r>
          <a:endParaRPr lang="en-US" dirty="0"/>
        </a:p>
      </dgm:t>
    </dgm:pt>
    <dgm:pt modelId="{6C025E55-DF42-4C5D-AFD5-6015FA053D46}" type="parTrans" cxnId="{BEB859E7-C343-408E-86A1-667C27EE5761}">
      <dgm:prSet/>
      <dgm:spPr/>
      <dgm:t>
        <a:bodyPr/>
        <a:lstStyle/>
        <a:p>
          <a:endParaRPr lang="en-US"/>
        </a:p>
      </dgm:t>
    </dgm:pt>
    <dgm:pt modelId="{744EA591-F199-49C2-B63A-82709D96C729}" type="sibTrans" cxnId="{BEB859E7-C343-408E-86A1-667C27EE5761}">
      <dgm:prSet/>
      <dgm:spPr/>
      <dgm:t>
        <a:bodyPr/>
        <a:lstStyle/>
        <a:p>
          <a:endParaRPr lang="en-US"/>
        </a:p>
      </dgm:t>
    </dgm:pt>
    <dgm:pt modelId="{9ADACFBF-2A78-45C9-A7C4-5E5DBC674760}">
      <dgm:prSet phldrT="[Text]"/>
      <dgm:spPr/>
      <dgm:t>
        <a:bodyPr/>
        <a:lstStyle/>
        <a:p>
          <a:r>
            <a:rPr lang="en-US" dirty="0"/>
            <a:t>Some text here</a:t>
          </a:r>
        </a:p>
      </dgm:t>
    </dgm:pt>
    <dgm:pt modelId="{E121796C-71AB-4354-A1D4-3BF0025298A5}" type="parTrans" cxnId="{2B98897D-9937-49AC-9FE9-6629E912033A}">
      <dgm:prSet/>
      <dgm:spPr/>
      <dgm:t>
        <a:bodyPr/>
        <a:lstStyle/>
        <a:p>
          <a:endParaRPr lang="en-US"/>
        </a:p>
      </dgm:t>
    </dgm:pt>
    <dgm:pt modelId="{F3FE7E5A-DC73-423B-998C-02943CF263BF}" type="sibTrans" cxnId="{2B98897D-9937-49AC-9FE9-6629E912033A}">
      <dgm:prSet/>
      <dgm:spPr/>
      <dgm:t>
        <a:bodyPr/>
        <a:lstStyle/>
        <a:p>
          <a:endParaRPr lang="en-US"/>
        </a:p>
      </dgm:t>
    </dgm:pt>
    <dgm:pt modelId="{6C39594C-4AE1-4221-9751-E4FBA9469435}">
      <dgm:prSet phldrT="[Text]"/>
      <dgm:spPr/>
      <dgm:t>
        <a:bodyPr/>
        <a:lstStyle/>
        <a:p>
          <a:r>
            <a:rPr lang="en-US" dirty="0"/>
            <a:t>Some text here</a:t>
          </a:r>
        </a:p>
      </dgm:t>
    </dgm:pt>
    <dgm:pt modelId="{EA90E5E0-265B-4677-A3EF-FCD0DFDF4F41}" type="parTrans" cxnId="{7AF91B96-DA69-42D6-83DE-0E63677A4C47}">
      <dgm:prSet/>
      <dgm:spPr/>
      <dgm:t>
        <a:bodyPr/>
        <a:lstStyle/>
        <a:p>
          <a:endParaRPr lang="en-US"/>
        </a:p>
      </dgm:t>
    </dgm:pt>
    <dgm:pt modelId="{F04E3063-747B-4761-B46E-8C06B2EF3C55}" type="sibTrans" cxnId="{7AF91B96-DA69-42D6-83DE-0E63677A4C47}">
      <dgm:prSet/>
      <dgm:spPr/>
      <dgm:t>
        <a:bodyPr/>
        <a:lstStyle/>
        <a:p>
          <a:endParaRPr lang="en-US"/>
        </a:p>
      </dgm:t>
    </dgm:pt>
    <dgm:pt modelId="{80072760-B878-408E-812A-90C028FDC09F}" type="pres">
      <dgm:prSet presAssocID="{B9C32B05-62EA-407A-B21C-2310C7945705}" presName="linearFlow" presStyleCnt="0">
        <dgm:presLayoutVars>
          <dgm:dir/>
          <dgm:resizeHandles val="exact"/>
        </dgm:presLayoutVars>
      </dgm:prSet>
      <dgm:spPr/>
    </dgm:pt>
    <dgm:pt modelId="{E6EC5146-4694-459D-BC51-3ABA47B0CC7C}" type="pres">
      <dgm:prSet presAssocID="{42D71409-67F9-455C-8C6D-716D284AAA6B}" presName="node" presStyleLbl="node1" presStyleIdx="0" presStyleCnt="4">
        <dgm:presLayoutVars>
          <dgm:bulletEnabled val="1"/>
        </dgm:presLayoutVars>
      </dgm:prSet>
      <dgm:spPr/>
    </dgm:pt>
    <dgm:pt modelId="{99F16481-EE39-440C-878D-0FF441814DB5}" type="pres">
      <dgm:prSet presAssocID="{478B7D3C-9FB4-4BC6-90AC-49960560DECD}" presName="spacerL" presStyleCnt="0"/>
      <dgm:spPr/>
    </dgm:pt>
    <dgm:pt modelId="{D516B808-D218-40AE-A2DD-EDE7E1713C6B}" type="pres">
      <dgm:prSet presAssocID="{478B7D3C-9FB4-4BC6-90AC-49960560DECD}" presName="sibTrans" presStyleLbl="sibTrans2D1" presStyleIdx="0" presStyleCnt="3"/>
      <dgm:spPr/>
    </dgm:pt>
    <dgm:pt modelId="{57B96E2D-9EFE-4BEB-8D87-233C68D9D847}" type="pres">
      <dgm:prSet presAssocID="{478B7D3C-9FB4-4BC6-90AC-49960560DECD}" presName="spacerR" presStyleCnt="0"/>
      <dgm:spPr/>
    </dgm:pt>
    <dgm:pt modelId="{9DF069B3-EED9-46BB-AC56-BD1D349BEEE0}" type="pres">
      <dgm:prSet presAssocID="{F66099B6-DBBD-4AB0-82D2-877B80F846F7}" presName="node" presStyleLbl="node1" presStyleIdx="1" presStyleCnt="4">
        <dgm:presLayoutVars>
          <dgm:bulletEnabled val="1"/>
        </dgm:presLayoutVars>
      </dgm:prSet>
      <dgm:spPr/>
    </dgm:pt>
    <dgm:pt modelId="{F07768DD-78B5-48E4-9A5F-A692A9811547}" type="pres">
      <dgm:prSet presAssocID="{BC531B32-9B0E-482E-BF91-65C61F17168D}" presName="spacerL" presStyleCnt="0"/>
      <dgm:spPr/>
    </dgm:pt>
    <dgm:pt modelId="{A53EE01D-460C-4269-BEAB-F23FC05D1F04}" type="pres">
      <dgm:prSet presAssocID="{BC531B32-9B0E-482E-BF91-65C61F17168D}" presName="sibTrans" presStyleLbl="sibTrans2D1" presStyleIdx="1" presStyleCnt="3"/>
      <dgm:spPr/>
    </dgm:pt>
    <dgm:pt modelId="{5F6E67E5-F416-4884-8874-04290445ADBA}" type="pres">
      <dgm:prSet presAssocID="{BC531B32-9B0E-482E-BF91-65C61F17168D}" presName="spacerR" presStyleCnt="0"/>
      <dgm:spPr/>
    </dgm:pt>
    <dgm:pt modelId="{71BA9A3F-3DBB-4ADE-B0DB-0D9C15C55721}" type="pres">
      <dgm:prSet presAssocID="{EE62A4F6-4AC4-435B-990E-81A71CE8CAC7}" presName="node" presStyleLbl="node1" presStyleIdx="2" presStyleCnt="4">
        <dgm:presLayoutVars>
          <dgm:bulletEnabled val="1"/>
        </dgm:presLayoutVars>
      </dgm:prSet>
      <dgm:spPr/>
    </dgm:pt>
    <dgm:pt modelId="{78A45E50-FB5E-4B1D-97FB-EDDE42E6D663}" type="pres">
      <dgm:prSet presAssocID="{389F9A93-0231-4877-8C41-5D5B8DD7AAC0}" presName="spacerL" presStyleCnt="0"/>
      <dgm:spPr/>
    </dgm:pt>
    <dgm:pt modelId="{6EC3E5DA-4D0D-410A-BF53-6C1F23422684}" type="pres">
      <dgm:prSet presAssocID="{389F9A93-0231-4877-8C41-5D5B8DD7AAC0}" presName="sibTrans" presStyleLbl="sibTrans2D1" presStyleIdx="2" presStyleCnt="3"/>
      <dgm:spPr/>
    </dgm:pt>
    <dgm:pt modelId="{031D1270-A7DD-49C4-91AD-A493B1ADD861}" type="pres">
      <dgm:prSet presAssocID="{389F9A93-0231-4877-8C41-5D5B8DD7AAC0}" presName="spacerR" presStyleCnt="0"/>
      <dgm:spPr/>
    </dgm:pt>
    <dgm:pt modelId="{A5DEC4CE-EBF9-4C6A-8387-5B92EEBCBB3D}" type="pres">
      <dgm:prSet presAssocID="{2A22E84C-3AA3-4E9C-AE5F-9C2FB0D7FB11}" presName="node" presStyleLbl="node1" presStyleIdx="3" presStyleCnt="4">
        <dgm:presLayoutVars>
          <dgm:bulletEnabled val="1"/>
        </dgm:presLayoutVars>
      </dgm:prSet>
      <dgm:spPr/>
    </dgm:pt>
  </dgm:ptLst>
  <dgm:cxnLst>
    <dgm:cxn modelId="{9326E90C-EFA8-4AC2-B48E-B9DDCE729DF3}" type="presOf" srcId="{8EA7219F-BDB2-48EB-9EEB-3133522D132E}" destId="{E6EC5146-4694-459D-BC51-3ABA47B0CC7C}" srcOrd="0" destOrd="1" presId="urn:microsoft.com/office/officeart/2005/8/layout/equation1"/>
    <dgm:cxn modelId="{7B7B500F-0B4C-4157-8FF1-0E41966DE088}" type="presOf" srcId="{BE788BF5-FE9F-4C7D-A1CD-9232D7860179}" destId="{9DF069B3-EED9-46BB-AC56-BD1D349BEEE0}" srcOrd="0" destOrd="2" presId="urn:microsoft.com/office/officeart/2005/8/layout/equation1"/>
    <dgm:cxn modelId="{37662411-EAC5-4C8A-8F56-D9BB5AA03A03}" type="presOf" srcId="{EE62A4F6-4AC4-435B-990E-81A71CE8CAC7}" destId="{71BA9A3F-3DBB-4ADE-B0DB-0D9C15C55721}" srcOrd="0" destOrd="0" presId="urn:microsoft.com/office/officeart/2005/8/layout/equation1"/>
    <dgm:cxn modelId="{DFD2B019-AB38-4501-A5C2-8E878441A3DF}" type="presOf" srcId="{6CF284C3-4A70-4432-8F33-E75A802B3330}" destId="{9DF069B3-EED9-46BB-AC56-BD1D349BEEE0}" srcOrd="0" destOrd="1" presId="urn:microsoft.com/office/officeart/2005/8/layout/equation1"/>
    <dgm:cxn modelId="{AFC9EA1E-2E44-492B-A4EC-5A97A245D18D}" type="presOf" srcId="{F66099B6-DBBD-4AB0-82D2-877B80F846F7}" destId="{9DF069B3-EED9-46BB-AC56-BD1D349BEEE0}" srcOrd="0" destOrd="0" presId="urn:microsoft.com/office/officeart/2005/8/layout/equation1"/>
    <dgm:cxn modelId="{2AA9C11F-1F1D-428E-801A-47EAA766C99D}" srcId="{B9C32B05-62EA-407A-B21C-2310C7945705}" destId="{42D71409-67F9-455C-8C6D-716D284AAA6B}" srcOrd="0" destOrd="0" parTransId="{51680ED1-AF6E-4B28-AE94-92B0EFB0DF7D}" sibTransId="{478B7D3C-9FB4-4BC6-90AC-49960560DECD}"/>
    <dgm:cxn modelId="{158B0B23-9440-4FFC-BF0A-F5DFA3740357}" type="presOf" srcId="{386C2B6D-2EE1-4682-AE61-EE246CD54E31}" destId="{71BA9A3F-3DBB-4ADE-B0DB-0D9C15C55721}" srcOrd="0" destOrd="2" presId="urn:microsoft.com/office/officeart/2005/8/layout/equation1"/>
    <dgm:cxn modelId="{B4F3EA32-CE64-4A92-9BAE-BC57E5392B05}" srcId="{B9C32B05-62EA-407A-B21C-2310C7945705}" destId="{F66099B6-DBBD-4AB0-82D2-877B80F846F7}" srcOrd="1" destOrd="0" parTransId="{B09C8BFB-F41C-4AC4-AB94-F216E3081C2D}" sibTransId="{BC531B32-9B0E-482E-BF91-65C61F17168D}"/>
    <dgm:cxn modelId="{35013F34-57BC-4E3C-A003-07C0E49926DB}" srcId="{F66099B6-DBBD-4AB0-82D2-877B80F846F7}" destId="{BE788BF5-FE9F-4C7D-A1CD-9232D7860179}" srcOrd="1" destOrd="0" parTransId="{963A52CB-C772-45F2-8A30-8ABA6B14D3CE}" sibTransId="{88191C5E-55BA-42F2-B842-FC86CBBADC0F}"/>
    <dgm:cxn modelId="{836C2836-C8C7-4BA4-B338-F09B84CDD1D6}" type="presOf" srcId="{478B7D3C-9FB4-4BC6-90AC-49960560DECD}" destId="{D516B808-D218-40AE-A2DD-EDE7E1713C6B}" srcOrd="0" destOrd="0" presId="urn:microsoft.com/office/officeart/2005/8/layout/equation1"/>
    <dgm:cxn modelId="{84F35B63-4333-4EF0-A857-AD07FEDF2202}" type="presOf" srcId="{3AF880A5-0F00-4315-A5DF-1FE656798601}" destId="{E6EC5146-4694-459D-BC51-3ABA47B0CC7C}" srcOrd="0" destOrd="2" presId="urn:microsoft.com/office/officeart/2005/8/layout/equation1"/>
    <dgm:cxn modelId="{29C29A71-99D4-4CF3-B7E5-578CFD289020}" type="presOf" srcId="{3CE06941-9820-4827-8B16-CD80CC49F780}" destId="{71BA9A3F-3DBB-4ADE-B0DB-0D9C15C55721}" srcOrd="0" destOrd="1" presId="urn:microsoft.com/office/officeart/2005/8/layout/equation1"/>
    <dgm:cxn modelId="{02420F54-1D59-4B6E-B1EA-3E2CBA3E55E1}" type="presOf" srcId="{42D71409-67F9-455C-8C6D-716D284AAA6B}" destId="{E6EC5146-4694-459D-BC51-3ABA47B0CC7C}" srcOrd="0" destOrd="0" presId="urn:microsoft.com/office/officeart/2005/8/layout/equation1"/>
    <dgm:cxn modelId="{61DDF755-DFAC-412F-9140-2BD739CD2486}" type="presOf" srcId="{B9C32B05-62EA-407A-B21C-2310C7945705}" destId="{80072760-B878-408E-812A-90C028FDC09F}" srcOrd="0" destOrd="0" presId="urn:microsoft.com/office/officeart/2005/8/layout/equation1"/>
    <dgm:cxn modelId="{7F96AC57-2F84-4E8C-AA92-E82865EE63FE}" srcId="{EE62A4F6-4AC4-435B-990E-81A71CE8CAC7}" destId="{386C2B6D-2EE1-4682-AE61-EE246CD54E31}" srcOrd="1" destOrd="0" parTransId="{649D72FB-0D8F-479C-87D1-C73133EF35E2}" sibTransId="{E1C9E6F1-2ED2-4DD8-9B78-28FC1AF5D352}"/>
    <dgm:cxn modelId="{2B98897D-9937-49AC-9FE9-6629E912033A}" srcId="{2A22E84C-3AA3-4E9C-AE5F-9C2FB0D7FB11}" destId="{9ADACFBF-2A78-45C9-A7C4-5E5DBC674760}" srcOrd="0" destOrd="0" parTransId="{E121796C-71AB-4354-A1D4-3BF0025298A5}" sibTransId="{F3FE7E5A-DC73-423B-998C-02943CF263BF}"/>
    <dgm:cxn modelId="{2DC24386-BC50-4BAB-8571-16CB10C2603C}" srcId="{F66099B6-DBBD-4AB0-82D2-877B80F846F7}" destId="{6CF284C3-4A70-4432-8F33-E75A802B3330}" srcOrd="0" destOrd="0" parTransId="{044831E6-2FC9-4DDA-81FB-5FA418568D07}" sibTransId="{CD50B82D-84BB-4747-B282-ABB339EBA294}"/>
    <dgm:cxn modelId="{CCFFEC94-5D23-4057-BFA1-7C1126AE2CE3}" type="presOf" srcId="{BC531B32-9B0E-482E-BF91-65C61F17168D}" destId="{A53EE01D-460C-4269-BEAB-F23FC05D1F04}" srcOrd="0" destOrd="0" presId="urn:microsoft.com/office/officeart/2005/8/layout/equation1"/>
    <dgm:cxn modelId="{C99CE395-39F6-46B4-938C-9BF085685D1A}" srcId="{EE62A4F6-4AC4-435B-990E-81A71CE8CAC7}" destId="{3CE06941-9820-4827-8B16-CD80CC49F780}" srcOrd="0" destOrd="0" parTransId="{141A3C92-8966-4E2F-82E4-2E09E22674B2}" sibTransId="{F58FC55B-E61F-445C-956E-0BB2202254CA}"/>
    <dgm:cxn modelId="{7AF91B96-DA69-42D6-83DE-0E63677A4C47}" srcId="{2A22E84C-3AA3-4E9C-AE5F-9C2FB0D7FB11}" destId="{6C39594C-4AE1-4221-9751-E4FBA9469435}" srcOrd="1" destOrd="0" parTransId="{EA90E5E0-265B-4677-A3EF-FCD0DFDF4F41}" sibTransId="{F04E3063-747B-4761-B46E-8C06B2EF3C55}"/>
    <dgm:cxn modelId="{C969AA9F-A018-4B2E-A386-92524E62F2C7}" type="presOf" srcId="{9ADACFBF-2A78-45C9-A7C4-5E5DBC674760}" destId="{A5DEC4CE-EBF9-4C6A-8387-5B92EEBCBB3D}" srcOrd="0" destOrd="1" presId="urn:microsoft.com/office/officeart/2005/8/layout/equation1"/>
    <dgm:cxn modelId="{0F0F42A6-0701-4D93-945F-2BE0773C2243}" type="presOf" srcId="{6C39594C-4AE1-4221-9751-E4FBA9469435}" destId="{A5DEC4CE-EBF9-4C6A-8387-5B92EEBCBB3D}" srcOrd="0" destOrd="2" presId="urn:microsoft.com/office/officeart/2005/8/layout/equation1"/>
    <dgm:cxn modelId="{3A2CECA6-0C5B-46BB-B7C6-7D37E9D210BD}" srcId="{B9C32B05-62EA-407A-B21C-2310C7945705}" destId="{EE62A4F6-4AC4-435B-990E-81A71CE8CAC7}" srcOrd="2" destOrd="0" parTransId="{F287B947-7343-4FA2-B288-B23A59FFAE31}" sibTransId="{389F9A93-0231-4877-8C41-5D5B8DD7AAC0}"/>
    <dgm:cxn modelId="{0E739DC4-10E9-418D-BF88-8D76E567E15F}" type="presOf" srcId="{2A22E84C-3AA3-4E9C-AE5F-9C2FB0D7FB11}" destId="{A5DEC4CE-EBF9-4C6A-8387-5B92EEBCBB3D}" srcOrd="0" destOrd="0" presId="urn:microsoft.com/office/officeart/2005/8/layout/equation1"/>
    <dgm:cxn modelId="{24F8CBE2-5003-4E69-A772-6B98F2B05181}" srcId="{42D71409-67F9-455C-8C6D-716D284AAA6B}" destId="{3AF880A5-0F00-4315-A5DF-1FE656798601}" srcOrd="1" destOrd="0" parTransId="{A13BB1F9-5857-4B43-8BF5-6589AA2CB759}" sibTransId="{C198C41D-2640-4669-83ED-E0CD35701C8E}"/>
    <dgm:cxn modelId="{BEB859E7-C343-408E-86A1-667C27EE5761}" srcId="{B9C32B05-62EA-407A-B21C-2310C7945705}" destId="{2A22E84C-3AA3-4E9C-AE5F-9C2FB0D7FB11}" srcOrd="3" destOrd="0" parTransId="{6C025E55-DF42-4C5D-AFD5-6015FA053D46}" sibTransId="{744EA591-F199-49C2-B63A-82709D96C729}"/>
    <dgm:cxn modelId="{58AD7EEF-D408-406B-87EE-4691D4C30668}" srcId="{42D71409-67F9-455C-8C6D-716D284AAA6B}" destId="{8EA7219F-BDB2-48EB-9EEB-3133522D132E}" srcOrd="0" destOrd="0" parTransId="{3EE8403A-CB7C-4815-85BD-AEBCAEB71B37}" sibTransId="{C94B7947-85DC-4B21-BB99-DF8438356F98}"/>
    <dgm:cxn modelId="{EE5422F4-188C-4AAE-9783-01C1A16ED4E4}" type="presOf" srcId="{389F9A93-0231-4877-8C41-5D5B8DD7AAC0}" destId="{6EC3E5DA-4D0D-410A-BF53-6C1F23422684}" srcOrd="0" destOrd="0" presId="urn:microsoft.com/office/officeart/2005/8/layout/equation1"/>
    <dgm:cxn modelId="{0FA82F46-C44A-4348-B609-127B4E5CD1E7}" type="presParOf" srcId="{80072760-B878-408E-812A-90C028FDC09F}" destId="{E6EC5146-4694-459D-BC51-3ABA47B0CC7C}" srcOrd="0" destOrd="0" presId="urn:microsoft.com/office/officeart/2005/8/layout/equation1"/>
    <dgm:cxn modelId="{252DC609-86B4-45B2-B4A7-25BCAD0B0C72}" type="presParOf" srcId="{80072760-B878-408E-812A-90C028FDC09F}" destId="{99F16481-EE39-440C-878D-0FF441814DB5}" srcOrd="1" destOrd="0" presId="urn:microsoft.com/office/officeart/2005/8/layout/equation1"/>
    <dgm:cxn modelId="{7C053C63-6F23-40C6-AD58-A594B8453A3A}" type="presParOf" srcId="{80072760-B878-408E-812A-90C028FDC09F}" destId="{D516B808-D218-40AE-A2DD-EDE7E1713C6B}" srcOrd="2" destOrd="0" presId="urn:microsoft.com/office/officeart/2005/8/layout/equation1"/>
    <dgm:cxn modelId="{C3006F33-8826-4113-A496-5CC6D19DED6D}" type="presParOf" srcId="{80072760-B878-408E-812A-90C028FDC09F}" destId="{57B96E2D-9EFE-4BEB-8D87-233C68D9D847}" srcOrd="3" destOrd="0" presId="urn:microsoft.com/office/officeart/2005/8/layout/equation1"/>
    <dgm:cxn modelId="{1A064F16-EE2E-40AB-A3AF-DFBBE37360FE}" type="presParOf" srcId="{80072760-B878-408E-812A-90C028FDC09F}" destId="{9DF069B3-EED9-46BB-AC56-BD1D349BEEE0}" srcOrd="4" destOrd="0" presId="urn:microsoft.com/office/officeart/2005/8/layout/equation1"/>
    <dgm:cxn modelId="{F41ABFC0-8AC1-43CA-AE3A-313F2E79B7F1}" type="presParOf" srcId="{80072760-B878-408E-812A-90C028FDC09F}" destId="{F07768DD-78B5-48E4-9A5F-A692A9811547}" srcOrd="5" destOrd="0" presId="urn:microsoft.com/office/officeart/2005/8/layout/equation1"/>
    <dgm:cxn modelId="{72E6DEF4-DA3A-45E8-8B2C-9ADBADC06C25}" type="presParOf" srcId="{80072760-B878-408E-812A-90C028FDC09F}" destId="{A53EE01D-460C-4269-BEAB-F23FC05D1F04}" srcOrd="6" destOrd="0" presId="urn:microsoft.com/office/officeart/2005/8/layout/equation1"/>
    <dgm:cxn modelId="{3866A3A0-1049-4F5B-9448-ACF20FA693F9}" type="presParOf" srcId="{80072760-B878-408E-812A-90C028FDC09F}" destId="{5F6E67E5-F416-4884-8874-04290445ADBA}" srcOrd="7" destOrd="0" presId="urn:microsoft.com/office/officeart/2005/8/layout/equation1"/>
    <dgm:cxn modelId="{A0160717-9BDC-4DDC-9BA1-3883B46C0015}" type="presParOf" srcId="{80072760-B878-408E-812A-90C028FDC09F}" destId="{71BA9A3F-3DBB-4ADE-B0DB-0D9C15C55721}" srcOrd="8" destOrd="0" presId="urn:microsoft.com/office/officeart/2005/8/layout/equation1"/>
    <dgm:cxn modelId="{FDCC20FE-6F72-47FE-9BF3-D0736C70F0A8}" type="presParOf" srcId="{80072760-B878-408E-812A-90C028FDC09F}" destId="{78A45E50-FB5E-4B1D-97FB-EDDE42E6D663}" srcOrd="9" destOrd="0" presId="urn:microsoft.com/office/officeart/2005/8/layout/equation1"/>
    <dgm:cxn modelId="{6AC390DF-C93C-4A71-859D-7C6E46B05684}" type="presParOf" srcId="{80072760-B878-408E-812A-90C028FDC09F}" destId="{6EC3E5DA-4D0D-410A-BF53-6C1F23422684}" srcOrd="10" destOrd="0" presId="urn:microsoft.com/office/officeart/2005/8/layout/equation1"/>
    <dgm:cxn modelId="{3C379683-EC7D-460D-BDA6-1F71B2727E35}" type="presParOf" srcId="{80072760-B878-408E-812A-90C028FDC09F}" destId="{031D1270-A7DD-49C4-91AD-A493B1ADD861}" srcOrd="11" destOrd="0" presId="urn:microsoft.com/office/officeart/2005/8/layout/equation1"/>
    <dgm:cxn modelId="{E90C4EB6-E080-4ED8-9B8A-EFA1FA0D884F}" type="presParOf" srcId="{80072760-B878-408E-812A-90C028FDC09F}" destId="{A5DEC4CE-EBF9-4C6A-8387-5B92EEBCBB3D}" srcOrd="12" destOrd="0" presId="urn:microsoft.com/office/officeart/2005/8/layout/equation1"/>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81.xml><?xml version="1.0" encoding="utf-8"?>
<dgm:dataModel xmlns:dgm="http://schemas.openxmlformats.org/drawingml/2006/diagram" xmlns:a="http://schemas.openxmlformats.org/drawingml/2006/main">
  <dgm:ptLst>
    <dgm:pt modelId="{B9C32B05-62EA-407A-B21C-2310C7945705}" type="doc">
      <dgm:prSet loTypeId="urn:microsoft.com/office/officeart/2005/8/layout/equation2" loCatId="process"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F66099B6-DBBD-4AB0-82D2-877B80F846F7}">
      <dgm:prSet phldrT="[Text]"/>
      <dgm:spPr/>
      <dgm:t>
        <a:bodyPr/>
        <a:lstStyle/>
        <a:p>
          <a:r>
            <a:rPr lang="en-US" dirty="0"/>
            <a:t>Lorem Ipsum</a:t>
          </a:r>
        </a:p>
      </dgm:t>
    </dgm:pt>
    <dgm:pt modelId="{B09C8BFB-F41C-4AC4-AB94-F216E3081C2D}" type="parTrans" cxnId="{B4F3EA32-CE64-4A92-9BAE-BC57E5392B05}">
      <dgm:prSet/>
      <dgm:spPr/>
      <dgm:t>
        <a:bodyPr/>
        <a:lstStyle/>
        <a:p>
          <a:endParaRPr lang="en-US"/>
        </a:p>
      </dgm:t>
    </dgm:pt>
    <dgm:pt modelId="{BC531B32-9B0E-482E-BF91-65C61F17168D}" type="sibTrans" cxnId="{B4F3EA32-CE64-4A92-9BAE-BC57E5392B05}">
      <dgm:prSet/>
      <dgm:spPr/>
      <dgm:t>
        <a:bodyPr/>
        <a:lstStyle/>
        <a:p>
          <a:endParaRPr lang="en-US"/>
        </a:p>
      </dgm:t>
    </dgm:pt>
    <dgm:pt modelId="{EE62A4F6-4AC4-435B-990E-81A71CE8CAC7}">
      <dgm:prSet phldrT="[Text]"/>
      <dgm:spPr/>
      <dgm:t>
        <a:bodyPr/>
        <a:lstStyle/>
        <a:p>
          <a:r>
            <a:rPr lang="en-US" dirty="0"/>
            <a:t>Lorem Ipsum</a:t>
          </a:r>
        </a:p>
      </dgm:t>
    </dgm:pt>
    <dgm:pt modelId="{F287B947-7343-4FA2-B288-B23A59FFAE31}" type="parTrans" cxnId="{3A2CECA6-0C5B-46BB-B7C6-7D37E9D210BD}">
      <dgm:prSet/>
      <dgm:spPr/>
      <dgm:t>
        <a:bodyPr/>
        <a:lstStyle/>
        <a:p>
          <a:endParaRPr lang="en-US"/>
        </a:p>
      </dgm:t>
    </dgm:pt>
    <dgm:pt modelId="{389F9A93-0231-4877-8C41-5D5B8DD7AAC0}" type="sibTrans" cxnId="{3A2CECA6-0C5B-46BB-B7C6-7D37E9D210BD}">
      <dgm:prSet/>
      <dgm:spPr/>
      <dgm:t>
        <a:bodyPr/>
        <a:lstStyle/>
        <a:p>
          <a:endParaRPr lang="en-US"/>
        </a:p>
      </dgm:t>
    </dgm:pt>
    <dgm:pt modelId="{6CF284C3-4A70-4432-8F33-E75A802B3330}">
      <dgm:prSet/>
      <dgm:spPr/>
      <dgm:t>
        <a:bodyPr/>
        <a:lstStyle/>
        <a:p>
          <a:r>
            <a:rPr lang="en-US" dirty="0"/>
            <a:t>Some text here</a:t>
          </a:r>
        </a:p>
      </dgm:t>
    </dgm:pt>
    <dgm:pt modelId="{044831E6-2FC9-4DDA-81FB-5FA418568D07}" type="parTrans" cxnId="{2DC24386-BC50-4BAB-8571-16CB10C2603C}">
      <dgm:prSet/>
      <dgm:spPr/>
      <dgm:t>
        <a:bodyPr/>
        <a:lstStyle/>
        <a:p>
          <a:endParaRPr lang="en-US"/>
        </a:p>
      </dgm:t>
    </dgm:pt>
    <dgm:pt modelId="{CD50B82D-84BB-4747-B282-ABB339EBA294}" type="sibTrans" cxnId="{2DC24386-BC50-4BAB-8571-16CB10C2603C}">
      <dgm:prSet/>
      <dgm:spPr/>
      <dgm:t>
        <a:bodyPr/>
        <a:lstStyle/>
        <a:p>
          <a:endParaRPr lang="en-US"/>
        </a:p>
      </dgm:t>
    </dgm:pt>
    <dgm:pt modelId="{3AF880A5-0F00-4315-A5DF-1FE656798601}">
      <dgm:prSet phldrT="[Text]"/>
      <dgm:spPr/>
      <dgm:t>
        <a:bodyPr/>
        <a:lstStyle/>
        <a:p>
          <a:r>
            <a:rPr lang="en-US" dirty="0"/>
            <a:t>Some text here</a:t>
          </a:r>
        </a:p>
      </dgm:t>
    </dgm:pt>
    <dgm:pt modelId="{A13BB1F9-5857-4B43-8BF5-6589AA2CB759}" type="parTrans" cxnId="{24F8CBE2-5003-4E69-A772-6B98F2B05181}">
      <dgm:prSet/>
      <dgm:spPr/>
      <dgm:t>
        <a:bodyPr/>
        <a:lstStyle/>
        <a:p>
          <a:endParaRPr lang="en-US"/>
        </a:p>
      </dgm:t>
    </dgm:pt>
    <dgm:pt modelId="{C198C41D-2640-4669-83ED-E0CD35701C8E}" type="sibTrans" cxnId="{24F8CBE2-5003-4E69-A772-6B98F2B05181}">
      <dgm:prSet/>
      <dgm:spPr/>
      <dgm:t>
        <a:bodyPr/>
        <a:lstStyle/>
        <a:p>
          <a:endParaRPr lang="en-US"/>
        </a:p>
      </dgm:t>
    </dgm:pt>
    <dgm:pt modelId="{8EA7219F-BDB2-48EB-9EEB-3133522D132E}">
      <dgm:prSet phldrT="[Text]"/>
      <dgm:spPr/>
      <dgm:t>
        <a:bodyPr/>
        <a:lstStyle/>
        <a:p>
          <a:r>
            <a:rPr lang="en-US" dirty="0"/>
            <a:t>Some text here</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BE788BF5-FE9F-4C7D-A1CD-9232D7860179}">
      <dgm:prSet phldrT="[Text]"/>
      <dgm:spPr/>
      <dgm:t>
        <a:bodyPr/>
        <a:lstStyle/>
        <a:p>
          <a:r>
            <a:rPr lang="en-US" dirty="0"/>
            <a:t>Some text here</a:t>
          </a:r>
        </a:p>
      </dgm:t>
    </dgm:pt>
    <dgm:pt modelId="{963A52CB-C772-45F2-8A30-8ABA6B14D3CE}" type="parTrans" cxnId="{35013F34-57BC-4E3C-A003-07C0E49926DB}">
      <dgm:prSet/>
      <dgm:spPr/>
      <dgm:t>
        <a:bodyPr/>
        <a:lstStyle/>
        <a:p>
          <a:endParaRPr lang="en-US"/>
        </a:p>
      </dgm:t>
    </dgm:pt>
    <dgm:pt modelId="{88191C5E-55BA-42F2-B842-FC86CBBADC0F}" type="sibTrans" cxnId="{35013F34-57BC-4E3C-A003-07C0E49926DB}">
      <dgm:prSet/>
      <dgm:spPr/>
      <dgm:t>
        <a:bodyPr/>
        <a:lstStyle/>
        <a:p>
          <a:endParaRPr lang="en-US"/>
        </a:p>
      </dgm:t>
    </dgm:pt>
    <dgm:pt modelId="{3CE06941-9820-4827-8B16-CD80CC49F780}">
      <dgm:prSet phldrT="[Text]"/>
      <dgm:spPr/>
      <dgm:t>
        <a:bodyPr/>
        <a:lstStyle/>
        <a:p>
          <a:r>
            <a:rPr lang="en-US" dirty="0"/>
            <a:t>Some text here</a:t>
          </a:r>
        </a:p>
      </dgm:t>
    </dgm:pt>
    <dgm:pt modelId="{141A3C92-8966-4E2F-82E4-2E09E22674B2}" type="parTrans" cxnId="{C99CE395-39F6-46B4-938C-9BF085685D1A}">
      <dgm:prSet/>
      <dgm:spPr/>
      <dgm:t>
        <a:bodyPr/>
        <a:lstStyle/>
        <a:p>
          <a:endParaRPr lang="en-US"/>
        </a:p>
      </dgm:t>
    </dgm:pt>
    <dgm:pt modelId="{F58FC55B-E61F-445C-956E-0BB2202254CA}" type="sibTrans" cxnId="{C99CE395-39F6-46B4-938C-9BF085685D1A}">
      <dgm:prSet/>
      <dgm:spPr/>
      <dgm:t>
        <a:bodyPr/>
        <a:lstStyle/>
        <a:p>
          <a:endParaRPr lang="en-US"/>
        </a:p>
      </dgm:t>
    </dgm:pt>
    <dgm:pt modelId="{386C2B6D-2EE1-4682-AE61-EE246CD54E31}">
      <dgm:prSet phldrT="[Text]"/>
      <dgm:spPr/>
      <dgm:t>
        <a:bodyPr/>
        <a:lstStyle/>
        <a:p>
          <a:r>
            <a:rPr lang="en-US" dirty="0"/>
            <a:t>Some text here</a:t>
          </a:r>
        </a:p>
      </dgm:t>
    </dgm:pt>
    <dgm:pt modelId="{649D72FB-0D8F-479C-87D1-C73133EF35E2}" type="parTrans" cxnId="{7F96AC57-2F84-4E8C-AA92-E82865EE63FE}">
      <dgm:prSet/>
      <dgm:spPr/>
      <dgm:t>
        <a:bodyPr/>
        <a:lstStyle/>
        <a:p>
          <a:endParaRPr lang="en-US"/>
        </a:p>
      </dgm:t>
    </dgm:pt>
    <dgm:pt modelId="{E1C9E6F1-2ED2-4DD8-9B78-28FC1AF5D352}" type="sibTrans" cxnId="{7F96AC57-2F84-4E8C-AA92-E82865EE63FE}">
      <dgm:prSet/>
      <dgm:spPr/>
      <dgm:t>
        <a:bodyPr/>
        <a:lstStyle/>
        <a:p>
          <a:endParaRPr lang="en-US"/>
        </a:p>
      </dgm:t>
    </dgm:pt>
    <dgm:pt modelId="{2A22E84C-3AA3-4E9C-AE5F-9C2FB0D7FB11}">
      <dgm:prSet phldrT="[Text]"/>
      <dgm:spPr/>
      <dgm:t>
        <a:bodyPr/>
        <a:lstStyle/>
        <a:p>
          <a:r>
            <a:rPr lang="en-US"/>
            <a:t>Lorem Ipsum</a:t>
          </a:r>
          <a:endParaRPr lang="en-US" dirty="0"/>
        </a:p>
      </dgm:t>
    </dgm:pt>
    <dgm:pt modelId="{6C025E55-DF42-4C5D-AFD5-6015FA053D46}" type="parTrans" cxnId="{BEB859E7-C343-408E-86A1-667C27EE5761}">
      <dgm:prSet/>
      <dgm:spPr/>
      <dgm:t>
        <a:bodyPr/>
        <a:lstStyle/>
        <a:p>
          <a:endParaRPr lang="en-US"/>
        </a:p>
      </dgm:t>
    </dgm:pt>
    <dgm:pt modelId="{744EA591-F199-49C2-B63A-82709D96C729}" type="sibTrans" cxnId="{BEB859E7-C343-408E-86A1-667C27EE5761}">
      <dgm:prSet/>
      <dgm:spPr/>
      <dgm:t>
        <a:bodyPr/>
        <a:lstStyle/>
        <a:p>
          <a:endParaRPr lang="en-US"/>
        </a:p>
      </dgm:t>
    </dgm:pt>
    <dgm:pt modelId="{9ADACFBF-2A78-45C9-A7C4-5E5DBC674760}">
      <dgm:prSet phldrT="[Text]"/>
      <dgm:spPr/>
      <dgm:t>
        <a:bodyPr/>
        <a:lstStyle/>
        <a:p>
          <a:r>
            <a:rPr lang="en-US" dirty="0"/>
            <a:t>Some text here</a:t>
          </a:r>
        </a:p>
      </dgm:t>
    </dgm:pt>
    <dgm:pt modelId="{E121796C-71AB-4354-A1D4-3BF0025298A5}" type="parTrans" cxnId="{2B98897D-9937-49AC-9FE9-6629E912033A}">
      <dgm:prSet/>
      <dgm:spPr/>
      <dgm:t>
        <a:bodyPr/>
        <a:lstStyle/>
        <a:p>
          <a:endParaRPr lang="en-US"/>
        </a:p>
      </dgm:t>
    </dgm:pt>
    <dgm:pt modelId="{F3FE7E5A-DC73-423B-998C-02943CF263BF}" type="sibTrans" cxnId="{2B98897D-9937-49AC-9FE9-6629E912033A}">
      <dgm:prSet/>
      <dgm:spPr/>
      <dgm:t>
        <a:bodyPr/>
        <a:lstStyle/>
        <a:p>
          <a:endParaRPr lang="en-US"/>
        </a:p>
      </dgm:t>
    </dgm:pt>
    <dgm:pt modelId="{6C39594C-4AE1-4221-9751-E4FBA9469435}">
      <dgm:prSet phldrT="[Text]"/>
      <dgm:spPr/>
      <dgm:t>
        <a:bodyPr/>
        <a:lstStyle/>
        <a:p>
          <a:r>
            <a:rPr lang="en-US" dirty="0"/>
            <a:t>Some </a:t>
          </a:r>
          <a:r>
            <a:rPr lang="en-US"/>
            <a:t>text here</a:t>
          </a:r>
          <a:endParaRPr lang="en-US" dirty="0"/>
        </a:p>
      </dgm:t>
    </dgm:pt>
    <dgm:pt modelId="{EA90E5E0-265B-4677-A3EF-FCD0DFDF4F41}" type="parTrans" cxnId="{7AF91B96-DA69-42D6-83DE-0E63677A4C47}">
      <dgm:prSet/>
      <dgm:spPr/>
      <dgm:t>
        <a:bodyPr/>
        <a:lstStyle/>
        <a:p>
          <a:endParaRPr lang="en-US"/>
        </a:p>
      </dgm:t>
    </dgm:pt>
    <dgm:pt modelId="{F04E3063-747B-4761-B46E-8C06B2EF3C55}" type="sibTrans" cxnId="{7AF91B96-DA69-42D6-83DE-0E63677A4C47}">
      <dgm:prSet/>
      <dgm:spPr/>
      <dgm:t>
        <a:bodyPr/>
        <a:lstStyle/>
        <a:p>
          <a:endParaRPr lang="en-US"/>
        </a:p>
      </dgm:t>
    </dgm:pt>
    <dgm:pt modelId="{451C47E3-4178-4272-9BF3-2C12721E95CF}" type="pres">
      <dgm:prSet presAssocID="{B9C32B05-62EA-407A-B21C-2310C7945705}" presName="Name0" presStyleCnt="0">
        <dgm:presLayoutVars>
          <dgm:dir/>
          <dgm:resizeHandles val="exact"/>
        </dgm:presLayoutVars>
      </dgm:prSet>
      <dgm:spPr/>
    </dgm:pt>
    <dgm:pt modelId="{3088ABED-8911-4075-88F2-200D5E51D926}" type="pres">
      <dgm:prSet presAssocID="{B9C32B05-62EA-407A-B21C-2310C7945705}" presName="vNodes" presStyleCnt="0"/>
      <dgm:spPr/>
    </dgm:pt>
    <dgm:pt modelId="{360A842D-0DF6-4F7F-B5CF-4AB3633A1D67}" type="pres">
      <dgm:prSet presAssocID="{42D71409-67F9-455C-8C6D-716D284AAA6B}" presName="node" presStyleLbl="node1" presStyleIdx="0" presStyleCnt="4">
        <dgm:presLayoutVars>
          <dgm:bulletEnabled val="1"/>
        </dgm:presLayoutVars>
      </dgm:prSet>
      <dgm:spPr/>
    </dgm:pt>
    <dgm:pt modelId="{95A4019B-4B62-4ECF-959C-98C4247794AA}" type="pres">
      <dgm:prSet presAssocID="{478B7D3C-9FB4-4BC6-90AC-49960560DECD}" presName="spacerT" presStyleCnt="0"/>
      <dgm:spPr/>
    </dgm:pt>
    <dgm:pt modelId="{38D17EDE-C8C4-4801-8CE4-BB89065DD391}" type="pres">
      <dgm:prSet presAssocID="{478B7D3C-9FB4-4BC6-90AC-49960560DECD}" presName="sibTrans" presStyleLbl="sibTrans2D1" presStyleIdx="0" presStyleCnt="3"/>
      <dgm:spPr/>
    </dgm:pt>
    <dgm:pt modelId="{BCFB44E4-B304-40AF-8D71-135C51A3FD9E}" type="pres">
      <dgm:prSet presAssocID="{478B7D3C-9FB4-4BC6-90AC-49960560DECD}" presName="spacerB" presStyleCnt="0"/>
      <dgm:spPr/>
    </dgm:pt>
    <dgm:pt modelId="{EAA43BC8-C9C3-4E25-A6AC-B28B9DDC9754}" type="pres">
      <dgm:prSet presAssocID="{F66099B6-DBBD-4AB0-82D2-877B80F846F7}" presName="node" presStyleLbl="node1" presStyleIdx="1" presStyleCnt="4">
        <dgm:presLayoutVars>
          <dgm:bulletEnabled val="1"/>
        </dgm:presLayoutVars>
      </dgm:prSet>
      <dgm:spPr/>
    </dgm:pt>
    <dgm:pt modelId="{11F96DF2-C933-4908-84D0-1FA3FE4B634D}" type="pres">
      <dgm:prSet presAssocID="{BC531B32-9B0E-482E-BF91-65C61F17168D}" presName="spacerT" presStyleCnt="0"/>
      <dgm:spPr/>
    </dgm:pt>
    <dgm:pt modelId="{1B233930-EFAA-4C98-A5F5-ED023DEEA6DA}" type="pres">
      <dgm:prSet presAssocID="{BC531B32-9B0E-482E-BF91-65C61F17168D}" presName="sibTrans" presStyleLbl="sibTrans2D1" presStyleIdx="1" presStyleCnt="3"/>
      <dgm:spPr/>
    </dgm:pt>
    <dgm:pt modelId="{59F858F5-0D86-4D61-8F8E-F647BD9CAEBF}" type="pres">
      <dgm:prSet presAssocID="{BC531B32-9B0E-482E-BF91-65C61F17168D}" presName="spacerB" presStyleCnt="0"/>
      <dgm:spPr/>
    </dgm:pt>
    <dgm:pt modelId="{E2D58D02-8FE8-4D4D-9668-7EE49AB080C3}" type="pres">
      <dgm:prSet presAssocID="{EE62A4F6-4AC4-435B-990E-81A71CE8CAC7}" presName="node" presStyleLbl="node1" presStyleIdx="2" presStyleCnt="4">
        <dgm:presLayoutVars>
          <dgm:bulletEnabled val="1"/>
        </dgm:presLayoutVars>
      </dgm:prSet>
      <dgm:spPr/>
    </dgm:pt>
    <dgm:pt modelId="{8FF7A18E-8BEB-472E-8E8C-55769035662E}" type="pres">
      <dgm:prSet presAssocID="{B9C32B05-62EA-407A-B21C-2310C7945705}" presName="sibTransLast" presStyleLbl="sibTrans2D1" presStyleIdx="2" presStyleCnt="3"/>
      <dgm:spPr/>
    </dgm:pt>
    <dgm:pt modelId="{5EEEE518-5A24-4A18-AF96-EA75E9C453E6}" type="pres">
      <dgm:prSet presAssocID="{B9C32B05-62EA-407A-B21C-2310C7945705}" presName="connectorText" presStyleLbl="sibTrans2D1" presStyleIdx="2" presStyleCnt="3"/>
      <dgm:spPr/>
    </dgm:pt>
    <dgm:pt modelId="{00D9D99B-3429-4518-80E2-A79472CC309F}" type="pres">
      <dgm:prSet presAssocID="{B9C32B05-62EA-407A-B21C-2310C7945705}" presName="lastNode" presStyleLbl="node1" presStyleIdx="3" presStyleCnt="4">
        <dgm:presLayoutVars>
          <dgm:bulletEnabled val="1"/>
        </dgm:presLayoutVars>
      </dgm:prSet>
      <dgm:spPr/>
    </dgm:pt>
  </dgm:ptLst>
  <dgm:cxnLst>
    <dgm:cxn modelId="{8A0E490F-1BFB-4010-8319-9C8365E7CCB1}" type="presOf" srcId="{EE62A4F6-4AC4-435B-990E-81A71CE8CAC7}" destId="{E2D58D02-8FE8-4D4D-9668-7EE49AB080C3}" srcOrd="0" destOrd="0" presId="urn:microsoft.com/office/officeart/2005/8/layout/equation2"/>
    <dgm:cxn modelId="{2AA9C11F-1F1D-428E-801A-47EAA766C99D}" srcId="{B9C32B05-62EA-407A-B21C-2310C7945705}" destId="{42D71409-67F9-455C-8C6D-716D284AAA6B}" srcOrd="0" destOrd="0" parTransId="{51680ED1-AF6E-4B28-AE94-92B0EFB0DF7D}" sibTransId="{478B7D3C-9FB4-4BC6-90AC-49960560DECD}"/>
    <dgm:cxn modelId="{A6705A2A-D86D-45C1-8C47-7F41926225F1}" type="presOf" srcId="{BE788BF5-FE9F-4C7D-A1CD-9232D7860179}" destId="{EAA43BC8-C9C3-4E25-A6AC-B28B9DDC9754}" srcOrd="0" destOrd="2" presId="urn:microsoft.com/office/officeart/2005/8/layout/equation2"/>
    <dgm:cxn modelId="{B4F3EA32-CE64-4A92-9BAE-BC57E5392B05}" srcId="{B9C32B05-62EA-407A-B21C-2310C7945705}" destId="{F66099B6-DBBD-4AB0-82D2-877B80F846F7}" srcOrd="1" destOrd="0" parTransId="{B09C8BFB-F41C-4AC4-AB94-F216E3081C2D}" sibTransId="{BC531B32-9B0E-482E-BF91-65C61F17168D}"/>
    <dgm:cxn modelId="{35013F34-57BC-4E3C-A003-07C0E49926DB}" srcId="{F66099B6-DBBD-4AB0-82D2-877B80F846F7}" destId="{BE788BF5-FE9F-4C7D-A1CD-9232D7860179}" srcOrd="1" destOrd="0" parTransId="{963A52CB-C772-45F2-8A30-8ABA6B14D3CE}" sibTransId="{88191C5E-55BA-42F2-B842-FC86CBBADC0F}"/>
    <dgm:cxn modelId="{50A5243A-123C-4A9F-9D9B-EC3AB4991377}" type="presOf" srcId="{6CF284C3-4A70-4432-8F33-E75A802B3330}" destId="{EAA43BC8-C9C3-4E25-A6AC-B28B9DDC9754}" srcOrd="0" destOrd="1" presId="urn:microsoft.com/office/officeart/2005/8/layout/equation2"/>
    <dgm:cxn modelId="{1B47493B-E9C0-4BF3-BA0F-462FA1A97970}" type="presOf" srcId="{8EA7219F-BDB2-48EB-9EEB-3133522D132E}" destId="{360A842D-0DF6-4F7F-B5CF-4AB3633A1D67}" srcOrd="0" destOrd="1" presId="urn:microsoft.com/office/officeart/2005/8/layout/equation2"/>
    <dgm:cxn modelId="{03374B45-116E-4B9C-82A9-D9DF9D5E4E91}" type="presOf" srcId="{42D71409-67F9-455C-8C6D-716D284AAA6B}" destId="{360A842D-0DF6-4F7F-B5CF-4AB3633A1D67}" srcOrd="0" destOrd="0" presId="urn:microsoft.com/office/officeart/2005/8/layout/equation2"/>
    <dgm:cxn modelId="{F7906755-E5E5-4C0F-9205-5E3FFE84ECCD}" type="presOf" srcId="{478B7D3C-9FB4-4BC6-90AC-49960560DECD}" destId="{38D17EDE-C8C4-4801-8CE4-BB89065DD391}" srcOrd="0" destOrd="0" presId="urn:microsoft.com/office/officeart/2005/8/layout/equation2"/>
    <dgm:cxn modelId="{F4491377-2E2F-448C-90D5-CD4A8B6F503F}" type="presOf" srcId="{9ADACFBF-2A78-45C9-A7C4-5E5DBC674760}" destId="{00D9D99B-3429-4518-80E2-A79472CC309F}" srcOrd="0" destOrd="1" presId="urn:microsoft.com/office/officeart/2005/8/layout/equation2"/>
    <dgm:cxn modelId="{7F96AC57-2F84-4E8C-AA92-E82865EE63FE}" srcId="{EE62A4F6-4AC4-435B-990E-81A71CE8CAC7}" destId="{386C2B6D-2EE1-4682-AE61-EE246CD54E31}" srcOrd="1" destOrd="0" parTransId="{649D72FB-0D8F-479C-87D1-C73133EF35E2}" sibTransId="{E1C9E6F1-2ED2-4DD8-9B78-28FC1AF5D352}"/>
    <dgm:cxn modelId="{17720B79-32A4-4F59-91D3-BDEA3DE7982A}" type="presOf" srcId="{F66099B6-DBBD-4AB0-82D2-877B80F846F7}" destId="{EAA43BC8-C9C3-4E25-A6AC-B28B9DDC9754}" srcOrd="0" destOrd="0" presId="urn:microsoft.com/office/officeart/2005/8/layout/equation2"/>
    <dgm:cxn modelId="{2B98897D-9937-49AC-9FE9-6629E912033A}" srcId="{2A22E84C-3AA3-4E9C-AE5F-9C2FB0D7FB11}" destId="{9ADACFBF-2A78-45C9-A7C4-5E5DBC674760}" srcOrd="0" destOrd="0" parTransId="{E121796C-71AB-4354-A1D4-3BF0025298A5}" sibTransId="{F3FE7E5A-DC73-423B-998C-02943CF263BF}"/>
    <dgm:cxn modelId="{2DC24386-BC50-4BAB-8571-16CB10C2603C}" srcId="{F66099B6-DBBD-4AB0-82D2-877B80F846F7}" destId="{6CF284C3-4A70-4432-8F33-E75A802B3330}" srcOrd="0" destOrd="0" parTransId="{044831E6-2FC9-4DDA-81FB-5FA418568D07}" sibTransId="{CD50B82D-84BB-4747-B282-ABB339EBA294}"/>
    <dgm:cxn modelId="{213E6C8D-867C-45F5-BD38-0A7B091097E7}" type="presOf" srcId="{6C39594C-4AE1-4221-9751-E4FBA9469435}" destId="{00D9D99B-3429-4518-80E2-A79472CC309F}" srcOrd="0" destOrd="2" presId="urn:microsoft.com/office/officeart/2005/8/layout/equation2"/>
    <dgm:cxn modelId="{C99CE395-39F6-46B4-938C-9BF085685D1A}" srcId="{EE62A4F6-4AC4-435B-990E-81A71CE8CAC7}" destId="{3CE06941-9820-4827-8B16-CD80CC49F780}" srcOrd="0" destOrd="0" parTransId="{141A3C92-8966-4E2F-82E4-2E09E22674B2}" sibTransId="{F58FC55B-E61F-445C-956E-0BB2202254CA}"/>
    <dgm:cxn modelId="{7AF91B96-DA69-42D6-83DE-0E63677A4C47}" srcId="{2A22E84C-3AA3-4E9C-AE5F-9C2FB0D7FB11}" destId="{6C39594C-4AE1-4221-9751-E4FBA9469435}" srcOrd="1" destOrd="0" parTransId="{EA90E5E0-265B-4677-A3EF-FCD0DFDF4F41}" sibTransId="{F04E3063-747B-4761-B46E-8C06B2EF3C55}"/>
    <dgm:cxn modelId="{BCCA799F-E662-40E5-BBA1-0E16B25738C3}" type="presOf" srcId="{389F9A93-0231-4877-8C41-5D5B8DD7AAC0}" destId="{8FF7A18E-8BEB-472E-8E8C-55769035662E}" srcOrd="0" destOrd="0" presId="urn:microsoft.com/office/officeart/2005/8/layout/equation2"/>
    <dgm:cxn modelId="{3A2CECA6-0C5B-46BB-B7C6-7D37E9D210BD}" srcId="{B9C32B05-62EA-407A-B21C-2310C7945705}" destId="{EE62A4F6-4AC4-435B-990E-81A71CE8CAC7}" srcOrd="2" destOrd="0" parTransId="{F287B947-7343-4FA2-B288-B23A59FFAE31}" sibTransId="{389F9A93-0231-4877-8C41-5D5B8DD7AAC0}"/>
    <dgm:cxn modelId="{383A70A8-A99F-4416-8CE9-B9F4AE308606}" type="presOf" srcId="{3AF880A5-0F00-4315-A5DF-1FE656798601}" destId="{360A842D-0DF6-4F7F-B5CF-4AB3633A1D67}" srcOrd="0" destOrd="2" presId="urn:microsoft.com/office/officeart/2005/8/layout/equation2"/>
    <dgm:cxn modelId="{AC4081B9-B045-401A-B052-45BCC5E320C3}" type="presOf" srcId="{2A22E84C-3AA3-4E9C-AE5F-9C2FB0D7FB11}" destId="{00D9D99B-3429-4518-80E2-A79472CC309F}" srcOrd="0" destOrd="0" presId="urn:microsoft.com/office/officeart/2005/8/layout/equation2"/>
    <dgm:cxn modelId="{14D887BC-6D69-474C-A670-2253AA1E8A3F}" type="presOf" srcId="{BC531B32-9B0E-482E-BF91-65C61F17168D}" destId="{1B233930-EFAA-4C98-A5F5-ED023DEEA6DA}" srcOrd="0" destOrd="0" presId="urn:microsoft.com/office/officeart/2005/8/layout/equation2"/>
    <dgm:cxn modelId="{25E95DC4-1128-4EEE-AC75-5BFB14E5C6B1}" type="presOf" srcId="{389F9A93-0231-4877-8C41-5D5B8DD7AAC0}" destId="{5EEEE518-5A24-4A18-AF96-EA75E9C453E6}" srcOrd="1" destOrd="0" presId="urn:microsoft.com/office/officeart/2005/8/layout/equation2"/>
    <dgm:cxn modelId="{EC7014C7-FC69-4EC6-BF36-9ABCAE64F50F}" type="presOf" srcId="{3CE06941-9820-4827-8B16-CD80CC49F780}" destId="{E2D58D02-8FE8-4D4D-9668-7EE49AB080C3}" srcOrd="0" destOrd="1" presId="urn:microsoft.com/office/officeart/2005/8/layout/equation2"/>
    <dgm:cxn modelId="{24F8CBE2-5003-4E69-A772-6B98F2B05181}" srcId="{42D71409-67F9-455C-8C6D-716D284AAA6B}" destId="{3AF880A5-0F00-4315-A5DF-1FE656798601}" srcOrd="1" destOrd="0" parTransId="{A13BB1F9-5857-4B43-8BF5-6589AA2CB759}" sibTransId="{C198C41D-2640-4669-83ED-E0CD35701C8E}"/>
    <dgm:cxn modelId="{BEB859E7-C343-408E-86A1-667C27EE5761}" srcId="{B9C32B05-62EA-407A-B21C-2310C7945705}" destId="{2A22E84C-3AA3-4E9C-AE5F-9C2FB0D7FB11}" srcOrd="3" destOrd="0" parTransId="{6C025E55-DF42-4C5D-AFD5-6015FA053D46}" sibTransId="{744EA591-F199-49C2-B63A-82709D96C729}"/>
    <dgm:cxn modelId="{58AD7EEF-D408-406B-87EE-4691D4C30668}" srcId="{42D71409-67F9-455C-8C6D-716D284AAA6B}" destId="{8EA7219F-BDB2-48EB-9EEB-3133522D132E}" srcOrd="0" destOrd="0" parTransId="{3EE8403A-CB7C-4815-85BD-AEBCAEB71B37}" sibTransId="{C94B7947-85DC-4B21-BB99-DF8438356F98}"/>
    <dgm:cxn modelId="{463F9BF3-9BB1-4FF3-9284-B8130ED15B6F}" type="presOf" srcId="{B9C32B05-62EA-407A-B21C-2310C7945705}" destId="{451C47E3-4178-4272-9BF3-2C12721E95CF}" srcOrd="0" destOrd="0" presId="urn:microsoft.com/office/officeart/2005/8/layout/equation2"/>
    <dgm:cxn modelId="{79A6FCF8-F51C-4203-8FCA-654E55CE1FCA}" type="presOf" srcId="{386C2B6D-2EE1-4682-AE61-EE246CD54E31}" destId="{E2D58D02-8FE8-4D4D-9668-7EE49AB080C3}" srcOrd="0" destOrd="2" presId="urn:microsoft.com/office/officeart/2005/8/layout/equation2"/>
    <dgm:cxn modelId="{DF882DEB-0404-49C8-9E30-85525C86206A}" type="presParOf" srcId="{451C47E3-4178-4272-9BF3-2C12721E95CF}" destId="{3088ABED-8911-4075-88F2-200D5E51D926}" srcOrd="0" destOrd="0" presId="urn:microsoft.com/office/officeart/2005/8/layout/equation2"/>
    <dgm:cxn modelId="{107DE064-E2D1-4ACD-9F2F-9F9C8975B0A1}" type="presParOf" srcId="{3088ABED-8911-4075-88F2-200D5E51D926}" destId="{360A842D-0DF6-4F7F-B5CF-4AB3633A1D67}" srcOrd="0" destOrd="0" presId="urn:microsoft.com/office/officeart/2005/8/layout/equation2"/>
    <dgm:cxn modelId="{06CB3CEF-C1DD-4050-8BF1-0E6030832C00}" type="presParOf" srcId="{3088ABED-8911-4075-88F2-200D5E51D926}" destId="{95A4019B-4B62-4ECF-959C-98C4247794AA}" srcOrd="1" destOrd="0" presId="urn:microsoft.com/office/officeart/2005/8/layout/equation2"/>
    <dgm:cxn modelId="{3A45B859-6373-4AAA-9AFA-60E83F36F4E1}" type="presParOf" srcId="{3088ABED-8911-4075-88F2-200D5E51D926}" destId="{38D17EDE-C8C4-4801-8CE4-BB89065DD391}" srcOrd="2" destOrd="0" presId="urn:microsoft.com/office/officeart/2005/8/layout/equation2"/>
    <dgm:cxn modelId="{E4B3B4B6-6B8F-4E8D-A57C-68610DD928DD}" type="presParOf" srcId="{3088ABED-8911-4075-88F2-200D5E51D926}" destId="{BCFB44E4-B304-40AF-8D71-135C51A3FD9E}" srcOrd="3" destOrd="0" presId="urn:microsoft.com/office/officeart/2005/8/layout/equation2"/>
    <dgm:cxn modelId="{8C75681D-BB6E-4634-BD42-B1D4BD05FFCC}" type="presParOf" srcId="{3088ABED-8911-4075-88F2-200D5E51D926}" destId="{EAA43BC8-C9C3-4E25-A6AC-B28B9DDC9754}" srcOrd="4" destOrd="0" presId="urn:microsoft.com/office/officeart/2005/8/layout/equation2"/>
    <dgm:cxn modelId="{EE8AE8A0-7EC8-452B-A779-4BA6D975E020}" type="presParOf" srcId="{3088ABED-8911-4075-88F2-200D5E51D926}" destId="{11F96DF2-C933-4908-84D0-1FA3FE4B634D}" srcOrd="5" destOrd="0" presId="urn:microsoft.com/office/officeart/2005/8/layout/equation2"/>
    <dgm:cxn modelId="{6C7A7564-D5EA-4C61-B8DA-97A357CA9AD2}" type="presParOf" srcId="{3088ABED-8911-4075-88F2-200D5E51D926}" destId="{1B233930-EFAA-4C98-A5F5-ED023DEEA6DA}" srcOrd="6" destOrd="0" presId="urn:microsoft.com/office/officeart/2005/8/layout/equation2"/>
    <dgm:cxn modelId="{A7C75876-9024-43BF-804E-0DEF632F9F64}" type="presParOf" srcId="{3088ABED-8911-4075-88F2-200D5E51D926}" destId="{59F858F5-0D86-4D61-8F8E-F647BD9CAEBF}" srcOrd="7" destOrd="0" presId="urn:microsoft.com/office/officeart/2005/8/layout/equation2"/>
    <dgm:cxn modelId="{056FCE42-B92C-469C-8DCA-1C6A3C93648D}" type="presParOf" srcId="{3088ABED-8911-4075-88F2-200D5E51D926}" destId="{E2D58D02-8FE8-4D4D-9668-7EE49AB080C3}" srcOrd="8" destOrd="0" presId="urn:microsoft.com/office/officeart/2005/8/layout/equation2"/>
    <dgm:cxn modelId="{80F15C0D-50FE-4B12-BA04-271359172E44}" type="presParOf" srcId="{451C47E3-4178-4272-9BF3-2C12721E95CF}" destId="{8FF7A18E-8BEB-472E-8E8C-55769035662E}" srcOrd="1" destOrd="0" presId="urn:microsoft.com/office/officeart/2005/8/layout/equation2"/>
    <dgm:cxn modelId="{1E16C289-5EF5-4731-A1F7-6E39F5010017}" type="presParOf" srcId="{8FF7A18E-8BEB-472E-8E8C-55769035662E}" destId="{5EEEE518-5A24-4A18-AF96-EA75E9C453E6}" srcOrd="0" destOrd="0" presId="urn:microsoft.com/office/officeart/2005/8/layout/equation2"/>
    <dgm:cxn modelId="{DD4175B1-CE04-40C5-A7E6-A812B91AF255}" type="presParOf" srcId="{451C47E3-4178-4272-9BF3-2C12721E95CF}" destId="{00D9D99B-3429-4518-80E2-A79472CC309F}" srcOrd="2" destOrd="0" presId="urn:microsoft.com/office/officeart/2005/8/layout/equation2"/>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82.xml><?xml version="1.0" encoding="utf-8"?>
<dgm:dataModel xmlns:dgm="http://schemas.openxmlformats.org/drawingml/2006/diagram" xmlns:a="http://schemas.openxmlformats.org/drawingml/2006/main">
  <dgm:ptLst>
    <dgm:pt modelId="{B9C32B05-62EA-407A-B21C-2310C7945705}" type="doc">
      <dgm:prSet loTypeId="urn:microsoft.com/office/officeart/2005/8/layout/arrow6" loCatId="process" qsTypeId="urn:microsoft.com/office/officeart/2005/8/quickstyle/simple4" qsCatId="simple" csTypeId="urn:microsoft.com/office/officeart/2005/8/colors/colorful5" csCatId="colorful" phldr="1"/>
      <dgm:spPr/>
      <dgm:t>
        <a:bodyPr/>
        <a:lstStyle/>
        <a:p>
          <a:endParaRPr lang="en-US"/>
        </a:p>
      </dgm:t>
    </dgm:pt>
    <dgm:pt modelId="{42D71409-67F9-455C-8C6D-716D284AAA6B}">
      <dgm:prSet phldrT="[Text]"/>
      <dgm:spPr/>
      <dgm:t>
        <a:bodyPr/>
        <a:lstStyle/>
        <a:p>
          <a:r>
            <a:rPr lang="en-US" b="1"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F66099B6-DBBD-4AB0-82D2-877B80F846F7}">
      <dgm:prSet phldrT="[Text]"/>
      <dgm:spPr/>
      <dgm:t>
        <a:bodyPr/>
        <a:lstStyle/>
        <a:p>
          <a:r>
            <a:rPr lang="en-US" b="1" dirty="0"/>
            <a:t>Lorem Ipsum</a:t>
          </a:r>
        </a:p>
      </dgm:t>
    </dgm:pt>
    <dgm:pt modelId="{B09C8BFB-F41C-4AC4-AB94-F216E3081C2D}" type="parTrans" cxnId="{B4F3EA32-CE64-4A92-9BAE-BC57E5392B05}">
      <dgm:prSet/>
      <dgm:spPr/>
      <dgm:t>
        <a:bodyPr/>
        <a:lstStyle/>
        <a:p>
          <a:endParaRPr lang="en-US"/>
        </a:p>
      </dgm:t>
    </dgm:pt>
    <dgm:pt modelId="{BC531B32-9B0E-482E-BF91-65C61F17168D}" type="sibTrans" cxnId="{B4F3EA32-CE64-4A92-9BAE-BC57E5392B05}">
      <dgm:prSet/>
      <dgm:spPr/>
      <dgm:t>
        <a:bodyPr/>
        <a:lstStyle/>
        <a:p>
          <a:endParaRPr lang="en-US"/>
        </a:p>
      </dgm:t>
    </dgm:pt>
    <dgm:pt modelId="{6CF284C3-4A70-4432-8F33-E75A802B3330}">
      <dgm:prSet/>
      <dgm:spPr/>
      <dgm:t>
        <a:bodyPr/>
        <a:lstStyle/>
        <a:p>
          <a:r>
            <a:rPr lang="en-US" dirty="0"/>
            <a:t>Some text here</a:t>
          </a:r>
        </a:p>
      </dgm:t>
    </dgm:pt>
    <dgm:pt modelId="{044831E6-2FC9-4DDA-81FB-5FA418568D07}" type="parTrans" cxnId="{2DC24386-BC50-4BAB-8571-16CB10C2603C}">
      <dgm:prSet/>
      <dgm:spPr/>
      <dgm:t>
        <a:bodyPr/>
        <a:lstStyle/>
        <a:p>
          <a:endParaRPr lang="en-US"/>
        </a:p>
      </dgm:t>
    </dgm:pt>
    <dgm:pt modelId="{CD50B82D-84BB-4747-B282-ABB339EBA294}" type="sibTrans" cxnId="{2DC24386-BC50-4BAB-8571-16CB10C2603C}">
      <dgm:prSet/>
      <dgm:spPr/>
      <dgm:t>
        <a:bodyPr/>
        <a:lstStyle/>
        <a:p>
          <a:endParaRPr lang="en-US"/>
        </a:p>
      </dgm:t>
    </dgm:pt>
    <dgm:pt modelId="{3AF880A5-0F00-4315-A5DF-1FE656798601}">
      <dgm:prSet phldrT="[Text]"/>
      <dgm:spPr/>
      <dgm:t>
        <a:bodyPr/>
        <a:lstStyle/>
        <a:p>
          <a:r>
            <a:rPr lang="en-US" dirty="0"/>
            <a:t>Some text here</a:t>
          </a:r>
        </a:p>
      </dgm:t>
    </dgm:pt>
    <dgm:pt modelId="{A13BB1F9-5857-4B43-8BF5-6589AA2CB759}" type="parTrans" cxnId="{24F8CBE2-5003-4E69-A772-6B98F2B05181}">
      <dgm:prSet/>
      <dgm:spPr/>
      <dgm:t>
        <a:bodyPr/>
        <a:lstStyle/>
        <a:p>
          <a:endParaRPr lang="en-US"/>
        </a:p>
      </dgm:t>
    </dgm:pt>
    <dgm:pt modelId="{C198C41D-2640-4669-83ED-E0CD35701C8E}" type="sibTrans" cxnId="{24F8CBE2-5003-4E69-A772-6B98F2B05181}">
      <dgm:prSet/>
      <dgm:spPr/>
      <dgm:t>
        <a:bodyPr/>
        <a:lstStyle/>
        <a:p>
          <a:endParaRPr lang="en-US"/>
        </a:p>
      </dgm:t>
    </dgm:pt>
    <dgm:pt modelId="{8EA7219F-BDB2-48EB-9EEB-3133522D132E}">
      <dgm:prSet phldrT="[Text]"/>
      <dgm:spPr/>
      <dgm:t>
        <a:bodyPr/>
        <a:lstStyle/>
        <a:p>
          <a:r>
            <a:rPr lang="en-US" dirty="0"/>
            <a:t>Some text here</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BE788BF5-FE9F-4C7D-A1CD-9232D7860179}">
      <dgm:prSet phldrT="[Text]"/>
      <dgm:spPr/>
      <dgm:t>
        <a:bodyPr/>
        <a:lstStyle/>
        <a:p>
          <a:r>
            <a:rPr lang="en-US" dirty="0"/>
            <a:t>Some </a:t>
          </a:r>
          <a:r>
            <a:rPr lang="en-US"/>
            <a:t>text here</a:t>
          </a:r>
          <a:endParaRPr lang="en-US" dirty="0"/>
        </a:p>
      </dgm:t>
    </dgm:pt>
    <dgm:pt modelId="{963A52CB-C772-45F2-8A30-8ABA6B14D3CE}" type="parTrans" cxnId="{35013F34-57BC-4E3C-A003-07C0E49926DB}">
      <dgm:prSet/>
      <dgm:spPr/>
      <dgm:t>
        <a:bodyPr/>
        <a:lstStyle/>
        <a:p>
          <a:endParaRPr lang="en-US"/>
        </a:p>
      </dgm:t>
    </dgm:pt>
    <dgm:pt modelId="{88191C5E-55BA-42F2-B842-FC86CBBADC0F}" type="sibTrans" cxnId="{35013F34-57BC-4E3C-A003-07C0E49926DB}">
      <dgm:prSet/>
      <dgm:spPr/>
      <dgm:t>
        <a:bodyPr/>
        <a:lstStyle/>
        <a:p>
          <a:endParaRPr lang="en-US"/>
        </a:p>
      </dgm:t>
    </dgm:pt>
    <dgm:pt modelId="{FC86D81E-F05E-405E-8478-EF366E8FF705}">
      <dgm:prSet phldrT="[Text]"/>
      <dgm:spPr/>
      <dgm:t>
        <a:bodyPr/>
        <a:lstStyle/>
        <a:p>
          <a:r>
            <a:rPr lang="en-US"/>
            <a:t>Some text here</a:t>
          </a:r>
          <a:endParaRPr lang="en-US" dirty="0"/>
        </a:p>
      </dgm:t>
    </dgm:pt>
    <dgm:pt modelId="{AC9711B0-1404-4470-938C-0BE96CF5A968}" type="parTrans" cxnId="{2ED43931-5FB8-424A-AAD5-AEAC1060FC76}">
      <dgm:prSet/>
      <dgm:spPr/>
      <dgm:t>
        <a:bodyPr/>
        <a:lstStyle/>
        <a:p>
          <a:endParaRPr lang="en-US"/>
        </a:p>
      </dgm:t>
    </dgm:pt>
    <dgm:pt modelId="{BD28F213-AB63-4D8C-BD20-FB83DC87A809}" type="sibTrans" cxnId="{2ED43931-5FB8-424A-AAD5-AEAC1060FC76}">
      <dgm:prSet/>
      <dgm:spPr/>
      <dgm:t>
        <a:bodyPr/>
        <a:lstStyle/>
        <a:p>
          <a:endParaRPr lang="en-US"/>
        </a:p>
      </dgm:t>
    </dgm:pt>
    <dgm:pt modelId="{8A108417-00D8-4092-A209-14B5FBC9A93D}" type="pres">
      <dgm:prSet presAssocID="{B9C32B05-62EA-407A-B21C-2310C7945705}" presName="compositeShape" presStyleCnt="0">
        <dgm:presLayoutVars>
          <dgm:chMax val="2"/>
          <dgm:dir/>
          <dgm:resizeHandles val="exact"/>
        </dgm:presLayoutVars>
      </dgm:prSet>
      <dgm:spPr/>
    </dgm:pt>
    <dgm:pt modelId="{D93B8F27-1012-4983-BE7C-2ECA5362F568}" type="pres">
      <dgm:prSet presAssocID="{B9C32B05-62EA-407A-B21C-2310C7945705}" presName="ribbon" presStyleLbl="node1" presStyleIdx="0" presStyleCnt="1"/>
      <dgm:spPr/>
    </dgm:pt>
    <dgm:pt modelId="{2AA84120-BCD6-4576-8E67-5BE1511BCFD2}" type="pres">
      <dgm:prSet presAssocID="{B9C32B05-62EA-407A-B21C-2310C7945705}" presName="leftArrowText" presStyleLbl="node1" presStyleIdx="0" presStyleCnt="1">
        <dgm:presLayoutVars>
          <dgm:chMax val="0"/>
          <dgm:bulletEnabled val="1"/>
        </dgm:presLayoutVars>
      </dgm:prSet>
      <dgm:spPr/>
    </dgm:pt>
    <dgm:pt modelId="{9B900836-1A34-4AE3-BDC1-2252267DE734}" type="pres">
      <dgm:prSet presAssocID="{B9C32B05-62EA-407A-B21C-2310C7945705}" presName="rightArrowText" presStyleLbl="node1" presStyleIdx="0" presStyleCnt="1">
        <dgm:presLayoutVars>
          <dgm:chMax val="0"/>
          <dgm:bulletEnabled val="1"/>
        </dgm:presLayoutVars>
      </dgm:prSet>
      <dgm:spPr/>
    </dgm:pt>
  </dgm:ptLst>
  <dgm:cxnLst>
    <dgm:cxn modelId="{10B69405-A6F1-4455-8DED-ACF565464B40}" type="presOf" srcId="{F66099B6-DBBD-4AB0-82D2-877B80F846F7}" destId="{9B900836-1A34-4AE3-BDC1-2252267DE734}" srcOrd="0" destOrd="0" presId="urn:microsoft.com/office/officeart/2005/8/layout/arrow6"/>
    <dgm:cxn modelId="{C14D6B0A-B160-4906-95E3-2CAEB4C121B6}" type="presOf" srcId="{3AF880A5-0F00-4315-A5DF-1FE656798601}" destId="{2AA84120-BCD6-4576-8E67-5BE1511BCFD2}" srcOrd="0" destOrd="2" presId="urn:microsoft.com/office/officeart/2005/8/layout/arrow6"/>
    <dgm:cxn modelId="{2AA9C11F-1F1D-428E-801A-47EAA766C99D}" srcId="{B9C32B05-62EA-407A-B21C-2310C7945705}" destId="{42D71409-67F9-455C-8C6D-716D284AAA6B}" srcOrd="0" destOrd="0" parTransId="{51680ED1-AF6E-4B28-AE94-92B0EFB0DF7D}" sibTransId="{478B7D3C-9FB4-4BC6-90AC-49960560DECD}"/>
    <dgm:cxn modelId="{D8D83B2B-178A-4799-AA56-48BC6355E28C}" type="presOf" srcId="{6CF284C3-4A70-4432-8F33-E75A802B3330}" destId="{9B900836-1A34-4AE3-BDC1-2252267DE734}" srcOrd="0" destOrd="1" presId="urn:microsoft.com/office/officeart/2005/8/layout/arrow6"/>
    <dgm:cxn modelId="{2ED43931-5FB8-424A-AAD5-AEAC1060FC76}" srcId="{42D71409-67F9-455C-8C6D-716D284AAA6B}" destId="{FC86D81E-F05E-405E-8478-EF366E8FF705}" srcOrd="2" destOrd="0" parTransId="{AC9711B0-1404-4470-938C-0BE96CF5A968}" sibTransId="{BD28F213-AB63-4D8C-BD20-FB83DC87A809}"/>
    <dgm:cxn modelId="{B4F3EA32-CE64-4A92-9BAE-BC57E5392B05}" srcId="{B9C32B05-62EA-407A-B21C-2310C7945705}" destId="{F66099B6-DBBD-4AB0-82D2-877B80F846F7}" srcOrd="1" destOrd="0" parTransId="{B09C8BFB-F41C-4AC4-AB94-F216E3081C2D}" sibTransId="{BC531B32-9B0E-482E-BF91-65C61F17168D}"/>
    <dgm:cxn modelId="{35013F34-57BC-4E3C-A003-07C0E49926DB}" srcId="{F66099B6-DBBD-4AB0-82D2-877B80F846F7}" destId="{BE788BF5-FE9F-4C7D-A1CD-9232D7860179}" srcOrd="1" destOrd="0" parTransId="{963A52CB-C772-45F2-8A30-8ABA6B14D3CE}" sibTransId="{88191C5E-55BA-42F2-B842-FC86CBBADC0F}"/>
    <dgm:cxn modelId="{CB47776E-9426-4692-A31F-BC658866B3F4}" type="presOf" srcId="{42D71409-67F9-455C-8C6D-716D284AAA6B}" destId="{2AA84120-BCD6-4576-8E67-5BE1511BCFD2}" srcOrd="0" destOrd="0" presId="urn:microsoft.com/office/officeart/2005/8/layout/arrow6"/>
    <dgm:cxn modelId="{E1471259-7F50-464E-A80E-0B73466878B1}" type="presOf" srcId="{8EA7219F-BDB2-48EB-9EEB-3133522D132E}" destId="{2AA84120-BCD6-4576-8E67-5BE1511BCFD2}" srcOrd="0" destOrd="1" presId="urn:microsoft.com/office/officeart/2005/8/layout/arrow6"/>
    <dgm:cxn modelId="{2DC24386-BC50-4BAB-8571-16CB10C2603C}" srcId="{F66099B6-DBBD-4AB0-82D2-877B80F846F7}" destId="{6CF284C3-4A70-4432-8F33-E75A802B3330}" srcOrd="0" destOrd="0" parTransId="{044831E6-2FC9-4DDA-81FB-5FA418568D07}" sibTransId="{CD50B82D-84BB-4747-B282-ABB339EBA294}"/>
    <dgm:cxn modelId="{2FF17093-99D9-4804-B025-D12EEBF87D2F}" type="presOf" srcId="{FC86D81E-F05E-405E-8478-EF366E8FF705}" destId="{2AA84120-BCD6-4576-8E67-5BE1511BCFD2}" srcOrd="0" destOrd="3" presId="urn:microsoft.com/office/officeart/2005/8/layout/arrow6"/>
    <dgm:cxn modelId="{C6210FC2-4197-4409-AF6C-B94BA7D53EFA}" type="presOf" srcId="{BE788BF5-FE9F-4C7D-A1CD-9232D7860179}" destId="{9B900836-1A34-4AE3-BDC1-2252267DE734}" srcOrd="0" destOrd="2" presId="urn:microsoft.com/office/officeart/2005/8/layout/arrow6"/>
    <dgm:cxn modelId="{B841DDC6-FF6E-4D7E-8F26-4E0619F00138}" type="presOf" srcId="{B9C32B05-62EA-407A-B21C-2310C7945705}" destId="{8A108417-00D8-4092-A209-14B5FBC9A93D}" srcOrd="0" destOrd="0" presId="urn:microsoft.com/office/officeart/2005/8/layout/arrow6"/>
    <dgm:cxn modelId="{24F8CBE2-5003-4E69-A772-6B98F2B05181}" srcId="{42D71409-67F9-455C-8C6D-716D284AAA6B}" destId="{3AF880A5-0F00-4315-A5DF-1FE656798601}" srcOrd="1" destOrd="0" parTransId="{A13BB1F9-5857-4B43-8BF5-6589AA2CB759}" sibTransId="{C198C41D-2640-4669-83ED-E0CD35701C8E}"/>
    <dgm:cxn modelId="{58AD7EEF-D408-406B-87EE-4691D4C30668}" srcId="{42D71409-67F9-455C-8C6D-716D284AAA6B}" destId="{8EA7219F-BDB2-48EB-9EEB-3133522D132E}" srcOrd="0" destOrd="0" parTransId="{3EE8403A-CB7C-4815-85BD-AEBCAEB71B37}" sibTransId="{C94B7947-85DC-4B21-BB99-DF8438356F98}"/>
    <dgm:cxn modelId="{5CD11803-4F6C-4467-881D-7F4596A580C6}" type="presParOf" srcId="{8A108417-00D8-4092-A209-14B5FBC9A93D}" destId="{D93B8F27-1012-4983-BE7C-2ECA5362F568}" srcOrd="0" destOrd="0" presId="urn:microsoft.com/office/officeart/2005/8/layout/arrow6"/>
    <dgm:cxn modelId="{2D97BDCA-0E5D-49CE-A455-A3240DFFACEC}" type="presParOf" srcId="{8A108417-00D8-4092-A209-14B5FBC9A93D}" destId="{2AA84120-BCD6-4576-8E67-5BE1511BCFD2}" srcOrd="1" destOrd="0" presId="urn:microsoft.com/office/officeart/2005/8/layout/arrow6"/>
    <dgm:cxn modelId="{EB7A5BDA-12BF-472E-B589-8C4EC9BC1B49}" type="presParOf" srcId="{8A108417-00D8-4092-A209-14B5FBC9A93D}" destId="{9B900836-1A34-4AE3-BDC1-2252267DE734}" srcOrd="2" destOrd="0" presId="urn:microsoft.com/office/officeart/2005/8/layout/arrow6"/>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83.xml><?xml version="1.0" encoding="utf-8"?>
<dgm:dataModel xmlns:dgm="http://schemas.openxmlformats.org/drawingml/2006/diagram" xmlns:a="http://schemas.openxmlformats.org/drawingml/2006/main">
  <dgm:ptLst>
    <dgm:pt modelId="{B9C32B05-62EA-407A-B21C-2310C7945705}" type="doc">
      <dgm:prSet loTypeId="urn:microsoft.com/office/officeart/2005/8/layout/cycle2" loCatId="cycle"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F66099B6-DBBD-4AB0-82D2-877B80F846F7}">
      <dgm:prSet phldrT="[Text]"/>
      <dgm:spPr/>
      <dgm:t>
        <a:bodyPr/>
        <a:lstStyle/>
        <a:p>
          <a:r>
            <a:rPr lang="en-US" dirty="0"/>
            <a:t>Lorem Ipsum</a:t>
          </a:r>
        </a:p>
      </dgm:t>
    </dgm:pt>
    <dgm:pt modelId="{B09C8BFB-F41C-4AC4-AB94-F216E3081C2D}" type="parTrans" cxnId="{B4F3EA32-CE64-4A92-9BAE-BC57E5392B05}">
      <dgm:prSet/>
      <dgm:spPr/>
      <dgm:t>
        <a:bodyPr/>
        <a:lstStyle/>
        <a:p>
          <a:endParaRPr lang="en-US"/>
        </a:p>
      </dgm:t>
    </dgm:pt>
    <dgm:pt modelId="{BC531B32-9B0E-482E-BF91-65C61F17168D}" type="sibTrans" cxnId="{B4F3EA32-CE64-4A92-9BAE-BC57E5392B05}">
      <dgm:prSet/>
      <dgm:spPr/>
      <dgm:t>
        <a:bodyPr/>
        <a:lstStyle/>
        <a:p>
          <a:endParaRPr lang="en-US"/>
        </a:p>
      </dgm:t>
    </dgm:pt>
    <dgm:pt modelId="{EE62A4F6-4AC4-435B-990E-81A71CE8CAC7}">
      <dgm:prSet phldrT="[Text]"/>
      <dgm:spPr/>
      <dgm:t>
        <a:bodyPr/>
        <a:lstStyle/>
        <a:p>
          <a:r>
            <a:rPr lang="en-US" dirty="0"/>
            <a:t>Lorem Ipsum</a:t>
          </a:r>
        </a:p>
      </dgm:t>
    </dgm:pt>
    <dgm:pt modelId="{F287B947-7343-4FA2-B288-B23A59FFAE31}" type="parTrans" cxnId="{3A2CECA6-0C5B-46BB-B7C6-7D37E9D210BD}">
      <dgm:prSet/>
      <dgm:spPr/>
      <dgm:t>
        <a:bodyPr/>
        <a:lstStyle/>
        <a:p>
          <a:endParaRPr lang="en-US"/>
        </a:p>
      </dgm:t>
    </dgm:pt>
    <dgm:pt modelId="{389F9A93-0231-4877-8C41-5D5B8DD7AAC0}" type="sibTrans" cxnId="{3A2CECA6-0C5B-46BB-B7C6-7D37E9D210BD}">
      <dgm:prSet/>
      <dgm:spPr/>
      <dgm:t>
        <a:bodyPr/>
        <a:lstStyle/>
        <a:p>
          <a:endParaRPr lang="en-US"/>
        </a:p>
      </dgm:t>
    </dgm:pt>
    <dgm:pt modelId="{6CF284C3-4A70-4432-8F33-E75A802B3330}">
      <dgm:prSet/>
      <dgm:spPr/>
      <dgm:t>
        <a:bodyPr/>
        <a:lstStyle/>
        <a:p>
          <a:r>
            <a:rPr lang="en-US" dirty="0"/>
            <a:t>Some text here</a:t>
          </a:r>
        </a:p>
      </dgm:t>
    </dgm:pt>
    <dgm:pt modelId="{044831E6-2FC9-4DDA-81FB-5FA418568D07}" type="parTrans" cxnId="{2DC24386-BC50-4BAB-8571-16CB10C2603C}">
      <dgm:prSet/>
      <dgm:spPr/>
      <dgm:t>
        <a:bodyPr/>
        <a:lstStyle/>
        <a:p>
          <a:endParaRPr lang="en-US"/>
        </a:p>
      </dgm:t>
    </dgm:pt>
    <dgm:pt modelId="{CD50B82D-84BB-4747-B282-ABB339EBA294}" type="sibTrans" cxnId="{2DC24386-BC50-4BAB-8571-16CB10C2603C}">
      <dgm:prSet/>
      <dgm:spPr/>
      <dgm:t>
        <a:bodyPr/>
        <a:lstStyle/>
        <a:p>
          <a:endParaRPr lang="en-US"/>
        </a:p>
      </dgm:t>
    </dgm:pt>
    <dgm:pt modelId="{3AF880A5-0F00-4315-A5DF-1FE656798601}">
      <dgm:prSet phldrT="[Text]"/>
      <dgm:spPr/>
      <dgm:t>
        <a:bodyPr/>
        <a:lstStyle/>
        <a:p>
          <a:r>
            <a:rPr lang="en-US" dirty="0"/>
            <a:t>Some text here</a:t>
          </a:r>
        </a:p>
      </dgm:t>
    </dgm:pt>
    <dgm:pt modelId="{A13BB1F9-5857-4B43-8BF5-6589AA2CB759}" type="parTrans" cxnId="{24F8CBE2-5003-4E69-A772-6B98F2B05181}">
      <dgm:prSet/>
      <dgm:spPr/>
      <dgm:t>
        <a:bodyPr/>
        <a:lstStyle/>
        <a:p>
          <a:endParaRPr lang="en-US"/>
        </a:p>
      </dgm:t>
    </dgm:pt>
    <dgm:pt modelId="{C198C41D-2640-4669-83ED-E0CD35701C8E}" type="sibTrans" cxnId="{24F8CBE2-5003-4E69-A772-6B98F2B05181}">
      <dgm:prSet/>
      <dgm:spPr/>
      <dgm:t>
        <a:bodyPr/>
        <a:lstStyle/>
        <a:p>
          <a:endParaRPr lang="en-US"/>
        </a:p>
      </dgm:t>
    </dgm:pt>
    <dgm:pt modelId="{8EA7219F-BDB2-48EB-9EEB-3133522D132E}">
      <dgm:prSet phldrT="[Text]"/>
      <dgm:spPr/>
      <dgm:t>
        <a:bodyPr/>
        <a:lstStyle/>
        <a:p>
          <a:r>
            <a:rPr lang="en-US" dirty="0"/>
            <a:t>Some text here</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BE788BF5-FE9F-4C7D-A1CD-9232D7860179}">
      <dgm:prSet phldrT="[Text]"/>
      <dgm:spPr/>
      <dgm:t>
        <a:bodyPr/>
        <a:lstStyle/>
        <a:p>
          <a:r>
            <a:rPr lang="en-US"/>
            <a:t>Some text here</a:t>
          </a:r>
          <a:endParaRPr lang="en-US" dirty="0"/>
        </a:p>
      </dgm:t>
    </dgm:pt>
    <dgm:pt modelId="{963A52CB-C772-45F2-8A30-8ABA6B14D3CE}" type="parTrans" cxnId="{35013F34-57BC-4E3C-A003-07C0E49926DB}">
      <dgm:prSet/>
      <dgm:spPr/>
      <dgm:t>
        <a:bodyPr/>
        <a:lstStyle/>
        <a:p>
          <a:endParaRPr lang="en-US"/>
        </a:p>
      </dgm:t>
    </dgm:pt>
    <dgm:pt modelId="{88191C5E-55BA-42F2-B842-FC86CBBADC0F}" type="sibTrans" cxnId="{35013F34-57BC-4E3C-A003-07C0E49926DB}">
      <dgm:prSet/>
      <dgm:spPr/>
      <dgm:t>
        <a:bodyPr/>
        <a:lstStyle/>
        <a:p>
          <a:endParaRPr lang="en-US"/>
        </a:p>
      </dgm:t>
    </dgm:pt>
    <dgm:pt modelId="{3CE06941-9820-4827-8B16-CD80CC49F780}">
      <dgm:prSet phldrT="[Text]"/>
      <dgm:spPr/>
      <dgm:t>
        <a:bodyPr/>
        <a:lstStyle/>
        <a:p>
          <a:r>
            <a:rPr lang="en-US" dirty="0"/>
            <a:t>Some text here</a:t>
          </a:r>
        </a:p>
      </dgm:t>
    </dgm:pt>
    <dgm:pt modelId="{141A3C92-8966-4E2F-82E4-2E09E22674B2}" type="parTrans" cxnId="{C99CE395-39F6-46B4-938C-9BF085685D1A}">
      <dgm:prSet/>
      <dgm:spPr/>
      <dgm:t>
        <a:bodyPr/>
        <a:lstStyle/>
        <a:p>
          <a:endParaRPr lang="en-US"/>
        </a:p>
      </dgm:t>
    </dgm:pt>
    <dgm:pt modelId="{F58FC55B-E61F-445C-956E-0BB2202254CA}" type="sibTrans" cxnId="{C99CE395-39F6-46B4-938C-9BF085685D1A}">
      <dgm:prSet/>
      <dgm:spPr/>
      <dgm:t>
        <a:bodyPr/>
        <a:lstStyle/>
        <a:p>
          <a:endParaRPr lang="en-US"/>
        </a:p>
      </dgm:t>
    </dgm:pt>
    <dgm:pt modelId="{386C2B6D-2EE1-4682-AE61-EE246CD54E31}">
      <dgm:prSet phldrT="[Text]"/>
      <dgm:spPr/>
      <dgm:t>
        <a:bodyPr/>
        <a:lstStyle/>
        <a:p>
          <a:r>
            <a:rPr lang="en-US" dirty="0"/>
            <a:t>Some text here</a:t>
          </a:r>
        </a:p>
      </dgm:t>
    </dgm:pt>
    <dgm:pt modelId="{649D72FB-0D8F-479C-87D1-C73133EF35E2}" type="parTrans" cxnId="{7F96AC57-2F84-4E8C-AA92-E82865EE63FE}">
      <dgm:prSet/>
      <dgm:spPr/>
      <dgm:t>
        <a:bodyPr/>
        <a:lstStyle/>
        <a:p>
          <a:endParaRPr lang="en-US"/>
        </a:p>
      </dgm:t>
    </dgm:pt>
    <dgm:pt modelId="{E1C9E6F1-2ED2-4DD8-9B78-28FC1AF5D352}" type="sibTrans" cxnId="{7F96AC57-2F84-4E8C-AA92-E82865EE63FE}">
      <dgm:prSet/>
      <dgm:spPr/>
      <dgm:t>
        <a:bodyPr/>
        <a:lstStyle/>
        <a:p>
          <a:endParaRPr lang="en-US"/>
        </a:p>
      </dgm:t>
    </dgm:pt>
    <dgm:pt modelId="{2A22E84C-3AA3-4E9C-AE5F-9C2FB0D7FB11}">
      <dgm:prSet phldrT="[Text]"/>
      <dgm:spPr/>
      <dgm:t>
        <a:bodyPr/>
        <a:lstStyle/>
        <a:p>
          <a:r>
            <a:rPr lang="en-US" dirty="0"/>
            <a:t>Lorem Ipsum</a:t>
          </a:r>
        </a:p>
      </dgm:t>
    </dgm:pt>
    <dgm:pt modelId="{6C025E55-DF42-4C5D-AFD5-6015FA053D46}" type="parTrans" cxnId="{BEB859E7-C343-408E-86A1-667C27EE5761}">
      <dgm:prSet/>
      <dgm:spPr/>
      <dgm:t>
        <a:bodyPr/>
        <a:lstStyle/>
        <a:p>
          <a:endParaRPr lang="en-US"/>
        </a:p>
      </dgm:t>
    </dgm:pt>
    <dgm:pt modelId="{744EA591-F199-49C2-B63A-82709D96C729}" type="sibTrans" cxnId="{BEB859E7-C343-408E-86A1-667C27EE5761}">
      <dgm:prSet/>
      <dgm:spPr/>
      <dgm:t>
        <a:bodyPr/>
        <a:lstStyle/>
        <a:p>
          <a:endParaRPr lang="en-US"/>
        </a:p>
      </dgm:t>
    </dgm:pt>
    <dgm:pt modelId="{9ADACFBF-2A78-45C9-A7C4-5E5DBC674760}">
      <dgm:prSet phldrT="[Text]"/>
      <dgm:spPr/>
      <dgm:t>
        <a:bodyPr/>
        <a:lstStyle/>
        <a:p>
          <a:r>
            <a:rPr lang="en-US" dirty="0"/>
            <a:t>Some text here</a:t>
          </a:r>
        </a:p>
      </dgm:t>
    </dgm:pt>
    <dgm:pt modelId="{E121796C-71AB-4354-A1D4-3BF0025298A5}" type="parTrans" cxnId="{2B98897D-9937-49AC-9FE9-6629E912033A}">
      <dgm:prSet/>
      <dgm:spPr/>
      <dgm:t>
        <a:bodyPr/>
        <a:lstStyle/>
        <a:p>
          <a:endParaRPr lang="en-US"/>
        </a:p>
      </dgm:t>
    </dgm:pt>
    <dgm:pt modelId="{F3FE7E5A-DC73-423B-998C-02943CF263BF}" type="sibTrans" cxnId="{2B98897D-9937-49AC-9FE9-6629E912033A}">
      <dgm:prSet/>
      <dgm:spPr/>
      <dgm:t>
        <a:bodyPr/>
        <a:lstStyle/>
        <a:p>
          <a:endParaRPr lang="en-US"/>
        </a:p>
      </dgm:t>
    </dgm:pt>
    <dgm:pt modelId="{6C39594C-4AE1-4221-9751-E4FBA9469435}">
      <dgm:prSet phldrT="[Text]"/>
      <dgm:spPr/>
      <dgm:t>
        <a:bodyPr/>
        <a:lstStyle/>
        <a:p>
          <a:r>
            <a:rPr lang="en-US" dirty="0"/>
            <a:t>Some text here</a:t>
          </a:r>
        </a:p>
      </dgm:t>
    </dgm:pt>
    <dgm:pt modelId="{EA90E5E0-265B-4677-A3EF-FCD0DFDF4F41}" type="parTrans" cxnId="{7AF91B96-DA69-42D6-83DE-0E63677A4C47}">
      <dgm:prSet/>
      <dgm:spPr/>
      <dgm:t>
        <a:bodyPr/>
        <a:lstStyle/>
        <a:p>
          <a:endParaRPr lang="en-US"/>
        </a:p>
      </dgm:t>
    </dgm:pt>
    <dgm:pt modelId="{F04E3063-747B-4761-B46E-8C06B2EF3C55}" type="sibTrans" cxnId="{7AF91B96-DA69-42D6-83DE-0E63677A4C47}">
      <dgm:prSet/>
      <dgm:spPr/>
      <dgm:t>
        <a:bodyPr/>
        <a:lstStyle/>
        <a:p>
          <a:endParaRPr lang="en-US"/>
        </a:p>
      </dgm:t>
    </dgm:pt>
    <dgm:pt modelId="{02C5C993-2D65-4BB0-A6B2-BE7D3F9C43C2}">
      <dgm:prSet phldrT="[Text]"/>
      <dgm:spPr/>
      <dgm:t>
        <a:bodyPr/>
        <a:lstStyle/>
        <a:p>
          <a:r>
            <a:rPr lang="en-US"/>
            <a:t>Lorem Ipsum</a:t>
          </a:r>
          <a:endParaRPr lang="en-US" dirty="0"/>
        </a:p>
      </dgm:t>
    </dgm:pt>
    <dgm:pt modelId="{6C53AFCD-6E29-4E3F-999F-41047A9320B5}" type="parTrans" cxnId="{A476C2A5-8FD1-451C-B4B9-33580FF918DD}">
      <dgm:prSet/>
      <dgm:spPr/>
      <dgm:t>
        <a:bodyPr/>
        <a:lstStyle/>
        <a:p>
          <a:endParaRPr lang="en-US"/>
        </a:p>
      </dgm:t>
    </dgm:pt>
    <dgm:pt modelId="{43DD8405-252E-423F-99DB-8319ED9821DA}" type="sibTrans" cxnId="{A476C2A5-8FD1-451C-B4B9-33580FF918DD}">
      <dgm:prSet/>
      <dgm:spPr/>
      <dgm:t>
        <a:bodyPr/>
        <a:lstStyle/>
        <a:p>
          <a:endParaRPr lang="en-US"/>
        </a:p>
      </dgm:t>
    </dgm:pt>
    <dgm:pt modelId="{4FBEDC62-4231-4076-9A0D-9DC61D34153E}">
      <dgm:prSet phldrT="[Text]"/>
      <dgm:spPr/>
      <dgm:t>
        <a:bodyPr/>
        <a:lstStyle/>
        <a:p>
          <a:r>
            <a:rPr lang="en-US" dirty="0"/>
            <a:t>Some text here</a:t>
          </a:r>
        </a:p>
      </dgm:t>
    </dgm:pt>
    <dgm:pt modelId="{EADD1839-AFD1-4757-A4CE-D351F4DCBCD8}" type="parTrans" cxnId="{0E8533C9-EA3D-4213-88FD-57773A926E81}">
      <dgm:prSet/>
      <dgm:spPr/>
      <dgm:t>
        <a:bodyPr/>
        <a:lstStyle/>
        <a:p>
          <a:endParaRPr lang="en-US"/>
        </a:p>
      </dgm:t>
    </dgm:pt>
    <dgm:pt modelId="{B2CACC34-29E2-4636-8542-BC8705680ADD}" type="sibTrans" cxnId="{0E8533C9-EA3D-4213-88FD-57773A926E81}">
      <dgm:prSet/>
      <dgm:spPr/>
      <dgm:t>
        <a:bodyPr/>
        <a:lstStyle/>
        <a:p>
          <a:endParaRPr lang="en-US"/>
        </a:p>
      </dgm:t>
    </dgm:pt>
    <dgm:pt modelId="{4A111F95-0A29-4197-BFFB-FDA0312EF033}">
      <dgm:prSet phldrT="[Text]"/>
      <dgm:spPr/>
      <dgm:t>
        <a:bodyPr/>
        <a:lstStyle/>
        <a:p>
          <a:r>
            <a:rPr lang="en-US" dirty="0"/>
            <a:t>Some text here</a:t>
          </a:r>
        </a:p>
      </dgm:t>
    </dgm:pt>
    <dgm:pt modelId="{80585778-3351-4CE2-87C7-F9C13094C891}" type="parTrans" cxnId="{41BBADF8-551E-41E5-A2F8-2CAEC5D87928}">
      <dgm:prSet/>
      <dgm:spPr/>
      <dgm:t>
        <a:bodyPr/>
        <a:lstStyle/>
        <a:p>
          <a:endParaRPr lang="en-US"/>
        </a:p>
      </dgm:t>
    </dgm:pt>
    <dgm:pt modelId="{A1426C51-32DF-487B-BDD3-F9BA7F8277E3}" type="sibTrans" cxnId="{41BBADF8-551E-41E5-A2F8-2CAEC5D87928}">
      <dgm:prSet/>
      <dgm:spPr/>
      <dgm:t>
        <a:bodyPr/>
        <a:lstStyle/>
        <a:p>
          <a:endParaRPr lang="en-US"/>
        </a:p>
      </dgm:t>
    </dgm:pt>
    <dgm:pt modelId="{CBEA6D99-5C63-46A1-876C-C8A1F511ED76}" type="pres">
      <dgm:prSet presAssocID="{B9C32B05-62EA-407A-B21C-2310C7945705}" presName="cycle" presStyleCnt="0">
        <dgm:presLayoutVars>
          <dgm:dir/>
          <dgm:resizeHandles val="exact"/>
        </dgm:presLayoutVars>
      </dgm:prSet>
      <dgm:spPr/>
    </dgm:pt>
    <dgm:pt modelId="{72FE398C-4C1F-4FD9-9686-9754DDF7BC62}" type="pres">
      <dgm:prSet presAssocID="{42D71409-67F9-455C-8C6D-716D284AAA6B}" presName="node" presStyleLbl="node1" presStyleIdx="0" presStyleCnt="5">
        <dgm:presLayoutVars>
          <dgm:bulletEnabled val="1"/>
        </dgm:presLayoutVars>
      </dgm:prSet>
      <dgm:spPr/>
    </dgm:pt>
    <dgm:pt modelId="{64311146-44DC-47EA-BBB6-EF2150CC48F2}" type="pres">
      <dgm:prSet presAssocID="{478B7D3C-9FB4-4BC6-90AC-49960560DECD}" presName="sibTrans" presStyleLbl="sibTrans2D1" presStyleIdx="0" presStyleCnt="5"/>
      <dgm:spPr/>
    </dgm:pt>
    <dgm:pt modelId="{B068EFB4-B4A6-4EE7-8CB5-6BBE11A1AE08}" type="pres">
      <dgm:prSet presAssocID="{478B7D3C-9FB4-4BC6-90AC-49960560DECD}" presName="connectorText" presStyleLbl="sibTrans2D1" presStyleIdx="0" presStyleCnt="5"/>
      <dgm:spPr/>
    </dgm:pt>
    <dgm:pt modelId="{F1640B96-EF6B-4A09-AD36-8391FBBD6D47}" type="pres">
      <dgm:prSet presAssocID="{F66099B6-DBBD-4AB0-82D2-877B80F846F7}" presName="node" presStyleLbl="node1" presStyleIdx="1" presStyleCnt="5">
        <dgm:presLayoutVars>
          <dgm:bulletEnabled val="1"/>
        </dgm:presLayoutVars>
      </dgm:prSet>
      <dgm:spPr/>
    </dgm:pt>
    <dgm:pt modelId="{4D0CED92-5359-4E4E-AD83-FBFE1EB965D5}" type="pres">
      <dgm:prSet presAssocID="{BC531B32-9B0E-482E-BF91-65C61F17168D}" presName="sibTrans" presStyleLbl="sibTrans2D1" presStyleIdx="1" presStyleCnt="5"/>
      <dgm:spPr/>
    </dgm:pt>
    <dgm:pt modelId="{3C811F9B-7A0E-46F6-806D-F50B70CDEF78}" type="pres">
      <dgm:prSet presAssocID="{BC531B32-9B0E-482E-BF91-65C61F17168D}" presName="connectorText" presStyleLbl="sibTrans2D1" presStyleIdx="1" presStyleCnt="5"/>
      <dgm:spPr/>
    </dgm:pt>
    <dgm:pt modelId="{43CF3071-5F08-4E1F-AEDC-151C7FC7BC36}" type="pres">
      <dgm:prSet presAssocID="{EE62A4F6-4AC4-435B-990E-81A71CE8CAC7}" presName="node" presStyleLbl="node1" presStyleIdx="2" presStyleCnt="5">
        <dgm:presLayoutVars>
          <dgm:bulletEnabled val="1"/>
        </dgm:presLayoutVars>
      </dgm:prSet>
      <dgm:spPr/>
    </dgm:pt>
    <dgm:pt modelId="{44AD0C2F-DDF8-424C-BD1F-5903C1F18BDF}" type="pres">
      <dgm:prSet presAssocID="{389F9A93-0231-4877-8C41-5D5B8DD7AAC0}" presName="sibTrans" presStyleLbl="sibTrans2D1" presStyleIdx="2" presStyleCnt="5"/>
      <dgm:spPr/>
    </dgm:pt>
    <dgm:pt modelId="{8A4CB611-EF7E-4648-BD7A-CE5EF643A105}" type="pres">
      <dgm:prSet presAssocID="{389F9A93-0231-4877-8C41-5D5B8DD7AAC0}" presName="connectorText" presStyleLbl="sibTrans2D1" presStyleIdx="2" presStyleCnt="5"/>
      <dgm:spPr/>
    </dgm:pt>
    <dgm:pt modelId="{F927B4CA-D7CB-4206-BB26-FC0774A80757}" type="pres">
      <dgm:prSet presAssocID="{2A22E84C-3AA3-4E9C-AE5F-9C2FB0D7FB11}" presName="node" presStyleLbl="node1" presStyleIdx="3" presStyleCnt="5">
        <dgm:presLayoutVars>
          <dgm:bulletEnabled val="1"/>
        </dgm:presLayoutVars>
      </dgm:prSet>
      <dgm:spPr/>
    </dgm:pt>
    <dgm:pt modelId="{8CFA9C43-10AE-4D30-A798-497778F3C66A}" type="pres">
      <dgm:prSet presAssocID="{744EA591-F199-49C2-B63A-82709D96C729}" presName="sibTrans" presStyleLbl="sibTrans2D1" presStyleIdx="3" presStyleCnt="5"/>
      <dgm:spPr/>
    </dgm:pt>
    <dgm:pt modelId="{0712AFEA-4ADE-4B08-B415-74EE374365A7}" type="pres">
      <dgm:prSet presAssocID="{744EA591-F199-49C2-B63A-82709D96C729}" presName="connectorText" presStyleLbl="sibTrans2D1" presStyleIdx="3" presStyleCnt="5"/>
      <dgm:spPr/>
    </dgm:pt>
    <dgm:pt modelId="{ADB8FB5E-53FE-4813-B8EF-5EB8AB049F1B}" type="pres">
      <dgm:prSet presAssocID="{02C5C993-2D65-4BB0-A6B2-BE7D3F9C43C2}" presName="node" presStyleLbl="node1" presStyleIdx="4" presStyleCnt="5">
        <dgm:presLayoutVars>
          <dgm:bulletEnabled val="1"/>
        </dgm:presLayoutVars>
      </dgm:prSet>
      <dgm:spPr/>
    </dgm:pt>
    <dgm:pt modelId="{82DC725B-ABC6-4CF5-8D69-BAF7C4609766}" type="pres">
      <dgm:prSet presAssocID="{43DD8405-252E-423F-99DB-8319ED9821DA}" presName="sibTrans" presStyleLbl="sibTrans2D1" presStyleIdx="4" presStyleCnt="5"/>
      <dgm:spPr/>
    </dgm:pt>
    <dgm:pt modelId="{CADBC000-A683-4344-8A9E-48E6DA71F3C6}" type="pres">
      <dgm:prSet presAssocID="{43DD8405-252E-423F-99DB-8319ED9821DA}" presName="connectorText" presStyleLbl="sibTrans2D1" presStyleIdx="4" presStyleCnt="5"/>
      <dgm:spPr/>
    </dgm:pt>
  </dgm:ptLst>
  <dgm:cxnLst>
    <dgm:cxn modelId="{DD08D708-A25D-43F7-9538-1B5095A1DBF9}" type="presOf" srcId="{6C39594C-4AE1-4221-9751-E4FBA9469435}" destId="{F927B4CA-D7CB-4206-BB26-FC0774A80757}" srcOrd="0" destOrd="2" presId="urn:microsoft.com/office/officeart/2005/8/layout/cycle2"/>
    <dgm:cxn modelId="{6742981D-2A40-4AC8-9552-7D4CED9523C5}" type="presOf" srcId="{4A111F95-0A29-4197-BFFB-FDA0312EF033}" destId="{ADB8FB5E-53FE-4813-B8EF-5EB8AB049F1B}" srcOrd="0" destOrd="2" presId="urn:microsoft.com/office/officeart/2005/8/layout/cycle2"/>
    <dgm:cxn modelId="{2AA9C11F-1F1D-428E-801A-47EAA766C99D}" srcId="{B9C32B05-62EA-407A-B21C-2310C7945705}" destId="{42D71409-67F9-455C-8C6D-716D284AAA6B}" srcOrd="0" destOrd="0" parTransId="{51680ED1-AF6E-4B28-AE94-92B0EFB0DF7D}" sibTransId="{478B7D3C-9FB4-4BC6-90AC-49960560DECD}"/>
    <dgm:cxn modelId="{401BE61F-F48C-4606-AA05-5C7E9374239C}" type="presOf" srcId="{3AF880A5-0F00-4315-A5DF-1FE656798601}" destId="{72FE398C-4C1F-4FD9-9686-9754DDF7BC62}" srcOrd="0" destOrd="2" presId="urn:microsoft.com/office/officeart/2005/8/layout/cycle2"/>
    <dgm:cxn modelId="{CA562020-E6AF-40EE-9850-099D6F864CC5}" type="presOf" srcId="{386C2B6D-2EE1-4682-AE61-EE246CD54E31}" destId="{43CF3071-5F08-4E1F-AEDC-151C7FC7BC36}" srcOrd="0" destOrd="2" presId="urn:microsoft.com/office/officeart/2005/8/layout/cycle2"/>
    <dgm:cxn modelId="{01A1162B-DA8F-4D83-8546-265ABC196D38}" type="presOf" srcId="{BC531B32-9B0E-482E-BF91-65C61F17168D}" destId="{4D0CED92-5359-4E4E-AD83-FBFE1EB965D5}" srcOrd="0" destOrd="0" presId="urn:microsoft.com/office/officeart/2005/8/layout/cycle2"/>
    <dgm:cxn modelId="{B4F3EA32-CE64-4A92-9BAE-BC57E5392B05}" srcId="{B9C32B05-62EA-407A-B21C-2310C7945705}" destId="{F66099B6-DBBD-4AB0-82D2-877B80F846F7}" srcOrd="1" destOrd="0" parTransId="{B09C8BFB-F41C-4AC4-AB94-F216E3081C2D}" sibTransId="{BC531B32-9B0E-482E-BF91-65C61F17168D}"/>
    <dgm:cxn modelId="{35013F34-57BC-4E3C-A003-07C0E49926DB}" srcId="{F66099B6-DBBD-4AB0-82D2-877B80F846F7}" destId="{BE788BF5-FE9F-4C7D-A1CD-9232D7860179}" srcOrd="1" destOrd="0" parTransId="{963A52CB-C772-45F2-8A30-8ABA6B14D3CE}" sibTransId="{88191C5E-55BA-42F2-B842-FC86CBBADC0F}"/>
    <dgm:cxn modelId="{D8F64D38-1F14-4EDD-B9F7-F0C7341A3BFA}" type="presOf" srcId="{02C5C993-2D65-4BB0-A6B2-BE7D3F9C43C2}" destId="{ADB8FB5E-53FE-4813-B8EF-5EB8AB049F1B}" srcOrd="0" destOrd="0" presId="urn:microsoft.com/office/officeart/2005/8/layout/cycle2"/>
    <dgm:cxn modelId="{CABD6A3E-0D8C-4D43-819E-96367599A4E9}" type="presOf" srcId="{744EA591-F199-49C2-B63A-82709D96C729}" destId="{8CFA9C43-10AE-4D30-A798-497778F3C66A}" srcOrd="0" destOrd="0" presId="urn:microsoft.com/office/officeart/2005/8/layout/cycle2"/>
    <dgm:cxn modelId="{10762E69-E8A3-4AF6-A946-9B40BF4D033D}" type="presOf" srcId="{43DD8405-252E-423F-99DB-8319ED9821DA}" destId="{CADBC000-A683-4344-8A9E-48E6DA71F3C6}" srcOrd="1" destOrd="0" presId="urn:microsoft.com/office/officeart/2005/8/layout/cycle2"/>
    <dgm:cxn modelId="{DB7B0B4D-14AB-4D12-AC34-EAA6BC9DBAD3}" type="presOf" srcId="{9ADACFBF-2A78-45C9-A7C4-5E5DBC674760}" destId="{F927B4CA-D7CB-4206-BB26-FC0774A80757}" srcOrd="0" destOrd="1" presId="urn:microsoft.com/office/officeart/2005/8/layout/cycle2"/>
    <dgm:cxn modelId="{7F96AC57-2F84-4E8C-AA92-E82865EE63FE}" srcId="{EE62A4F6-4AC4-435B-990E-81A71CE8CAC7}" destId="{386C2B6D-2EE1-4682-AE61-EE246CD54E31}" srcOrd="1" destOrd="0" parTransId="{649D72FB-0D8F-479C-87D1-C73133EF35E2}" sibTransId="{E1C9E6F1-2ED2-4DD8-9B78-28FC1AF5D352}"/>
    <dgm:cxn modelId="{501EFD57-6C65-460B-AF5D-B3DC5A1BAC6D}" type="presOf" srcId="{43DD8405-252E-423F-99DB-8319ED9821DA}" destId="{82DC725B-ABC6-4CF5-8D69-BAF7C4609766}" srcOrd="0" destOrd="0" presId="urn:microsoft.com/office/officeart/2005/8/layout/cycle2"/>
    <dgm:cxn modelId="{FA1E1879-8229-433A-A5CC-AD5D971D7332}" type="presOf" srcId="{6CF284C3-4A70-4432-8F33-E75A802B3330}" destId="{F1640B96-EF6B-4A09-AD36-8391FBBD6D47}" srcOrd="0" destOrd="1" presId="urn:microsoft.com/office/officeart/2005/8/layout/cycle2"/>
    <dgm:cxn modelId="{69D8FC7C-4E0E-4FFE-A831-56E3A17A5FD3}" type="presOf" srcId="{BC531B32-9B0E-482E-BF91-65C61F17168D}" destId="{3C811F9B-7A0E-46F6-806D-F50B70CDEF78}" srcOrd="1" destOrd="0" presId="urn:microsoft.com/office/officeart/2005/8/layout/cycle2"/>
    <dgm:cxn modelId="{2B98897D-9937-49AC-9FE9-6629E912033A}" srcId="{2A22E84C-3AA3-4E9C-AE5F-9C2FB0D7FB11}" destId="{9ADACFBF-2A78-45C9-A7C4-5E5DBC674760}" srcOrd="0" destOrd="0" parTransId="{E121796C-71AB-4354-A1D4-3BF0025298A5}" sibTransId="{F3FE7E5A-DC73-423B-998C-02943CF263BF}"/>
    <dgm:cxn modelId="{2DC24386-BC50-4BAB-8571-16CB10C2603C}" srcId="{F66099B6-DBBD-4AB0-82D2-877B80F846F7}" destId="{6CF284C3-4A70-4432-8F33-E75A802B3330}" srcOrd="0" destOrd="0" parTransId="{044831E6-2FC9-4DDA-81FB-5FA418568D07}" sibTransId="{CD50B82D-84BB-4747-B282-ABB339EBA294}"/>
    <dgm:cxn modelId="{A071D589-83F9-4D2E-99C6-AE1F682F27D8}" type="presOf" srcId="{744EA591-F199-49C2-B63A-82709D96C729}" destId="{0712AFEA-4ADE-4B08-B415-74EE374365A7}" srcOrd="1" destOrd="0" presId="urn:microsoft.com/office/officeart/2005/8/layout/cycle2"/>
    <dgm:cxn modelId="{2EE6BC8B-80CC-4CA0-8A50-4626C28BC4E3}" type="presOf" srcId="{3CE06941-9820-4827-8B16-CD80CC49F780}" destId="{43CF3071-5F08-4E1F-AEDC-151C7FC7BC36}" srcOrd="0" destOrd="1" presId="urn:microsoft.com/office/officeart/2005/8/layout/cycle2"/>
    <dgm:cxn modelId="{C99CE395-39F6-46B4-938C-9BF085685D1A}" srcId="{EE62A4F6-4AC4-435B-990E-81A71CE8CAC7}" destId="{3CE06941-9820-4827-8B16-CD80CC49F780}" srcOrd="0" destOrd="0" parTransId="{141A3C92-8966-4E2F-82E4-2E09E22674B2}" sibTransId="{F58FC55B-E61F-445C-956E-0BB2202254CA}"/>
    <dgm:cxn modelId="{7AF91B96-DA69-42D6-83DE-0E63677A4C47}" srcId="{2A22E84C-3AA3-4E9C-AE5F-9C2FB0D7FB11}" destId="{6C39594C-4AE1-4221-9751-E4FBA9469435}" srcOrd="1" destOrd="0" parTransId="{EA90E5E0-265B-4677-A3EF-FCD0DFDF4F41}" sibTransId="{F04E3063-747B-4761-B46E-8C06B2EF3C55}"/>
    <dgm:cxn modelId="{A476C2A5-8FD1-451C-B4B9-33580FF918DD}" srcId="{B9C32B05-62EA-407A-B21C-2310C7945705}" destId="{02C5C993-2D65-4BB0-A6B2-BE7D3F9C43C2}" srcOrd="4" destOrd="0" parTransId="{6C53AFCD-6E29-4E3F-999F-41047A9320B5}" sibTransId="{43DD8405-252E-423F-99DB-8319ED9821DA}"/>
    <dgm:cxn modelId="{3A2CECA6-0C5B-46BB-B7C6-7D37E9D210BD}" srcId="{B9C32B05-62EA-407A-B21C-2310C7945705}" destId="{EE62A4F6-4AC4-435B-990E-81A71CE8CAC7}" srcOrd="2" destOrd="0" parTransId="{F287B947-7343-4FA2-B288-B23A59FFAE31}" sibTransId="{389F9A93-0231-4877-8C41-5D5B8DD7AAC0}"/>
    <dgm:cxn modelId="{521906B0-0AC4-4271-B48D-022D6D360EF6}" type="presOf" srcId="{B9C32B05-62EA-407A-B21C-2310C7945705}" destId="{CBEA6D99-5C63-46A1-876C-C8A1F511ED76}" srcOrd="0" destOrd="0" presId="urn:microsoft.com/office/officeart/2005/8/layout/cycle2"/>
    <dgm:cxn modelId="{0DC1EAB1-5C17-4E0D-A78A-E15533E85492}" type="presOf" srcId="{478B7D3C-9FB4-4BC6-90AC-49960560DECD}" destId="{B068EFB4-B4A6-4EE7-8CB5-6BBE11A1AE08}" srcOrd="1" destOrd="0" presId="urn:microsoft.com/office/officeart/2005/8/layout/cycle2"/>
    <dgm:cxn modelId="{DC4704B8-42D5-42C1-8085-6CF8D115297C}" type="presOf" srcId="{478B7D3C-9FB4-4BC6-90AC-49960560DECD}" destId="{64311146-44DC-47EA-BBB6-EF2150CC48F2}" srcOrd="0" destOrd="0" presId="urn:microsoft.com/office/officeart/2005/8/layout/cycle2"/>
    <dgm:cxn modelId="{06D799BD-5A36-4280-ABB5-09D496206593}" type="presOf" srcId="{389F9A93-0231-4877-8C41-5D5B8DD7AAC0}" destId="{44AD0C2F-DDF8-424C-BD1F-5903C1F18BDF}" srcOrd="0" destOrd="0" presId="urn:microsoft.com/office/officeart/2005/8/layout/cycle2"/>
    <dgm:cxn modelId="{54306FC1-BEC9-45D9-A844-3B68C2FAC77A}" type="presOf" srcId="{BE788BF5-FE9F-4C7D-A1CD-9232D7860179}" destId="{F1640B96-EF6B-4A09-AD36-8391FBBD6D47}" srcOrd="0" destOrd="2" presId="urn:microsoft.com/office/officeart/2005/8/layout/cycle2"/>
    <dgm:cxn modelId="{D287C0C3-A9C5-4513-8843-EEDDFC2C2454}" type="presOf" srcId="{389F9A93-0231-4877-8C41-5D5B8DD7AAC0}" destId="{8A4CB611-EF7E-4648-BD7A-CE5EF643A105}" srcOrd="1" destOrd="0" presId="urn:microsoft.com/office/officeart/2005/8/layout/cycle2"/>
    <dgm:cxn modelId="{0E8533C9-EA3D-4213-88FD-57773A926E81}" srcId="{02C5C993-2D65-4BB0-A6B2-BE7D3F9C43C2}" destId="{4FBEDC62-4231-4076-9A0D-9DC61D34153E}" srcOrd="0" destOrd="0" parTransId="{EADD1839-AFD1-4757-A4CE-D351F4DCBCD8}" sibTransId="{B2CACC34-29E2-4636-8542-BC8705680ADD}"/>
    <dgm:cxn modelId="{49EFA6CB-B327-4B9E-8B59-813EDF2EBB51}" type="presOf" srcId="{42D71409-67F9-455C-8C6D-716D284AAA6B}" destId="{72FE398C-4C1F-4FD9-9686-9754DDF7BC62}" srcOrd="0" destOrd="0" presId="urn:microsoft.com/office/officeart/2005/8/layout/cycle2"/>
    <dgm:cxn modelId="{8828D8D4-99CF-41DB-BE7A-6BDB155F9BB0}" type="presOf" srcId="{8EA7219F-BDB2-48EB-9EEB-3133522D132E}" destId="{72FE398C-4C1F-4FD9-9686-9754DDF7BC62}" srcOrd="0" destOrd="1" presId="urn:microsoft.com/office/officeart/2005/8/layout/cycle2"/>
    <dgm:cxn modelId="{DCACD2D7-0419-483A-B314-1778991D0D68}" type="presOf" srcId="{4FBEDC62-4231-4076-9A0D-9DC61D34153E}" destId="{ADB8FB5E-53FE-4813-B8EF-5EB8AB049F1B}" srcOrd="0" destOrd="1" presId="urn:microsoft.com/office/officeart/2005/8/layout/cycle2"/>
    <dgm:cxn modelId="{A5D3EDDC-6AAE-4A26-9EA8-D3CCDA8D0AFD}" type="presOf" srcId="{F66099B6-DBBD-4AB0-82D2-877B80F846F7}" destId="{F1640B96-EF6B-4A09-AD36-8391FBBD6D47}" srcOrd="0" destOrd="0" presId="urn:microsoft.com/office/officeart/2005/8/layout/cycle2"/>
    <dgm:cxn modelId="{24F8CBE2-5003-4E69-A772-6B98F2B05181}" srcId="{42D71409-67F9-455C-8C6D-716D284AAA6B}" destId="{3AF880A5-0F00-4315-A5DF-1FE656798601}" srcOrd="1" destOrd="0" parTransId="{A13BB1F9-5857-4B43-8BF5-6589AA2CB759}" sibTransId="{C198C41D-2640-4669-83ED-E0CD35701C8E}"/>
    <dgm:cxn modelId="{BEB859E7-C343-408E-86A1-667C27EE5761}" srcId="{B9C32B05-62EA-407A-B21C-2310C7945705}" destId="{2A22E84C-3AA3-4E9C-AE5F-9C2FB0D7FB11}" srcOrd="3" destOrd="0" parTransId="{6C025E55-DF42-4C5D-AFD5-6015FA053D46}" sibTransId="{744EA591-F199-49C2-B63A-82709D96C729}"/>
    <dgm:cxn modelId="{5B591FEA-FE54-44DE-98B0-6E09C8F06E90}" type="presOf" srcId="{EE62A4F6-4AC4-435B-990E-81A71CE8CAC7}" destId="{43CF3071-5F08-4E1F-AEDC-151C7FC7BC36}" srcOrd="0" destOrd="0" presId="urn:microsoft.com/office/officeart/2005/8/layout/cycle2"/>
    <dgm:cxn modelId="{58AD7EEF-D408-406B-87EE-4691D4C30668}" srcId="{42D71409-67F9-455C-8C6D-716D284AAA6B}" destId="{8EA7219F-BDB2-48EB-9EEB-3133522D132E}" srcOrd="0" destOrd="0" parTransId="{3EE8403A-CB7C-4815-85BD-AEBCAEB71B37}" sibTransId="{C94B7947-85DC-4B21-BB99-DF8438356F98}"/>
    <dgm:cxn modelId="{B575B9F4-3E64-4F27-BE68-F8B9AD29575C}" type="presOf" srcId="{2A22E84C-3AA3-4E9C-AE5F-9C2FB0D7FB11}" destId="{F927B4CA-D7CB-4206-BB26-FC0774A80757}" srcOrd="0" destOrd="0" presId="urn:microsoft.com/office/officeart/2005/8/layout/cycle2"/>
    <dgm:cxn modelId="{41BBADF8-551E-41E5-A2F8-2CAEC5D87928}" srcId="{02C5C993-2D65-4BB0-A6B2-BE7D3F9C43C2}" destId="{4A111F95-0A29-4197-BFFB-FDA0312EF033}" srcOrd="1" destOrd="0" parTransId="{80585778-3351-4CE2-87C7-F9C13094C891}" sibTransId="{A1426C51-32DF-487B-BDD3-F9BA7F8277E3}"/>
    <dgm:cxn modelId="{830AF2DB-15C7-458D-96CE-FBEA3B4EE630}" type="presParOf" srcId="{CBEA6D99-5C63-46A1-876C-C8A1F511ED76}" destId="{72FE398C-4C1F-4FD9-9686-9754DDF7BC62}" srcOrd="0" destOrd="0" presId="urn:microsoft.com/office/officeart/2005/8/layout/cycle2"/>
    <dgm:cxn modelId="{D447D33C-5799-4557-991D-BA055E2790C4}" type="presParOf" srcId="{CBEA6D99-5C63-46A1-876C-C8A1F511ED76}" destId="{64311146-44DC-47EA-BBB6-EF2150CC48F2}" srcOrd="1" destOrd="0" presId="urn:microsoft.com/office/officeart/2005/8/layout/cycle2"/>
    <dgm:cxn modelId="{390B5C4F-F88C-40A0-94C8-0B146F33D36F}" type="presParOf" srcId="{64311146-44DC-47EA-BBB6-EF2150CC48F2}" destId="{B068EFB4-B4A6-4EE7-8CB5-6BBE11A1AE08}" srcOrd="0" destOrd="0" presId="urn:microsoft.com/office/officeart/2005/8/layout/cycle2"/>
    <dgm:cxn modelId="{312714B0-80A6-421F-AF3A-D5507257017D}" type="presParOf" srcId="{CBEA6D99-5C63-46A1-876C-C8A1F511ED76}" destId="{F1640B96-EF6B-4A09-AD36-8391FBBD6D47}" srcOrd="2" destOrd="0" presId="urn:microsoft.com/office/officeart/2005/8/layout/cycle2"/>
    <dgm:cxn modelId="{3A21FD4A-41E2-4081-8BD6-93FF8D158333}" type="presParOf" srcId="{CBEA6D99-5C63-46A1-876C-C8A1F511ED76}" destId="{4D0CED92-5359-4E4E-AD83-FBFE1EB965D5}" srcOrd="3" destOrd="0" presId="urn:microsoft.com/office/officeart/2005/8/layout/cycle2"/>
    <dgm:cxn modelId="{3D8FD2C7-36DC-4093-B594-BB73F0B79FAF}" type="presParOf" srcId="{4D0CED92-5359-4E4E-AD83-FBFE1EB965D5}" destId="{3C811F9B-7A0E-46F6-806D-F50B70CDEF78}" srcOrd="0" destOrd="0" presId="urn:microsoft.com/office/officeart/2005/8/layout/cycle2"/>
    <dgm:cxn modelId="{BA9F3AA2-687B-4C9E-9DD5-81CF808DCB92}" type="presParOf" srcId="{CBEA6D99-5C63-46A1-876C-C8A1F511ED76}" destId="{43CF3071-5F08-4E1F-AEDC-151C7FC7BC36}" srcOrd="4" destOrd="0" presId="urn:microsoft.com/office/officeart/2005/8/layout/cycle2"/>
    <dgm:cxn modelId="{89A9F616-A95E-4ED0-8260-6157EB52368B}" type="presParOf" srcId="{CBEA6D99-5C63-46A1-876C-C8A1F511ED76}" destId="{44AD0C2F-DDF8-424C-BD1F-5903C1F18BDF}" srcOrd="5" destOrd="0" presId="urn:microsoft.com/office/officeart/2005/8/layout/cycle2"/>
    <dgm:cxn modelId="{FA7DB8B9-75AD-4F74-957D-EC6CD08ED4D2}" type="presParOf" srcId="{44AD0C2F-DDF8-424C-BD1F-5903C1F18BDF}" destId="{8A4CB611-EF7E-4648-BD7A-CE5EF643A105}" srcOrd="0" destOrd="0" presId="urn:microsoft.com/office/officeart/2005/8/layout/cycle2"/>
    <dgm:cxn modelId="{9F855CA3-29AE-4999-B08A-48A109E02FFA}" type="presParOf" srcId="{CBEA6D99-5C63-46A1-876C-C8A1F511ED76}" destId="{F927B4CA-D7CB-4206-BB26-FC0774A80757}" srcOrd="6" destOrd="0" presId="urn:microsoft.com/office/officeart/2005/8/layout/cycle2"/>
    <dgm:cxn modelId="{2D8B9999-EB80-4E31-98BE-59514F3DB97B}" type="presParOf" srcId="{CBEA6D99-5C63-46A1-876C-C8A1F511ED76}" destId="{8CFA9C43-10AE-4D30-A798-497778F3C66A}" srcOrd="7" destOrd="0" presId="urn:microsoft.com/office/officeart/2005/8/layout/cycle2"/>
    <dgm:cxn modelId="{4DA5C605-6E06-43C1-89FF-E5285D44DDA5}" type="presParOf" srcId="{8CFA9C43-10AE-4D30-A798-497778F3C66A}" destId="{0712AFEA-4ADE-4B08-B415-74EE374365A7}" srcOrd="0" destOrd="0" presId="urn:microsoft.com/office/officeart/2005/8/layout/cycle2"/>
    <dgm:cxn modelId="{408FCAB2-D78C-4CF4-9E5A-38360174250B}" type="presParOf" srcId="{CBEA6D99-5C63-46A1-876C-C8A1F511ED76}" destId="{ADB8FB5E-53FE-4813-B8EF-5EB8AB049F1B}" srcOrd="8" destOrd="0" presId="urn:microsoft.com/office/officeart/2005/8/layout/cycle2"/>
    <dgm:cxn modelId="{F6478550-DB6D-487B-8E17-EA7466F7D782}" type="presParOf" srcId="{CBEA6D99-5C63-46A1-876C-C8A1F511ED76}" destId="{82DC725B-ABC6-4CF5-8D69-BAF7C4609766}" srcOrd="9" destOrd="0" presId="urn:microsoft.com/office/officeart/2005/8/layout/cycle2"/>
    <dgm:cxn modelId="{ED072A34-5273-432B-82CE-28BD2853DB7D}" type="presParOf" srcId="{82DC725B-ABC6-4CF5-8D69-BAF7C4609766}" destId="{CADBC000-A683-4344-8A9E-48E6DA71F3C6}" srcOrd="0" destOrd="0" presId="urn:microsoft.com/office/officeart/2005/8/layout/cycle2"/>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84.xml><?xml version="1.0" encoding="utf-8"?>
<dgm:dataModel xmlns:dgm="http://schemas.openxmlformats.org/drawingml/2006/diagram" xmlns:a="http://schemas.openxmlformats.org/drawingml/2006/main">
  <dgm:ptLst>
    <dgm:pt modelId="{B9C32B05-62EA-407A-B21C-2310C7945705}" type="doc">
      <dgm:prSet loTypeId="urn:microsoft.com/office/officeart/2005/8/layout/cycle1" loCatId="cycle"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solidFill>
                <a:schemeClr val="tx2"/>
              </a:solidFill>
            </a:rPr>
            <a:t>Lorem Ipsum</a:t>
          </a:r>
        </a:p>
      </dgm:t>
    </dgm:pt>
    <dgm:pt modelId="{51680ED1-AF6E-4B28-AE94-92B0EFB0DF7D}" type="parTrans" cxnId="{2AA9C11F-1F1D-428E-801A-47EAA766C99D}">
      <dgm:prSet/>
      <dgm:spPr/>
      <dgm:t>
        <a:bodyPr/>
        <a:lstStyle/>
        <a:p>
          <a:endParaRPr lang="en-US">
            <a:solidFill>
              <a:schemeClr val="tx2"/>
            </a:solidFill>
          </a:endParaRPr>
        </a:p>
      </dgm:t>
    </dgm:pt>
    <dgm:pt modelId="{478B7D3C-9FB4-4BC6-90AC-49960560DECD}" type="sibTrans" cxnId="{2AA9C11F-1F1D-428E-801A-47EAA766C99D}">
      <dgm:prSet/>
      <dgm:spPr/>
      <dgm:t>
        <a:bodyPr/>
        <a:lstStyle/>
        <a:p>
          <a:endParaRPr lang="en-US">
            <a:solidFill>
              <a:schemeClr val="tx2"/>
            </a:solidFill>
          </a:endParaRPr>
        </a:p>
      </dgm:t>
    </dgm:pt>
    <dgm:pt modelId="{F66099B6-DBBD-4AB0-82D2-877B80F846F7}">
      <dgm:prSet phldrT="[Text]"/>
      <dgm:spPr/>
      <dgm:t>
        <a:bodyPr/>
        <a:lstStyle/>
        <a:p>
          <a:r>
            <a:rPr lang="en-US" dirty="0">
              <a:solidFill>
                <a:schemeClr val="tx2"/>
              </a:solidFill>
            </a:rPr>
            <a:t>Lorem Ipsum</a:t>
          </a:r>
        </a:p>
      </dgm:t>
    </dgm:pt>
    <dgm:pt modelId="{B09C8BFB-F41C-4AC4-AB94-F216E3081C2D}" type="parTrans" cxnId="{B4F3EA32-CE64-4A92-9BAE-BC57E5392B05}">
      <dgm:prSet/>
      <dgm:spPr/>
      <dgm:t>
        <a:bodyPr/>
        <a:lstStyle/>
        <a:p>
          <a:endParaRPr lang="en-US">
            <a:solidFill>
              <a:schemeClr val="tx2"/>
            </a:solidFill>
          </a:endParaRPr>
        </a:p>
      </dgm:t>
    </dgm:pt>
    <dgm:pt modelId="{BC531B32-9B0E-482E-BF91-65C61F17168D}" type="sibTrans" cxnId="{B4F3EA32-CE64-4A92-9BAE-BC57E5392B05}">
      <dgm:prSet/>
      <dgm:spPr/>
      <dgm:t>
        <a:bodyPr/>
        <a:lstStyle/>
        <a:p>
          <a:endParaRPr lang="en-US">
            <a:solidFill>
              <a:schemeClr val="tx2"/>
            </a:solidFill>
          </a:endParaRPr>
        </a:p>
      </dgm:t>
    </dgm:pt>
    <dgm:pt modelId="{EE62A4F6-4AC4-435B-990E-81A71CE8CAC7}">
      <dgm:prSet phldrT="[Text]"/>
      <dgm:spPr/>
      <dgm:t>
        <a:bodyPr/>
        <a:lstStyle/>
        <a:p>
          <a:r>
            <a:rPr lang="en-US" dirty="0">
              <a:solidFill>
                <a:schemeClr val="tx2"/>
              </a:solidFill>
            </a:rPr>
            <a:t>Lorem Ipsum</a:t>
          </a:r>
        </a:p>
      </dgm:t>
    </dgm:pt>
    <dgm:pt modelId="{F287B947-7343-4FA2-B288-B23A59FFAE31}" type="parTrans" cxnId="{3A2CECA6-0C5B-46BB-B7C6-7D37E9D210BD}">
      <dgm:prSet/>
      <dgm:spPr/>
      <dgm:t>
        <a:bodyPr/>
        <a:lstStyle/>
        <a:p>
          <a:endParaRPr lang="en-US">
            <a:solidFill>
              <a:schemeClr val="tx2"/>
            </a:solidFill>
          </a:endParaRPr>
        </a:p>
      </dgm:t>
    </dgm:pt>
    <dgm:pt modelId="{389F9A93-0231-4877-8C41-5D5B8DD7AAC0}" type="sibTrans" cxnId="{3A2CECA6-0C5B-46BB-B7C6-7D37E9D210BD}">
      <dgm:prSet/>
      <dgm:spPr/>
      <dgm:t>
        <a:bodyPr/>
        <a:lstStyle/>
        <a:p>
          <a:endParaRPr lang="en-US">
            <a:solidFill>
              <a:schemeClr val="tx2"/>
            </a:solidFill>
          </a:endParaRPr>
        </a:p>
      </dgm:t>
    </dgm:pt>
    <dgm:pt modelId="{6CF284C3-4A70-4432-8F33-E75A802B3330}">
      <dgm:prSet/>
      <dgm:spPr/>
      <dgm:t>
        <a:bodyPr/>
        <a:lstStyle/>
        <a:p>
          <a:r>
            <a:rPr lang="en-US" dirty="0">
              <a:solidFill>
                <a:schemeClr val="tx2"/>
              </a:solidFill>
            </a:rPr>
            <a:t>Some text here</a:t>
          </a:r>
        </a:p>
      </dgm:t>
    </dgm:pt>
    <dgm:pt modelId="{044831E6-2FC9-4DDA-81FB-5FA418568D07}" type="parTrans" cxnId="{2DC24386-BC50-4BAB-8571-16CB10C2603C}">
      <dgm:prSet/>
      <dgm:spPr/>
      <dgm:t>
        <a:bodyPr/>
        <a:lstStyle/>
        <a:p>
          <a:endParaRPr lang="en-US">
            <a:solidFill>
              <a:schemeClr val="tx2"/>
            </a:solidFill>
          </a:endParaRPr>
        </a:p>
      </dgm:t>
    </dgm:pt>
    <dgm:pt modelId="{CD50B82D-84BB-4747-B282-ABB339EBA294}" type="sibTrans" cxnId="{2DC24386-BC50-4BAB-8571-16CB10C2603C}">
      <dgm:prSet/>
      <dgm:spPr/>
      <dgm:t>
        <a:bodyPr/>
        <a:lstStyle/>
        <a:p>
          <a:endParaRPr lang="en-US">
            <a:solidFill>
              <a:schemeClr val="tx2"/>
            </a:solidFill>
          </a:endParaRPr>
        </a:p>
      </dgm:t>
    </dgm:pt>
    <dgm:pt modelId="{3AF880A5-0F00-4315-A5DF-1FE656798601}">
      <dgm:prSet phldrT="[Text]"/>
      <dgm:spPr/>
      <dgm:t>
        <a:bodyPr/>
        <a:lstStyle/>
        <a:p>
          <a:r>
            <a:rPr lang="en-US" dirty="0">
              <a:solidFill>
                <a:schemeClr val="tx2"/>
              </a:solidFill>
            </a:rPr>
            <a:t>Some text here</a:t>
          </a:r>
        </a:p>
      </dgm:t>
    </dgm:pt>
    <dgm:pt modelId="{A13BB1F9-5857-4B43-8BF5-6589AA2CB759}" type="parTrans" cxnId="{24F8CBE2-5003-4E69-A772-6B98F2B05181}">
      <dgm:prSet/>
      <dgm:spPr/>
      <dgm:t>
        <a:bodyPr/>
        <a:lstStyle/>
        <a:p>
          <a:endParaRPr lang="en-US">
            <a:solidFill>
              <a:schemeClr val="tx2"/>
            </a:solidFill>
          </a:endParaRPr>
        </a:p>
      </dgm:t>
    </dgm:pt>
    <dgm:pt modelId="{C198C41D-2640-4669-83ED-E0CD35701C8E}" type="sibTrans" cxnId="{24F8CBE2-5003-4E69-A772-6B98F2B05181}">
      <dgm:prSet/>
      <dgm:spPr/>
      <dgm:t>
        <a:bodyPr/>
        <a:lstStyle/>
        <a:p>
          <a:endParaRPr lang="en-US">
            <a:solidFill>
              <a:schemeClr val="tx2"/>
            </a:solidFill>
          </a:endParaRPr>
        </a:p>
      </dgm:t>
    </dgm:pt>
    <dgm:pt modelId="{8EA7219F-BDB2-48EB-9EEB-3133522D132E}">
      <dgm:prSet phldrT="[Text]"/>
      <dgm:spPr/>
      <dgm:t>
        <a:bodyPr/>
        <a:lstStyle/>
        <a:p>
          <a:r>
            <a:rPr lang="en-US" dirty="0">
              <a:solidFill>
                <a:schemeClr val="tx2"/>
              </a:solidFill>
            </a:rPr>
            <a:t>Some text here</a:t>
          </a:r>
        </a:p>
      </dgm:t>
    </dgm:pt>
    <dgm:pt modelId="{3EE8403A-CB7C-4815-85BD-AEBCAEB71B37}" type="parTrans" cxnId="{58AD7EEF-D408-406B-87EE-4691D4C30668}">
      <dgm:prSet/>
      <dgm:spPr/>
      <dgm:t>
        <a:bodyPr/>
        <a:lstStyle/>
        <a:p>
          <a:endParaRPr lang="en-US">
            <a:solidFill>
              <a:schemeClr val="tx2"/>
            </a:solidFill>
          </a:endParaRPr>
        </a:p>
      </dgm:t>
    </dgm:pt>
    <dgm:pt modelId="{C94B7947-85DC-4B21-BB99-DF8438356F98}" type="sibTrans" cxnId="{58AD7EEF-D408-406B-87EE-4691D4C30668}">
      <dgm:prSet/>
      <dgm:spPr/>
      <dgm:t>
        <a:bodyPr/>
        <a:lstStyle/>
        <a:p>
          <a:endParaRPr lang="en-US">
            <a:solidFill>
              <a:schemeClr val="tx2"/>
            </a:solidFill>
          </a:endParaRPr>
        </a:p>
      </dgm:t>
    </dgm:pt>
    <dgm:pt modelId="{BE788BF5-FE9F-4C7D-A1CD-9232D7860179}">
      <dgm:prSet phldrT="[Text]"/>
      <dgm:spPr/>
      <dgm:t>
        <a:bodyPr/>
        <a:lstStyle/>
        <a:p>
          <a:r>
            <a:rPr lang="en-US">
              <a:solidFill>
                <a:schemeClr val="tx2"/>
              </a:solidFill>
            </a:rPr>
            <a:t>Some text here</a:t>
          </a:r>
          <a:endParaRPr lang="en-US" dirty="0">
            <a:solidFill>
              <a:schemeClr val="tx2"/>
            </a:solidFill>
          </a:endParaRPr>
        </a:p>
      </dgm:t>
    </dgm:pt>
    <dgm:pt modelId="{963A52CB-C772-45F2-8A30-8ABA6B14D3CE}" type="parTrans" cxnId="{35013F34-57BC-4E3C-A003-07C0E49926DB}">
      <dgm:prSet/>
      <dgm:spPr/>
      <dgm:t>
        <a:bodyPr/>
        <a:lstStyle/>
        <a:p>
          <a:endParaRPr lang="en-US">
            <a:solidFill>
              <a:schemeClr val="tx2"/>
            </a:solidFill>
          </a:endParaRPr>
        </a:p>
      </dgm:t>
    </dgm:pt>
    <dgm:pt modelId="{88191C5E-55BA-42F2-B842-FC86CBBADC0F}" type="sibTrans" cxnId="{35013F34-57BC-4E3C-A003-07C0E49926DB}">
      <dgm:prSet/>
      <dgm:spPr/>
      <dgm:t>
        <a:bodyPr/>
        <a:lstStyle/>
        <a:p>
          <a:endParaRPr lang="en-US">
            <a:solidFill>
              <a:schemeClr val="tx2"/>
            </a:solidFill>
          </a:endParaRPr>
        </a:p>
      </dgm:t>
    </dgm:pt>
    <dgm:pt modelId="{3CE06941-9820-4827-8B16-CD80CC49F780}">
      <dgm:prSet phldrT="[Text]"/>
      <dgm:spPr/>
      <dgm:t>
        <a:bodyPr/>
        <a:lstStyle/>
        <a:p>
          <a:r>
            <a:rPr lang="en-US" dirty="0">
              <a:solidFill>
                <a:schemeClr val="tx2"/>
              </a:solidFill>
            </a:rPr>
            <a:t>Some text here</a:t>
          </a:r>
        </a:p>
      </dgm:t>
    </dgm:pt>
    <dgm:pt modelId="{141A3C92-8966-4E2F-82E4-2E09E22674B2}" type="parTrans" cxnId="{C99CE395-39F6-46B4-938C-9BF085685D1A}">
      <dgm:prSet/>
      <dgm:spPr/>
      <dgm:t>
        <a:bodyPr/>
        <a:lstStyle/>
        <a:p>
          <a:endParaRPr lang="en-US">
            <a:solidFill>
              <a:schemeClr val="tx2"/>
            </a:solidFill>
          </a:endParaRPr>
        </a:p>
      </dgm:t>
    </dgm:pt>
    <dgm:pt modelId="{F58FC55B-E61F-445C-956E-0BB2202254CA}" type="sibTrans" cxnId="{C99CE395-39F6-46B4-938C-9BF085685D1A}">
      <dgm:prSet/>
      <dgm:spPr/>
      <dgm:t>
        <a:bodyPr/>
        <a:lstStyle/>
        <a:p>
          <a:endParaRPr lang="en-US">
            <a:solidFill>
              <a:schemeClr val="tx2"/>
            </a:solidFill>
          </a:endParaRPr>
        </a:p>
      </dgm:t>
    </dgm:pt>
    <dgm:pt modelId="{386C2B6D-2EE1-4682-AE61-EE246CD54E31}">
      <dgm:prSet phldrT="[Text]"/>
      <dgm:spPr/>
      <dgm:t>
        <a:bodyPr/>
        <a:lstStyle/>
        <a:p>
          <a:r>
            <a:rPr lang="en-US" dirty="0">
              <a:solidFill>
                <a:schemeClr val="tx2"/>
              </a:solidFill>
            </a:rPr>
            <a:t>Some text here</a:t>
          </a:r>
        </a:p>
      </dgm:t>
    </dgm:pt>
    <dgm:pt modelId="{649D72FB-0D8F-479C-87D1-C73133EF35E2}" type="parTrans" cxnId="{7F96AC57-2F84-4E8C-AA92-E82865EE63FE}">
      <dgm:prSet/>
      <dgm:spPr/>
      <dgm:t>
        <a:bodyPr/>
        <a:lstStyle/>
        <a:p>
          <a:endParaRPr lang="en-US">
            <a:solidFill>
              <a:schemeClr val="tx2"/>
            </a:solidFill>
          </a:endParaRPr>
        </a:p>
      </dgm:t>
    </dgm:pt>
    <dgm:pt modelId="{E1C9E6F1-2ED2-4DD8-9B78-28FC1AF5D352}" type="sibTrans" cxnId="{7F96AC57-2F84-4E8C-AA92-E82865EE63FE}">
      <dgm:prSet/>
      <dgm:spPr/>
      <dgm:t>
        <a:bodyPr/>
        <a:lstStyle/>
        <a:p>
          <a:endParaRPr lang="en-US">
            <a:solidFill>
              <a:schemeClr val="tx2"/>
            </a:solidFill>
          </a:endParaRPr>
        </a:p>
      </dgm:t>
    </dgm:pt>
    <dgm:pt modelId="{2A22E84C-3AA3-4E9C-AE5F-9C2FB0D7FB11}">
      <dgm:prSet phldrT="[Text]"/>
      <dgm:spPr/>
      <dgm:t>
        <a:bodyPr/>
        <a:lstStyle/>
        <a:p>
          <a:r>
            <a:rPr lang="en-US" dirty="0">
              <a:solidFill>
                <a:schemeClr val="tx2"/>
              </a:solidFill>
            </a:rPr>
            <a:t>Lorem Ipsum</a:t>
          </a:r>
        </a:p>
      </dgm:t>
    </dgm:pt>
    <dgm:pt modelId="{6C025E55-DF42-4C5D-AFD5-6015FA053D46}" type="parTrans" cxnId="{BEB859E7-C343-408E-86A1-667C27EE5761}">
      <dgm:prSet/>
      <dgm:spPr/>
      <dgm:t>
        <a:bodyPr/>
        <a:lstStyle/>
        <a:p>
          <a:endParaRPr lang="en-US">
            <a:solidFill>
              <a:schemeClr val="tx2"/>
            </a:solidFill>
          </a:endParaRPr>
        </a:p>
      </dgm:t>
    </dgm:pt>
    <dgm:pt modelId="{744EA591-F199-49C2-B63A-82709D96C729}" type="sibTrans" cxnId="{BEB859E7-C343-408E-86A1-667C27EE5761}">
      <dgm:prSet/>
      <dgm:spPr/>
      <dgm:t>
        <a:bodyPr/>
        <a:lstStyle/>
        <a:p>
          <a:endParaRPr lang="en-US">
            <a:solidFill>
              <a:schemeClr val="tx2"/>
            </a:solidFill>
          </a:endParaRPr>
        </a:p>
      </dgm:t>
    </dgm:pt>
    <dgm:pt modelId="{9ADACFBF-2A78-45C9-A7C4-5E5DBC674760}">
      <dgm:prSet phldrT="[Text]"/>
      <dgm:spPr/>
      <dgm:t>
        <a:bodyPr/>
        <a:lstStyle/>
        <a:p>
          <a:r>
            <a:rPr lang="en-US" dirty="0">
              <a:solidFill>
                <a:schemeClr val="tx2"/>
              </a:solidFill>
            </a:rPr>
            <a:t>Some text here</a:t>
          </a:r>
        </a:p>
      </dgm:t>
    </dgm:pt>
    <dgm:pt modelId="{E121796C-71AB-4354-A1D4-3BF0025298A5}" type="parTrans" cxnId="{2B98897D-9937-49AC-9FE9-6629E912033A}">
      <dgm:prSet/>
      <dgm:spPr/>
      <dgm:t>
        <a:bodyPr/>
        <a:lstStyle/>
        <a:p>
          <a:endParaRPr lang="en-US">
            <a:solidFill>
              <a:schemeClr val="tx2"/>
            </a:solidFill>
          </a:endParaRPr>
        </a:p>
      </dgm:t>
    </dgm:pt>
    <dgm:pt modelId="{F3FE7E5A-DC73-423B-998C-02943CF263BF}" type="sibTrans" cxnId="{2B98897D-9937-49AC-9FE9-6629E912033A}">
      <dgm:prSet/>
      <dgm:spPr/>
      <dgm:t>
        <a:bodyPr/>
        <a:lstStyle/>
        <a:p>
          <a:endParaRPr lang="en-US">
            <a:solidFill>
              <a:schemeClr val="tx2"/>
            </a:solidFill>
          </a:endParaRPr>
        </a:p>
      </dgm:t>
    </dgm:pt>
    <dgm:pt modelId="{6C39594C-4AE1-4221-9751-E4FBA9469435}">
      <dgm:prSet phldrT="[Text]"/>
      <dgm:spPr/>
      <dgm:t>
        <a:bodyPr/>
        <a:lstStyle/>
        <a:p>
          <a:r>
            <a:rPr lang="en-US" dirty="0">
              <a:solidFill>
                <a:schemeClr val="tx2"/>
              </a:solidFill>
            </a:rPr>
            <a:t>Some text here</a:t>
          </a:r>
        </a:p>
      </dgm:t>
    </dgm:pt>
    <dgm:pt modelId="{EA90E5E0-265B-4677-A3EF-FCD0DFDF4F41}" type="parTrans" cxnId="{7AF91B96-DA69-42D6-83DE-0E63677A4C47}">
      <dgm:prSet/>
      <dgm:spPr/>
      <dgm:t>
        <a:bodyPr/>
        <a:lstStyle/>
        <a:p>
          <a:endParaRPr lang="en-US">
            <a:solidFill>
              <a:schemeClr val="tx2"/>
            </a:solidFill>
          </a:endParaRPr>
        </a:p>
      </dgm:t>
    </dgm:pt>
    <dgm:pt modelId="{F04E3063-747B-4761-B46E-8C06B2EF3C55}" type="sibTrans" cxnId="{7AF91B96-DA69-42D6-83DE-0E63677A4C47}">
      <dgm:prSet/>
      <dgm:spPr/>
      <dgm:t>
        <a:bodyPr/>
        <a:lstStyle/>
        <a:p>
          <a:endParaRPr lang="en-US">
            <a:solidFill>
              <a:schemeClr val="tx2"/>
            </a:solidFill>
          </a:endParaRPr>
        </a:p>
      </dgm:t>
    </dgm:pt>
    <dgm:pt modelId="{02C5C993-2D65-4BB0-A6B2-BE7D3F9C43C2}">
      <dgm:prSet phldrT="[Text]"/>
      <dgm:spPr/>
      <dgm:t>
        <a:bodyPr/>
        <a:lstStyle/>
        <a:p>
          <a:r>
            <a:rPr lang="en-US">
              <a:solidFill>
                <a:schemeClr val="tx2"/>
              </a:solidFill>
            </a:rPr>
            <a:t>Lorem Ipsum</a:t>
          </a:r>
          <a:endParaRPr lang="en-US" dirty="0">
            <a:solidFill>
              <a:schemeClr val="tx2"/>
            </a:solidFill>
          </a:endParaRPr>
        </a:p>
      </dgm:t>
    </dgm:pt>
    <dgm:pt modelId="{6C53AFCD-6E29-4E3F-999F-41047A9320B5}" type="parTrans" cxnId="{A476C2A5-8FD1-451C-B4B9-33580FF918DD}">
      <dgm:prSet/>
      <dgm:spPr/>
      <dgm:t>
        <a:bodyPr/>
        <a:lstStyle/>
        <a:p>
          <a:endParaRPr lang="en-US">
            <a:solidFill>
              <a:schemeClr val="tx2"/>
            </a:solidFill>
          </a:endParaRPr>
        </a:p>
      </dgm:t>
    </dgm:pt>
    <dgm:pt modelId="{43DD8405-252E-423F-99DB-8319ED9821DA}" type="sibTrans" cxnId="{A476C2A5-8FD1-451C-B4B9-33580FF918DD}">
      <dgm:prSet/>
      <dgm:spPr/>
      <dgm:t>
        <a:bodyPr/>
        <a:lstStyle/>
        <a:p>
          <a:endParaRPr lang="en-US">
            <a:solidFill>
              <a:schemeClr val="tx2"/>
            </a:solidFill>
          </a:endParaRPr>
        </a:p>
      </dgm:t>
    </dgm:pt>
    <dgm:pt modelId="{4FBEDC62-4231-4076-9A0D-9DC61D34153E}">
      <dgm:prSet phldrT="[Text]"/>
      <dgm:spPr/>
      <dgm:t>
        <a:bodyPr/>
        <a:lstStyle/>
        <a:p>
          <a:r>
            <a:rPr lang="en-US" dirty="0">
              <a:solidFill>
                <a:schemeClr val="tx2"/>
              </a:solidFill>
            </a:rPr>
            <a:t>Some text here</a:t>
          </a:r>
        </a:p>
      </dgm:t>
    </dgm:pt>
    <dgm:pt modelId="{EADD1839-AFD1-4757-A4CE-D351F4DCBCD8}" type="parTrans" cxnId="{0E8533C9-EA3D-4213-88FD-57773A926E81}">
      <dgm:prSet/>
      <dgm:spPr/>
      <dgm:t>
        <a:bodyPr/>
        <a:lstStyle/>
        <a:p>
          <a:endParaRPr lang="en-US">
            <a:solidFill>
              <a:schemeClr val="tx2"/>
            </a:solidFill>
          </a:endParaRPr>
        </a:p>
      </dgm:t>
    </dgm:pt>
    <dgm:pt modelId="{B2CACC34-29E2-4636-8542-BC8705680ADD}" type="sibTrans" cxnId="{0E8533C9-EA3D-4213-88FD-57773A926E81}">
      <dgm:prSet/>
      <dgm:spPr/>
      <dgm:t>
        <a:bodyPr/>
        <a:lstStyle/>
        <a:p>
          <a:endParaRPr lang="en-US">
            <a:solidFill>
              <a:schemeClr val="tx2"/>
            </a:solidFill>
          </a:endParaRPr>
        </a:p>
      </dgm:t>
    </dgm:pt>
    <dgm:pt modelId="{4A111F95-0A29-4197-BFFB-FDA0312EF033}">
      <dgm:prSet phldrT="[Text]"/>
      <dgm:spPr/>
      <dgm:t>
        <a:bodyPr/>
        <a:lstStyle/>
        <a:p>
          <a:r>
            <a:rPr lang="en-US" dirty="0">
              <a:solidFill>
                <a:schemeClr val="tx2"/>
              </a:solidFill>
            </a:rPr>
            <a:t>Some text here</a:t>
          </a:r>
        </a:p>
      </dgm:t>
    </dgm:pt>
    <dgm:pt modelId="{80585778-3351-4CE2-87C7-F9C13094C891}" type="parTrans" cxnId="{41BBADF8-551E-41E5-A2F8-2CAEC5D87928}">
      <dgm:prSet/>
      <dgm:spPr/>
      <dgm:t>
        <a:bodyPr/>
        <a:lstStyle/>
        <a:p>
          <a:endParaRPr lang="en-US">
            <a:solidFill>
              <a:schemeClr val="tx2"/>
            </a:solidFill>
          </a:endParaRPr>
        </a:p>
      </dgm:t>
    </dgm:pt>
    <dgm:pt modelId="{A1426C51-32DF-487B-BDD3-F9BA7F8277E3}" type="sibTrans" cxnId="{41BBADF8-551E-41E5-A2F8-2CAEC5D87928}">
      <dgm:prSet/>
      <dgm:spPr/>
      <dgm:t>
        <a:bodyPr/>
        <a:lstStyle/>
        <a:p>
          <a:endParaRPr lang="en-US">
            <a:solidFill>
              <a:schemeClr val="tx2"/>
            </a:solidFill>
          </a:endParaRPr>
        </a:p>
      </dgm:t>
    </dgm:pt>
    <dgm:pt modelId="{798A5BD7-5100-4272-8761-87A486DF6CCA}" type="pres">
      <dgm:prSet presAssocID="{B9C32B05-62EA-407A-B21C-2310C7945705}" presName="cycle" presStyleCnt="0">
        <dgm:presLayoutVars>
          <dgm:dir/>
          <dgm:resizeHandles val="exact"/>
        </dgm:presLayoutVars>
      </dgm:prSet>
      <dgm:spPr/>
    </dgm:pt>
    <dgm:pt modelId="{077EAC95-9A8C-4CFC-804A-B1EB3B761D93}" type="pres">
      <dgm:prSet presAssocID="{42D71409-67F9-455C-8C6D-716D284AAA6B}" presName="dummy" presStyleCnt="0"/>
      <dgm:spPr/>
    </dgm:pt>
    <dgm:pt modelId="{6ABC4DC8-41D9-43A4-A2F1-E9E6AE2BDD50}" type="pres">
      <dgm:prSet presAssocID="{42D71409-67F9-455C-8C6D-716D284AAA6B}" presName="node" presStyleLbl="revTx" presStyleIdx="0" presStyleCnt="5">
        <dgm:presLayoutVars>
          <dgm:bulletEnabled val="1"/>
        </dgm:presLayoutVars>
      </dgm:prSet>
      <dgm:spPr/>
    </dgm:pt>
    <dgm:pt modelId="{0D106DAE-B480-4098-A955-109F91EF3864}" type="pres">
      <dgm:prSet presAssocID="{478B7D3C-9FB4-4BC6-90AC-49960560DECD}" presName="sibTrans" presStyleLbl="node1" presStyleIdx="0" presStyleCnt="5"/>
      <dgm:spPr/>
    </dgm:pt>
    <dgm:pt modelId="{4245CF0F-45A1-472D-B733-6B1CCDC27E55}" type="pres">
      <dgm:prSet presAssocID="{F66099B6-DBBD-4AB0-82D2-877B80F846F7}" presName="dummy" presStyleCnt="0"/>
      <dgm:spPr/>
    </dgm:pt>
    <dgm:pt modelId="{BBEF1C6D-0AA7-437F-BCED-BB1E9BBC2335}" type="pres">
      <dgm:prSet presAssocID="{F66099B6-DBBD-4AB0-82D2-877B80F846F7}" presName="node" presStyleLbl="revTx" presStyleIdx="1" presStyleCnt="5">
        <dgm:presLayoutVars>
          <dgm:bulletEnabled val="1"/>
        </dgm:presLayoutVars>
      </dgm:prSet>
      <dgm:spPr/>
    </dgm:pt>
    <dgm:pt modelId="{379FD0BD-79B9-4980-843D-36369F8C4555}" type="pres">
      <dgm:prSet presAssocID="{BC531B32-9B0E-482E-BF91-65C61F17168D}" presName="sibTrans" presStyleLbl="node1" presStyleIdx="1" presStyleCnt="5"/>
      <dgm:spPr/>
    </dgm:pt>
    <dgm:pt modelId="{77F7AAF2-BB40-45FA-A9EC-FC44CA08E077}" type="pres">
      <dgm:prSet presAssocID="{EE62A4F6-4AC4-435B-990E-81A71CE8CAC7}" presName="dummy" presStyleCnt="0"/>
      <dgm:spPr/>
    </dgm:pt>
    <dgm:pt modelId="{73924E99-0454-4370-A352-B727525F97E4}" type="pres">
      <dgm:prSet presAssocID="{EE62A4F6-4AC4-435B-990E-81A71CE8CAC7}" presName="node" presStyleLbl="revTx" presStyleIdx="2" presStyleCnt="5">
        <dgm:presLayoutVars>
          <dgm:bulletEnabled val="1"/>
        </dgm:presLayoutVars>
      </dgm:prSet>
      <dgm:spPr/>
    </dgm:pt>
    <dgm:pt modelId="{4897F1E9-D6AD-428C-87CA-5E9D06685322}" type="pres">
      <dgm:prSet presAssocID="{389F9A93-0231-4877-8C41-5D5B8DD7AAC0}" presName="sibTrans" presStyleLbl="node1" presStyleIdx="2" presStyleCnt="5"/>
      <dgm:spPr/>
    </dgm:pt>
    <dgm:pt modelId="{80B50FB5-0C21-413A-9F78-961B31DA9C01}" type="pres">
      <dgm:prSet presAssocID="{2A22E84C-3AA3-4E9C-AE5F-9C2FB0D7FB11}" presName="dummy" presStyleCnt="0"/>
      <dgm:spPr/>
    </dgm:pt>
    <dgm:pt modelId="{473331BF-BB78-4AEE-9200-9A7C83EC1D1B}" type="pres">
      <dgm:prSet presAssocID="{2A22E84C-3AA3-4E9C-AE5F-9C2FB0D7FB11}" presName="node" presStyleLbl="revTx" presStyleIdx="3" presStyleCnt="5">
        <dgm:presLayoutVars>
          <dgm:bulletEnabled val="1"/>
        </dgm:presLayoutVars>
      </dgm:prSet>
      <dgm:spPr/>
    </dgm:pt>
    <dgm:pt modelId="{4746930B-2175-478D-8380-0C927C41BE79}" type="pres">
      <dgm:prSet presAssocID="{744EA591-F199-49C2-B63A-82709D96C729}" presName="sibTrans" presStyleLbl="node1" presStyleIdx="3" presStyleCnt="5"/>
      <dgm:spPr/>
    </dgm:pt>
    <dgm:pt modelId="{402A8436-A46E-45B7-A669-C52E4C904BCE}" type="pres">
      <dgm:prSet presAssocID="{02C5C993-2D65-4BB0-A6B2-BE7D3F9C43C2}" presName="dummy" presStyleCnt="0"/>
      <dgm:spPr/>
    </dgm:pt>
    <dgm:pt modelId="{710A3F9D-AF00-4138-9B60-5421B7ADBF5C}" type="pres">
      <dgm:prSet presAssocID="{02C5C993-2D65-4BB0-A6B2-BE7D3F9C43C2}" presName="node" presStyleLbl="revTx" presStyleIdx="4" presStyleCnt="5">
        <dgm:presLayoutVars>
          <dgm:bulletEnabled val="1"/>
        </dgm:presLayoutVars>
      </dgm:prSet>
      <dgm:spPr/>
    </dgm:pt>
    <dgm:pt modelId="{348F6918-B4DA-47DD-AE78-037DBA5C3817}" type="pres">
      <dgm:prSet presAssocID="{43DD8405-252E-423F-99DB-8319ED9821DA}" presName="sibTrans" presStyleLbl="node1" presStyleIdx="4" presStyleCnt="5"/>
      <dgm:spPr/>
    </dgm:pt>
  </dgm:ptLst>
  <dgm:cxnLst>
    <dgm:cxn modelId="{EF149004-A902-4567-A534-95BAF1D31A5F}" type="presOf" srcId="{43DD8405-252E-423F-99DB-8319ED9821DA}" destId="{348F6918-B4DA-47DD-AE78-037DBA5C3817}" srcOrd="0" destOrd="0" presId="urn:microsoft.com/office/officeart/2005/8/layout/cycle1"/>
    <dgm:cxn modelId="{D570C60A-09DE-43F1-8F49-C5D42E6F8F55}" type="presOf" srcId="{B9C32B05-62EA-407A-B21C-2310C7945705}" destId="{798A5BD7-5100-4272-8761-87A486DF6CCA}" srcOrd="0" destOrd="0" presId="urn:microsoft.com/office/officeart/2005/8/layout/cycle1"/>
    <dgm:cxn modelId="{877D5F1F-7BCA-4E92-9D1D-DE031C48CC00}" type="presOf" srcId="{4A111F95-0A29-4197-BFFB-FDA0312EF033}" destId="{710A3F9D-AF00-4138-9B60-5421B7ADBF5C}" srcOrd="0" destOrd="2" presId="urn:microsoft.com/office/officeart/2005/8/layout/cycle1"/>
    <dgm:cxn modelId="{2AA9C11F-1F1D-428E-801A-47EAA766C99D}" srcId="{B9C32B05-62EA-407A-B21C-2310C7945705}" destId="{42D71409-67F9-455C-8C6D-716D284AAA6B}" srcOrd="0" destOrd="0" parTransId="{51680ED1-AF6E-4B28-AE94-92B0EFB0DF7D}" sibTransId="{478B7D3C-9FB4-4BC6-90AC-49960560DECD}"/>
    <dgm:cxn modelId="{D3F6E527-FBBA-45B9-A02F-F02626464900}" type="presOf" srcId="{EE62A4F6-4AC4-435B-990E-81A71CE8CAC7}" destId="{73924E99-0454-4370-A352-B727525F97E4}" srcOrd="0" destOrd="0" presId="urn:microsoft.com/office/officeart/2005/8/layout/cycle1"/>
    <dgm:cxn modelId="{B4F3EA32-CE64-4A92-9BAE-BC57E5392B05}" srcId="{B9C32B05-62EA-407A-B21C-2310C7945705}" destId="{F66099B6-DBBD-4AB0-82D2-877B80F846F7}" srcOrd="1" destOrd="0" parTransId="{B09C8BFB-F41C-4AC4-AB94-F216E3081C2D}" sibTransId="{BC531B32-9B0E-482E-BF91-65C61F17168D}"/>
    <dgm:cxn modelId="{35013F34-57BC-4E3C-A003-07C0E49926DB}" srcId="{F66099B6-DBBD-4AB0-82D2-877B80F846F7}" destId="{BE788BF5-FE9F-4C7D-A1CD-9232D7860179}" srcOrd="1" destOrd="0" parTransId="{963A52CB-C772-45F2-8A30-8ABA6B14D3CE}" sibTransId="{88191C5E-55BA-42F2-B842-FC86CBBADC0F}"/>
    <dgm:cxn modelId="{AF39D03B-8CB1-4B7B-B5CE-7A099FC72378}" type="presOf" srcId="{3CE06941-9820-4827-8B16-CD80CC49F780}" destId="{73924E99-0454-4370-A352-B727525F97E4}" srcOrd="0" destOrd="1" presId="urn:microsoft.com/office/officeart/2005/8/layout/cycle1"/>
    <dgm:cxn modelId="{1A4DDC5B-9D9C-4EDD-A80E-50D6AD80F266}" type="presOf" srcId="{9ADACFBF-2A78-45C9-A7C4-5E5DBC674760}" destId="{473331BF-BB78-4AEE-9200-9A7C83EC1D1B}" srcOrd="0" destOrd="1" presId="urn:microsoft.com/office/officeart/2005/8/layout/cycle1"/>
    <dgm:cxn modelId="{AFE29C64-788A-49C2-88D1-49F7D37B939F}" type="presOf" srcId="{BE788BF5-FE9F-4C7D-A1CD-9232D7860179}" destId="{BBEF1C6D-0AA7-437F-BCED-BB1E9BBC2335}" srcOrd="0" destOrd="2" presId="urn:microsoft.com/office/officeart/2005/8/layout/cycle1"/>
    <dgm:cxn modelId="{E178CE64-B9BB-4563-9313-1DF2A1B1C259}" type="presOf" srcId="{478B7D3C-9FB4-4BC6-90AC-49960560DECD}" destId="{0D106DAE-B480-4098-A955-109F91EF3864}" srcOrd="0" destOrd="0" presId="urn:microsoft.com/office/officeart/2005/8/layout/cycle1"/>
    <dgm:cxn modelId="{861BCE45-FAF9-46D1-AABC-E49701C7F928}" type="presOf" srcId="{4FBEDC62-4231-4076-9A0D-9DC61D34153E}" destId="{710A3F9D-AF00-4138-9B60-5421B7ADBF5C}" srcOrd="0" destOrd="1" presId="urn:microsoft.com/office/officeart/2005/8/layout/cycle1"/>
    <dgm:cxn modelId="{F42B766F-9A66-4AF9-9CBB-9152F35541CE}" type="presOf" srcId="{6C39594C-4AE1-4221-9751-E4FBA9469435}" destId="{473331BF-BB78-4AEE-9200-9A7C83EC1D1B}" srcOrd="0" destOrd="2" presId="urn:microsoft.com/office/officeart/2005/8/layout/cycle1"/>
    <dgm:cxn modelId="{F7E9B670-CE02-4403-BFAF-AABDBE630F15}" type="presOf" srcId="{8EA7219F-BDB2-48EB-9EEB-3133522D132E}" destId="{6ABC4DC8-41D9-43A4-A2F1-E9E6AE2BDD50}" srcOrd="0" destOrd="1" presId="urn:microsoft.com/office/officeart/2005/8/layout/cycle1"/>
    <dgm:cxn modelId="{98432554-367F-42AC-A9CF-BFA6D79B3B4B}" type="presOf" srcId="{3AF880A5-0F00-4315-A5DF-1FE656798601}" destId="{6ABC4DC8-41D9-43A4-A2F1-E9E6AE2BDD50}" srcOrd="0" destOrd="2" presId="urn:microsoft.com/office/officeart/2005/8/layout/cycle1"/>
    <dgm:cxn modelId="{7F96AC57-2F84-4E8C-AA92-E82865EE63FE}" srcId="{EE62A4F6-4AC4-435B-990E-81A71CE8CAC7}" destId="{386C2B6D-2EE1-4682-AE61-EE246CD54E31}" srcOrd="1" destOrd="0" parTransId="{649D72FB-0D8F-479C-87D1-C73133EF35E2}" sibTransId="{E1C9E6F1-2ED2-4DD8-9B78-28FC1AF5D352}"/>
    <dgm:cxn modelId="{FADC4C5A-3F00-4E5A-ADD0-DD7367FFC976}" type="presOf" srcId="{F66099B6-DBBD-4AB0-82D2-877B80F846F7}" destId="{BBEF1C6D-0AA7-437F-BCED-BB1E9BBC2335}" srcOrd="0" destOrd="0" presId="urn:microsoft.com/office/officeart/2005/8/layout/cycle1"/>
    <dgm:cxn modelId="{2B98897D-9937-49AC-9FE9-6629E912033A}" srcId="{2A22E84C-3AA3-4E9C-AE5F-9C2FB0D7FB11}" destId="{9ADACFBF-2A78-45C9-A7C4-5E5DBC674760}" srcOrd="0" destOrd="0" parTransId="{E121796C-71AB-4354-A1D4-3BF0025298A5}" sibTransId="{F3FE7E5A-DC73-423B-998C-02943CF263BF}"/>
    <dgm:cxn modelId="{20F57A82-6B9D-4773-9362-E06275B15A22}" type="presOf" srcId="{6CF284C3-4A70-4432-8F33-E75A802B3330}" destId="{BBEF1C6D-0AA7-437F-BCED-BB1E9BBC2335}" srcOrd="0" destOrd="1" presId="urn:microsoft.com/office/officeart/2005/8/layout/cycle1"/>
    <dgm:cxn modelId="{2DC24386-BC50-4BAB-8571-16CB10C2603C}" srcId="{F66099B6-DBBD-4AB0-82D2-877B80F846F7}" destId="{6CF284C3-4A70-4432-8F33-E75A802B3330}" srcOrd="0" destOrd="0" parTransId="{044831E6-2FC9-4DDA-81FB-5FA418568D07}" sibTransId="{CD50B82D-84BB-4747-B282-ABB339EBA294}"/>
    <dgm:cxn modelId="{C99CE395-39F6-46B4-938C-9BF085685D1A}" srcId="{EE62A4F6-4AC4-435B-990E-81A71CE8CAC7}" destId="{3CE06941-9820-4827-8B16-CD80CC49F780}" srcOrd="0" destOrd="0" parTransId="{141A3C92-8966-4E2F-82E4-2E09E22674B2}" sibTransId="{F58FC55B-E61F-445C-956E-0BB2202254CA}"/>
    <dgm:cxn modelId="{7AF91B96-DA69-42D6-83DE-0E63677A4C47}" srcId="{2A22E84C-3AA3-4E9C-AE5F-9C2FB0D7FB11}" destId="{6C39594C-4AE1-4221-9751-E4FBA9469435}" srcOrd="1" destOrd="0" parTransId="{EA90E5E0-265B-4677-A3EF-FCD0DFDF4F41}" sibTransId="{F04E3063-747B-4761-B46E-8C06B2EF3C55}"/>
    <dgm:cxn modelId="{C2A7B099-3D06-455E-984D-8F4B76E76B9D}" type="presOf" srcId="{BC531B32-9B0E-482E-BF91-65C61F17168D}" destId="{379FD0BD-79B9-4980-843D-36369F8C4555}" srcOrd="0" destOrd="0" presId="urn:microsoft.com/office/officeart/2005/8/layout/cycle1"/>
    <dgm:cxn modelId="{A476C2A5-8FD1-451C-B4B9-33580FF918DD}" srcId="{B9C32B05-62EA-407A-B21C-2310C7945705}" destId="{02C5C993-2D65-4BB0-A6B2-BE7D3F9C43C2}" srcOrd="4" destOrd="0" parTransId="{6C53AFCD-6E29-4E3F-999F-41047A9320B5}" sibTransId="{43DD8405-252E-423F-99DB-8319ED9821DA}"/>
    <dgm:cxn modelId="{3A2CECA6-0C5B-46BB-B7C6-7D37E9D210BD}" srcId="{B9C32B05-62EA-407A-B21C-2310C7945705}" destId="{EE62A4F6-4AC4-435B-990E-81A71CE8CAC7}" srcOrd="2" destOrd="0" parTransId="{F287B947-7343-4FA2-B288-B23A59FFAE31}" sibTransId="{389F9A93-0231-4877-8C41-5D5B8DD7AAC0}"/>
    <dgm:cxn modelId="{3FD599AA-51CF-4F1A-AD53-564C8BD57AA9}" type="presOf" srcId="{386C2B6D-2EE1-4682-AE61-EE246CD54E31}" destId="{73924E99-0454-4370-A352-B727525F97E4}" srcOrd="0" destOrd="2" presId="urn:microsoft.com/office/officeart/2005/8/layout/cycle1"/>
    <dgm:cxn modelId="{D14D91B4-7AA1-4771-B9FF-DF9BCC5AFD4C}" type="presOf" srcId="{42D71409-67F9-455C-8C6D-716D284AAA6B}" destId="{6ABC4DC8-41D9-43A4-A2F1-E9E6AE2BDD50}" srcOrd="0" destOrd="0" presId="urn:microsoft.com/office/officeart/2005/8/layout/cycle1"/>
    <dgm:cxn modelId="{80EFB7BB-DD6F-40E1-90E3-2DA15034F7F1}" type="presOf" srcId="{389F9A93-0231-4877-8C41-5D5B8DD7AAC0}" destId="{4897F1E9-D6AD-428C-87CA-5E9D06685322}" srcOrd="0" destOrd="0" presId="urn:microsoft.com/office/officeart/2005/8/layout/cycle1"/>
    <dgm:cxn modelId="{0E8533C9-EA3D-4213-88FD-57773A926E81}" srcId="{02C5C993-2D65-4BB0-A6B2-BE7D3F9C43C2}" destId="{4FBEDC62-4231-4076-9A0D-9DC61D34153E}" srcOrd="0" destOrd="0" parTransId="{EADD1839-AFD1-4757-A4CE-D351F4DCBCD8}" sibTransId="{B2CACC34-29E2-4636-8542-BC8705680ADD}"/>
    <dgm:cxn modelId="{55270ECE-1ED9-41CE-A75C-E7A9BB020B15}" type="presOf" srcId="{744EA591-F199-49C2-B63A-82709D96C729}" destId="{4746930B-2175-478D-8380-0C927C41BE79}" srcOrd="0" destOrd="0" presId="urn:microsoft.com/office/officeart/2005/8/layout/cycle1"/>
    <dgm:cxn modelId="{2AFE20CF-CE28-4F4B-AD02-D7CEF220C3C6}" type="presOf" srcId="{02C5C993-2D65-4BB0-A6B2-BE7D3F9C43C2}" destId="{710A3F9D-AF00-4138-9B60-5421B7ADBF5C}" srcOrd="0" destOrd="0" presId="urn:microsoft.com/office/officeart/2005/8/layout/cycle1"/>
    <dgm:cxn modelId="{B3CBEED7-2ED2-47A9-9D2A-3ECA1D700CE3}" type="presOf" srcId="{2A22E84C-3AA3-4E9C-AE5F-9C2FB0D7FB11}" destId="{473331BF-BB78-4AEE-9200-9A7C83EC1D1B}" srcOrd="0" destOrd="0" presId="urn:microsoft.com/office/officeart/2005/8/layout/cycle1"/>
    <dgm:cxn modelId="{24F8CBE2-5003-4E69-A772-6B98F2B05181}" srcId="{42D71409-67F9-455C-8C6D-716D284AAA6B}" destId="{3AF880A5-0F00-4315-A5DF-1FE656798601}" srcOrd="1" destOrd="0" parTransId="{A13BB1F9-5857-4B43-8BF5-6589AA2CB759}" sibTransId="{C198C41D-2640-4669-83ED-E0CD35701C8E}"/>
    <dgm:cxn modelId="{BEB859E7-C343-408E-86A1-667C27EE5761}" srcId="{B9C32B05-62EA-407A-B21C-2310C7945705}" destId="{2A22E84C-3AA3-4E9C-AE5F-9C2FB0D7FB11}" srcOrd="3" destOrd="0" parTransId="{6C025E55-DF42-4C5D-AFD5-6015FA053D46}" sibTransId="{744EA591-F199-49C2-B63A-82709D96C729}"/>
    <dgm:cxn modelId="{58AD7EEF-D408-406B-87EE-4691D4C30668}" srcId="{42D71409-67F9-455C-8C6D-716D284AAA6B}" destId="{8EA7219F-BDB2-48EB-9EEB-3133522D132E}" srcOrd="0" destOrd="0" parTransId="{3EE8403A-CB7C-4815-85BD-AEBCAEB71B37}" sibTransId="{C94B7947-85DC-4B21-BB99-DF8438356F98}"/>
    <dgm:cxn modelId="{41BBADF8-551E-41E5-A2F8-2CAEC5D87928}" srcId="{02C5C993-2D65-4BB0-A6B2-BE7D3F9C43C2}" destId="{4A111F95-0A29-4197-BFFB-FDA0312EF033}" srcOrd="1" destOrd="0" parTransId="{80585778-3351-4CE2-87C7-F9C13094C891}" sibTransId="{A1426C51-32DF-487B-BDD3-F9BA7F8277E3}"/>
    <dgm:cxn modelId="{0A1DC426-79A5-4D27-B286-2EB1CC7241EC}" type="presParOf" srcId="{798A5BD7-5100-4272-8761-87A486DF6CCA}" destId="{077EAC95-9A8C-4CFC-804A-B1EB3B761D93}" srcOrd="0" destOrd="0" presId="urn:microsoft.com/office/officeart/2005/8/layout/cycle1"/>
    <dgm:cxn modelId="{4BE7423F-1521-4273-95F5-DAD86DC538D6}" type="presParOf" srcId="{798A5BD7-5100-4272-8761-87A486DF6CCA}" destId="{6ABC4DC8-41D9-43A4-A2F1-E9E6AE2BDD50}" srcOrd="1" destOrd="0" presId="urn:microsoft.com/office/officeart/2005/8/layout/cycle1"/>
    <dgm:cxn modelId="{57C81D37-7C24-4E40-8D81-16870D4593BA}" type="presParOf" srcId="{798A5BD7-5100-4272-8761-87A486DF6CCA}" destId="{0D106DAE-B480-4098-A955-109F91EF3864}" srcOrd="2" destOrd="0" presId="urn:microsoft.com/office/officeart/2005/8/layout/cycle1"/>
    <dgm:cxn modelId="{494E22B9-3F5A-42A9-85BE-CAA96F0E2AE2}" type="presParOf" srcId="{798A5BD7-5100-4272-8761-87A486DF6CCA}" destId="{4245CF0F-45A1-472D-B733-6B1CCDC27E55}" srcOrd="3" destOrd="0" presId="urn:microsoft.com/office/officeart/2005/8/layout/cycle1"/>
    <dgm:cxn modelId="{05ABA23D-8B78-43DE-BBD4-0FE9EC652CEE}" type="presParOf" srcId="{798A5BD7-5100-4272-8761-87A486DF6CCA}" destId="{BBEF1C6D-0AA7-437F-BCED-BB1E9BBC2335}" srcOrd="4" destOrd="0" presId="urn:microsoft.com/office/officeart/2005/8/layout/cycle1"/>
    <dgm:cxn modelId="{2CF062A5-2389-4B4E-97E7-620A2247E293}" type="presParOf" srcId="{798A5BD7-5100-4272-8761-87A486DF6CCA}" destId="{379FD0BD-79B9-4980-843D-36369F8C4555}" srcOrd="5" destOrd="0" presId="urn:microsoft.com/office/officeart/2005/8/layout/cycle1"/>
    <dgm:cxn modelId="{8B26E5D9-9E29-4336-835E-6D1D0DF94B7D}" type="presParOf" srcId="{798A5BD7-5100-4272-8761-87A486DF6CCA}" destId="{77F7AAF2-BB40-45FA-A9EC-FC44CA08E077}" srcOrd="6" destOrd="0" presId="urn:microsoft.com/office/officeart/2005/8/layout/cycle1"/>
    <dgm:cxn modelId="{AA55F5A0-173E-4CD3-B6D2-301996D930EA}" type="presParOf" srcId="{798A5BD7-5100-4272-8761-87A486DF6CCA}" destId="{73924E99-0454-4370-A352-B727525F97E4}" srcOrd="7" destOrd="0" presId="urn:microsoft.com/office/officeart/2005/8/layout/cycle1"/>
    <dgm:cxn modelId="{3B190785-4886-4102-9678-B46D22E55A79}" type="presParOf" srcId="{798A5BD7-5100-4272-8761-87A486DF6CCA}" destId="{4897F1E9-D6AD-428C-87CA-5E9D06685322}" srcOrd="8" destOrd="0" presId="urn:microsoft.com/office/officeart/2005/8/layout/cycle1"/>
    <dgm:cxn modelId="{BE301DD0-72F5-4D71-9DB9-C17C345B3E8F}" type="presParOf" srcId="{798A5BD7-5100-4272-8761-87A486DF6CCA}" destId="{80B50FB5-0C21-413A-9F78-961B31DA9C01}" srcOrd="9" destOrd="0" presId="urn:microsoft.com/office/officeart/2005/8/layout/cycle1"/>
    <dgm:cxn modelId="{EB88B90C-5AB3-42AC-B3C0-78F8FF09DA77}" type="presParOf" srcId="{798A5BD7-5100-4272-8761-87A486DF6CCA}" destId="{473331BF-BB78-4AEE-9200-9A7C83EC1D1B}" srcOrd="10" destOrd="0" presId="urn:microsoft.com/office/officeart/2005/8/layout/cycle1"/>
    <dgm:cxn modelId="{4BC37B25-41E1-4583-A359-0FB0EA55EE0F}" type="presParOf" srcId="{798A5BD7-5100-4272-8761-87A486DF6CCA}" destId="{4746930B-2175-478D-8380-0C927C41BE79}" srcOrd="11" destOrd="0" presId="urn:microsoft.com/office/officeart/2005/8/layout/cycle1"/>
    <dgm:cxn modelId="{B743A2EC-005F-421C-8B9B-7093883AF1F5}" type="presParOf" srcId="{798A5BD7-5100-4272-8761-87A486DF6CCA}" destId="{402A8436-A46E-45B7-A669-C52E4C904BCE}" srcOrd="12" destOrd="0" presId="urn:microsoft.com/office/officeart/2005/8/layout/cycle1"/>
    <dgm:cxn modelId="{3B3B36BE-D789-47C5-98BC-A990F2080F6E}" type="presParOf" srcId="{798A5BD7-5100-4272-8761-87A486DF6CCA}" destId="{710A3F9D-AF00-4138-9B60-5421B7ADBF5C}" srcOrd="13" destOrd="0" presId="urn:microsoft.com/office/officeart/2005/8/layout/cycle1"/>
    <dgm:cxn modelId="{C265DBD6-3C1D-44EA-B3F5-2C1A2E41D60E}" type="presParOf" srcId="{798A5BD7-5100-4272-8761-87A486DF6CCA}" destId="{348F6918-B4DA-47DD-AE78-037DBA5C3817}" srcOrd="14" destOrd="0" presId="urn:microsoft.com/office/officeart/2005/8/layout/cycle1"/>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85.xml><?xml version="1.0" encoding="utf-8"?>
<dgm:dataModel xmlns:dgm="http://schemas.openxmlformats.org/drawingml/2006/diagram" xmlns:a="http://schemas.openxmlformats.org/drawingml/2006/main">
  <dgm:ptLst>
    <dgm:pt modelId="{B9C32B05-62EA-407A-B21C-2310C7945705}" type="doc">
      <dgm:prSet loTypeId="urn:microsoft.com/office/officeart/2005/8/layout/cycle5" loCatId="cycle"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F66099B6-DBBD-4AB0-82D2-877B80F846F7}">
      <dgm:prSet phldrT="[Text]"/>
      <dgm:spPr/>
      <dgm:t>
        <a:bodyPr/>
        <a:lstStyle/>
        <a:p>
          <a:r>
            <a:rPr lang="en-US" dirty="0"/>
            <a:t>Lorem Ipsum</a:t>
          </a:r>
        </a:p>
      </dgm:t>
    </dgm:pt>
    <dgm:pt modelId="{B09C8BFB-F41C-4AC4-AB94-F216E3081C2D}" type="parTrans" cxnId="{B4F3EA32-CE64-4A92-9BAE-BC57E5392B05}">
      <dgm:prSet/>
      <dgm:spPr/>
      <dgm:t>
        <a:bodyPr/>
        <a:lstStyle/>
        <a:p>
          <a:endParaRPr lang="en-US"/>
        </a:p>
      </dgm:t>
    </dgm:pt>
    <dgm:pt modelId="{BC531B32-9B0E-482E-BF91-65C61F17168D}" type="sibTrans" cxnId="{B4F3EA32-CE64-4A92-9BAE-BC57E5392B05}">
      <dgm:prSet/>
      <dgm:spPr/>
      <dgm:t>
        <a:bodyPr/>
        <a:lstStyle/>
        <a:p>
          <a:endParaRPr lang="en-US"/>
        </a:p>
      </dgm:t>
    </dgm:pt>
    <dgm:pt modelId="{EE62A4F6-4AC4-435B-990E-81A71CE8CAC7}">
      <dgm:prSet phldrT="[Text]"/>
      <dgm:spPr/>
      <dgm:t>
        <a:bodyPr/>
        <a:lstStyle/>
        <a:p>
          <a:r>
            <a:rPr lang="en-US" dirty="0"/>
            <a:t>Lorem Ipsum</a:t>
          </a:r>
        </a:p>
      </dgm:t>
    </dgm:pt>
    <dgm:pt modelId="{F287B947-7343-4FA2-B288-B23A59FFAE31}" type="parTrans" cxnId="{3A2CECA6-0C5B-46BB-B7C6-7D37E9D210BD}">
      <dgm:prSet/>
      <dgm:spPr/>
      <dgm:t>
        <a:bodyPr/>
        <a:lstStyle/>
        <a:p>
          <a:endParaRPr lang="en-US"/>
        </a:p>
      </dgm:t>
    </dgm:pt>
    <dgm:pt modelId="{389F9A93-0231-4877-8C41-5D5B8DD7AAC0}" type="sibTrans" cxnId="{3A2CECA6-0C5B-46BB-B7C6-7D37E9D210BD}">
      <dgm:prSet/>
      <dgm:spPr/>
      <dgm:t>
        <a:bodyPr/>
        <a:lstStyle/>
        <a:p>
          <a:endParaRPr lang="en-US"/>
        </a:p>
      </dgm:t>
    </dgm:pt>
    <dgm:pt modelId="{6CF284C3-4A70-4432-8F33-E75A802B3330}">
      <dgm:prSet/>
      <dgm:spPr/>
      <dgm:t>
        <a:bodyPr/>
        <a:lstStyle/>
        <a:p>
          <a:r>
            <a:rPr lang="en-US" dirty="0"/>
            <a:t>Some text here</a:t>
          </a:r>
        </a:p>
      </dgm:t>
    </dgm:pt>
    <dgm:pt modelId="{044831E6-2FC9-4DDA-81FB-5FA418568D07}" type="parTrans" cxnId="{2DC24386-BC50-4BAB-8571-16CB10C2603C}">
      <dgm:prSet/>
      <dgm:spPr/>
      <dgm:t>
        <a:bodyPr/>
        <a:lstStyle/>
        <a:p>
          <a:endParaRPr lang="en-US"/>
        </a:p>
      </dgm:t>
    </dgm:pt>
    <dgm:pt modelId="{CD50B82D-84BB-4747-B282-ABB339EBA294}" type="sibTrans" cxnId="{2DC24386-BC50-4BAB-8571-16CB10C2603C}">
      <dgm:prSet/>
      <dgm:spPr/>
      <dgm:t>
        <a:bodyPr/>
        <a:lstStyle/>
        <a:p>
          <a:endParaRPr lang="en-US"/>
        </a:p>
      </dgm:t>
    </dgm:pt>
    <dgm:pt modelId="{3AF880A5-0F00-4315-A5DF-1FE656798601}">
      <dgm:prSet phldrT="[Text]"/>
      <dgm:spPr/>
      <dgm:t>
        <a:bodyPr/>
        <a:lstStyle/>
        <a:p>
          <a:r>
            <a:rPr lang="en-US" dirty="0"/>
            <a:t>Some text here</a:t>
          </a:r>
        </a:p>
      </dgm:t>
    </dgm:pt>
    <dgm:pt modelId="{A13BB1F9-5857-4B43-8BF5-6589AA2CB759}" type="parTrans" cxnId="{24F8CBE2-5003-4E69-A772-6B98F2B05181}">
      <dgm:prSet/>
      <dgm:spPr/>
      <dgm:t>
        <a:bodyPr/>
        <a:lstStyle/>
        <a:p>
          <a:endParaRPr lang="en-US"/>
        </a:p>
      </dgm:t>
    </dgm:pt>
    <dgm:pt modelId="{C198C41D-2640-4669-83ED-E0CD35701C8E}" type="sibTrans" cxnId="{24F8CBE2-5003-4E69-A772-6B98F2B05181}">
      <dgm:prSet/>
      <dgm:spPr/>
      <dgm:t>
        <a:bodyPr/>
        <a:lstStyle/>
        <a:p>
          <a:endParaRPr lang="en-US"/>
        </a:p>
      </dgm:t>
    </dgm:pt>
    <dgm:pt modelId="{8EA7219F-BDB2-48EB-9EEB-3133522D132E}">
      <dgm:prSet phldrT="[Text]"/>
      <dgm:spPr/>
      <dgm:t>
        <a:bodyPr/>
        <a:lstStyle/>
        <a:p>
          <a:r>
            <a:rPr lang="en-US" dirty="0"/>
            <a:t>Some text here</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BE788BF5-FE9F-4C7D-A1CD-9232D7860179}">
      <dgm:prSet phldrT="[Text]"/>
      <dgm:spPr/>
      <dgm:t>
        <a:bodyPr/>
        <a:lstStyle/>
        <a:p>
          <a:r>
            <a:rPr lang="en-US"/>
            <a:t>Some text here</a:t>
          </a:r>
          <a:endParaRPr lang="en-US" dirty="0"/>
        </a:p>
      </dgm:t>
    </dgm:pt>
    <dgm:pt modelId="{963A52CB-C772-45F2-8A30-8ABA6B14D3CE}" type="parTrans" cxnId="{35013F34-57BC-4E3C-A003-07C0E49926DB}">
      <dgm:prSet/>
      <dgm:spPr/>
      <dgm:t>
        <a:bodyPr/>
        <a:lstStyle/>
        <a:p>
          <a:endParaRPr lang="en-US"/>
        </a:p>
      </dgm:t>
    </dgm:pt>
    <dgm:pt modelId="{88191C5E-55BA-42F2-B842-FC86CBBADC0F}" type="sibTrans" cxnId="{35013F34-57BC-4E3C-A003-07C0E49926DB}">
      <dgm:prSet/>
      <dgm:spPr/>
      <dgm:t>
        <a:bodyPr/>
        <a:lstStyle/>
        <a:p>
          <a:endParaRPr lang="en-US"/>
        </a:p>
      </dgm:t>
    </dgm:pt>
    <dgm:pt modelId="{3CE06941-9820-4827-8B16-CD80CC49F780}">
      <dgm:prSet phldrT="[Text]"/>
      <dgm:spPr/>
      <dgm:t>
        <a:bodyPr/>
        <a:lstStyle/>
        <a:p>
          <a:r>
            <a:rPr lang="en-US" dirty="0"/>
            <a:t>Some text here</a:t>
          </a:r>
        </a:p>
      </dgm:t>
    </dgm:pt>
    <dgm:pt modelId="{141A3C92-8966-4E2F-82E4-2E09E22674B2}" type="parTrans" cxnId="{C99CE395-39F6-46B4-938C-9BF085685D1A}">
      <dgm:prSet/>
      <dgm:spPr/>
      <dgm:t>
        <a:bodyPr/>
        <a:lstStyle/>
        <a:p>
          <a:endParaRPr lang="en-US"/>
        </a:p>
      </dgm:t>
    </dgm:pt>
    <dgm:pt modelId="{F58FC55B-E61F-445C-956E-0BB2202254CA}" type="sibTrans" cxnId="{C99CE395-39F6-46B4-938C-9BF085685D1A}">
      <dgm:prSet/>
      <dgm:spPr/>
      <dgm:t>
        <a:bodyPr/>
        <a:lstStyle/>
        <a:p>
          <a:endParaRPr lang="en-US"/>
        </a:p>
      </dgm:t>
    </dgm:pt>
    <dgm:pt modelId="{386C2B6D-2EE1-4682-AE61-EE246CD54E31}">
      <dgm:prSet phldrT="[Text]"/>
      <dgm:spPr/>
      <dgm:t>
        <a:bodyPr/>
        <a:lstStyle/>
        <a:p>
          <a:r>
            <a:rPr lang="en-US" dirty="0"/>
            <a:t>Some text here</a:t>
          </a:r>
        </a:p>
      </dgm:t>
    </dgm:pt>
    <dgm:pt modelId="{649D72FB-0D8F-479C-87D1-C73133EF35E2}" type="parTrans" cxnId="{7F96AC57-2F84-4E8C-AA92-E82865EE63FE}">
      <dgm:prSet/>
      <dgm:spPr/>
      <dgm:t>
        <a:bodyPr/>
        <a:lstStyle/>
        <a:p>
          <a:endParaRPr lang="en-US"/>
        </a:p>
      </dgm:t>
    </dgm:pt>
    <dgm:pt modelId="{E1C9E6F1-2ED2-4DD8-9B78-28FC1AF5D352}" type="sibTrans" cxnId="{7F96AC57-2F84-4E8C-AA92-E82865EE63FE}">
      <dgm:prSet/>
      <dgm:spPr/>
      <dgm:t>
        <a:bodyPr/>
        <a:lstStyle/>
        <a:p>
          <a:endParaRPr lang="en-US"/>
        </a:p>
      </dgm:t>
    </dgm:pt>
    <dgm:pt modelId="{2A22E84C-3AA3-4E9C-AE5F-9C2FB0D7FB11}">
      <dgm:prSet phldrT="[Text]"/>
      <dgm:spPr/>
      <dgm:t>
        <a:bodyPr/>
        <a:lstStyle/>
        <a:p>
          <a:r>
            <a:rPr lang="en-US" dirty="0"/>
            <a:t>Lorem Ipsum</a:t>
          </a:r>
        </a:p>
      </dgm:t>
    </dgm:pt>
    <dgm:pt modelId="{6C025E55-DF42-4C5D-AFD5-6015FA053D46}" type="parTrans" cxnId="{BEB859E7-C343-408E-86A1-667C27EE5761}">
      <dgm:prSet/>
      <dgm:spPr/>
      <dgm:t>
        <a:bodyPr/>
        <a:lstStyle/>
        <a:p>
          <a:endParaRPr lang="en-US"/>
        </a:p>
      </dgm:t>
    </dgm:pt>
    <dgm:pt modelId="{744EA591-F199-49C2-B63A-82709D96C729}" type="sibTrans" cxnId="{BEB859E7-C343-408E-86A1-667C27EE5761}">
      <dgm:prSet/>
      <dgm:spPr/>
      <dgm:t>
        <a:bodyPr/>
        <a:lstStyle/>
        <a:p>
          <a:endParaRPr lang="en-US"/>
        </a:p>
      </dgm:t>
    </dgm:pt>
    <dgm:pt modelId="{9ADACFBF-2A78-45C9-A7C4-5E5DBC674760}">
      <dgm:prSet phldrT="[Text]"/>
      <dgm:spPr/>
      <dgm:t>
        <a:bodyPr/>
        <a:lstStyle/>
        <a:p>
          <a:r>
            <a:rPr lang="en-US" dirty="0"/>
            <a:t>Some text here</a:t>
          </a:r>
        </a:p>
      </dgm:t>
    </dgm:pt>
    <dgm:pt modelId="{E121796C-71AB-4354-A1D4-3BF0025298A5}" type="parTrans" cxnId="{2B98897D-9937-49AC-9FE9-6629E912033A}">
      <dgm:prSet/>
      <dgm:spPr/>
      <dgm:t>
        <a:bodyPr/>
        <a:lstStyle/>
        <a:p>
          <a:endParaRPr lang="en-US"/>
        </a:p>
      </dgm:t>
    </dgm:pt>
    <dgm:pt modelId="{F3FE7E5A-DC73-423B-998C-02943CF263BF}" type="sibTrans" cxnId="{2B98897D-9937-49AC-9FE9-6629E912033A}">
      <dgm:prSet/>
      <dgm:spPr/>
      <dgm:t>
        <a:bodyPr/>
        <a:lstStyle/>
        <a:p>
          <a:endParaRPr lang="en-US"/>
        </a:p>
      </dgm:t>
    </dgm:pt>
    <dgm:pt modelId="{6C39594C-4AE1-4221-9751-E4FBA9469435}">
      <dgm:prSet phldrT="[Text]"/>
      <dgm:spPr/>
      <dgm:t>
        <a:bodyPr/>
        <a:lstStyle/>
        <a:p>
          <a:r>
            <a:rPr lang="en-US" dirty="0"/>
            <a:t>Some text here</a:t>
          </a:r>
        </a:p>
      </dgm:t>
    </dgm:pt>
    <dgm:pt modelId="{EA90E5E0-265B-4677-A3EF-FCD0DFDF4F41}" type="parTrans" cxnId="{7AF91B96-DA69-42D6-83DE-0E63677A4C47}">
      <dgm:prSet/>
      <dgm:spPr/>
      <dgm:t>
        <a:bodyPr/>
        <a:lstStyle/>
        <a:p>
          <a:endParaRPr lang="en-US"/>
        </a:p>
      </dgm:t>
    </dgm:pt>
    <dgm:pt modelId="{F04E3063-747B-4761-B46E-8C06B2EF3C55}" type="sibTrans" cxnId="{7AF91B96-DA69-42D6-83DE-0E63677A4C47}">
      <dgm:prSet/>
      <dgm:spPr/>
      <dgm:t>
        <a:bodyPr/>
        <a:lstStyle/>
        <a:p>
          <a:endParaRPr lang="en-US"/>
        </a:p>
      </dgm:t>
    </dgm:pt>
    <dgm:pt modelId="{02C5C993-2D65-4BB0-A6B2-BE7D3F9C43C2}">
      <dgm:prSet phldrT="[Text]"/>
      <dgm:spPr/>
      <dgm:t>
        <a:bodyPr/>
        <a:lstStyle/>
        <a:p>
          <a:r>
            <a:rPr lang="en-US"/>
            <a:t>Lorem Ipsum</a:t>
          </a:r>
          <a:endParaRPr lang="en-US" dirty="0"/>
        </a:p>
      </dgm:t>
    </dgm:pt>
    <dgm:pt modelId="{6C53AFCD-6E29-4E3F-999F-41047A9320B5}" type="parTrans" cxnId="{A476C2A5-8FD1-451C-B4B9-33580FF918DD}">
      <dgm:prSet/>
      <dgm:spPr/>
      <dgm:t>
        <a:bodyPr/>
        <a:lstStyle/>
        <a:p>
          <a:endParaRPr lang="en-US"/>
        </a:p>
      </dgm:t>
    </dgm:pt>
    <dgm:pt modelId="{43DD8405-252E-423F-99DB-8319ED9821DA}" type="sibTrans" cxnId="{A476C2A5-8FD1-451C-B4B9-33580FF918DD}">
      <dgm:prSet/>
      <dgm:spPr/>
      <dgm:t>
        <a:bodyPr/>
        <a:lstStyle/>
        <a:p>
          <a:endParaRPr lang="en-US"/>
        </a:p>
      </dgm:t>
    </dgm:pt>
    <dgm:pt modelId="{4FBEDC62-4231-4076-9A0D-9DC61D34153E}">
      <dgm:prSet phldrT="[Text]"/>
      <dgm:spPr/>
      <dgm:t>
        <a:bodyPr/>
        <a:lstStyle/>
        <a:p>
          <a:r>
            <a:rPr lang="en-US" dirty="0"/>
            <a:t>Some text here</a:t>
          </a:r>
        </a:p>
      </dgm:t>
    </dgm:pt>
    <dgm:pt modelId="{EADD1839-AFD1-4757-A4CE-D351F4DCBCD8}" type="parTrans" cxnId="{0E8533C9-EA3D-4213-88FD-57773A926E81}">
      <dgm:prSet/>
      <dgm:spPr/>
      <dgm:t>
        <a:bodyPr/>
        <a:lstStyle/>
        <a:p>
          <a:endParaRPr lang="en-US"/>
        </a:p>
      </dgm:t>
    </dgm:pt>
    <dgm:pt modelId="{B2CACC34-29E2-4636-8542-BC8705680ADD}" type="sibTrans" cxnId="{0E8533C9-EA3D-4213-88FD-57773A926E81}">
      <dgm:prSet/>
      <dgm:spPr/>
      <dgm:t>
        <a:bodyPr/>
        <a:lstStyle/>
        <a:p>
          <a:endParaRPr lang="en-US"/>
        </a:p>
      </dgm:t>
    </dgm:pt>
    <dgm:pt modelId="{4A111F95-0A29-4197-BFFB-FDA0312EF033}">
      <dgm:prSet phldrT="[Text]"/>
      <dgm:spPr/>
      <dgm:t>
        <a:bodyPr/>
        <a:lstStyle/>
        <a:p>
          <a:r>
            <a:rPr lang="en-US" dirty="0"/>
            <a:t>Some text here</a:t>
          </a:r>
        </a:p>
      </dgm:t>
    </dgm:pt>
    <dgm:pt modelId="{80585778-3351-4CE2-87C7-F9C13094C891}" type="parTrans" cxnId="{41BBADF8-551E-41E5-A2F8-2CAEC5D87928}">
      <dgm:prSet/>
      <dgm:spPr/>
      <dgm:t>
        <a:bodyPr/>
        <a:lstStyle/>
        <a:p>
          <a:endParaRPr lang="en-US"/>
        </a:p>
      </dgm:t>
    </dgm:pt>
    <dgm:pt modelId="{A1426C51-32DF-487B-BDD3-F9BA7F8277E3}" type="sibTrans" cxnId="{41BBADF8-551E-41E5-A2F8-2CAEC5D87928}">
      <dgm:prSet/>
      <dgm:spPr/>
      <dgm:t>
        <a:bodyPr/>
        <a:lstStyle/>
        <a:p>
          <a:endParaRPr lang="en-US"/>
        </a:p>
      </dgm:t>
    </dgm:pt>
    <dgm:pt modelId="{484C327C-6E34-446D-BB67-E0EDF265CC6B}" type="pres">
      <dgm:prSet presAssocID="{B9C32B05-62EA-407A-B21C-2310C7945705}" presName="cycle" presStyleCnt="0">
        <dgm:presLayoutVars>
          <dgm:dir/>
          <dgm:resizeHandles val="exact"/>
        </dgm:presLayoutVars>
      </dgm:prSet>
      <dgm:spPr/>
    </dgm:pt>
    <dgm:pt modelId="{823F3184-DA1E-4293-BA3D-D0E3501A20BA}" type="pres">
      <dgm:prSet presAssocID="{42D71409-67F9-455C-8C6D-716D284AAA6B}" presName="node" presStyleLbl="node1" presStyleIdx="0" presStyleCnt="5">
        <dgm:presLayoutVars>
          <dgm:bulletEnabled val="1"/>
        </dgm:presLayoutVars>
      </dgm:prSet>
      <dgm:spPr/>
    </dgm:pt>
    <dgm:pt modelId="{988C0D25-5AAC-45B0-9AFB-A1932CEE81E4}" type="pres">
      <dgm:prSet presAssocID="{42D71409-67F9-455C-8C6D-716D284AAA6B}" presName="spNode" presStyleCnt="0"/>
      <dgm:spPr/>
    </dgm:pt>
    <dgm:pt modelId="{CE8AF0B2-D94E-457A-9862-AA56377F66CD}" type="pres">
      <dgm:prSet presAssocID="{478B7D3C-9FB4-4BC6-90AC-49960560DECD}" presName="sibTrans" presStyleLbl="sibTrans1D1" presStyleIdx="0" presStyleCnt="5"/>
      <dgm:spPr/>
    </dgm:pt>
    <dgm:pt modelId="{2FAD5D98-E35A-46C5-9E01-0614EFAFC1B9}" type="pres">
      <dgm:prSet presAssocID="{F66099B6-DBBD-4AB0-82D2-877B80F846F7}" presName="node" presStyleLbl="node1" presStyleIdx="1" presStyleCnt="5">
        <dgm:presLayoutVars>
          <dgm:bulletEnabled val="1"/>
        </dgm:presLayoutVars>
      </dgm:prSet>
      <dgm:spPr/>
    </dgm:pt>
    <dgm:pt modelId="{63CD06AE-1DDC-4669-8E7E-1BEC219A6C7D}" type="pres">
      <dgm:prSet presAssocID="{F66099B6-DBBD-4AB0-82D2-877B80F846F7}" presName="spNode" presStyleCnt="0"/>
      <dgm:spPr/>
    </dgm:pt>
    <dgm:pt modelId="{7A4E2665-6E35-4FCF-94E3-2C288F1AFFFF}" type="pres">
      <dgm:prSet presAssocID="{BC531B32-9B0E-482E-BF91-65C61F17168D}" presName="sibTrans" presStyleLbl="sibTrans1D1" presStyleIdx="1" presStyleCnt="5"/>
      <dgm:spPr/>
    </dgm:pt>
    <dgm:pt modelId="{36271F76-35BD-4F1B-8230-A3E58DCFD644}" type="pres">
      <dgm:prSet presAssocID="{EE62A4F6-4AC4-435B-990E-81A71CE8CAC7}" presName="node" presStyleLbl="node1" presStyleIdx="2" presStyleCnt="5">
        <dgm:presLayoutVars>
          <dgm:bulletEnabled val="1"/>
        </dgm:presLayoutVars>
      </dgm:prSet>
      <dgm:spPr/>
    </dgm:pt>
    <dgm:pt modelId="{A54D5978-29D8-4FB6-9C15-03CAD15DE8AE}" type="pres">
      <dgm:prSet presAssocID="{EE62A4F6-4AC4-435B-990E-81A71CE8CAC7}" presName="spNode" presStyleCnt="0"/>
      <dgm:spPr/>
    </dgm:pt>
    <dgm:pt modelId="{DA74C389-8DB9-43DD-BA4F-2A05B97E8AA7}" type="pres">
      <dgm:prSet presAssocID="{389F9A93-0231-4877-8C41-5D5B8DD7AAC0}" presName="sibTrans" presStyleLbl="sibTrans1D1" presStyleIdx="2" presStyleCnt="5"/>
      <dgm:spPr/>
    </dgm:pt>
    <dgm:pt modelId="{443ACA1F-67C2-4DFE-81E9-8F99DCF58D86}" type="pres">
      <dgm:prSet presAssocID="{2A22E84C-3AA3-4E9C-AE5F-9C2FB0D7FB11}" presName="node" presStyleLbl="node1" presStyleIdx="3" presStyleCnt="5">
        <dgm:presLayoutVars>
          <dgm:bulletEnabled val="1"/>
        </dgm:presLayoutVars>
      </dgm:prSet>
      <dgm:spPr/>
    </dgm:pt>
    <dgm:pt modelId="{F70A6C81-86C1-4AA1-BF4F-56C2066F811B}" type="pres">
      <dgm:prSet presAssocID="{2A22E84C-3AA3-4E9C-AE5F-9C2FB0D7FB11}" presName="spNode" presStyleCnt="0"/>
      <dgm:spPr/>
    </dgm:pt>
    <dgm:pt modelId="{1D576763-1535-40EB-ACE8-D685700D7969}" type="pres">
      <dgm:prSet presAssocID="{744EA591-F199-49C2-B63A-82709D96C729}" presName="sibTrans" presStyleLbl="sibTrans1D1" presStyleIdx="3" presStyleCnt="5"/>
      <dgm:spPr/>
    </dgm:pt>
    <dgm:pt modelId="{57C19D47-32E5-46D8-84B0-8F0497ADAAF0}" type="pres">
      <dgm:prSet presAssocID="{02C5C993-2D65-4BB0-A6B2-BE7D3F9C43C2}" presName="node" presStyleLbl="node1" presStyleIdx="4" presStyleCnt="5">
        <dgm:presLayoutVars>
          <dgm:bulletEnabled val="1"/>
        </dgm:presLayoutVars>
      </dgm:prSet>
      <dgm:spPr/>
    </dgm:pt>
    <dgm:pt modelId="{47227A47-8475-48F9-A08C-42FC870A0513}" type="pres">
      <dgm:prSet presAssocID="{02C5C993-2D65-4BB0-A6B2-BE7D3F9C43C2}" presName="spNode" presStyleCnt="0"/>
      <dgm:spPr/>
    </dgm:pt>
    <dgm:pt modelId="{255D6A50-0FE2-4084-B7D9-19301B639E43}" type="pres">
      <dgm:prSet presAssocID="{43DD8405-252E-423F-99DB-8319ED9821DA}" presName="sibTrans" presStyleLbl="sibTrans1D1" presStyleIdx="4" presStyleCnt="5"/>
      <dgm:spPr/>
    </dgm:pt>
  </dgm:ptLst>
  <dgm:cxnLst>
    <dgm:cxn modelId="{FA198600-A56F-40CE-B073-2C31240E1635}" type="presOf" srcId="{2A22E84C-3AA3-4E9C-AE5F-9C2FB0D7FB11}" destId="{443ACA1F-67C2-4DFE-81E9-8F99DCF58D86}" srcOrd="0" destOrd="0" presId="urn:microsoft.com/office/officeart/2005/8/layout/cycle5"/>
    <dgm:cxn modelId="{CD451306-9AC3-4BEE-8240-3DDB7F253510}" type="presOf" srcId="{6CF284C3-4A70-4432-8F33-E75A802B3330}" destId="{2FAD5D98-E35A-46C5-9E01-0614EFAFC1B9}" srcOrd="0" destOrd="1" presId="urn:microsoft.com/office/officeart/2005/8/layout/cycle5"/>
    <dgm:cxn modelId="{30E1F410-979F-4C17-8492-B65FE713D45C}" type="presOf" srcId="{3AF880A5-0F00-4315-A5DF-1FE656798601}" destId="{823F3184-DA1E-4293-BA3D-D0E3501A20BA}" srcOrd="0" destOrd="2" presId="urn:microsoft.com/office/officeart/2005/8/layout/cycle5"/>
    <dgm:cxn modelId="{10D8B21C-E6E5-4B11-9EEE-400F353F0E72}" type="presOf" srcId="{3CE06941-9820-4827-8B16-CD80CC49F780}" destId="{36271F76-35BD-4F1B-8230-A3E58DCFD644}" srcOrd="0" destOrd="1" presId="urn:microsoft.com/office/officeart/2005/8/layout/cycle5"/>
    <dgm:cxn modelId="{A488BF1F-9CDA-4BCD-B2A5-DB451E396D75}" type="presOf" srcId="{4FBEDC62-4231-4076-9A0D-9DC61D34153E}" destId="{57C19D47-32E5-46D8-84B0-8F0497ADAAF0}" srcOrd="0" destOrd="1" presId="urn:microsoft.com/office/officeart/2005/8/layout/cycle5"/>
    <dgm:cxn modelId="{2AA9C11F-1F1D-428E-801A-47EAA766C99D}" srcId="{B9C32B05-62EA-407A-B21C-2310C7945705}" destId="{42D71409-67F9-455C-8C6D-716D284AAA6B}" srcOrd="0" destOrd="0" parTransId="{51680ED1-AF6E-4B28-AE94-92B0EFB0DF7D}" sibTransId="{478B7D3C-9FB4-4BC6-90AC-49960560DECD}"/>
    <dgm:cxn modelId="{A3E01821-682F-43F8-B1D4-137F9CE38E23}" type="presOf" srcId="{8EA7219F-BDB2-48EB-9EEB-3133522D132E}" destId="{823F3184-DA1E-4293-BA3D-D0E3501A20BA}" srcOrd="0" destOrd="1" presId="urn:microsoft.com/office/officeart/2005/8/layout/cycle5"/>
    <dgm:cxn modelId="{3BBA6B30-8819-4F60-85F2-19EF1E1971DA}" type="presOf" srcId="{6C39594C-4AE1-4221-9751-E4FBA9469435}" destId="{443ACA1F-67C2-4DFE-81E9-8F99DCF58D86}" srcOrd="0" destOrd="2" presId="urn:microsoft.com/office/officeart/2005/8/layout/cycle5"/>
    <dgm:cxn modelId="{B4F3EA32-CE64-4A92-9BAE-BC57E5392B05}" srcId="{B9C32B05-62EA-407A-B21C-2310C7945705}" destId="{F66099B6-DBBD-4AB0-82D2-877B80F846F7}" srcOrd="1" destOrd="0" parTransId="{B09C8BFB-F41C-4AC4-AB94-F216E3081C2D}" sibTransId="{BC531B32-9B0E-482E-BF91-65C61F17168D}"/>
    <dgm:cxn modelId="{35013F34-57BC-4E3C-A003-07C0E49926DB}" srcId="{F66099B6-DBBD-4AB0-82D2-877B80F846F7}" destId="{BE788BF5-FE9F-4C7D-A1CD-9232D7860179}" srcOrd="1" destOrd="0" parTransId="{963A52CB-C772-45F2-8A30-8ABA6B14D3CE}" sibTransId="{88191C5E-55BA-42F2-B842-FC86CBBADC0F}"/>
    <dgm:cxn modelId="{845E033F-1910-42C9-9734-D6A2B7617000}" type="presOf" srcId="{BE788BF5-FE9F-4C7D-A1CD-9232D7860179}" destId="{2FAD5D98-E35A-46C5-9E01-0614EFAFC1B9}" srcOrd="0" destOrd="2" presId="urn:microsoft.com/office/officeart/2005/8/layout/cycle5"/>
    <dgm:cxn modelId="{7006A542-76A9-4989-AA50-561854DAB5F6}" type="presOf" srcId="{386C2B6D-2EE1-4682-AE61-EE246CD54E31}" destId="{36271F76-35BD-4F1B-8230-A3E58DCFD644}" srcOrd="0" destOrd="2" presId="urn:microsoft.com/office/officeart/2005/8/layout/cycle5"/>
    <dgm:cxn modelId="{978FCF67-D7D9-48DE-AEF9-66A59480E018}" type="presOf" srcId="{EE62A4F6-4AC4-435B-990E-81A71CE8CAC7}" destId="{36271F76-35BD-4F1B-8230-A3E58DCFD644}" srcOrd="0" destOrd="0" presId="urn:microsoft.com/office/officeart/2005/8/layout/cycle5"/>
    <dgm:cxn modelId="{5DDB1E51-0010-4C46-9866-480F1198C357}" type="presOf" srcId="{02C5C993-2D65-4BB0-A6B2-BE7D3F9C43C2}" destId="{57C19D47-32E5-46D8-84B0-8F0497ADAAF0}" srcOrd="0" destOrd="0" presId="urn:microsoft.com/office/officeart/2005/8/layout/cycle5"/>
    <dgm:cxn modelId="{7F96AC57-2F84-4E8C-AA92-E82865EE63FE}" srcId="{EE62A4F6-4AC4-435B-990E-81A71CE8CAC7}" destId="{386C2B6D-2EE1-4682-AE61-EE246CD54E31}" srcOrd="1" destOrd="0" parTransId="{649D72FB-0D8F-479C-87D1-C73133EF35E2}" sibTransId="{E1C9E6F1-2ED2-4DD8-9B78-28FC1AF5D352}"/>
    <dgm:cxn modelId="{2B98897D-9937-49AC-9FE9-6629E912033A}" srcId="{2A22E84C-3AA3-4E9C-AE5F-9C2FB0D7FB11}" destId="{9ADACFBF-2A78-45C9-A7C4-5E5DBC674760}" srcOrd="0" destOrd="0" parTransId="{E121796C-71AB-4354-A1D4-3BF0025298A5}" sibTransId="{F3FE7E5A-DC73-423B-998C-02943CF263BF}"/>
    <dgm:cxn modelId="{6F313885-16DF-44CD-9287-76A72EBCBEF8}" type="presOf" srcId="{F66099B6-DBBD-4AB0-82D2-877B80F846F7}" destId="{2FAD5D98-E35A-46C5-9E01-0614EFAFC1B9}" srcOrd="0" destOrd="0" presId="urn:microsoft.com/office/officeart/2005/8/layout/cycle5"/>
    <dgm:cxn modelId="{2DC24386-BC50-4BAB-8571-16CB10C2603C}" srcId="{F66099B6-DBBD-4AB0-82D2-877B80F846F7}" destId="{6CF284C3-4A70-4432-8F33-E75A802B3330}" srcOrd="0" destOrd="0" parTransId="{044831E6-2FC9-4DDA-81FB-5FA418568D07}" sibTransId="{CD50B82D-84BB-4747-B282-ABB339EBA294}"/>
    <dgm:cxn modelId="{10F60B87-A7AA-43FA-A663-D71E002B46C4}" type="presOf" srcId="{4A111F95-0A29-4197-BFFB-FDA0312EF033}" destId="{57C19D47-32E5-46D8-84B0-8F0497ADAAF0}" srcOrd="0" destOrd="2" presId="urn:microsoft.com/office/officeart/2005/8/layout/cycle5"/>
    <dgm:cxn modelId="{FBD0098D-CC5F-413F-ADC9-07685D040F32}" type="presOf" srcId="{43DD8405-252E-423F-99DB-8319ED9821DA}" destId="{255D6A50-0FE2-4084-B7D9-19301B639E43}" srcOrd="0" destOrd="0" presId="urn:microsoft.com/office/officeart/2005/8/layout/cycle5"/>
    <dgm:cxn modelId="{C99CE395-39F6-46B4-938C-9BF085685D1A}" srcId="{EE62A4F6-4AC4-435B-990E-81A71CE8CAC7}" destId="{3CE06941-9820-4827-8B16-CD80CC49F780}" srcOrd="0" destOrd="0" parTransId="{141A3C92-8966-4E2F-82E4-2E09E22674B2}" sibTransId="{F58FC55B-E61F-445C-956E-0BB2202254CA}"/>
    <dgm:cxn modelId="{7AF91B96-DA69-42D6-83DE-0E63677A4C47}" srcId="{2A22E84C-3AA3-4E9C-AE5F-9C2FB0D7FB11}" destId="{6C39594C-4AE1-4221-9751-E4FBA9469435}" srcOrd="1" destOrd="0" parTransId="{EA90E5E0-265B-4677-A3EF-FCD0DFDF4F41}" sibTransId="{F04E3063-747B-4761-B46E-8C06B2EF3C55}"/>
    <dgm:cxn modelId="{8A74D29C-35A2-4AE3-8369-A63958CCB706}" type="presOf" srcId="{478B7D3C-9FB4-4BC6-90AC-49960560DECD}" destId="{CE8AF0B2-D94E-457A-9862-AA56377F66CD}" srcOrd="0" destOrd="0" presId="urn:microsoft.com/office/officeart/2005/8/layout/cycle5"/>
    <dgm:cxn modelId="{A476C2A5-8FD1-451C-B4B9-33580FF918DD}" srcId="{B9C32B05-62EA-407A-B21C-2310C7945705}" destId="{02C5C993-2D65-4BB0-A6B2-BE7D3F9C43C2}" srcOrd="4" destOrd="0" parTransId="{6C53AFCD-6E29-4E3F-999F-41047A9320B5}" sibTransId="{43DD8405-252E-423F-99DB-8319ED9821DA}"/>
    <dgm:cxn modelId="{47CE82A6-5D8B-495F-96DD-27FDC994537C}" type="presOf" srcId="{B9C32B05-62EA-407A-B21C-2310C7945705}" destId="{484C327C-6E34-446D-BB67-E0EDF265CC6B}" srcOrd="0" destOrd="0" presId="urn:microsoft.com/office/officeart/2005/8/layout/cycle5"/>
    <dgm:cxn modelId="{3A2CECA6-0C5B-46BB-B7C6-7D37E9D210BD}" srcId="{B9C32B05-62EA-407A-B21C-2310C7945705}" destId="{EE62A4F6-4AC4-435B-990E-81A71CE8CAC7}" srcOrd="2" destOrd="0" parTransId="{F287B947-7343-4FA2-B288-B23A59FFAE31}" sibTransId="{389F9A93-0231-4877-8C41-5D5B8DD7AAC0}"/>
    <dgm:cxn modelId="{E70987AE-FFAE-46FE-A576-DE21E5F2F5D6}" type="presOf" srcId="{9ADACFBF-2A78-45C9-A7C4-5E5DBC674760}" destId="{443ACA1F-67C2-4DFE-81E9-8F99DCF58D86}" srcOrd="0" destOrd="1" presId="urn:microsoft.com/office/officeart/2005/8/layout/cycle5"/>
    <dgm:cxn modelId="{3D4D6FBA-0648-46F2-8E2D-47EFB3FFDD9C}" type="presOf" srcId="{744EA591-F199-49C2-B63A-82709D96C729}" destId="{1D576763-1535-40EB-ACE8-D685700D7969}" srcOrd="0" destOrd="0" presId="urn:microsoft.com/office/officeart/2005/8/layout/cycle5"/>
    <dgm:cxn modelId="{0E8533C9-EA3D-4213-88FD-57773A926E81}" srcId="{02C5C993-2D65-4BB0-A6B2-BE7D3F9C43C2}" destId="{4FBEDC62-4231-4076-9A0D-9DC61D34153E}" srcOrd="0" destOrd="0" parTransId="{EADD1839-AFD1-4757-A4CE-D351F4DCBCD8}" sibTransId="{B2CACC34-29E2-4636-8542-BC8705680ADD}"/>
    <dgm:cxn modelId="{CD7762D7-66AA-42A1-83AE-475261C91EB7}" type="presOf" srcId="{BC531B32-9B0E-482E-BF91-65C61F17168D}" destId="{7A4E2665-6E35-4FCF-94E3-2C288F1AFFFF}" srcOrd="0" destOrd="0" presId="urn:microsoft.com/office/officeart/2005/8/layout/cycle5"/>
    <dgm:cxn modelId="{24F8CBE2-5003-4E69-A772-6B98F2B05181}" srcId="{42D71409-67F9-455C-8C6D-716D284AAA6B}" destId="{3AF880A5-0F00-4315-A5DF-1FE656798601}" srcOrd="1" destOrd="0" parTransId="{A13BB1F9-5857-4B43-8BF5-6589AA2CB759}" sibTransId="{C198C41D-2640-4669-83ED-E0CD35701C8E}"/>
    <dgm:cxn modelId="{BEB859E7-C343-408E-86A1-667C27EE5761}" srcId="{B9C32B05-62EA-407A-B21C-2310C7945705}" destId="{2A22E84C-3AA3-4E9C-AE5F-9C2FB0D7FB11}" srcOrd="3" destOrd="0" parTransId="{6C025E55-DF42-4C5D-AFD5-6015FA053D46}" sibTransId="{744EA591-F199-49C2-B63A-82709D96C729}"/>
    <dgm:cxn modelId="{5760B0EA-F434-4F5F-8070-6C4BCBBA310C}" type="presOf" srcId="{389F9A93-0231-4877-8C41-5D5B8DD7AAC0}" destId="{DA74C389-8DB9-43DD-BA4F-2A05B97E8AA7}" srcOrd="0" destOrd="0" presId="urn:microsoft.com/office/officeart/2005/8/layout/cycle5"/>
    <dgm:cxn modelId="{58AD7EEF-D408-406B-87EE-4691D4C30668}" srcId="{42D71409-67F9-455C-8C6D-716D284AAA6B}" destId="{8EA7219F-BDB2-48EB-9EEB-3133522D132E}" srcOrd="0" destOrd="0" parTransId="{3EE8403A-CB7C-4815-85BD-AEBCAEB71B37}" sibTransId="{C94B7947-85DC-4B21-BB99-DF8438356F98}"/>
    <dgm:cxn modelId="{41BBADF8-551E-41E5-A2F8-2CAEC5D87928}" srcId="{02C5C993-2D65-4BB0-A6B2-BE7D3F9C43C2}" destId="{4A111F95-0A29-4197-BFFB-FDA0312EF033}" srcOrd="1" destOrd="0" parTransId="{80585778-3351-4CE2-87C7-F9C13094C891}" sibTransId="{A1426C51-32DF-487B-BDD3-F9BA7F8277E3}"/>
    <dgm:cxn modelId="{2B53EDFD-9042-4849-B0B3-B9A393B2A064}" type="presOf" srcId="{42D71409-67F9-455C-8C6D-716D284AAA6B}" destId="{823F3184-DA1E-4293-BA3D-D0E3501A20BA}" srcOrd="0" destOrd="0" presId="urn:microsoft.com/office/officeart/2005/8/layout/cycle5"/>
    <dgm:cxn modelId="{FAA2C832-FF42-492C-9207-68DC14DC3676}" type="presParOf" srcId="{484C327C-6E34-446D-BB67-E0EDF265CC6B}" destId="{823F3184-DA1E-4293-BA3D-D0E3501A20BA}" srcOrd="0" destOrd="0" presId="urn:microsoft.com/office/officeart/2005/8/layout/cycle5"/>
    <dgm:cxn modelId="{34FBFA80-A1DE-4C7E-80A0-1035DCD97939}" type="presParOf" srcId="{484C327C-6E34-446D-BB67-E0EDF265CC6B}" destId="{988C0D25-5AAC-45B0-9AFB-A1932CEE81E4}" srcOrd="1" destOrd="0" presId="urn:microsoft.com/office/officeart/2005/8/layout/cycle5"/>
    <dgm:cxn modelId="{D23DD032-FC30-4012-8214-0CAB2CB93AA1}" type="presParOf" srcId="{484C327C-6E34-446D-BB67-E0EDF265CC6B}" destId="{CE8AF0B2-D94E-457A-9862-AA56377F66CD}" srcOrd="2" destOrd="0" presId="urn:microsoft.com/office/officeart/2005/8/layout/cycle5"/>
    <dgm:cxn modelId="{0E253E4A-BB5D-4146-95E4-9B44BBA8BF2F}" type="presParOf" srcId="{484C327C-6E34-446D-BB67-E0EDF265CC6B}" destId="{2FAD5D98-E35A-46C5-9E01-0614EFAFC1B9}" srcOrd="3" destOrd="0" presId="urn:microsoft.com/office/officeart/2005/8/layout/cycle5"/>
    <dgm:cxn modelId="{9B342E48-F2D7-4CE7-B4C7-DCC4463A6B8C}" type="presParOf" srcId="{484C327C-6E34-446D-BB67-E0EDF265CC6B}" destId="{63CD06AE-1DDC-4669-8E7E-1BEC219A6C7D}" srcOrd="4" destOrd="0" presId="urn:microsoft.com/office/officeart/2005/8/layout/cycle5"/>
    <dgm:cxn modelId="{28EDADAC-BAC9-4F5C-9640-753388F39441}" type="presParOf" srcId="{484C327C-6E34-446D-BB67-E0EDF265CC6B}" destId="{7A4E2665-6E35-4FCF-94E3-2C288F1AFFFF}" srcOrd="5" destOrd="0" presId="urn:microsoft.com/office/officeart/2005/8/layout/cycle5"/>
    <dgm:cxn modelId="{E54C9D1B-00A5-4B42-A715-236D5BF4F327}" type="presParOf" srcId="{484C327C-6E34-446D-BB67-E0EDF265CC6B}" destId="{36271F76-35BD-4F1B-8230-A3E58DCFD644}" srcOrd="6" destOrd="0" presId="urn:microsoft.com/office/officeart/2005/8/layout/cycle5"/>
    <dgm:cxn modelId="{17867B0A-BF59-4A9B-BE1C-9C0E17F7DB20}" type="presParOf" srcId="{484C327C-6E34-446D-BB67-E0EDF265CC6B}" destId="{A54D5978-29D8-4FB6-9C15-03CAD15DE8AE}" srcOrd="7" destOrd="0" presId="urn:microsoft.com/office/officeart/2005/8/layout/cycle5"/>
    <dgm:cxn modelId="{AB966F24-2CF2-4D01-8A98-BDFDAEBE268F}" type="presParOf" srcId="{484C327C-6E34-446D-BB67-E0EDF265CC6B}" destId="{DA74C389-8DB9-43DD-BA4F-2A05B97E8AA7}" srcOrd="8" destOrd="0" presId="urn:microsoft.com/office/officeart/2005/8/layout/cycle5"/>
    <dgm:cxn modelId="{7694C42A-871A-44E4-B7F3-B44FED6860C6}" type="presParOf" srcId="{484C327C-6E34-446D-BB67-E0EDF265CC6B}" destId="{443ACA1F-67C2-4DFE-81E9-8F99DCF58D86}" srcOrd="9" destOrd="0" presId="urn:microsoft.com/office/officeart/2005/8/layout/cycle5"/>
    <dgm:cxn modelId="{36E1698B-56E9-4F47-958B-58049409DD95}" type="presParOf" srcId="{484C327C-6E34-446D-BB67-E0EDF265CC6B}" destId="{F70A6C81-86C1-4AA1-BF4F-56C2066F811B}" srcOrd="10" destOrd="0" presId="urn:microsoft.com/office/officeart/2005/8/layout/cycle5"/>
    <dgm:cxn modelId="{A7AA080E-D538-4A38-844F-941DDC04646B}" type="presParOf" srcId="{484C327C-6E34-446D-BB67-E0EDF265CC6B}" destId="{1D576763-1535-40EB-ACE8-D685700D7969}" srcOrd="11" destOrd="0" presId="urn:microsoft.com/office/officeart/2005/8/layout/cycle5"/>
    <dgm:cxn modelId="{F4484EC1-3AFF-4829-A3A6-D48C6A6D112F}" type="presParOf" srcId="{484C327C-6E34-446D-BB67-E0EDF265CC6B}" destId="{57C19D47-32E5-46D8-84B0-8F0497ADAAF0}" srcOrd="12" destOrd="0" presId="urn:microsoft.com/office/officeart/2005/8/layout/cycle5"/>
    <dgm:cxn modelId="{BAB3A8B4-419C-4817-BDA9-52B03454DA5E}" type="presParOf" srcId="{484C327C-6E34-446D-BB67-E0EDF265CC6B}" destId="{47227A47-8475-48F9-A08C-42FC870A0513}" srcOrd="13" destOrd="0" presId="urn:microsoft.com/office/officeart/2005/8/layout/cycle5"/>
    <dgm:cxn modelId="{34D76675-2096-4AB5-8061-A06FDA1DB0DB}" type="presParOf" srcId="{484C327C-6E34-446D-BB67-E0EDF265CC6B}" destId="{255D6A50-0FE2-4084-B7D9-19301B639E43}" srcOrd="14" destOrd="0" presId="urn:microsoft.com/office/officeart/2005/8/layout/cycle5"/>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86.xml><?xml version="1.0" encoding="utf-8"?>
<dgm:dataModel xmlns:dgm="http://schemas.openxmlformats.org/drawingml/2006/diagram" xmlns:a="http://schemas.openxmlformats.org/drawingml/2006/main">
  <dgm:ptLst>
    <dgm:pt modelId="{B9C32B05-62EA-407A-B21C-2310C7945705}" type="doc">
      <dgm:prSet loTypeId="urn:microsoft.com/office/officeart/2005/8/layout/cycle6" loCatId="cycle"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F66099B6-DBBD-4AB0-82D2-877B80F846F7}">
      <dgm:prSet phldrT="[Text]"/>
      <dgm:spPr/>
      <dgm:t>
        <a:bodyPr/>
        <a:lstStyle/>
        <a:p>
          <a:r>
            <a:rPr lang="en-US" dirty="0"/>
            <a:t>Lorem Ipsum</a:t>
          </a:r>
        </a:p>
      </dgm:t>
    </dgm:pt>
    <dgm:pt modelId="{B09C8BFB-F41C-4AC4-AB94-F216E3081C2D}" type="parTrans" cxnId="{B4F3EA32-CE64-4A92-9BAE-BC57E5392B05}">
      <dgm:prSet/>
      <dgm:spPr/>
      <dgm:t>
        <a:bodyPr/>
        <a:lstStyle/>
        <a:p>
          <a:endParaRPr lang="en-US"/>
        </a:p>
      </dgm:t>
    </dgm:pt>
    <dgm:pt modelId="{BC531B32-9B0E-482E-BF91-65C61F17168D}" type="sibTrans" cxnId="{B4F3EA32-CE64-4A92-9BAE-BC57E5392B05}">
      <dgm:prSet/>
      <dgm:spPr/>
      <dgm:t>
        <a:bodyPr/>
        <a:lstStyle/>
        <a:p>
          <a:endParaRPr lang="en-US"/>
        </a:p>
      </dgm:t>
    </dgm:pt>
    <dgm:pt modelId="{EE62A4F6-4AC4-435B-990E-81A71CE8CAC7}">
      <dgm:prSet phldrT="[Text]"/>
      <dgm:spPr/>
      <dgm:t>
        <a:bodyPr/>
        <a:lstStyle/>
        <a:p>
          <a:r>
            <a:rPr lang="en-US" dirty="0"/>
            <a:t>Lorem Ipsum</a:t>
          </a:r>
        </a:p>
      </dgm:t>
    </dgm:pt>
    <dgm:pt modelId="{F287B947-7343-4FA2-B288-B23A59FFAE31}" type="parTrans" cxnId="{3A2CECA6-0C5B-46BB-B7C6-7D37E9D210BD}">
      <dgm:prSet/>
      <dgm:spPr/>
      <dgm:t>
        <a:bodyPr/>
        <a:lstStyle/>
        <a:p>
          <a:endParaRPr lang="en-US"/>
        </a:p>
      </dgm:t>
    </dgm:pt>
    <dgm:pt modelId="{389F9A93-0231-4877-8C41-5D5B8DD7AAC0}" type="sibTrans" cxnId="{3A2CECA6-0C5B-46BB-B7C6-7D37E9D210BD}">
      <dgm:prSet/>
      <dgm:spPr/>
      <dgm:t>
        <a:bodyPr/>
        <a:lstStyle/>
        <a:p>
          <a:endParaRPr lang="en-US"/>
        </a:p>
      </dgm:t>
    </dgm:pt>
    <dgm:pt modelId="{6CF284C3-4A70-4432-8F33-E75A802B3330}">
      <dgm:prSet/>
      <dgm:spPr/>
      <dgm:t>
        <a:bodyPr/>
        <a:lstStyle/>
        <a:p>
          <a:r>
            <a:rPr lang="en-US" dirty="0"/>
            <a:t>Some text here</a:t>
          </a:r>
        </a:p>
      </dgm:t>
    </dgm:pt>
    <dgm:pt modelId="{044831E6-2FC9-4DDA-81FB-5FA418568D07}" type="parTrans" cxnId="{2DC24386-BC50-4BAB-8571-16CB10C2603C}">
      <dgm:prSet/>
      <dgm:spPr/>
      <dgm:t>
        <a:bodyPr/>
        <a:lstStyle/>
        <a:p>
          <a:endParaRPr lang="en-US"/>
        </a:p>
      </dgm:t>
    </dgm:pt>
    <dgm:pt modelId="{CD50B82D-84BB-4747-B282-ABB339EBA294}" type="sibTrans" cxnId="{2DC24386-BC50-4BAB-8571-16CB10C2603C}">
      <dgm:prSet/>
      <dgm:spPr/>
      <dgm:t>
        <a:bodyPr/>
        <a:lstStyle/>
        <a:p>
          <a:endParaRPr lang="en-US"/>
        </a:p>
      </dgm:t>
    </dgm:pt>
    <dgm:pt modelId="{3AF880A5-0F00-4315-A5DF-1FE656798601}">
      <dgm:prSet phldrT="[Text]"/>
      <dgm:spPr/>
      <dgm:t>
        <a:bodyPr/>
        <a:lstStyle/>
        <a:p>
          <a:r>
            <a:rPr lang="en-US" dirty="0"/>
            <a:t>Some text here</a:t>
          </a:r>
        </a:p>
      </dgm:t>
    </dgm:pt>
    <dgm:pt modelId="{A13BB1F9-5857-4B43-8BF5-6589AA2CB759}" type="parTrans" cxnId="{24F8CBE2-5003-4E69-A772-6B98F2B05181}">
      <dgm:prSet/>
      <dgm:spPr/>
      <dgm:t>
        <a:bodyPr/>
        <a:lstStyle/>
        <a:p>
          <a:endParaRPr lang="en-US"/>
        </a:p>
      </dgm:t>
    </dgm:pt>
    <dgm:pt modelId="{C198C41D-2640-4669-83ED-E0CD35701C8E}" type="sibTrans" cxnId="{24F8CBE2-5003-4E69-A772-6B98F2B05181}">
      <dgm:prSet/>
      <dgm:spPr/>
      <dgm:t>
        <a:bodyPr/>
        <a:lstStyle/>
        <a:p>
          <a:endParaRPr lang="en-US"/>
        </a:p>
      </dgm:t>
    </dgm:pt>
    <dgm:pt modelId="{8EA7219F-BDB2-48EB-9EEB-3133522D132E}">
      <dgm:prSet phldrT="[Text]"/>
      <dgm:spPr/>
      <dgm:t>
        <a:bodyPr/>
        <a:lstStyle/>
        <a:p>
          <a:r>
            <a:rPr lang="en-US" dirty="0"/>
            <a:t>Some text here</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BE788BF5-FE9F-4C7D-A1CD-9232D7860179}">
      <dgm:prSet phldrT="[Text]"/>
      <dgm:spPr/>
      <dgm:t>
        <a:bodyPr/>
        <a:lstStyle/>
        <a:p>
          <a:r>
            <a:rPr lang="en-US"/>
            <a:t>Some text here</a:t>
          </a:r>
          <a:endParaRPr lang="en-US" dirty="0"/>
        </a:p>
      </dgm:t>
    </dgm:pt>
    <dgm:pt modelId="{963A52CB-C772-45F2-8A30-8ABA6B14D3CE}" type="parTrans" cxnId="{35013F34-57BC-4E3C-A003-07C0E49926DB}">
      <dgm:prSet/>
      <dgm:spPr/>
      <dgm:t>
        <a:bodyPr/>
        <a:lstStyle/>
        <a:p>
          <a:endParaRPr lang="en-US"/>
        </a:p>
      </dgm:t>
    </dgm:pt>
    <dgm:pt modelId="{88191C5E-55BA-42F2-B842-FC86CBBADC0F}" type="sibTrans" cxnId="{35013F34-57BC-4E3C-A003-07C0E49926DB}">
      <dgm:prSet/>
      <dgm:spPr/>
      <dgm:t>
        <a:bodyPr/>
        <a:lstStyle/>
        <a:p>
          <a:endParaRPr lang="en-US"/>
        </a:p>
      </dgm:t>
    </dgm:pt>
    <dgm:pt modelId="{3CE06941-9820-4827-8B16-CD80CC49F780}">
      <dgm:prSet phldrT="[Text]"/>
      <dgm:spPr/>
      <dgm:t>
        <a:bodyPr/>
        <a:lstStyle/>
        <a:p>
          <a:r>
            <a:rPr lang="en-US" dirty="0"/>
            <a:t>Some text here</a:t>
          </a:r>
        </a:p>
      </dgm:t>
    </dgm:pt>
    <dgm:pt modelId="{141A3C92-8966-4E2F-82E4-2E09E22674B2}" type="parTrans" cxnId="{C99CE395-39F6-46B4-938C-9BF085685D1A}">
      <dgm:prSet/>
      <dgm:spPr/>
      <dgm:t>
        <a:bodyPr/>
        <a:lstStyle/>
        <a:p>
          <a:endParaRPr lang="en-US"/>
        </a:p>
      </dgm:t>
    </dgm:pt>
    <dgm:pt modelId="{F58FC55B-E61F-445C-956E-0BB2202254CA}" type="sibTrans" cxnId="{C99CE395-39F6-46B4-938C-9BF085685D1A}">
      <dgm:prSet/>
      <dgm:spPr/>
      <dgm:t>
        <a:bodyPr/>
        <a:lstStyle/>
        <a:p>
          <a:endParaRPr lang="en-US"/>
        </a:p>
      </dgm:t>
    </dgm:pt>
    <dgm:pt modelId="{386C2B6D-2EE1-4682-AE61-EE246CD54E31}">
      <dgm:prSet phldrT="[Text]"/>
      <dgm:spPr/>
      <dgm:t>
        <a:bodyPr/>
        <a:lstStyle/>
        <a:p>
          <a:r>
            <a:rPr lang="en-US" dirty="0"/>
            <a:t>Some text here</a:t>
          </a:r>
        </a:p>
      </dgm:t>
    </dgm:pt>
    <dgm:pt modelId="{649D72FB-0D8F-479C-87D1-C73133EF35E2}" type="parTrans" cxnId="{7F96AC57-2F84-4E8C-AA92-E82865EE63FE}">
      <dgm:prSet/>
      <dgm:spPr/>
      <dgm:t>
        <a:bodyPr/>
        <a:lstStyle/>
        <a:p>
          <a:endParaRPr lang="en-US"/>
        </a:p>
      </dgm:t>
    </dgm:pt>
    <dgm:pt modelId="{E1C9E6F1-2ED2-4DD8-9B78-28FC1AF5D352}" type="sibTrans" cxnId="{7F96AC57-2F84-4E8C-AA92-E82865EE63FE}">
      <dgm:prSet/>
      <dgm:spPr/>
      <dgm:t>
        <a:bodyPr/>
        <a:lstStyle/>
        <a:p>
          <a:endParaRPr lang="en-US"/>
        </a:p>
      </dgm:t>
    </dgm:pt>
    <dgm:pt modelId="{2A22E84C-3AA3-4E9C-AE5F-9C2FB0D7FB11}">
      <dgm:prSet phldrT="[Text]"/>
      <dgm:spPr/>
      <dgm:t>
        <a:bodyPr/>
        <a:lstStyle/>
        <a:p>
          <a:r>
            <a:rPr lang="en-US" dirty="0"/>
            <a:t>Lorem Ipsum</a:t>
          </a:r>
        </a:p>
      </dgm:t>
    </dgm:pt>
    <dgm:pt modelId="{6C025E55-DF42-4C5D-AFD5-6015FA053D46}" type="parTrans" cxnId="{BEB859E7-C343-408E-86A1-667C27EE5761}">
      <dgm:prSet/>
      <dgm:spPr/>
      <dgm:t>
        <a:bodyPr/>
        <a:lstStyle/>
        <a:p>
          <a:endParaRPr lang="en-US"/>
        </a:p>
      </dgm:t>
    </dgm:pt>
    <dgm:pt modelId="{744EA591-F199-49C2-B63A-82709D96C729}" type="sibTrans" cxnId="{BEB859E7-C343-408E-86A1-667C27EE5761}">
      <dgm:prSet/>
      <dgm:spPr/>
      <dgm:t>
        <a:bodyPr/>
        <a:lstStyle/>
        <a:p>
          <a:endParaRPr lang="en-US"/>
        </a:p>
      </dgm:t>
    </dgm:pt>
    <dgm:pt modelId="{9ADACFBF-2A78-45C9-A7C4-5E5DBC674760}">
      <dgm:prSet phldrT="[Text]"/>
      <dgm:spPr/>
      <dgm:t>
        <a:bodyPr/>
        <a:lstStyle/>
        <a:p>
          <a:r>
            <a:rPr lang="en-US" dirty="0"/>
            <a:t>Some text here</a:t>
          </a:r>
        </a:p>
      </dgm:t>
    </dgm:pt>
    <dgm:pt modelId="{E121796C-71AB-4354-A1D4-3BF0025298A5}" type="parTrans" cxnId="{2B98897D-9937-49AC-9FE9-6629E912033A}">
      <dgm:prSet/>
      <dgm:spPr/>
      <dgm:t>
        <a:bodyPr/>
        <a:lstStyle/>
        <a:p>
          <a:endParaRPr lang="en-US"/>
        </a:p>
      </dgm:t>
    </dgm:pt>
    <dgm:pt modelId="{F3FE7E5A-DC73-423B-998C-02943CF263BF}" type="sibTrans" cxnId="{2B98897D-9937-49AC-9FE9-6629E912033A}">
      <dgm:prSet/>
      <dgm:spPr/>
      <dgm:t>
        <a:bodyPr/>
        <a:lstStyle/>
        <a:p>
          <a:endParaRPr lang="en-US"/>
        </a:p>
      </dgm:t>
    </dgm:pt>
    <dgm:pt modelId="{6C39594C-4AE1-4221-9751-E4FBA9469435}">
      <dgm:prSet phldrT="[Text]"/>
      <dgm:spPr/>
      <dgm:t>
        <a:bodyPr/>
        <a:lstStyle/>
        <a:p>
          <a:r>
            <a:rPr lang="en-US" dirty="0"/>
            <a:t>Some text here</a:t>
          </a:r>
        </a:p>
      </dgm:t>
    </dgm:pt>
    <dgm:pt modelId="{EA90E5E0-265B-4677-A3EF-FCD0DFDF4F41}" type="parTrans" cxnId="{7AF91B96-DA69-42D6-83DE-0E63677A4C47}">
      <dgm:prSet/>
      <dgm:spPr/>
      <dgm:t>
        <a:bodyPr/>
        <a:lstStyle/>
        <a:p>
          <a:endParaRPr lang="en-US"/>
        </a:p>
      </dgm:t>
    </dgm:pt>
    <dgm:pt modelId="{F04E3063-747B-4761-B46E-8C06B2EF3C55}" type="sibTrans" cxnId="{7AF91B96-DA69-42D6-83DE-0E63677A4C47}">
      <dgm:prSet/>
      <dgm:spPr/>
      <dgm:t>
        <a:bodyPr/>
        <a:lstStyle/>
        <a:p>
          <a:endParaRPr lang="en-US"/>
        </a:p>
      </dgm:t>
    </dgm:pt>
    <dgm:pt modelId="{02C5C993-2D65-4BB0-A6B2-BE7D3F9C43C2}">
      <dgm:prSet phldrT="[Text]"/>
      <dgm:spPr/>
      <dgm:t>
        <a:bodyPr/>
        <a:lstStyle/>
        <a:p>
          <a:r>
            <a:rPr lang="en-US"/>
            <a:t>Lorem Ipsum</a:t>
          </a:r>
          <a:endParaRPr lang="en-US" dirty="0"/>
        </a:p>
      </dgm:t>
    </dgm:pt>
    <dgm:pt modelId="{6C53AFCD-6E29-4E3F-999F-41047A9320B5}" type="parTrans" cxnId="{A476C2A5-8FD1-451C-B4B9-33580FF918DD}">
      <dgm:prSet/>
      <dgm:spPr/>
      <dgm:t>
        <a:bodyPr/>
        <a:lstStyle/>
        <a:p>
          <a:endParaRPr lang="en-US"/>
        </a:p>
      </dgm:t>
    </dgm:pt>
    <dgm:pt modelId="{43DD8405-252E-423F-99DB-8319ED9821DA}" type="sibTrans" cxnId="{A476C2A5-8FD1-451C-B4B9-33580FF918DD}">
      <dgm:prSet/>
      <dgm:spPr/>
      <dgm:t>
        <a:bodyPr/>
        <a:lstStyle/>
        <a:p>
          <a:endParaRPr lang="en-US"/>
        </a:p>
      </dgm:t>
    </dgm:pt>
    <dgm:pt modelId="{4FBEDC62-4231-4076-9A0D-9DC61D34153E}">
      <dgm:prSet phldrT="[Text]"/>
      <dgm:spPr/>
      <dgm:t>
        <a:bodyPr/>
        <a:lstStyle/>
        <a:p>
          <a:r>
            <a:rPr lang="en-US" dirty="0"/>
            <a:t>Some text here</a:t>
          </a:r>
        </a:p>
      </dgm:t>
    </dgm:pt>
    <dgm:pt modelId="{EADD1839-AFD1-4757-A4CE-D351F4DCBCD8}" type="parTrans" cxnId="{0E8533C9-EA3D-4213-88FD-57773A926E81}">
      <dgm:prSet/>
      <dgm:spPr/>
      <dgm:t>
        <a:bodyPr/>
        <a:lstStyle/>
        <a:p>
          <a:endParaRPr lang="en-US"/>
        </a:p>
      </dgm:t>
    </dgm:pt>
    <dgm:pt modelId="{B2CACC34-29E2-4636-8542-BC8705680ADD}" type="sibTrans" cxnId="{0E8533C9-EA3D-4213-88FD-57773A926E81}">
      <dgm:prSet/>
      <dgm:spPr/>
      <dgm:t>
        <a:bodyPr/>
        <a:lstStyle/>
        <a:p>
          <a:endParaRPr lang="en-US"/>
        </a:p>
      </dgm:t>
    </dgm:pt>
    <dgm:pt modelId="{4A111F95-0A29-4197-BFFB-FDA0312EF033}">
      <dgm:prSet phldrT="[Text]"/>
      <dgm:spPr/>
      <dgm:t>
        <a:bodyPr/>
        <a:lstStyle/>
        <a:p>
          <a:r>
            <a:rPr lang="en-US" dirty="0"/>
            <a:t>Some text here</a:t>
          </a:r>
        </a:p>
      </dgm:t>
    </dgm:pt>
    <dgm:pt modelId="{80585778-3351-4CE2-87C7-F9C13094C891}" type="parTrans" cxnId="{41BBADF8-551E-41E5-A2F8-2CAEC5D87928}">
      <dgm:prSet/>
      <dgm:spPr/>
      <dgm:t>
        <a:bodyPr/>
        <a:lstStyle/>
        <a:p>
          <a:endParaRPr lang="en-US"/>
        </a:p>
      </dgm:t>
    </dgm:pt>
    <dgm:pt modelId="{A1426C51-32DF-487B-BDD3-F9BA7F8277E3}" type="sibTrans" cxnId="{41BBADF8-551E-41E5-A2F8-2CAEC5D87928}">
      <dgm:prSet/>
      <dgm:spPr/>
      <dgm:t>
        <a:bodyPr/>
        <a:lstStyle/>
        <a:p>
          <a:endParaRPr lang="en-US"/>
        </a:p>
      </dgm:t>
    </dgm:pt>
    <dgm:pt modelId="{9336E4AC-BEAD-49C2-8349-75AB23EDC0C7}" type="pres">
      <dgm:prSet presAssocID="{B9C32B05-62EA-407A-B21C-2310C7945705}" presName="cycle" presStyleCnt="0">
        <dgm:presLayoutVars>
          <dgm:dir/>
          <dgm:resizeHandles val="exact"/>
        </dgm:presLayoutVars>
      </dgm:prSet>
      <dgm:spPr/>
    </dgm:pt>
    <dgm:pt modelId="{A2ED716B-B208-4499-910D-70CCBB66A7A2}" type="pres">
      <dgm:prSet presAssocID="{42D71409-67F9-455C-8C6D-716D284AAA6B}" presName="node" presStyleLbl="node1" presStyleIdx="0" presStyleCnt="5">
        <dgm:presLayoutVars>
          <dgm:bulletEnabled val="1"/>
        </dgm:presLayoutVars>
      </dgm:prSet>
      <dgm:spPr/>
    </dgm:pt>
    <dgm:pt modelId="{05C0CD72-069D-476B-B2F8-3E74BE2ED2D8}" type="pres">
      <dgm:prSet presAssocID="{42D71409-67F9-455C-8C6D-716D284AAA6B}" presName="spNode" presStyleCnt="0"/>
      <dgm:spPr/>
    </dgm:pt>
    <dgm:pt modelId="{0AA4EB5B-9DE0-4148-9AD1-6019307BB38C}" type="pres">
      <dgm:prSet presAssocID="{478B7D3C-9FB4-4BC6-90AC-49960560DECD}" presName="sibTrans" presStyleLbl="sibTrans1D1" presStyleIdx="0" presStyleCnt="5"/>
      <dgm:spPr/>
    </dgm:pt>
    <dgm:pt modelId="{61E39420-2450-4A1D-9175-4450DFF7C6B4}" type="pres">
      <dgm:prSet presAssocID="{F66099B6-DBBD-4AB0-82D2-877B80F846F7}" presName="node" presStyleLbl="node1" presStyleIdx="1" presStyleCnt="5">
        <dgm:presLayoutVars>
          <dgm:bulletEnabled val="1"/>
        </dgm:presLayoutVars>
      </dgm:prSet>
      <dgm:spPr/>
    </dgm:pt>
    <dgm:pt modelId="{5C45A55B-9EB2-4065-AF2A-805BABD8CBC0}" type="pres">
      <dgm:prSet presAssocID="{F66099B6-DBBD-4AB0-82D2-877B80F846F7}" presName="spNode" presStyleCnt="0"/>
      <dgm:spPr/>
    </dgm:pt>
    <dgm:pt modelId="{E4A53229-A212-4354-BD3D-06A1802B2243}" type="pres">
      <dgm:prSet presAssocID="{BC531B32-9B0E-482E-BF91-65C61F17168D}" presName="sibTrans" presStyleLbl="sibTrans1D1" presStyleIdx="1" presStyleCnt="5"/>
      <dgm:spPr/>
    </dgm:pt>
    <dgm:pt modelId="{4568E074-C128-4B06-9559-ED3D93003293}" type="pres">
      <dgm:prSet presAssocID="{EE62A4F6-4AC4-435B-990E-81A71CE8CAC7}" presName="node" presStyleLbl="node1" presStyleIdx="2" presStyleCnt="5">
        <dgm:presLayoutVars>
          <dgm:bulletEnabled val="1"/>
        </dgm:presLayoutVars>
      </dgm:prSet>
      <dgm:spPr/>
    </dgm:pt>
    <dgm:pt modelId="{F4D5760C-108B-4B0B-A4A7-FA4042203E43}" type="pres">
      <dgm:prSet presAssocID="{EE62A4F6-4AC4-435B-990E-81A71CE8CAC7}" presName="spNode" presStyleCnt="0"/>
      <dgm:spPr/>
    </dgm:pt>
    <dgm:pt modelId="{78540B72-E17A-416D-8D69-0A299753131E}" type="pres">
      <dgm:prSet presAssocID="{389F9A93-0231-4877-8C41-5D5B8DD7AAC0}" presName="sibTrans" presStyleLbl="sibTrans1D1" presStyleIdx="2" presStyleCnt="5"/>
      <dgm:spPr/>
    </dgm:pt>
    <dgm:pt modelId="{197750D8-F002-4135-8E37-EE8D43797C02}" type="pres">
      <dgm:prSet presAssocID="{2A22E84C-3AA3-4E9C-AE5F-9C2FB0D7FB11}" presName="node" presStyleLbl="node1" presStyleIdx="3" presStyleCnt="5">
        <dgm:presLayoutVars>
          <dgm:bulletEnabled val="1"/>
        </dgm:presLayoutVars>
      </dgm:prSet>
      <dgm:spPr/>
    </dgm:pt>
    <dgm:pt modelId="{62873397-6D2D-4F73-8954-8EFF3DF08055}" type="pres">
      <dgm:prSet presAssocID="{2A22E84C-3AA3-4E9C-AE5F-9C2FB0D7FB11}" presName="spNode" presStyleCnt="0"/>
      <dgm:spPr/>
    </dgm:pt>
    <dgm:pt modelId="{1188906B-F062-416E-BDD3-94E59DB9BCD5}" type="pres">
      <dgm:prSet presAssocID="{744EA591-F199-49C2-B63A-82709D96C729}" presName="sibTrans" presStyleLbl="sibTrans1D1" presStyleIdx="3" presStyleCnt="5"/>
      <dgm:spPr/>
    </dgm:pt>
    <dgm:pt modelId="{F4F11A63-1F73-46F3-A675-933B071C6BB3}" type="pres">
      <dgm:prSet presAssocID="{02C5C993-2D65-4BB0-A6B2-BE7D3F9C43C2}" presName="node" presStyleLbl="node1" presStyleIdx="4" presStyleCnt="5">
        <dgm:presLayoutVars>
          <dgm:bulletEnabled val="1"/>
        </dgm:presLayoutVars>
      </dgm:prSet>
      <dgm:spPr/>
    </dgm:pt>
    <dgm:pt modelId="{7D27F3D5-2ECE-41AD-A9DB-610702E4ECD3}" type="pres">
      <dgm:prSet presAssocID="{02C5C993-2D65-4BB0-A6B2-BE7D3F9C43C2}" presName="spNode" presStyleCnt="0"/>
      <dgm:spPr/>
    </dgm:pt>
    <dgm:pt modelId="{D3B12F42-6E1A-4712-BB05-F3CB3F051759}" type="pres">
      <dgm:prSet presAssocID="{43DD8405-252E-423F-99DB-8319ED9821DA}" presName="sibTrans" presStyleLbl="sibTrans1D1" presStyleIdx="4" presStyleCnt="5"/>
      <dgm:spPr/>
    </dgm:pt>
  </dgm:ptLst>
  <dgm:cxnLst>
    <dgm:cxn modelId="{1B95FC04-E2AF-4CDC-8591-C41A8B660DD8}" type="presOf" srcId="{02C5C993-2D65-4BB0-A6B2-BE7D3F9C43C2}" destId="{F4F11A63-1F73-46F3-A675-933B071C6BB3}" srcOrd="0" destOrd="0" presId="urn:microsoft.com/office/officeart/2005/8/layout/cycle6"/>
    <dgm:cxn modelId="{CDC1FD0A-1CED-4337-AF7A-9E33964B5337}" type="presOf" srcId="{3CE06941-9820-4827-8B16-CD80CC49F780}" destId="{4568E074-C128-4B06-9559-ED3D93003293}" srcOrd="0" destOrd="1" presId="urn:microsoft.com/office/officeart/2005/8/layout/cycle6"/>
    <dgm:cxn modelId="{4B2B8C0B-95CF-48F3-B812-17E15D59FCDD}" type="presOf" srcId="{6C39594C-4AE1-4221-9751-E4FBA9469435}" destId="{197750D8-F002-4135-8E37-EE8D43797C02}" srcOrd="0" destOrd="2" presId="urn:microsoft.com/office/officeart/2005/8/layout/cycle6"/>
    <dgm:cxn modelId="{2AA9C11F-1F1D-428E-801A-47EAA766C99D}" srcId="{B9C32B05-62EA-407A-B21C-2310C7945705}" destId="{42D71409-67F9-455C-8C6D-716D284AAA6B}" srcOrd="0" destOrd="0" parTransId="{51680ED1-AF6E-4B28-AE94-92B0EFB0DF7D}" sibTransId="{478B7D3C-9FB4-4BC6-90AC-49960560DECD}"/>
    <dgm:cxn modelId="{361BA721-388A-4A77-A834-1E10A3CD3A3A}" type="presOf" srcId="{BC531B32-9B0E-482E-BF91-65C61F17168D}" destId="{E4A53229-A212-4354-BD3D-06A1802B2243}" srcOrd="0" destOrd="0" presId="urn:microsoft.com/office/officeart/2005/8/layout/cycle6"/>
    <dgm:cxn modelId="{B38E9523-C985-47A3-9CA9-BA41E200936A}" type="presOf" srcId="{4FBEDC62-4231-4076-9A0D-9DC61D34153E}" destId="{F4F11A63-1F73-46F3-A675-933B071C6BB3}" srcOrd="0" destOrd="1" presId="urn:microsoft.com/office/officeart/2005/8/layout/cycle6"/>
    <dgm:cxn modelId="{9253AB27-22C8-466A-8AB0-F6F91448558E}" type="presOf" srcId="{2A22E84C-3AA3-4E9C-AE5F-9C2FB0D7FB11}" destId="{197750D8-F002-4135-8E37-EE8D43797C02}" srcOrd="0" destOrd="0" presId="urn:microsoft.com/office/officeart/2005/8/layout/cycle6"/>
    <dgm:cxn modelId="{B4F3EA32-CE64-4A92-9BAE-BC57E5392B05}" srcId="{B9C32B05-62EA-407A-B21C-2310C7945705}" destId="{F66099B6-DBBD-4AB0-82D2-877B80F846F7}" srcOrd="1" destOrd="0" parTransId="{B09C8BFB-F41C-4AC4-AB94-F216E3081C2D}" sibTransId="{BC531B32-9B0E-482E-BF91-65C61F17168D}"/>
    <dgm:cxn modelId="{35013F34-57BC-4E3C-A003-07C0E49926DB}" srcId="{F66099B6-DBBD-4AB0-82D2-877B80F846F7}" destId="{BE788BF5-FE9F-4C7D-A1CD-9232D7860179}" srcOrd="1" destOrd="0" parTransId="{963A52CB-C772-45F2-8A30-8ABA6B14D3CE}" sibTransId="{88191C5E-55BA-42F2-B842-FC86CBBADC0F}"/>
    <dgm:cxn modelId="{0DBB523B-586B-40DF-A228-9C863536E485}" type="presOf" srcId="{8EA7219F-BDB2-48EB-9EEB-3133522D132E}" destId="{A2ED716B-B208-4499-910D-70CCBB66A7A2}" srcOrd="0" destOrd="1" presId="urn:microsoft.com/office/officeart/2005/8/layout/cycle6"/>
    <dgm:cxn modelId="{3F38E941-5C55-4118-BC85-8D5E9C0F6B2D}" type="presOf" srcId="{6CF284C3-4A70-4432-8F33-E75A802B3330}" destId="{61E39420-2450-4A1D-9175-4450DFF7C6B4}" srcOrd="0" destOrd="1" presId="urn:microsoft.com/office/officeart/2005/8/layout/cycle6"/>
    <dgm:cxn modelId="{41B57566-65EF-4BF6-B735-89C1470EB9A5}" type="presOf" srcId="{744EA591-F199-49C2-B63A-82709D96C729}" destId="{1188906B-F062-416E-BDD3-94E59DB9BCD5}" srcOrd="0" destOrd="0" presId="urn:microsoft.com/office/officeart/2005/8/layout/cycle6"/>
    <dgm:cxn modelId="{1656AC67-47D4-4587-A07C-E81FCE00FBF6}" type="presOf" srcId="{F66099B6-DBBD-4AB0-82D2-877B80F846F7}" destId="{61E39420-2450-4A1D-9175-4450DFF7C6B4}" srcOrd="0" destOrd="0" presId="urn:microsoft.com/office/officeart/2005/8/layout/cycle6"/>
    <dgm:cxn modelId="{42F10268-59CE-4143-930D-E9FFEAB7A7F2}" type="presOf" srcId="{386C2B6D-2EE1-4682-AE61-EE246CD54E31}" destId="{4568E074-C128-4B06-9559-ED3D93003293}" srcOrd="0" destOrd="2" presId="urn:microsoft.com/office/officeart/2005/8/layout/cycle6"/>
    <dgm:cxn modelId="{58CC2B4A-3B85-46FE-B2C0-C693464C7343}" type="presOf" srcId="{B9C32B05-62EA-407A-B21C-2310C7945705}" destId="{9336E4AC-BEAD-49C2-8349-75AB23EDC0C7}" srcOrd="0" destOrd="0" presId="urn:microsoft.com/office/officeart/2005/8/layout/cycle6"/>
    <dgm:cxn modelId="{812C0D6B-35C7-452F-A04A-49033204CF82}" type="presOf" srcId="{EE62A4F6-4AC4-435B-990E-81A71CE8CAC7}" destId="{4568E074-C128-4B06-9559-ED3D93003293}" srcOrd="0" destOrd="0" presId="urn:microsoft.com/office/officeart/2005/8/layout/cycle6"/>
    <dgm:cxn modelId="{84D99871-033F-4C63-9C69-2F7F8A4581D6}" type="presOf" srcId="{389F9A93-0231-4877-8C41-5D5B8DD7AAC0}" destId="{78540B72-E17A-416D-8D69-0A299753131E}" srcOrd="0" destOrd="0" presId="urn:microsoft.com/office/officeart/2005/8/layout/cycle6"/>
    <dgm:cxn modelId="{7F96AC57-2F84-4E8C-AA92-E82865EE63FE}" srcId="{EE62A4F6-4AC4-435B-990E-81A71CE8CAC7}" destId="{386C2B6D-2EE1-4682-AE61-EE246CD54E31}" srcOrd="1" destOrd="0" parTransId="{649D72FB-0D8F-479C-87D1-C73133EF35E2}" sibTransId="{E1C9E6F1-2ED2-4DD8-9B78-28FC1AF5D352}"/>
    <dgm:cxn modelId="{2B98897D-9937-49AC-9FE9-6629E912033A}" srcId="{2A22E84C-3AA3-4E9C-AE5F-9C2FB0D7FB11}" destId="{9ADACFBF-2A78-45C9-A7C4-5E5DBC674760}" srcOrd="0" destOrd="0" parTransId="{E121796C-71AB-4354-A1D4-3BF0025298A5}" sibTransId="{F3FE7E5A-DC73-423B-998C-02943CF263BF}"/>
    <dgm:cxn modelId="{FF15C582-79B0-4CB4-AC3C-96798AE52096}" type="presOf" srcId="{BE788BF5-FE9F-4C7D-A1CD-9232D7860179}" destId="{61E39420-2450-4A1D-9175-4450DFF7C6B4}" srcOrd="0" destOrd="2" presId="urn:microsoft.com/office/officeart/2005/8/layout/cycle6"/>
    <dgm:cxn modelId="{2DC24386-BC50-4BAB-8571-16CB10C2603C}" srcId="{F66099B6-DBBD-4AB0-82D2-877B80F846F7}" destId="{6CF284C3-4A70-4432-8F33-E75A802B3330}" srcOrd="0" destOrd="0" parTransId="{044831E6-2FC9-4DDA-81FB-5FA418568D07}" sibTransId="{CD50B82D-84BB-4747-B282-ABB339EBA294}"/>
    <dgm:cxn modelId="{99F3D190-8C24-463D-8F08-F7CA926C6BB5}" type="presOf" srcId="{4A111F95-0A29-4197-BFFB-FDA0312EF033}" destId="{F4F11A63-1F73-46F3-A675-933B071C6BB3}" srcOrd="0" destOrd="2" presId="urn:microsoft.com/office/officeart/2005/8/layout/cycle6"/>
    <dgm:cxn modelId="{02149A92-21BB-4F3C-8034-233FD938F11D}" type="presOf" srcId="{478B7D3C-9FB4-4BC6-90AC-49960560DECD}" destId="{0AA4EB5B-9DE0-4148-9AD1-6019307BB38C}" srcOrd="0" destOrd="0" presId="urn:microsoft.com/office/officeart/2005/8/layout/cycle6"/>
    <dgm:cxn modelId="{C99CE395-39F6-46B4-938C-9BF085685D1A}" srcId="{EE62A4F6-4AC4-435B-990E-81A71CE8CAC7}" destId="{3CE06941-9820-4827-8B16-CD80CC49F780}" srcOrd="0" destOrd="0" parTransId="{141A3C92-8966-4E2F-82E4-2E09E22674B2}" sibTransId="{F58FC55B-E61F-445C-956E-0BB2202254CA}"/>
    <dgm:cxn modelId="{7AF91B96-DA69-42D6-83DE-0E63677A4C47}" srcId="{2A22E84C-3AA3-4E9C-AE5F-9C2FB0D7FB11}" destId="{6C39594C-4AE1-4221-9751-E4FBA9469435}" srcOrd="1" destOrd="0" parTransId="{EA90E5E0-265B-4677-A3EF-FCD0DFDF4F41}" sibTransId="{F04E3063-747B-4761-B46E-8C06B2EF3C55}"/>
    <dgm:cxn modelId="{A476C2A5-8FD1-451C-B4B9-33580FF918DD}" srcId="{B9C32B05-62EA-407A-B21C-2310C7945705}" destId="{02C5C993-2D65-4BB0-A6B2-BE7D3F9C43C2}" srcOrd="4" destOrd="0" parTransId="{6C53AFCD-6E29-4E3F-999F-41047A9320B5}" sibTransId="{43DD8405-252E-423F-99DB-8319ED9821DA}"/>
    <dgm:cxn modelId="{3A2CECA6-0C5B-46BB-B7C6-7D37E9D210BD}" srcId="{B9C32B05-62EA-407A-B21C-2310C7945705}" destId="{EE62A4F6-4AC4-435B-990E-81A71CE8CAC7}" srcOrd="2" destOrd="0" parTransId="{F287B947-7343-4FA2-B288-B23A59FFAE31}" sibTransId="{389F9A93-0231-4877-8C41-5D5B8DD7AAC0}"/>
    <dgm:cxn modelId="{BD9D30BB-EBDB-4701-BFCD-6390A304FF5D}" type="presOf" srcId="{9ADACFBF-2A78-45C9-A7C4-5E5DBC674760}" destId="{197750D8-F002-4135-8E37-EE8D43797C02}" srcOrd="0" destOrd="1" presId="urn:microsoft.com/office/officeart/2005/8/layout/cycle6"/>
    <dgm:cxn modelId="{8B9065BE-F2A1-49C0-B201-F5E9FD3441E8}" type="presOf" srcId="{43DD8405-252E-423F-99DB-8319ED9821DA}" destId="{D3B12F42-6E1A-4712-BB05-F3CB3F051759}" srcOrd="0" destOrd="0" presId="urn:microsoft.com/office/officeart/2005/8/layout/cycle6"/>
    <dgm:cxn modelId="{0E8533C9-EA3D-4213-88FD-57773A926E81}" srcId="{02C5C993-2D65-4BB0-A6B2-BE7D3F9C43C2}" destId="{4FBEDC62-4231-4076-9A0D-9DC61D34153E}" srcOrd="0" destOrd="0" parTransId="{EADD1839-AFD1-4757-A4CE-D351F4DCBCD8}" sibTransId="{B2CACC34-29E2-4636-8542-BC8705680ADD}"/>
    <dgm:cxn modelId="{24F8CBE2-5003-4E69-A772-6B98F2B05181}" srcId="{42D71409-67F9-455C-8C6D-716D284AAA6B}" destId="{3AF880A5-0F00-4315-A5DF-1FE656798601}" srcOrd="1" destOrd="0" parTransId="{A13BB1F9-5857-4B43-8BF5-6589AA2CB759}" sibTransId="{C198C41D-2640-4669-83ED-E0CD35701C8E}"/>
    <dgm:cxn modelId="{BEB859E7-C343-408E-86A1-667C27EE5761}" srcId="{B9C32B05-62EA-407A-B21C-2310C7945705}" destId="{2A22E84C-3AA3-4E9C-AE5F-9C2FB0D7FB11}" srcOrd="3" destOrd="0" parTransId="{6C025E55-DF42-4C5D-AFD5-6015FA053D46}" sibTransId="{744EA591-F199-49C2-B63A-82709D96C729}"/>
    <dgm:cxn modelId="{2D713FEA-166D-44AA-97F0-C5AA599B7685}" type="presOf" srcId="{3AF880A5-0F00-4315-A5DF-1FE656798601}" destId="{A2ED716B-B208-4499-910D-70CCBB66A7A2}" srcOrd="0" destOrd="2" presId="urn:microsoft.com/office/officeart/2005/8/layout/cycle6"/>
    <dgm:cxn modelId="{58AD7EEF-D408-406B-87EE-4691D4C30668}" srcId="{42D71409-67F9-455C-8C6D-716D284AAA6B}" destId="{8EA7219F-BDB2-48EB-9EEB-3133522D132E}" srcOrd="0" destOrd="0" parTransId="{3EE8403A-CB7C-4815-85BD-AEBCAEB71B37}" sibTransId="{C94B7947-85DC-4B21-BB99-DF8438356F98}"/>
    <dgm:cxn modelId="{41BBADF8-551E-41E5-A2F8-2CAEC5D87928}" srcId="{02C5C993-2D65-4BB0-A6B2-BE7D3F9C43C2}" destId="{4A111F95-0A29-4197-BFFB-FDA0312EF033}" srcOrd="1" destOrd="0" parTransId="{80585778-3351-4CE2-87C7-F9C13094C891}" sibTransId="{A1426C51-32DF-487B-BDD3-F9BA7F8277E3}"/>
    <dgm:cxn modelId="{120B4CF9-1D24-4B54-A6D4-9D2C9D051422}" type="presOf" srcId="{42D71409-67F9-455C-8C6D-716D284AAA6B}" destId="{A2ED716B-B208-4499-910D-70CCBB66A7A2}" srcOrd="0" destOrd="0" presId="urn:microsoft.com/office/officeart/2005/8/layout/cycle6"/>
    <dgm:cxn modelId="{F92DEE6D-45EF-4486-A28A-6EAE676C7285}" type="presParOf" srcId="{9336E4AC-BEAD-49C2-8349-75AB23EDC0C7}" destId="{A2ED716B-B208-4499-910D-70CCBB66A7A2}" srcOrd="0" destOrd="0" presId="urn:microsoft.com/office/officeart/2005/8/layout/cycle6"/>
    <dgm:cxn modelId="{723822E8-06AB-472C-8C19-D02DE91AC995}" type="presParOf" srcId="{9336E4AC-BEAD-49C2-8349-75AB23EDC0C7}" destId="{05C0CD72-069D-476B-B2F8-3E74BE2ED2D8}" srcOrd="1" destOrd="0" presId="urn:microsoft.com/office/officeart/2005/8/layout/cycle6"/>
    <dgm:cxn modelId="{D5F231CA-29AF-4B8A-93D4-D00D258AEBF7}" type="presParOf" srcId="{9336E4AC-BEAD-49C2-8349-75AB23EDC0C7}" destId="{0AA4EB5B-9DE0-4148-9AD1-6019307BB38C}" srcOrd="2" destOrd="0" presId="urn:microsoft.com/office/officeart/2005/8/layout/cycle6"/>
    <dgm:cxn modelId="{A1AAD074-3099-4895-AFF3-33FA789B9402}" type="presParOf" srcId="{9336E4AC-BEAD-49C2-8349-75AB23EDC0C7}" destId="{61E39420-2450-4A1D-9175-4450DFF7C6B4}" srcOrd="3" destOrd="0" presId="urn:microsoft.com/office/officeart/2005/8/layout/cycle6"/>
    <dgm:cxn modelId="{6650EC7E-76A1-4952-8EC5-EA37DF7295FC}" type="presParOf" srcId="{9336E4AC-BEAD-49C2-8349-75AB23EDC0C7}" destId="{5C45A55B-9EB2-4065-AF2A-805BABD8CBC0}" srcOrd="4" destOrd="0" presId="urn:microsoft.com/office/officeart/2005/8/layout/cycle6"/>
    <dgm:cxn modelId="{2550A008-CD8F-45D4-A991-EBB27862B88D}" type="presParOf" srcId="{9336E4AC-BEAD-49C2-8349-75AB23EDC0C7}" destId="{E4A53229-A212-4354-BD3D-06A1802B2243}" srcOrd="5" destOrd="0" presId="urn:microsoft.com/office/officeart/2005/8/layout/cycle6"/>
    <dgm:cxn modelId="{C1274799-E2DF-4653-8DF6-EE56C22E890F}" type="presParOf" srcId="{9336E4AC-BEAD-49C2-8349-75AB23EDC0C7}" destId="{4568E074-C128-4B06-9559-ED3D93003293}" srcOrd="6" destOrd="0" presId="urn:microsoft.com/office/officeart/2005/8/layout/cycle6"/>
    <dgm:cxn modelId="{26932DA2-C004-48A9-B855-EC9665D13749}" type="presParOf" srcId="{9336E4AC-BEAD-49C2-8349-75AB23EDC0C7}" destId="{F4D5760C-108B-4B0B-A4A7-FA4042203E43}" srcOrd="7" destOrd="0" presId="urn:microsoft.com/office/officeart/2005/8/layout/cycle6"/>
    <dgm:cxn modelId="{4F6C50EE-53A7-49AA-917C-B5BBB4A1C199}" type="presParOf" srcId="{9336E4AC-BEAD-49C2-8349-75AB23EDC0C7}" destId="{78540B72-E17A-416D-8D69-0A299753131E}" srcOrd="8" destOrd="0" presId="urn:microsoft.com/office/officeart/2005/8/layout/cycle6"/>
    <dgm:cxn modelId="{618BFB0B-BDD3-4BAC-BECC-6C5B50A7F85A}" type="presParOf" srcId="{9336E4AC-BEAD-49C2-8349-75AB23EDC0C7}" destId="{197750D8-F002-4135-8E37-EE8D43797C02}" srcOrd="9" destOrd="0" presId="urn:microsoft.com/office/officeart/2005/8/layout/cycle6"/>
    <dgm:cxn modelId="{D309577B-B9CC-4A8E-B3EA-6A7024E1BEDD}" type="presParOf" srcId="{9336E4AC-BEAD-49C2-8349-75AB23EDC0C7}" destId="{62873397-6D2D-4F73-8954-8EFF3DF08055}" srcOrd="10" destOrd="0" presId="urn:microsoft.com/office/officeart/2005/8/layout/cycle6"/>
    <dgm:cxn modelId="{B257D8B8-4562-4278-9813-C819DB64C549}" type="presParOf" srcId="{9336E4AC-BEAD-49C2-8349-75AB23EDC0C7}" destId="{1188906B-F062-416E-BDD3-94E59DB9BCD5}" srcOrd="11" destOrd="0" presId="urn:microsoft.com/office/officeart/2005/8/layout/cycle6"/>
    <dgm:cxn modelId="{E39C1A29-2ECD-4111-9925-83E92E3DB0A1}" type="presParOf" srcId="{9336E4AC-BEAD-49C2-8349-75AB23EDC0C7}" destId="{F4F11A63-1F73-46F3-A675-933B071C6BB3}" srcOrd="12" destOrd="0" presId="urn:microsoft.com/office/officeart/2005/8/layout/cycle6"/>
    <dgm:cxn modelId="{0275FB09-2F46-49B7-960D-593AF00F239D}" type="presParOf" srcId="{9336E4AC-BEAD-49C2-8349-75AB23EDC0C7}" destId="{7D27F3D5-2ECE-41AD-A9DB-610702E4ECD3}" srcOrd="13" destOrd="0" presId="urn:microsoft.com/office/officeart/2005/8/layout/cycle6"/>
    <dgm:cxn modelId="{046CB08D-3813-41E1-A91F-18B8783F7D93}" type="presParOf" srcId="{9336E4AC-BEAD-49C2-8349-75AB23EDC0C7}" destId="{D3B12F42-6E1A-4712-BB05-F3CB3F051759}" srcOrd="14" destOrd="0" presId="urn:microsoft.com/office/officeart/2005/8/layout/cycle6"/>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87.xml><?xml version="1.0" encoding="utf-8"?>
<dgm:dataModel xmlns:dgm="http://schemas.openxmlformats.org/drawingml/2006/diagram" xmlns:a="http://schemas.openxmlformats.org/drawingml/2006/main">
  <dgm:ptLst>
    <dgm:pt modelId="{B9C32B05-62EA-407A-B21C-2310C7945705}" type="doc">
      <dgm:prSet loTypeId="urn:microsoft.com/office/officeart/2005/8/layout/cycle3" loCatId="cycle"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F66099B6-DBBD-4AB0-82D2-877B80F846F7}">
      <dgm:prSet phldrT="[Text]"/>
      <dgm:spPr/>
      <dgm:t>
        <a:bodyPr/>
        <a:lstStyle/>
        <a:p>
          <a:r>
            <a:rPr lang="en-US" dirty="0"/>
            <a:t>Lorem Ipsum</a:t>
          </a:r>
        </a:p>
      </dgm:t>
    </dgm:pt>
    <dgm:pt modelId="{B09C8BFB-F41C-4AC4-AB94-F216E3081C2D}" type="parTrans" cxnId="{B4F3EA32-CE64-4A92-9BAE-BC57E5392B05}">
      <dgm:prSet/>
      <dgm:spPr/>
      <dgm:t>
        <a:bodyPr/>
        <a:lstStyle/>
        <a:p>
          <a:endParaRPr lang="en-US"/>
        </a:p>
      </dgm:t>
    </dgm:pt>
    <dgm:pt modelId="{BC531B32-9B0E-482E-BF91-65C61F17168D}" type="sibTrans" cxnId="{B4F3EA32-CE64-4A92-9BAE-BC57E5392B05}">
      <dgm:prSet/>
      <dgm:spPr/>
      <dgm:t>
        <a:bodyPr/>
        <a:lstStyle/>
        <a:p>
          <a:endParaRPr lang="en-US"/>
        </a:p>
      </dgm:t>
    </dgm:pt>
    <dgm:pt modelId="{EE62A4F6-4AC4-435B-990E-81A71CE8CAC7}">
      <dgm:prSet phldrT="[Text]"/>
      <dgm:spPr/>
      <dgm:t>
        <a:bodyPr/>
        <a:lstStyle/>
        <a:p>
          <a:r>
            <a:rPr lang="en-US" dirty="0"/>
            <a:t>Lorem Ipsum</a:t>
          </a:r>
        </a:p>
      </dgm:t>
    </dgm:pt>
    <dgm:pt modelId="{F287B947-7343-4FA2-B288-B23A59FFAE31}" type="parTrans" cxnId="{3A2CECA6-0C5B-46BB-B7C6-7D37E9D210BD}">
      <dgm:prSet/>
      <dgm:spPr/>
      <dgm:t>
        <a:bodyPr/>
        <a:lstStyle/>
        <a:p>
          <a:endParaRPr lang="en-US"/>
        </a:p>
      </dgm:t>
    </dgm:pt>
    <dgm:pt modelId="{389F9A93-0231-4877-8C41-5D5B8DD7AAC0}" type="sibTrans" cxnId="{3A2CECA6-0C5B-46BB-B7C6-7D37E9D210BD}">
      <dgm:prSet/>
      <dgm:spPr/>
      <dgm:t>
        <a:bodyPr/>
        <a:lstStyle/>
        <a:p>
          <a:endParaRPr lang="en-US"/>
        </a:p>
      </dgm:t>
    </dgm:pt>
    <dgm:pt modelId="{6CF284C3-4A70-4432-8F33-E75A802B3330}">
      <dgm:prSet/>
      <dgm:spPr/>
      <dgm:t>
        <a:bodyPr/>
        <a:lstStyle/>
        <a:p>
          <a:r>
            <a:rPr lang="en-US" dirty="0"/>
            <a:t>Some text here</a:t>
          </a:r>
        </a:p>
      </dgm:t>
    </dgm:pt>
    <dgm:pt modelId="{044831E6-2FC9-4DDA-81FB-5FA418568D07}" type="parTrans" cxnId="{2DC24386-BC50-4BAB-8571-16CB10C2603C}">
      <dgm:prSet/>
      <dgm:spPr/>
      <dgm:t>
        <a:bodyPr/>
        <a:lstStyle/>
        <a:p>
          <a:endParaRPr lang="en-US"/>
        </a:p>
      </dgm:t>
    </dgm:pt>
    <dgm:pt modelId="{CD50B82D-84BB-4747-B282-ABB339EBA294}" type="sibTrans" cxnId="{2DC24386-BC50-4BAB-8571-16CB10C2603C}">
      <dgm:prSet/>
      <dgm:spPr/>
      <dgm:t>
        <a:bodyPr/>
        <a:lstStyle/>
        <a:p>
          <a:endParaRPr lang="en-US"/>
        </a:p>
      </dgm:t>
    </dgm:pt>
    <dgm:pt modelId="{3AF880A5-0F00-4315-A5DF-1FE656798601}">
      <dgm:prSet phldrT="[Text]"/>
      <dgm:spPr/>
      <dgm:t>
        <a:bodyPr/>
        <a:lstStyle/>
        <a:p>
          <a:r>
            <a:rPr lang="en-US" dirty="0"/>
            <a:t>Some text here</a:t>
          </a:r>
        </a:p>
      </dgm:t>
    </dgm:pt>
    <dgm:pt modelId="{A13BB1F9-5857-4B43-8BF5-6589AA2CB759}" type="parTrans" cxnId="{24F8CBE2-5003-4E69-A772-6B98F2B05181}">
      <dgm:prSet/>
      <dgm:spPr/>
      <dgm:t>
        <a:bodyPr/>
        <a:lstStyle/>
        <a:p>
          <a:endParaRPr lang="en-US"/>
        </a:p>
      </dgm:t>
    </dgm:pt>
    <dgm:pt modelId="{C198C41D-2640-4669-83ED-E0CD35701C8E}" type="sibTrans" cxnId="{24F8CBE2-5003-4E69-A772-6B98F2B05181}">
      <dgm:prSet/>
      <dgm:spPr/>
      <dgm:t>
        <a:bodyPr/>
        <a:lstStyle/>
        <a:p>
          <a:endParaRPr lang="en-US"/>
        </a:p>
      </dgm:t>
    </dgm:pt>
    <dgm:pt modelId="{8EA7219F-BDB2-48EB-9EEB-3133522D132E}">
      <dgm:prSet phldrT="[Text]"/>
      <dgm:spPr/>
      <dgm:t>
        <a:bodyPr/>
        <a:lstStyle/>
        <a:p>
          <a:r>
            <a:rPr lang="en-US" dirty="0"/>
            <a:t>Some text here</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BE788BF5-FE9F-4C7D-A1CD-9232D7860179}">
      <dgm:prSet phldrT="[Text]"/>
      <dgm:spPr/>
      <dgm:t>
        <a:bodyPr/>
        <a:lstStyle/>
        <a:p>
          <a:r>
            <a:rPr lang="en-US"/>
            <a:t>Some text here</a:t>
          </a:r>
          <a:endParaRPr lang="en-US" dirty="0"/>
        </a:p>
      </dgm:t>
    </dgm:pt>
    <dgm:pt modelId="{963A52CB-C772-45F2-8A30-8ABA6B14D3CE}" type="parTrans" cxnId="{35013F34-57BC-4E3C-A003-07C0E49926DB}">
      <dgm:prSet/>
      <dgm:spPr/>
      <dgm:t>
        <a:bodyPr/>
        <a:lstStyle/>
        <a:p>
          <a:endParaRPr lang="en-US"/>
        </a:p>
      </dgm:t>
    </dgm:pt>
    <dgm:pt modelId="{88191C5E-55BA-42F2-B842-FC86CBBADC0F}" type="sibTrans" cxnId="{35013F34-57BC-4E3C-A003-07C0E49926DB}">
      <dgm:prSet/>
      <dgm:spPr/>
      <dgm:t>
        <a:bodyPr/>
        <a:lstStyle/>
        <a:p>
          <a:endParaRPr lang="en-US"/>
        </a:p>
      </dgm:t>
    </dgm:pt>
    <dgm:pt modelId="{3CE06941-9820-4827-8B16-CD80CC49F780}">
      <dgm:prSet phldrT="[Text]"/>
      <dgm:spPr/>
      <dgm:t>
        <a:bodyPr/>
        <a:lstStyle/>
        <a:p>
          <a:r>
            <a:rPr lang="en-US" dirty="0"/>
            <a:t>Some text here</a:t>
          </a:r>
        </a:p>
      </dgm:t>
    </dgm:pt>
    <dgm:pt modelId="{141A3C92-8966-4E2F-82E4-2E09E22674B2}" type="parTrans" cxnId="{C99CE395-39F6-46B4-938C-9BF085685D1A}">
      <dgm:prSet/>
      <dgm:spPr/>
      <dgm:t>
        <a:bodyPr/>
        <a:lstStyle/>
        <a:p>
          <a:endParaRPr lang="en-US"/>
        </a:p>
      </dgm:t>
    </dgm:pt>
    <dgm:pt modelId="{F58FC55B-E61F-445C-956E-0BB2202254CA}" type="sibTrans" cxnId="{C99CE395-39F6-46B4-938C-9BF085685D1A}">
      <dgm:prSet/>
      <dgm:spPr/>
      <dgm:t>
        <a:bodyPr/>
        <a:lstStyle/>
        <a:p>
          <a:endParaRPr lang="en-US"/>
        </a:p>
      </dgm:t>
    </dgm:pt>
    <dgm:pt modelId="{386C2B6D-2EE1-4682-AE61-EE246CD54E31}">
      <dgm:prSet phldrT="[Text]"/>
      <dgm:spPr/>
      <dgm:t>
        <a:bodyPr/>
        <a:lstStyle/>
        <a:p>
          <a:r>
            <a:rPr lang="en-US" dirty="0"/>
            <a:t>Some text here</a:t>
          </a:r>
        </a:p>
      </dgm:t>
    </dgm:pt>
    <dgm:pt modelId="{649D72FB-0D8F-479C-87D1-C73133EF35E2}" type="parTrans" cxnId="{7F96AC57-2F84-4E8C-AA92-E82865EE63FE}">
      <dgm:prSet/>
      <dgm:spPr/>
      <dgm:t>
        <a:bodyPr/>
        <a:lstStyle/>
        <a:p>
          <a:endParaRPr lang="en-US"/>
        </a:p>
      </dgm:t>
    </dgm:pt>
    <dgm:pt modelId="{E1C9E6F1-2ED2-4DD8-9B78-28FC1AF5D352}" type="sibTrans" cxnId="{7F96AC57-2F84-4E8C-AA92-E82865EE63FE}">
      <dgm:prSet/>
      <dgm:spPr/>
      <dgm:t>
        <a:bodyPr/>
        <a:lstStyle/>
        <a:p>
          <a:endParaRPr lang="en-US"/>
        </a:p>
      </dgm:t>
    </dgm:pt>
    <dgm:pt modelId="{2A22E84C-3AA3-4E9C-AE5F-9C2FB0D7FB11}">
      <dgm:prSet phldrT="[Text]"/>
      <dgm:spPr/>
      <dgm:t>
        <a:bodyPr/>
        <a:lstStyle/>
        <a:p>
          <a:r>
            <a:rPr lang="en-US" dirty="0"/>
            <a:t>Lorem Ipsum</a:t>
          </a:r>
        </a:p>
      </dgm:t>
    </dgm:pt>
    <dgm:pt modelId="{6C025E55-DF42-4C5D-AFD5-6015FA053D46}" type="parTrans" cxnId="{BEB859E7-C343-408E-86A1-667C27EE5761}">
      <dgm:prSet/>
      <dgm:spPr/>
      <dgm:t>
        <a:bodyPr/>
        <a:lstStyle/>
        <a:p>
          <a:endParaRPr lang="en-US"/>
        </a:p>
      </dgm:t>
    </dgm:pt>
    <dgm:pt modelId="{744EA591-F199-49C2-B63A-82709D96C729}" type="sibTrans" cxnId="{BEB859E7-C343-408E-86A1-667C27EE5761}">
      <dgm:prSet/>
      <dgm:spPr/>
      <dgm:t>
        <a:bodyPr/>
        <a:lstStyle/>
        <a:p>
          <a:endParaRPr lang="en-US"/>
        </a:p>
      </dgm:t>
    </dgm:pt>
    <dgm:pt modelId="{9ADACFBF-2A78-45C9-A7C4-5E5DBC674760}">
      <dgm:prSet phldrT="[Text]"/>
      <dgm:spPr/>
      <dgm:t>
        <a:bodyPr/>
        <a:lstStyle/>
        <a:p>
          <a:r>
            <a:rPr lang="en-US" dirty="0"/>
            <a:t>Some text here</a:t>
          </a:r>
        </a:p>
      </dgm:t>
    </dgm:pt>
    <dgm:pt modelId="{E121796C-71AB-4354-A1D4-3BF0025298A5}" type="parTrans" cxnId="{2B98897D-9937-49AC-9FE9-6629E912033A}">
      <dgm:prSet/>
      <dgm:spPr/>
      <dgm:t>
        <a:bodyPr/>
        <a:lstStyle/>
        <a:p>
          <a:endParaRPr lang="en-US"/>
        </a:p>
      </dgm:t>
    </dgm:pt>
    <dgm:pt modelId="{F3FE7E5A-DC73-423B-998C-02943CF263BF}" type="sibTrans" cxnId="{2B98897D-9937-49AC-9FE9-6629E912033A}">
      <dgm:prSet/>
      <dgm:spPr/>
      <dgm:t>
        <a:bodyPr/>
        <a:lstStyle/>
        <a:p>
          <a:endParaRPr lang="en-US"/>
        </a:p>
      </dgm:t>
    </dgm:pt>
    <dgm:pt modelId="{6C39594C-4AE1-4221-9751-E4FBA9469435}">
      <dgm:prSet phldrT="[Text]"/>
      <dgm:spPr/>
      <dgm:t>
        <a:bodyPr/>
        <a:lstStyle/>
        <a:p>
          <a:r>
            <a:rPr lang="en-US" dirty="0"/>
            <a:t>Some text here</a:t>
          </a:r>
        </a:p>
      </dgm:t>
    </dgm:pt>
    <dgm:pt modelId="{EA90E5E0-265B-4677-A3EF-FCD0DFDF4F41}" type="parTrans" cxnId="{7AF91B96-DA69-42D6-83DE-0E63677A4C47}">
      <dgm:prSet/>
      <dgm:spPr/>
      <dgm:t>
        <a:bodyPr/>
        <a:lstStyle/>
        <a:p>
          <a:endParaRPr lang="en-US"/>
        </a:p>
      </dgm:t>
    </dgm:pt>
    <dgm:pt modelId="{F04E3063-747B-4761-B46E-8C06B2EF3C55}" type="sibTrans" cxnId="{7AF91B96-DA69-42D6-83DE-0E63677A4C47}">
      <dgm:prSet/>
      <dgm:spPr/>
      <dgm:t>
        <a:bodyPr/>
        <a:lstStyle/>
        <a:p>
          <a:endParaRPr lang="en-US"/>
        </a:p>
      </dgm:t>
    </dgm:pt>
    <dgm:pt modelId="{02C5C993-2D65-4BB0-A6B2-BE7D3F9C43C2}">
      <dgm:prSet phldrT="[Text]"/>
      <dgm:spPr/>
      <dgm:t>
        <a:bodyPr/>
        <a:lstStyle/>
        <a:p>
          <a:r>
            <a:rPr lang="en-US"/>
            <a:t>Lorem Ipsum</a:t>
          </a:r>
          <a:endParaRPr lang="en-US" dirty="0"/>
        </a:p>
      </dgm:t>
    </dgm:pt>
    <dgm:pt modelId="{6C53AFCD-6E29-4E3F-999F-41047A9320B5}" type="parTrans" cxnId="{A476C2A5-8FD1-451C-B4B9-33580FF918DD}">
      <dgm:prSet/>
      <dgm:spPr/>
      <dgm:t>
        <a:bodyPr/>
        <a:lstStyle/>
        <a:p>
          <a:endParaRPr lang="en-US"/>
        </a:p>
      </dgm:t>
    </dgm:pt>
    <dgm:pt modelId="{43DD8405-252E-423F-99DB-8319ED9821DA}" type="sibTrans" cxnId="{A476C2A5-8FD1-451C-B4B9-33580FF918DD}">
      <dgm:prSet/>
      <dgm:spPr/>
      <dgm:t>
        <a:bodyPr/>
        <a:lstStyle/>
        <a:p>
          <a:endParaRPr lang="en-US"/>
        </a:p>
      </dgm:t>
    </dgm:pt>
    <dgm:pt modelId="{4FBEDC62-4231-4076-9A0D-9DC61D34153E}">
      <dgm:prSet phldrT="[Text]"/>
      <dgm:spPr/>
      <dgm:t>
        <a:bodyPr/>
        <a:lstStyle/>
        <a:p>
          <a:r>
            <a:rPr lang="en-US" dirty="0"/>
            <a:t>Some text here</a:t>
          </a:r>
        </a:p>
      </dgm:t>
    </dgm:pt>
    <dgm:pt modelId="{EADD1839-AFD1-4757-A4CE-D351F4DCBCD8}" type="parTrans" cxnId="{0E8533C9-EA3D-4213-88FD-57773A926E81}">
      <dgm:prSet/>
      <dgm:spPr/>
      <dgm:t>
        <a:bodyPr/>
        <a:lstStyle/>
        <a:p>
          <a:endParaRPr lang="en-US"/>
        </a:p>
      </dgm:t>
    </dgm:pt>
    <dgm:pt modelId="{B2CACC34-29E2-4636-8542-BC8705680ADD}" type="sibTrans" cxnId="{0E8533C9-EA3D-4213-88FD-57773A926E81}">
      <dgm:prSet/>
      <dgm:spPr/>
      <dgm:t>
        <a:bodyPr/>
        <a:lstStyle/>
        <a:p>
          <a:endParaRPr lang="en-US"/>
        </a:p>
      </dgm:t>
    </dgm:pt>
    <dgm:pt modelId="{4A111F95-0A29-4197-BFFB-FDA0312EF033}">
      <dgm:prSet phldrT="[Text]"/>
      <dgm:spPr/>
      <dgm:t>
        <a:bodyPr/>
        <a:lstStyle/>
        <a:p>
          <a:r>
            <a:rPr lang="en-US" dirty="0"/>
            <a:t>Some text here</a:t>
          </a:r>
        </a:p>
      </dgm:t>
    </dgm:pt>
    <dgm:pt modelId="{80585778-3351-4CE2-87C7-F9C13094C891}" type="parTrans" cxnId="{41BBADF8-551E-41E5-A2F8-2CAEC5D87928}">
      <dgm:prSet/>
      <dgm:spPr/>
      <dgm:t>
        <a:bodyPr/>
        <a:lstStyle/>
        <a:p>
          <a:endParaRPr lang="en-US"/>
        </a:p>
      </dgm:t>
    </dgm:pt>
    <dgm:pt modelId="{A1426C51-32DF-487B-BDD3-F9BA7F8277E3}" type="sibTrans" cxnId="{41BBADF8-551E-41E5-A2F8-2CAEC5D87928}">
      <dgm:prSet/>
      <dgm:spPr/>
      <dgm:t>
        <a:bodyPr/>
        <a:lstStyle/>
        <a:p>
          <a:endParaRPr lang="en-US"/>
        </a:p>
      </dgm:t>
    </dgm:pt>
    <dgm:pt modelId="{2B74C9DD-61D2-4FDB-9F38-CF331F0B098F}" type="pres">
      <dgm:prSet presAssocID="{B9C32B05-62EA-407A-B21C-2310C7945705}" presName="Name0" presStyleCnt="0">
        <dgm:presLayoutVars>
          <dgm:dir/>
          <dgm:resizeHandles val="exact"/>
        </dgm:presLayoutVars>
      </dgm:prSet>
      <dgm:spPr/>
    </dgm:pt>
    <dgm:pt modelId="{0AA29538-4053-442A-A9D7-483333C3B987}" type="pres">
      <dgm:prSet presAssocID="{B9C32B05-62EA-407A-B21C-2310C7945705}" presName="cycle" presStyleCnt="0"/>
      <dgm:spPr/>
    </dgm:pt>
    <dgm:pt modelId="{94170B70-A040-4CD3-A35C-3400968D6690}" type="pres">
      <dgm:prSet presAssocID="{42D71409-67F9-455C-8C6D-716D284AAA6B}" presName="nodeFirstNode" presStyleLbl="node1" presStyleIdx="0" presStyleCnt="5">
        <dgm:presLayoutVars>
          <dgm:bulletEnabled val="1"/>
        </dgm:presLayoutVars>
      </dgm:prSet>
      <dgm:spPr/>
    </dgm:pt>
    <dgm:pt modelId="{F4E1485D-BB63-41DA-B2CC-2369D04D3D4D}" type="pres">
      <dgm:prSet presAssocID="{478B7D3C-9FB4-4BC6-90AC-49960560DECD}" presName="sibTransFirstNode" presStyleLbl="bgShp" presStyleIdx="0" presStyleCnt="1"/>
      <dgm:spPr/>
    </dgm:pt>
    <dgm:pt modelId="{00885AEB-BF47-462E-AE5A-B3BD7AEE07F3}" type="pres">
      <dgm:prSet presAssocID="{F66099B6-DBBD-4AB0-82D2-877B80F846F7}" presName="nodeFollowingNodes" presStyleLbl="node1" presStyleIdx="1" presStyleCnt="5">
        <dgm:presLayoutVars>
          <dgm:bulletEnabled val="1"/>
        </dgm:presLayoutVars>
      </dgm:prSet>
      <dgm:spPr/>
    </dgm:pt>
    <dgm:pt modelId="{8DFC200D-A892-448F-A4BC-07E81C8952DD}" type="pres">
      <dgm:prSet presAssocID="{EE62A4F6-4AC4-435B-990E-81A71CE8CAC7}" presName="nodeFollowingNodes" presStyleLbl="node1" presStyleIdx="2" presStyleCnt="5">
        <dgm:presLayoutVars>
          <dgm:bulletEnabled val="1"/>
        </dgm:presLayoutVars>
      </dgm:prSet>
      <dgm:spPr/>
    </dgm:pt>
    <dgm:pt modelId="{D7409323-ABCC-453F-A88C-FD52CF1F2166}" type="pres">
      <dgm:prSet presAssocID="{2A22E84C-3AA3-4E9C-AE5F-9C2FB0D7FB11}" presName="nodeFollowingNodes" presStyleLbl="node1" presStyleIdx="3" presStyleCnt="5">
        <dgm:presLayoutVars>
          <dgm:bulletEnabled val="1"/>
        </dgm:presLayoutVars>
      </dgm:prSet>
      <dgm:spPr/>
    </dgm:pt>
    <dgm:pt modelId="{B43BD893-E794-444F-B5B5-53D44889813D}" type="pres">
      <dgm:prSet presAssocID="{02C5C993-2D65-4BB0-A6B2-BE7D3F9C43C2}" presName="nodeFollowingNodes" presStyleLbl="node1" presStyleIdx="4" presStyleCnt="5">
        <dgm:presLayoutVars>
          <dgm:bulletEnabled val="1"/>
        </dgm:presLayoutVars>
      </dgm:prSet>
      <dgm:spPr/>
    </dgm:pt>
  </dgm:ptLst>
  <dgm:cxnLst>
    <dgm:cxn modelId="{33EDFA02-E812-4CED-AD10-15A0A1171BDD}" type="presOf" srcId="{9ADACFBF-2A78-45C9-A7C4-5E5DBC674760}" destId="{D7409323-ABCC-453F-A88C-FD52CF1F2166}" srcOrd="0" destOrd="1" presId="urn:microsoft.com/office/officeart/2005/8/layout/cycle3"/>
    <dgm:cxn modelId="{91060A0F-0D94-47A2-A9BE-140960BFDAC0}" type="presOf" srcId="{BE788BF5-FE9F-4C7D-A1CD-9232D7860179}" destId="{00885AEB-BF47-462E-AE5A-B3BD7AEE07F3}" srcOrd="0" destOrd="2" presId="urn:microsoft.com/office/officeart/2005/8/layout/cycle3"/>
    <dgm:cxn modelId="{9FB68A0F-E1B5-4E95-B18D-CCD39DBB7EF1}" type="presOf" srcId="{8EA7219F-BDB2-48EB-9EEB-3133522D132E}" destId="{94170B70-A040-4CD3-A35C-3400968D6690}" srcOrd="0" destOrd="1" presId="urn:microsoft.com/office/officeart/2005/8/layout/cycle3"/>
    <dgm:cxn modelId="{071F8115-939C-4CE1-9CC7-5FE30089FB07}" type="presOf" srcId="{6C39594C-4AE1-4221-9751-E4FBA9469435}" destId="{D7409323-ABCC-453F-A88C-FD52CF1F2166}" srcOrd="0" destOrd="2" presId="urn:microsoft.com/office/officeart/2005/8/layout/cycle3"/>
    <dgm:cxn modelId="{2AA9C11F-1F1D-428E-801A-47EAA766C99D}" srcId="{B9C32B05-62EA-407A-B21C-2310C7945705}" destId="{42D71409-67F9-455C-8C6D-716D284AAA6B}" srcOrd="0" destOrd="0" parTransId="{51680ED1-AF6E-4B28-AE94-92B0EFB0DF7D}" sibTransId="{478B7D3C-9FB4-4BC6-90AC-49960560DECD}"/>
    <dgm:cxn modelId="{645E8A22-78AC-45B7-A2FB-1F4EF5EFAE80}" type="presOf" srcId="{B9C32B05-62EA-407A-B21C-2310C7945705}" destId="{2B74C9DD-61D2-4FDB-9F38-CF331F0B098F}" srcOrd="0" destOrd="0" presId="urn:microsoft.com/office/officeart/2005/8/layout/cycle3"/>
    <dgm:cxn modelId="{B4F3EA32-CE64-4A92-9BAE-BC57E5392B05}" srcId="{B9C32B05-62EA-407A-B21C-2310C7945705}" destId="{F66099B6-DBBD-4AB0-82D2-877B80F846F7}" srcOrd="1" destOrd="0" parTransId="{B09C8BFB-F41C-4AC4-AB94-F216E3081C2D}" sibTransId="{BC531B32-9B0E-482E-BF91-65C61F17168D}"/>
    <dgm:cxn modelId="{35013F34-57BC-4E3C-A003-07C0E49926DB}" srcId="{F66099B6-DBBD-4AB0-82D2-877B80F846F7}" destId="{BE788BF5-FE9F-4C7D-A1CD-9232D7860179}" srcOrd="1" destOrd="0" parTransId="{963A52CB-C772-45F2-8A30-8ABA6B14D3CE}" sibTransId="{88191C5E-55BA-42F2-B842-FC86CBBADC0F}"/>
    <dgm:cxn modelId="{3A60FE6B-D92F-4B44-8F35-6B4F78755789}" type="presOf" srcId="{2A22E84C-3AA3-4E9C-AE5F-9C2FB0D7FB11}" destId="{D7409323-ABCC-453F-A88C-FD52CF1F2166}" srcOrd="0" destOrd="0" presId="urn:microsoft.com/office/officeart/2005/8/layout/cycle3"/>
    <dgm:cxn modelId="{B81B514C-03C6-4702-9498-36A0C8FC796A}" type="presOf" srcId="{478B7D3C-9FB4-4BC6-90AC-49960560DECD}" destId="{F4E1485D-BB63-41DA-B2CC-2369D04D3D4D}" srcOrd="0" destOrd="0" presId="urn:microsoft.com/office/officeart/2005/8/layout/cycle3"/>
    <dgm:cxn modelId="{7F96AC57-2F84-4E8C-AA92-E82865EE63FE}" srcId="{EE62A4F6-4AC4-435B-990E-81A71CE8CAC7}" destId="{386C2B6D-2EE1-4682-AE61-EE246CD54E31}" srcOrd="1" destOrd="0" parTransId="{649D72FB-0D8F-479C-87D1-C73133EF35E2}" sibTransId="{E1C9E6F1-2ED2-4DD8-9B78-28FC1AF5D352}"/>
    <dgm:cxn modelId="{0DEBAC77-D5F6-4F4D-8FD8-7059795075A2}" type="presOf" srcId="{3CE06941-9820-4827-8B16-CD80CC49F780}" destId="{8DFC200D-A892-448F-A4BC-07E81C8952DD}" srcOrd="0" destOrd="1" presId="urn:microsoft.com/office/officeart/2005/8/layout/cycle3"/>
    <dgm:cxn modelId="{2B98897D-9937-49AC-9FE9-6629E912033A}" srcId="{2A22E84C-3AA3-4E9C-AE5F-9C2FB0D7FB11}" destId="{9ADACFBF-2A78-45C9-A7C4-5E5DBC674760}" srcOrd="0" destOrd="0" parTransId="{E121796C-71AB-4354-A1D4-3BF0025298A5}" sibTransId="{F3FE7E5A-DC73-423B-998C-02943CF263BF}"/>
    <dgm:cxn modelId="{0EBDE583-5024-42B7-95DC-F3AD1474F211}" type="presOf" srcId="{42D71409-67F9-455C-8C6D-716D284AAA6B}" destId="{94170B70-A040-4CD3-A35C-3400968D6690}" srcOrd="0" destOrd="0" presId="urn:microsoft.com/office/officeart/2005/8/layout/cycle3"/>
    <dgm:cxn modelId="{2DC24386-BC50-4BAB-8571-16CB10C2603C}" srcId="{F66099B6-DBBD-4AB0-82D2-877B80F846F7}" destId="{6CF284C3-4A70-4432-8F33-E75A802B3330}" srcOrd="0" destOrd="0" parTransId="{044831E6-2FC9-4DDA-81FB-5FA418568D07}" sibTransId="{CD50B82D-84BB-4747-B282-ABB339EBA294}"/>
    <dgm:cxn modelId="{C99CE395-39F6-46B4-938C-9BF085685D1A}" srcId="{EE62A4F6-4AC4-435B-990E-81A71CE8CAC7}" destId="{3CE06941-9820-4827-8B16-CD80CC49F780}" srcOrd="0" destOrd="0" parTransId="{141A3C92-8966-4E2F-82E4-2E09E22674B2}" sibTransId="{F58FC55B-E61F-445C-956E-0BB2202254CA}"/>
    <dgm:cxn modelId="{7AF91B96-DA69-42D6-83DE-0E63677A4C47}" srcId="{2A22E84C-3AA3-4E9C-AE5F-9C2FB0D7FB11}" destId="{6C39594C-4AE1-4221-9751-E4FBA9469435}" srcOrd="1" destOrd="0" parTransId="{EA90E5E0-265B-4677-A3EF-FCD0DFDF4F41}" sibTransId="{F04E3063-747B-4761-B46E-8C06B2EF3C55}"/>
    <dgm:cxn modelId="{BBAA7D9D-905F-4AAD-83F1-B173E25B5E72}" type="presOf" srcId="{386C2B6D-2EE1-4682-AE61-EE246CD54E31}" destId="{8DFC200D-A892-448F-A4BC-07E81C8952DD}" srcOrd="0" destOrd="2" presId="urn:microsoft.com/office/officeart/2005/8/layout/cycle3"/>
    <dgm:cxn modelId="{97C0719E-936B-45F0-875A-74CFF1D46FC8}" type="presOf" srcId="{4FBEDC62-4231-4076-9A0D-9DC61D34153E}" destId="{B43BD893-E794-444F-B5B5-53D44889813D}" srcOrd="0" destOrd="1" presId="urn:microsoft.com/office/officeart/2005/8/layout/cycle3"/>
    <dgm:cxn modelId="{A476C2A5-8FD1-451C-B4B9-33580FF918DD}" srcId="{B9C32B05-62EA-407A-B21C-2310C7945705}" destId="{02C5C993-2D65-4BB0-A6B2-BE7D3F9C43C2}" srcOrd="4" destOrd="0" parTransId="{6C53AFCD-6E29-4E3F-999F-41047A9320B5}" sibTransId="{43DD8405-252E-423F-99DB-8319ED9821DA}"/>
    <dgm:cxn modelId="{3A2CECA6-0C5B-46BB-B7C6-7D37E9D210BD}" srcId="{B9C32B05-62EA-407A-B21C-2310C7945705}" destId="{EE62A4F6-4AC4-435B-990E-81A71CE8CAC7}" srcOrd="2" destOrd="0" parTransId="{F287B947-7343-4FA2-B288-B23A59FFAE31}" sibTransId="{389F9A93-0231-4877-8C41-5D5B8DD7AAC0}"/>
    <dgm:cxn modelId="{47E2C1B0-1ED9-4C18-B5AC-AB7067D40135}" type="presOf" srcId="{02C5C993-2D65-4BB0-A6B2-BE7D3F9C43C2}" destId="{B43BD893-E794-444F-B5B5-53D44889813D}" srcOrd="0" destOrd="0" presId="urn:microsoft.com/office/officeart/2005/8/layout/cycle3"/>
    <dgm:cxn modelId="{430057B2-326B-4682-995F-514E277EE12F}" type="presOf" srcId="{4A111F95-0A29-4197-BFFB-FDA0312EF033}" destId="{B43BD893-E794-444F-B5B5-53D44889813D}" srcOrd="0" destOrd="2" presId="urn:microsoft.com/office/officeart/2005/8/layout/cycle3"/>
    <dgm:cxn modelId="{8821B3BD-AF14-40C0-A133-60978F272CAA}" type="presOf" srcId="{6CF284C3-4A70-4432-8F33-E75A802B3330}" destId="{00885AEB-BF47-462E-AE5A-B3BD7AEE07F3}" srcOrd="0" destOrd="1" presId="urn:microsoft.com/office/officeart/2005/8/layout/cycle3"/>
    <dgm:cxn modelId="{59429FC8-B375-4C18-B7A8-9077F99FEEC1}" type="presOf" srcId="{3AF880A5-0F00-4315-A5DF-1FE656798601}" destId="{94170B70-A040-4CD3-A35C-3400968D6690}" srcOrd="0" destOrd="2" presId="urn:microsoft.com/office/officeart/2005/8/layout/cycle3"/>
    <dgm:cxn modelId="{0E8533C9-EA3D-4213-88FD-57773A926E81}" srcId="{02C5C993-2D65-4BB0-A6B2-BE7D3F9C43C2}" destId="{4FBEDC62-4231-4076-9A0D-9DC61D34153E}" srcOrd="0" destOrd="0" parTransId="{EADD1839-AFD1-4757-A4CE-D351F4DCBCD8}" sibTransId="{B2CACC34-29E2-4636-8542-BC8705680ADD}"/>
    <dgm:cxn modelId="{09F2A6DB-5B37-4C4B-BD95-FC705169A188}" type="presOf" srcId="{F66099B6-DBBD-4AB0-82D2-877B80F846F7}" destId="{00885AEB-BF47-462E-AE5A-B3BD7AEE07F3}" srcOrd="0" destOrd="0" presId="urn:microsoft.com/office/officeart/2005/8/layout/cycle3"/>
    <dgm:cxn modelId="{24F8CBE2-5003-4E69-A772-6B98F2B05181}" srcId="{42D71409-67F9-455C-8C6D-716D284AAA6B}" destId="{3AF880A5-0F00-4315-A5DF-1FE656798601}" srcOrd="1" destOrd="0" parTransId="{A13BB1F9-5857-4B43-8BF5-6589AA2CB759}" sibTransId="{C198C41D-2640-4669-83ED-E0CD35701C8E}"/>
    <dgm:cxn modelId="{BEB859E7-C343-408E-86A1-667C27EE5761}" srcId="{B9C32B05-62EA-407A-B21C-2310C7945705}" destId="{2A22E84C-3AA3-4E9C-AE5F-9C2FB0D7FB11}" srcOrd="3" destOrd="0" parTransId="{6C025E55-DF42-4C5D-AFD5-6015FA053D46}" sibTransId="{744EA591-F199-49C2-B63A-82709D96C729}"/>
    <dgm:cxn modelId="{D66C5AE8-3348-49E3-A4B1-2CB4A0E51DAC}" type="presOf" srcId="{EE62A4F6-4AC4-435B-990E-81A71CE8CAC7}" destId="{8DFC200D-A892-448F-A4BC-07E81C8952DD}" srcOrd="0" destOrd="0" presId="urn:microsoft.com/office/officeart/2005/8/layout/cycle3"/>
    <dgm:cxn modelId="{58AD7EEF-D408-406B-87EE-4691D4C30668}" srcId="{42D71409-67F9-455C-8C6D-716D284AAA6B}" destId="{8EA7219F-BDB2-48EB-9EEB-3133522D132E}" srcOrd="0" destOrd="0" parTransId="{3EE8403A-CB7C-4815-85BD-AEBCAEB71B37}" sibTransId="{C94B7947-85DC-4B21-BB99-DF8438356F98}"/>
    <dgm:cxn modelId="{41BBADF8-551E-41E5-A2F8-2CAEC5D87928}" srcId="{02C5C993-2D65-4BB0-A6B2-BE7D3F9C43C2}" destId="{4A111F95-0A29-4197-BFFB-FDA0312EF033}" srcOrd="1" destOrd="0" parTransId="{80585778-3351-4CE2-87C7-F9C13094C891}" sibTransId="{A1426C51-32DF-487B-BDD3-F9BA7F8277E3}"/>
    <dgm:cxn modelId="{3BAD4A02-579B-4041-9785-DF6B16627E6D}" type="presParOf" srcId="{2B74C9DD-61D2-4FDB-9F38-CF331F0B098F}" destId="{0AA29538-4053-442A-A9D7-483333C3B987}" srcOrd="0" destOrd="0" presId="urn:microsoft.com/office/officeart/2005/8/layout/cycle3"/>
    <dgm:cxn modelId="{A0DEA740-C707-4112-A081-1EDE16F22FCB}" type="presParOf" srcId="{0AA29538-4053-442A-A9D7-483333C3B987}" destId="{94170B70-A040-4CD3-A35C-3400968D6690}" srcOrd="0" destOrd="0" presId="urn:microsoft.com/office/officeart/2005/8/layout/cycle3"/>
    <dgm:cxn modelId="{82ED1DC0-3BC9-4A9A-AE03-96D7485188CF}" type="presParOf" srcId="{0AA29538-4053-442A-A9D7-483333C3B987}" destId="{F4E1485D-BB63-41DA-B2CC-2369D04D3D4D}" srcOrd="1" destOrd="0" presId="urn:microsoft.com/office/officeart/2005/8/layout/cycle3"/>
    <dgm:cxn modelId="{CFC42E77-9923-439C-8A76-51B135ACA5CE}" type="presParOf" srcId="{0AA29538-4053-442A-A9D7-483333C3B987}" destId="{00885AEB-BF47-462E-AE5A-B3BD7AEE07F3}" srcOrd="2" destOrd="0" presId="urn:microsoft.com/office/officeart/2005/8/layout/cycle3"/>
    <dgm:cxn modelId="{7B63A7B3-CBC3-4F87-B9F5-911149F145C6}" type="presParOf" srcId="{0AA29538-4053-442A-A9D7-483333C3B987}" destId="{8DFC200D-A892-448F-A4BC-07E81C8952DD}" srcOrd="3" destOrd="0" presId="urn:microsoft.com/office/officeart/2005/8/layout/cycle3"/>
    <dgm:cxn modelId="{9DC59628-BE93-47FE-8B95-E55D756DD776}" type="presParOf" srcId="{0AA29538-4053-442A-A9D7-483333C3B987}" destId="{D7409323-ABCC-453F-A88C-FD52CF1F2166}" srcOrd="4" destOrd="0" presId="urn:microsoft.com/office/officeart/2005/8/layout/cycle3"/>
    <dgm:cxn modelId="{BFB0CC83-948B-484A-9DC8-A14CD06F60D4}" type="presParOf" srcId="{0AA29538-4053-442A-A9D7-483333C3B987}" destId="{B43BD893-E794-444F-B5B5-53D44889813D}" srcOrd="5" destOrd="0" presId="urn:microsoft.com/office/officeart/2005/8/layout/cycle3"/>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88.xml><?xml version="1.0" encoding="utf-8"?>
<dgm:dataModel xmlns:dgm="http://schemas.openxmlformats.org/drawingml/2006/diagram" xmlns:a="http://schemas.openxmlformats.org/drawingml/2006/main">
  <dgm:ptLst>
    <dgm:pt modelId="{B9C32B05-62EA-407A-B21C-2310C7945705}" type="doc">
      <dgm:prSet loTypeId="urn:microsoft.com/office/officeart/2005/8/layout/cycle7" loCatId="cycle"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F66099B6-DBBD-4AB0-82D2-877B80F846F7}">
      <dgm:prSet phldrT="[Text]"/>
      <dgm:spPr/>
      <dgm:t>
        <a:bodyPr/>
        <a:lstStyle/>
        <a:p>
          <a:r>
            <a:rPr lang="en-US" dirty="0"/>
            <a:t>Lorem Ipsum</a:t>
          </a:r>
        </a:p>
      </dgm:t>
    </dgm:pt>
    <dgm:pt modelId="{B09C8BFB-F41C-4AC4-AB94-F216E3081C2D}" type="parTrans" cxnId="{B4F3EA32-CE64-4A92-9BAE-BC57E5392B05}">
      <dgm:prSet/>
      <dgm:spPr/>
      <dgm:t>
        <a:bodyPr/>
        <a:lstStyle/>
        <a:p>
          <a:endParaRPr lang="en-US"/>
        </a:p>
      </dgm:t>
    </dgm:pt>
    <dgm:pt modelId="{BC531B32-9B0E-482E-BF91-65C61F17168D}" type="sibTrans" cxnId="{B4F3EA32-CE64-4A92-9BAE-BC57E5392B05}">
      <dgm:prSet/>
      <dgm:spPr/>
      <dgm:t>
        <a:bodyPr/>
        <a:lstStyle/>
        <a:p>
          <a:endParaRPr lang="en-US"/>
        </a:p>
      </dgm:t>
    </dgm:pt>
    <dgm:pt modelId="{EE62A4F6-4AC4-435B-990E-81A71CE8CAC7}">
      <dgm:prSet phldrT="[Text]"/>
      <dgm:spPr/>
      <dgm:t>
        <a:bodyPr/>
        <a:lstStyle/>
        <a:p>
          <a:r>
            <a:rPr lang="en-US" dirty="0"/>
            <a:t>Lorem Ipsum</a:t>
          </a:r>
        </a:p>
      </dgm:t>
    </dgm:pt>
    <dgm:pt modelId="{F287B947-7343-4FA2-B288-B23A59FFAE31}" type="parTrans" cxnId="{3A2CECA6-0C5B-46BB-B7C6-7D37E9D210BD}">
      <dgm:prSet/>
      <dgm:spPr/>
      <dgm:t>
        <a:bodyPr/>
        <a:lstStyle/>
        <a:p>
          <a:endParaRPr lang="en-US"/>
        </a:p>
      </dgm:t>
    </dgm:pt>
    <dgm:pt modelId="{389F9A93-0231-4877-8C41-5D5B8DD7AAC0}" type="sibTrans" cxnId="{3A2CECA6-0C5B-46BB-B7C6-7D37E9D210BD}">
      <dgm:prSet/>
      <dgm:spPr/>
      <dgm:t>
        <a:bodyPr/>
        <a:lstStyle/>
        <a:p>
          <a:endParaRPr lang="en-US"/>
        </a:p>
      </dgm:t>
    </dgm:pt>
    <dgm:pt modelId="{6CF284C3-4A70-4432-8F33-E75A802B3330}">
      <dgm:prSet/>
      <dgm:spPr/>
      <dgm:t>
        <a:bodyPr/>
        <a:lstStyle/>
        <a:p>
          <a:r>
            <a:rPr lang="en-US" dirty="0"/>
            <a:t>Some text here</a:t>
          </a:r>
        </a:p>
      </dgm:t>
    </dgm:pt>
    <dgm:pt modelId="{044831E6-2FC9-4DDA-81FB-5FA418568D07}" type="parTrans" cxnId="{2DC24386-BC50-4BAB-8571-16CB10C2603C}">
      <dgm:prSet/>
      <dgm:spPr/>
      <dgm:t>
        <a:bodyPr/>
        <a:lstStyle/>
        <a:p>
          <a:endParaRPr lang="en-US"/>
        </a:p>
      </dgm:t>
    </dgm:pt>
    <dgm:pt modelId="{CD50B82D-84BB-4747-B282-ABB339EBA294}" type="sibTrans" cxnId="{2DC24386-BC50-4BAB-8571-16CB10C2603C}">
      <dgm:prSet/>
      <dgm:spPr/>
      <dgm:t>
        <a:bodyPr/>
        <a:lstStyle/>
        <a:p>
          <a:endParaRPr lang="en-US"/>
        </a:p>
      </dgm:t>
    </dgm:pt>
    <dgm:pt modelId="{3AF880A5-0F00-4315-A5DF-1FE656798601}">
      <dgm:prSet phldrT="[Text]"/>
      <dgm:spPr/>
      <dgm:t>
        <a:bodyPr/>
        <a:lstStyle/>
        <a:p>
          <a:r>
            <a:rPr lang="en-US" dirty="0"/>
            <a:t>Some text here</a:t>
          </a:r>
        </a:p>
      </dgm:t>
    </dgm:pt>
    <dgm:pt modelId="{A13BB1F9-5857-4B43-8BF5-6589AA2CB759}" type="parTrans" cxnId="{24F8CBE2-5003-4E69-A772-6B98F2B05181}">
      <dgm:prSet/>
      <dgm:spPr/>
      <dgm:t>
        <a:bodyPr/>
        <a:lstStyle/>
        <a:p>
          <a:endParaRPr lang="en-US"/>
        </a:p>
      </dgm:t>
    </dgm:pt>
    <dgm:pt modelId="{C198C41D-2640-4669-83ED-E0CD35701C8E}" type="sibTrans" cxnId="{24F8CBE2-5003-4E69-A772-6B98F2B05181}">
      <dgm:prSet/>
      <dgm:spPr/>
      <dgm:t>
        <a:bodyPr/>
        <a:lstStyle/>
        <a:p>
          <a:endParaRPr lang="en-US"/>
        </a:p>
      </dgm:t>
    </dgm:pt>
    <dgm:pt modelId="{8EA7219F-BDB2-48EB-9EEB-3133522D132E}">
      <dgm:prSet phldrT="[Text]"/>
      <dgm:spPr/>
      <dgm:t>
        <a:bodyPr/>
        <a:lstStyle/>
        <a:p>
          <a:r>
            <a:rPr lang="en-US" dirty="0"/>
            <a:t>Some text here</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BE788BF5-FE9F-4C7D-A1CD-9232D7860179}">
      <dgm:prSet phldrT="[Text]"/>
      <dgm:spPr/>
      <dgm:t>
        <a:bodyPr/>
        <a:lstStyle/>
        <a:p>
          <a:r>
            <a:rPr lang="en-US"/>
            <a:t>Some text here</a:t>
          </a:r>
          <a:endParaRPr lang="en-US" dirty="0"/>
        </a:p>
      </dgm:t>
    </dgm:pt>
    <dgm:pt modelId="{963A52CB-C772-45F2-8A30-8ABA6B14D3CE}" type="parTrans" cxnId="{35013F34-57BC-4E3C-A003-07C0E49926DB}">
      <dgm:prSet/>
      <dgm:spPr/>
      <dgm:t>
        <a:bodyPr/>
        <a:lstStyle/>
        <a:p>
          <a:endParaRPr lang="en-US"/>
        </a:p>
      </dgm:t>
    </dgm:pt>
    <dgm:pt modelId="{88191C5E-55BA-42F2-B842-FC86CBBADC0F}" type="sibTrans" cxnId="{35013F34-57BC-4E3C-A003-07C0E49926DB}">
      <dgm:prSet/>
      <dgm:spPr/>
      <dgm:t>
        <a:bodyPr/>
        <a:lstStyle/>
        <a:p>
          <a:endParaRPr lang="en-US"/>
        </a:p>
      </dgm:t>
    </dgm:pt>
    <dgm:pt modelId="{3CE06941-9820-4827-8B16-CD80CC49F780}">
      <dgm:prSet phldrT="[Text]"/>
      <dgm:spPr/>
      <dgm:t>
        <a:bodyPr/>
        <a:lstStyle/>
        <a:p>
          <a:r>
            <a:rPr lang="en-US" dirty="0"/>
            <a:t>Some text here</a:t>
          </a:r>
        </a:p>
      </dgm:t>
    </dgm:pt>
    <dgm:pt modelId="{141A3C92-8966-4E2F-82E4-2E09E22674B2}" type="parTrans" cxnId="{C99CE395-39F6-46B4-938C-9BF085685D1A}">
      <dgm:prSet/>
      <dgm:spPr/>
      <dgm:t>
        <a:bodyPr/>
        <a:lstStyle/>
        <a:p>
          <a:endParaRPr lang="en-US"/>
        </a:p>
      </dgm:t>
    </dgm:pt>
    <dgm:pt modelId="{F58FC55B-E61F-445C-956E-0BB2202254CA}" type="sibTrans" cxnId="{C99CE395-39F6-46B4-938C-9BF085685D1A}">
      <dgm:prSet/>
      <dgm:spPr/>
      <dgm:t>
        <a:bodyPr/>
        <a:lstStyle/>
        <a:p>
          <a:endParaRPr lang="en-US"/>
        </a:p>
      </dgm:t>
    </dgm:pt>
    <dgm:pt modelId="{386C2B6D-2EE1-4682-AE61-EE246CD54E31}">
      <dgm:prSet phldrT="[Text]"/>
      <dgm:spPr/>
      <dgm:t>
        <a:bodyPr/>
        <a:lstStyle/>
        <a:p>
          <a:r>
            <a:rPr lang="en-US" dirty="0"/>
            <a:t>Some text here</a:t>
          </a:r>
        </a:p>
      </dgm:t>
    </dgm:pt>
    <dgm:pt modelId="{649D72FB-0D8F-479C-87D1-C73133EF35E2}" type="parTrans" cxnId="{7F96AC57-2F84-4E8C-AA92-E82865EE63FE}">
      <dgm:prSet/>
      <dgm:spPr/>
      <dgm:t>
        <a:bodyPr/>
        <a:lstStyle/>
        <a:p>
          <a:endParaRPr lang="en-US"/>
        </a:p>
      </dgm:t>
    </dgm:pt>
    <dgm:pt modelId="{E1C9E6F1-2ED2-4DD8-9B78-28FC1AF5D352}" type="sibTrans" cxnId="{7F96AC57-2F84-4E8C-AA92-E82865EE63FE}">
      <dgm:prSet/>
      <dgm:spPr/>
      <dgm:t>
        <a:bodyPr/>
        <a:lstStyle/>
        <a:p>
          <a:endParaRPr lang="en-US"/>
        </a:p>
      </dgm:t>
    </dgm:pt>
    <dgm:pt modelId="{2A22E84C-3AA3-4E9C-AE5F-9C2FB0D7FB11}">
      <dgm:prSet phldrT="[Text]"/>
      <dgm:spPr/>
      <dgm:t>
        <a:bodyPr/>
        <a:lstStyle/>
        <a:p>
          <a:r>
            <a:rPr lang="en-US" dirty="0"/>
            <a:t>Lorem Ipsum</a:t>
          </a:r>
        </a:p>
      </dgm:t>
    </dgm:pt>
    <dgm:pt modelId="{6C025E55-DF42-4C5D-AFD5-6015FA053D46}" type="parTrans" cxnId="{BEB859E7-C343-408E-86A1-667C27EE5761}">
      <dgm:prSet/>
      <dgm:spPr/>
      <dgm:t>
        <a:bodyPr/>
        <a:lstStyle/>
        <a:p>
          <a:endParaRPr lang="en-US"/>
        </a:p>
      </dgm:t>
    </dgm:pt>
    <dgm:pt modelId="{744EA591-F199-49C2-B63A-82709D96C729}" type="sibTrans" cxnId="{BEB859E7-C343-408E-86A1-667C27EE5761}">
      <dgm:prSet/>
      <dgm:spPr/>
      <dgm:t>
        <a:bodyPr/>
        <a:lstStyle/>
        <a:p>
          <a:endParaRPr lang="en-US"/>
        </a:p>
      </dgm:t>
    </dgm:pt>
    <dgm:pt modelId="{9ADACFBF-2A78-45C9-A7C4-5E5DBC674760}">
      <dgm:prSet phldrT="[Text]"/>
      <dgm:spPr/>
      <dgm:t>
        <a:bodyPr/>
        <a:lstStyle/>
        <a:p>
          <a:r>
            <a:rPr lang="en-US" dirty="0"/>
            <a:t>Some text here</a:t>
          </a:r>
        </a:p>
      </dgm:t>
    </dgm:pt>
    <dgm:pt modelId="{E121796C-71AB-4354-A1D4-3BF0025298A5}" type="parTrans" cxnId="{2B98897D-9937-49AC-9FE9-6629E912033A}">
      <dgm:prSet/>
      <dgm:spPr/>
      <dgm:t>
        <a:bodyPr/>
        <a:lstStyle/>
        <a:p>
          <a:endParaRPr lang="en-US"/>
        </a:p>
      </dgm:t>
    </dgm:pt>
    <dgm:pt modelId="{F3FE7E5A-DC73-423B-998C-02943CF263BF}" type="sibTrans" cxnId="{2B98897D-9937-49AC-9FE9-6629E912033A}">
      <dgm:prSet/>
      <dgm:spPr/>
      <dgm:t>
        <a:bodyPr/>
        <a:lstStyle/>
        <a:p>
          <a:endParaRPr lang="en-US"/>
        </a:p>
      </dgm:t>
    </dgm:pt>
    <dgm:pt modelId="{6C39594C-4AE1-4221-9751-E4FBA9469435}">
      <dgm:prSet phldrT="[Text]"/>
      <dgm:spPr/>
      <dgm:t>
        <a:bodyPr/>
        <a:lstStyle/>
        <a:p>
          <a:r>
            <a:rPr lang="en-US" dirty="0"/>
            <a:t>Some text here</a:t>
          </a:r>
        </a:p>
      </dgm:t>
    </dgm:pt>
    <dgm:pt modelId="{EA90E5E0-265B-4677-A3EF-FCD0DFDF4F41}" type="parTrans" cxnId="{7AF91B96-DA69-42D6-83DE-0E63677A4C47}">
      <dgm:prSet/>
      <dgm:spPr/>
      <dgm:t>
        <a:bodyPr/>
        <a:lstStyle/>
        <a:p>
          <a:endParaRPr lang="en-US"/>
        </a:p>
      </dgm:t>
    </dgm:pt>
    <dgm:pt modelId="{F04E3063-747B-4761-B46E-8C06B2EF3C55}" type="sibTrans" cxnId="{7AF91B96-DA69-42D6-83DE-0E63677A4C47}">
      <dgm:prSet/>
      <dgm:spPr/>
      <dgm:t>
        <a:bodyPr/>
        <a:lstStyle/>
        <a:p>
          <a:endParaRPr lang="en-US"/>
        </a:p>
      </dgm:t>
    </dgm:pt>
    <dgm:pt modelId="{02C5C993-2D65-4BB0-A6B2-BE7D3F9C43C2}">
      <dgm:prSet phldrT="[Text]"/>
      <dgm:spPr/>
      <dgm:t>
        <a:bodyPr/>
        <a:lstStyle/>
        <a:p>
          <a:r>
            <a:rPr lang="en-US"/>
            <a:t>Lorem Ipsum</a:t>
          </a:r>
          <a:endParaRPr lang="en-US" dirty="0"/>
        </a:p>
      </dgm:t>
    </dgm:pt>
    <dgm:pt modelId="{6C53AFCD-6E29-4E3F-999F-41047A9320B5}" type="parTrans" cxnId="{A476C2A5-8FD1-451C-B4B9-33580FF918DD}">
      <dgm:prSet/>
      <dgm:spPr/>
      <dgm:t>
        <a:bodyPr/>
        <a:lstStyle/>
        <a:p>
          <a:endParaRPr lang="en-US"/>
        </a:p>
      </dgm:t>
    </dgm:pt>
    <dgm:pt modelId="{43DD8405-252E-423F-99DB-8319ED9821DA}" type="sibTrans" cxnId="{A476C2A5-8FD1-451C-B4B9-33580FF918DD}">
      <dgm:prSet/>
      <dgm:spPr/>
      <dgm:t>
        <a:bodyPr/>
        <a:lstStyle/>
        <a:p>
          <a:endParaRPr lang="en-US"/>
        </a:p>
      </dgm:t>
    </dgm:pt>
    <dgm:pt modelId="{4FBEDC62-4231-4076-9A0D-9DC61D34153E}">
      <dgm:prSet phldrT="[Text]"/>
      <dgm:spPr/>
      <dgm:t>
        <a:bodyPr/>
        <a:lstStyle/>
        <a:p>
          <a:r>
            <a:rPr lang="en-US" dirty="0"/>
            <a:t>Some text here</a:t>
          </a:r>
        </a:p>
      </dgm:t>
    </dgm:pt>
    <dgm:pt modelId="{EADD1839-AFD1-4757-A4CE-D351F4DCBCD8}" type="parTrans" cxnId="{0E8533C9-EA3D-4213-88FD-57773A926E81}">
      <dgm:prSet/>
      <dgm:spPr/>
      <dgm:t>
        <a:bodyPr/>
        <a:lstStyle/>
        <a:p>
          <a:endParaRPr lang="en-US"/>
        </a:p>
      </dgm:t>
    </dgm:pt>
    <dgm:pt modelId="{B2CACC34-29E2-4636-8542-BC8705680ADD}" type="sibTrans" cxnId="{0E8533C9-EA3D-4213-88FD-57773A926E81}">
      <dgm:prSet/>
      <dgm:spPr/>
      <dgm:t>
        <a:bodyPr/>
        <a:lstStyle/>
        <a:p>
          <a:endParaRPr lang="en-US"/>
        </a:p>
      </dgm:t>
    </dgm:pt>
    <dgm:pt modelId="{4A111F95-0A29-4197-BFFB-FDA0312EF033}">
      <dgm:prSet phldrT="[Text]"/>
      <dgm:spPr/>
      <dgm:t>
        <a:bodyPr/>
        <a:lstStyle/>
        <a:p>
          <a:r>
            <a:rPr lang="en-US" dirty="0"/>
            <a:t>Some text here</a:t>
          </a:r>
        </a:p>
      </dgm:t>
    </dgm:pt>
    <dgm:pt modelId="{80585778-3351-4CE2-87C7-F9C13094C891}" type="parTrans" cxnId="{41BBADF8-551E-41E5-A2F8-2CAEC5D87928}">
      <dgm:prSet/>
      <dgm:spPr/>
      <dgm:t>
        <a:bodyPr/>
        <a:lstStyle/>
        <a:p>
          <a:endParaRPr lang="en-US"/>
        </a:p>
      </dgm:t>
    </dgm:pt>
    <dgm:pt modelId="{A1426C51-32DF-487B-BDD3-F9BA7F8277E3}" type="sibTrans" cxnId="{41BBADF8-551E-41E5-A2F8-2CAEC5D87928}">
      <dgm:prSet/>
      <dgm:spPr/>
      <dgm:t>
        <a:bodyPr/>
        <a:lstStyle/>
        <a:p>
          <a:endParaRPr lang="en-US"/>
        </a:p>
      </dgm:t>
    </dgm:pt>
    <dgm:pt modelId="{107C7A1C-09E3-4996-B745-C565FBDF395E}" type="pres">
      <dgm:prSet presAssocID="{B9C32B05-62EA-407A-B21C-2310C7945705}" presName="Name0" presStyleCnt="0">
        <dgm:presLayoutVars>
          <dgm:dir/>
          <dgm:resizeHandles val="exact"/>
        </dgm:presLayoutVars>
      </dgm:prSet>
      <dgm:spPr/>
    </dgm:pt>
    <dgm:pt modelId="{57886130-EE61-4005-90AB-BDAA020D4E76}" type="pres">
      <dgm:prSet presAssocID="{42D71409-67F9-455C-8C6D-716D284AAA6B}" presName="node" presStyleLbl="node1" presStyleIdx="0" presStyleCnt="5">
        <dgm:presLayoutVars>
          <dgm:bulletEnabled val="1"/>
        </dgm:presLayoutVars>
      </dgm:prSet>
      <dgm:spPr/>
    </dgm:pt>
    <dgm:pt modelId="{0853CE17-417B-4DAA-AD6E-1B316E85ED5E}" type="pres">
      <dgm:prSet presAssocID="{478B7D3C-9FB4-4BC6-90AC-49960560DECD}" presName="sibTrans" presStyleLbl="sibTrans2D1" presStyleIdx="0" presStyleCnt="5"/>
      <dgm:spPr/>
    </dgm:pt>
    <dgm:pt modelId="{F94C21F2-B76E-49B5-BC15-C3BD9D077E77}" type="pres">
      <dgm:prSet presAssocID="{478B7D3C-9FB4-4BC6-90AC-49960560DECD}" presName="connectorText" presStyleLbl="sibTrans2D1" presStyleIdx="0" presStyleCnt="5"/>
      <dgm:spPr/>
    </dgm:pt>
    <dgm:pt modelId="{17F1C6BC-A80A-44A5-AA43-416A718D840F}" type="pres">
      <dgm:prSet presAssocID="{F66099B6-DBBD-4AB0-82D2-877B80F846F7}" presName="node" presStyleLbl="node1" presStyleIdx="1" presStyleCnt="5">
        <dgm:presLayoutVars>
          <dgm:bulletEnabled val="1"/>
        </dgm:presLayoutVars>
      </dgm:prSet>
      <dgm:spPr/>
    </dgm:pt>
    <dgm:pt modelId="{A25399F6-5A37-4E1E-9994-4351103B10B3}" type="pres">
      <dgm:prSet presAssocID="{BC531B32-9B0E-482E-BF91-65C61F17168D}" presName="sibTrans" presStyleLbl="sibTrans2D1" presStyleIdx="1" presStyleCnt="5"/>
      <dgm:spPr/>
    </dgm:pt>
    <dgm:pt modelId="{BEAA3E34-394E-4166-8555-9C2E291CC33C}" type="pres">
      <dgm:prSet presAssocID="{BC531B32-9B0E-482E-BF91-65C61F17168D}" presName="connectorText" presStyleLbl="sibTrans2D1" presStyleIdx="1" presStyleCnt="5"/>
      <dgm:spPr/>
    </dgm:pt>
    <dgm:pt modelId="{B7DB498C-1CB8-4D89-8E96-9D439C083EE8}" type="pres">
      <dgm:prSet presAssocID="{EE62A4F6-4AC4-435B-990E-81A71CE8CAC7}" presName="node" presStyleLbl="node1" presStyleIdx="2" presStyleCnt="5">
        <dgm:presLayoutVars>
          <dgm:bulletEnabled val="1"/>
        </dgm:presLayoutVars>
      </dgm:prSet>
      <dgm:spPr/>
    </dgm:pt>
    <dgm:pt modelId="{F8146A22-0126-4A18-A12A-1636651B6CB4}" type="pres">
      <dgm:prSet presAssocID="{389F9A93-0231-4877-8C41-5D5B8DD7AAC0}" presName="sibTrans" presStyleLbl="sibTrans2D1" presStyleIdx="2" presStyleCnt="5"/>
      <dgm:spPr/>
    </dgm:pt>
    <dgm:pt modelId="{65D1D248-E916-44A4-98F0-DBED85F8D2C2}" type="pres">
      <dgm:prSet presAssocID="{389F9A93-0231-4877-8C41-5D5B8DD7AAC0}" presName="connectorText" presStyleLbl="sibTrans2D1" presStyleIdx="2" presStyleCnt="5"/>
      <dgm:spPr/>
    </dgm:pt>
    <dgm:pt modelId="{626C1E56-029B-4649-A3A6-923EECDA5DD3}" type="pres">
      <dgm:prSet presAssocID="{2A22E84C-3AA3-4E9C-AE5F-9C2FB0D7FB11}" presName="node" presStyleLbl="node1" presStyleIdx="3" presStyleCnt="5">
        <dgm:presLayoutVars>
          <dgm:bulletEnabled val="1"/>
        </dgm:presLayoutVars>
      </dgm:prSet>
      <dgm:spPr/>
    </dgm:pt>
    <dgm:pt modelId="{3AD8FD6E-5889-4524-8ECE-EF9F7296AEE1}" type="pres">
      <dgm:prSet presAssocID="{744EA591-F199-49C2-B63A-82709D96C729}" presName="sibTrans" presStyleLbl="sibTrans2D1" presStyleIdx="3" presStyleCnt="5"/>
      <dgm:spPr/>
    </dgm:pt>
    <dgm:pt modelId="{060706B2-6FBB-4210-B163-C30549D811B3}" type="pres">
      <dgm:prSet presAssocID="{744EA591-F199-49C2-B63A-82709D96C729}" presName="connectorText" presStyleLbl="sibTrans2D1" presStyleIdx="3" presStyleCnt="5"/>
      <dgm:spPr/>
    </dgm:pt>
    <dgm:pt modelId="{D9D84FCE-996C-4F4D-AB22-33CE808E112B}" type="pres">
      <dgm:prSet presAssocID="{02C5C993-2D65-4BB0-A6B2-BE7D3F9C43C2}" presName="node" presStyleLbl="node1" presStyleIdx="4" presStyleCnt="5">
        <dgm:presLayoutVars>
          <dgm:bulletEnabled val="1"/>
        </dgm:presLayoutVars>
      </dgm:prSet>
      <dgm:spPr/>
    </dgm:pt>
    <dgm:pt modelId="{75928E85-C2F3-4994-A084-E9E81ED614C2}" type="pres">
      <dgm:prSet presAssocID="{43DD8405-252E-423F-99DB-8319ED9821DA}" presName="sibTrans" presStyleLbl="sibTrans2D1" presStyleIdx="4" presStyleCnt="5"/>
      <dgm:spPr/>
    </dgm:pt>
    <dgm:pt modelId="{D6BF6A1E-C36D-4DE6-A311-06DC97C85556}" type="pres">
      <dgm:prSet presAssocID="{43DD8405-252E-423F-99DB-8319ED9821DA}" presName="connectorText" presStyleLbl="sibTrans2D1" presStyleIdx="4" presStyleCnt="5"/>
      <dgm:spPr/>
    </dgm:pt>
  </dgm:ptLst>
  <dgm:cxnLst>
    <dgm:cxn modelId="{6B05D20D-EF3A-46E6-A169-B6BB5507CB9F}" type="presOf" srcId="{B9C32B05-62EA-407A-B21C-2310C7945705}" destId="{107C7A1C-09E3-4996-B745-C565FBDF395E}" srcOrd="0" destOrd="0" presId="urn:microsoft.com/office/officeart/2005/8/layout/cycle7"/>
    <dgm:cxn modelId="{532C590E-46F6-4D28-B55C-9E59ED42C092}" type="presOf" srcId="{F66099B6-DBBD-4AB0-82D2-877B80F846F7}" destId="{17F1C6BC-A80A-44A5-AA43-416A718D840F}" srcOrd="0" destOrd="0" presId="urn:microsoft.com/office/officeart/2005/8/layout/cycle7"/>
    <dgm:cxn modelId="{17267D11-D0EB-49FA-92BF-C626A8E16A05}" type="presOf" srcId="{02C5C993-2D65-4BB0-A6B2-BE7D3F9C43C2}" destId="{D9D84FCE-996C-4F4D-AB22-33CE808E112B}" srcOrd="0" destOrd="0" presId="urn:microsoft.com/office/officeart/2005/8/layout/cycle7"/>
    <dgm:cxn modelId="{723BE316-EADA-4D70-B77D-6437FB638B02}" type="presOf" srcId="{4A111F95-0A29-4197-BFFB-FDA0312EF033}" destId="{D9D84FCE-996C-4F4D-AB22-33CE808E112B}" srcOrd="0" destOrd="2" presId="urn:microsoft.com/office/officeart/2005/8/layout/cycle7"/>
    <dgm:cxn modelId="{40D2FA1A-12A6-4FA1-BC62-C0B78D6CC733}" type="presOf" srcId="{389F9A93-0231-4877-8C41-5D5B8DD7AAC0}" destId="{65D1D248-E916-44A4-98F0-DBED85F8D2C2}" srcOrd="1" destOrd="0" presId="urn:microsoft.com/office/officeart/2005/8/layout/cycle7"/>
    <dgm:cxn modelId="{2AA9C11F-1F1D-428E-801A-47EAA766C99D}" srcId="{B9C32B05-62EA-407A-B21C-2310C7945705}" destId="{42D71409-67F9-455C-8C6D-716D284AAA6B}" srcOrd="0" destOrd="0" parTransId="{51680ED1-AF6E-4B28-AE94-92B0EFB0DF7D}" sibTransId="{478B7D3C-9FB4-4BC6-90AC-49960560DECD}"/>
    <dgm:cxn modelId="{39567A27-1EC3-4731-9AE3-69C9C394B8E2}" type="presOf" srcId="{386C2B6D-2EE1-4682-AE61-EE246CD54E31}" destId="{B7DB498C-1CB8-4D89-8E96-9D439C083EE8}" srcOrd="0" destOrd="2" presId="urn:microsoft.com/office/officeart/2005/8/layout/cycle7"/>
    <dgm:cxn modelId="{D5B2C32F-2249-45D7-95E3-14E873CBA065}" type="presOf" srcId="{3AF880A5-0F00-4315-A5DF-1FE656798601}" destId="{57886130-EE61-4005-90AB-BDAA020D4E76}" srcOrd="0" destOrd="2" presId="urn:microsoft.com/office/officeart/2005/8/layout/cycle7"/>
    <dgm:cxn modelId="{B4F3EA32-CE64-4A92-9BAE-BC57E5392B05}" srcId="{B9C32B05-62EA-407A-B21C-2310C7945705}" destId="{F66099B6-DBBD-4AB0-82D2-877B80F846F7}" srcOrd="1" destOrd="0" parTransId="{B09C8BFB-F41C-4AC4-AB94-F216E3081C2D}" sibTransId="{BC531B32-9B0E-482E-BF91-65C61F17168D}"/>
    <dgm:cxn modelId="{35013F34-57BC-4E3C-A003-07C0E49926DB}" srcId="{F66099B6-DBBD-4AB0-82D2-877B80F846F7}" destId="{BE788BF5-FE9F-4C7D-A1CD-9232D7860179}" srcOrd="1" destOrd="0" parTransId="{963A52CB-C772-45F2-8A30-8ABA6B14D3CE}" sibTransId="{88191C5E-55BA-42F2-B842-FC86CBBADC0F}"/>
    <dgm:cxn modelId="{42DE5C35-00A5-4418-86A0-612643509DA5}" type="presOf" srcId="{389F9A93-0231-4877-8C41-5D5B8DD7AAC0}" destId="{F8146A22-0126-4A18-A12A-1636651B6CB4}" srcOrd="0" destOrd="0" presId="urn:microsoft.com/office/officeart/2005/8/layout/cycle7"/>
    <dgm:cxn modelId="{E4067B40-BA4E-477E-8C81-2C76EA2FBEF5}" type="presOf" srcId="{6C39594C-4AE1-4221-9751-E4FBA9469435}" destId="{626C1E56-029B-4649-A3A6-923EECDA5DD3}" srcOrd="0" destOrd="2" presId="urn:microsoft.com/office/officeart/2005/8/layout/cycle7"/>
    <dgm:cxn modelId="{5F69B462-62C9-4A03-9B59-BB051AE89542}" type="presOf" srcId="{42D71409-67F9-455C-8C6D-716D284AAA6B}" destId="{57886130-EE61-4005-90AB-BDAA020D4E76}" srcOrd="0" destOrd="0" presId="urn:microsoft.com/office/officeart/2005/8/layout/cycle7"/>
    <dgm:cxn modelId="{3D5F614B-E14B-4DAE-8DC2-0969104C8BD9}" type="presOf" srcId="{EE62A4F6-4AC4-435B-990E-81A71CE8CAC7}" destId="{B7DB498C-1CB8-4D89-8E96-9D439C083EE8}" srcOrd="0" destOrd="0" presId="urn:microsoft.com/office/officeart/2005/8/layout/cycle7"/>
    <dgm:cxn modelId="{7F96AC57-2F84-4E8C-AA92-E82865EE63FE}" srcId="{EE62A4F6-4AC4-435B-990E-81A71CE8CAC7}" destId="{386C2B6D-2EE1-4682-AE61-EE246CD54E31}" srcOrd="1" destOrd="0" parTransId="{649D72FB-0D8F-479C-87D1-C73133EF35E2}" sibTransId="{E1C9E6F1-2ED2-4DD8-9B78-28FC1AF5D352}"/>
    <dgm:cxn modelId="{B3C21A7B-90CB-42E5-86ED-40B00F26897A}" type="presOf" srcId="{744EA591-F199-49C2-B63A-82709D96C729}" destId="{060706B2-6FBB-4210-B163-C30549D811B3}" srcOrd="1" destOrd="0" presId="urn:microsoft.com/office/officeart/2005/8/layout/cycle7"/>
    <dgm:cxn modelId="{2B98897D-9937-49AC-9FE9-6629E912033A}" srcId="{2A22E84C-3AA3-4E9C-AE5F-9C2FB0D7FB11}" destId="{9ADACFBF-2A78-45C9-A7C4-5E5DBC674760}" srcOrd="0" destOrd="0" parTransId="{E121796C-71AB-4354-A1D4-3BF0025298A5}" sibTransId="{F3FE7E5A-DC73-423B-998C-02943CF263BF}"/>
    <dgm:cxn modelId="{2DC24386-BC50-4BAB-8571-16CB10C2603C}" srcId="{F66099B6-DBBD-4AB0-82D2-877B80F846F7}" destId="{6CF284C3-4A70-4432-8F33-E75A802B3330}" srcOrd="0" destOrd="0" parTransId="{044831E6-2FC9-4DDA-81FB-5FA418568D07}" sibTransId="{CD50B82D-84BB-4747-B282-ABB339EBA294}"/>
    <dgm:cxn modelId="{C99CE395-39F6-46B4-938C-9BF085685D1A}" srcId="{EE62A4F6-4AC4-435B-990E-81A71CE8CAC7}" destId="{3CE06941-9820-4827-8B16-CD80CC49F780}" srcOrd="0" destOrd="0" parTransId="{141A3C92-8966-4E2F-82E4-2E09E22674B2}" sibTransId="{F58FC55B-E61F-445C-956E-0BB2202254CA}"/>
    <dgm:cxn modelId="{7AF91B96-DA69-42D6-83DE-0E63677A4C47}" srcId="{2A22E84C-3AA3-4E9C-AE5F-9C2FB0D7FB11}" destId="{6C39594C-4AE1-4221-9751-E4FBA9469435}" srcOrd="1" destOrd="0" parTransId="{EA90E5E0-265B-4677-A3EF-FCD0DFDF4F41}" sibTransId="{F04E3063-747B-4761-B46E-8C06B2EF3C55}"/>
    <dgm:cxn modelId="{A476C2A5-8FD1-451C-B4B9-33580FF918DD}" srcId="{B9C32B05-62EA-407A-B21C-2310C7945705}" destId="{02C5C993-2D65-4BB0-A6B2-BE7D3F9C43C2}" srcOrd="4" destOrd="0" parTransId="{6C53AFCD-6E29-4E3F-999F-41047A9320B5}" sibTransId="{43DD8405-252E-423F-99DB-8319ED9821DA}"/>
    <dgm:cxn modelId="{3A2CECA6-0C5B-46BB-B7C6-7D37E9D210BD}" srcId="{B9C32B05-62EA-407A-B21C-2310C7945705}" destId="{EE62A4F6-4AC4-435B-990E-81A71CE8CAC7}" srcOrd="2" destOrd="0" parTransId="{F287B947-7343-4FA2-B288-B23A59FFAE31}" sibTransId="{389F9A93-0231-4877-8C41-5D5B8DD7AAC0}"/>
    <dgm:cxn modelId="{5A8CF0A6-4D69-498C-BD3B-DFCBBE4AFF1E}" type="presOf" srcId="{43DD8405-252E-423F-99DB-8319ED9821DA}" destId="{75928E85-C2F3-4994-A084-E9E81ED614C2}" srcOrd="0" destOrd="0" presId="urn:microsoft.com/office/officeart/2005/8/layout/cycle7"/>
    <dgm:cxn modelId="{2A9EACAB-0473-4796-920F-900DC1128717}" type="presOf" srcId="{3CE06941-9820-4827-8B16-CD80CC49F780}" destId="{B7DB498C-1CB8-4D89-8E96-9D439C083EE8}" srcOrd="0" destOrd="1" presId="urn:microsoft.com/office/officeart/2005/8/layout/cycle7"/>
    <dgm:cxn modelId="{C44EDDAE-6764-4D93-891D-C2777A33B8A1}" type="presOf" srcId="{744EA591-F199-49C2-B63A-82709D96C729}" destId="{3AD8FD6E-5889-4524-8ECE-EF9F7296AEE1}" srcOrd="0" destOrd="0" presId="urn:microsoft.com/office/officeart/2005/8/layout/cycle7"/>
    <dgm:cxn modelId="{D54769B3-CF92-4F8C-9861-2E13E7927DEC}" type="presOf" srcId="{6CF284C3-4A70-4432-8F33-E75A802B3330}" destId="{17F1C6BC-A80A-44A5-AA43-416A718D840F}" srcOrd="0" destOrd="1" presId="urn:microsoft.com/office/officeart/2005/8/layout/cycle7"/>
    <dgm:cxn modelId="{9DA930B5-21FA-4CA0-8B34-9758669DC779}" type="presOf" srcId="{9ADACFBF-2A78-45C9-A7C4-5E5DBC674760}" destId="{626C1E56-029B-4649-A3A6-923EECDA5DD3}" srcOrd="0" destOrd="1" presId="urn:microsoft.com/office/officeart/2005/8/layout/cycle7"/>
    <dgm:cxn modelId="{A94615C1-8D80-4A37-84A2-E40D57F92222}" type="presOf" srcId="{BC531B32-9B0E-482E-BF91-65C61F17168D}" destId="{BEAA3E34-394E-4166-8555-9C2E291CC33C}" srcOrd="1" destOrd="0" presId="urn:microsoft.com/office/officeart/2005/8/layout/cycle7"/>
    <dgm:cxn modelId="{E00E4DC7-8635-492B-A5B8-7DE5AFC40E21}" type="presOf" srcId="{43DD8405-252E-423F-99DB-8319ED9821DA}" destId="{D6BF6A1E-C36D-4DE6-A311-06DC97C85556}" srcOrd="1" destOrd="0" presId="urn:microsoft.com/office/officeart/2005/8/layout/cycle7"/>
    <dgm:cxn modelId="{0E8533C9-EA3D-4213-88FD-57773A926E81}" srcId="{02C5C993-2D65-4BB0-A6B2-BE7D3F9C43C2}" destId="{4FBEDC62-4231-4076-9A0D-9DC61D34153E}" srcOrd="0" destOrd="0" parTransId="{EADD1839-AFD1-4757-A4CE-D351F4DCBCD8}" sibTransId="{B2CACC34-29E2-4636-8542-BC8705680ADD}"/>
    <dgm:cxn modelId="{E33296D3-F497-4E6D-9A0A-7DA816FA3799}" type="presOf" srcId="{478B7D3C-9FB4-4BC6-90AC-49960560DECD}" destId="{F94C21F2-B76E-49B5-BC15-C3BD9D077E77}" srcOrd="1" destOrd="0" presId="urn:microsoft.com/office/officeart/2005/8/layout/cycle7"/>
    <dgm:cxn modelId="{F6A47ADB-D0E0-4FF6-A4C1-8E299AC83804}" type="presOf" srcId="{478B7D3C-9FB4-4BC6-90AC-49960560DECD}" destId="{0853CE17-417B-4DAA-AD6E-1B316E85ED5E}" srcOrd="0" destOrd="0" presId="urn:microsoft.com/office/officeart/2005/8/layout/cycle7"/>
    <dgm:cxn modelId="{9FE978E2-ADEE-4E5E-A45E-DAB95F7F1943}" type="presOf" srcId="{8EA7219F-BDB2-48EB-9EEB-3133522D132E}" destId="{57886130-EE61-4005-90AB-BDAA020D4E76}" srcOrd="0" destOrd="1" presId="urn:microsoft.com/office/officeart/2005/8/layout/cycle7"/>
    <dgm:cxn modelId="{24F8CBE2-5003-4E69-A772-6B98F2B05181}" srcId="{42D71409-67F9-455C-8C6D-716D284AAA6B}" destId="{3AF880A5-0F00-4315-A5DF-1FE656798601}" srcOrd="1" destOrd="0" parTransId="{A13BB1F9-5857-4B43-8BF5-6589AA2CB759}" sibTransId="{C198C41D-2640-4669-83ED-E0CD35701C8E}"/>
    <dgm:cxn modelId="{BEB859E7-C343-408E-86A1-667C27EE5761}" srcId="{B9C32B05-62EA-407A-B21C-2310C7945705}" destId="{2A22E84C-3AA3-4E9C-AE5F-9C2FB0D7FB11}" srcOrd="3" destOrd="0" parTransId="{6C025E55-DF42-4C5D-AFD5-6015FA053D46}" sibTransId="{744EA591-F199-49C2-B63A-82709D96C729}"/>
    <dgm:cxn modelId="{58AD7EEF-D408-406B-87EE-4691D4C30668}" srcId="{42D71409-67F9-455C-8C6D-716D284AAA6B}" destId="{8EA7219F-BDB2-48EB-9EEB-3133522D132E}" srcOrd="0" destOrd="0" parTransId="{3EE8403A-CB7C-4815-85BD-AEBCAEB71B37}" sibTransId="{C94B7947-85DC-4B21-BB99-DF8438356F98}"/>
    <dgm:cxn modelId="{08183FF7-01E3-4C6E-9077-C3F5CFD518CE}" type="presOf" srcId="{4FBEDC62-4231-4076-9A0D-9DC61D34153E}" destId="{D9D84FCE-996C-4F4D-AB22-33CE808E112B}" srcOrd="0" destOrd="1" presId="urn:microsoft.com/office/officeart/2005/8/layout/cycle7"/>
    <dgm:cxn modelId="{880E09F8-88CA-495D-B403-F4F9F3BD5A5F}" type="presOf" srcId="{BE788BF5-FE9F-4C7D-A1CD-9232D7860179}" destId="{17F1C6BC-A80A-44A5-AA43-416A718D840F}" srcOrd="0" destOrd="2" presId="urn:microsoft.com/office/officeart/2005/8/layout/cycle7"/>
    <dgm:cxn modelId="{41BBADF8-551E-41E5-A2F8-2CAEC5D87928}" srcId="{02C5C993-2D65-4BB0-A6B2-BE7D3F9C43C2}" destId="{4A111F95-0A29-4197-BFFB-FDA0312EF033}" srcOrd="1" destOrd="0" parTransId="{80585778-3351-4CE2-87C7-F9C13094C891}" sibTransId="{A1426C51-32DF-487B-BDD3-F9BA7F8277E3}"/>
    <dgm:cxn modelId="{8F4FFCFC-F296-4D94-B51C-E6F12E52D83A}" type="presOf" srcId="{2A22E84C-3AA3-4E9C-AE5F-9C2FB0D7FB11}" destId="{626C1E56-029B-4649-A3A6-923EECDA5DD3}" srcOrd="0" destOrd="0" presId="urn:microsoft.com/office/officeart/2005/8/layout/cycle7"/>
    <dgm:cxn modelId="{ECFAB5FD-F28C-448E-9CA9-E50D1417A946}" type="presOf" srcId="{BC531B32-9B0E-482E-BF91-65C61F17168D}" destId="{A25399F6-5A37-4E1E-9994-4351103B10B3}" srcOrd="0" destOrd="0" presId="urn:microsoft.com/office/officeart/2005/8/layout/cycle7"/>
    <dgm:cxn modelId="{9C361374-31A7-4AA8-A9FE-59478F6170A9}" type="presParOf" srcId="{107C7A1C-09E3-4996-B745-C565FBDF395E}" destId="{57886130-EE61-4005-90AB-BDAA020D4E76}" srcOrd="0" destOrd="0" presId="urn:microsoft.com/office/officeart/2005/8/layout/cycle7"/>
    <dgm:cxn modelId="{E37EE05D-0C41-4D9E-9379-AF7B440C2FFE}" type="presParOf" srcId="{107C7A1C-09E3-4996-B745-C565FBDF395E}" destId="{0853CE17-417B-4DAA-AD6E-1B316E85ED5E}" srcOrd="1" destOrd="0" presId="urn:microsoft.com/office/officeart/2005/8/layout/cycle7"/>
    <dgm:cxn modelId="{2A8FBE12-C4FE-4F46-9A46-D549C25DA15C}" type="presParOf" srcId="{0853CE17-417B-4DAA-AD6E-1B316E85ED5E}" destId="{F94C21F2-B76E-49B5-BC15-C3BD9D077E77}" srcOrd="0" destOrd="0" presId="urn:microsoft.com/office/officeart/2005/8/layout/cycle7"/>
    <dgm:cxn modelId="{A22A779B-F03D-413B-9461-1F484BD271F1}" type="presParOf" srcId="{107C7A1C-09E3-4996-B745-C565FBDF395E}" destId="{17F1C6BC-A80A-44A5-AA43-416A718D840F}" srcOrd="2" destOrd="0" presId="urn:microsoft.com/office/officeart/2005/8/layout/cycle7"/>
    <dgm:cxn modelId="{FC2907AA-EFFD-4F62-AEA9-C446AA6D1E18}" type="presParOf" srcId="{107C7A1C-09E3-4996-B745-C565FBDF395E}" destId="{A25399F6-5A37-4E1E-9994-4351103B10B3}" srcOrd="3" destOrd="0" presId="urn:microsoft.com/office/officeart/2005/8/layout/cycle7"/>
    <dgm:cxn modelId="{08DEF58D-F652-4A04-A630-95B776CBF76B}" type="presParOf" srcId="{A25399F6-5A37-4E1E-9994-4351103B10B3}" destId="{BEAA3E34-394E-4166-8555-9C2E291CC33C}" srcOrd="0" destOrd="0" presId="urn:microsoft.com/office/officeart/2005/8/layout/cycle7"/>
    <dgm:cxn modelId="{CBCE29D5-3156-41B7-8B93-CA6EAD7AA865}" type="presParOf" srcId="{107C7A1C-09E3-4996-B745-C565FBDF395E}" destId="{B7DB498C-1CB8-4D89-8E96-9D439C083EE8}" srcOrd="4" destOrd="0" presId="urn:microsoft.com/office/officeart/2005/8/layout/cycle7"/>
    <dgm:cxn modelId="{B34267B4-85C7-41BD-82C3-F022D989331C}" type="presParOf" srcId="{107C7A1C-09E3-4996-B745-C565FBDF395E}" destId="{F8146A22-0126-4A18-A12A-1636651B6CB4}" srcOrd="5" destOrd="0" presId="urn:microsoft.com/office/officeart/2005/8/layout/cycle7"/>
    <dgm:cxn modelId="{D558841E-0CBA-4286-9648-C1BDBB9DF995}" type="presParOf" srcId="{F8146A22-0126-4A18-A12A-1636651B6CB4}" destId="{65D1D248-E916-44A4-98F0-DBED85F8D2C2}" srcOrd="0" destOrd="0" presId="urn:microsoft.com/office/officeart/2005/8/layout/cycle7"/>
    <dgm:cxn modelId="{969965D9-E014-4994-BADD-A2BBED21A712}" type="presParOf" srcId="{107C7A1C-09E3-4996-B745-C565FBDF395E}" destId="{626C1E56-029B-4649-A3A6-923EECDA5DD3}" srcOrd="6" destOrd="0" presId="urn:microsoft.com/office/officeart/2005/8/layout/cycle7"/>
    <dgm:cxn modelId="{0ADA0782-02DB-4AC6-956A-7760EF69E715}" type="presParOf" srcId="{107C7A1C-09E3-4996-B745-C565FBDF395E}" destId="{3AD8FD6E-5889-4524-8ECE-EF9F7296AEE1}" srcOrd="7" destOrd="0" presId="urn:microsoft.com/office/officeart/2005/8/layout/cycle7"/>
    <dgm:cxn modelId="{EA0510C8-326C-400C-B06E-5427EA3F344E}" type="presParOf" srcId="{3AD8FD6E-5889-4524-8ECE-EF9F7296AEE1}" destId="{060706B2-6FBB-4210-B163-C30549D811B3}" srcOrd="0" destOrd="0" presId="urn:microsoft.com/office/officeart/2005/8/layout/cycle7"/>
    <dgm:cxn modelId="{08A7E590-AACB-47E0-BBC5-D49EAC5D551B}" type="presParOf" srcId="{107C7A1C-09E3-4996-B745-C565FBDF395E}" destId="{D9D84FCE-996C-4F4D-AB22-33CE808E112B}" srcOrd="8" destOrd="0" presId="urn:microsoft.com/office/officeart/2005/8/layout/cycle7"/>
    <dgm:cxn modelId="{968F34A8-ABE0-4694-9863-1823B6E5A2AE}" type="presParOf" srcId="{107C7A1C-09E3-4996-B745-C565FBDF395E}" destId="{75928E85-C2F3-4994-A084-E9E81ED614C2}" srcOrd="9" destOrd="0" presId="urn:microsoft.com/office/officeart/2005/8/layout/cycle7"/>
    <dgm:cxn modelId="{DEEBFB11-EA64-48CB-876B-F61736B7021E}" type="presParOf" srcId="{75928E85-C2F3-4994-A084-E9E81ED614C2}" destId="{D6BF6A1E-C36D-4DE6-A311-06DC97C85556}" srcOrd="0" destOrd="0" presId="urn:microsoft.com/office/officeart/2005/8/layout/cycle7"/>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89.xml><?xml version="1.0" encoding="utf-8"?>
<dgm:dataModel xmlns:dgm="http://schemas.openxmlformats.org/drawingml/2006/diagram" xmlns:a="http://schemas.openxmlformats.org/drawingml/2006/main">
  <dgm:ptLst>
    <dgm:pt modelId="{B9C32B05-62EA-407A-B21C-2310C7945705}" type="doc">
      <dgm:prSet loTypeId="urn:microsoft.com/office/officeart/2005/8/layout/cycle8" loCatId="cycle"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F66099B6-DBBD-4AB0-82D2-877B80F846F7}">
      <dgm:prSet phldrT="[Text]"/>
      <dgm:spPr/>
      <dgm:t>
        <a:bodyPr/>
        <a:lstStyle/>
        <a:p>
          <a:r>
            <a:rPr lang="en-US" dirty="0"/>
            <a:t>Lorem Ipsum</a:t>
          </a:r>
        </a:p>
      </dgm:t>
    </dgm:pt>
    <dgm:pt modelId="{B09C8BFB-F41C-4AC4-AB94-F216E3081C2D}" type="parTrans" cxnId="{B4F3EA32-CE64-4A92-9BAE-BC57E5392B05}">
      <dgm:prSet/>
      <dgm:spPr/>
      <dgm:t>
        <a:bodyPr/>
        <a:lstStyle/>
        <a:p>
          <a:endParaRPr lang="en-US"/>
        </a:p>
      </dgm:t>
    </dgm:pt>
    <dgm:pt modelId="{BC531B32-9B0E-482E-BF91-65C61F17168D}" type="sibTrans" cxnId="{B4F3EA32-CE64-4A92-9BAE-BC57E5392B05}">
      <dgm:prSet/>
      <dgm:spPr/>
      <dgm:t>
        <a:bodyPr/>
        <a:lstStyle/>
        <a:p>
          <a:endParaRPr lang="en-US"/>
        </a:p>
      </dgm:t>
    </dgm:pt>
    <dgm:pt modelId="{EE62A4F6-4AC4-435B-990E-81A71CE8CAC7}">
      <dgm:prSet phldrT="[Text]"/>
      <dgm:spPr/>
      <dgm:t>
        <a:bodyPr/>
        <a:lstStyle/>
        <a:p>
          <a:r>
            <a:rPr lang="en-US" dirty="0"/>
            <a:t>Lorem Ipsum</a:t>
          </a:r>
        </a:p>
      </dgm:t>
    </dgm:pt>
    <dgm:pt modelId="{F287B947-7343-4FA2-B288-B23A59FFAE31}" type="parTrans" cxnId="{3A2CECA6-0C5B-46BB-B7C6-7D37E9D210BD}">
      <dgm:prSet/>
      <dgm:spPr/>
      <dgm:t>
        <a:bodyPr/>
        <a:lstStyle/>
        <a:p>
          <a:endParaRPr lang="en-US"/>
        </a:p>
      </dgm:t>
    </dgm:pt>
    <dgm:pt modelId="{389F9A93-0231-4877-8C41-5D5B8DD7AAC0}" type="sibTrans" cxnId="{3A2CECA6-0C5B-46BB-B7C6-7D37E9D210BD}">
      <dgm:prSet/>
      <dgm:spPr/>
      <dgm:t>
        <a:bodyPr/>
        <a:lstStyle/>
        <a:p>
          <a:endParaRPr lang="en-US"/>
        </a:p>
      </dgm:t>
    </dgm:pt>
    <dgm:pt modelId="{6CF284C3-4A70-4432-8F33-E75A802B3330}">
      <dgm:prSet/>
      <dgm:spPr/>
      <dgm:t>
        <a:bodyPr/>
        <a:lstStyle/>
        <a:p>
          <a:r>
            <a:rPr lang="en-US" dirty="0"/>
            <a:t>Some text here</a:t>
          </a:r>
        </a:p>
      </dgm:t>
    </dgm:pt>
    <dgm:pt modelId="{044831E6-2FC9-4DDA-81FB-5FA418568D07}" type="parTrans" cxnId="{2DC24386-BC50-4BAB-8571-16CB10C2603C}">
      <dgm:prSet/>
      <dgm:spPr/>
      <dgm:t>
        <a:bodyPr/>
        <a:lstStyle/>
        <a:p>
          <a:endParaRPr lang="en-US"/>
        </a:p>
      </dgm:t>
    </dgm:pt>
    <dgm:pt modelId="{CD50B82D-84BB-4747-B282-ABB339EBA294}" type="sibTrans" cxnId="{2DC24386-BC50-4BAB-8571-16CB10C2603C}">
      <dgm:prSet/>
      <dgm:spPr/>
      <dgm:t>
        <a:bodyPr/>
        <a:lstStyle/>
        <a:p>
          <a:endParaRPr lang="en-US"/>
        </a:p>
      </dgm:t>
    </dgm:pt>
    <dgm:pt modelId="{3AF880A5-0F00-4315-A5DF-1FE656798601}">
      <dgm:prSet phldrT="[Text]"/>
      <dgm:spPr/>
      <dgm:t>
        <a:bodyPr/>
        <a:lstStyle/>
        <a:p>
          <a:r>
            <a:rPr lang="en-US" dirty="0"/>
            <a:t>Some text here</a:t>
          </a:r>
        </a:p>
      </dgm:t>
    </dgm:pt>
    <dgm:pt modelId="{A13BB1F9-5857-4B43-8BF5-6589AA2CB759}" type="parTrans" cxnId="{24F8CBE2-5003-4E69-A772-6B98F2B05181}">
      <dgm:prSet/>
      <dgm:spPr/>
      <dgm:t>
        <a:bodyPr/>
        <a:lstStyle/>
        <a:p>
          <a:endParaRPr lang="en-US"/>
        </a:p>
      </dgm:t>
    </dgm:pt>
    <dgm:pt modelId="{C198C41D-2640-4669-83ED-E0CD35701C8E}" type="sibTrans" cxnId="{24F8CBE2-5003-4E69-A772-6B98F2B05181}">
      <dgm:prSet/>
      <dgm:spPr/>
      <dgm:t>
        <a:bodyPr/>
        <a:lstStyle/>
        <a:p>
          <a:endParaRPr lang="en-US"/>
        </a:p>
      </dgm:t>
    </dgm:pt>
    <dgm:pt modelId="{8EA7219F-BDB2-48EB-9EEB-3133522D132E}">
      <dgm:prSet phldrT="[Text]"/>
      <dgm:spPr/>
      <dgm:t>
        <a:bodyPr/>
        <a:lstStyle/>
        <a:p>
          <a:r>
            <a:rPr lang="en-US" dirty="0"/>
            <a:t>Some text here</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BE788BF5-FE9F-4C7D-A1CD-9232D7860179}">
      <dgm:prSet phldrT="[Text]"/>
      <dgm:spPr/>
      <dgm:t>
        <a:bodyPr/>
        <a:lstStyle/>
        <a:p>
          <a:r>
            <a:rPr lang="en-US"/>
            <a:t>Some text here</a:t>
          </a:r>
          <a:endParaRPr lang="en-US" dirty="0"/>
        </a:p>
      </dgm:t>
    </dgm:pt>
    <dgm:pt modelId="{963A52CB-C772-45F2-8A30-8ABA6B14D3CE}" type="parTrans" cxnId="{35013F34-57BC-4E3C-A003-07C0E49926DB}">
      <dgm:prSet/>
      <dgm:spPr/>
      <dgm:t>
        <a:bodyPr/>
        <a:lstStyle/>
        <a:p>
          <a:endParaRPr lang="en-US"/>
        </a:p>
      </dgm:t>
    </dgm:pt>
    <dgm:pt modelId="{88191C5E-55BA-42F2-B842-FC86CBBADC0F}" type="sibTrans" cxnId="{35013F34-57BC-4E3C-A003-07C0E49926DB}">
      <dgm:prSet/>
      <dgm:spPr/>
      <dgm:t>
        <a:bodyPr/>
        <a:lstStyle/>
        <a:p>
          <a:endParaRPr lang="en-US"/>
        </a:p>
      </dgm:t>
    </dgm:pt>
    <dgm:pt modelId="{3CE06941-9820-4827-8B16-CD80CC49F780}">
      <dgm:prSet phldrT="[Text]"/>
      <dgm:spPr/>
      <dgm:t>
        <a:bodyPr/>
        <a:lstStyle/>
        <a:p>
          <a:r>
            <a:rPr lang="en-US" dirty="0"/>
            <a:t>Some text here</a:t>
          </a:r>
        </a:p>
      </dgm:t>
    </dgm:pt>
    <dgm:pt modelId="{141A3C92-8966-4E2F-82E4-2E09E22674B2}" type="parTrans" cxnId="{C99CE395-39F6-46B4-938C-9BF085685D1A}">
      <dgm:prSet/>
      <dgm:spPr/>
      <dgm:t>
        <a:bodyPr/>
        <a:lstStyle/>
        <a:p>
          <a:endParaRPr lang="en-US"/>
        </a:p>
      </dgm:t>
    </dgm:pt>
    <dgm:pt modelId="{F58FC55B-E61F-445C-956E-0BB2202254CA}" type="sibTrans" cxnId="{C99CE395-39F6-46B4-938C-9BF085685D1A}">
      <dgm:prSet/>
      <dgm:spPr/>
      <dgm:t>
        <a:bodyPr/>
        <a:lstStyle/>
        <a:p>
          <a:endParaRPr lang="en-US"/>
        </a:p>
      </dgm:t>
    </dgm:pt>
    <dgm:pt modelId="{386C2B6D-2EE1-4682-AE61-EE246CD54E31}">
      <dgm:prSet phldrT="[Text]"/>
      <dgm:spPr/>
      <dgm:t>
        <a:bodyPr/>
        <a:lstStyle/>
        <a:p>
          <a:r>
            <a:rPr lang="en-US" dirty="0"/>
            <a:t>Some text here</a:t>
          </a:r>
        </a:p>
      </dgm:t>
    </dgm:pt>
    <dgm:pt modelId="{649D72FB-0D8F-479C-87D1-C73133EF35E2}" type="parTrans" cxnId="{7F96AC57-2F84-4E8C-AA92-E82865EE63FE}">
      <dgm:prSet/>
      <dgm:spPr/>
      <dgm:t>
        <a:bodyPr/>
        <a:lstStyle/>
        <a:p>
          <a:endParaRPr lang="en-US"/>
        </a:p>
      </dgm:t>
    </dgm:pt>
    <dgm:pt modelId="{E1C9E6F1-2ED2-4DD8-9B78-28FC1AF5D352}" type="sibTrans" cxnId="{7F96AC57-2F84-4E8C-AA92-E82865EE63FE}">
      <dgm:prSet/>
      <dgm:spPr/>
      <dgm:t>
        <a:bodyPr/>
        <a:lstStyle/>
        <a:p>
          <a:endParaRPr lang="en-US"/>
        </a:p>
      </dgm:t>
    </dgm:pt>
    <dgm:pt modelId="{2A22E84C-3AA3-4E9C-AE5F-9C2FB0D7FB11}">
      <dgm:prSet phldrT="[Text]"/>
      <dgm:spPr/>
      <dgm:t>
        <a:bodyPr/>
        <a:lstStyle/>
        <a:p>
          <a:r>
            <a:rPr lang="en-US" dirty="0"/>
            <a:t>Lorem Ipsum</a:t>
          </a:r>
        </a:p>
      </dgm:t>
    </dgm:pt>
    <dgm:pt modelId="{6C025E55-DF42-4C5D-AFD5-6015FA053D46}" type="parTrans" cxnId="{BEB859E7-C343-408E-86A1-667C27EE5761}">
      <dgm:prSet/>
      <dgm:spPr/>
      <dgm:t>
        <a:bodyPr/>
        <a:lstStyle/>
        <a:p>
          <a:endParaRPr lang="en-US"/>
        </a:p>
      </dgm:t>
    </dgm:pt>
    <dgm:pt modelId="{744EA591-F199-49C2-B63A-82709D96C729}" type="sibTrans" cxnId="{BEB859E7-C343-408E-86A1-667C27EE5761}">
      <dgm:prSet/>
      <dgm:spPr/>
      <dgm:t>
        <a:bodyPr/>
        <a:lstStyle/>
        <a:p>
          <a:endParaRPr lang="en-US"/>
        </a:p>
      </dgm:t>
    </dgm:pt>
    <dgm:pt modelId="{9ADACFBF-2A78-45C9-A7C4-5E5DBC674760}">
      <dgm:prSet phldrT="[Text]"/>
      <dgm:spPr/>
      <dgm:t>
        <a:bodyPr/>
        <a:lstStyle/>
        <a:p>
          <a:r>
            <a:rPr lang="en-US" dirty="0"/>
            <a:t>Some text here</a:t>
          </a:r>
        </a:p>
      </dgm:t>
    </dgm:pt>
    <dgm:pt modelId="{E121796C-71AB-4354-A1D4-3BF0025298A5}" type="parTrans" cxnId="{2B98897D-9937-49AC-9FE9-6629E912033A}">
      <dgm:prSet/>
      <dgm:spPr/>
      <dgm:t>
        <a:bodyPr/>
        <a:lstStyle/>
        <a:p>
          <a:endParaRPr lang="en-US"/>
        </a:p>
      </dgm:t>
    </dgm:pt>
    <dgm:pt modelId="{F3FE7E5A-DC73-423B-998C-02943CF263BF}" type="sibTrans" cxnId="{2B98897D-9937-49AC-9FE9-6629E912033A}">
      <dgm:prSet/>
      <dgm:spPr/>
      <dgm:t>
        <a:bodyPr/>
        <a:lstStyle/>
        <a:p>
          <a:endParaRPr lang="en-US"/>
        </a:p>
      </dgm:t>
    </dgm:pt>
    <dgm:pt modelId="{6C39594C-4AE1-4221-9751-E4FBA9469435}">
      <dgm:prSet phldrT="[Text]"/>
      <dgm:spPr/>
      <dgm:t>
        <a:bodyPr/>
        <a:lstStyle/>
        <a:p>
          <a:r>
            <a:rPr lang="en-US" dirty="0"/>
            <a:t>Some text here</a:t>
          </a:r>
        </a:p>
      </dgm:t>
    </dgm:pt>
    <dgm:pt modelId="{EA90E5E0-265B-4677-A3EF-FCD0DFDF4F41}" type="parTrans" cxnId="{7AF91B96-DA69-42D6-83DE-0E63677A4C47}">
      <dgm:prSet/>
      <dgm:spPr/>
      <dgm:t>
        <a:bodyPr/>
        <a:lstStyle/>
        <a:p>
          <a:endParaRPr lang="en-US"/>
        </a:p>
      </dgm:t>
    </dgm:pt>
    <dgm:pt modelId="{F04E3063-747B-4761-B46E-8C06B2EF3C55}" type="sibTrans" cxnId="{7AF91B96-DA69-42D6-83DE-0E63677A4C47}">
      <dgm:prSet/>
      <dgm:spPr/>
      <dgm:t>
        <a:bodyPr/>
        <a:lstStyle/>
        <a:p>
          <a:endParaRPr lang="en-US"/>
        </a:p>
      </dgm:t>
    </dgm:pt>
    <dgm:pt modelId="{02C5C993-2D65-4BB0-A6B2-BE7D3F9C43C2}">
      <dgm:prSet phldrT="[Text]"/>
      <dgm:spPr/>
      <dgm:t>
        <a:bodyPr/>
        <a:lstStyle/>
        <a:p>
          <a:r>
            <a:rPr lang="en-US"/>
            <a:t>Lorem Ipsum</a:t>
          </a:r>
          <a:endParaRPr lang="en-US" dirty="0"/>
        </a:p>
      </dgm:t>
    </dgm:pt>
    <dgm:pt modelId="{6C53AFCD-6E29-4E3F-999F-41047A9320B5}" type="parTrans" cxnId="{A476C2A5-8FD1-451C-B4B9-33580FF918DD}">
      <dgm:prSet/>
      <dgm:spPr/>
      <dgm:t>
        <a:bodyPr/>
        <a:lstStyle/>
        <a:p>
          <a:endParaRPr lang="en-US"/>
        </a:p>
      </dgm:t>
    </dgm:pt>
    <dgm:pt modelId="{43DD8405-252E-423F-99DB-8319ED9821DA}" type="sibTrans" cxnId="{A476C2A5-8FD1-451C-B4B9-33580FF918DD}">
      <dgm:prSet/>
      <dgm:spPr/>
      <dgm:t>
        <a:bodyPr/>
        <a:lstStyle/>
        <a:p>
          <a:endParaRPr lang="en-US"/>
        </a:p>
      </dgm:t>
    </dgm:pt>
    <dgm:pt modelId="{4FBEDC62-4231-4076-9A0D-9DC61D34153E}">
      <dgm:prSet phldrT="[Text]"/>
      <dgm:spPr/>
      <dgm:t>
        <a:bodyPr/>
        <a:lstStyle/>
        <a:p>
          <a:r>
            <a:rPr lang="en-US" dirty="0"/>
            <a:t>Some text here</a:t>
          </a:r>
        </a:p>
      </dgm:t>
    </dgm:pt>
    <dgm:pt modelId="{EADD1839-AFD1-4757-A4CE-D351F4DCBCD8}" type="parTrans" cxnId="{0E8533C9-EA3D-4213-88FD-57773A926E81}">
      <dgm:prSet/>
      <dgm:spPr/>
      <dgm:t>
        <a:bodyPr/>
        <a:lstStyle/>
        <a:p>
          <a:endParaRPr lang="en-US"/>
        </a:p>
      </dgm:t>
    </dgm:pt>
    <dgm:pt modelId="{B2CACC34-29E2-4636-8542-BC8705680ADD}" type="sibTrans" cxnId="{0E8533C9-EA3D-4213-88FD-57773A926E81}">
      <dgm:prSet/>
      <dgm:spPr/>
      <dgm:t>
        <a:bodyPr/>
        <a:lstStyle/>
        <a:p>
          <a:endParaRPr lang="en-US"/>
        </a:p>
      </dgm:t>
    </dgm:pt>
    <dgm:pt modelId="{4A111F95-0A29-4197-BFFB-FDA0312EF033}">
      <dgm:prSet phldrT="[Text]"/>
      <dgm:spPr/>
      <dgm:t>
        <a:bodyPr/>
        <a:lstStyle/>
        <a:p>
          <a:r>
            <a:rPr lang="en-US" dirty="0"/>
            <a:t>Some text here</a:t>
          </a:r>
        </a:p>
      </dgm:t>
    </dgm:pt>
    <dgm:pt modelId="{80585778-3351-4CE2-87C7-F9C13094C891}" type="parTrans" cxnId="{41BBADF8-551E-41E5-A2F8-2CAEC5D87928}">
      <dgm:prSet/>
      <dgm:spPr/>
      <dgm:t>
        <a:bodyPr/>
        <a:lstStyle/>
        <a:p>
          <a:endParaRPr lang="en-US"/>
        </a:p>
      </dgm:t>
    </dgm:pt>
    <dgm:pt modelId="{A1426C51-32DF-487B-BDD3-F9BA7F8277E3}" type="sibTrans" cxnId="{41BBADF8-551E-41E5-A2F8-2CAEC5D87928}">
      <dgm:prSet/>
      <dgm:spPr/>
      <dgm:t>
        <a:bodyPr/>
        <a:lstStyle/>
        <a:p>
          <a:endParaRPr lang="en-US"/>
        </a:p>
      </dgm:t>
    </dgm:pt>
    <dgm:pt modelId="{B8A71AF6-8747-4308-891B-90CEF8832A26}" type="pres">
      <dgm:prSet presAssocID="{B9C32B05-62EA-407A-B21C-2310C7945705}" presName="compositeShape" presStyleCnt="0">
        <dgm:presLayoutVars>
          <dgm:chMax val="7"/>
          <dgm:dir/>
          <dgm:resizeHandles val="exact"/>
        </dgm:presLayoutVars>
      </dgm:prSet>
      <dgm:spPr/>
    </dgm:pt>
    <dgm:pt modelId="{01ED1EFF-8E17-40BB-A611-56F6E3C95262}" type="pres">
      <dgm:prSet presAssocID="{B9C32B05-62EA-407A-B21C-2310C7945705}" presName="wedge1" presStyleLbl="node1" presStyleIdx="0" presStyleCnt="5"/>
      <dgm:spPr/>
    </dgm:pt>
    <dgm:pt modelId="{250F8BC5-2973-429C-BA9F-4E7155214E8F}" type="pres">
      <dgm:prSet presAssocID="{B9C32B05-62EA-407A-B21C-2310C7945705}" presName="dummy1a" presStyleCnt="0"/>
      <dgm:spPr/>
    </dgm:pt>
    <dgm:pt modelId="{9B818421-B333-4029-8B48-557244DA51B7}" type="pres">
      <dgm:prSet presAssocID="{B9C32B05-62EA-407A-B21C-2310C7945705}" presName="dummy1b" presStyleCnt="0"/>
      <dgm:spPr/>
    </dgm:pt>
    <dgm:pt modelId="{95F8D2CA-A57E-4179-8CD0-C8C331AA2935}" type="pres">
      <dgm:prSet presAssocID="{B9C32B05-62EA-407A-B21C-2310C7945705}" presName="wedge1Tx" presStyleLbl="node1" presStyleIdx="0" presStyleCnt="5">
        <dgm:presLayoutVars>
          <dgm:chMax val="0"/>
          <dgm:chPref val="0"/>
          <dgm:bulletEnabled val="1"/>
        </dgm:presLayoutVars>
      </dgm:prSet>
      <dgm:spPr/>
    </dgm:pt>
    <dgm:pt modelId="{A2A82968-5287-4C28-85BA-9BFFC27AB925}" type="pres">
      <dgm:prSet presAssocID="{B9C32B05-62EA-407A-B21C-2310C7945705}" presName="wedge2" presStyleLbl="node1" presStyleIdx="1" presStyleCnt="5"/>
      <dgm:spPr/>
    </dgm:pt>
    <dgm:pt modelId="{042A70E4-DC1A-4EC9-9C67-5F852F9180DA}" type="pres">
      <dgm:prSet presAssocID="{B9C32B05-62EA-407A-B21C-2310C7945705}" presName="dummy2a" presStyleCnt="0"/>
      <dgm:spPr/>
    </dgm:pt>
    <dgm:pt modelId="{127E126B-1418-4CC2-AA5D-4442AD7AA756}" type="pres">
      <dgm:prSet presAssocID="{B9C32B05-62EA-407A-B21C-2310C7945705}" presName="dummy2b" presStyleCnt="0"/>
      <dgm:spPr/>
    </dgm:pt>
    <dgm:pt modelId="{4AE71AFA-0C07-4219-B83B-AB3A51E4EE94}" type="pres">
      <dgm:prSet presAssocID="{B9C32B05-62EA-407A-B21C-2310C7945705}" presName="wedge2Tx" presStyleLbl="node1" presStyleIdx="1" presStyleCnt="5">
        <dgm:presLayoutVars>
          <dgm:chMax val="0"/>
          <dgm:chPref val="0"/>
          <dgm:bulletEnabled val="1"/>
        </dgm:presLayoutVars>
      </dgm:prSet>
      <dgm:spPr/>
    </dgm:pt>
    <dgm:pt modelId="{761253E6-CA99-4B1A-A017-1F97166F8220}" type="pres">
      <dgm:prSet presAssocID="{B9C32B05-62EA-407A-B21C-2310C7945705}" presName="wedge3" presStyleLbl="node1" presStyleIdx="2" presStyleCnt="5"/>
      <dgm:spPr/>
    </dgm:pt>
    <dgm:pt modelId="{3F44682D-3E0E-414D-A010-CDEE2A4AC297}" type="pres">
      <dgm:prSet presAssocID="{B9C32B05-62EA-407A-B21C-2310C7945705}" presName="dummy3a" presStyleCnt="0"/>
      <dgm:spPr/>
    </dgm:pt>
    <dgm:pt modelId="{02658175-2B8B-402F-885D-05E5A0535782}" type="pres">
      <dgm:prSet presAssocID="{B9C32B05-62EA-407A-B21C-2310C7945705}" presName="dummy3b" presStyleCnt="0"/>
      <dgm:spPr/>
    </dgm:pt>
    <dgm:pt modelId="{D26A5AE9-D6E3-4170-9BAB-9695707EB1E2}" type="pres">
      <dgm:prSet presAssocID="{B9C32B05-62EA-407A-B21C-2310C7945705}" presName="wedge3Tx" presStyleLbl="node1" presStyleIdx="2" presStyleCnt="5">
        <dgm:presLayoutVars>
          <dgm:chMax val="0"/>
          <dgm:chPref val="0"/>
          <dgm:bulletEnabled val="1"/>
        </dgm:presLayoutVars>
      </dgm:prSet>
      <dgm:spPr/>
    </dgm:pt>
    <dgm:pt modelId="{667D0752-16B1-4AFD-B784-3B01841B232C}" type="pres">
      <dgm:prSet presAssocID="{B9C32B05-62EA-407A-B21C-2310C7945705}" presName="wedge4" presStyleLbl="node1" presStyleIdx="3" presStyleCnt="5"/>
      <dgm:spPr/>
    </dgm:pt>
    <dgm:pt modelId="{10506551-F87A-448D-B7BD-CA3119F652C6}" type="pres">
      <dgm:prSet presAssocID="{B9C32B05-62EA-407A-B21C-2310C7945705}" presName="dummy4a" presStyleCnt="0"/>
      <dgm:spPr/>
    </dgm:pt>
    <dgm:pt modelId="{49197793-1BE6-4628-AA1D-AF70205A23BF}" type="pres">
      <dgm:prSet presAssocID="{B9C32B05-62EA-407A-B21C-2310C7945705}" presName="dummy4b" presStyleCnt="0"/>
      <dgm:spPr/>
    </dgm:pt>
    <dgm:pt modelId="{33F0C81E-E9B3-4FD5-893C-913693C46E2B}" type="pres">
      <dgm:prSet presAssocID="{B9C32B05-62EA-407A-B21C-2310C7945705}" presName="wedge4Tx" presStyleLbl="node1" presStyleIdx="3" presStyleCnt="5">
        <dgm:presLayoutVars>
          <dgm:chMax val="0"/>
          <dgm:chPref val="0"/>
          <dgm:bulletEnabled val="1"/>
        </dgm:presLayoutVars>
      </dgm:prSet>
      <dgm:spPr/>
    </dgm:pt>
    <dgm:pt modelId="{6BFD3A2F-57C1-45AB-996F-B9658CD0CDF4}" type="pres">
      <dgm:prSet presAssocID="{B9C32B05-62EA-407A-B21C-2310C7945705}" presName="wedge5" presStyleLbl="node1" presStyleIdx="4" presStyleCnt="5"/>
      <dgm:spPr/>
    </dgm:pt>
    <dgm:pt modelId="{51DC0A86-EBC1-47FB-952D-3B79A7BC9040}" type="pres">
      <dgm:prSet presAssocID="{B9C32B05-62EA-407A-B21C-2310C7945705}" presName="dummy5a" presStyleCnt="0"/>
      <dgm:spPr/>
    </dgm:pt>
    <dgm:pt modelId="{97715C87-F4C7-4976-9942-6D2A1B8BCBC7}" type="pres">
      <dgm:prSet presAssocID="{B9C32B05-62EA-407A-B21C-2310C7945705}" presName="dummy5b" presStyleCnt="0"/>
      <dgm:spPr/>
    </dgm:pt>
    <dgm:pt modelId="{F6E0AEE8-AB6F-44A3-85C8-8A82D7C3C938}" type="pres">
      <dgm:prSet presAssocID="{B9C32B05-62EA-407A-B21C-2310C7945705}" presName="wedge5Tx" presStyleLbl="node1" presStyleIdx="4" presStyleCnt="5">
        <dgm:presLayoutVars>
          <dgm:chMax val="0"/>
          <dgm:chPref val="0"/>
          <dgm:bulletEnabled val="1"/>
        </dgm:presLayoutVars>
      </dgm:prSet>
      <dgm:spPr/>
    </dgm:pt>
    <dgm:pt modelId="{57FB3567-1165-4CF6-87A2-F36ADBF2607B}" type="pres">
      <dgm:prSet presAssocID="{478B7D3C-9FB4-4BC6-90AC-49960560DECD}" presName="arrowWedge1" presStyleLbl="fgSibTrans2D1" presStyleIdx="0" presStyleCnt="5"/>
      <dgm:spPr/>
    </dgm:pt>
    <dgm:pt modelId="{3E501481-CCD5-413D-93D9-710B2805E1B7}" type="pres">
      <dgm:prSet presAssocID="{BC531B32-9B0E-482E-BF91-65C61F17168D}" presName="arrowWedge2" presStyleLbl="fgSibTrans2D1" presStyleIdx="1" presStyleCnt="5"/>
      <dgm:spPr/>
    </dgm:pt>
    <dgm:pt modelId="{A8C5CCBD-F835-43BB-A6C9-900FB02FB450}" type="pres">
      <dgm:prSet presAssocID="{389F9A93-0231-4877-8C41-5D5B8DD7AAC0}" presName="arrowWedge3" presStyleLbl="fgSibTrans2D1" presStyleIdx="2" presStyleCnt="5"/>
      <dgm:spPr/>
    </dgm:pt>
    <dgm:pt modelId="{431367F0-22D5-4B80-96A1-B0A0546D506C}" type="pres">
      <dgm:prSet presAssocID="{744EA591-F199-49C2-B63A-82709D96C729}" presName="arrowWedge4" presStyleLbl="fgSibTrans2D1" presStyleIdx="3" presStyleCnt="5"/>
      <dgm:spPr/>
    </dgm:pt>
    <dgm:pt modelId="{A928C9B5-1FDA-405D-9E84-20A76AD597D8}" type="pres">
      <dgm:prSet presAssocID="{43DD8405-252E-423F-99DB-8319ED9821DA}" presName="arrowWedge5" presStyleLbl="fgSibTrans2D1" presStyleIdx="4" presStyleCnt="5"/>
      <dgm:spPr/>
    </dgm:pt>
  </dgm:ptLst>
  <dgm:cxnLst>
    <dgm:cxn modelId="{072C2309-BCB3-44D9-8384-0046DAB8E455}" type="presOf" srcId="{42D71409-67F9-455C-8C6D-716D284AAA6B}" destId="{01ED1EFF-8E17-40BB-A611-56F6E3C95262}" srcOrd="0" destOrd="0" presId="urn:microsoft.com/office/officeart/2005/8/layout/cycle8"/>
    <dgm:cxn modelId="{1A055914-B009-45DC-B223-39087F7BBDAB}" type="presOf" srcId="{3CE06941-9820-4827-8B16-CD80CC49F780}" destId="{761253E6-CA99-4B1A-A017-1F97166F8220}" srcOrd="0" destOrd="1" presId="urn:microsoft.com/office/officeart/2005/8/layout/cycle8"/>
    <dgm:cxn modelId="{5FB31D19-793A-4153-86F9-2DE144F7CAF5}" type="presOf" srcId="{BE788BF5-FE9F-4C7D-A1CD-9232D7860179}" destId="{4AE71AFA-0C07-4219-B83B-AB3A51E4EE94}" srcOrd="1" destOrd="2" presId="urn:microsoft.com/office/officeart/2005/8/layout/cycle8"/>
    <dgm:cxn modelId="{3E076E1B-B88B-4B6E-AF9F-70611EFF643A}" type="presOf" srcId="{EE62A4F6-4AC4-435B-990E-81A71CE8CAC7}" destId="{761253E6-CA99-4B1A-A017-1F97166F8220}" srcOrd="0" destOrd="0" presId="urn:microsoft.com/office/officeart/2005/8/layout/cycle8"/>
    <dgm:cxn modelId="{2AA9C11F-1F1D-428E-801A-47EAA766C99D}" srcId="{B9C32B05-62EA-407A-B21C-2310C7945705}" destId="{42D71409-67F9-455C-8C6D-716D284AAA6B}" srcOrd="0" destOrd="0" parTransId="{51680ED1-AF6E-4B28-AE94-92B0EFB0DF7D}" sibTransId="{478B7D3C-9FB4-4BC6-90AC-49960560DECD}"/>
    <dgm:cxn modelId="{920C1F31-5245-4463-A6BE-C9318FA6E98B}" type="presOf" srcId="{6CF284C3-4A70-4432-8F33-E75A802B3330}" destId="{4AE71AFA-0C07-4219-B83B-AB3A51E4EE94}" srcOrd="1" destOrd="1" presId="urn:microsoft.com/office/officeart/2005/8/layout/cycle8"/>
    <dgm:cxn modelId="{B4F3EA32-CE64-4A92-9BAE-BC57E5392B05}" srcId="{B9C32B05-62EA-407A-B21C-2310C7945705}" destId="{F66099B6-DBBD-4AB0-82D2-877B80F846F7}" srcOrd="1" destOrd="0" parTransId="{B09C8BFB-F41C-4AC4-AB94-F216E3081C2D}" sibTransId="{BC531B32-9B0E-482E-BF91-65C61F17168D}"/>
    <dgm:cxn modelId="{35013F34-57BC-4E3C-A003-07C0E49926DB}" srcId="{F66099B6-DBBD-4AB0-82D2-877B80F846F7}" destId="{BE788BF5-FE9F-4C7D-A1CD-9232D7860179}" srcOrd="1" destOrd="0" parTransId="{963A52CB-C772-45F2-8A30-8ABA6B14D3CE}" sibTransId="{88191C5E-55BA-42F2-B842-FC86CBBADC0F}"/>
    <dgm:cxn modelId="{F696315D-2966-4088-A0E8-F43ACF01A741}" type="presOf" srcId="{386C2B6D-2EE1-4682-AE61-EE246CD54E31}" destId="{761253E6-CA99-4B1A-A017-1F97166F8220}" srcOrd="0" destOrd="2" presId="urn:microsoft.com/office/officeart/2005/8/layout/cycle8"/>
    <dgm:cxn modelId="{D4C9D444-7676-4972-8D8B-8468007129AD}" type="presOf" srcId="{3CE06941-9820-4827-8B16-CD80CC49F780}" destId="{D26A5AE9-D6E3-4170-9BAB-9695707EB1E2}" srcOrd="1" destOrd="1" presId="urn:microsoft.com/office/officeart/2005/8/layout/cycle8"/>
    <dgm:cxn modelId="{D6D4AA67-B436-449F-92B3-24FD08AF613B}" type="presOf" srcId="{4A111F95-0A29-4197-BFFB-FDA0312EF033}" destId="{F6E0AEE8-AB6F-44A3-85C8-8A82D7C3C938}" srcOrd="1" destOrd="2" presId="urn:microsoft.com/office/officeart/2005/8/layout/cycle8"/>
    <dgm:cxn modelId="{EA2FB44E-FFBD-4D17-886E-D38C0153094D}" type="presOf" srcId="{F66099B6-DBBD-4AB0-82D2-877B80F846F7}" destId="{4AE71AFA-0C07-4219-B83B-AB3A51E4EE94}" srcOrd="1" destOrd="0" presId="urn:microsoft.com/office/officeart/2005/8/layout/cycle8"/>
    <dgm:cxn modelId="{033F626F-F40E-45FE-86CF-C96C0C1E42BB}" type="presOf" srcId="{F66099B6-DBBD-4AB0-82D2-877B80F846F7}" destId="{A2A82968-5287-4C28-85BA-9BFFC27AB925}" srcOrd="0" destOrd="0" presId="urn:microsoft.com/office/officeart/2005/8/layout/cycle8"/>
    <dgm:cxn modelId="{B8BB2B54-7AEE-490C-BBAA-7765F6472D05}" type="presOf" srcId="{8EA7219F-BDB2-48EB-9EEB-3133522D132E}" destId="{95F8D2CA-A57E-4179-8CD0-C8C331AA2935}" srcOrd="1" destOrd="1" presId="urn:microsoft.com/office/officeart/2005/8/layout/cycle8"/>
    <dgm:cxn modelId="{7F96AC57-2F84-4E8C-AA92-E82865EE63FE}" srcId="{EE62A4F6-4AC4-435B-990E-81A71CE8CAC7}" destId="{386C2B6D-2EE1-4682-AE61-EE246CD54E31}" srcOrd="1" destOrd="0" parTransId="{649D72FB-0D8F-479C-87D1-C73133EF35E2}" sibTransId="{E1C9E6F1-2ED2-4DD8-9B78-28FC1AF5D352}"/>
    <dgm:cxn modelId="{2B98897D-9937-49AC-9FE9-6629E912033A}" srcId="{2A22E84C-3AA3-4E9C-AE5F-9C2FB0D7FB11}" destId="{9ADACFBF-2A78-45C9-A7C4-5E5DBC674760}" srcOrd="0" destOrd="0" parTransId="{E121796C-71AB-4354-A1D4-3BF0025298A5}" sibTransId="{F3FE7E5A-DC73-423B-998C-02943CF263BF}"/>
    <dgm:cxn modelId="{8DF9707F-DC6C-4215-B0DF-94A1FA7D4325}" type="presOf" srcId="{2A22E84C-3AA3-4E9C-AE5F-9C2FB0D7FB11}" destId="{33F0C81E-E9B3-4FD5-893C-913693C46E2B}" srcOrd="1" destOrd="0" presId="urn:microsoft.com/office/officeart/2005/8/layout/cycle8"/>
    <dgm:cxn modelId="{1E775E81-D570-4F4B-9853-B6C725BEADE4}" type="presOf" srcId="{386C2B6D-2EE1-4682-AE61-EE246CD54E31}" destId="{D26A5AE9-D6E3-4170-9BAB-9695707EB1E2}" srcOrd="1" destOrd="2" presId="urn:microsoft.com/office/officeart/2005/8/layout/cycle8"/>
    <dgm:cxn modelId="{2DC24386-BC50-4BAB-8571-16CB10C2603C}" srcId="{F66099B6-DBBD-4AB0-82D2-877B80F846F7}" destId="{6CF284C3-4A70-4432-8F33-E75A802B3330}" srcOrd="0" destOrd="0" parTransId="{044831E6-2FC9-4DDA-81FB-5FA418568D07}" sibTransId="{CD50B82D-84BB-4747-B282-ABB339EBA294}"/>
    <dgm:cxn modelId="{F1D69C86-65C0-4C0F-8FBC-A0F0BEF524F4}" type="presOf" srcId="{3AF880A5-0F00-4315-A5DF-1FE656798601}" destId="{01ED1EFF-8E17-40BB-A611-56F6E3C95262}" srcOrd="0" destOrd="2" presId="urn:microsoft.com/office/officeart/2005/8/layout/cycle8"/>
    <dgm:cxn modelId="{A1237A88-9067-4ED0-B443-2337C5E45C32}" type="presOf" srcId="{4FBEDC62-4231-4076-9A0D-9DC61D34153E}" destId="{F6E0AEE8-AB6F-44A3-85C8-8A82D7C3C938}" srcOrd="1" destOrd="1" presId="urn:microsoft.com/office/officeart/2005/8/layout/cycle8"/>
    <dgm:cxn modelId="{C99CE395-39F6-46B4-938C-9BF085685D1A}" srcId="{EE62A4F6-4AC4-435B-990E-81A71CE8CAC7}" destId="{3CE06941-9820-4827-8B16-CD80CC49F780}" srcOrd="0" destOrd="0" parTransId="{141A3C92-8966-4E2F-82E4-2E09E22674B2}" sibTransId="{F58FC55B-E61F-445C-956E-0BB2202254CA}"/>
    <dgm:cxn modelId="{7AF91B96-DA69-42D6-83DE-0E63677A4C47}" srcId="{2A22E84C-3AA3-4E9C-AE5F-9C2FB0D7FB11}" destId="{6C39594C-4AE1-4221-9751-E4FBA9469435}" srcOrd="1" destOrd="0" parTransId="{EA90E5E0-265B-4677-A3EF-FCD0DFDF4F41}" sibTransId="{F04E3063-747B-4761-B46E-8C06B2EF3C55}"/>
    <dgm:cxn modelId="{7C4B929F-D19B-433E-8118-79D1B236E6DD}" type="presOf" srcId="{EE62A4F6-4AC4-435B-990E-81A71CE8CAC7}" destId="{D26A5AE9-D6E3-4170-9BAB-9695707EB1E2}" srcOrd="1" destOrd="0" presId="urn:microsoft.com/office/officeart/2005/8/layout/cycle8"/>
    <dgm:cxn modelId="{3311F0A1-F51F-427B-B419-1A76B7D946FD}" type="presOf" srcId="{6C39594C-4AE1-4221-9751-E4FBA9469435}" destId="{33F0C81E-E9B3-4FD5-893C-913693C46E2B}" srcOrd="1" destOrd="2" presId="urn:microsoft.com/office/officeart/2005/8/layout/cycle8"/>
    <dgm:cxn modelId="{2E44D1A2-BEEB-41C4-934E-D9AFD7DF3205}" type="presOf" srcId="{3AF880A5-0F00-4315-A5DF-1FE656798601}" destId="{95F8D2CA-A57E-4179-8CD0-C8C331AA2935}" srcOrd="1" destOrd="2" presId="urn:microsoft.com/office/officeart/2005/8/layout/cycle8"/>
    <dgm:cxn modelId="{0CF3D9A4-954E-404C-A3A4-A0B61022B853}" type="presOf" srcId="{6CF284C3-4A70-4432-8F33-E75A802B3330}" destId="{A2A82968-5287-4C28-85BA-9BFFC27AB925}" srcOrd="0" destOrd="1" presId="urn:microsoft.com/office/officeart/2005/8/layout/cycle8"/>
    <dgm:cxn modelId="{A476C2A5-8FD1-451C-B4B9-33580FF918DD}" srcId="{B9C32B05-62EA-407A-B21C-2310C7945705}" destId="{02C5C993-2D65-4BB0-A6B2-BE7D3F9C43C2}" srcOrd="4" destOrd="0" parTransId="{6C53AFCD-6E29-4E3F-999F-41047A9320B5}" sibTransId="{43DD8405-252E-423F-99DB-8319ED9821DA}"/>
    <dgm:cxn modelId="{3A2CECA6-0C5B-46BB-B7C6-7D37E9D210BD}" srcId="{B9C32B05-62EA-407A-B21C-2310C7945705}" destId="{EE62A4F6-4AC4-435B-990E-81A71CE8CAC7}" srcOrd="2" destOrd="0" parTransId="{F287B947-7343-4FA2-B288-B23A59FFAE31}" sibTransId="{389F9A93-0231-4877-8C41-5D5B8DD7AAC0}"/>
    <dgm:cxn modelId="{1B1202C0-BCFD-45D4-A8B0-3988D0463794}" type="presOf" srcId="{9ADACFBF-2A78-45C9-A7C4-5E5DBC674760}" destId="{667D0752-16B1-4AFD-B784-3B01841B232C}" srcOrd="0" destOrd="1" presId="urn:microsoft.com/office/officeart/2005/8/layout/cycle8"/>
    <dgm:cxn modelId="{FD1A73C5-56DB-42B2-827E-9E1BB8E4F1EF}" type="presOf" srcId="{6C39594C-4AE1-4221-9751-E4FBA9469435}" destId="{667D0752-16B1-4AFD-B784-3B01841B232C}" srcOrd="0" destOrd="2" presId="urn:microsoft.com/office/officeart/2005/8/layout/cycle8"/>
    <dgm:cxn modelId="{0E8533C9-EA3D-4213-88FD-57773A926E81}" srcId="{02C5C993-2D65-4BB0-A6B2-BE7D3F9C43C2}" destId="{4FBEDC62-4231-4076-9A0D-9DC61D34153E}" srcOrd="0" destOrd="0" parTransId="{EADD1839-AFD1-4757-A4CE-D351F4DCBCD8}" sibTransId="{B2CACC34-29E2-4636-8542-BC8705680ADD}"/>
    <dgm:cxn modelId="{E5A26BCA-FC6F-4D98-B230-B21E32ADFCC2}" type="presOf" srcId="{9ADACFBF-2A78-45C9-A7C4-5E5DBC674760}" destId="{33F0C81E-E9B3-4FD5-893C-913693C46E2B}" srcOrd="1" destOrd="1" presId="urn:microsoft.com/office/officeart/2005/8/layout/cycle8"/>
    <dgm:cxn modelId="{AA0F5ACB-FC5F-4008-965C-D5BD517864A4}" type="presOf" srcId="{42D71409-67F9-455C-8C6D-716D284AAA6B}" destId="{95F8D2CA-A57E-4179-8CD0-C8C331AA2935}" srcOrd="1" destOrd="0" presId="urn:microsoft.com/office/officeart/2005/8/layout/cycle8"/>
    <dgm:cxn modelId="{1656BCD0-474B-4FBE-9BCE-102D6544F5DC}" type="presOf" srcId="{BE788BF5-FE9F-4C7D-A1CD-9232D7860179}" destId="{A2A82968-5287-4C28-85BA-9BFFC27AB925}" srcOrd="0" destOrd="2" presId="urn:microsoft.com/office/officeart/2005/8/layout/cycle8"/>
    <dgm:cxn modelId="{6D9065DA-55A6-4614-8E31-457AC10CDE11}" type="presOf" srcId="{4FBEDC62-4231-4076-9A0D-9DC61D34153E}" destId="{6BFD3A2F-57C1-45AB-996F-B9658CD0CDF4}" srcOrd="0" destOrd="1" presId="urn:microsoft.com/office/officeart/2005/8/layout/cycle8"/>
    <dgm:cxn modelId="{9D9D53E2-A738-4062-AC3B-37966D3EA8DA}" type="presOf" srcId="{2A22E84C-3AA3-4E9C-AE5F-9C2FB0D7FB11}" destId="{667D0752-16B1-4AFD-B784-3B01841B232C}" srcOrd="0" destOrd="0" presId="urn:microsoft.com/office/officeart/2005/8/layout/cycle8"/>
    <dgm:cxn modelId="{24F8CBE2-5003-4E69-A772-6B98F2B05181}" srcId="{42D71409-67F9-455C-8C6D-716D284AAA6B}" destId="{3AF880A5-0F00-4315-A5DF-1FE656798601}" srcOrd="1" destOrd="0" parTransId="{A13BB1F9-5857-4B43-8BF5-6589AA2CB759}" sibTransId="{C198C41D-2640-4669-83ED-E0CD35701C8E}"/>
    <dgm:cxn modelId="{CD9F42E3-EC96-4515-B25D-C685A049A523}" type="presOf" srcId="{02C5C993-2D65-4BB0-A6B2-BE7D3F9C43C2}" destId="{F6E0AEE8-AB6F-44A3-85C8-8A82D7C3C938}" srcOrd="1" destOrd="0" presId="urn:microsoft.com/office/officeart/2005/8/layout/cycle8"/>
    <dgm:cxn modelId="{BEB859E7-C343-408E-86A1-667C27EE5761}" srcId="{B9C32B05-62EA-407A-B21C-2310C7945705}" destId="{2A22E84C-3AA3-4E9C-AE5F-9C2FB0D7FB11}" srcOrd="3" destOrd="0" parTransId="{6C025E55-DF42-4C5D-AFD5-6015FA053D46}" sibTransId="{744EA591-F199-49C2-B63A-82709D96C729}"/>
    <dgm:cxn modelId="{818E82E8-EDF4-4380-9961-B84E89C1C7F7}" type="presOf" srcId="{B9C32B05-62EA-407A-B21C-2310C7945705}" destId="{B8A71AF6-8747-4308-891B-90CEF8832A26}" srcOrd="0" destOrd="0" presId="urn:microsoft.com/office/officeart/2005/8/layout/cycle8"/>
    <dgm:cxn modelId="{E146A7E8-DDA6-4A0A-BA41-D3C2A40E304A}" type="presOf" srcId="{8EA7219F-BDB2-48EB-9EEB-3133522D132E}" destId="{01ED1EFF-8E17-40BB-A611-56F6E3C95262}" srcOrd="0" destOrd="1" presId="urn:microsoft.com/office/officeart/2005/8/layout/cycle8"/>
    <dgm:cxn modelId="{58AD7EEF-D408-406B-87EE-4691D4C30668}" srcId="{42D71409-67F9-455C-8C6D-716D284AAA6B}" destId="{8EA7219F-BDB2-48EB-9EEB-3133522D132E}" srcOrd="0" destOrd="0" parTransId="{3EE8403A-CB7C-4815-85BD-AEBCAEB71B37}" sibTransId="{C94B7947-85DC-4B21-BB99-DF8438356F98}"/>
    <dgm:cxn modelId="{DB918BF0-C392-458A-8FD9-4195A30404C2}" type="presOf" srcId="{02C5C993-2D65-4BB0-A6B2-BE7D3F9C43C2}" destId="{6BFD3A2F-57C1-45AB-996F-B9658CD0CDF4}" srcOrd="0" destOrd="0" presId="urn:microsoft.com/office/officeart/2005/8/layout/cycle8"/>
    <dgm:cxn modelId="{419142F7-E1A6-448B-9024-7CB14A7746E4}" type="presOf" srcId="{4A111F95-0A29-4197-BFFB-FDA0312EF033}" destId="{6BFD3A2F-57C1-45AB-996F-B9658CD0CDF4}" srcOrd="0" destOrd="2" presId="urn:microsoft.com/office/officeart/2005/8/layout/cycle8"/>
    <dgm:cxn modelId="{41BBADF8-551E-41E5-A2F8-2CAEC5D87928}" srcId="{02C5C993-2D65-4BB0-A6B2-BE7D3F9C43C2}" destId="{4A111F95-0A29-4197-BFFB-FDA0312EF033}" srcOrd="1" destOrd="0" parTransId="{80585778-3351-4CE2-87C7-F9C13094C891}" sibTransId="{A1426C51-32DF-487B-BDD3-F9BA7F8277E3}"/>
    <dgm:cxn modelId="{F59B47F7-146C-42DD-B26E-BE8DA15CD714}" type="presParOf" srcId="{B8A71AF6-8747-4308-891B-90CEF8832A26}" destId="{01ED1EFF-8E17-40BB-A611-56F6E3C95262}" srcOrd="0" destOrd="0" presId="urn:microsoft.com/office/officeart/2005/8/layout/cycle8"/>
    <dgm:cxn modelId="{544F12DA-417B-4182-9A16-A29E61E6E3DE}" type="presParOf" srcId="{B8A71AF6-8747-4308-891B-90CEF8832A26}" destId="{250F8BC5-2973-429C-BA9F-4E7155214E8F}" srcOrd="1" destOrd="0" presId="urn:microsoft.com/office/officeart/2005/8/layout/cycle8"/>
    <dgm:cxn modelId="{9DF345B8-F806-41F8-8447-2E9033B09E1C}" type="presParOf" srcId="{B8A71AF6-8747-4308-891B-90CEF8832A26}" destId="{9B818421-B333-4029-8B48-557244DA51B7}" srcOrd="2" destOrd="0" presId="urn:microsoft.com/office/officeart/2005/8/layout/cycle8"/>
    <dgm:cxn modelId="{097CC349-583C-4B5B-BFCF-6C82733029D8}" type="presParOf" srcId="{B8A71AF6-8747-4308-891B-90CEF8832A26}" destId="{95F8D2CA-A57E-4179-8CD0-C8C331AA2935}" srcOrd="3" destOrd="0" presId="urn:microsoft.com/office/officeart/2005/8/layout/cycle8"/>
    <dgm:cxn modelId="{5DEC8107-31BC-4D88-AB77-C67C63F56EE5}" type="presParOf" srcId="{B8A71AF6-8747-4308-891B-90CEF8832A26}" destId="{A2A82968-5287-4C28-85BA-9BFFC27AB925}" srcOrd="4" destOrd="0" presId="urn:microsoft.com/office/officeart/2005/8/layout/cycle8"/>
    <dgm:cxn modelId="{B72A2B4A-2818-45A5-9567-1764C130E77E}" type="presParOf" srcId="{B8A71AF6-8747-4308-891B-90CEF8832A26}" destId="{042A70E4-DC1A-4EC9-9C67-5F852F9180DA}" srcOrd="5" destOrd="0" presId="urn:microsoft.com/office/officeart/2005/8/layout/cycle8"/>
    <dgm:cxn modelId="{58A01F88-213C-434A-B0D3-5E5F7CAEFA13}" type="presParOf" srcId="{B8A71AF6-8747-4308-891B-90CEF8832A26}" destId="{127E126B-1418-4CC2-AA5D-4442AD7AA756}" srcOrd="6" destOrd="0" presId="urn:microsoft.com/office/officeart/2005/8/layout/cycle8"/>
    <dgm:cxn modelId="{45DD1616-0D49-4DE9-8447-B571482D3013}" type="presParOf" srcId="{B8A71AF6-8747-4308-891B-90CEF8832A26}" destId="{4AE71AFA-0C07-4219-B83B-AB3A51E4EE94}" srcOrd="7" destOrd="0" presId="urn:microsoft.com/office/officeart/2005/8/layout/cycle8"/>
    <dgm:cxn modelId="{6145E779-FC23-4D05-8CCF-E14C00C90CB2}" type="presParOf" srcId="{B8A71AF6-8747-4308-891B-90CEF8832A26}" destId="{761253E6-CA99-4B1A-A017-1F97166F8220}" srcOrd="8" destOrd="0" presId="urn:microsoft.com/office/officeart/2005/8/layout/cycle8"/>
    <dgm:cxn modelId="{29FD2698-26A6-49D4-B559-C0FD978B571A}" type="presParOf" srcId="{B8A71AF6-8747-4308-891B-90CEF8832A26}" destId="{3F44682D-3E0E-414D-A010-CDEE2A4AC297}" srcOrd="9" destOrd="0" presId="urn:microsoft.com/office/officeart/2005/8/layout/cycle8"/>
    <dgm:cxn modelId="{573AD1B6-4016-4A8F-A168-690CF4C8AEA6}" type="presParOf" srcId="{B8A71AF6-8747-4308-891B-90CEF8832A26}" destId="{02658175-2B8B-402F-885D-05E5A0535782}" srcOrd="10" destOrd="0" presId="urn:microsoft.com/office/officeart/2005/8/layout/cycle8"/>
    <dgm:cxn modelId="{8D4CFCB5-453C-47C3-8775-2664DB1DEA7E}" type="presParOf" srcId="{B8A71AF6-8747-4308-891B-90CEF8832A26}" destId="{D26A5AE9-D6E3-4170-9BAB-9695707EB1E2}" srcOrd="11" destOrd="0" presId="urn:microsoft.com/office/officeart/2005/8/layout/cycle8"/>
    <dgm:cxn modelId="{D54CEF54-8117-46BC-AE74-D080A6621916}" type="presParOf" srcId="{B8A71AF6-8747-4308-891B-90CEF8832A26}" destId="{667D0752-16B1-4AFD-B784-3B01841B232C}" srcOrd="12" destOrd="0" presId="urn:microsoft.com/office/officeart/2005/8/layout/cycle8"/>
    <dgm:cxn modelId="{B6CC110F-B2BE-448C-94C5-216B7DC0D929}" type="presParOf" srcId="{B8A71AF6-8747-4308-891B-90CEF8832A26}" destId="{10506551-F87A-448D-B7BD-CA3119F652C6}" srcOrd="13" destOrd="0" presId="urn:microsoft.com/office/officeart/2005/8/layout/cycle8"/>
    <dgm:cxn modelId="{81AFDE8E-2FA2-445A-A8EE-436B74C4D2CF}" type="presParOf" srcId="{B8A71AF6-8747-4308-891B-90CEF8832A26}" destId="{49197793-1BE6-4628-AA1D-AF70205A23BF}" srcOrd="14" destOrd="0" presId="urn:microsoft.com/office/officeart/2005/8/layout/cycle8"/>
    <dgm:cxn modelId="{281684CC-82E8-49B1-A52D-6AFA9926642E}" type="presParOf" srcId="{B8A71AF6-8747-4308-891B-90CEF8832A26}" destId="{33F0C81E-E9B3-4FD5-893C-913693C46E2B}" srcOrd="15" destOrd="0" presId="urn:microsoft.com/office/officeart/2005/8/layout/cycle8"/>
    <dgm:cxn modelId="{84AD73E6-943C-4D50-BA50-1C08D76E5A96}" type="presParOf" srcId="{B8A71AF6-8747-4308-891B-90CEF8832A26}" destId="{6BFD3A2F-57C1-45AB-996F-B9658CD0CDF4}" srcOrd="16" destOrd="0" presId="urn:microsoft.com/office/officeart/2005/8/layout/cycle8"/>
    <dgm:cxn modelId="{C3FF23A0-1A10-496E-BE61-F7AD22D9A0D1}" type="presParOf" srcId="{B8A71AF6-8747-4308-891B-90CEF8832A26}" destId="{51DC0A86-EBC1-47FB-952D-3B79A7BC9040}" srcOrd="17" destOrd="0" presId="urn:microsoft.com/office/officeart/2005/8/layout/cycle8"/>
    <dgm:cxn modelId="{890F72C4-BC33-4B24-82CE-28564F6C1BC3}" type="presParOf" srcId="{B8A71AF6-8747-4308-891B-90CEF8832A26}" destId="{97715C87-F4C7-4976-9942-6D2A1B8BCBC7}" srcOrd="18" destOrd="0" presId="urn:microsoft.com/office/officeart/2005/8/layout/cycle8"/>
    <dgm:cxn modelId="{2E182C82-016E-431D-992D-765F08C52CAB}" type="presParOf" srcId="{B8A71AF6-8747-4308-891B-90CEF8832A26}" destId="{F6E0AEE8-AB6F-44A3-85C8-8A82D7C3C938}" srcOrd="19" destOrd="0" presId="urn:microsoft.com/office/officeart/2005/8/layout/cycle8"/>
    <dgm:cxn modelId="{1A0F2DDF-FF00-4AA6-A4AA-1E88664DD42B}" type="presParOf" srcId="{B8A71AF6-8747-4308-891B-90CEF8832A26}" destId="{57FB3567-1165-4CF6-87A2-F36ADBF2607B}" srcOrd="20" destOrd="0" presId="urn:microsoft.com/office/officeart/2005/8/layout/cycle8"/>
    <dgm:cxn modelId="{FD8CA35F-9515-4AD5-8043-C1DBF34A9801}" type="presParOf" srcId="{B8A71AF6-8747-4308-891B-90CEF8832A26}" destId="{3E501481-CCD5-413D-93D9-710B2805E1B7}" srcOrd="21" destOrd="0" presId="urn:microsoft.com/office/officeart/2005/8/layout/cycle8"/>
    <dgm:cxn modelId="{E587CD84-2A3C-41E0-BC08-5448E105F39E}" type="presParOf" srcId="{B8A71AF6-8747-4308-891B-90CEF8832A26}" destId="{A8C5CCBD-F835-43BB-A6C9-900FB02FB450}" srcOrd="22" destOrd="0" presId="urn:microsoft.com/office/officeart/2005/8/layout/cycle8"/>
    <dgm:cxn modelId="{98196F93-F3AB-42C4-8A6E-D69AA0A47885}" type="presParOf" srcId="{B8A71AF6-8747-4308-891B-90CEF8832A26}" destId="{431367F0-22D5-4B80-96A1-B0A0546D506C}" srcOrd="23" destOrd="0" presId="urn:microsoft.com/office/officeart/2005/8/layout/cycle8"/>
    <dgm:cxn modelId="{AD535484-DDA6-467A-A258-FF46CCE8C815}" type="presParOf" srcId="{B8A71AF6-8747-4308-891B-90CEF8832A26}" destId="{A928C9B5-1FDA-405D-9E84-20A76AD597D8}" srcOrd="24" destOrd="0" presId="urn:microsoft.com/office/officeart/2005/8/layout/cycle8"/>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90.xml><?xml version="1.0" encoding="utf-8"?>
<dgm:dataModel xmlns:dgm="http://schemas.openxmlformats.org/drawingml/2006/diagram" xmlns:a="http://schemas.openxmlformats.org/drawingml/2006/main">
  <dgm:ptLst>
    <dgm:pt modelId="{B9C32B05-62EA-407A-B21C-2310C7945705}" type="doc">
      <dgm:prSet loTypeId="urn:microsoft.com/office/officeart/2005/8/layout/chart3" loCatId="cycle"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F66099B6-DBBD-4AB0-82D2-877B80F846F7}">
      <dgm:prSet phldrT="[Text]"/>
      <dgm:spPr/>
      <dgm:t>
        <a:bodyPr/>
        <a:lstStyle/>
        <a:p>
          <a:r>
            <a:rPr lang="en-US" dirty="0"/>
            <a:t>Lorem Ipsum</a:t>
          </a:r>
        </a:p>
      </dgm:t>
    </dgm:pt>
    <dgm:pt modelId="{B09C8BFB-F41C-4AC4-AB94-F216E3081C2D}" type="parTrans" cxnId="{B4F3EA32-CE64-4A92-9BAE-BC57E5392B05}">
      <dgm:prSet/>
      <dgm:spPr/>
      <dgm:t>
        <a:bodyPr/>
        <a:lstStyle/>
        <a:p>
          <a:endParaRPr lang="en-US"/>
        </a:p>
      </dgm:t>
    </dgm:pt>
    <dgm:pt modelId="{BC531B32-9B0E-482E-BF91-65C61F17168D}" type="sibTrans" cxnId="{B4F3EA32-CE64-4A92-9BAE-BC57E5392B05}">
      <dgm:prSet/>
      <dgm:spPr/>
      <dgm:t>
        <a:bodyPr/>
        <a:lstStyle/>
        <a:p>
          <a:endParaRPr lang="en-US"/>
        </a:p>
      </dgm:t>
    </dgm:pt>
    <dgm:pt modelId="{EE62A4F6-4AC4-435B-990E-81A71CE8CAC7}">
      <dgm:prSet phldrT="[Text]"/>
      <dgm:spPr/>
      <dgm:t>
        <a:bodyPr/>
        <a:lstStyle/>
        <a:p>
          <a:r>
            <a:rPr lang="en-US" dirty="0"/>
            <a:t>Lorem Ipsum</a:t>
          </a:r>
        </a:p>
      </dgm:t>
    </dgm:pt>
    <dgm:pt modelId="{F287B947-7343-4FA2-B288-B23A59FFAE31}" type="parTrans" cxnId="{3A2CECA6-0C5B-46BB-B7C6-7D37E9D210BD}">
      <dgm:prSet/>
      <dgm:spPr/>
      <dgm:t>
        <a:bodyPr/>
        <a:lstStyle/>
        <a:p>
          <a:endParaRPr lang="en-US"/>
        </a:p>
      </dgm:t>
    </dgm:pt>
    <dgm:pt modelId="{389F9A93-0231-4877-8C41-5D5B8DD7AAC0}" type="sibTrans" cxnId="{3A2CECA6-0C5B-46BB-B7C6-7D37E9D210BD}">
      <dgm:prSet/>
      <dgm:spPr/>
      <dgm:t>
        <a:bodyPr/>
        <a:lstStyle/>
        <a:p>
          <a:endParaRPr lang="en-US"/>
        </a:p>
      </dgm:t>
    </dgm:pt>
    <dgm:pt modelId="{6CF284C3-4A70-4432-8F33-E75A802B3330}">
      <dgm:prSet/>
      <dgm:spPr/>
      <dgm:t>
        <a:bodyPr/>
        <a:lstStyle/>
        <a:p>
          <a:r>
            <a:rPr lang="en-US" dirty="0"/>
            <a:t>Some text here</a:t>
          </a:r>
        </a:p>
      </dgm:t>
    </dgm:pt>
    <dgm:pt modelId="{044831E6-2FC9-4DDA-81FB-5FA418568D07}" type="parTrans" cxnId="{2DC24386-BC50-4BAB-8571-16CB10C2603C}">
      <dgm:prSet/>
      <dgm:spPr/>
      <dgm:t>
        <a:bodyPr/>
        <a:lstStyle/>
        <a:p>
          <a:endParaRPr lang="en-US"/>
        </a:p>
      </dgm:t>
    </dgm:pt>
    <dgm:pt modelId="{CD50B82D-84BB-4747-B282-ABB339EBA294}" type="sibTrans" cxnId="{2DC24386-BC50-4BAB-8571-16CB10C2603C}">
      <dgm:prSet/>
      <dgm:spPr/>
      <dgm:t>
        <a:bodyPr/>
        <a:lstStyle/>
        <a:p>
          <a:endParaRPr lang="en-US"/>
        </a:p>
      </dgm:t>
    </dgm:pt>
    <dgm:pt modelId="{3AF880A5-0F00-4315-A5DF-1FE656798601}">
      <dgm:prSet phldrT="[Text]"/>
      <dgm:spPr/>
      <dgm:t>
        <a:bodyPr/>
        <a:lstStyle/>
        <a:p>
          <a:r>
            <a:rPr lang="en-US" dirty="0"/>
            <a:t>Some text here</a:t>
          </a:r>
        </a:p>
      </dgm:t>
    </dgm:pt>
    <dgm:pt modelId="{A13BB1F9-5857-4B43-8BF5-6589AA2CB759}" type="parTrans" cxnId="{24F8CBE2-5003-4E69-A772-6B98F2B05181}">
      <dgm:prSet/>
      <dgm:spPr/>
      <dgm:t>
        <a:bodyPr/>
        <a:lstStyle/>
        <a:p>
          <a:endParaRPr lang="en-US"/>
        </a:p>
      </dgm:t>
    </dgm:pt>
    <dgm:pt modelId="{C198C41D-2640-4669-83ED-E0CD35701C8E}" type="sibTrans" cxnId="{24F8CBE2-5003-4E69-A772-6B98F2B05181}">
      <dgm:prSet/>
      <dgm:spPr/>
      <dgm:t>
        <a:bodyPr/>
        <a:lstStyle/>
        <a:p>
          <a:endParaRPr lang="en-US"/>
        </a:p>
      </dgm:t>
    </dgm:pt>
    <dgm:pt modelId="{8EA7219F-BDB2-48EB-9EEB-3133522D132E}">
      <dgm:prSet phldrT="[Text]"/>
      <dgm:spPr/>
      <dgm:t>
        <a:bodyPr/>
        <a:lstStyle/>
        <a:p>
          <a:r>
            <a:rPr lang="en-US" dirty="0"/>
            <a:t>Some text here</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BE788BF5-FE9F-4C7D-A1CD-9232D7860179}">
      <dgm:prSet phldrT="[Text]"/>
      <dgm:spPr/>
      <dgm:t>
        <a:bodyPr/>
        <a:lstStyle/>
        <a:p>
          <a:r>
            <a:rPr lang="en-US"/>
            <a:t>Some text here</a:t>
          </a:r>
          <a:endParaRPr lang="en-US" dirty="0"/>
        </a:p>
      </dgm:t>
    </dgm:pt>
    <dgm:pt modelId="{963A52CB-C772-45F2-8A30-8ABA6B14D3CE}" type="parTrans" cxnId="{35013F34-57BC-4E3C-A003-07C0E49926DB}">
      <dgm:prSet/>
      <dgm:spPr/>
      <dgm:t>
        <a:bodyPr/>
        <a:lstStyle/>
        <a:p>
          <a:endParaRPr lang="en-US"/>
        </a:p>
      </dgm:t>
    </dgm:pt>
    <dgm:pt modelId="{88191C5E-55BA-42F2-B842-FC86CBBADC0F}" type="sibTrans" cxnId="{35013F34-57BC-4E3C-A003-07C0E49926DB}">
      <dgm:prSet/>
      <dgm:spPr/>
      <dgm:t>
        <a:bodyPr/>
        <a:lstStyle/>
        <a:p>
          <a:endParaRPr lang="en-US"/>
        </a:p>
      </dgm:t>
    </dgm:pt>
    <dgm:pt modelId="{3CE06941-9820-4827-8B16-CD80CC49F780}">
      <dgm:prSet phldrT="[Text]"/>
      <dgm:spPr/>
      <dgm:t>
        <a:bodyPr/>
        <a:lstStyle/>
        <a:p>
          <a:r>
            <a:rPr lang="en-US" dirty="0"/>
            <a:t>Some text here</a:t>
          </a:r>
        </a:p>
      </dgm:t>
    </dgm:pt>
    <dgm:pt modelId="{141A3C92-8966-4E2F-82E4-2E09E22674B2}" type="parTrans" cxnId="{C99CE395-39F6-46B4-938C-9BF085685D1A}">
      <dgm:prSet/>
      <dgm:spPr/>
      <dgm:t>
        <a:bodyPr/>
        <a:lstStyle/>
        <a:p>
          <a:endParaRPr lang="en-US"/>
        </a:p>
      </dgm:t>
    </dgm:pt>
    <dgm:pt modelId="{F58FC55B-E61F-445C-956E-0BB2202254CA}" type="sibTrans" cxnId="{C99CE395-39F6-46B4-938C-9BF085685D1A}">
      <dgm:prSet/>
      <dgm:spPr/>
      <dgm:t>
        <a:bodyPr/>
        <a:lstStyle/>
        <a:p>
          <a:endParaRPr lang="en-US"/>
        </a:p>
      </dgm:t>
    </dgm:pt>
    <dgm:pt modelId="{386C2B6D-2EE1-4682-AE61-EE246CD54E31}">
      <dgm:prSet phldrT="[Text]"/>
      <dgm:spPr/>
      <dgm:t>
        <a:bodyPr/>
        <a:lstStyle/>
        <a:p>
          <a:r>
            <a:rPr lang="en-US" dirty="0"/>
            <a:t>Some text here</a:t>
          </a:r>
        </a:p>
      </dgm:t>
    </dgm:pt>
    <dgm:pt modelId="{649D72FB-0D8F-479C-87D1-C73133EF35E2}" type="parTrans" cxnId="{7F96AC57-2F84-4E8C-AA92-E82865EE63FE}">
      <dgm:prSet/>
      <dgm:spPr/>
      <dgm:t>
        <a:bodyPr/>
        <a:lstStyle/>
        <a:p>
          <a:endParaRPr lang="en-US"/>
        </a:p>
      </dgm:t>
    </dgm:pt>
    <dgm:pt modelId="{E1C9E6F1-2ED2-4DD8-9B78-28FC1AF5D352}" type="sibTrans" cxnId="{7F96AC57-2F84-4E8C-AA92-E82865EE63FE}">
      <dgm:prSet/>
      <dgm:spPr/>
      <dgm:t>
        <a:bodyPr/>
        <a:lstStyle/>
        <a:p>
          <a:endParaRPr lang="en-US"/>
        </a:p>
      </dgm:t>
    </dgm:pt>
    <dgm:pt modelId="{2A22E84C-3AA3-4E9C-AE5F-9C2FB0D7FB11}">
      <dgm:prSet phldrT="[Text]"/>
      <dgm:spPr/>
      <dgm:t>
        <a:bodyPr/>
        <a:lstStyle/>
        <a:p>
          <a:r>
            <a:rPr lang="en-US" dirty="0"/>
            <a:t>Lorem Ipsum</a:t>
          </a:r>
        </a:p>
      </dgm:t>
    </dgm:pt>
    <dgm:pt modelId="{6C025E55-DF42-4C5D-AFD5-6015FA053D46}" type="parTrans" cxnId="{BEB859E7-C343-408E-86A1-667C27EE5761}">
      <dgm:prSet/>
      <dgm:spPr/>
      <dgm:t>
        <a:bodyPr/>
        <a:lstStyle/>
        <a:p>
          <a:endParaRPr lang="en-US"/>
        </a:p>
      </dgm:t>
    </dgm:pt>
    <dgm:pt modelId="{744EA591-F199-49C2-B63A-82709D96C729}" type="sibTrans" cxnId="{BEB859E7-C343-408E-86A1-667C27EE5761}">
      <dgm:prSet/>
      <dgm:spPr/>
      <dgm:t>
        <a:bodyPr/>
        <a:lstStyle/>
        <a:p>
          <a:endParaRPr lang="en-US"/>
        </a:p>
      </dgm:t>
    </dgm:pt>
    <dgm:pt modelId="{9ADACFBF-2A78-45C9-A7C4-5E5DBC674760}">
      <dgm:prSet phldrT="[Text]"/>
      <dgm:spPr/>
      <dgm:t>
        <a:bodyPr/>
        <a:lstStyle/>
        <a:p>
          <a:r>
            <a:rPr lang="en-US" dirty="0"/>
            <a:t>Some text here</a:t>
          </a:r>
        </a:p>
      </dgm:t>
    </dgm:pt>
    <dgm:pt modelId="{E121796C-71AB-4354-A1D4-3BF0025298A5}" type="parTrans" cxnId="{2B98897D-9937-49AC-9FE9-6629E912033A}">
      <dgm:prSet/>
      <dgm:spPr/>
      <dgm:t>
        <a:bodyPr/>
        <a:lstStyle/>
        <a:p>
          <a:endParaRPr lang="en-US"/>
        </a:p>
      </dgm:t>
    </dgm:pt>
    <dgm:pt modelId="{F3FE7E5A-DC73-423B-998C-02943CF263BF}" type="sibTrans" cxnId="{2B98897D-9937-49AC-9FE9-6629E912033A}">
      <dgm:prSet/>
      <dgm:spPr/>
      <dgm:t>
        <a:bodyPr/>
        <a:lstStyle/>
        <a:p>
          <a:endParaRPr lang="en-US"/>
        </a:p>
      </dgm:t>
    </dgm:pt>
    <dgm:pt modelId="{6C39594C-4AE1-4221-9751-E4FBA9469435}">
      <dgm:prSet phldrT="[Text]"/>
      <dgm:spPr/>
      <dgm:t>
        <a:bodyPr/>
        <a:lstStyle/>
        <a:p>
          <a:r>
            <a:rPr lang="en-US" dirty="0"/>
            <a:t>Some text here</a:t>
          </a:r>
        </a:p>
      </dgm:t>
    </dgm:pt>
    <dgm:pt modelId="{EA90E5E0-265B-4677-A3EF-FCD0DFDF4F41}" type="parTrans" cxnId="{7AF91B96-DA69-42D6-83DE-0E63677A4C47}">
      <dgm:prSet/>
      <dgm:spPr/>
      <dgm:t>
        <a:bodyPr/>
        <a:lstStyle/>
        <a:p>
          <a:endParaRPr lang="en-US"/>
        </a:p>
      </dgm:t>
    </dgm:pt>
    <dgm:pt modelId="{F04E3063-747B-4761-B46E-8C06B2EF3C55}" type="sibTrans" cxnId="{7AF91B96-DA69-42D6-83DE-0E63677A4C47}">
      <dgm:prSet/>
      <dgm:spPr/>
      <dgm:t>
        <a:bodyPr/>
        <a:lstStyle/>
        <a:p>
          <a:endParaRPr lang="en-US"/>
        </a:p>
      </dgm:t>
    </dgm:pt>
    <dgm:pt modelId="{02C5C993-2D65-4BB0-A6B2-BE7D3F9C43C2}">
      <dgm:prSet phldrT="[Text]"/>
      <dgm:spPr/>
      <dgm:t>
        <a:bodyPr/>
        <a:lstStyle/>
        <a:p>
          <a:r>
            <a:rPr lang="en-US"/>
            <a:t>Lorem Ipsum</a:t>
          </a:r>
          <a:endParaRPr lang="en-US" dirty="0"/>
        </a:p>
      </dgm:t>
    </dgm:pt>
    <dgm:pt modelId="{6C53AFCD-6E29-4E3F-999F-41047A9320B5}" type="parTrans" cxnId="{A476C2A5-8FD1-451C-B4B9-33580FF918DD}">
      <dgm:prSet/>
      <dgm:spPr/>
      <dgm:t>
        <a:bodyPr/>
        <a:lstStyle/>
        <a:p>
          <a:endParaRPr lang="en-US"/>
        </a:p>
      </dgm:t>
    </dgm:pt>
    <dgm:pt modelId="{43DD8405-252E-423F-99DB-8319ED9821DA}" type="sibTrans" cxnId="{A476C2A5-8FD1-451C-B4B9-33580FF918DD}">
      <dgm:prSet/>
      <dgm:spPr/>
      <dgm:t>
        <a:bodyPr/>
        <a:lstStyle/>
        <a:p>
          <a:endParaRPr lang="en-US"/>
        </a:p>
      </dgm:t>
    </dgm:pt>
    <dgm:pt modelId="{4FBEDC62-4231-4076-9A0D-9DC61D34153E}">
      <dgm:prSet phldrT="[Text]"/>
      <dgm:spPr/>
      <dgm:t>
        <a:bodyPr/>
        <a:lstStyle/>
        <a:p>
          <a:r>
            <a:rPr lang="en-US" dirty="0"/>
            <a:t>Some text here</a:t>
          </a:r>
        </a:p>
      </dgm:t>
    </dgm:pt>
    <dgm:pt modelId="{EADD1839-AFD1-4757-A4CE-D351F4DCBCD8}" type="parTrans" cxnId="{0E8533C9-EA3D-4213-88FD-57773A926E81}">
      <dgm:prSet/>
      <dgm:spPr/>
      <dgm:t>
        <a:bodyPr/>
        <a:lstStyle/>
        <a:p>
          <a:endParaRPr lang="en-US"/>
        </a:p>
      </dgm:t>
    </dgm:pt>
    <dgm:pt modelId="{B2CACC34-29E2-4636-8542-BC8705680ADD}" type="sibTrans" cxnId="{0E8533C9-EA3D-4213-88FD-57773A926E81}">
      <dgm:prSet/>
      <dgm:spPr/>
      <dgm:t>
        <a:bodyPr/>
        <a:lstStyle/>
        <a:p>
          <a:endParaRPr lang="en-US"/>
        </a:p>
      </dgm:t>
    </dgm:pt>
    <dgm:pt modelId="{4A111F95-0A29-4197-BFFB-FDA0312EF033}">
      <dgm:prSet phldrT="[Text]"/>
      <dgm:spPr/>
      <dgm:t>
        <a:bodyPr/>
        <a:lstStyle/>
        <a:p>
          <a:r>
            <a:rPr lang="en-US" dirty="0"/>
            <a:t>Some text here</a:t>
          </a:r>
        </a:p>
      </dgm:t>
    </dgm:pt>
    <dgm:pt modelId="{80585778-3351-4CE2-87C7-F9C13094C891}" type="parTrans" cxnId="{41BBADF8-551E-41E5-A2F8-2CAEC5D87928}">
      <dgm:prSet/>
      <dgm:spPr/>
      <dgm:t>
        <a:bodyPr/>
        <a:lstStyle/>
        <a:p>
          <a:endParaRPr lang="en-US"/>
        </a:p>
      </dgm:t>
    </dgm:pt>
    <dgm:pt modelId="{A1426C51-32DF-487B-BDD3-F9BA7F8277E3}" type="sibTrans" cxnId="{41BBADF8-551E-41E5-A2F8-2CAEC5D87928}">
      <dgm:prSet/>
      <dgm:spPr/>
      <dgm:t>
        <a:bodyPr/>
        <a:lstStyle/>
        <a:p>
          <a:endParaRPr lang="en-US"/>
        </a:p>
      </dgm:t>
    </dgm:pt>
    <dgm:pt modelId="{B6EE702F-3E95-4C80-8736-4C5319095951}" type="pres">
      <dgm:prSet presAssocID="{B9C32B05-62EA-407A-B21C-2310C7945705}" presName="compositeShape" presStyleCnt="0">
        <dgm:presLayoutVars>
          <dgm:chMax val="7"/>
          <dgm:dir/>
          <dgm:resizeHandles val="exact"/>
        </dgm:presLayoutVars>
      </dgm:prSet>
      <dgm:spPr/>
    </dgm:pt>
    <dgm:pt modelId="{99E6B5DD-63B0-4FA3-92CA-AEC64C6ED5C4}" type="pres">
      <dgm:prSet presAssocID="{B9C32B05-62EA-407A-B21C-2310C7945705}" presName="wedge1" presStyleLbl="node1" presStyleIdx="0" presStyleCnt="5"/>
      <dgm:spPr/>
    </dgm:pt>
    <dgm:pt modelId="{291274EE-24F4-4A82-9F78-6C149577E57A}" type="pres">
      <dgm:prSet presAssocID="{B9C32B05-62EA-407A-B21C-2310C7945705}" presName="wedge1Tx" presStyleLbl="node1" presStyleIdx="0" presStyleCnt="5">
        <dgm:presLayoutVars>
          <dgm:chMax val="0"/>
          <dgm:chPref val="0"/>
          <dgm:bulletEnabled val="1"/>
        </dgm:presLayoutVars>
      </dgm:prSet>
      <dgm:spPr/>
    </dgm:pt>
    <dgm:pt modelId="{F7AB8160-FBE7-45AD-BEE7-ED12E1A4433A}" type="pres">
      <dgm:prSet presAssocID="{B9C32B05-62EA-407A-B21C-2310C7945705}" presName="wedge2" presStyleLbl="node1" presStyleIdx="1" presStyleCnt="5"/>
      <dgm:spPr/>
    </dgm:pt>
    <dgm:pt modelId="{A32BE33D-0020-4504-A7B1-1FDFF413B235}" type="pres">
      <dgm:prSet presAssocID="{B9C32B05-62EA-407A-B21C-2310C7945705}" presName="wedge2Tx" presStyleLbl="node1" presStyleIdx="1" presStyleCnt="5">
        <dgm:presLayoutVars>
          <dgm:chMax val="0"/>
          <dgm:chPref val="0"/>
          <dgm:bulletEnabled val="1"/>
        </dgm:presLayoutVars>
      </dgm:prSet>
      <dgm:spPr/>
    </dgm:pt>
    <dgm:pt modelId="{9BB20F5B-B806-4D05-BB7F-434B98656267}" type="pres">
      <dgm:prSet presAssocID="{B9C32B05-62EA-407A-B21C-2310C7945705}" presName="wedge3" presStyleLbl="node1" presStyleIdx="2" presStyleCnt="5"/>
      <dgm:spPr/>
    </dgm:pt>
    <dgm:pt modelId="{59FDB6D2-7AA7-4C7A-ABC9-4FEFCD80BDA3}" type="pres">
      <dgm:prSet presAssocID="{B9C32B05-62EA-407A-B21C-2310C7945705}" presName="wedge3Tx" presStyleLbl="node1" presStyleIdx="2" presStyleCnt="5">
        <dgm:presLayoutVars>
          <dgm:chMax val="0"/>
          <dgm:chPref val="0"/>
          <dgm:bulletEnabled val="1"/>
        </dgm:presLayoutVars>
      </dgm:prSet>
      <dgm:spPr/>
    </dgm:pt>
    <dgm:pt modelId="{F66A90B9-DAEA-43DD-AA44-3DD66A86BDD2}" type="pres">
      <dgm:prSet presAssocID="{B9C32B05-62EA-407A-B21C-2310C7945705}" presName="wedge4" presStyleLbl="node1" presStyleIdx="3" presStyleCnt="5"/>
      <dgm:spPr/>
    </dgm:pt>
    <dgm:pt modelId="{600D8791-9D7E-4E8A-A5C9-04005D7BF9F6}" type="pres">
      <dgm:prSet presAssocID="{B9C32B05-62EA-407A-B21C-2310C7945705}" presName="wedge4Tx" presStyleLbl="node1" presStyleIdx="3" presStyleCnt="5">
        <dgm:presLayoutVars>
          <dgm:chMax val="0"/>
          <dgm:chPref val="0"/>
          <dgm:bulletEnabled val="1"/>
        </dgm:presLayoutVars>
      </dgm:prSet>
      <dgm:spPr/>
    </dgm:pt>
    <dgm:pt modelId="{4FE2C06E-3B05-494E-AF20-77688E2E5864}" type="pres">
      <dgm:prSet presAssocID="{B9C32B05-62EA-407A-B21C-2310C7945705}" presName="wedge5" presStyleLbl="node1" presStyleIdx="4" presStyleCnt="5"/>
      <dgm:spPr/>
    </dgm:pt>
    <dgm:pt modelId="{9C22F18E-AE83-400B-B849-26BAC738FA94}" type="pres">
      <dgm:prSet presAssocID="{B9C32B05-62EA-407A-B21C-2310C7945705}" presName="wedge5Tx" presStyleLbl="node1" presStyleIdx="4" presStyleCnt="5">
        <dgm:presLayoutVars>
          <dgm:chMax val="0"/>
          <dgm:chPref val="0"/>
          <dgm:bulletEnabled val="1"/>
        </dgm:presLayoutVars>
      </dgm:prSet>
      <dgm:spPr/>
    </dgm:pt>
  </dgm:ptLst>
  <dgm:cxnLst>
    <dgm:cxn modelId="{8CD59200-BC51-452A-BE94-B4E98C9F5371}" type="presOf" srcId="{6CF284C3-4A70-4432-8F33-E75A802B3330}" destId="{F7AB8160-FBE7-45AD-BEE7-ED12E1A4433A}" srcOrd="0" destOrd="1" presId="urn:microsoft.com/office/officeart/2005/8/layout/chart3"/>
    <dgm:cxn modelId="{ED0FE911-7500-405C-B176-0D8DD3C8EFD5}" type="presOf" srcId="{42D71409-67F9-455C-8C6D-716D284AAA6B}" destId="{99E6B5DD-63B0-4FA3-92CA-AEC64C6ED5C4}" srcOrd="0" destOrd="0" presId="urn:microsoft.com/office/officeart/2005/8/layout/chart3"/>
    <dgm:cxn modelId="{FB704414-0930-415F-87B8-989CB81DCBDB}" type="presOf" srcId="{F66099B6-DBBD-4AB0-82D2-877B80F846F7}" destId="{A32BE33D-0020-4504-A7B1-1FDFF413B235}" srcOrd="1" destOrd="0" presId="urn:microsoft.com/office/officeart/2005/8/layout/chart3"/>
    <dgm:cxn modelId="{292A6A14-2FF9-4ED9-9607-DBEF8FE4A6F3}" type="presOf" srcId="{2A22E84C-3AA3-4E9C-AE5F-9C2FB0D7FB11}" destId="{600D8791-9D7E-4E8A-A5C9-04005D7BF9F6}" srcOrd="1" destOrd="0" presId="urn:microsoft.com/office/officeart/2005/8/layout/chart3"/>
    <dgm:cxn modelId="{598F381B-5905-414F-86EE-52156119E2BA}" type="presOf" srcId="{4A111F95-0A29-4197-BFFB-FDA0312EF033}" destId="{4FE2C06E-3B05-494E-AF20-77688E2E5864}" srcOrd="0" destOrd="2" presId="urn:microsoft.com/office/officeart/2005/8/layout/chart3"/>
    <dgm:cxn modelId="{F1776E1F-76B5-40BA-970A-BF725A50230D}" type="presOf" srcId="{386C2B6D-2EE1-4682-AE61-EE246CD54E31}" destId="{9BB20F5B-B806-4D05-BB7F-434B98656267}" srcOrd="0" destOrd="2" presId="urn:microsoft.com/office/officeart/2005/8/layout/chart3"/>
    <dgm:cxn modelId="{2AA9C11F-1F1D-428E-801A-47EAA766C99D}" srcId="{B9C32B05-62EA-407A-B21C-2310C7945705}" destId="{42D71409-67F9-455C-8C6D-716D284AAA6B}" srcOrd="0" destOrd="0" parTransId="{51680ED1-AF6E-4B28-AE94-92B0EFB0DF7D}" sibTransId="{478B7D3C-9FB4-4BC6-90AC-49960560DECD}"/>
    <dgm:cxn modelId="{24E1CB29-2265-4CA1-9E10-9AA493FE7282}" type="presOf" srcId="{6C39594C-4AE1-4221-9751-E4FBA9469435}" destId="{600D8791-9D7E-4E8A-A5C9-04005D7BF9F6}" srcOrd="1" destOrd="2" presId="urn:microsoft.com/office/officeart/2005/8/layout/chart3"/>
    <dgm:cxn modelId="{B4F3EA32-CE64-4A92-9BAE-BC57E5392B05}" srcId="{B9C32B05-62EA-407A-B21C-2310C7945705}" destId="{F66099B6-DBBD-4AB0-82D2-877B80F846F7}" srcOrd="1" destOrd="0" parTransId="{B09C8BFB-F41C-4AC4-AB94-F216E3081C2D}" sibTransId="{BC531B32-9B0E-482E-BF91-65C61F17168D}"/>
    <dgm:cxn modelId="{35013F34-57BC-4E3C-A003-07C0E49926DB}" srcId="{F66099B6-DBBD-4AB0-82D2-877B80F846F7}" destId="{BE788BF5-FE9F-4C7D-A1CD-9232D7860179}" srcOrd="1" destOrd="0" parTransId="{963A52CB-C772-45F2-8A30-8ABA6B14D3CE}" sibTransId="{88191C5E-55BA-42F2-B842-FC86CBBADC0F}"/>
    <dgm:cxn modelId="{65D03940-CE32-49C7-B406-31A02185156F}" type="presOf" srcId="{8EA7219F-BDB2-48EB-9EEB-3133522D132E}" destId="{291274EE-24F4-4A82-9F78-6C149577E57A}" srcOrd="1" destOrd="1" presId="urn:microsoft.com/office/officeart/2005/8/layout/chart3"/>
    <dgm:cxn modelId="{06563E5F-C4FD-4DD3-854B-E17712FE4745}" type="presOf" srcId="{3AF880A5-0F00-4315-A5DF-1FE656798601}" destId="{291274EE-24F4-4A82-9F78-6C149577E57A}" srcOrd="1" destOrd="2" presId="urn:microsoft.com/office/officeart/2005/8/layout/chart3"/>
    <dgm:cxn modelId="{E690756E-D741-4145-8216-202A5968B913}" type="presOf" srcId="{EE62A4F6-4AC4-435B-990E-81A71CE8CAC7}" destId="{9BB20F5B-B806-4D05-BB7F-434B98656267}" srcOrd="0" destOrd="0" presId="urn:microsoft.com/office/officeart/2005/8/layout/chart3"/>
    <dgm:cxn modelId="{F6C93056-4876-424B-BE18-A0CE12DF795B}" type="presOf" srcId="{42D71409-67F9-455C-8C6D-716D284AAA6B}" destId="{291274EE-24F4-4A82-9F78-6C149577E57A}" srcOrd="1" destOrd="0" presId="urn:microsoft.com/office/officeart/2005/8/layout/chart3"/>
    <dgm:cxn modelId="{7F96AC57-2F84-4E8C-AA92-E82865EE63FE}" srcId="{EE62A4F6-4AC4-435B-990E-81A71CE8CAC7}" destId="{386C2B6D-2EE1-4682-AE61-EE246CD54E31}" srcOrd="1" destOrd="0" parTransId="{649D72FB-0D8F-479C-87D1-C73133EF35E2}" sibTransId="{E1C9E6F1-2ED2-4DD8-9B78-28FC1AF5D352}"/>
    <dgm:cxn modelId="{F259BB77-4B32-4DAC-8220-0A691424E5F6}" type="presOf" srcId="{3AF880A5-0F00-4315-A5DF-1FE656798601}" destId="{99E6B5DD-63B0-4FA3-92CA-AEC64C6ED5C4}" srcOrd="0" destOrd="2" presId="urn:microsoft.com/office/officeart/2005/8/layout/chart3"/>
    <dgm:cxn modelId="{2B98897D-9937-49AC-9FE9-6629E912033A}" srcId="{2A22E84C-3AA3-4E9C-AE5F-9C2FB0D7FB11}" destId="{9ADACFBF-2A78-45C9-A7C4-5E5DBC674760}" srcOrd="0" destOrd="0" parTransId="{E121796C-71AB-4354-A1D4-3BF0025298A5}" sibTransId="{F3FE7E5A-DC73-423B-998C-02943CF263BF}"/>
    <dgm:cxn modelId="{2DC24386-BC50-4BAB-8571-16CB10C2603C}" srcId="{F66099B6-DBBD-4AB0-82D2-877B80F846F7}" destId="{6CF284C3-4A70-4432-8F33-E75A802B3330}" srcOrd="0" destOrd="0" parTransId="{044831E6-2FC9-4DDA-81FB-5FA418568D07}" sibTransId="{CD50B82D-84BB-4747-B282-ABB339EBA294}"/>
    <dgm:cxn modelId="{42799786-4D75-4E33-BD9F-EDB7688F54B1}" type="presOf" srcId="{B9C32B05-62EA-407A-B21C-2310C7945705}" destId="{B6EE702F-3E95-4C80-8736-4C5319095951}" srcOrd="0" destOrd="0" presId="urn:microsoft.com/office/officeart/2005/8/layout/chart3"/>
    <dgm:cxn modelId="{3AAC2788-A595-4B4A-BCAB-74860C48E32D}" type="presOf" srcId="{02C5C993-2D65-4BB0-A6B2-BE7D3F9C43C2}" destId="{4FE2C06E-3B05-494E-AF20-77688E2E5864}" srcOrd="0" destOrd="0" presId="urn:microsoft.com/office/officeart/2005/8/layout/chart3"/>
    <dgm:cxn modelId="{4B8BAB94-C5BC-4676-B667-52CE6B63A8B1}" type="presOf" srcId="{BE788BF5-FE9F-4C7D-A1CD-9232D7860179}" destId="{A32BE33D-0020-4504-A7B1-1FDFF413B235}" srcOrd="1" destOrd="2" presId="urn:microsoft.com/office/officeart/2005/8/layout/chart3"/>
    <dgm:cxn modelId="{C99CE395-39F6-46B4-938C-9BF085685D1A}" srcId="{EE62A4F6-4AC4-435B-990E-81A71CE8CAC7}" destId="{3CE06941-9820-4827-8B16-CD80CC49F780}" srcOrd="0" destOrd="0" parTransId="{141A3C92-8966-4E2F-82E4-2E09E22674B2}" sibTransId="{F58FC55B-E61F-445C-956E-0BB2202254CA}"/>
    <dgm:cxn modelId="{7AF91B96-DA69-42D6-83DE-0E63677A4C47}" srcId="{2A22E84C-3AA3-4E9C-AE5F-9C2FB0D7FB11}" destId="{6C39594C-4AE1-4221-9751-E4FBA9469435}" srcOrd="1" destOrd="0" parTransId="{EA90E5E0-265B-4677-A3EF-FCD0DFDF4F41}" sibTransId="{F04E3063-747B-4761-B46E-8C06B2EF3C55}"/>
    <dgm:cxn modelId="{7C8D8F9A-CB53-4752-8682-5D474CDE29BC}" type="presOf" srcId="{BE788BF5-FE9F-4C7D-A1CD-9232D7860179}" destId="{F7AB8160-FBE7-45AD-BEE7-ED12E1A4433A}" srcOrd="0" destOrd="2" presId="urn:microsoft.com/office/officeart/2005/8/layout/chart3"/>
    <dgm:cxn modelId="{43A00D9B-EED4-4FCA-9943-9A0932D0CF0F}" type="presOf" srcId="{EE62A4F6-4AC4-435B-990E-81A71CE8CAC7}" destId="{59FDB6D2-7AA7-4C7A-ABC9-4FEFCD80BDA3}" srcOrd="1" destOrd="0" presId="urn:microsoft.com/office/officeart/2005/8/layout/chart3"/>
    <dgm:cxn modelId="{32F64BA0-48E1-40F2-8B6D-99BC0352ED22}" type="presOf" srcId="{F66099B6-DBBD-4AB0-82D2-877B80F846F7}" destId="{F7AB8160-FBE7-45AD-BEE7-ED12E1A4433A}" srcOrd="0" destOrd="0" presId="urn:microsoft.com/office/officeart/2005/8/layout/chart3"/>
    <dgm:cxn modelId="{A476C2A5-8FD1-451C-B4B9-33580FF918DD}" srcId="{B9C32B05-62EA-407A-B21C-2310C7945705}" destId="{02C5C993-2D65-4BB0-A6B2-BE7D3F9C43C2}" srcOrd="4" destOrd="0" parTransId="{6C53AFCD-6E29-4E3F-999F-41047A9320B5}" sibTransId="{43DD8405-252E-423F-99DB-8319ED9821DA}"/>
    <dgm:cxn modelId="{3A2CECA6-0C5B-46BB-B7C6-7D37E9D210BD}" srcId="{B9C32B05-62EA-407A-B21C-2310C7945705}" destId="{EE62A4F6-4AC4-435B-990E-81A71CE8CAC7}" srcOrd="2" destOrd="0" parTransId="{F287B947-7343-4FA2-B288-B23A59FFAE31}" sibTransId="{389F9A93-0231-4877-8C41-5D5B8DD7AAC0}"/>
    <dgm:cxn modelId="{106A3EBA-4406-4B2C-9207-5A6BE7178912}" type="presOf" srcId="{02C5C993-2D65-4BB0-A6B2-BE7D3F9C43C2}" destId="{9C22F18E-AE83-400B-B849-26BAC738FA94}" srcOrd="1" destOrd="0" presId="urn:microsoft.com/office/officeart/2005/8/layout/chart3"/>
    <dgm:cxn modelId="{9A975DBD-0C75-493C-8755-5707049AB30F}" type="presOf" srcId="{6C39594C-4AE1-4221-9751-E4FBA9469435}" destId="{F66A90B9-DAEA-43DD-AA44-3DD66A86BDD2}" srcOrd="0" destOrd="2" presId="urn:microsoft.com/office/officeart/2005/8/layout/chart3"/>
    <dgm:cxn modelId="{FD12A2BE-CF35-47F6-AA08-330EA8E6A39D}" type="presOf" srcId="{3CE06941-9820-4827-8B16-CD80CC49F780}" destId="{9BB20F5B-B806-4D05-BB7F-434B98656267}" srcOrd="0" destOrd="1" presId="urn:microsoft.com/office/officeart/2005/8/layout/chart3"/>
    <dgm:cxn modelId="{085364C3-E3E4-463A-B8F2-66B1549D9F51}" type="presOf" srcId="{6CF284C3-4A70-4432-8F33-E75A802B3330}" destId="{A32BE33D-0020-4504-A7B1-1FDFF413B235}" srcOrd="1" destOrd="1" presId="urn:microsoft.com/office/officeart/2005/8/layout/chart3"/>
    <dgm:cxn modelId="{03A49CC5-ED3C-4CB0-8DD5-7E4B7EC6B76C}" type="presOf" srcId="{9ADACFBF-2A78-45C9-A7C4-5E5DBC674760}" destId="{600D8791-9D7E-4E8A-A5C9-04005D7BF9F6}" srcOrd="1" destOrd="1" presId="urn:microsoft.com/office/officeart/2005/8/layout/chart3"/>
    <dgm:cxn modelId="{B58C57C6-B0E5-4BE0-803D-11E6E1382177}" type="presOf" srcId="{2A22E84C-3AA3-4E9C-AE5F-9C2FB0D7FB11}" destId="{F66A90B9-DAEA-43DD-AA44-3DD66A86BDD2}" srcOrd="0" destOrd="0" presId="urn:microsoft.com/office/officeart/2005/8/layout/chart3"/>
    <dgm:cxn modelId="{0E8533C9-EA3D-4213-88FD-57773A926E81}" srcId="{02C5C993-2D65-4BB0-A6B2-BE7D3F9C43C2}" destId="{4FBEDC62-4231-4076-9A0D-9DC61D34153E}" srcOrd="0" destOrd="0" parTransId="{EADD1839-AFD1-4757-A4CE-D351F4DCBCD8}" sibTransId="{B2CACC34-29E2-4636-8542-BC8705680ADD}"/>
    <dgm:cxn modelId="{87C166CC-7517-4B78-BB83-B6FAEFA27A90}" type="presOf" srcId="{3CE06941-9820-4827-8B16-CD80CC49F780}" destId="{59FDB6D2-7AA7-4C7A-ABC9-4FEFCD80BDA3}" srcOrd="1" destOrd="1" presId="urn:microsoft.com/office/officeart/2005/8/layout/chart3"/>
    <dgm:cxn modelId="{F91230D4-36BC-4C18-8E94-0D05E9032235}" type="presOf" srcId="{4FBEDC62-4231-4076-9A0D-9DC61D34153E}" destId="{9C22F18E-AE83-400B-B849-26BAC738FA94}" srcOrd="1" destOrd="1" presId="urn:microsoft.com/office/officeart/2005/8/layout/chart3"/>
    <dgm:cxn modelId="{3218D2DE-D16A-4C87-80A4-B71B1F3ACB3C}" type="presOf" srcId="{386C2B6D-2EE1-4682-AE61-EE246CD54E31}" destId="{59FDB6D2-7AA7-4C7A-ABC9-4FEFCD80BDA3}" srcOrd="1" destOrd="2" presId="urn:microsoft.com/office/officeart/2005/8/layout/chart3"/>
    <dgm:cxn modelId="{24F8CBE2-5003-4E69-A772-6B98F2B05181}" srcId="{42D71409-67F9-455C-8C6D-716D284AAA6B}" destId="{3AF880A5-0F00-4315-A5DF-1FE656798601}" srcOrd="1" destOrd="0" parTransId="{A13BB1F9-5857-4B43-8BF5-6589AA2CB759}" sibTransId="{C198C41D-2640-4669-83ED-E0CD35701C8E}"/>
    <dgm:cxn modelId="{BEB859E7-C343-408E-86A1-667C27EE5761}" srcId="{B9C32B05-62EA-407A-B21C-2310C7945705}" destId="{2A22E84C-3AA3-4E9C-AE5F-9C2FB0D7FB11}" srcOrd="3" destOrd="0" parTransId="{6C025E55-DF42-4C5D-AFD5-6015FA053D46}" sibTransId="{744EA591-F199-49C2-B63A-82709D96C729}"/>
    <dgm:cxn modelId="{DF959DE8-6864-4718-9FB6-4971411400FB}" type="presOf" srcId="{4FBEDC62-4231-4076-9A0D-9DC61D34153E}" destId="{4FE2C06E-3B05-494E-AF20-77688E2E5864}" srcOrd="0" destOrd="1" presId="urn:microsoft.com/office/officeart/2005/8/layout/chart3"/>
    <dgm:cxn modelId="{82B764E9-FFBC-4D2A-AD67-0DB01FAEF527}" type="presOf" srcId="{8EA7219F-BDB2-48EB-9EEB-3133522D132E}" destId="{99E6B5DD-63B0-4FA3-92CA-AEC64C6ED5C4}" srcOrd="0" destOrd="1" presId="urn:microsoft.com/office/officeart/2005/8/layout/chart3"/>
    <dgm:cxn modelId="{5F17FCEA-ABDD-4A2B-8460-4289C4DFF4D1}" type="presOf" srcId="{9ADACFBF-2A78-45C9-A7C4-5E5DBC674760}" destId="{F66A90B9-DAEA-43DD-AA44-3DD66A86BDD2}" srcOrd="0" destOrd="1" presId="urn:microsoft.com/office/officeart/2005/8/layout/chart3"/>
    <dgm:cxn modelId="{58AD7EEF-D408-406B-87EE-4691D4C30668}" srcId="{42D71409-67F9-455C-8C6D-716D284AAA6B}" destId="{8EA7219F-BDB2-48EB-9EEB-3133522D132E}" srcOrd="0" destOrd="0" parTransId="{3EE8403A-CB7C-4815-85BD-AEBCAEB71B37}" sibTransId="{C94B7947-85DC-4B21-BB99-DF8438356F98}"/>
    <dgm:cxn modelId="{8B8F08F1-901A-4084-961A-CE57F568FBFC}" type="presOf" srcId="{4A111F95-0A29-4197-BFFB-FDA0312EF033}" destId="{9C22F18E-AE83-400B-B849-26BAC738FA94}" srcOrd="1" destOrd="2" presId="urn:microsoft.com/office/officeart/2005/8/layout/chart3"/>
    <dgm:cxn modelId="{41BBADF8-551E-41E5-A2F8-2CAEC5D87928}" srcId="{02C5C993-2D65-4BB0-A6B2-BE7D3F9C43C2}" destId="{4A111F95-0A29-4197-BFFB-FDA0312EF033}" srcOrd="1" destOrd="0" parTransId="{80585778-3351-4CE2-87C7-F9C13094C891}" sibTransId="{A1426C51-32DF-487B-BDD3-F9BA7F8277E3}"/>
    <dgm:cxn modelId="{0570EAD6-1447-43EC-B555-C71D6EFC41B3}" type="presParOf" srcId="{B6EE702F-3E95-4C80-8736-4C5319095951}" destId="{99E6B5DD-63B0-4FA3-92CA-AEC64C6ED5C4}" srcOrd="0" destOrd="0" presId="urn:microsoft.com/office/officeart/2005/8/layout/chart3"/>
    <dgm:cxn modelId="{99C706EE-424C-47D5-8356-D176F34423E3}" type="presParOf" srcId="{B6EE702F-3E95-4C80-8736-4C5319095951}" destId="{291274EE-24F4-4A82-9F78-6C149577E57A}" srcOrd="1" destOrd="0" presId="urn:microsoft.com/office/officeart/2005/8/layout/chart3"/>
    <dgm:cxn modelId="{A1788893-50A8-419F-93EC-FE55BF14C004}" type="presParOf" srcId="{B6EE702F-3E95-4C80-8736-4C5319095951}" destId="{F7AB8160-FBE7-45AD-BEE7-ED12E1A4433A}" srcOrd="2" destOrd="0" presId="urn:microsoft.com/office/officeart/2005/8/layout/chart3"/>
    <dgm:cxn modelId="{37F61893-2C31-4BBD-90CD-441E46F39C4A}" type="presParOf" srcId="{B6EE702F-3E95-4C80-8736-4C5319095951}" destId="{A32BE33D-0020-4504-A7B1-1FDFF413B235}" srcOrd="3" destOrd="0" presId="urn:microsoft.com/office/officeart/2005/8/layout/chart3"/>
    <dgm:cxn modelId="{99AE01CE-C9F4-4A6C-A9AB-37013FCF226C}" type="presParOf" srcId="{B6EE702F-3E95-4C80-8736-4C5319095951}" destId="{9BB20F5B-B806-4D05-BB7F-434B98656267}" srcOrd="4" destOrd="0" presId="urn:microsoft.com/office/officeart/2005/8/layout/chart3"/>
    <dgm:cxn modelId="{73291031-1888-4D93-9CC8-CA143FE8B989}" type="presParOf" srcId="{B6EE702F-3E95-4C80-8736-4C5319095951}" destId="{59FDB6D2-7AA7-4C7A-ABC9-4FEFCD80BDA3}" srcOrd="5" destOrd="0" presId="urn:microsoft.com/office/officeart/2005/8/layout/chart3"/>
    <dgm:cxn modelId="{92270E29-EB67-40F7-B308-C5C51967FE61}" type="presParOf" srcId="{B6EE702F-3E95-4C80-8736-4C5319095951}" destId="{F66A90B9-DAEA-43DD-AA44-3DD66A86BDD2}" srcOrd="6" destOrd="0" presId="urn:microsoft.com/office/officeart/2005/8/layout/chart3"/>
    <dgm:cxn modelId="{182ADD7F-6F11-47DB-A00A-E61E493840F0}" type="presParOf" srcId="{B6EE702F-3E95-4C80-8736-4C5319095951}" destId="{600D8791-9D7E-4E8A-A5C9-04005D7BF9F6}" srcOrd="7" destOrd="0" presId="urn:microsoft.com/office/officeart/2005/8/layout/chart3"/>
    <dgm:cxn modelId="{B75A20CE-8432-4EE5-88CE-8AD02DA7F14C}" type="presParOf" srcId="{B6EE702F-3E95-4C80-8736-4C5319095951}" destId="{4FE2C06E-3B05-494E-AF20-77688E2E5864}" srcOrd="8" destOrd="0" presId="urn:microsoft.com/office/officeart/2005/8/layout/chart3"/>
    <dgm:cxn modelId="{37231E5F-422C-4755-992A-5C1B5DB536E4}" type="presParOf" srcId="{B6EE702F-3E95-4C80-8736-4C5319095951}" destId="{9C22F18E-AE83-400B-B849-26BAC738FA94}" srcOrd="9" destOrd="0" presId="urn:microsoft.com/office/officeart/2005/8/layout/chart3"/>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91.xml><?xml version="1.0" encoding="utf-8"?>
<dgm:dataModel xmlns:dgm="http://schemas.openxmlformats.org/drawingml/2006/diagram" xmlns:a="http://schemas.openxmlformats.org/drawingml/2006/main">
  <dgm:ptLst>
    <dgm:pt modelId="{B9C32B05-62EA-407A-B21C-2310C7945705}" type="doc">
      <dgm:prSet loTypeId="urn:microsoft.com/office/officeart/2011/layout/HexagonRadial" loCatId="cycle"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3AF880A5-0F00-4315-A5DF-1FE656798601}">
      <dgm:prSet phldrT="[Text]"/>
      <dgm:spPr/>
      <dgm:t>
        <a:bodyPr/>
        <a:lstStyle/>
        <a:p>
          <a:r>
            <a:rPr lang="en-US" dirty="0"/>
            <a:t>Some text here</a:t>
          </a:r>
        </a:p>
      </dgm:t>
    </dgm:pt>
    <dgm:pt modelId="{A13BB1F9-5857-4B43-8BF5-6589AA2CB759}" type="parTrans" cxnId="{24F8CBE2-5003-4E69-A772-6B98F2B05181}">
      <dgm:prSet/>
      <dgm:spPr/>
      <dgm:t>
        <a:bodyPr/>
        <a:lstStyle/>
        <a:p>
          <a:endParaRPr lang="en-US"/>
        </a:p>
      </dgm:t>
    </dgm:pt>
    <dgm:pt modelId="{C198C41D-2640-4669-83ED-E0CD35701C8E}" type="sibTrans" cxnId="{24F8CBE2-5003-4E69-A772-6B98F2B05181}">
      <dgm:prSet/>
      <dgm:spPr/>
      <dgm:t>
        <a:bodyPr/>
        <a:lstStyle/>
        <a:p>
          <a:endParaRPr lang="en-US"/>
        </a:p>
      </dgm:t>
    </dgm:pt>
    <dgm:pt modelId="{8EA7219F-BDB2-48EB-9EEB-3133522D132E}">
      <dgm:prSet phldrT="[Text]"/>
      <dgm:spPr/>
      <dgm:t>
        <a:bodyPr/>
        <a:lstStyle/>
        <a:p>
          <a:r>
            <a:rPr lang="en-US" dirty="0"/>
            <a:t>Some text here</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0DE70E37-B184-44D9-8625-DA9C20820822}">
      <dgm:prSet phldrT="[Text]"/>
      <dgm:spPr/>
      <dgm:t>
        <a:bodyPr/>
        <a:lstStyle/>
        <a:p>
          <a:r>
            <a:rPr lang="en-US"/>
            <a:t>Some text here</a:t>
          </a:r>
          <a:endParaRPr lang="en-US" dirty="0"/>
        </a:p>
      </dgm:t>
    </dgm:pt>
    <dgm:pt modelId="{671FA38B-74C2-49A3-B4D8-4D3B70788550}" type="parTrans" cxnId="{631EC6A9-292A-4ED3-9C30-2DCCB39D5A3F}">
      <dgm:prSet/>
      <dgm:spPr/>
      <dgm:t>
        <a:bodyPr/>
        <a:lstStyle/>
        <a:p>
          <a:endParaRPr lang="en-US"/>
        </a:p>
      </dgm:t>
    </dgm:pt>
    <dgm:pt modelId="{20B4450F-BA25-4AA9-A3C4-C22C7DC3B2D9}" type="sibTrans" cxnId="{631EC6A9-292A-4ED3-9C30-2DCCB39D5A3F}">
      <dgm:prSet/>
      <dgm:spPr/>
      <dgm:t>
        <a:bodyPr/>
        <a:lstStyle/>
        <a:p>
          <a:endParaRPr lang="en-US"/>
        </a:p>
      </dgm:t>
    </dgm:pt>
    <dgm:pt modelId="{F9C3D3A7-7752-45CE-BDD2-69E79F84F34E}">
      <dgm:prSet phldrT="[Text]"/>
      <dgm:spPr/>
      <dgm:t>
        <a:bodyPr/>
        <a:lstStyle/>
        <a:p>
          <a:r>
            <a:rPr lang="en-US"/>
            <a:t>Some text here</a:t>
          </a:r>
          <a:endParaRPr lang="en-US" dirty="0"/>
        </a:p>
      </dgm:t>
    </dgm:pt>
    <dgm:pt modelId="{D7E98A27-74AC-4001-885D-063E05CEC6FB}" type="parTrans" cxnId="{52B980D4-CDF2-445E-AD4A-45B3681A7747}">
      <dgm:prSet/>
      <dgm:spPr/>
      <dgm:t>
        <a:bodyPr/>
        <a:lstStyle/>
        <a:p>
          <a:endParaRPr lang="en-US"/>
        </a:p>
      </dgm:t>
    </dgm:pt>
    <dgm:pt modelId="{845BFD18-08E0-4E46-8C2B-CADE808F552A}" type="sibTrans" cxnId="{52B980D4-CDF2-445E-AD4A-45B3681A7747}">
      <dgm:prSet/>
      <dgm:spPr/>
      <dgm:t>
        <a:bodyPr/>
        <a:lstStyle/>
        <a:p>
          <a:endParaRPr lang="en-US"/>
        </a:p>
      </dgm:t>
    </dgm:pt>
    <dgm:pt modelId="{932A6641-B47E-48FC-963F-311CBB9F360A}">
      <dgm:prSet phldrT="[Text]"/>
      <dgm:spPr/>
      <dgm:t>
        <a:bodyPr/>
        <a:lstStyle/>
        <a:p>
          <a:r>
            <a:rPr lang="en-US"/>
            <a:t>Some text here</a:t>
          </a:r>
          <a:endParaRPr lang="en-US" dirty="0"/>
        </a:p>
      </dgm:t>
    </dgm:pt>
    <dgm:pt modelId="{BCC541E2-3A60-4FA0-82BC-A407780EE7DB}" type="parTrans" cxnId="{FD0D0812-3766-4422-AB8F-58752BCDBE07}">
      <dgm:prSet/>
      <dgm:spPr/>
      <dgm:t>
        <a:bodyPr/>
        <a:lstStyle/>
        <a:p>
          <a:endParaRPr lang="en-US"/>
        </a:p>
      </dgm:t>
    </dgm:pt>
    <dgm:pt modelId="{0E70FA36-C3C7-4A08-A69A-A16BAA6AE9D9}" type="sibTrans" cxnId="{FD0D0812-3766-4422-AB8F-58752BCDBE07}">
      <dgm:prSet/>
      <dgm:spPr/>
      <dgm:t>
        <a:bodyPr/>
        <a:lstStyle/>
        <a:p>
          <a:endParaRPr lang="en-US"/>
        </a:p>
      </dgm:t>
    </dgm:pt>
    <dgm:pt modelId="{9AFDEAC1-A74D-44ED-A273-8EEA9AD544D9}">
      <dgm:prSet phldrT="[Text]"/>
      <dgm:spPr/>
      <dgm:t>
        <a:bodyPr/>
        <a:lstStyle/>
        <a:p>
          <a:r>
            <a:rPr lang="en-US"/>
            <a:t>Some text here</a:t>
          </a:r>
          <a:endParaRPr lang="en-US" dirty="0"/>
        </a:p>
      </dgm:t>
    </dgm:pt>
    <dgm:pt modelId="{4C7BF0C9-F320-4604-83E4-3616EC3F0A51}" type="parTrans" cxnId="{4F63EF6A-64A7-44BB-8EC0-54B14E3C7DC7}">
      <dgm:prSet/>
      <dgm:spPr/>
      <dgm:t>
        <a:bodyPr/>
        <a:lstStyle/>
        <a:p>
          <a:endParaRPr lang="en-US"/>
        </a:p>
      </dgm:t>
    </dgm:pt>
    <dgm:pt modelId="{CDA3DFC5-250E-4BBA-A52A-9278B729BB2D}" type="sibTrans" cxnId="{4F63EF6A-64A7-44BB-8EC0-54B14E3C7DC7}">
      <dgm:prSet/>
      <dgm:spPr/>
      <dgm:t>
        <a:bodyPr/>
        <a:lstStyle/>
        <a:p>
          <a:endParaRPr lang="en-US"/>
        </a:p>
      </dgm:t>
    </dgm:pt>
    <dgm:pt modelId="{B2324DED-AEB0-4115-8065-265374D17FB8}">
      <dgm:prSet phldrT="[Text]"/>
      <dgm:spPr/>
      <dgm:t>
        <a:bodyPr/>
        <a:lstStyle/>
        <a:p>
          <a:r>
            <a:rPr lang="en-US"/>
            <a:t>Some text here</a:t>
          </a:r>
          <a:endParaRPr lang="en-US" dirty="0"/>
        </a:p>
      </dgm:t>
    </dgm:pt>
    <dgm:pt modelId="{02750B7B-C981-4E91-9512-618CC7A023B5}" type="parTrans" cxnId="{705AD3B5-E876-42F4-A484-01A85357490E}">
      <dgm:prSet/>
      <dgm:spPr/>
      <dgm:t>
        <a:bodyPr/>
        <a:lstStyle/>
        <a:p>
          <a:endParaRPr lang="en-US"/>
        </a:p>
      </dgm:t>
    </dgm:pt>
    <dgm:pt modelId="{D0B729EC-0708-4D35-B7B9-FBA2B395C5E6}" type="sibTrans" cxnId="{705AD3B5-E876-42F4-A484-01A85357490E}">
      <dgm:prSet/>
      <dgm:spPr/>
      <dgm:t>
        <a:bodyPr/>
        <a:lstStyle/>
        <a:p>
          <a:endParaRPr lang="en-US"/>
        </a:p>
      </dgm:t>
    </dgm:pt>
    <dgm:pt modelId="{B58BCB8E-D221-4C08-8B52-3A11AD0D25DA}">
      <dgm:prSet phldrT="[Text]"/>
      <dgm:spPr/>
      <dgm:t>
        <a:bodyPr/>
        <a:lstStyle/>
        <a:p>
          <a:r>
            <a:rPr lang="en-US"/>
            <a:t>Some text here</a:t>
          </a:r>
          <a:endParaRPr lang="en-US" dirty="0"/>
        </a:p>
      </dgm:t>
    </dgm:pt>
    <dgm:pt modelId="{0B81FA0C-448F-4CE1-ADC9-8ADF06C1ADCD}" type="parTrans" cxnId="{327F9483-FE49-41A3-A4FF-5A0A27ECFFAF}">
      <dgm:prSet/>
      <dgm:spPr/>
      <dgm:t>
        <a:bodyPr/>
        <a:lstStyle/>
        <a:p>
          <a:endParaRPr lang="en-US"/>
        </a:p>
      </dgm:t>
    </dgm:pt>
    <dgm:pt modelId="{2AAC96C7-EB69-48A3-BBB9-5020A658ADF9}" type="sibTrans" cxnId="{327F9483-FE49-41A3-A4FF-5A0A27ECFFAF}">
      <dgm:prSet/>
      <dgm:spPr/>
      <dgm:t>
        <a:bodyPr/>
        <a:lstStyle/>
        <a:p>
          <a:endParaRPr lang="en-US"/>
        </a:p>
      </dgm:t>
    </dgm:pt>
    <dgm:pt modelId="{B9D45139-F3F4-4152-92C4-3D25CEFC119D}">
      <dgm:prSet phldrT="[Text]"/>
      <dgm:spPr/>
      <dgm:t>
        <a:bodyPr/>
        <a:lstStyle/>
        <a:p>
          <a:r>
            <a:rPr lang="en-US"/>
            <a:t>Some text here</a:t>
          </a:r>
          <a:endParaRPr lang="en-US" dirty="0"/>
        </a:p>
      </dgm:t>
    </dgm:pt>
    <dgm:pt modelId="{DBEFAB32-9712-4297-8A8D-7262F6BDA28F}" type="parTrans" cxnId="{2C685BAE-386F-4131-90D0-7B264E8F8BCA}">
      <dgm:prSet/>
      <dgm:spPr/>
      <dgm:t>
        <a:bodyPr/>
        <a:lstStyle/>
        <a:p>
          <a:endParaRPr lang="en-US"/>
        </a:p>
      </dgm:t>
    </dgm:pt>
    <dgm:pt modelId="{F9998EC4-E0CA-4A95-8289-03D8F7927696}" type="sibTrans" cxnId="{2C685BAE-386F-4131-90D0-7B264E8F8BCA}">
      <dgm:prSet/>
      <dgm:spPr/>
      <dgm:t>
        <a:bodyPr/>
        <a:lstStyle/>
        <a:p>
          <a:endParaRPr lang="en-US"/>
        </a:p>
      </dgm:t>
    </dgm:pt>
    <dgm:pt modelId="{4D00E63A-FD9F-481E-BB9D-E2703B1011B0}">
      <dgm:prSet phldrT="[Text]"/>
      <dgm:spPr/>
      <dgm:t>
        <a:bodyPr/>
        <a:lstStyle/>
        <a:p>
          <a:r>
            <a:rPr lang="en-US"/>
            <a:t>Some text here</a:t>
          </a:r>
          <a:endParaRPr lang="en-US" dirty="0"/>
        </a:p>
      </dgm:t>
    </dgm:pt>
    <dgm:pt modelId="{9ADAB2CF-94B0-4FDA-A962-5EEEC02CCC08}" type="parTrans" cxnId="{704961CD-9BF6-4FE7-89D7-552DE480515C}">
      <dgm:prSet/>
      <dgm:spPr/>
      <dgm:t>
        <a:bodyPr/>
        <a:lstStyle/>
        <a:p>
          <a:endParaRPr lang="en-US"/>
        </a:p>
      </dgm:t>
    </dgm:pt>
    <dgm:pt modelId="{F2C10D62-1D6C-4E85-84B0-994F91CE79B2}" type="sibTrans" cxnId="{704961CD-9BF6-4FE7-89D7-552DE480515C}">
      <dgm:prSet/>
      <dgm:spPr/>
      <dgm:t>
        <a:bodyPr/>
        <a:lstStyle/>
        <a:p>
          <a:endParaRPr lang="en-US"/>
        </a:p>
      </dgm:t>
    </dgm:pt>
    <dgm:pt modelId="{D67D8950-892D-4486-9EB8-5DD07C41EAB9}" type="pres">
      <dgm:prSet presAssocID="{B9C32B05-62EA-407A-B21C-2310C7945705}" presName="Name0" presStyleCnt="0">
        <dgm:presLayoutVars>
          <dgm:chMax val="1"/>
          <dgm:chPref val="1"/>
          <dgm:dir/>
          <dgm:animOne val="branch"/>
          <dgm:animLvl val="lvl"/>
        </dgm:presLayoutVars>
      </dgm:prSet>
      <dgm:spPr/>
    </dgm:pt>
    <dgm:pt modelId="{A9DA937D-C5FD-4ABB-9B48-4618CC864E85}" type="pres">
      <dgm:prSet presAssocID="{42D71409-67F9-455C-8C6D-716D284AAA6B}" presName="Parent" presStyleLbl="node0" presStyleIdx="0" presStyleCnt="1">
        <dgm:presLayoutVars>
          <dgm:chMax val="6"/>
          <dgm:chPref val="6"/>
        </dgm:presLayoutVars>
      </dgm:prSet>
      <dgm:spPr/>
    </dgm:pt>
    <dgm:pt modelId="{2CBC5870-F9C5-4F58-80CB-A7E8EEA63C22}" type="pres">
      <dgm:prSet presAssocID="{8EA7219F-BDB2-48EB-9EEB-3133522D132E}" presName="Accent1" presStyleCnt="0"/>
      <dgm:spPr/>
    </dgm:pt>
    <dgm:pt modelId="{4878612A-0F1A-4B4E-9644-9039607D8F44}" type="pres">
      <dgm:prSet presAssocID="{8EA7219F-BDB2-48EB-9EEB-3133522D132E}" presName="Accent" presStyleLbl="bgShp" presStyleIdx="0" presStyleCnt="6"/>
      <dgm:spPr/>
    </dgm:pt>
    <dgm:pt modelId="{2386706E-5992-4BE7-9818-1914B1BCE342}" type="pres">
      <dgm:prSet presAssocID="{8EA7219F-BDB2-48EB-9EEB-3133522D132E}" presName="Child1" presStyleLbl="node1" presStyleIdx="0" presStyleCnt="6">
        <dgm:presLayoutVars>
          <dgm:chMax val="0"/>
          <dgm:chPref val="0"/>
          <dgm:bulletEnabled val="1"/>
        </dgm:presLayoutVars>
      </dgm:prSet>
      <dgm:spPr/>
    </dgm:pt>
    <dgm:pt modelId="{C4C10F51-A36D-4BFD-9799-7477A7F8AC14}" type="pres">
      <dgm:prSet presAssocID="{3AF880A5-0F00-4315-A5DF-1FE656798601}" presName="Accent2" presStyleCnt="0"/>
      <dgm:spPr/>
    </dgm:pt>
    <dgm:pt modelId="{163330C2-B7A9-424B-9975-27C15C8AD4A3}" type="pres">
      <dgm:prSet presAssocID="{3AF880A5-0F00-4315-A5DF-1FE656798601}" presName="Accent" presStyleLbl="bgShp" presStyleIdx="1" presStyleCnt="6"/>
      <dgm:spPr/>
    </dgm:pt>
    <dgm:pt modelId="{CCA31F3B-C9A4-436E-8DAB-9080575BACF6}" type="pres">
      <dgm:prSet presAssocID="{3AF880A5-0F00-4315-A5DF-1FE656798601}" presName="Child2" presStyleLbl="node1" presStyleIdx="1" presStyleCnt="6">
        <dgm:presLayoutVars>
          <dgm:chMax val="0"/>
          <dgm:chPref val="0"/>
          <dgm:bulletEnabled val="1"/>
        </dgm:presLayoutVars>
      </dgm:prSet>
      <dgm:spPr/>
    </dgm:pt>
    <dgm:pt modelId="{E8084D5B-6EE3-47F0-A1B4-547DB042EB4E}" type="pres">
      <dgm:prSet presAssocID="{932A6641-B47E-48FC-963F-311CBB9F360A}" presName="Accent3" presStyleCnt="0"/>
      <dgm:spPr/>
    </dgm:pt>
    <dgm:pt modelId="{22C59B39-F404-43C9-8059-1DCF42853726}" type="pres">
      <dgm:prSet presAssocID="{932A6641-B47E-48FC-963F-311CBB9F360A}" presName="Accent" presStyleLbl="bgShp" presStyleIdx="2" presStyleCnt="6"/>
      <dgm:spPr/>
    </dgm:pt>
    <dgm:pt modelId="{209A48E9-192B-4A38-A007-229949F8BAD7}" type="pres">
      <dgm:prSet presAssocID="{932A6641-B47E-48FC-963F-311CBB9F360A}" presName="Child3" presStyleLbl="node1" presStyleIdx="2" presStyleCnt="6">
        <dgm:presLayoutVars>
          <dgm:chMax val="0"/>
          <dgm:chPref val="0"/>
          <dgm:bulletEnabled val="1"/>
        </dgm:presLayoutVars>
      </dgm:prSet>
      <dgm:spPr/>
    </dgm:pt>
    <dgm:pt modelId="{4B79B1CE-E2F3-46DF-B89B-BA8F4B154EB3}" type="pres">
      <dgm:prSet presAssocID="{9AFDEAC1-A74D-44ED-A273-8EEA9AD544D9}" presName="Accent4" presStyleCnt="0"/>
      <dgm:spPr/>
    </dgm:pt>
    <dgm:pt modelId="{30078BD7-409A-4CFC-BAE6-459F6EC3E939}" type="pres">
      <dgm:prSet presAssocID="{9AFDEAC1-A74D-44ED-A273-8EEA9AD544D9}" presName="Accent" presStyleLbl="bgShp" presStyleIdx="3" presStyleCnt="6"/>
      <dgm:spPr/>
    </dgm:pt>
    <dgm:pt modelId="{6DD5055E-F52B-4132-A07E-3BADFA109A3C}" type="pres">
      <dgm:prSet presAssocID="{9AFDEAC1-A74D-44ED-A273-8EEA9AD544D9}" presName="Child4" presStyleLbl="node1" presStyleIdx="3" presStyleCnt="6">
        <dgm:presLayoutVars>
          <dgm:chMax val="0"/>
          <dgm:chPref val="0"/>
          <dgm:bulletEnabled val="1"/>
        </dgm:presLayoutVars>
      </dgm:prSet>
      <dgm:spPr/>
    </dgm:pt>
    <dgm:pt modelId="{2BC2764A-33A6-492B-8B3B-68B29A812C4E}" type="pres">
      <dgm:prSet presAssocID="{B9D45139-F3F4-4152-92C4-3D25CEFC119D}" presName="Accent5" presStyleCnt="0"/>
      <dgm:spPr/>
    </dgm:pt>
    <dgm:pt modelId="{31CA2BBA-A388-424F-9DC8-E777B438B36B}" type="pres">
      <dgm:prSet presAssocID="{B9D45139-F3F4-4152-92C4-3D25CEFC119D}" presName="Accent" presStyleLbl="bgShp" presStyleIdx="4" presStyleCnt="6"/>
      <dgm:spPr/>
    </dgm:pt>
    <dgm:pt modelId="{E0CFB451-33EC-42BA-BC22-D6552D993D39}" type="pres">
      <dgm:prSet presAssocID="{B9D45139-F3F4-4152-92C4-3D25CEFC119D}" presName="Child5" presStyleLbl="node1" presStyleIdx="4" presStyleCnt="6">
        <dgm:presLayoutVars>
          <dgm:chMax val="0"/>
          <dgm:chPref val="0"/>
          <dgm:bulletEnabled val="1"/>
        </dgm:presLayoutVars>
      </dgm:prSet>
      <dgm:spPr/>
    </dgm:pt>
    <dgm:pt modelId="{9D89E4C1-063C-4279-A803-15320E187DFD}" type="pres">
      <dgm:prSet presAssocID="{4D00E63A-FD9F-481E-BB9D-E2703B1011B0}" presName="Accent6" presStyleCnt="0"/>
      <dgm:spPr/>
    </dgm:pt>
    <dgm:pt modelId="{C619588D-9CBB-467C-9914-1505280EB1E3}" type="pres">
      <dgm:prSet presAssocID="{4D00E63A-FD9F-481E-BB9D-E2703B1011B0}" presName="Accent" presStyleLbl="bgShp" presStyleIdx="5" presStyleCnt="6"/>
      <dgm:spPr/>
    </dgm:pt>
    <dgm:pt modelId="{6AA46A77-33BC-4DB4-824C-3441F579EC5D}" type="pres">
      <dgm:prSet presAssocID="{4D00E63A-FD9F-481E-BB9D-E2703B1011B0}" presName="Child6" presStyleLbl="node1" presStyleIdx="5" presStyleCnt="6">
        <dgm:presLayoutVars>
          <dgm:chMax val="0"/>
          <dgm:chPref val="0"/>
          <dgm:bulletEnabled val="1"/>
        </dgm:presLayoutVars>
      </dgm:prSet>
      <dgm:spPr/>
    </dgm:pt>
  </dgm:ptLst>
  <dgm:cxnLst>
    <dgm:cxn modelId="{AE677A09-2A15-4803-AD6D-FF81F49B2502}" type="presOf" srcId="{B58BCB8E-D221-4C08-8B52-3A11AD0D25DA}" destId="{6DD5055E-F52B-4132-A07E-3BADFA109A3C}" srcOrd="0" destOrd="2" presId="urn:microsoft.com/office/officeart/2011/layout/HexagonRadial"/>
    <dgm:cxn modelId="{FD0D0812-3766-4422-AB8F-58752BCDBE07}" srcId="{42D71409-67F9-455C-8C6D-716D284AAA6B}" destId="{932A6641-B47E-48FC-963F-311CBB9F360A}" srcOrd="2" destOrd="0" parTransId="{BCC541E2-3A60-4FA0-82BC-A407780EE7DB}" sibTransId="{0E70FA36-C3C7-4A08-A69A-A16BAA6AE9D9}"/>
    <dgm:cxn modelId="{FC5EBE1D-EB94-4024-BCEB-4C9BA6D28F55}" type="presOf" srcId="{932A6641-B47E-48FC-963F-311CBB9F360A}" destId="{209A48E9-192B-4A38-A007-229949F8BAD7}" srcOrd="0" destOrd="0" presId="urn:microsoft.com/office/officeart/2011/layout/HexagonRadial"/>
    <dgm:cxn modelId="{2AA9C11F-1F1D-428E-801A-47EAA766C99D}" srcId="{B9C32B05-62EA-407A-B21C-2310C7945705}" destId="{42D71409-67F9-455C-8C6D-716D284AAA6B}" srcOrd="0" destOrd="0" parTransId="{51680ED1-AF6E-4B28-AE94-92B0EFB0DF7D}" sibTransId="{478B7D3C-9FB4-4BC6-90AC-49960560DECD}"/>
    <dgm:cxn modelId="{F902C628-9B40-432B-9AC6-DEA162517EBD}" type="presOf" srcId="{9AFDEAC1-A74D-44ED-A273-8EEA9AD544D9}" destId="{6DD5055E-F52B-4132-A07E-3BADFA109A3C}" srcOrd="0" destOrd="0" presId="urn:microsoft.com/office/officeart/2011/layout/HexagonRadial"/>
    <dgm:cxn modelId="{65274561-F2F5-4CB8-B531-D23732B38E84}" type="presOf" srcId="{F9C3D3A7-7752-45CE-BDD2-69E79F84F34E}" destId="{2386706E-5992-4BE7-9818-1914B1BCE342}" srcOrd="0" destOrd="2" presId="urn:microsoft.com/office/officeart/2011/layout/HexagonRadial"/>
    <dgm:cxn modelId="{4F63EF6A-64A7-44BB-8EC0-54B14E3C7DC7}" srcId="{42D71409-67F9-455C-8C6D-716D284AAA6B}" destId="{9AFDEAC1-A74D-44ED-A273-8EEA9AD544D9}" srcOrd="3" destOrd="0" parTransId="{4C7BF0C9-F320-4604-83E4-3616EC3F0A51}" sibTransId="{CDA3DFC5-250E-4BBA-A52A-9278B729BB2D}"/>
    <dgm:cxn modelId="{61D56874-A7DF-45EE-BEE3-DEDDA436B106}" type="presOf" srcId="{8EA7219F-BDB2-48EB-9EEB-3133522D132E}" destId="{2386706E-5992-4BE7-9818-1914B1BCE342}" srcOrd="0" destOrd="0" presId="urn:microsoft.com/office/officeart/2011/layout/HexagonRadial"/>
    <dgm:cxn modelId="{327F9483-FE49-41A3-A4FF-5A0A27ECFFAF}" srcId="{9AFDEAC1-A74D-44ED-A273-8EEA9AD544D9}" destId="{B58BCB8E-D221-4C08-8B52-3A11AD0D25DA}" srcOrd="1" destOrd="0" parTransId="{0B81FA0C-448F-4CE1-ADC9-8ADF06C1ADCD}" sibTransId="{2AAC96C7-EB69-48A3-BBB9-5020A658ADF9}"/>
    <dgm:cxn modelId="{8F6F6988-0608-4A94-B544-42138A03A8EB}" type="presOf" srcId="{4D00E63A-FD9F-481E-BB9D-E2703B1011B0}" destId="{6AA46A77-33BC-4DB4-824C-3441F579EC5D}" srcOrd="0" destOrd="0" presId="urn:microsoft.com/office/officeart/2011/layout/HexagonRadial"/>
    <dgm:cxn modelId="{D2281DA7-7470-42EE-9A72-369B2BD853EF}" type="presOf" srcId="{42D71409-67F9-455C-8C6D-716D284AAA6B}" destId="{A9DA937D-C5FD-4ABB-9B48-4618CC864E85}" srcOrd="0" destOrd="0" presId="urn:microsoft.com/office/officeart/2011/layout/HexagonRadial"/>
    <dgm:cxn modelId="{631EC6A9-292A-4ED3-9C30-2DCCB39D5A3F}" srcId="{8EA7219F-BDB2-48EB-9EEB-3133522D132E}" destId="{0DE70E37-B184-44D9-8625-DA9C20820822}" srcOrd="0" destOrd="0" parTransId="{671FA38B-74C2-49A3-B4D8-4D3B70788550}" sibTransId="{20B4450F-BA25-4AA9-A3C4-C22C7DC3B2D9}"/>
    <dgm:cxn modelId="{2C685BAE-386F-4131-90D0-7B264E8F8BCA}" srcId="{42D71409-67F9-455C-8C6D-716D284AAA6B}" destId="{B9D45139-F3F4-4152-92C4-3D25CEFC119D}" srcOrd="4" destOrd="0" parTransId="{DBEFAB32-9712-4297-8A8D-7262F6BDA28F}" sibTransId="{F9998EC4-E0CA-4A95-8289-03D8F7927696}"/>
    <dgm:cxn modelId="{705AD3B5-E876-42F4-A484-01A85357490E}" srcId="{9AFDEAC1-A74D-44ED-A273-8EEA9AD544D9}" destId="{B2324DED-AEB0-4115-8065-265374D17FB8}" srcOrd="0" destOrd="0" parTransId="{02750B7B-C981-4E91-9512-618CC7A023B5}" sibTransId="{D0B729EC-0708-4D35-B7B9-FBA2B395C5E6}"/>
    <dgm:cxn modelId="{B71BC2CC-24E0-43A8-B28D-C0B84436E6A2}" type="presOf" srcId="{3AF880A5-0F00-4315-A5DF-1FE656798601}" destId="{CCA31F3B-C9A4-436E-8DAB-9080575BACF6}" srcOrd="0" destOrd="0" presId="urn:microsoft.com/office/officeart/2011/layout/HexagonRadial"/>
    <dgm:cxn modelId="{704961CD-9BF6-4FE7-89D7-552DE480515C}" srcId="{42D71409-67F9-455C-8C6D-716D284AAA6B}" destId="{4D00E63A-FD9F-481E-BB9D-E2703B1011B0}" srcOrd="5" destOrd="0" parTransId="{9ADAB2CF-94B0-4FDA-A962-5EEEC02CCC08}" sibTransId="{F2C10D62-1D6C-4E85-84B0-994F91CE79B2}"/>
    <dgm:cxn modelId="{1FBF73D3-349F-4153-865D-698E94266025}" type="presOf" srcId="{B9C32B05-62EA-407A-B21C-2310C7945705}" destId="{D67D8950-892D-4486-9EB8-5DD07C41EAB9}" srcOrd="0" destOrd="0" presId="urn:microsoft.com/office/officeart/2011/layout/HexagonRadial"/>
    <dgm:cxn modelId="{52B980D4-CDF2-445E-AD4A-45B3681A7747}" srcId="{8EA7219F-BDB2-48EB-9EEB-3133522D132E}" destId="{F9C3D3A7-7752-45CE-BDD2-69E79F84F34E}" srcOrd="1" destOrd="0" parTransId="{D7E98A27-74AC-4001-885D-063E05CEC6FB}" sibTransId="{845BFD18-08E0-4E46-8C2B-CADE808F552A}"/>
    <dgm:cxn modelId="{3AF982DA-E90A-4FC7-92DD-5AF4FC8AD6D1}" type="presOf" srcId="{B9D45139-F3F4-4152-92C4-3D25CEFC119D}" destId="{E0CFB451-33EC-42BA-BC22-D6552D993D39}" srcOrd="0" destOrd="0" presId="urn:microsoft.com/office/officeart/2011/layout/HexagonRadial"/>
    <dgm:cxn modelId="{24F8CBE2-5003-4E69-A772-6B98F2B05181}" srcId="{42D71409-67F9-455C-8C6D-716D284AAA6B}" destId="{3AF880A5-0F00-4315-A5DF-1FE656798601}" srcOrd="1" destOrd="0" parTransId="{A13BB1F9-5857-4B43-8BF5-6589AA2CB759}" sibTransId="{C198C41D-2640-4669-83ED-E0CD35701C8E}"/>
    <dgm:cxn modelId="{6129FBE9-6EF4-4773-83FE-17732AF3AD50}" type="presOf" srcId="{0DE70E37-B184-44D9-8625-DA9C20820822}" destId="{2386706E-5992-4BE7-9818-1914B1BCE342}" srcOrd="0" destOrd="1" presId="urn:microsoft.com/office/officeart/2011/layout/HexagonRadial"/>
    <dgm:cxn modelId="{58AD7EEF-D408-406B-87EE-4691D4C30668}" srcId="{42D71409-67F9-455C-8C6D-716D284AAA6B}" destId="{8EA7219F-BDB2-48EB-9EEB-3133522D132E}" srcOrd="0" destOrd="0" parTransId="{3EE8403A-CB7C-4815-85BD-AEBCAEB71B37}" sibTransId="{C94B7947-85DC-4B21-BB99-DF8438356F98}"/>
    <dgm:cxn modelId="{1D227DF0-55D9-4A55-AD90-98D58EA01A0E}" type="presOf" srcId="{B2324DED-AEB0-4115-8065-265374D17FB8}" destId="{6DD5055E-F52B-4132-A07E-3BADFA109A3C}" srcOrd="0" destOrd="1" presId="urn:microsoft.com/office/officeart/2011/layout/HexagonRadial"/>
    <dgm:cxn modelId="{0B26220A-0CBE-41E0-8AC1-8AA6A89668FB}" type="presParOf" srcId="{D67D8950-892D-4486-9EB8-5DD07C41EAB9}" destId="{A9DA937D-C5FD-4ABB-9B48-4618CC864E85}" srcOrd="0" destOrd="0" presId="urn:microsoft.com/office/officeart/2011/layout/HexagonRadial"/>
    <dgm:cxn modelId="{15431272-F958-4D3D-991A-4FE917FF4DE3}" type="presParOf" srcId="{D67D8950-892D-4486-9EB8-5DD07C41EAB9}" destId="{2CBC5870-F9C5-4F58-80CB-A7E8EEA63C22}" srcOrd="1" destOrd="0" presId="urn:microsoft.com/office/officeart/2011/layout/HexagonRadial"/>
    <dgm:cxn modelId="{53136561-4687-4FE2-9684-5249E69A7FCF}" type="presParOf" srcId="{2CBC5870-F9C5-4F58-80CB-A7E8EEA63C22}" destId="{4878612A-0F1A-4B4E-9644-9039607D8F44}" srcOrd="0" destOrd="0" presId="urn:microsoft.com/office/officeart/2011/layout/HexagonRadial"/>
    <dgm:cxn modelId="{8B3F97AB-4E0E-4954-8780-6FE933265DE9}" type="presParOf" srcId="{D67D8950-892D-4486-9EB8-5DD07C41EAB9}" destId="{2386706E-5992-4BE7-9818-1914B1BCE342}" srcOrd="2" destOrd="0" presId="urn:microsoft.com/office/officeart/2011/layout/HexagonRadial"/>
    <dgm:cxn modelId="{2CD6488E-560B-45D1-8174-699E544C22FE}" type="presParOf" srcId="{D67D8950-892D-4486-9EB8-5DD07C41EAB9}" destId="{C4C10F51-A36D-4BFD-9799-7477A7F8AC14}" srcOrd="3" destOrd="0" presId="urn:microsoft.com/office/officeart/2011/layout/HexagonRadial"/>
    <dgm:cxn modelId="{AE19475E-45C5-429D-9288-E42834171B8A}" type="presParOf" srcId="{C4C10F51-A36D-4BFD-9799-7477A7F8AC14}" destId="{163330C2-B7A9-424B-9975-27C15C8AD4A3}" srcOrd="0" destOrd="0" presId="urn:microsoft.com/office/officeart/2011/layout/HexagonRadial"/>
    <dgm:cxn modelId="{4A0B00BF-5A4A-4BF0-B021-518297592AB6}" type="presParOf" srcId="{D67D8950-892D-4486-9EB8-5DD07C41EAB9}" destId="{CCA31F3B-C9A4-436E-8DAB-9080575BACF6}" srcOrd="4" destOrd="0" presId="urn:microsoft.com/office/officeart/2011/layout/HexagonRadial"/>
    <dgm:cxn modelId="{FE6E097D-BA1E-478C-B64C-3A051F5FFDFA}" type="presParOf" srcId="{D67D8950-892D-4486-9EB8-5DD07C41EAB9}" destId="{E8084D5B-6EE3-47F0-A1B4-547DB042EB4E}" srcOrd="5" destOrd="0" presId="urn:microsoft.com/office/officeart/2011/layout/HexagonRadial"/>
    <dgm:cxn modelId="{C941D8E9-EB4A-4ECF-B00E-CB81C809EEDC}" type="presParOf" srcId="{E8084D5B-6EE3-47F0-A1B4-547DB042EB4E}" destId="{22C59B39-F404-43C9-8059-1DCF42853726}" srcOrd="0" destOrd="0" presId="urn:microsoft.com/office/officeart/2011/layout/HexagonRadial"/>
    <dgm:cxn modelId="{13599408-49F8-44B7-850D-C8F87088EC13}" type="presParOf" srcId="{D67D8950-892D-4486-9EB8-5DD07C41EAB9}" destId="{209A48E9-192B-4A38-A007-229949F8BAD7}" srcOrd="6" destOrd="0" presId="urn:microsoft.com/office/officeart/2011/layout/HexagonRadial"/>
    <dgm:cxn modelId="{2A3B6661-8F82-4D5E-8C9D-F46C7BCC779D}" type="presParOf" srcId="{D67D8950-892D-4486-9EB8-5DD07C41EAB9}" destId="{4B79B1CE-E2F3-46DF-B89B-BA8F4B154EB3}" srcOrd="7" destOrd="0" presId="urn:microsoft.com/office/officeart/2011/layout/HexagonRadial"/>
    <dgm:cxn modelId="{B53ED459-5CDD-4CAA-B1CA-8903076D1A95}" type="presParOf" srcId="{4B79B1CE-E2F3-46DF-B89B-BA8F4B154EB3}" destId="{30078BD7-409A-4CFC-BAE6-459F6EC3E939}" srcOrd="0" destOrd="0" presId="urn:microsoft.com/office/officeart/2011/layout/HexagonRadial"/>
    <dgm:cxn modelId="{E2F253DE-2358-411E-8EAE-21D21323041C}" type="presParOf" srcId="{D67D8950-892D-4486-9EB8-5DD07C41EAB9}" destId="{6DD5055E-F52B-4132-A07E-3BADFA109A3C}" srcOrd="8" destOrd="0" presId="urn:microsoft.com/office/officeart/2011/layout/HexagonRadial"/>
    <dgm:cxn modelId="{51B990B8-8264-4901-9EEF-C35C0337A5A3}" type="presParOf" srcId="{D67D8950-892D-4486-9EB8-5DD07C41EAB9}" destId="{2BC2764A-33A6-492B-8B3B-68B29A812C4E}" srcOrd="9" destOrd="0" presId="urn:microsoft.com/office/officeart/2011/layout/HexagonRadial"/>
    <dgm:cxn modelId="{5702DBEA-5F0A-4118-AF59-139BAD61A46E}" type="presParOf" srcId="{2BC2764A-33A6-492B-8B3B-68B29A812C4E}" destId="{31CA2BBA-A388-424F-9DC8-E777B438B36B}" srcOrd="0" destOrd="0" presId="urn:microsoft.com/office/officeart/2011/layout/HexagonRadial"/>
    <dgm:cxn modelId="{EB593125-7EF7-4FE7-9F70-CF9363411C5F}" type="presParOf" srcId="{D67D8950-892D-4486-9EB8-5DD07C41EAB9}" destId="{E0CFB451-33EC-42BA-BC22-D6552D993D39}" srcOrd="10" destOrd="0" presId="urn:microsoft.com/office/officeart/2011/layout/HexagonRadial"/>
    <dgm:cxn modelId="{B1CF9B85-3A62-41A4-A378-9978A31B2E36}" type="presParOf" srcId="{D67D8950-892D-4486-9EB8-5DD07C41EAB9}" destId="{9D89E4C1-063C-4279-A803-15320E187DFD}" srcOrd="11" destOrd="0" presId="urn:microsoft.com/office/officeart/2011/layout/HexagonRadial"/>
    <dgm:cxn modelId="{3CA34E0F-82A3-41A7-ADF0-DC13EAC41305}" type="presParOf" srcId="{9D89E4C1-063C-4279-A803-15320E187DFD}" destId="{C619588D-9CBB-467C-9914-1505280EB1E3}" srcOrd="0" destOrd="0" presId="urn:microsoft.com/office/officeart/2011/layout/HexagonRadial"/>
    <dgm:cxn modelId="{3DACBEB6-9724-4F75-B4DE-D0B801953AB8}" type="presParOf" srcId="{D67D8950-892D-4486-9EB8-5DD07C41EAB9}" destId="{6AA46A77-33BC-4DB4-824C-3441F579EC5D}" srcOrd="12" destOrd="0" presId="urn:microsoft.com/office/officeart/2011/layout/HexagonRadial"/>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92.xml><?xml version="1.0" encoding="utf-8"?>
<dgm:dataModel xmlns:dgm="http://schemas.openxmlformats.org/drawingml/2006/diagram" xmlns:a="http://schemas.openxmlformats.org/drawingml/2006/main">
  <dgm:ptLst>
    <dgm:pt modelId="{B9C32B05-62EA-407A-B21C-2310C7945705}" type="doc">
      <dgm:prSet loTypeId="urn:microsoft.com/office/officeart/2005/8/layout/radial6" loCatId="cycle"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3AF880A5-0F00-4315-A5DF-1FE656798601}">
      <dgm:prSet phldrT="[Text]"/>
      <dgm:spPr/>
      <dgm:t>
        <a:bodyPr/>
        <a:lstStyle/>
        <a:p>
          <a:r>
            <a:rPr lang="en-US" dirty="0"/>
            <a:t>Some text here</a:t>
          </a:r>
        </a:p>
      </dgm:t>
    </dgm:pt>
    <dgm:pt modelId="{A13BB1F9-5857-4B43-8BF5-6589AA2CB759}" type="parTrans" cxnId="{24F8CBE2-5003-4E69-A772-6B98F2B05181}">
      <dgm:prSet/>
      <dgm:spPr/>
      <dgm:t>
        <a:bodyPr/>
        <a:lstStyle/>
        <a:p>
          <a:endParaRPr lang="en-US"/>
        </a:p>
      </dgm:t>
    </dgm:pt>
    <dgm:pt modelId="{C198C41D-2640-4669-83ED-E0CD35701C8E}" type="sibTrans" cxnId="{24F8CBE2-5003-4E69-A772-6B98F2B05181}">
      <dgm:prSet/>
      <dgm:spPr/>
      <dgm:t>
        <a:bodyPr/>
        <a:lstStyle/>
        <a:p>
          <a:endParaRPr lang="en-US"/>
        </a:p>
      </dgm:t>
    </dgm:pt>
    <dgm:pt modelId="{8EA7219F-BDB2-48EB-9EEB-3133522D132E}">
      <dgm:prSet phldrT="[Text]"/>
      <dgm:spPr/>
      <dgm:t>
        <a:bodyPr/>
        <a:lstStyle/>
        <a:p>
          <a:r>
            <a:rPr lang="en-US" dirty="0"/>
            <a:t>Some text here</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932A6641-B47E-48FC-963F-311CBB9F360A}">
      <dgm:prSet phldrT="[Text]"/>
      <dgm:spPr/>
      <dgm:t>
        <a:bodyPr/>
        <a:lstStyle/>
        <a:p>
          <a:r>
            <a:rPr lang="en-US"/>
            <a:t>Some text here</a:t>
          </a:r>
          <a:endParaRPr lang="en-US" dirty="0"/>
        </a:p>
      </dgm:t>
    </dgm:pt>
    <dgm:pt modelId="{BCC541E2-3A60-4FA0-82BC-A407780EE7DB}" type="parTrans" cxnId="{FD0D0812-3766-4422-AB8F-58752BCDBE07}">
      <dgm:prSet/>
      <dgm:spPr/>
      <dgm:t>
        <a:bodyPr/>
        <a:lstStyle/>
        <a:p>
          <a:endParaRPr lang="en-US"/>
        </a:p>
      </dgm:t>
    </dgm:pt>
    <dgm:pt modelId="{0E70FA36-C3C7-4A08-A69A-A16BAA6AE9D9}" type="sibTrans" cxnId="{FD0D0812-3766-4422-AB8F-58752BCDBE07}">
      <dgm:prSet/>
      <dgm:spPr/>
      <dgm:t>
        <a:bodyPr/>
        <a:lstStyle/>
        <a:p>
          <a:endParaRPr lang="en-US"/>
        </a:p>
      </dgm:t>
    </dgm:pt>
    <dgm:pt modelId="{9AFDEAC1-A74D-44ED-A273-8EEA9AD544D9}">
      <dgm:prSet phldrT="[Text]"/>
      <dgm:spPr/>
      <dgm:t>
        <a:bodyPr/>
        <a:lstStyle/>
        <a:p>
          <a:r>
            <a:rPr lang="en-US"/>
            <a:t>Some text here</a:t>
          </a:r>
          <a:endParaRPr lang="en-US" dirty="0"/>
        </a:p>
      </dgm:t>
    </dgm:pt>
    <dgm:pt modelId="{4C7BF0C9-F320-4604-83E4-3616EC3F0A51}" type="parTrans" cxnId="{4F63EF6A-64A7-44BB-8EC0-54B14E3C7DC7}">
      <dgm:prSet/>
      <dgm:spPr/>
      <dgm:t>
        <a:bodyPr/>
        <a:lstStyle/>
        <a:p>
          <a:endParaRPr lang="en-US"/>
        </a:p>
      </dgm:t>
    </dgm:pt>
    <dgm:pt modelId="{CDA3DFC5-250E-4BBA-A52A-9278B729BB2D}" type="sibTrans" cxnId="{4F63EF6A-64A7-44BB-8EC0-54B14E3C7DC7}">
      <dgm:prSet/>
      <dgm:spPr/>
      <dgm:t>
        <a:bodyPr/>
        <a:lstStyle/>
        <a:p>
          <a:endParaRPr lang="en-US"/>
        </a:p>
      </dgm:t>
    </dgm:pt>
    <dgm:pt modelId="{4D00E63A-FD9F-481E-BB9D-E2703B1011B0}">
      <dgm:prSet phldrT="[Text]"/>
      <dgm:spPr/>
      <dgm:t>
        <a:bodyPr/>
        <a:lstStyle/>
        <a:p>
          <a:r>
            <a:rPr lang="en-US"/>
            <a:t>Some text here</a:t>
          </a:r>
          <a:endParaRPr lang="en-US" dirty="0"/>
        </a:p>
      </dgm:t>
    </dgm:pt>
    <dgm:pt modelId="{9ADAB2CF-94B0-4FDA-A962-5EEEC02CCC08}" type="parTrans" cxnId="{704961CD-9BF6-4FE7-89D7-552DE480515C}">
      <dgm:prSet/>
      <dgm:spPr/>
      <dgm:t>
        <a:bodyPr/>
        <a:lstStyle/>
        <a:p>
          <a:endParaRPr lang="en-US"/>
        </a:p>
      </dgm:t>
    </dgm:pt>
    <dgm:pt modelId="{F2C10D62-1D6C-4E85-84B0-994F91CE79B2}" type="sibTrans" cxnId="{704961CD-9BF6-4FE7-89D7-552DE480515C}">
      <dgm:prSet/>
      <dgm:spPr/>
      <dgm:t>
        <a:bodyPr/>
        <a:lstStyle/>
        <a:p>
          <a:endParaRPr lang="en-US"/>
        </a:p>
      </dgm:t>
    </dgm:pt>
    <dgm:pt modelId="{8BA7EF77-4679-4396-9134-31D7B5B402FC}" type="pres">
      <dgm:prSet presAssocID="{B9C32B05-62EA-407A-B21C-2310C7945705}" presName="Name0" presStyleCnt="0">
        <dgm:presLayoutVars>
          <dgm:chMax val="1"/>
          <dgm:dir/>
          <dgm:animLvl val="ctr"/>
          <dgm:resizeHandles val="exact"/>
        </dgm:presLayoutVars>
      </dgm:prSet>
      <dgm:spPr/>
    </dgm:pt>
    <dgm:pt modelId="{EF999FD6-9105-436A-AD51-B1DB4079F049}" type="pres">
      <dgm:prSet presAssocID="{42D71409-67F9-455C-8C6D-716D284AAA6B}" presName="centerShape" presStyleLbl="node0" presStyleIdx="0" presStyleCnt="1"/>
      <dgm:spPr/>
    </dgm:pt>
    <dgm:pt modelId="{703BA866-B237-490B-8D70-A5C4A27E5956}" type="pres">
      <dgm:prSet presAssocID="{8EA7219F-BDB2-48EB-9EEB-3133522D132E}" presName="node" presStyleLbl="node1" presStyleIdx="0" presStyleCnt="5">
        <dgm:presLayoutVars>
          <dgm:bulletEnabled val="1"/>
        </dgm:presLayoutVars>
      </dgm:prSet>
      <dgm:spPr/>
    </dgm:pt>
    <dgm:pt modelId="{E0DBF6AA-858A-4738-A9FD-A71B78298BE3}" type="pres">
      <dgm:prSet presAssocID="{8EA7219F-BDB2-48EB-9EEB-3133522D132E}" presName="dummy" presStyleCnt="0"/>
      <dgm:spPr/>
    </dgm:pt>
    <dgm:pt modelId="{F1BFA99B-9DD5-447C-8090-030FD180AFFF}" type="pres">
      <dgm:prSet presAssocID="{C94B7947-85DC-4B21-BB99-DF8438356F98}" presName="sibTrans" presStyleLbl="sibTrans2D1" presStyleIdx="0" presStyleCnt="5"/>
      <dgm:spPr/>
    </dgm:pt>
    <dgm:pt modelId="{D023BD4D-E8AE-4F57-B990-16D8758473E4}" type="pres">
      <dgm:prSet presAssocID="{3AF880A5-0F00-4315-A5DF-1FE656798601}" presName="node" presStyleLbl="node1" presStyleIdx="1" presStyleCnt="5">
        <dgm:presLayoutVars>
          <dgm:bulletEnabled val="1"/>
        </dgm:presLayoutVars>
      </dgm:prSet>
      <dgm:spPr/>
    </dgm:pt>
    <dgm:pt modelId="{3A0EA423-6540-4ADE-AB62-2FBA6B5CC3B0}" type="pres">
      <dgm:prSet presAssocID="{3AF880A5-0F00-4315-A5DF-1FE656798601}" presName="dummy" presStyleCnt="0"/>
      <dgm:spPr/>
    </dgm:pt>
    <dgm:pt modelId="{1C93D309-60A1-48E4-8D14-91399D7F3FC0}" type="pres">
      <dgm:prSet presAssocID="{C198C41D-2640-4669-83ED-E0CD35701C8E}" presName="sibTrans" presStyleLbl="sibTrans2D1" presStyleIdx="1" presStyleCnt="5"/>
      <dgm:spPr/>
    </dgm:pt>
    <dgm:pt modelId="{05B406A6-297E-40EE-B569-D00F11B8A8E6}" type="pres">
      <dgm:prSet presAssocID="{932A6641-B47E-48FC-963F-311CBB9F360A}" presName="node" presStyleLbl="node1" presStyleIdx="2" presStyleCnt="5">
        <dgm:presLayoutVars>
          <dgm:bulletEnabled val="1"/>
        </dgm:presLayoutVars>
      </dgm:prSet>
      <dgm:spPr/>
    </dgm:pt>
    <dgm:pt modelId="{85AE7E00-74C7-4CB9-89A8-447392F48EFF}" type="pres">
      <dgm:prSet presAssocID="{932A6641-B47E-48FC-963F-311CBB9F360A}" presName="dummy" presStyleCnt="0"/>
      <dgm:spPr/>
    </dgm:pt>
    <dgm:pt modelId="{CB88FBA3-0497-4A8F-A739-C43C75ED42CD}" type="pres">
      <dgm:prSet presAssocID="{0E70FA36-C3C7-4A08-A69A-A16BAA6AE9D9}" presName="sibTrans" presStyleLbl="sibTrans2D1" presStyleIdx="2" presStyleCnt="5"/>
      <dgm:spPr/>
    </dgm:pt>
    <dgm:pt modelId="{E72869FE-6B38-4C75-8A2C-16033CF1E493}" type="pres">
      <dgm:prSet presAssocID="{9AFDEAC1-A74D-44ED-A273-8EEA9AD544D9}" presName="node" presStyleLbl="node1" presStyleIdx="3" presStyleCnt="5">
        <dgm:presLayoutVars>
          <dgm:bulletEnabled val="1"/>
        </dgm:presLayoutVars>
      </dgm:prSet>
      <dgm:spPr/>
    </dgm:pt>
    <dgm:pt modelId="{977D3FFF-67B6-4455-A3CD-5B08B6068A5D}" type="pres">
      <dgm:prSet presAssocID="{9AFDEAC1-A74D-44ED-A273-8EEA9AD544D9}" presName="dummy" presStyleCnt="0"/>
      <dgm:spPr/>
    </dgm:pt>
    <dgm:pt modelId="{70BD968F-7732-44AE-BFE3-899ABF5F4832}" type="pres">
      <dgm:prSet presAssocID="{CDA3DFC5-250E-4BBA-A52A-9278B729BB2D}" presName="sibTrans" presStyleLbl="sibTrans2D1" presStyleIdx="3" presStyleCnt="5"/>
      <dgm:spPr/>
    </dgm:pt>
    <dgm:pt modelId="{C03A1DCE-3DFD-47C5-BEEF-02E0F791B85D}" type="pres">
      <dgm:prSet presAssocID="{4D00E63A-FD9F-481E-BB9D-E2703B1011B0}" presName="node" presStyleLbl="node1" presStyleIdx="4" presStyleCnt="5">
        <dgm:presLayoutVars>
          <dgm:bulletEnabled val="1"/>
        </dgm:presLayoutVars>
      </dgm:prSet>
      <dgm:spPr/>
    </dgm:pt>
    <dgm:pt modelId="{7A2CBDE8-28F4-457D-A33E-7986B6701156}" type="pres">
      <dgm:prSet presAssocID="{4D00E63A-FD9F-481E-BB9D-E2703B1011B0}" presName="dummy" presStyleCnt="0"/>
      <dgm:spPr/>
    </dgm:pt>
    <dgm:pt modelId="{DE9C3BD6-D83B-4C96-A551-1A9F79339281}" type="pres">
      <dgm:prSet presAssocID="{F2C10D62-1D6C-4E85-84B0-994F91CE79B2}" presName="sibTrans" presStyleLbl="sibTrans2D1" presStyleIdx="4" presStyleCnt="5"/>
      <dgm:spPr/>
    </dgm:pt>
  </dgm:ptLst>
  <dgm:cxnLst>
    <dgm:cxn modelId="{80C9F108-C8B4-49E9-A50A-2D89EAF1051A}" type="presOf" srcId="{9AFDEAC1-A74D-44ED-A273-8EEA9AD544D9}" destId="{E72869FE-6B38-4C75-8A2C-16033CF1E493}" srcOrd="0" destOrd="0" presId="urn:microsoft.com/office/officeart/2005/8/layout/radial6"/>
    <dgm:cxn modelId="{6957D20C-6FB4-4779-A813-94A7D2ED5CBE}" type="presOf" srcId="{3AF880A5-0F00-4315-A5DF-1FE656798601}" destId="{D023BD4D-E8AE-4F57-B990-16D8758473E4}" srcOrd="0" destOrd="0" presId="urn:microsoft.com/office/officeart/2005/8/layout/radial6"/>
    <dgm:cxn modelId="{FD0D0812-3766-4422-AB8F-58752BCDBE07}" srcId="{42D71409-67F9-455C-8C6D-716D284AAA6B}" destId="{932A6641-B47E-48FC-963F-311CBB9F360A}" srcOrd="2" destOrd="0" parTransId="{BCC541E2-3A60-4FA0-82BC-A407780EE7DB}" sibTransId="{0E70FA36-C3C7-4A08-A69A-A16BAA6AE9D9}"/>
    <dgm:cxn modelId="{27A89F16-C9AC-40ED-8C47-0CB2FBC4D308}" type="presOf" srcId="{F2C10D62-1D6C-4E85-84B0-994F91CE79B2}" destId="{DE9C3BD6-D83B-4C96-A551-1A9F79339281}" srcOrd="0" destOrd="0" presId="urn:microsoft.com/office/officeart/2005/8/layout/radial6"/>
    <dgm:cxn modelId="{2AA9C11F-1F1D-428E-801A-47EAA766C99D}" srcId="{B9C32B05-62EA-407A-B21C-2310C7945705}" destId="{42D71409-67F9-455C-8C6D-716D284AAA6B}" srcOrd="0" destOrd="0" parTransId="{51680ED1-AF6E-4B28-AE94-92B0EFB0DF7D}" sibTransId="{478B7D3C-9FB4-4BC6-90AC-49960560DECD}"/>
    <dgm:cxn modelId="{E935AA60-EC93-4E2F-BF30-82626A27D2CF}" type="presOf" srcId="{B9C32B05-62EA-407A-B21C-2310C7945705}" destId="{8BA7EF77-4679-4396-9134-31D7B5B402FC}" srcOrd="0" destOrd="0" presId="urn:microsoft.com/office/officeart/2005/8/layout/radial6"/>
    <dgm:cxn modelId="{4F63EF6A-64A7-44BB-8EC0-54B14E3C7DC7}" srcId="{42D71409-67F9-455C-8C6D-716D284AAA6B}" destId="{9AFDEAC1-A74D-44ED-A273-8EEA9AD544D9}" srcOrd="3" destOrd="0" parTransId="{4C7BF0C9-F320-4604-83E4-3616EC3F0A51}" sibTransId="{CDA3DFC5-250E-4BBA-A52A-9278B729BB2D}"/>
    <dgm:cxn modelId="{689BB081-D24F-4D22-989E-30EA0F89F39E}" type="presOf" srcId="{0E70FA36-C3C7-4A08-A69A-A16BAA6AE9D9}" destId="{CB88FBA3-0497-4A8F-A739-C43C75ED42CD}" srcOrd="0" destOrd="0" presId="urn:microsoft.com/office/officeart/2005/8/layout/radial6"/>
    <dgm:cxn modelId="{64F27584-9B7C-4F42-862A-A5AF51E1E43C}" type="presOf" srcId="{CDA3DFC5-250E-4BBA-A52A-9278B729BB2D}" destId="{70BD968F-7732-44AE-BFE3-899ABF5F4832}" srcOrd="0" destOrd="0" presId="urn:microsoft.com/office/officeart/2005/8/layout/radial6"/>
    <dgm:cxn modelId="{4FF22D99-051B-473C-B4EF-C45CACFF48B0}" type="presOf" srcId="{8EA7219F-BDB2-48EB-9EEB-3133522D132E}" destId="{703BA866-B237-490B-8D70-A5C4A27E5956}" srcOrd="0" destOrd="0" presId="urn:microsoft.com/office/officeart/2005/8/layout/radial6"/>
    <dgm:cxn modelId="{BCB9569E-0F61-4BBD-AD26-0F768BF388B9}" type="presOf" srcId="{932A6641-B47E-48FC-963F-311CBB9F360A}" destId="{05B406A6-297E-40EE-B569-D00F11B8A8E6}" srcOrd="0" destOrd="0" presId="urn:microsoft.com/office/officeart/2005/8/layout/radial6"/>
    <dgm:cxn modelId="{BF89A0B7-D471-4C73-A523-C65245ECDCFF}" type="presOf" srcId="{C198C41D-2640-4669-83ED-E0CD35701C8E}" destId="{1C93D309-60A1-48E4-8D14-91399D7F3FC0}" srcOrd="0" destOrd="0" presId="urn:microsoft.com/office/officeart/2005/8/layout/radial6"/>
    <dgm:cxn modelId="{136A04BD-4C18-4ADE-AEB3-6DEA32F9886B}" type="presOf" srcId="{4D00E63A-FD9F-481E-BB9D-E2703B1011B0}" destId="{C03A1DCE-3DFD-47C5-BEEF-02E0F791B85D}" srcOrd="0" destOrd="0" presId="urn:microsoft.com/office/officeart/2005/8/layout/radial6"/>
    <dgm:cxn modelId="{704961CD-9BF6-4FE7-89D7-552DE480515C}" srcId="{42D71409-67F9-455C-8C6D-716D284AAA6B}" destId="{4D00E63A-FD9F-481E-BB9D-E2703B1011B0}" srcOrd="4" destOrd="0" parTransId="{9ADAB2CF-94B0-4FDA-A962-5EEEC02CCC08}" sibTransId="{F2C10D62-1D6C-4E85-84B0-994F91CE79B2}"/>
    <dgm:cxn modelId="{24F8CBE2-5003-4E69-A772-6B98F2B05181}" srcId="{42D71409-67F9-455C-8C6D-716D284AAA6B}" destId="{3AF880A5-0F00-4315-A5DF-1FE656798601}" srcOrd="1" destOrd="0" parTransId="{A13BB1F9-5857-4B43-8BF5-6589AA2CB759}" sibTransId="{C198C41D-2640-4669-83ED-E0CD35701C8E}"/>
    <dgm:cxn modelId="{8502E8ED-E486-4611-B2BA-7618D51AA335}" type="presOf" srcId="{C94B7947-85DC-4B21-BB99-DF8438356F98}" destId="{F1BFA99B-9DD5-447C-8090-030FD180AFFF}" srcOrd="0" destOrd="0" presId="urn:microsoft.com/office/officeart/2005/8/layout/radial6"/>
    <dgm:cxn modelId="{58AD7EEF-D408-406B-87EE-4691D4C30668}" srcId="{42D71409-67F9-455C-8C6D-716D284AAA6B}" destId="{8EA7219F-BDB2-48EB-9EEB-3133522D132E}" srcOrd="0" destOrd="0" parTransId="{3EE8403A-CB7C-4815-85BD-AEBCAEB71B37}" sibTransId="{C94B7947-85DC-4B21-BB99-DF8438356F98}"/>
    <dgm:cxn modelId="{B1EC5AF0-4EF1-4813-88B5-95DACE9D31EB}" type="presOf" srcId="{42D71409-67F9-455C-8C6D-716D284AAA6B}" destId="{EF999FD6-9105-436A-AD51-B1DB4079F049}" srcOrd="0" destOrd="0" presId="urn:microsoft.com/office/officeart/2005/8/layout/radial6"/>
    <dgm:cxn modelId="{63206895-383A-4122-A1E5-1E7929D666EE}" type="presParOf" srcId="{8BA7EF77-4679-4396-9134-31D7B5B402FC}" destId="{EF999FD6-9105-436A-AD51-B1DB4079F049}" srcOrd="0" destOrd="0" presId="urn:microsoft.com/office/officeart/2005/8/layout/radial6"/>
    <dgm:cxn modelId="{68DD63A8-26DB-4F19-A8A8-AC575744EB20}" type="presParOf" srcId="{8BA7EF77-4679-4396-9134-31D7B5B402FC}" destId="{703BA866-B237-490B-8D70-A5C4A27E5956}" srcOrd="1" destOrd="0" presId="urn:microsoft.com/office/officeart/2005/8/layout/radial6"/>
    <dgm:cxn modelId="{05C161A7-3551-4B24-8F91-568B1131884A}" type="presParOf" srcId="{8BA7EF77-4679-4396-9134-31D7B5B402FC}" destId="{E0DBF6AA-858A-4738-A9FD-A71B78298BE3}" srcOrd="2" destOrd="0" presId="urn:microsoft.com/office/officeart/2005/8/layout/radial6"/>
    <dgm:cxn modelId="{F6D24802-9D88-4920-A108-2B9C5234AFC0}" type="presParOf" srcId="{8BA7EF77-4679-4396-9134-31D7B5B402FC}" destId="{F1BFA99B-9DD5-447C-8090-030FD180AFFF}" srcOrd="3" destOrd="0" presId="urn:microsoft.com/office/officeart/2005/8/layout/radial6"/>
    <dgm:cxn modelId="{32599AFE-C258-48B4-BB87-AECDD74DEF4D}" type="presParOf" srcId="{8BA7EF77-4679-4396-9134-31D7B5B402FC}" destId="{D023BD4D-E8AE-4F57-B990-16D8758473E4}" srcOrd="4" destOrd="0" presId="urn:microsoft.com/office/officeart/2005/8/layout/radial6"/>
    <dgm:cxn modelId="{3392EC2B-94A2-40D3-95B4-D40997E2BA7D}" type="presParOf" srcId="{8BA7EF77-4679-4396-9134-31D7B5B402FC}" destId="{3A0EA423-6540-4ADE-AB62-2FBA6B5CC3B0}" srcOrd="5" destOrd="0" presId="urn:microsoft.com/office/officeart/2005/8/layout/radial6"/>
    <dgm:cxn modelId="{13ED09A6-0F34-45AA-A830-D629BA6E43FA}" type="presParOf" srcId="{8BA7EF77-4679-4396-9134-31D7B5B402FC}" destId="{1C93D309-60A1-48E4-8D14-91399D7F3FC0}" srcOrd="6" destOrd="0" presId="urn:microsoft.com/office/officeart/2005/8/layout/radial6"/>
    <dgm:cxn modelId="{8315B5AA-602B-4FE3-B00A-87FF3BC2E2FE}" type="presParOf" srcId="{8BA7EF77-4679-4396-9134-31D7B5B402FC}" destId="{05B406A6-297E-40EE-B569-D00F11B8A8E6}" srcOrd="7" destOrd="0" presId="urn:microsoft.com/office/officeart/2005/8/layout/radial6"/>
    <dgm:cxn modelId="{5D0FA3E4-7456-4C93-A24E-03774EBA3617}" type="presParOf" srcId="{8BA7EF77-4679-4396-9134-31D7B5B402FC}" destId="{85AE7E00-74C7-4CB9-89A8-447392F48EFF}" srcOrd="8" destOrd="0" presId="urn:microsoft.com/office/officeart/2005/8/layout/radial6"/>
    <dgm:cxn modelId="{B04A6C35-694F-4E63-8C43-B1E2414B903A}" type="presParOf" srcId="{8BA7EF77-4679-4396-9134-31D7B5B402FC}" destId="{CB88FBA3-0497-4A8F-A739-C43C75ED42CD}" srcOrd="9" destOrd="0" presId="urn:microsoft.com/office/officeart/2005/8/layout/radial6"/>
    <dgm:cxn modelId="{8F55642F-0B95-4A79-A44A-460A2FACA062}" type="presParOf" srcId="{8BA7EF77-4679-4396-9134-31D7B5B402FC}" destId="{E72869FE-6B38-4C75-8A2C-16033CF1E493}" srcOrd="10" destOrd="0" presId="urn:microsoft.com/office/officeart/2005/8/layout/radial6"/>
    <dgm:cxn modelId="{1ED0015D-9586-4DBE-906A-11A2DEF76A86}" type="presParOf" srcId="{8BA7EF77-4679-4396-9134-31D7B5B402FC}" destId="{977D3FFF-67B6-4455-A3CD-5B08B6068A5D}" srcOrd="11" destOrd="0" presId="urn:microsoft.com/office/officeart/2005/8/layout/radial6"/>
    <dgm:cxn modelId="{8BEA0F47-2656-41A9-9ACF-BE4EB0E5FF28}" type="presParOf" srcId="{8BA7EF77-4679-4396-9134-31D7B5B402FC}" destId="{70BD968F-7732-44AE-BFE3-899ABF5F4832}" srcOrd="12" destOrd="0" presId="urn:microsoft.com/office/officeart/2005/8/layout/radial6"/>
    <dgm:cxn modelId="{D1291D4C-C7D9-4CAC-B5EA-393C3AB68B3B}" type="presParOf" srcId="{8BA7EF77-4679-4396-9134-31D7B5B402FC}" destId="{C03A1DCE-3DFD-47C5-BEEF-02E0F791B85D}" srcOrd="13" destOrd="0" presId="urn:microsoft.com/office/officeart/2005/8/layout/radial6"/>
    <dgm:cxn modelId="{2035C9DF-9D27-4A13-86EE-6F88BA5EB8DA}" type="presParOf" srcId="{8BA7EF77-4679-4396-9134-31D7B5B402FC}" destId="{7A2CBDE8-28F4-457D-A33E-7986B6701156}" srcOrd="14" destOrd="0" presId="urn:microsoft.com/office/officeart/2005/8/layout/radial6"/>
    <dgm:cxn modelId="{D1E00C08-C94D-45B0-994E-B1EADF4F60EF}" type="presParOf" srcId="{8BA7EF77-4679-4396-9134-31D7B5B402FC}" destId="{DE9C3BD6-D83B-4C96-A551-1A9F79339281}" srcOrd="15" destOrd="0" presId="urn:microsoft.com/office/officeart/2005/8/layout/radial6"/>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93.xml><?xml version="1.0" encoding="utf-8"?>
<dgm:dataModel xmlns:dgm="http://schemas.openxmlformats.org/drawingml/2006/diagram" xmlns:a="http://schemas.openxmlformats.org/drawingml/2006/main">
  <dgm:ptLst>
    <dgm:pt modelId="{B9C32B05-62EA-407A-B21C-2310C7945705}" type="doc">
      <dgm:prSet loTypeId="urn:microsoft.com/office/officeart/2005/8/layout/radial1" loCatId="cycle"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3AF880A5-0F00-4315-A5DF-1FE656798601}">
      <dgm:prSet phldrT="[Text]"/>
      <dgm:spPr/>
      <dgm:t>
        <a:bodyPr/>
        <a:lstStyle/>
        <a:p>
          <a:r>
            <a:rPr lang="en-US" dirty="0"/>
            <a:t>Some text here</a:t>
          </a:r>
        </a:p>
      </dgm:t>
    </dgm:pt>
    <dgm:pt modelId="{A13BB1F9-5857-4B43-8BF5-6589AA2CB759}" type="parTrans" cxnId="{24F8CBE2-5003-4E69-A772-6B98F2B05181}">
      <dgm:prSet/>
      <dgm:spPr/>
      <dgm:t>
        <a:bodyPr/>
        <a:lstStyle/>
        <a:p>
          <a:endParaRPr lang="en-US"/>
        </a:p>
      </dgm:t>
    </dgm:pt>
    <dgm:pt modelId="{C198C41D-2640-4669-83ED-E0CD35701C8E}" type="sibTrans" cxnId="{24F8CBE2-5003-4E69-A772-6B98F2B05181}">
      <dgm:prSet/>
      <dgm:spPr/>
      <dgm:t>
        <a:bodyPr/>
        <a:lstStyle/>
        <a:p>
          <a:endParaRPr lang="en-US"/>
        </a:p>
      </dgm:t>
    </dgm:pt>
    <dgm:pt modelId="{8EA7219F-BDB2-48EB-9EEB-3133522D132E}">
      <dgm:prSet phldrT="[Text]"/>
      <dgm:spPr/>
      <dgm:t>
        <a:bodyPr/>
        <a:lstStyle/>
        <a:p>
          <a:r>
            <a:rPr lang="en-US" dirty="0"/>
            <a:t>Some text here</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932A6641-B47E-48FC-963F-311CBB9F360A}">
      <dgm:prSet phldrT="[Text]"/>
      <dgm:spPr/>
      <dgm:t>
        <a:bodyPr/>
        <a:lstStyle/>
        <a:p>
          <a:r>
            <a:rPr lang="en-US"/>
            <a:t>Some text here</a:t>
          </a:r>
          <a:endParaRPr lang="en-US" dirty="0"/>
        </a:p>
      </dgm:t>
    </dgm:pt>
    <dgm:pt modelId="{BCC541E2-3A60-4FA0-82BC-A407780EE7DB}" type="parTrans" cxnId="{FD0D0812-3766-4422-AB8F-58752BCDBE07}">
      <dgm:prSet/>
      <dgm:spPr/>
      <dgm:t>
        <a:bodyPr/>
        <a:lstStyle/>
        <a:p>
          <a:endParaRPr lang="en-US"/>
        </a:p>
      </dgm:t>
    </dgm:pt>
    <dgm:pt modelId="{0E70FA36-C3C7-4A08-A69A-A16BAA6AE9D9}" type="sibTrans" cxnId="{FD0D0812-3766-4422-AB8F-58752BCDBE07}">
      <dgm:prSet/>
      <dgm:spPr/>
      <dgm:t>
        <a:bodyPr/>
        <a:lstStyle/>
        <a:p>
          <a:endParaRPr lang="en-US"/>
        </a:p>
      </dgm:t>
    </dgm:pt>
    <dgm:pt modelId="{9AFDEAC1-A74D-44ED-A273-8EEA9AD544D9}">
      <dgm:prSet phldrT="[Text]"/>
      <dgm:spPr/>
      <dgm:t>
        <a:bodyPr/>
        <a:lstStyle/>
        <a:p>
          <a:r>
            <a:rPr lang="en-US"/>
            <a:t>Some text here</a:t>
          </a:r>
          <a:endParaRPr lang="en-US" dirty="0"/>
        </a:p>
      </dgm:t>
    </dgm:pt>
    <dgm:pt modelId="{4C7BF0C9-F320-4604-83E4-3616EC3F0A51}" type="parTrans" cxnId="{4F63EF6A-64A7-44BB-8EC0-54B14E3C7DC7}">
      <dgm:prSet/>
      <dgm:spPr/>
      <dgm:t>
        <a:bodyPr/>
        <a:lstStyle/>
        <a:p>
          <a:endParaRPr lang="en-US"/>
        </a:p>
      </dgm:t>
    </dgm:pt>
    <dgm:pt modelId="{CDA3DFC5-250E-4BBA-A52A-9278B729BB2D}" type="sibTrans" cxnId="{4F63EF6A-64A7-44BB-8EC0-54B14E3C7DC7}">
      <dgm:prSet/>
      <dgm:spPr/>
      <dgm:t>
        <a:bodyPr/>
        <a:lstStyle/>
        <a:p>
          <a:endParaRPr lang="en-US"/>
        </a:p>
      </dgm:t>
    </dgm:pt>
    <dgm:pt modelId="{4D00E63A-FD9F-481E-BB9D-E2703B1011B0}">
      <dgm:prSet phldrT="[Text]"/>
      <dgm:spPr/>
      <dgm:t>
        <a:bodyPr/>
        <a:lstStyle/>
        <a:p>
          <a:r>
            <a:rPr lang="en-US"/>
            <a:t>Some text here</a:t>
          </a:r>
          <a:endParaRPr lang="en-US" dirty="0"/>
        </a:p>
      </dgm:t>
    </dgm:pt>
    <dgm:pt modelId="{9ADAB2CF-94B0-4FDA-A962-5EEEC02CCC08}" type="parTrans" cxnId="{704961CD-9BF6-4FE7-89D7-552DE480515C}">
      <dgm:prSet/>
      <dgm:spPr/>
      <dgm:t>
        <a:bodyPr/>
        <a:lstStyle/>
        <a:p>
          <a:endParaRPr lang="en-US"/>
        </a:p>
      </dgm:t>
    </dgm:pt>
    <dgm:pt modelId="{F2C10D62-1D6C-4E85-84B0-994F91CE79B2}" type="sibTrans" cxnId="{704961CD-9BF6-4FE7-89D7-552DE480515C}">
      <dgm:prSet/>
      <dgm:spPr/>
      <dgm:t>
        <a:bodyPr/>
        <a:lstStyle/>
        <a:p>
          <a:endParaRPr lang="en-US"/>
        </a:p>
      </dgm:t>
    </dgm:pt>
    <dgm:pt modelId="{661805BD-77A4-495B-841D-184017478DD9}" type="pres">
      <dgm:prSet presAssocID="{B9C32B05-62EA-407A-B21C-2310C7945705}" presName="cycle" presStyleCnt="0">
        <dgm:presLayoutVars>
          <dgm:chMax val="1"/>
          <dgm:dir/>
          <dgm:animLvl val="ctr"/>
          <dgm:resizeHandles val="exact"/>
        </dgm:presLayoutVars>
      </dgm:prSet>
      <dgm:spPr/>
    </dgm:pt>
    <dgm:pt modelId="{473ED40A-47F5-4086-85C4-7E3D803D78C2}" type="pres">
      <dgm:prSet presAssocID="{42D71409-67F9-455C-8C6D-716D284AAA6B}" presName="centerShape" presStyleLbl="node0" presStyleIdx="0" presStyleCnt="1"/>
      <dgm:spPr/>
    </dgm:pt>
    <dgm:pt modelId="{45A5C41D-DF89-4394-BF50-CB6134C6C378}" type="pres">
      <dgm:prSet presAssocID="{3EE8403A-CB7C-4815-85BD-AEBCAEB71B37}" presName="Name9" presStyleLbl="parChTrans1D2" presStyleIdx="0" presStyleCnt="5"/>
      <dgm:spPr/>
    </dgm:pt>
    <dgm:pt modelId="{3318D8A3-707C-414B-956E-7ECF116AF911}" type="pres">
      <dgm:prSet presAssocID="{3EE8403A-CB7C-4815-85BD-AEBCAEB71B37}" presName="connTx" presStyleLbl="parChTrans1D2" presStyleIdx="0" presStyleCnt="5"/>
      <dgm:spPr/>
    </dgm:pt>
    <dgm:pt modelId="{BEF94D66-B0F6-4B90-BBFC-55B80A12B73C}" type="pres">
      <dgm:prSet presAssocID="{8EA7219F-BDB2-48EB-9EEB-3133522D132E}" presName="node" presStyleLbl="node1" presStyleIdx="0" presStyleCnt="5">
        <dgm:presLayoutVars>
          <dgm:bulletEnabled val="1"/>
        </dgm:presLayoutVars>
      </dgm:prSet>
      <dgm:spPr/>
    </dgm:pt>
    <dgm:pt modelId="{1FDE19E2-A67C-41FB-94B0-52AB75F79F0C}" type="pres">
      <dgm:prSet presAssocID="{A13BB1F9-5857-4B43-8BF5-6589AA2CB759}" presName="Name9" presStyleLbl="parChTrans1D2" presStyleIdx="1" presStyleCnt="5"/>
      <dgm:spPr/>
    </dgm:pt>
    <dgm:pt modelId="{F062BBF2-5B70-404D-A353-4763786176E6}" type="pres">
      <dgm:prSet presAssocID="{A13BB1F9-5857-4B43-8BF5-6589AA2CB759}" presName="connTx" presStyleLbl="parChTrans1D2" presStyleIdx="1" presStyleCnt="5"/>
      <dgm:spPr/>
    </dgm:pt>
    <dgm:pt modelId="{3C48C679-3078-449A-A758-1258507BA7B0}" type="pres">
      <dgm:prSet presAssocID="{3AF880A5-0F00-4315-A5DF-1FE656798601}" presName="node" presStyleLbl="node1" presStyleIdx="1" presStyleCnt="5">
        <dgm:presLayoutVars>
          <dgm:bulletEnabled val="1"/>
        </dgm:presLayoutVars>
      </dgm:prSet>
      <dgm:spPr/>
    </dgm:pt>
    <dgm:pt modelId="{E8DDCCB7-C775-4A8A-BAC4-67C7FC847136}" type="pres">
      <dgm:prSet presAssocID="{BCC541E2-3A60-4FA0-82BC-A407780EE7DB}" presName="Name9" presStyleLbl="parChTrans1D2" presStyleIdx="2" presStyleCnt="5"/>
      <dgm:spPr/>
    </dgm:pt>
    <dgm:pt modelId="{226D4D7B-16E8-45E4-8144-9ABA55A1441F}" type="pres">
      <dgm:prSet presAssocID="{BCC541E2-3A60-4FA0-82BC-A407780EE7DB}" presName="connTx" presStyleLbl="parChTrans1D2" presStyleIdx="2" presStyleCnt="5"/>
      <dgm:spPr/>
    </dgm:pt>
    <dgm:pt modelId="{8805ADF9-F1A4-4D0E-A1FA-30AE09C53457}" type="pres">
      <dgm:prSet presAssocID="{932A6641-B47E-48FC-963F-311CBB9F360A}" presName="node" presStyleLbl="node1" presStyleIdx="2" presStyleCnt="5">
        <dgm:presLayoutVars>
          <dgm:bulletEnabled val="1"/>
        </dgm:presLayoutVars>
      </dgm:prSet>
      <dgm:spPr/>
    </dgm:pt>
    <dgm:pt modelId="{BD39354E-F892-4754-A0DE-0596591C85CF}" type="pres">
      <dgm:prSet presAssocID="{4C7BF0C9-F320-4604-83E4-3616EC3F0A51}" presName="Name9" presStyleLbl="parChTrans1D2" presStyleIdx="3" presStyleCnt="5"/>
      <dgm:spPr/>
    </dgm:pt>
    <dgm:pt modelId="{58AEAB94-9758-4311-82A9-119B818E3D82}" type="pres">
      <dgm:prSet presAssocID="{4C7BF0C9-F320-4604-83E4-3616EC3F0A51}" presName="connTx" presStyleLbl="parChTrans1D2" presStyleIdx="3" presStyleCnt="5"/>
      <dgm:spPr/>
    </dgm:pt>
    <dgm:pt modelId="{E2C739B9-4107-46C4-9F1E-F29EE2878615}" type="pres">
      <dgm:prSet presAssocID="{9AFDEAC1-A74D-44ED-A273-8EEA9AD544D9}" presName="node" presStyleLbl="node1" presStyleIdx="3" presStyleCnt="5">
        <dgm:presLayoutVars>
          <dgm:bulletEnabled val="1"/>
        </dgm:presLayoutVars>
      </dgm:prSet>
      <dgm:spPr/>
    </dgm:pt>
    <dgm:pt modelId="{4CD974FF-98B0-49CB-BA3A-24B2A01EF34E}" type="pres">
      <dgm:prSet presAssocID="{9ADAB2CF-94B0-4FDA-A962-5EEEC02CCC08}" presName="Name9" presStyleLbl="parChTrans1D2" presStyleIdx="4" presStyleCnt="5"/>
      <dgm:spPr/>
    </dgm:pt>
    <dgm:pt modelId="{3334D3F0-6BA9-449A-A5C4-4E922877A7AA}" type="pres">
      <dgm:prSet presAssocID="{9ADAB2CF-94B0-4FDA-A962-5EEEC02CCC08}" presName="connTx" presStyleLbl="parChTrans1D2" presStyleIdx="4" presStyleCnt="5"/>
      <dgm:spPr/>
    </dgm:pt>
    <dgm:pt modelId="{B23A6280-81AF-4236-89C1-54E0AC4D5588}" type="pres">
      <dgm:prSet presAssocID="{4D00E63A-FD9F-481E-BB9D-E2703B1011B0}" presName="node" presStyleLbl="node1" presStyleIdx="4" presStyleCnt="5">
        <dgm:presLayoutVars>
          <dgm:bulletEnabled val="1"/>
        </dgm:presLayoutVars>
      </dgm:prSet>
      <dgm:spPr/>
    </dgm:pt>
  </dgm:ptLst>
  <dgm:cxnLst>
    <dgm:cxn modelId="{D569D704-C868-40A3-9AAF-147A4C8C1D55}" type="presOf" srcId="{42D71409-67F9-455C-8C6D-716D284AAA6B}" destId="{473ED40A-47F5-4086-85C4-7E3D803D78C2}" srcOrd="0" destOrd="0" presId="urn:microsoft.com/office/officeart/2005/8/layout/radial1"/>
    <dgm:cxn modelId="{FD0D0812-3766-4422-AB8F-58752BCDBE07}" srcId="{42D71409-67F9-455C-8C6D-716D284AAA6B}" destId="{932A6641-B47E-48FC-963F-311CBB9F360A}" srcOrd="2" destOrd="0" parTransId="{BCC541E2-3A60-4FA0-82BC-A407780EE7DB}" sibTransId="{0E70FA36-C3C7-4A08-A69A-A16BAA6AE9D9}"/>
    <dgm:cxn modelId="{2AA9C11F-1F1D-428E-801A-47EAA766C99D}" srcId="{B9C32B05-62EA-407A-B21C-2310C7945705}" destId="{42D71409-67F9-455C-8C6D-716D284AAA6B}" srcOrd="0" destOrd="0" parTransId="{51680ED1-AF6E-4B28-AE94-92B0EFB0DF7D}" sibTransId="{478B7D3C-9FB4-4BC6-90AC-49960560DECD}"/>
    <dgm:cxn modelId="{4E7AFD20-53AA-4022-89E2-DA83E22DE8B1}" type="presOf" srcId="{9ADAB2CF-94B0-4FDA-A962-5EEEC02CCC08}" destId="{3334D3F0-6BA9-449A-A5C4-4E922877A7AA}" srcOrd="1" destOrd="0" presId="urn:microsoft.com/office/officeart/2005/8/layout/radial1"/>
    <dgm:cxn modelId="{0FB96524-83E8-4B90-BF40-945CB4E76706}" type="presOf" srcId="{3EE8403A-CB7C-4815-85BD-AEBCAEB71B37}" destId="{3318D8A3-707C-414B-956E-7ECF116AF911}" srcOrd="1" destOrd="0" presId="urn:microsoft.com/office/officeart/2005/8/layout/radial1"/>
    <dgm:cxn modelId="{989B082C-3EA5-4299-B2A3-EBA7B3B96218}" type="presOf" srcId="{9AFDEAC1-A74D-44ED-A273-8EEA9AD544D9}" destId="{E2C739B9-4107-46C4-9F1E-F29EE2878615}" srcOrd="0" destOrd="0" presId="urn:microsoft.com/office/officeart/2005/8/layout/radial1"/>
    <dgm:cxn modelId="{71B8C23B-44C5-44FA-8E93-091314F72866}" type="presOf" srcId="{9ADAB2CF-94B0-4FDA-A962-5EEEC02CCC08}" destId="{4CD974FF-98B0-49CB-BA3A-24B2A01EF34E}" srcOrd="0" destOrd="0" presId="urn:microsoft.com/office/officeart/2005/8/layout/radial1"/>
    <dgm:cxn modelId="{A6637248-86E8-4B75-90B9-FB125A2706B9}" type="presOf" srcId="{BCC541E2-3A60-4FA0-82BC-A407780EE7DB}" destId="{E8DDCCB7-C775-4A8A-BAC4-67C7FC847136}" srcOrd="0" destOrd="0" presId="urn:microsoft.com/office/officeart/2005/8/layout/radial1"/>
    <dgm:cxn modelId="{4F63EF6A-64A7-44BB-8EC0-54B14E3C7DC7}" srcId="{42D71409-67F9-455C-8C6D-716D284AAA6B}" destId="{9AFDEAC1-A74D-44ED-A273-8EEA9AD544D9}" srcOrd="3" destOrd="0" parTransId="{4C7BF0C9-F320-4604-83E4-3616EC3F0A51}" sibTransId="{CDA3DFC5-250E-4BBA-A52A-9278B729BB2D}"/>
    <dgm:cxn modelId="{9049A553-18B7-48DB-9FDD-5609FC26931C}" type="presOf" srcId="{8EA7219F-BDB2-48EB-9EEB-3133522D132E}" destId="{BEF94D66-B0F6-4B90-BBFC-55B80A12B73C}" srcOrd="0" destOrd="0" presId="urn:microsoft.com/office/officeart/2005/8/layout/radial1"/>
    <dgm:cxn modelId="{8972C855-3F9F-420D-883B-7349C543CDF2}" type="presOf" srcId="{932A6641-B47E-48FC-963F-311CBB9F360A}" destId="{8805ADF9-F1A4-4D0E-A1FA-30AE09C53457}" srcOrd="0" destOrd="0" presId="urn:microsoft.com/office/officeart/2005/8/layout/radial1"/>
    <dgm:cxn modelId="{78B2AB8E-9B12-4532-A896-C22AEF781A58}" type="presOf" srcId="{A13BB1F9-5857-4B43-8BF5-6589AA2CB759}" destId="{F062BBF2-5B70-404D-A353-4763786176E6}" srcOrd="1" destOrd="0" presId="urn:microsoft.com/office/officeart/2005/8/layout/radial1"/>
    <dgm:cxn modelId="{8A573D9E-AB33-4D44-8C3E-1F89B0486EB5}" type="presOf" srcId="{B9C32B05-62EA-407A-B21C-2310C7945705}" destId="{661805BD-77A4-495B-841D-184017478DD9}" srcOrd="0" destOrd="0" presId="urn:microsoft.com/office/officeart/2005/8/layout/radial1"/>
    <dgm:cxn modelId="{16C239AA-1EBA-440E-8A67-A4196030668C}" type="presOf" srcId="{4C7BF0C9-F320-4604-83E4-3616EC3F0A51}" destId="{BD39354E-F892-4754-A0DE-0596591C85CF}" srcOrd="0" destOrd="0" presId="urn:microsoft.com/office/officeart/2005/8/layout/radial1"/>
    <dgm:cxn modelId="{FBFD87B0-6391-4BDC-B515-F45E40289819}" type="presOf" srcId="{4C7BF0C9-F320-4604-83E4-3616EC3F0A51}" destId="{58AEAB94-9758-4311-82A9-119B818E3D82}" srcOrd="1" destOrd="0" presId="urn:microsoft.com/office/officeart/2005/8/layout/radial1"/>
    <dgm:cxn modelId="{16B571B3-B567-4B22-AED7-9927DDCF1B74}" type="presOf" srcId="{3EE8403A-CB7C-4815-85BD-AEBCAEB71B37}" destId="{45A5C41D-DF89-4394-BF50-CB6134C6C378}" srcOrd="0" destOrd="0" presId="urn:microsoft.com/office/officeart/2005/8/layout/radial1"/>
    <dgm:cxn modelId="{9DF502B9-3A00-4400-AC03-E9F6FF481B08}" type="presOf" srcId="{A13BB1F9-5857-4B43-8BF5-6589AA2CB759}" destId="{1FDE19E2-A67C-41FB-94B0-52AB75F79F0C}" srcOrd="0" destOrd="0" presId="urn:microsoft.com/office/officeart/2005/8/layout/radial1"/>
    <dgm:cxn modelId="{704961CD-9BF6-4FE7-89D7-552DE480515C}" srcId="{42D71409-67F9-455C-8C6D-716D284AAA6B}" destId="{4D00E63A-FD9F-481E-BB9D-E2703B1011B0}" srcOrd="4" destOrd="0" parTransId="{9ADAB2CF-94B0-4FDA-A962-5EEEC02CCC08}" sibTransId="{F2C10D62-1D6C-4E85-84B0-994F91CE79B2}"/>
    <dgm:cxn modelId="{09E72CDB-4D5D-4C87-A644-5681BA2D812C}" type="presOf" srcId="{4D00E63A-FD9F-481E-BB9D-E2703B1011B0}" destId="{B23A6280-81AF-4236-89C1-54E0AC4D5588}" srcOrd="0" destOrd="0" presId="urn:microsoft.com/office/officeart/2005/8/layout/radial1"/>
    <dgm:cxn modelId="{B1C092E2-8CFA-4E2B-B88A-EEFF35920CEE}" type="presOf" srcId="{BCC541E2-3A60-4FA0-82BC-A407780EE7DB}" destId="{226D4D7B-16E8-45E4-8144-9ABA55A1441F}" srcOrd="1" destOrd="0" presId="urn:microsoft.com/office/officeart/2005/8/layout/radial1"/>
    <dgm:cxn modelId="{24F8CBE2-5003-4E69-A772-6B98F2B05181}" srcId="{42D71409-67F9-455C-8C6D-716D284AAA6B}" destId="{3AF880A5-0F00-4315-A5DF-1FE656798601}" srcOrd="1" destOrd="0" parTransId="{A13BB1F9-5857-4B43-8BF5-6589AA2CB759}" sibTransId="{C198C41D-2640-4669-83ED-E0CD35701C8E}"/>
    <dgm:cxn modelId="{3B26E9E8-2E90-4F6B-B0AD-D91BD6B8F2D0}" type="presOf" srcId="{3AF880A5-0F00-4315-A5DF-1FE656798601}" destId="{3C48C679-3078-449A-A758-1258507BA7B0}" srcOrd="0" destOrd="0" presId="urn:microsoft.com/office/officeart/2005/8/layout/radial1"/>
    <dgm:cxn modelId="{58AD7EEF-D408-406B-87EE-4691D4C30668}" srcId="{42D71409-67F9-455C-8C6D-716D284AAA6B}" destId="{8EA7219F-BDB2-48EB-9EEB-3133522D132E}" srcOrd="0" destOrd="0" parTransId="{3EE8403A-CB7C-4815-85BD-AEBCAEB71B37}" sibTransId="{C94B7947-85DC-4B21-BB99-DF8438356F98}"/>
    <dgm:cxn modelId="{61A57582-3FAE-47D1-A38F-A533864BC09F}" type="presParOf" srcId="{661805BD-77A4-495B-841D-184017478DD9}" destId="{473ED40A-47F5-4086-85C4-7E3D803D78C2}" srcOrd="0" destOrd="0" presId="urn:microsoft.com/office/officeart/2005/8/layout/radial1"/>
    <dgm:cxn modelId="{3AEFA12E-B886-4658-B3D0-997D0D002A64}" type="presParOf" srcId="{661805BD-77A4-495B-841D-184017478DD9}" destId="{45A5C41D-DF89-4394-BF50-CB6134C6C378}" srcOrd="1" destOrd="0" presId="urn:microsoft.com/office/officeart/2005/8/layout/radial1"/>
    <dgm:cxn modelId="{070FADD3-88FD-4448-AF0D-7F25B4ABD84A}" type="presParOf" srcId="{45A5C41D-DF89-4394-BF50-CB6134C6C378}" destId="{3318D8A3-707C-414B-956E-7ECF116AF911}" srcOrd="0" destOrd="0" presId="urn:microsoft.com/office/officeart/2005/8/layout/radial1"/>
    <dgm:cxn modelId="{BF28B0EF-00BA-42F7-9162-B320D96077B5}" type="presParOf" srcId="{661805BD-77A4-495B-841D-184017478DD9}" destId="{BEF94D66-B0F6-4B90-BBFC-55B80A12B73C}" srcOrd="2" destOrd="0" presId="urn:microsoft.com/office/officeart/2005/8/layout/radial1"/>
    <dgm:cxn modelId="{8343094D-A977-4816-90CB-46989E6B605A}" type="presParOf" srcId="{661805BD-77A4-495B-841D-184017478DD9}" destId="{1FDE19E2-A67C-41FB-94B0-52AB75F79F0C}" srcOrd="3" destOrd="0" presId="urn:microsoft.com/office/officeart/2005/8/layout/radial1"/>
    <dgm:cxn modelId="{1D91FF4F-28B0-4868-BD99-E677B4D457DA}" type="presParOf" srcId="{1FDE19E2-A67C-41FB-94B0-52AB75F79F0C}" destId="{F062BBF2-5B70-404D-A353-4763786176E6}" srcOrd="0" destOrd="0" presId="urn:microsoft.com/office/officeart/2005/8/layout/radial1"/>
    <dgm:cxn modelId="{B8902CD8-E71C-4705-B8A2-BC50E46DA203}" type="presParOf" srcId="{661805BD-77A4-495B-841D-184017478DD9}" destId="{3C48C679-3078-449A-A758-1258507BA7B0}" srcOrd="4" destOrd="0" presId="urn:microsoft.com/office/officeart/2005/8/layout/radial1"/>
    <dgm:cxn modelId="{73E261C5-A190-4F56-90AD-E194C094C89D}" type="presParOf" srcId="{661805BD-77A4-495B-841D-184017478DD9}" destId="{E8DDCCB7-C775-4A8A-BAC4-67C7FC847136}" srcOrd="5" destOrd="0" presId="urn:microsoft.com/office/officeart/2005/8/layout/radial1"/>
    <dgm:cxn modelId="{428BFAC9-2ABB-4942-8A6C-52C55D0ED52B}" type="presParOf" srcId="{E8DDCCB7-C775-4A8A-BAC4-67C7FC847136}" destId="{226D4D7B-16E8-45E4-8144-9ABA55A1441F}" srcOrd="0" destOrd="0" presId="urn:microsoft.com/office/officeart/2005/8/layout/radial1"/>
    <dgm:cxn modelId="{B8FA739F-B1B8-43B0-A1C5-7CBAF75C95F4}" type="presParOf" srcId="{661805BD-77A4-495B-841D-184017478DD9}" destId="{8805ADF9-F1A4-4D0E-A1FA-30AE09C53457}" srcOrd="6" destOrd="0" presId="urn:microsoft.com/office/officeart/2005/8/layout/radial1"/>
    <dgm:cxn modelId="{B099B9FB-99BB-4C11-A8F8-8C00D2357C56}" type="presParOf" srcId="{661805BD-77A4-495B-841D-184017478DD9}" destId="{BD39354E-F892-4754-A0DE-0596591C85CF}" srcOrd="7" destOrd="0" presId="urn:microsoft.com/office/officeart/2005/8/layout/radial1"/>
    <dgm:cxn modelId="{AE40B2B2-6B34-4CF3-898C-42836138F713}" type="presParOf" srcId="{BD39354E-F892-4754-A0DE-0596591C85CF}" destId="{58AEAB94-9758-4311-82A9-119B818E3D82}" srcOrd="0" destOrd="0" presId="urn:microsoft.com/office/officeart/2005/8/layout/radial1"/>
    <dgm:cxn modelId="{F5E983F8-BF97-4B28-989F-AE9F3AD593E7}" type="presParOf" srcId="{661805BD-77A4-495B-841D-184017478DD9}" destId="{E2C739B9-4107-46C4-9F1E-F29EE2878615}" srcOrd="8" destOrd="0" presId="urn:microsoft.com/office/officeart/2005/8/layout/radial1"/>
    <dgm:cxn modelId="{47986F8D-4267-4492-9E7F-AE87C1379265}" type="presParOf" srcId="{661805BD-77A4-495B-841D-184017478DD9}" destId="{4CD974FF-98B0-49CB-BA3A-24B2A01EF34E}" srcOrd="9" destOrd="0" presId="urn:microsoft.com/office/officeart/2005/8/layout/radial1"/>
    <dgm:cxn modelId="{BFB3BBF8-92CD-4766-AD73-7707C155B323}" type="presParOf" srcId="{4CD974FF-98B0-49CB-BA3A-24B2A01EF34E}" destId="{3334D3F0-6BA9-449A-A5C4-4E922877A7AA}" srcOrd="0" destOrd="0" presId="urn:microsoft.com/office/officeart/2005/8/layout/radial1"/>
    <dgm:cxn modelId="{13E485B1-C043-4EFA-A84B-45186D7CF43A}" type="presParOf" srcId="{661805BD-77A4-495B-841D-184017478DD9}" destId="{B23A6280-81AF-4236-89C1-54E0AC4D5588}" srcOrd="10" destOrd="0" presId="urn:microsoft.com/office/officeart/2005/8/layout/radial1"/>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94.xml><?xml version="1.0" encoding="utf-8"?>
<dgm:dataModel xmlns:dgm="http://schemas.openxmlformats.org/drawingml/2006/diagram" xmlns:a="http://schemas.openxmlformats.org/drawingml/2006/main">
  <dgm:ptLst>
    <dgm:pt modelId="{B9C32B05-62EA-407A-B21C-2310C7945705}" type="doc">
      <dgm:prSet loTypeId="urn:microsoft.com/office/officeart/2005/8/layout/radial5" loCatId="cycle"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3AF880A5-0F00-4315-A5DF-1FE656798601}">
      <dgm:prSet phldrT="[Text]"/>
      <dgm:spPr/>
      <dgm:t>
        <a:bodyPr/>
        <a:lstStyle/>
        <a:p>
          <a:r>
            <a:rPr lang="en-US" dirty="0"/>
            <a:t>Some text here</a:t>
          </a:r>
        </a:p>
      </dgm:t>
    </dgm:pt>
    <dgm:pt modelId="{A13BB1F9-5857-4B43-8BF5-6589AA2CB759}" type="parTrans" cxnId="{24F8CBE2-5003-4E69-A772-6B98F2B05181}">
      <dgm:prSet/>
      <dgm:spPr/>
      <dgm:t>
        <a:bodyPr/>
        <a:lstStyle/>
        <a:p>
          <a:endParaRPr lang="en-US"/>
        </a:p>
      </dgm:t>
    </dgm:pt>
    <dgm:pt modelId="{C198C41D-2640-4669-83ED-E0CD35701C8E}" type="sibTrans" cxnId="{24F8CBE2-5003-4E69-A772-6B98F2B05181}">
      <dgm:prSet/>
      <dgm:spPr/>
      <dgm:t>
        <a:bodyPr/>
        <a:lstStyle/>
        <a:p>
          <a:endParaRPr lang="en-US"/>
        </a:p>
      </dgm:t>
    </dgm:pt>
    <dgm:pt modelId="{8EA7219F-BDB2-48EB-9EEB-3133522D132E}">
      <dgm:prSet phldrT="[Text]"/>
      <dgm:spPr/>
      <dgm:t>
        <a:bodyPr/>
        <a:lstStyle/>
        <a:p>
          <a:r>
            <a:rPr lang="en-US" dirty="0"/>
            <a:t>Some text here</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932A6641-B47E-48FC-963F-311CBB9F360A}">
      <dgm:prSet phldrT="[Text]"/>
      <dgm:spPr/>
      <dgm:t>
        <a:bodyPr/>
        <a:lstStyle/>
        <a:p>
          <a:r>
            <a:rPr lang="en-US"/>
            <a:t>Some text here</a:t>
          </a:r>
          <a:endParaRPr lang="en-US" dirty="0"/>
        </a:p>
      </dgm:t>
    </dgm:pt>
    <dgm:pt modelId="{BCC541E2-3A60-4FA0-82BC-A407780EE7DB}" type="parTrans" cxnId="{FD0D0812-3766-4422-AB8F-58752BCDBE07}">
      <dgm:prSet/>
      <dgm:spPr/>
      <dgm:t>
        <a:bodyPr/>
        <a:lstStyle/>
        <a:p>
          <a:endParaRPr lang="en-US"/>
        </a:p>
      </dgm:t>
    </dgm:pt>
    <dgm:pt modelId="{0E70FA36-C3C7-4A08-A69A-A16BAA6AE9D9}" type="sibTrans" cxnId="{FD0D0812-3766-4422-AB8F-58752BCDBE07}">
      <dgm:prSet/>
      <dgm:spPr/>
      <dgm:t>
        <a:bodyPr/>
        <a:lstStyle/>
        <a:p>
          <a:endParaRPr lang="en-US"/>
        </a:p>
      </dgm:t>
    </dgm:pt>
    <dgm:pt modelId="{9AFDEAC1-A74D-44ED-A273-8EEA9AD544D9}">
      <dgm:prSet phldrT="[Text]"/>
      <dgm:spPr/>
      <dgm:t>
        <a:bodyPr/>
        <a:lstStyle/>
        <a:p>
          <a:r>
            <a:rPr lang="en-US"/>
            <a:t>Some text here</a:t>
          </a:r>
          <a:endParaRPr lang="en-US" dirty="0"/>
        </a:p>
      </dgm:t>
    </dgm:pt>
    <dgm:pt modelId="{4C7BF0C9-F320-4604-83E4-3616EC3F0A51}" type="parTrans" cxnId="{4F63EF6A-64A7-44BB-8EC0-54B14E3C7DC7}">
      <dgm:prSet/>
      <dgm:spPr/>
      <dgm:t>
        <a:bodyPr/>
        <a:lstStyle/>
        <a:p>
          <a:endParaRPr lang="en-US"/>
        </a:p>
      </dgm:t>
    </dgm:pt>
    <dgm:pt modelId="{CDA3DFC5-250E-4BBA-A52A-9278B729BB2D}" type="sibTrans" cxnId="{4F63EF6A-64A7-44BB-8EC0-54B14E3C7DC7}">
      <dgm:prSet/>
      <dgm:spPr/>
      <dgm:t>
        <a:bodyPr/>
        <a:lstStyle/>
        <a:p>
          <a:endParaRPr lang="en-US"/>
        </a:p>
      </dgm:t>
    </dgm:pt>
    <dgm:pt modelId="{4D00E63A-FD9F-481E-BB9D-E2703B1011B0}">
      <dgm:prSet phldrT="[Text]"/>
      <dgm:spPr/>
      <dgm:t>
        <a:bodyPr/>
        <a:lstStyle/>
        <a:p>
          <a:r>
            <a:rPr lang="en-US"/>
            <a:t>Some text here</a:t>
          </a:r>
          <a:endParaRPr lang="en-US" dirty="0"/>
        </a:p>
      </dgm:t>
    </dgm:pt>
    <dgm:pt modelId="{9ADAB2CF-94B0-4FDA-A962-5EEEC02CCC08}" type="parTrans" cxnId="{704961CD-9BF6-4FE7-89D7-552DE480515C}">
      <dgm:prSet/>
      <dgm:spPr/>
      <dgm:t>
        <a:bodyPr/>
        <a:lstStyle/>
        <a:p>
          <a:endParaRPr lang="en-US"/>
        </a:p>
      </dgm:t>
    </dgm:pt>
    <dgm:pt modelId="{F2C10D62-1D6C-4E85-84B0-994F91CE79B2}" type="sibTrans" cxnId="{704961CD-9BF6-4FE7-89D7-552DE480515C}">
      <dgm:prSet/>
      <dgm:spPr/>
      <dgm:t>
        <a:bodyPr/>
        <a:lstStyle/>
        <a:p>
          <a:endParaRPr lang="en-US"/>
        </a:p>
      </dgm:t>
    </dgm:pt>
    <dgm:pt modelId="{23D56C5F-0290-497C-8CE4-215A86B41640}" type="pres">
      <dgm:prSet presAssocID="{B9C32B05-62EA-407A-B21C-2310C7945705}" presName="Name0" presStyleCnt="0">
        <dgm:presLayoutVars>
          <dgm:chMax val="1"/>
          <dgm:dir/>
          <dgm:animLvl val="ctr"/>
          <dgm:resizeHandles val="exact"/>
        </dgm:presLayoutVars>
      </dgm:prSet>
      <dgm:spPr/>
    </dgm:pt>
    <dgm:pt modelId="{4025A82E-98FC-4A27-BB49-93A51ED2C606}" type="pres">
      <dgm:prSet presAssocID="{42D71409-67F9-455C-8C6D-716D284AAA6B}" presName="centerShape" presStyleLbl="node0" presStyleIdx="0" presStyleCnt="1"/>
      <dgm:spPr/>
    </dgm:pt>
    <dgm:pt modelId="{CC812A46-ED68-44D8-8451-BB3B59C2F1E2}" type="pres">
      <dgm:prSet presAssocID="{3EE8403A-CB7C-4815-85BD-AEBCAEB71B37}" presName="parTrans" presStyleLbl="sibTrans2D1" presStyleIdx="0" presStyleCnt="5"/>
      <dgm:spPr/>
    </dgm:pt>
    <dgm:pt modelId="{57406BF1-D591-4FF9-A123-D3D481388D02}" type="pres">
      <dgm:prSet presAssocID="{3EE8403A-CB7C-4815-85BD-AEBCAEB71B37}" presName="connectorText" presStyleLbl="sibTrans2D1" presStyleIdx="0" presStyleCnt="5"/>
      <dgm:spPr/>
    </dgm:pt>
    <dgm:pt modelId="{6180C86B-D8A5-490D-8907-0E78AC25F129}" type="pres">
      <dgm:prSet presAssocID="{8EA7219F-BDB2-48EB-9EEB-3133522D132E}" presName="node" presStyleLbl="node1" presStyleIdx="0" presStyleCnt="5">
        <dgm:presLayoutVars>
          <dgm:bulletEnabled val="1"/>
        </dgm:presLayoutVars>
      </dgm:prSet>
      <dgm:spPr/>
    </dgm:pt>
    <dgm:pt modelId="{A4FF182E-83DA-4E82-B1C5-F3CEA8519D84}" type="pres">
      <dgm:prSet presAssocID="{A13BB1F9-5857-4B43-8BF5-6589AA2CB759}" presName="parTrans" presStyleLbl="sibTrans2D1" presStyleIdx="1" presStyleCnt="5"/>
      <dgm:spPr/>
    </dgm:pt>
    <dgm:pt modelId="{1EAEB5AC-D37E-4B84-ACE5-E241A9214A47}" type="pres">
      <dgm:prSet presAssocID="{A13BB1F9-5857-4B43-8BF5-6589AA2CB759}" presName="connectorText" presStyleLbl="sibTrans2D1" presStyleIdx="1" presStyleCnt="5"/>
      <dgm:spPr/>
    </dgm:pt>
    <dgm:pt modelId="{A6816235-187E-438C-9C1F-04B16BACC6C3}" type="pres">
      <dgm:prSet presAssocID="{3AF880A5-0F00-4315-A5DF-1FE656798601}" presName="node" presStyleLbl="node1" presStyleIdx="1" presStyleCnt="5">
        <dgm:presLayoutVars>
          <dgm:bulletEnabled val="1"/>
        </dgm:presLayoutVars>
      </dgm:prSet>
      <dgm:spPr/>
    </dgm:pt>
    <dgm:pt modelId="{127BCC7C-1DB8-4041-AB91-FFF924ABBF9A}" type="pres">
      <dgm:prSet presAssocID="{BCC541E2-3A60-4FA0-82BC-A407780EE7DB}" presName="parTrans" presStyleLbl="sibTrans2D1" presStyleIdx="2" presStyleCnt="5"/>
      <dgm:spPr/>
    </dgm:pt>
    <dgm:pt modelId="{0940C764-8373-4BED-8700-BD70C8250301}" type="pres">
      <dgm:prSet presAssocID="{BCC541E2-3A60-4FA0-82BC-A407780EE7DB}" presName="connectorText" presStyleLbl="sibTrans2D1" presStyleIdx="2" presStyleCnt="5"/>
      <dgm:spPr/>
    </dgm:pt>
    <dgm:pt modelId="{74DB93E6-4957-44E0-A01C-42EA18CB9D8C}" type="pres">
      <dgm:prSet presAssocID="{932A6641-B47E-48FC-963F-311CBB9F360A}" presName="node" presStyleLbl="node1" presStyleIdx="2" presStyleCnt="5">
        <dgm:presLayoutVars>
          <dgm:bulletEnabled val="1"/>
        </dgm:presLayoutVars>
      </dgm:prSet>
      <dgm:spPr/>
    </dgm:pt>
    <dgm:pt modelId="{30052F4F-FFE7-46D6-93D0-E337956290B2}" type="pres">
      <dgm:prSet presAssocID="{4C7BF0C9-F320-4604-83E4-3616EC3F0A51}" presName="parTrans" presStyleLbl="sibTrans2D1" presStyleIdx="3" presStyleCnt="5"/>
      <dgm:spPr/>
    </dgm:pt>
    <dgm:pt modelId="{7B631223-5B90-4E3D-BBF0-6EA45BE50B7B}" type="pres">
      <dgm:prSet presAssocID="{4C7BF0C9-F320-4604-83E4-3616EC3F0A51}" presName="connectorText" presStyleLbl="sibTrans2D1" presStyleIdx="3" presStyleCnt="5"/>
      <dgm:spPr/>
    </dgm:pt>
    <dgm:pt modelId="{633AC2D6-E162-426C-8F32-12B8079B2DA1}" type="pres">
      <dgm:prSet presAssocID="{9AFDEAC1-A74D-44ED-A273-8EEA9AD544D9}" presName="node" presStyleLbl="node1" presStyleIdx="3" presStyleCnt="5">
        <dgm:presLayoutVars>
          <dgm:bulletEnabled val="1"/>
        </dgm:presLayoutVars>
      </dgm:prSet>
      <dgm:spPr/>
    </dgm:pt>
    <dgm:pt modelId="{8CEBCD4C-6116-4E87-B228-652A1AC1A25B}" type="pres">
      <dgm:prSet presAssocID="{9ADAB2CF-94B0-4FDA-A962-5EEEC02CCC08}" presName="parTrans" presStyleLbl="sibTrans2D1" presStyleIdx="4" presStyleCnt="5"/>
      <dgm:spPr/>
    </dgm:pt>
    <dgm:pt modelId="{2A974C44-907F-499C-BE69-FD8F7B571424}" type="pres">
      <dgm:prSet presAssocID="{9ADAB2CF-94B0-4FDA-A962-5EEEC02CCC08}" presName="connectorText" presStyleLbl="sibTrans2D1" presStyleIdx="4" presStyleCnt="5"/>
      <dgm:spPr/>
    </dgm:pt>
    <dgm:pt modelId="{DB9C52CF-CF60-4FA4-B049-DA5B4DDFAC8D}" type="pres">
      <dgm:prSet presAssocID="{4D00E63A-FD9F-481E-BB9D-E2703B1011B0}" presName="node" presStyleLbl="node1" presStyleIdx="4" presStyleCnt="5">
        <dgm:presLayoutVars>
          <dgm:bulletEnabled val="1"/>
        </dgm:presLayoutVars>
      </dgm:prSet>
      <dgm:spPr/>
    </dgm:pt>
  </dgm:ptLst>
  <dgm:cxnLst>
    <dgm:cxn modelId="{2743F80A-E773-4729-AB5A-C5BBF2C8F790}" type="presOf" srcId="{A13BB1F9-5857-4B43-8BF5-6589AA2CB759}" destId="{1EAEB5AC-D37E-4B84-ACE5-E241A9214A47}" srcOrd="1" destOrd="0" presId="urn:microsoft.com/office/officeart/2005/8/layout/radial5"/>
    <dgm:cxn modelId="{FD0D0812-3766-4422-AB8F-58752BCDBE07}" srcId="{42D71409-67F9-455C-8C6D-716D284AAA6B}" destId="{932A6641-B47E-48FC-963F-311CBB9F360A}" srcOrd="2" destOrd="0" parTransId="{BCC541E2-3A60-4FA0-82BC-A407780EE7DB}" sibTransId="{0E70FA36-C3C7-4A08-A69A-A16BAA6AE9D9}"/>
    <dgm:cxn modelId="{02AC5B12-B182-467C-8ED0-662C0DF92E5B}" type="presOf" srcId="{9ADAB2CF-94B0-4FDA-A962-5EEEC02CCC08}" destId="{8CEBCD4C-6116-4E87-B228-652A1AC1A25B}" srcOrd="0" destOrd="0" presId="urn:microsoft.com/office/officeart/2005/8/layout/radial5"/>
    <dgm:cxn modelId="{63973A17-3853-4DC6-B813-71E5BF6A399D}" type="presOf" srcId="{3EE8403A-CB7C-4815-85BD-AEBCAEB71B37}" destId="{57406BF1-D591-4FF9-A123-D3D481388D02}" srcOrd="1" destOrd="0" presId="urn:microsoft.com/office/officeart/2005/8/layout/radial5"/>
    <dgm:cxn modelId="{115D4B1E-D438-43B8-B77C-D1F2E340CAB6}" type="presOf" srcId="{A13BB1F9-5857-4B43-8BF5-6589AA2CB759}" destId="{A4FF182E-83DA-4E82-B1C5-F3CEA8519D84}" srcOrd="0" destOrd="0" presId="urn:microsoft.com/office/officeart/2005/8/layout/radial5"/>
    <dgm:cxn modelId="{2AA9C11F-1F1D-428E-801A-47EAA766C99D}" srcId="{B9C32B05-62EA-407A-B21C-2310C7945705}" destId="{42D71409-67F9-455C-8C6D-716D284AAA6B}" srcOrd="0" destOrd="0" parTransId="{51680ED1-AF6E-4B28-AE94-92B0EFB0DF7D}" sibTransId="{478B7D3C-9FB4-4BC6-90AC-49960560DECD}"/>
    <dgm:cxn modelId="{15A3862D-47B7-459D-A634-3C89E7DB982D}" type="presOf" srcId="{4D00E63A-FD9F-481E-BB9D-E2703B1011B0}" destId="{DB9C52CF-CF60-4FA4-B049-DA5B4DDFAC8D}" srcOrd="0" destOrd="0" presId="urn:microsoft.com/office/officeart/2005/8/layout/radial5"/>
    <dgm:cxn modelId="{7223F33E-CF18-444D-B7E6-081C90BF7EF3}" type="presOf" srcId="{3AF880A5-0F00-4315-A5DF-1FE656798601}" destId="{A6816235-187E-438C-9C1F-04B16BACC6C3}" srcOrd="0" destOrd="0" presId="urn:microsoft.com/office/officeart/2005/8/layout/radial5"/>
    <dgm:cxn modelId="{98AAB55F-BAED-43DC-AC37-77A76303D0FF}" type="presOf" srcId="{3EE8403A-CB7C-4815-85BD-AEBCAEB71B37}" destId="{CC812A46-ED68-44D8-8451-BB3B59C2F1E2}" srcOrd="0" destOrd="0" presId="urn:microsoft.com/office/officeart/2005/8/layout/radial5"/>
    <dgm:cxn modelId="{4F63EF6A-64A7-44BB-8EC0-54B14E3C7DC7}" srcId="{42D71409-67F9-455C-8C6D-716D284AAA6B}" destId="{9AFDEAC1-A74D-44ED-A273-8EEA9AD544D9}" srcOrd="3" destOrd="0" parTransId="{4C7BF0C9-F320-4604-83E4-3616EC3F0A51}" sibTransId="{CDA3DFC5-250E-4BBA-A52A-9278B729BB2D}"/>
    <dgm:cxn modelId="{79958D7F-6556-48C2-AC08-B903D3E58B7F}" type="presOf" srcId="{42D71409-67F9-455C-8C6D-716D284AAA6B}" destId="{4025A82E-98FC-4A27-BB49-93A51ED2C606}" srcOrd="0" destOrd="0" presId="urn:microsoft.com/office/officeart/2005/8/layout/radial5"/>
    <dgm:cxn modelId="{F7916285-4C91-4226-AAE8-8FEFA3D159E4}" type="presOf" srcId="{9ADAB2CF-94B0-4FDA-A962-5EEEC02CCC08}" destId="{2A974C44-907F-499C-BE69-FD8F7B571424}" srcOrd="1" destOrd="0" presId="urn:microsoft.com/office/officeart/2005/8/layout/radial5"/>
    <dgm:cxn modelId="{E3322D97-49C3-4664-98F4-1829B409862D}" type="presOf" srcId="{4C7BF0C9-F320-4604-83E4-3616EC3F0A51}" destId="{30052F4F-FFE7-46D6-93D0-E337956290B2}" srcOrd="0" destOrd="0" presId="urn:microsoft.com/office/officeart/2005/8/layout/radial5"/>
    <dgm:cxn modelId="{12A27699-4C6F-403E-82E1-AA38870E8949}" type="presOf" srcId="{932A6641-B47E-48FC-963F-311CBB9F360A}" destId="{74DB93E6-4957-44E0-A01C-42EA18CB9D8C}" srcOrd="0" destOrd="0" presId="urn:microsoft.com/office/officeart/2005/8/layout/radial5"/>
    <dgm:cxn modelId="{8963D59F-C39E-4D36-B744-4656A9B31621}" type="presOf" srcId="{8EA7219F-BDB2-48EB-9EEB-3133522D132E}" destId="{6180C86B-D8A5-490D-8907-0E78AC25F129}" srcOrd="0" destOrd="0" presId="urn:microsoft.com/office/officeart/2005/8/layout/radial5"/>
    <dgm:cxn modelId="{01BC0FB0-D978-49A2-9A8C-303ABD327D84}" type="presOf" srcId="{B9C32B05-62EA-407A-B21C-2310C7945705}" destId="{23D56C5F-0290-497C-8CE4-215A86B41640}" srcOrd="0" destOrd="0" presId="urn:microsoft.com/office/officeart/2005/8/layout/radial5"/>
    <dgm:cxn modelId="{3B4534BB-3B0B-4584-A896-832579659051}" type="presOf" srcId="{9AFDEAC1-A74D-44ED-A273-8EEA9AD544D9}" destId="{633AC2D6-E162-426C-8F32-12B8079B2DA1}" srcOrd="0" destOrd="0" presId="urn:microsoft.com/office/officeart/2005/8/layout/radial5"/>
    <dgm:cxn modelId="{EBDC45C4-E9C6-4AE3-9467-7D516F9DDFEE}" type="presOf" srcId="{BCC541E2-3A60-4FA0-82BC-A407780EE7DB}" destId="{127BCC7C-1DB8-4041-AB91-FFF924ABBF9A}" srcOrd="0" destOrd="0" presId="urn:microsoft.com/office/officeart/2005/8/layout/radial5"/>
    <dgm:cxn modelId="{704961CD-9BF6-4FE7-89D7-552DE480515C}" srcId="{42D71409-67F9-455C-8C6D-716D284AAA6B}" destId="{4D00E63A-FD9F-481E-BB9D-E2703B1011B0}" srcOrd="4" destOrd="0" parTransId="{9ADAB2CF-94B0-4FDA-A962-5EEEC02CCC08}" sibTransId="{F2C10D62-1D6C-4E85-84B0-994F91CE79B2}"/>
    <dgm:cxn modelId="{24F8CBE2-5003-4E69-A772-6B98F2B05181}" srcId="{42D71409-67F9-455C-8C6D-716D284AAA6B}" destId="{3AF880A5-0F00-4315-A5DF-1FE656798601}" srcOrd="1" destOrd="0" parTransId="{A13BB1F9-5857-4B43-8BF5-6589AA2CB759}" sibTransId="{C198C41D-2640-4669-83ED-E0CD35701C8E}"/>
    <dgm:cxn modelId="{D8BD67EE-9BF4-4C67-9AEB-06A19D9CEBA1}" type="presOf" srcId="{BCC541E2-3A60-4FA0-82BC-A407780EE7DB}" destId="{0940C764-8373-4BED-8700-BD70C8250301}" srcOrd="1" destOrd="0" presId="urn:microsoft.com/office/officeart/2005/8/layout/radial5"/>
    <dgm:cxn modelId="{58AD7EEF-D408-406B-87EE-4691D4C30668}" srcId="{42D71409-67F9-455C-8C6D-716D284AAA6B}" destId="{8EA7219F-BDB2-48EB-9EEB-3133522D132E}" srcOrd="0" destOrd="0" parTransId="{3EE8403A-CB7C-4815-85BD-AEBCAEB71B37}" sibTransId="{C94B7947-85DC-4B21-BB99-DF8438356F98}"/>
    <dgm:cxn modelId="{4785A5F0-4F60-4E40-A21F-9D0D89F5059E}" type="presOf" srcId="{4C7BF0C9-F320-4604-83E4-3616EC3F0A51}" destId="{7B631223-5B90-4E3D-BBF0-6EA45BE50B7B}" srcOrd="1" destOrd="0" presId="urn:microsoft.com/office/officeart/2005/8/layout/radial5"/>
    <dgm:cxn modelId="{D8227537-742E-453B-8BF7-AF552D1976D8}" type="presParOf" srcId="{23D56C5F-0290-497C-8CE4-215A86B41640}" destId="{4025A82E-98FC-4A27-BB49-93A51ED2C606}" srcOrd="0" destOrd="0" presId="urn:microsoft.com/office/officeart/2005/8/layout/radial5"/>
    <dgm:cxn modelId="{E7FBA3A8-2858-4D6B-A8CD-3072FB177FA5}" type="presParOf" srcId="{23D56C5F-0290-497C-8CE4-215A86B41640}" destId="{CC812A46-ED68-44D8-8451-BB3B59C2F1E2}" srcOrd="1" destOrd="0" presId="urn:microsoft.com/office/officeart/2005/8/layout/radial5"/>
    <dgm:cxn modelId="{9AF6E0BD-19AA-40A6-805F-7D373E7C3D53}" type="presParOf" srcId="{CC812A46-ED68-44D8-8451-BB3B59C2F1E2}" destId="{57406BF1-D591-4FF9-A123-D3D481388D02}" srcOrd="0" destOrd="0" presId="urn:microsoft.com/office/officeart/2005/8/layout/radial5"/>
    <dgm:cxn modelId="{D95D669F-1E68-494E-8478-11E543DF6060}" type="presParOf" srcId="{23D56C5F-0290-497C-8CE4-215A86B41640}" destId="{6180C86B-D8A5-490D-8907-0E78AC25F129}" srcOrd="2" destOrd="0" presId="urn:microsoft.com/office/officeart/2005/8/layout/radial5"/>
    <dgm:cxn modelId="{59DB16DE-1077-4915-840A-8B0379484D85}" type="presParOf" srcId="{23D56C5F-0290-497C-8CE4-215A86B41640}" destId="{A4FF182E-83DA-4E82-B1C5-F3CEA8519D84}" srcOrd="3" destOrd="0" presId="urn:microsoft.com/office/officeart/2005/8/layout/radial5"/>
    <dgm:cxn modelId="{6E2F329A-283D-4E23-8275-B3D98C1C92CF}" type="presParOf" srcId="{A4FF182E-83DA-4E82-B1C5-F3CEA8519D84}" destId="{1EAEB5AC-D37E-4B84-ACE5-E241A9214A47}" srcOrd="0" destOrd="0" presId="urn:microsoft.com/office/officeart/2005/8/layout/radial5"/>
    <dgm:cxn modelId="{F8CA6020-90B5-4DC0-9096-BAD1D7BAD49B}" type="presParOf" srcId="{23D56C5F-0290-497C-8CE4-215A86B41640}" destId="{A6816235-187E-438C-9C1F-04B16BACC6C3}" srcOrd="4" destOrd="0" presId="urn:microsoft.com/office/officeart/2005/8/layout/radial5"/>
    <dgm:cxn modelId="{D9A783F5-986C-4496-9EC5-6808124DDF8D}" type="presParOf" srcId="{23D56C5F-0290-497C-8CE4-215A86B41640}" destId="{127BCC7C-1DB8-4041-AB91-FFF924ABBF9A}" srcOrd="5" destOrd="0" presId="urn:microsoft.com/office/officeart/2005/8/layout/radial5"/>
    <dgm:cxn modelId="{1FF6E37F-1E75-48F2-B34F-3CB7FA276490}" type="presParOf" srcId="{127BCC7C-1DB8-4041-AB91-FFF924ABBF9A}" destId="{0940C764-8373-4BED-8700-BD70C8250301}" srcOrd="0" destOrd="0" presId="urn:microsoft.com/office/officeart/2005/8/layout/radial5"/>
    <dgm:cxn modelId="{E186DDC3-E071-4267-A274-8172D587160B}" type="presParOf" srcId="{23D56C5F-0290-497C-8CE4-215A86B41640}" destId="{74DB93E6-4957-44E0-A01C-42EA18CB9D8C}" srcOrd="6" destOrd="0" presId="urn:microsoft.com/office/officeart/2005/8/layout/radial5"/>
    <dgm:cxn modelId="{D4B499A3-4819-417F-8D2D-1FC9F681C9F6}" type="presParOf" srcId="{23D56C5F-0290-497C-8CE4-215A86B41640}" destId="{30052F4F-FFE7-46D6-93D0-E337956290B2}" srcOrd="7" destOrd="0" presId="urn:microsoft.com/office/officeart/2005/8/layout/radial5"/>
    <dgm:cxn modelId="{859F7398-417C-486D-BE8E-3CAAB6109FED}" type="presParOf" srcId="{30052F4F-FFE7-46D6-93D0-E337956290B2}" destId="{7B631223-5B90-4E3D-BBF0-6EA45BE50B7B}" srcOrd="0" destOrd="0" presId="urn:microsoft.com/office/officeart/2005/8/layout/radial5"/>
    <dgm:cxn modelId="{E9D3E76D-AA6E-472F-9D46-E6DAD842AE37}" type="presParOf" srcId="{23D56C5F-0290-497C-8CE4-215A86B41640}" destId="{633AC2D6-E162-426C-8F32-12B8079B2DA1}" srcOrd="8" destOrd="0" presId="urn:microsoft.com/office/officeart/2005/8/layout/radial5"/>
    <dgm:cxn modelId="{24E66C1A-AE00-4E39-BC99-A4A34F3E50FB}" type="presParOf" srcId="{23D56C5F-0290-497C-8CE4-215A86B41640}" destId="{8CEBCD4C-6116-4E87-B228-652A1AC1A25B}" srcOrd="9" destOrd="0" presId="urn:microsoft.com/office/officeart/2005/8/layout/radial5"/>
    <dgm:cxn modelId="{B74AD749-FA24-467A-8D36-FE4C5CE289F3}" type="presParOf" srcId="{8CEBCD4C-6116-4E87-B228-652A1AC1A25B}" destId="{2A974C44-907F-499C-BE69-FD8F7B571424}" srcOrd="0" destOrd="0" presId="urn:microsoft.com/office/officeart/2005/8/layout/radial5"/>
    <dgm:cxn modelId="{3140449B-A139-497F-8DD8-F1A87C773E4F}" type="presParOf" srcId="{23D56C5F-0290-497C-8CE4-215A86B41640}" destId="{DB9C52CF-CF60-4FA4-B049-DA5B4DDFAC8D}" srcOrd="10" destOrd="0" presId="urn:microsoft.com/office/officeart/2005/8/layout/radial5"/>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95.xml><?xml version="1.0" encoding="utf-8"?>
<dgm:dataModel xmlns:dgm="http://schemas.openxmlformats.org/drawingml/2006/diagram" xmlns:a="http://schemas.openxmlformats.org/drawingml/2006/main">
  <dgm:ptLst>
    <dgm:pt modelId="{B9C32B05-62EA-407A-B21C-2310C7945705}" type="doc">
      <dgm:prSet loTypeId="urn:microsoft.com/office/officeart/2005/8/layout/radial3" loCatId="cycle"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solidFill>
                <a:schemeClr val="tx2"/>
              </a:solidFill>
            </a:rPr>
            <a:t>Lorem Ipsum</a:t>
          </a:r>
        </a:p>
      </dgm:t>
    </dgm:pt>
    <dgm:pt modelId="{51680ED1-AF6E-4B28-AE94-92B0EFB0DF7D}" type="parTrans" cxnId="{2AA9C11F-1F1D-428E-801A-47EAA766C99D}">
      <dgm:prSet/>
      <dgm:spPr/>
      <dgm:t>
        <a:bodyPr/>
        <a:lstStyle/>
        <a:p>
          <a:endParaRPr lang="en-US">
            <a:solidFill>
              <a:schemeClr val="tx2"/>
            </a:solidFill>
          </a:endParaRPr>
        </a:p>
      </dgm:t>
    </dgm:pt>
    <dgm:pt modelId="{478B7D3C-9FB4-4BC6-90AC-49960560DECD}" type="sibTrans" cxnId="{2AA9C11F-1F1D-428E-801A-47EAA766C99D}">
      <dgm:prSet/>
      <dgm:spPr/>
      <dgm:t>
        <a:bodyPr/>
        <a:lstStyle/>
        <a:p>
          <a:endParaRPr lang="en-US">
            <a:solidFill>
              <a:schemeClr val="tx2"/>
            </a:solidFill>
          </a:endParaRPr>
        </a:p>
      </dgm:t>
    </dgm:pt>
    <dgm:pt modelId="{3AF880A5-0F00-4315-A5DF-1FE656798601}">
      <dgm:prSet phldrT="[Text]"/>
      <dgm:spPr/>
      <dgm:t>
        <a:bodyPr/>
        <a:lstStyle/>
        <a:p>
          <a:r>
            <a:rPr lang="en-US" dirty="0">
              <a:solidFill>
                <a:schemeClr val="tx2"/>
              </a:solidFill>
            </a:rPr>
            <a:t>Some text here</a:t>
          </a:r>
        </a:p>
      </dgm:t>
    </dgm:pt>
    <dgm:pt modelId="{A13BB1F9-5857-4B43-8BF5-6589AA2CB759}" type="parTrans" cxnId="{24F8CBE2-5003-4E69-A772-6B98F2B05181}">
      <dgm:prSet/>
      <dgm:spPr/>
      <dgm:t>
        <a:bodyPr/>
        <a:lstStyle/>
        <a:p>
          <a:endParaRPr lang="en-US">
            <a:solidFill>
              <a:schemeClr val="tx2"/>
            </a:solidFill>
          </a:endParaRPr>
        </a:p>
      </dgm:t>
    </dgm:pt>
    <dgm:pt modelId="{C198C41D-2640-4669-83ED-E0CD35701C8E}" type="sibTrans" cxnId="{24F8CBE2-5003-4E69-A772-6B98F2B05181}">
      <dgm:prSet/>
      <dgm:spPr/>
      <dgm:t>
        <a:bodyPr/>
        <a:lstStyle/>
        <a:p>
          <a:endParaRPr lang="en-US">
            <a:solidFill>
              <a:schemeClr val="tx2"/>
            </a:solidFill>
          </a:endParaRPr>
        </a:p>
      </dgm:t>
    </dgm:pt>
    <dgm:pt modelId="{8EA7219F-BDB2-48EB-9EEB-3133522D132E}">
      <dgm:prSet phldrT="[Text]"/>
      <dgm:spPr/>
      <dgm:t>
        <a:bodyPr/>
        <a:lstStyle/>
        <a:p>
          <a:r>
            <a:rPr lang="en-US" dirty="0">
              <a:solidFill>
                <a:schemeClr val="tx2"/>
              </a:solidFill>
            </a:rPr>
            <a:t>Some text here</a:t>
          </a:r>
        </a:p>
      </dgm:t>
    </dgm:pt>
    <dgm:pt modelId="{3EE8403A-CB7C-4815-85BD-AEBCAEB71B37}" type="parTrans" cxnId="{58AD7EEF-D408-406B-87EE-4691D4C30668}">
      <dgm:prSet/>
      <dgm:spPr/>
      <dgm:t>
        <a:bodyPr/>
        <a:lstStyle/>
        <a:p>
          <a:endParaRPr lang="en-US">
            <a:solidFill>
              <a:schemeClr val="tx2"/>
            </a:solidFill>
          </a:endParaRPr>
        </a:p>
      </dgm:t>
    </dgm:pt>
    <dgm:pt modelId="{C94B7947-85DC-4B21-BB99-DF8438356F98}" type="sibTrans" cxnId="{58AD7EEF-D408-406B-87EE-4691D4C30668}">
      <dgm:prSet/>
      <dgm:spPr/>
      <dgm:t>
        <a:bodyPr/>
        <a:lstStyle/>
        <a:p>
          <a:endParaRPr lang="en-US">
            <a:solidFill>
              <a:schemeClr val="tx2"/>
            </a:solidFill>
          </a:endParaRPr>
        </a:p>
      </dgm:t>
    </dgm:pt>
    <dgm:pt modelId="{932A6641-B47E-48FC-963F-311CBB9F360A}">
      <dgm:prSet phldrT="[Text]"/>
      <dgm:spPr/>
      <dgm:t>
        <a:bodyPr/>
        <a:lstStyle/>
        <a:p>
          <a:r>
            <a:rPr lang="en-US">
              <a:solidFill>
                <a:schemeClr val="tx2"/>
              </a:solidFill>
            </a:rPr>
            <a:t>Some text here</a:t>
          </a:r>
          <a:endParaRPr lang="en-US" dirty="0">
            <a:solidFill>
              <a:schemeClr val="tx2"/>
            </a:solidFill>
          </a:endParaRPr>
        </a:p>
      </dgm:t>
    </dgm:pt>
    <dgm:pt modelId="{BCC541E2-3A60-4FA0-82BC-A407780EE7DB}" type="parTrans" cxnId="{FD0D0812-3766-4422-AB8F-58752BCDBE07}">
      <dgm:prSet/>
      <dgm:spPr/>
      <dgm:t>
        <a:bodyPr/>
        <a:lstStyle/>
        <a:p>
          <a:endParaRPr lang="en-US">
            <a:solidFill>
              <a:schemeClr val="tx2"/>
            </a:solidFill>
          </a:endParaRPr>
        </a:p>
      </dgm:t>
    </dgm:pt>
    <dgm:pt modelId="{0E70FA36-C3C7-4A08-A69A-A16BAA6AE9D9}" type="sibTrans" cxnId="{FD0D0812-3766-4422-AB8F-58752BCDBE07}">
      <dgm:prSet/>
      <dgm:spPr/>
      <dgm:t>
        <a:bodyPr/>
        <a:lstStyle/>
        <a:p>
          <a:endParaRPr lang="en-US">
            <a:solidFill>
              <a:schemeClr val="tx2"/>
            </a:solidFill>
          </a:endParaRPr>
        </a:p>
      </dgm:t>
    </dgm:pt>
    <dgm:pt modelId="{9AFDEAC1-A74D-44ED-A273-8EEA9AD544D9}">
      <dgm:prSet phldrT="[Text]"/>
      <dgm:spPr/>
      <dgm:t>
        <a:bodyPr/>
        <a:lstStyle/>
        <a:p>
          <a:r>
            <a:rPr lang="en-US">
              <a:solidFill>
                <a:schemeClr val="tx2"/>
              </a:solidFill>
            </a:rPr>
            <a:t>Some text here</a:t>
          </a:r>
          <a:endParaRPr lang="en-US" dirty="0">
            <a:solidFill>
              <a:schemeClr val="tx2"/>
            </a:solidFill>
          </a:endParaRPr>
        </a:p>
      </dgm:t>
    </dgm:pt>
    <dgm:pt modelId="{4C7BF0C9-F320-4604-83E4-3616EC3F0A51}" type="parTrans" cxnId="{4F63EF6A-64A7-44BB-8EC0-54B14E3C7DC7}">
      <dgm:prSet/>
      <dgm:spPr/>
      <dgm:t>
        <a:bodyPr/>
        <a:lstStyle/>
        <a:p>
          <a:endParaRPr lang="en-US">
            <a:solidFill>
              <a:schemeClr val="tx2"/>
            </a:solidFill>
          </a:endParaRPr>
        </a:p>
      </dgm:t>
    </dgm:pt>
    <dgm:pt modelId="{CDA3DFC5-250E-4BBA-A52A-9278B729BB2D}" type="sibTrans" cxnId="{4F63EF6A-64A7-44BB-8EC0-54B14E3C7DC7}">
      <dgm:prSet/>
      <dgm:spPr/>
      <dgm:t>
        <a:bodyPr/>
        <a:lstStyle/>
        <a:p>
          <a:endParaRPr lang="en-US">
            <a:solidFill>
              <a:schemeClr val="tx2"/>
            </a:solidFill>
          </a:endParaRPr>
        </a:p>
      </dgm:t>
    </dgm:pt>
    <dgm:pt modelId="{4D00E63A-FD9F-481E-BB9D-E2703B1011B0}">
      <dgm:prSet phldrT="[Text]"/>
      <dgm:spPr/>
      <dgm:t>
        <a:bodyPr/>
        <a:lstStyle/>
        <a:p>
          <a:r>
            <a:rPr lang="en-US">
              <a:solidFill>
                <a:schemeClr val="tx2"/>
              </a:solidFill>
            </a:rPr>
            <a:t>Some text here</a:t>
          </a:r>
          <a:endParaRPr lang="en-US" dirty="0">
            <a:solidFill>
              <a:schemeClr val="tx2"/>
            </a:solidFill>
          </a:endParaRPr>
        </a:p>
      </dgm:t>
    </dgm:pt>
    <dgm:pt modelId="{9ADAB2CF-94B0-4FDA-A962-5EEEC02CCC08}" type="parTrans" cxnId="{704961CD-9BF6-4FE7-89D7-552DE480515C}">
      <dgm:prSet/>
      <dgm:spPr/>
      <dgm:t>
        <a:bodyPr/>
        <a:lstStyle/>
        <a:p>
          <a:endParaRPr lang="en-US">
            <a:solidFill>
              <a:schemeClr val="tx2"/>
            </a:solidFill>
          </a:endParaRPr>
        </a:p>
      </dgm:t>
    </dgm:pt>
    <dgm:pt modelId="{F2C10D62-1D6C-4E85-84B0-994F91CE79B2}" type="sibTrans" cxnId="{704961CD-9BF6-4FE7-89D7-552DE480515C}">
      <dgm:prSet/>
      <dgm:spPr/>
      <dgm:t>
        <a:bodyPr/>
        <a:lstStyle/>
        <a:p>
          <a:endParaRPr lang="en-US">
            <a:solidFill>
              <a:schemeClr val="tx2"/>
            </a:solidFill>
          </a:endParaRPr>
        </a:p>
      </dgm:t>
    </dgm:pt>
    <dgm:pt modelId="{E78159CE-8797-4BCB-90AA-C34C27BD00AF}" type="pres">
      <dgm:prSet presAssocID="{B9C32B05-62EA-407A-B21C-2310C7945705}" presName="composite" presStyleCnt="0">
        <dgm:presLayoutVars>
          <dgm:chMax val="1"/>
          <dgm:dir/>
          <dgm:resizeHandles val="exact"/>
        </dgm:presLayoutVars>
      </dgm:prSet>
      <dgm:spPr/>
    </dgm:pt>
    <dgm:pt modelId="{22BAACC9-7BD0-4B1F-A85C-03D641C1AB2C}" type="pres">
      <dgm:prSet presAssocID="{B9C32B05-62EA-407A-B21C-2310C7945705}" presName="radial" presStyleCnt="0">
        <dgm:presLayoutVars>
          <dgm:animLvl val="ctr"/>
        </dgm:presLayoutVars>
      </dgm:prSet>
      <dgm:spPr/>
    </dgm:pt>
    <dgm:pt modelId="{A33511DD-5213-46AF-A919-902792ABB56A}" type="pres">
      <dgm:prSet presAssocID="{42D71409-67F9-455C-8C6D-716D284AAA6B}" presName="centerShape" presStyleLbl="vennNode1" presStyleIdx="0" presStyleCnt="6"/>
      <dgm:spPr/>
    </dgm:pt>
    <dgm:pt modelId="{BF250FA8-38B6-49C1-9050-58FF1C71B23C}" type="pres">
      <dgm:prSet presAssocID="{8EA7219F-BDB2-48EB-9EEB-3133522D132E}" presName="node" presStyleLbl="vennNode1" presStyleIdx="1" presStyleCnt="6">
        <dgm:presLayoutVars>
          <dgm:bulletEnabled val="1"/>
        </dgm:presLayoutVars>
      </dgm:prSet>
      <dgm:spPr/>
    </dgm:pt>
    <dgm:pt modelId="{23A70382-8EBD-4682-8101-8E5DC144355A}" type="pres">
      <dgm:prSet presAssocID="{3AF880A5-0F00-4315-A5DF-1FE656798601}" presName="node" presStyleLbl="vennNode1" presStyleIdx="2" presStyleCnt="6">
        <dgm:presLayoutVars>
          <dgm:bulletEnabled val="1"/>
        </dgm:presLayoutVars>
      </dgm:prSet>
      <dgm:spPr/>
    </dgm:pt>
    <dgm:pt modelId="{B47DF812-ED0A-494B-8D7A-4D02CE25C701}" type="pres">
      <dgm:prSet presAssocID="{932A6641-B47E-48FC-963F-311CBB9F360A}" presName="node" presStyleLbl="vennNode1" presStyleIdx="3" presStyleCnt="6">
        <dgm:presLayoutVars>
          <dgm:bulletEnabled val="1"/>
        </dgm:presLayoutVars>
      </dgm:prSet>
      <dgm:spPr/>
    </dgm:pt>
    <dgm:pt modelId="{6491A80D-27D4-4C3F-949A-12C2C1F208DF}" type="pres">
      <dgm:prSet presAssocID="{9AFDEAC1-A74D-44ED-A273-8EEA9AD544D9}" presName="node" presStyleLbl="vennNode1" presStyleIdx="4" presStyleCnt="6">
        <dgm:presLayoutVars>
          <dgm:bulletEnabled val="1"/>
        </dgm:presLayoutVars>
      </dgm:prSet>
      <dgm:spPr/>
    </dgm:pt>
    <dgm:pt modelId="{5F40F22E-601F-4C55-A185-55C45BC985C9}" type="pres">
      <dgm:prSet presAssocID="{4D00E63A-FD9F-481E-BB9D-E2703B1011B0}" presName="node" presStyleLbl="vennNode1" presStyleIdx="5" presStyleCnt="6">
        <dgm:presLayoutVars>
          <dgm:bulletEnabled val="1"/>
        </dgm:presLayoutVars>
      </dgm:prSet>
      <dgm:spPr/>
    </dgm:pt>
  </dgm:ptLst>
  <dgm:cxnLst>
    <dgm:cxn modelId="{FD0D0812-3766-4422-AB8F-58752BCDBE07}" srcId="{42D71409-67F9-455C-8C6D-716D284AAA6B}" destId="{932A6641-B47E-48FC-963F-311CBB9F360A}" srcOrd="2" destOrd="0" parTransId="{BCC541E2-3A60-4FA0-82BC-A407780EE7DB}" sibTransId="{0E70FA36-C3C7-4A08-A69A-A16BAA6AE9D9}"/>
    <dgm:cxn modelId="{2AA9C11F-1F1D-428E-801A-47EAA766C99D}" srcId="{B9C32B05-62EA-407A-B21C-2310C7945705}" destId="{42D71409-67F9-455C-8C6D-716D284AAA6B}" srcOrd="0" destOrd="0" parTransId="{51680ED1-AF6E-4B28-AE94-92B0EFB0DF7D}" sibTransId="{478B7D3C-9FB4-4BC6-90AC-49960560DECD}"/>
    <dgm:cxn modelId="{4CD70A24-4A0C-4FEF-A2ED-EBB6E8783DC3}" type="presOf" srcId="{3AF880A5-0F00-4315-A5DF-1FE656798601}" destId="{23A70382-8EBD-4682-8101-8E5DC144355A}" srcOrd="0" destOrd="0" presId="urn:microsoft.com/office/officeart/2005/8/layout/radial3"/>
    <dgm:cxn modelId="{469E212A-ADDC-45D3-89E7-7BEF9A519B6F}" type="presOf" srcId="{9AFDEAC1-A74D-44ED-A273-8EEA9AD544D9}" destId="{6491A80D-27D4-4C3F-949A-12C2C1F208DF}" srcOrd="0" destOrd="0" presId="urn:microsoft.com/office/officeart/2005/8/layout/radial3"/>
    <dgm:cxn modelId="{F10B4630-004A-42E2-B528-DB0C1DBAF07B}" type="presOf" srcId="{932A6641-B47E-48FC-963F-311CBB9F360A}" destId="{B47DF812-ED0A-494B-8D7A-4D02CE25C701}" srcOrd="0" destOrd="0" presId="urn:microsoft.com/office/officeart/2005/8/layout/radial3"/>
    <dgm:cxn modelId="{A29E8939-C8C8-4980-9277-70B16DA8A735}" type="presOf" srcId="{4D00E63A-FD9F-481E-BB9D-E2703B1011B0}" destId="{5F40F22E-601F-4C55-A185-55C45BC985C9}" srcOrd="0" destOrd="0" presId="urn:microsoft.com/office/officeart/2005/8/layout/radial3"/>
    <dgm:cxn modelId="{4F63EF6A-64A7-44BB-8EC0-54B14E3C7DC7}" srcId="{42D71409-67F9-455C-8C6D-716D284AAA6B}" destId="{9AFDEAC1-A74D-44ED-A273-8EEA9AD544D9}" srcOrd="3" destOrd="0" parTransId="{4C7BF0C9-F320-4604-83E4-3616EC3F0A51}" sibTransId="{CDA3DFC5-250E-4BBA-A52A-9278B729BB2D}"/>
    <dgm:cxn modelId="{704961CD-9BF6-4FE7-89D7-552DE480515C}" srcId="{42D71409-67F9-455C-8C6D-716D284AAA6B}" destId="{4D00E63A-FD9F-481E-BB9D-E2703B1011B0}" srcOrd="4" destOrd="0" parTransId="{9ADAB2CF-94B0-4FDA-A962-5EEEC02CCC08}" sibTransId="{F2C10D62-1D6C-4E85-84B0-994F91CE79B2}"/>
    <dgm:cxn modelId="{91D4CDCE-0CB2-41F0-9589-48F66A4C4E7C}" type="presOf" srcId="{B9C32B05-62EA-407A-B21C-2310C7945705}" destId="{E78159CE-8797-4BCB-90AA-C34C27BD00AF}" srcOrd="0" destOrd="0" presId="urn:microsoft.com/office/officeart/2005/8/layout/radial3"/>
    <dgm:cxn modelId="{B46FCFDC-CBFF-46D0-9171-785B784019F6}" type="presOf" srcId="{42D71409-67F9-455C-8C6D-716D284AAA6B}" destId="{A33511DD-5213-46AF-A919-902792ABB56A}" srcOrd="0" destOrd="0" presId="urn:microsoft.com/office/officeart/2005/8/layout/radial3"/>
    <dgm:cxn modelId="{24F8CBE2-5003-4E69-A772-6B98F2B05181}" srcId="{42D71409-67F9-455C-8C6D-716D284AAA6B}" destId="{3AF880A5-0F00-4315-A5DF-1FE656798601}" srcOrd="1" destOrd="0" parTransId="{A13BB1F9-5857-4B43-8BF5-6589AA2CB759}" sibTransId="{C198C41D-2640-4669-83ED-E0CD35701C8E}"/>
    <dgm:cxn modelId="{F2D542E6-2D32-408A-B3E7-C08EB39CAE91}" type="presOf" srcId="{8EA7219F-BDB2-48EB-9EEB-3133522D132E}" destId="{BF250FA8-38B6-49C1-9050-58FF1C71B23C}" srcOrd="0" destOrd="0" presId="urn:microsoft.com/office/officeart/2005/8/layout/radial3"/>
    <dgm:cxn modelId="{58AD7EEF-D408-406B-87EE-4691D4C30668}" srcId="{42D71409-67F9-455C-8C6D-716D284AAA6B}" destId="{8EA7219F-BDB2-48EB-9EEB-3133522D132E}" srcOrd="0" destOrd="0" parTransId="{3EE8403A-CB7C-4815-85BD-AEBCAEB71B37}" sibTransId="{C94B7947-85DC-4B21-BB99-DF8438356F98}"/>
    <dgm:cxn modelId="{56D4FA4D-1FF7-48DF-A8CF-EFED6FB3999A}" type="presParOf" srcId="{E78159CE-8797-4BCB-90AA-C34C27BD00AF}" destId="{22BAACC9-7BD0-4B1F-A85C-03D641C1AB2C}" srcOrd="0" destOrd="0" presId="urn:microsoft.com/office/officeart/2005/8/layout/radial3"/>
    <dgm:cxn modelId="{0D2C8F93-8501-4DC3-A340-AF91F316CCAA}" type="presParOf" srcId="{22BAACC9-7BD0-4B1F-A85C-03D641C1AB2C}" destId="{A33511DD-5213-46AF-A919-902792ABB56A}" srcOrd="0" destOrd="0" presId="urn:microsoft.com/office/officeart/2005/8/layout/radial3"/>
    <dgm:cxn modelId="{928343C0-3108-4D42-8095-D4F2226CD6A5}" type="presParOf" srcId="{22BAACC9-7BD0-4B1F-A85C-03D641C1AB2C}" destId="{BF250FA8-38B6-49C1-9050-58FF1C71B23C}" srcOrd="1" destOrd="0" presId="urn:microsoft.com/office/officeart/2005/8/layout/radial3"/>
    <dgm:cxn modelId="{21C5243B-ACC7-43D0-9437-00804263B06E}" type="presParOf" srcId="{22BAACC9-7BD0-4B1F-A85C-03D641C1AB2C}" destId="{23A70382-8EBD-4682-8101-8E5DC144355A}" srcOrd="2" destOrd="0" presId="urn:microsoft.com/office/officeart/2005/8/layout/radial3"/>
    <dgm:cxn modelId="{B5240E45-3529-4521-B2AD-FCD0DA56A0F3}" type="presParOf" srcId="{22BAACC9-7BD0-4B1F-A85C-03D641C1AB2C}" destId="{B47DF812-ED0A-494B-8D7A-4D02CE25C701}" srcOrd="3" destOrd="0" presId="urn:microsoft.com/office/officeart/2005/8/layout/radial3"/>
    <dgm:cxn modelId="{1D9CF5C1-C473-488A-89AF-D3545552550B}" type="presParOf" srcId="{22BAACC9-7BD0-4B1F-A85C-03D641C1AB2C}" destId="{6491A80D-27D4-4C3F-949A-12C2C1F208DF}" srcOrd="4" destOrd="0" presId="urn:microsoft.com/office/officeart/2005/8/layout/radial3"/>
    <dgm:cxn modelId="{B88B2F5C-C82D-4585-A3ED-EACBB103CF3A}" type="presParOf" srcId="{22BAACC9-7BD0-4B1F-A85C-03D641C1AB2C}" destId="{5F40F22E-601F-4C55-A185-55C45BC985C9}" srcOrd="5" destOrd="0" presId="urn:microsoft.com/office/officeart/2005/8/layout/radial3"/>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96.xml><?xml version="1.0" encoding="utf-8"?>
<dgm:dataModel xmlns:dgm="http://schemas.openxmlformats.org/drawingml/2006/diagram" xmlns:a="http://schemas.openxmlformats.org/drawingml/2006/main">
  <dgm:ptLst>
    <dgm:pt modelId="{B9C32B05-62EA-407A-B21C-2310C7945705}" type="doc">
      <dgm:prSet loTypeId="urn:microsoft.com/office/officeart/2005/8/layout/gear1" loCatId="cycle"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3AF880A5-0F00-4315-A5DF-1FE656798601}">
      <dgm:prSet phldrT="[Text]"/>
      <dgm:spPr/>
      <dgm:t>
        <a:bodyPr/>
        <a:lstStyle/>
        <a:p>
          <a:r>
            <a:rPr lang="en-US" dirty="0">
              <a:solidFill>
                <a:schemeClr val="tx2"/>
              </a:solidFill>
            </a:rPr>
            <a:t>Some text here</a:t>
          </a:r>
        </a:p>
      </dgm:t>
    </dgm:pt>
    <dgm:pt modelId="{A13BB1F9-5857-4B43-8BF5-6589AA2CB759}" type="parTrans" cxnId="{24F8CBE2-5003-4E69-A772-6B98F2B05181}">
      <dgm:prSet/>
      <dgm:spPr/>
      <dgm:t>
        <a:bodyPr/>
        <a:lstStyle/>
        <a:p>
          <a:endParaRPr lang="en-US"/>
        </a:p>
      </dgm:t>
    </dgm:pt>
    <dgm:pt modelId="{C198C41D-2640-4669-83ED-E0CD35701C8E}" type="sibTrans" cxnId="{24F8CBE2-5003-4E69-A772-6B98F2B05181}">
      <dgm:prSet/>
      <dgm:spPr/>
      <dgm:t>
        <a:bodyPr/>
        <a:lstStyle/>
        <a:p>
          <a:endParaRPr lang="en-US"/>
        </a:p>
      </dgm:t>
    </dgm:pt>
    <dgm:pt modelId="{8EA7219F-BDB2-48EB-9EEB-3133522D132E}">
      <dgm:prSet phldrT="[Text]"/>
      <dgm:spPr/>
      <dgm:t>
        <a:bodyPr/>
        <a:lstStyle/>
        <a:p>
          <a:r>
            <a:rPr lang="en-US" dirty="0">
              <a:solidFill>
                <a:schemeClr val="tx2"/>
              </a:solidFill>
            </a:rPr>
            <a:t>Some text here</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932A6641-B47E-48FC-963F-311CBB9F360A}">
      <dgm:prSet phldrT="[Text]"/>
      <dgm:spPr/>
      <dgm:t>
        <a:bodyPr/>
        <a:lstStyle/>
        <a:p>
          <a:r>
            <a:rPr lang="en-US" dirty="0">
              <a:solidFill>
                <a:schemeClr val="tx2"/>
              </a:solidFill>
            </a:rPr>
            <a:t>Some text here</a:t>
          </a:r>
        </a:p>
      </dgm:t>
    </dgm:pt>
    <dgm:pt modelId="{BCC541E2-3A60-4FA0-82BC-A407780EE7DB}" type="parTrans" cxnId="{FD0D0812-3766-4422-AB8F-58752BCDBE07}">
      <dgm:prSet/>
      <dgm:spPr/>
      <dgm:t>
        <a:bodyPr/>
        <a:lstStyle/>
        <a:p>
          <a:endParaRPr lang="en-US"/>
        </a:p>
      </dgm:t>
    </dgm:pt>
    <dgm:pt modelId="{0E70FA36-C3C7-4A08-A69A-A16BAA6AE9D9}" type="sibTrans" cxnId="{FD0D0812-3766-4422-AB8F-58752BCDBE07}">
      <dgm:prSet/>
      <dgm:spPr/>
      <dgm:t>
        <a:bodyPr/>
        <a:lstStyle/>
        <a:p>
          <a:endParaRPr lang="en-US"/>
        </a:p>
      </dgm:t>
    </dgm:pt>
    <dgm:pt modelId="{931F67A1-511C-4621-8C0A-4696ED884D2E}">
      <dgm:prSet phldrT="[Text]"/>
      <dgm:spPr/>
      <dgm:t>
        <a:bodyPr/>
        <a:lstStyle/>
        <a:p>
          <a:r>
            <a:rPr lang="en-US"/>
            <a:t>Lorem Ipsum</a:t>
          </a:r>
          <a:endParaRPr lang="en-US" dirty="0"/>
        </a:p>
      </dgm:t>
    </dgm:pt>
    <dgm:pt modelId="{187D2A69-25F7-4D90-AB20-B06C44ACE9EC}" type="parTrans" cxnId="{5A842C1E-D66F-4BA0-8692-B7A548AF4D84}">
      <dgm:prSet/>
      <dgm:spPr/>
      <dgm:t>
        <a:bodyPr/>
        <a:lstStyle/>
        <a:p>
          <a:endParaRPr lang="en-US"/>
        </a:p>
      </dgm:t>
    </dgm:pt>
    <dgm:pt modelId="{FAFE529C-6063-402C-BCAD-1A1B35B1A363}" type="sibTrans" cxnId="{5A842C1E-D66F-4BA0-8692-B7A548AF4D84}">
      <dgm:prSet/>
      <dgm:spPr/>
      <dgm:t>
        <a:bodyPr/>
        <a:lstStyle/>
        <a:p>
          <a:endParaRPr lang="en-US"/>
        </a:p>
      </dgm:t>
    </dgm:pt>
    <dgm:pt modelId="{E433511D-C76F-43AD-9167-7A740029F244}">
      <dgm:prSet phldrT="[Text]"/>
      <dgm:spPr/>
      <dgm:t>
        <a:bodyPr/>
        <a:lstStyle/>
        <a:p>
          <a:r>
            <a:rPr lang="en-US" dirty="0">
              <a:solidFill>
                <a:schemeClr val="tx2"/>
              </a:solidFill>
            </a:rPr>
            <a:t>Some text here</a:t>
          </a:r>
        </a:p>
      </dgm:t>
    </dgm:pt>
    <dgm:pt modelId="{08346E28-FE22-4EA1-8908-7688677C76BB}" type="parTrans" cxnId="{5200DE09-6DE9-4253-9ED5-DC6672BF2AF2}">
      <dgm:prSet/>
      <dgm:spPr/>
      <dgm:t>
        <a:bodyPr/>
        <a:lstStyle/>
        <a:p>
          <a:endParaRPr lang="en-US"/>
        </a:p>
      </dgm:t>
    </dgm:pt>
    <dgm:pt modelId="{49763CC0-D30A-48A1-A1B5-B2451CA8A294}" type="sibTrans" cxnId="{5200DE09-6DE9-4253-9ED5-DC6672BF2AF2}">
      <dgm:prSet/>
      <dgm:spPr/>
      <dgm:t>
        <a:bodyPr/>
        <a:lstStyle/>
        <a:p>
          <a:endParaRPr lang="en-US"/>
        </a:p>
      </dgm:t>
    </dgm:pt>
    <dgm:pt modelId="{50312A1F-9037-4BD1-96F6-1433B6C58E41}">
      <dgm:prSet phldrT="[Text]"/>
      <dgm:spPr/>
      <dgm:t>
        <a:bodyPr/>
        <a:lstStyle/>
        <a:p>
          <a:r>
            <a:rPr lang="en-US" dirty="0">
              <a:solidFill>
                <a:schemeClr val="tx2"/>
              </a:solidFill>
            </a:rPr>
            <a:t>Some text here</a:t>
          </a:r>
        </a:p>
      </dgm:t>
    </dgm:pt>
    <dgm:pt modelId="{07292C7E-2BCD-4D0D-8A2C-B718C607433E}" type="parTrans" cxnId="{7E9C98A7-3743-4506-BC2D-A12AC132C6B0}">
      <dgm:prSet/>
      <dgm:spPr/>
      <dgm:t>
        <a:bodyPr/>
        <a:lstStyle/>
        <a:p>
          <a:endParaRPr lang="en-US"/>
        </a:p>
      </dgm:t>
    </dgm:pt>
    <dgm:pt modelId="{54EE2463-ABB8-4CD9-953E-008ECB18507E}" type="sibTrans" cxnId="{7E9C98A7-3743-4506-BC2D-A12AC132C6B0}">
      <dgm:prSet/>
      <dgm:spPr/>
      <dgm:t>
        <a:bodyPr/>
        <a:lstStyle/>
        <a:p>
          <a:endParaRPr lang="en-US"/>
        </a:p>
      </dgm:t>
    </dgm:pt>
    <dgm:pt modelId="{465B7505-6071-440C-8E71-7F54AE9D531B}">
      <dgm:prSet phldrT="[Text]"/>
      <dgm:spPr/>
      <dgm:t>
        <a:bodyPr/>
        <a:lstStyle/>
        <a:p>
          <a:r>
            <a:rPr lang="en-US" dirty="0">
              <a:solidFill>
                <a:schemeClr val="tx2"/>
              </a:solidFill>
            </a:rPr>
            <a:t>Some text here</a:t>
          </a:r>
        </a:p>
      </dgm:t>
    </dgm:pt>
    <dgm:pt modelId="{52C5238D-08CE-4F92-9B0B-7998AA379AAF}" type="parTrans" cxnId="{F93DFA79-1636-484B-A953-5CD8191FDEBC}">
      <dgm:prSet/>
      <dgm:spPr/>
      <dgm:t>
        <a:bodyPr/>
        <a:lstStyle/>
        <a:p>
          <a:endParaRPr lang="en-US"/>
        </a:p>
      </dgm:t>
    </dgm:pt>
    <dgm:pt modelId="{C97FE0A9-0435-49A5-9CF6-25E2B4FAE96B}" type="sibTrans" cxnId="{F93DFA79-1636-484B-A953-5CD8191FDEBC}">
      <dgm:prSet/>
      <dgm:spPr/>
      <dgm:t>
        <a:bodyPr/>
        <a:lstStyle/>
        <a:p>
          <a:endParaRPr lang="en-US"/>
        </a:p>
      </dgm:t>
    </dgm:pt>
    <dgm:pt modelId="{E3F29E2D-1C07-4EFC-A39C-7937FCB85E01}">
      <dgm:prSet phldrT="[Text]"/>
      <dgm:spPr/>
      <dgm:t>
        <a:bodyPr/>
        <a:lstStyle/>
        <a:p>
          <a:r>
            <a:rPr lang="en-US"/>
            <a:t>Lorem Ipsum</a:t>
          </a:r>
          <a:endParaRPr lang="en-US" dirty="0"/>
        </a:p>
      </dgm:t>
    </dgm:pt>
    <dgm:pt modelId="{FB0C65D0-88F7-45F0-AB65-934F5CCAF8D7}" type="parTrans" cxnId="{E8842F39-ECC5-4843-B306-4DA21ED1981F}">
      <dgm:prSet/>
      <dgm:spPr/>
      <dgm:t>
        <a:bodyPr/>
        <a:lstStyle/>
        <a:p>
          <a:endParaRPr lang="en-US"/>
        </a:p>
      </dgm:t>
    </dgm:pt>
    <dgm:pt modelId="{7D2BFD9E-7390-4FCC-BFE1-D8D487B48085}" type="sibTrans" cxnId="{E8842F39-ECC5-4843-B306-4DA21ED1981F}">
      <dgm:prSet/>
      <dgm:spPr/>
      <dgm:t>
        <a:bodyPr/>
        <a:lstStyle/>
        <a:p>
          <a:endParaRPr lang="en-US"/>
        </a:p>
      </dgm:t>
    </dgm:pt>
    <dgm:pt modelId="{58E08709-75B5-47B4-ADCA-0090E8B1EB0E}">
      <dgm:prSet phldrT="[Text]"/>
      <dgm:spPr/>
      <dgm:t>
        <a:bodyPr/>
        <a:lstStyle/>
        <a:p>
          <a:r>
            <a:rPr lang="en-US" dirty="0">
              <a:solidFill>
                <a:schemeClr val="tx2"/>
              </a:solidFill>
            </a:rPr>
            <a:t>Some text here</a:t>
          </a:r>
        </a:p>
      </dgm:t>
    </dgm:pt>
    <dgm:pt modelId="{055880AF-37EF-4DDF-9881-30C0922A675C}" type="parTrans" cxnId="{4455DB39-D721-4B99-A3A0-0F2AA2477675}">
      <dgm:prSet/>
      <dgm:spPr/>
      <dgm:t>
        <a:bodyPr/>
        <a:lstStyle/>
        <a:p>
          <a:endParaRPr lang="en-US"/>
        </a:p>
      </dgm:t>
    </dgm:pt>
    <dgm:pt modelId="{D70945F8-5BFF-4E44-BBF1-F59F1C714B78}" type="sibTrans" cxnId="{4455DB39-D721-4B99-A3A0-0F2AA2477675}">
      <dgm:prSet/>
      <dgm:spPr/>
      <dgm:t>
        <a:bodyPr/>
        <a:lstStyle/>
        <a:p>
          <a:endParaRPr lang="en-US"/>
        </a:p>
      </dgm:t>
    </dgm:pt>
    <dgm:pt modelId="{C6C3E5F7-94AA-4AF5-9F7C-05AE9237596D}">
      <dgm:prSet phldrT="[Text]"/>
      <dgm:spPr/>
      <dgm:t>
        <a:bodyPr/>
        <a:lstStyle/>
        <a:p>
          <a:r>
            <a:rPr lang="en-US" dirty="0">
              <a:solidFill>
                <a:schemeClr val="tx2"/>
              </a:solidFill>
            </a:rPr>
            <a:t>Some text here</a:t>
          </a:r>
        </a:p>
      </dgm:t>
    </dgm:pt>
    <dgm:pt modelId="{EC1A26F2-7F79-4DC5-B0B1-005214122E60}" type="parTrans" cxnId="{1045A818-C745-4104-B57B-8FC1189AE545}">
      <dgm:prSet/>
      <dgm:spPr/>
      <dgm:t>
        <a:bodyPr/>
        <a:lstStyle/>
        <a:p>
          <a:endParaRPr lang="en-US"/>
        </a:p>
      </dgm:t>
    </dgm:pt>
    <dgm:pt modelId="{43D5F87D-284D-4C2C-AAC5-68352F7F8D2A}" type="sibTrans" cxnId="{1045A818-C745-4104-B57B-8FC1189AE545}">
      <dgm:prSet/>
      <dgm:spPr/>
      <dgm:t>
        <a:bodyPr/>
        <a:lstStyle/>
        <a:p>
          <a:endParaRPr lang="en-US"/>
        </a:p>
      </dgm:t>
    </dgm:pt>
    <dgm:pt modelId="{B86DD53D-E81E-45ED-A32F-840297E398A8}">
      <dgm:prSet phldrT="[Text]"/>
      <dgm:spPr/>
      <dgm:t>
        <a:bodyPr/>
        <a:lstStyle/>
        <a:p>
          <a:r>
            <a:rPr lang="en-US" dirty="0">
              <a:solidFill>
                <a:schemeClr val="tx2"/>
              </a:solidFill>
            </a:rPr>
            <a:t>Some </a:t>
          </a:r>
          <a:r>
            <a:rPr lang="en-US">
              <a:solidFill>
                <a:schemeClr val="tx2"/>
              </a:solidFill>
            </a:rPr>
            <a:t>text here</a:t>
          </a:r>
          <a:endParaRPr lang="en-US" dirty="0">
            <a:solidFill>
              <a:schemeClr val="tx2"/>
            </a:solidFill>
          </a:endParaRPr>
        </a:p>
      </dgm:t>
    </dgm:pt>
    <dgm:pt modelId="{0B81DEAE-3B04-4709-A0EA-1E6AA99C9D0E}" type="parTrans" cxnId="{DC3B9180-C85B-46CE-811C-F8FBAD06DCC5}">
      <dgm:prSet/>
      <dgm:spPr/>
      <dgm:t>
        <a:bodyPr/>
        <a:lstStyle/>
        <a:p>
          <a:endParaRPr lang="en-US"/>
        </a:p>
      </dgm:t>
    </dgm:pt>
    <dgm:pt modelId="{D7158161-97A4-40F1-9001-2981FBA64283}" type="sibTrans" cxnId="{DC3B9180-C85B-46CE-811C-F8FBAD06DCC5}">
      <dgm:prSet/>
      <dgm:spPr/>
      <dgm:t>
        <a:bodyPr/>
        <a:lstStyle/>
        <a:p>
          <a:endParaRPr lang="en-US"/>
        </a:p>
      </dgm:t>
    </dgm:pt>
    <dgm:pt modelId="{A973FB8E-D4DD-4411-B5F5-90921A10FC87}" type="pres">
      <dgm:prSet presAssocID="{B9C32B05-62EA-407A-B21C-2310C7945705}" presName="composite" presStyleCnt="0">
        <dgm:presLayoutVars>
          <dgm:chMax val="3"/>
          <dgm:animLvl val="lvl"/>
          <dgm:resizeHandles val="exact"/>
        </dgm:presLayoutVars>
      </dgm:prSet>
      <dgm:spPr/>
    </dgm:pt>
    <dgm:pt modelId="{283EF29A-AE7F-489A-87FC-5AC4E28A151D}" type="pres">
      <dgm:prSet presAssocID="{42D71409-67F9-455C-8C6D-716D284AAA6B}" presName="gear1" presStyleLbl="node1" presStyleIdx="0" presStyleCnt="3">
        <dgm:presLayoutVars>
          <dgm:chMax val="1"/>
          <dgm:bulletEnabled val="1"/>
        </dgm:presLayoutVars>
      </dgm:prSet>
      <dgm:spPr/>
    </dgm:pt>
    <dgm:pt modelId="{B58DBEA6-C991-4CE1-9C6D-D9D36B7A4645}" type="pres">
      <dgm:prSet presAssocID="{42D71409-67F9-455C-8C6D-716D284AAA6B}" presName="gear1srcNode" presStyleLbl="node1" presStyleIdx="0" presStyleCnt="3"/>
      <dgm:spPr/>
    </dgm:pt>
    <dgm:pt modelId="{D616F9AA-A10E-4D8F-B4A8-9CC50CCDAF52}" type="pres">
      <dgm:prSet presAssocID="{42D71409-67F9-455C-8C6D-716D284AAA6B}" presName="gear1dstNode" presStyleLbl="node1" presStyleIdx="0" presStyleCnt="3"/>
      <dgm:spPr/>
    </dgm:pt>
    <dgm:pt modelId="{357A768A-9FDD-4D60-81BE-FC0402048E6C}" type="pres">
      <dgm:prSet presAssocID="{42D71409-67F9-455C-8C6D-716D284AAA6B}" presName="gear1ch" presStyleLbl="fgAcc1" presStyleIdx="0" presStyleCnt="3">
        <dgm:presLayoutVars>
          <dgm:chMax val="0"/>
          <dgm:bulletEnabled val="1"/>
        </dgm:presLayoutVars>
      </dgm:prSet>
      <dgm:spPr/>
    </dgm:pt>
    <dgm:pt modelId="{5553F8FF-DC9E-497B-AF7B-08171F8DD591}" type="pres">
      <dgm:prSet presAssocID="{931F67A1-511C-4621-8C0A-4696ED884D2E}" presName="gear2" presStyleLbl="node1" presStyleIdx="1" presStyleCnt="3">
        <dgm:presLayoutVars>
          <dgm:chMax val="1"/>
          <dgm:bulletEnabled val="1"/>
        </dgm:presLayoutVars>
      </dgm:prSet>
      <dgm:spPr/>
    </dgm:pt>
    <dgm:pt modelId="{14F5C31C-84B2-4AF4-ABC0-CC37FD6D9154}" type="pres">
      <dgm:prSet presAssocID="{931F67A1-511C-4621-8C0A-4696ED884D2E}" presName="gear2srcNode" presStyleLbl="node1" presStyleIdx="1" presStyleCnt="3"/>
      <dgm:spPr/>
    </dgm:pt>
    <dgm:pt modelId="{DBF5E942-164B-4006-A886-3A624D2D3506}" type="pres">
      <dgm:prSet presAssocID="{931F67A1-511C-4621-8C0A-4696ED884D2E}" presName="gear2dstNode" presStyleLbl="node1" presStyleIdx="1" presStyleCnt="3"/>
      <dgm:spPr/>
    </dgm:pt>
    <dgm:pt modelId="{37079040-6725-4C79-B5F2-54DFF27F1FDD}" type="pres">
      <dgm:prSet presAssocID="{931F67A1-511C-4621-8C0A-4696ED884D2E}" presName="gear2ch" presStyleLbl="fgAcc1" presStyleIdx="1" presStyleCnt="3">
        <dgm:presLayoutVars>
          <dgm:chMax val="0"/>
          <dgm:bulletEnabled val="1"/>
        </dgm:presLayoutVars>
      </dgm:prSet>
      <dgm:spPr/>
    </dgm:pt>
    <dgm:pt modelId="{298BE1FA-2114-4C8F-9726-C28FA0F926AA}" type="pres">
      <dgm:prSet presAssocID="{E3F29E2D-1C07-4EFC-A39C-7937FCB85E01}" presName="gear3" presStyleLbl="node1" presStyleIdx="2" presStyleCnt="3"/>
      <dgm:spPr/>
    </dgm:pt>
    <dgm:pt modelId="{7D4E9BAC-14C9-476A-9E18-3000FCE55AF9}" type="pres">
      <dgm:prSet presAssocID="{E3F29E2D-1C07-4EFC-A39C-7937FCB85E01}" presName="gear3tx" presStyleLbl="node1" presStyleIdx="2" presStyleCnt="3">
        <dgm:presLayoutVars>
          <dgm:chMax val="1"/>
          <dgm:bulletEnabled val="1"/>
        </dgm:presLayoutVars>
      </dgm:prSet>
      <dgm:spPr/>
    </dgm:pt>
    <dgm:pt modelId="{2E59EE68-4FC6-4AF1-B89D-B0EDA38F3CE9}" type="pres">
      <dgm:prSet presAssocID="{E3F29E2D-1C07-4EFC-A39C-7937FCB85E01}" presName="gear3srcNode" presStyleLbl="node1" presStyleIdx="2" presStyleCnt="3"/>
      <dgm:spPr/>
    </dgm:pt>
    <dgm:pt modelId="{621E676E-3E41-494F-A686-13DDAD244B70}" type="pres">
      <dgm:prSet presAssocID="{E3F29E2D-1C07-4EFC-A39C-7937FCB85E01}" presName="gear3dstNode" presStyleLbl="node1" presStyleIdx="2" presStyleCnt="3"/>
      <dgm:spPr/>
    </dgm:pt>
    <dgm:pt modelId="{A6ADDC91-1661-4D4E-83BE-BEAE252DE048}" type="pres">
      <dgm:prSet presAssocID="{E3F29E2D-1C07-4EFC-A39C-7937FCB85E01}" presName="gear3ch" presStyleLbl="fgAcc1" presStyleIdx="2" presStyleCnt="3">
        <dgm:presLayoutVars>
          <dgm:chMax val="0"/>
          <dgm:bulletEnabled val="1"/>
        </dgm:presLayoutVars>
      </dgm:prSet>
      <dgm:spPr/>
    </dgm:pt>
    <dgm:pt modelId="{1E3DEB44-F518-4BEA-A497-08681C19A898}" type="pres">
      <dgm:prSet presAssocID="{478B7D3C-9FB4-4BC6-90AC-49960560DECD}" presName="connector1" presStyleLbl="sibTrans2D1" presStyleIdx="0" presStyleCnt="3"/>
      <dgm:spPr/>
    </dgm:pt>
    <dgm:pt modelId="{9487057F-6585-4973-91EB-3BABBEDDEE4A}" type="pres">
      <dgm:prSet presAssocID="{FAFE529C-6063-402C-BCAD-1A1B35B1A363}" presName="connector2" presStyleLbl="sibTrans2D1" presStyleIdx="1" presStyleCnt="3"/>
      <dgm:spPr/>
    </dgm:pt>
    <dgm:pt modelId="{C01220F7-F94A-449E-A69B-AFCB9910FBC6}" type="pres">
      <dgm:prSet presAssocID="{7D2BFD9E-7390-4FCC-BFE1-D8D487B48085}" presName="connector3" presStyleLbl="sibTrans2D1" presStyleIdx="2" presStyleCnt="3"/>
      <dgm:spPr/>
    </dgm:pt>
  </dgm:ptLst>
  <dgm:cxnLst>
    <dgm:cxn modelId="{42CC9D05-C5EB-4753-9ED4-F58331F07E6D}" type="presOf" srcId="{3AF880A5-0F00-4315-A5DF-1FE656798601}" destId="{357A768A-9FDD-4D60-81BE-FC0402048E6C}" srcOrd="0" destOrd="1" presId="urn:microsoft.com/office/officeart/2005/8/layout/gear1"/>
    <dgm:cxn modelId="{5200DE09-6DE9-4253-9ED5-DC6672BF2AF2}" srcId="{931F67A1-511C-4621-8C0A-4696ED884D2E}" destId="{E433511D-C76F-43AD-9167-7A740029F244}" srcOrd="0" destOrd="0" parTransId="{08346E28-FE22-4EA1-8908-7688677C76BB}" sibTransId="{49763CC0-D30A-48A1-A1B5-B2451CA8A294}"/>
    <dgm:cxn modelId="{FD0D0812-3766-4422-AB8F-58752BCDBE07}" srcId="{42D71409-67F9-455C-8C6D-716D284AAA6B}" destId="{932A6641-B47E-48FC-963F-311CBB9F360A}" srcOrd="2" destOrd="0" parTransId="{BCC541E2-3A60-4FA0-82BC-A407780EE7DB}" sibTransId="{0E70FA36-C3C7-4A08-A69A-A16BAA6AE9D9}"/>
    <dgm:cxn modelId="{1045A818-C745-4104-B57B-8FC1189AE545}" srcId="{E3F29E2D-1C07-4EFC-A39C-7937FCB85E01}" destId="{C6C3E5F7-94AA-4AF5-9F7C-05AE9237596D}" srcOrd="1" destOrd="0" parTransId="{EC1A26F2-7F79-4DC5-B0B1-005214122E60}" sibTransId="{43D5F87D-284D-4C2C-AAC5-68352F7F8D2A}"/>
    <dgm:cxn modelId="{382ECA18-3399-4402-AF36-80345EB8C8D7}" type="presOf" srcId="{931F67A1-511C-4621-8C0A-4696ED884D2E}" destId="{DBF5E942-164B-4006-A886-3A624D2D3506}" srcOrd="2" destOrd="0" presId="urn:microsoft.com/office/officeart/2005/8/layout/gear1"/>
    <dgm:cxn modelId="{5A842C1E-D66F-4BA0-8692-B7A548AF4D84}" srcId="{B9C32B05-62EA-407A-B21C-2310C7945705}" destId="{931F67A1-511C-4621-8C0A-4696ED884D2E}" srcOrd="1" destOrd="0" parTransId="{187D2A69-25F7-4D90-AB20-B06C44ACE9EC}" sibTransId="{FAFE529C-6063-402C-BCAD-1A1B35B1A363}"/>
    <dgm:cxn modelId="{2AA9C11F-1F1D-428E-801A-47EAA766C99D}" srcId="{B9C32B05-62EA-407A-B21C-2310C7945705}" destId="{42D71409-67F9-455C-8C6D-716D284AAA6B}" srcOrd="0" destOrd="0" parTransId="{51680ED1-AF6E-4B28-AE94-92B0EFB0DF7D}" sibTransId="{478B7D3C-9FB4-4BC6-90AC-49960560DECD}"/>
    <dgm:cxn modelId="{F0361424-05E7-4220-A150-4C959443403A}" type="presOf" srcId="{E3F29E2D-1C07-4EFC-A39C-7937FCB85E01}" destId="{2E59EE68-4FC6-4AF1-B89D-B0EDA38F3CE9}" srcOrd="2" destOrd="0" presId="urn:microsoft.com/office/officeart/2005/8/layout/gear1"/>
    <dgm:cxn modelId="{58FD1B2D-CB74-4B01-9466-187C61C2D737}" type="presOf" srcId="{42D71409-67F9-455C-8C6D-716D284AAA6B}" destId="{B58DBEA6-C991-4CE1-9C6D-D9D36B7A4645}" srcOrd="1" destOrd="0" presId="urn:microsoft.com/office/officeart/2005/8/layout/gear1"/>
    <dgm:cxn modelId="{601E8A35-BDE5-44F9-8C22-7171321FF460}" type="presOf" srcId="{C6C3E5F7-94AA-4AF5-9F7C-05AE9237596D}" destId="{A6ADDC91-1661-4D4E-83BE-BEAE252DE048}" srcOrd="0" destOrd="1" presId="urn:microsoft.com/office/officeart/2005/8/layout/gear1"/>
    <dgm:cxn modelId="{E8842F39-ECC5-4843-B306-4DA21ED1981F}" srcId="{B9C32B05-62EA-407A-B21C-2310C7945705}" destId="{E3F29E2D-1C07-4EFC-A39C-7937FCB85E01}" srcOrd="2" destOrd="0" parTransId="{FB0C65D0-88F7-45F0-AB65-934F5CCAF8D7}" sibTransId="{7D2BFD9E-7390-4FCC-BFE1-D8D487B48085}"/>
    <dgm:cxn modelId="{4455DB39-D721-4B99-A3A0-0F2AA2477675}" srcId="{E3F29E2D-1C07-4EFC-A39C-7937FCB85E01}" destId="{58E08709-75B5-47B4-ADCA-0090E8B1EB0E}" srcOrd="0" destOrd="0" parTransId="{055880AF-37EF-4DDF-9881-30C0922A675C}" sibTransId="{D70945F8-5BFF-4E44-BBF1-F59F1C714B78}"/>
    <dgm:cxn modelId="{7A87053B-84B4-490F-B99F-9125D260EFA9}" type="presOf" srcId="{E3F29E2D-1C07-4EFC-A39C-7937FCB85E01}" destId="{7D4E9BAC-14C9-476A-9E18-3000FCE55AF9}" srcOrd="1" destOrd="0" presId="urn:microsoft.com/office/officeart/2005/8/layout/gear1"/>
    <dgm:cxn modelId="{5B2C6640-E7A6-4E7C-9BF4-B3F485EC1357}" type="presOf" srcId="{FAFE529C-6063-402C-BCAD-1A1B35B1A363}" destId="{9487057F-6585-4973-91EB-3BABBEDDEE4A}" srcOrd="0" destOrd="0" presId="urn:microsoft.com/office/officeart/2005/8/layout/gear1"/>
    <dgm:cxn modelId="{5C197064-A3D8-4205-B458-306539CCF936}" type="presOf" srcId="{E433511D-C76F-43AD-9167-7A740029F244}" destId="{37079040-6725-4C79-B5F2-54DFF27F1FDD}" srcOrd="0" destOrd="0" presId="urn:microsoft.com/office/officeart/2005/8/layout/gear1"/>
    <dgm:cxn modelId="{0FFC6574-CF5A-4B9C-A1BE-F12D984050DF}" type="presOf" srcId="{B86DD53D-E81E-45ED-A32F-840297E398A8}" destId="{A6ADDC91-1661-4D4E-83BE-BEAE252DE048}" srcOrd="0" destOrd="2" presId="urn:microsoft.com/office/officeart/2005/8/layout/gear1"/>
    <dgm:cxn modelId="{F93DFA79-1636-484B-A953-5CD8191FDEBC}" srcId="{931F67A1-511C-4621-8C0A-4696ED884D2E}" destId="{465B7505-6071-440C-8E71-7F54AE9D531B}" srcOrd="2" destOrd="0" parTransId="{52C5238D-08CE-4F92-9B0B-7998AA379AAF}" sibTransId="{C97FE0A9-0435-49A5-9CF6-25E2B4FAE96B}"/>
    <dgm:cxn modelId="{91E7A95A-C14B-4095-B095-18B007377EE9}" type="presOf" srcId="{465B7505-6071-440C-8E71-7F54AE9D531B}" destId="{37079040-6725-4C79-B5F2-54DFF27F1FDD}" srcOrd="0" destOrd="2" presId="urn:microsoft.com/office/officeart/2005/8/layout/gear1"/>
    <dgm:cxn modelId="{DC3B9180-C85B-46CE-811C-F8FBAD06DCC5}" srcId="{E3F29E2D-1C07-4EFC-A39C-7937FCB85E01}" destId="{B86DD53D-E81E-45ED-A32F-840297E398A8}" srcOrd="2" destOrd="0" parTransId="{0B81DEAE-3B04-4709-A0EA-1E6AA99C9D0E}" sibTransId="{D7158161-97A4-40F1-9001-2981FBA64283}"/>
    <dgm:cxn modelId="{7E9C98A7-3743-4506-BC2D-A12AC132C6B0}" srcId="{931F67A1-511C-4621-8C0A-4696ED884D2E}" destId="{50312A1F-9037-4BD1-96F6-1433B6C58E41}" srcOrd="1" destOrd="0" parTransId="{07292C7E-2BCD-4D0D-8A2C-B718C607433E}" sibTransId="{54EE2463-ABB8-4CD9-953E-008ECB18507E}"/>
    <dgm:cxn modelId="{2E32F0A7-4C4A-4F9C-A6C4-23DA6AF2E749}" type="presOf" srcId="{E3F29E2D-1C07-4EFC-A39C-7937FCB85E01}" destId="{298BE1FA-2114-4C8F-9726-C28FA0F926AA}" srcOrd="0" destOrd="0" presId="urn:microsoft.com/office/officeart/2005/8/layout/gear1"/>
    <dgm:cxn modelId="{611245B5-B2EF-4415-8714-870669E9B501}" type="presOf" srcId="{E3F29E2D-1C07-4EFC-A39C-7937FCB85E01}" destId="{621E676E-3E41-494F-A686-13DDAD244B70}" srcOrd="3" destOrd="0" presId="urn:microsoft.com/office/officeart/2005/8/layout/gear1"/>
    <dgm:cxn modelId="{C1DD3ACB-D9E4-4469-B9F9-D2169024FDA8}" type="presOf" srcId="{8EA7219F-BDB2-48EB-9EEB-3133522D132E}" destId="{357A768A-9FDD-4D60-81BE-FC0402048E6C}" srcOrd="0" destOrd="0" presId="urn:microsoft.com/office/officeart/2005/8/layout/gear1"/>
    <dgm:cxn modelId="{414E69CE-2FA2-418A-80A2-C6D75AD55798}" type="presOf" srcId="{931F67A1-511C-4621-8C0A-4696ED884D2E}" destId="{5553F8FF-DC9E-497B-AF7B-08171F8DD591}" srcOrd="0" destOrd="0" presId="urn:microsoft.com/office/officeart/2005/8/layout/gear1"/>
    <dgm:cxn modelId="{EA225DD8-445B-4E5C-B2D8-FFE325CAFCCB}" type="presOf" srcId="{931F67A1-511C-4621-8C0A-4696ED884D2E}" destId="{14F5C31C-84B2-4AF4-ABC0-CC37FD6D9154}" srcOrd="1" destOrd="0" presId="urn:microsoft.com/office/officeart/2005/8/layout/gear1"/>
    <dgm:cxn modelId="{2FFC5CD9-9C8A-4966-B74B-39902F0AE3BD}" type="presOf" srcId="{50312A1F-9037-4BD1-96F6-1433B6C58E41}" destId="{37079040-6725-4C79-B5F2-54DFF27F1FDD}" srcOrd="0" destOrd="1" presId="urn:microsoft.com/office/officeart/2005/8/layout/gear1"/>
    <dgm:cxn modelId="{0EBB6EDE-4A83-4005-95E2-E679EBBB5CE0}" type="presOf" srcId="{42D71409-67F9-455C-8C6D-716D284AAA6B}" destId="{D616F9AA-A10E-4D8F-B4A8-9CC50CCDAF52}" srcOrd="2" destOrd="0" presId="urn:microsoft.com/office/officeart/2005/8/layout/gear1"/>
    <dgm:cxn modelId="{24F8CBE2-5003-4E69-A772-6B98F2B05181}" srcId="{42D71409-67F9-455C-8C6D-716D284AAA6B}" destId="{3AF880A5-0F00-4315-A5DF-1FE656798601}" srcOrd="1" destOrd="0" parTransId="{A13BB1F9-5857-4B43-8BF5-6589AA2CB759}" sibTransId="{C198C41D-2640-4669-83ED-E0CD35701C8E}"/>
    <dgm:cxn modelId="{39F85FEA-4545-46F2-BBFA-D823390F0DB7}" type="presOf" srcId="{58E08709-75B5-47B4-ADCA-0090E8B1EB0E}" destId="{A6ADDC91-1661-4D4E-83BE-BEAE252DE048}" srcOrd="0" destOrd="0" presId="urn:microsoft.com/office/officeart/2005/8/layout/gear1"/>
    <dgm:cxn modelId="{58AD7EEF-D408-406B-87EE-4691D4C30668}" srcId="{42D71409-67F9-455C-8C6D-716D284AAA6B}" destId="{8EA7219F-BDB2-48EB-9EEB-3133522D132E}" srcOrd="0" destOrd="0" parTransId="{3EE8403A-CB7C-4815-85BD-AEBCAEB71B37}" sibTransId="{C94B7947-85DC-4B21-BB99-DF8438356F98}"/>
    <dgm:cxn modelId="{2E03B2F4-80D0-4C31-AF27-40ADA4B83FEA}" type="presOf" srcId="{42D71409-67F9-455C-8C6D-716D284AAA6B}" destId="{283EF29A-AE7F-489A-87FC-5AC4E28A151D}" srcOrd="0" destOrd="0" presId="urn:microsoft.com/office/officeart/2005/8/layout/gear1"/>
    <dgm:cxn modelId="{653450F9-CFF4-4D04-BEBF-99E893990257}" type="presOf" srcId="{478B7D3C-9FB4-4BC6-90AC-49960560DECD}" destId="{1E3DEB44-F518-4BEA-A497-08681C19A898}" srcOrd="0" destOrd="0" presId="urn:microsoft.com/office/officeart/2005/8/layout/gear1"/>
    <dgm:cxn modelId="{A2B0DAF9-67BC-44E7-A4AA-C8B261DEEF75}" type="presOf" srcId="{B9C32B05-62EA-407A-B21C-2310C7945705}" destId="{A973FB8E-D4DD-4411-B5F5-90921A10FC87}" srcOrd="0" destOrd="0" presId="urn:microsoft.com/office/officeart/2005/8/layout/gear1"/>
    <dgm:cxn modelId="{BB939CFA-7843-4539-9666-DD9FDAD6D54A}" type="presOf" srcId="{932A6641-B47E-48FC-963F-311CBB9F360A}" destId="{357A768A-9FDD-4D60-81BE-FC0402048E6C}" srcOrd="0" destOrd="2" presId="urn:microsoft.com/office/officeart/2005/8/layout/gear1"/>
    <dgm:cxn modelId="{3C17CEFA-5376-4788-9E4C-C97B7B9C1658}" type="presOf" srcId="{7D2BFD9E-7390-4FCC-BFE1-D8D487B48085}" destId="{C01220F7-F94A-449E-A69B-AFCB9910FBC6}" srcOrd="0" destOrd="0" presId="urn:microsoft.com/office/officeart/2005/8/layout/gear1"/>
    <dgm:cxn modelId="{BAC8FB3B-D1E2-4333-8959-8A438930BEA9}" type="presParOf" srcId="{A973FB8E-D4DD-4411-B5F5-90921A10FC87}" destId="{283EF29A-AE7F-489A-87FC-5AC4E28A151D}" srcOrd="0" destOrd="0" presId="urn:microsoft.com/office/officeart/2005/8/layout/gear1"/>
    <dgm:cxn modelId="{3C323A02-B052-462F-9975-DB68C0CEFF71}" type="presParOf" srcId="{A973FB8E-D4DD-4411-B5F5-90921A10FC87}" destId="{B58DBEA6-C991-4CE1-9C6D-D9D36B7A4645}" srcOrd="1" destOrd="0" presId="urn:microsoft.com/office/officeart/2005/8/layout/gear1"/>
    <dgm:cxn modelId="{460BD922-D1A2-4E7A-86BE-13F23ACF5DFC}" type="presParOf" srcId="{A973FB8E-D4DD-4411-B5F5-90921A10FC87}" destId="{D616F9AA-A10E-4D8F-B4A8-9CC50CCDAF52}" srcOrd="2" destOrd="0" presId="urn:microsoft.com/office/officeart/2005/8/layout/gear1"/>
    <dgm:cxn modelId="{653E13BE-A9AC-4D6E-9C4C-FCE321B623DD}" type="presParOf" srcId="{A973FB8E-D4DD-4411-B5F5-90921A10FC87}" destId="{357A768A-9FDD-4D60-81BE-FC0402048E6C}" srcOrd="3" destOrd="0" presId="urn:microsoft.com/office/officeart/2005/8/layout/gear1"/>
    <dgm:cxn modelId="{2E04C82D-CB4A-415A-9967-FB32D8447E2F}" type="presParOf" srcId="{A973FB8E-D4DD-4411-B5F5-90921A10FC87}" destId="{5553F8FF-DC9E-497B-AF7B-08171F8DD591}" srcOrd="4" destOrd="0" presId="urn:microsoft.com/office/officeart/2005/8/layout/gear1"/>
    <dgm:cxn modelId="{A96DA886-AE1F-448B-9259-C7C29509572B}" type="presParOf" srcId="{A973FB8E-D4DD-4411-B5F5-90921A10FC87}" destId="{14F5C31C-84B2-4AF4-ABC0-CC37FD6D9154}" srcOrd="5" destOrd="0" presId="urn:microsoft.com/office/officeart/2005/8/layout/gear1"/>
    <dgm:cxn modelId="{C273720C-6E58-474F-B62D-63F0A209015F}" type="presParOf" srcId="{A973FB8E-D4DD-4411-B5F5-90921A10FC87}" destId="{DBF5E942-164B-4006-A886-3A624D2D3506}" srcOrd="6" destOrd="0" presId="urn:microsoft.com/office/officeart/2005/8/layout/gear1"/>
    <dgm:cxn modelId="{76A9094C-FB70-4024-99AA-335D18A73404}" type="presParOf" srcId="{A973FB8E-D4DD-4411-B5F5-90921A10FC87}" destId="{37079040-6725-4C79-B5F2-54DFF27F1FDD}" srcOrd="7" destOrd="0" presId="urn:microsoft.com/office/officeart/2005/8/layout/gear1"/>
    <dgm:cxn modelId="{C855E999-A788-4D5E-B850-72B3AC3EA956}" type="presParOf" srcId="{A973FB8E-D4DD-4411-B5F5-90921A10FC87}" destId="{298BE1FA-2114-4C8F-9726-C28FA0F926AA}" srcOrd="8" destOrd="0" presId="urn:microsoft.com/office/officeart/2005/8/layout/gear1"/>
    <dgm:cxn modelId="{FDEB32CE-471A-4BBD-8E4E-8E5949B82F43}" type="presParOf" srcId="{A973FB8E-D4DD-4411-B5F5-90921A10FC87}" destId="{7D4E9BAC-14C9-476A-9E18-3000FCE55AF9}" srcOrd="9" destOrd="0" presId="urn:microsoft.com/office/officeart/2005/8/layout/gear1"/>
    <dgm:cxn modelId="{DB36512C-605D-4645-84C6-16B1F9023E34}" type="presParOf" srcId="{A973FB8E-D4DD-4411-B5F5-90921A10FC87}" destId="{2E59EE68-4FC6-4AF1-B89D-B0EDA38F3CE9}" srcOrd="10" destOrd="0" presId="urn:microsoft.com/office/officeart/2005/8/layout/gear1"/>
    <dgm:cxn modelId="{175EDEF9-652F-45E1-AC71-A2136B1BEEF9}" type="presParOf" srcId="{A973FB8E-D4DD-4411-B5F5-90921A10FC87}" destId="{621E676E-3E41-494F-A686-13DDAD244B70}" srcOrd="11" destOrd="0" presId="urn:microsoft.com/office/officeart/2005/8/layout/gear1"/>
    <dgm:cxn modelId="{39C9AD7A-522F-4E6A-8042-A3B2A9A67718}" type="presParOf" srcId="{A973FB8E-D4DD-4411-B5F5-90921A10FC87}" destId="{A6ADDC91-1661-4D4E-83BE-BEAE252DE048}" srcOrd="12" destOrd="0" presId="urn:microsoft.com/office/officeart/2005/8/layout/gear1"/>
    <dgm:cxn modelId="{80C1A39B-5AF0-477B-8A3F-7309B8DA2BFC}" type="presParOf" srcId="{A973FB8E-D4DD-4411-B5F5-90921A10FC87}" destId="{1E3DEB44-F518-4BEA-A497-08681C19A898}" srcOrd="13" destOrd="0" presId="urn:microsoft.com/office/officeart/2005/8/layout/gear1"/>
    <dgm:cxn modelId="{1ACF78BF-AC88-48F4-9505-6E1AF5E75F5D}" type="presParOf" srcId="{A973FB8E-D4DD-4411-B5F5-90921A10FC87}" destId="{9487057F-6585-4973-91EB-3BABBEDDEE4A}" srcOrd="14" destOrd="0" presId="urn:microsoft.com/office/officeart/2005/8/layout/gear1"/>
    <dgm:cxn modelId="{94641585-0528-46EE-AC3F-3F8E1C34466D}" type="presParOf" srcId="{A973FB8E-D4DD-4411-B5F5-90921A10FC87}" destId="{C01220F7-F94A-449E-A69B-AFCB9910FBC6}" srcOrd="15" destOrd="0" presId="urn:microsoft.com/office/officeart/2005/8/layout/gear1"/>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97.xml><?xml version="1.0" encoding="utf-8"?>
<dgm:dataModel xmlns:dgm="http://schemas.openxmlformats.org/drawingml/2006/diagram" xmlns:a="http://schemas.openxmlformats.org/drawingml/2006/main">
  <dgm:ptLst>
    <dgm:pt modelId="{B9C32B05-62EA-407A-B21C-2310C7945705}" type="doc">
      <dgm:prSet loTypeId="urn:microsoft.com/office/officeart/2008/layout/RadialCluster" loCatId="cycle"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3AF880A5-0F00-4315-A5DF-1FE656798601}">
      <dgm:prSet phldrT="[Text]"/>
      <dgm:spPr/>
      <dgm:t>
        <a:bodyPr/>
        <a:lstStyle/>
        <a:p>
          <a:r>
            <a:rPr lang="en-US" dirty="0"/>
            <a:t>Some text here</a:t>
          </a:r>
        </a:p>
      </dgm:t>
    </dgm:pt>
    <dgm:pt modelId="{A13BB1F9-5857-4B43-8BF5-6589AA2CB759}" type="parTrans" cxnId="{24F8CBE2-5003-4E69-A772-6B98F2B05181}">
      <dgm:prSet/>
      <dgm:spPr/>
      <dgm:t>
        <a:bodyPr/>
        <a:lstStyle/>
        <a:p>
          <a:endParaRPr lang="en-US"/>
        </a:p>
      </dgm:t>
    </dgm:pt>
    <dgm:pt modelId="{C198C41D-2640-4669-83ED-E0CD35701C8E}" type="sibTrans" cxnId="{24F8CBE2-5003-4E69-A772-6B98F2B05181}">
      <dgm:prSet/>
      <dgm:spPr/>
      <dgm:t>
        <a:bodyPr/>
        <a:lstStyle/>
        <a:p>
          <a:endParaRPr lang="en-US"/>
        </a:p>
      </dgm:t>
    </dgm:pt>
    <dgm:pt modelId="{8EA7219F-BDB2-48EB-9EEB-3133522D132E}">
      <dgm:prSet phldrT="[Text]"/>
      <dgm:spPr/>
      <dgm:t>
        <a:bodyPr/>
        <a:lstStyle/>
        <a:p>
          <a:r>
            <a:rPr lang="en-US" dirty="0"/>
            <a:t>Some text here</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932A6641-B47E-48FC-963F-311CBB9F360A}">
      <dgm:prSet phldrT="[Text]"/>
      <dgm:spPr/>
      <dgm:t>
        <a:bodyPr/>
        <a:lstStyle/>
        <a:p>
          <a:r>
            <a:rPr lang="en-US" dirty="0"/>
            <a:t>Some text here</a:t>
          </a:r>
        </a:p>
      </dgm:t>
    </dgm:pt>
    <dgm:pt modelId="{BCC541E2-3A60-4FA0-82BC-A407780EE7DB}" type="parTrans" cxnId="{FD0D0812-3766-4422-AB8F-58752BCDBE07}">
      <dgm:prSet/>
      <dgm:spPr/>
      <dgm:t>
        <a:bodyPr/>
        <a:lstStyle/>
        <a:p>
          <a:endParaRPr lang="en-US"/>
        </a:p>
      </dgm:t>
    </dgm:pt>
    <dgm:pt modelId="{0E70FA36-C3C7-4A08-A69A-A16BAA6AE9D9}" type="sibTrans" cxnId="{FD0D0812-3766-4422-AB8F-58752BCDBE07}">
      <dgm:prSet/>
      <dgm:spPr/>
      <dgm:t>
        <a:bodyPr/>
        <a:lstStyle/>
        <a:p>
          <a:endParaRPr lang="en-US"/>
        </a:p>
      </dgm:t>
    </dgm:pt>
    <dgm:pt modelId="{AA4DADEE-C106-4514-8070-7EB122E57EFC}">
      <dgm:prSet phldrT="[Text]"/>
      <dgm:spPr/>
      <dgm:t>
        <a:bodyPr/>
        <a:lstStyle/>
        <a:p>
          <a:r>
            <a:rPr lang="en-US"/>
            <a:t>Some text here</a:t>
          </a:r>
          <a:endParaRPr lang="en-US" dirty="0"/>
        </a:p>
      </dgm:t>
    </dgm:pt>
    <dgm:pt modelId="{0BAFADAF-EDB3-4980-BA30-12B8EF71A6F7}" type="parTrans" cxnId="{ABE3654F-080D-4B79-BFA9-A692615F2796}">
      <dgm:prSet/>
      <dgm:spPr/>
      <dgm:t>
        <a:bodyPr/>
        <a:lstStyle/>
        <a:p>
          <a:endParaRPr lang="en-US"/>
        </a:p>
      </dgm:t>
    </dgm:pt>
    <dgm:pt modelId="{1EE233B5-122E-47C3-8DCC-675C617AFD9B}" type="sibTrans" cxnId="{ABE3654F-080D-4B79-BFA9-A692615F2796}">
      <dgm:prSet/>
      <dgm:spPr/>
      <dgm:t>
        <a:bodyPr/>
        <a:lstStyle/>
        <a:p>
          <a:endParaRPr lang="en-US"/>
        </a:p>
      </dgm:t>
    </dgm:pt>
    <dgm:pt modelId="{F566002B-380B-467F-9781-2FE29870D22E}">
      <dgm:prSet phldrT="[Text]"/>
      <dgm:spPr/>
      <dgm:t>
        <a:bodyPr/>
        <a:lstStyle/>
        <a:p>
          <a:r>
            <a:rPr lang="en-US"/>
            <a:t>Some text here</a:t>
          </a:r>
          <a:endParaRPr lang="en-US" dirty="0"/>
        </a:p>
      </dgm:t>
    </dgm:pt>
    <dgm:pt modelId="{BA971439-4444-4186-AF82-A8727BC9E9A4}" type="parTrans" cxnId="{8A27D17E-2305-427F-9504-45080A8A50A0}">
      <dgm:prSet/>
      <dgm:spPr/>
      <dgm:t>
        <a:bodyPr/>
        <a:lstStyle/>
        <a:p>
          <a:endParaRPr lang="en-US"/>
        </a:p>
      </dgm:t>
    </dgm:pt>
    <dgm:pt modelId="{205B6C8D-0363-4A9D-B9F6-E527717D8DEF}" type="sibTrans" cxnId="{8A27D17E-2305-427F-9504-45080A8A50A0}">
      <dgm:prSet/>
      <dgm:spPr/>
      <dgm:t>
        <a:bodyPr/>
        <a:lstStyle/>
        <a:p>
          <a:endParaRPr lang="en-US"/>
        </a:p>
      </dgm:t>
    </dgm:pt>
    <dgm:pt modelId="{580A2AA3-24F0-4DC0-A1E5-F07391353879}" type="pres">
      <dgm:prSet presAssocID="{B9C32B05-62EA-407A-B21C-2310C7945705}" presName="Name0" presStyleCnt="0">
        <dgm:presLayoutVars>
          <dgm:chMax val="1"/>
          <dgm:chPref val="1"/>
          <dgm:dir/>
          <dgm:animOne val="branch"/>
          <dgm:animLvl val="lvl"/>
        </dgm:presLayoutVars>
      </dgm:prSet>
      <dgm:spPr/>
    </dgm:pt>
    <dgm:pt modelId="{EEDF0787-5883-4420-BC41-2D7FC97269D7}" type="pres">
      <dgm:prSet presAssocID="{42D71409-67F9-455C-8C6D-716D284AAA6B}" presName="singleCycle" presStyleCnt="0"/>
      <dgm:spPr/>
    </dgm:pt>
    <dgm:pt modelId="{291DA735-4453-4887-A39E-7F915F4C399B}" type="pres">
      <dgm:prSet presAssocID="{42D71409-67F9-455C-8C6D-716D284AAA6B}" presName="singleCenter" presStyleLbl="node1" presStyleIdx="0" presStyleCnt="6">
        <dgm:presLayoutVars>
          <dgm:chMax val="7"/>
          <dgm:chPref val="7"/>
        </dgm:presLayoutVars>
      </dgm:prSet>
      <dgm:spPr/>
    </dgm:pt>
    <dgm:pt modelId="{4122985D-0025-4083-A926-E4E471251869}" type="pres">
      <dgm:prSet presAssocID="{3EE8403A-CB7C-4815-85BD-AEBCAEB71B37}" presName="Name56" presStyleLbl="parChTrans1D2" presStyleIdx="0" presStyleCnt="5"/>
      <dgm:spPr/>
    </dgm:pt>
    <dgm:pt modelId="{C00182D7-1625-440C-A067-17CDDB1BABCE}" type="pres">
      <dgm:prSet presAssocID="{8EA7219F-BDB2-48EB-9EEB-3133522D132E}" presName="text0" presStyleLbl="node1" presStyleIdx="1" presStyleCnt="6">
        <dgm:presLayoutVars>
          <dgm:bulletEnabled val="1"/>
        </dgm:presLayoutVars>
      </dgm:prSet>
      <dgm:spPr/>
    </dgm:pt>
    <dgm:pt modelId="{74646BE9-6D61-4B21-B915-556D678AADDF}" type="pres">
      <dgm:prSet presAssocID="{A13BB1F9-5857-4B43-8BF5-6589AA2CB759}" presName="Name56" presStyleLbl="parChTrans1D2" presStyleIdx="1" presStyleCnt="5"/>
      <dgm:spPr/>
    </dgm:pt>
    <dgm:pt modelId="{CDD5B957-F32F-44CB-87C6-E7D6077D85BC}" type="pres">
      <dgm:prSet presAssocID="{3AF880A5-0F00-4315-A5DF-1FE656798601}" presName="text0" presStyleLbl="node1" presStyleIdx="2" presStyleCnt="6">
        <dgm:presLayoutVars>
          <dgm:bulletEnabled val="1"/>
        </dgm:presLayoutVars>
      </dgm:prSet>
      <dgm:spPr/>
    </dgm:pt>
    <dgm:pt modelId="{4FD9228F-1705-45DA-8FE7-0D090C034BF3}" type="pres">
      <dgm:prSet presAssocID="{BCC541E2-3A60-4FA0-82BC-A407780EE7DB}" presName="Name56" presStyleLbl="parChTrans1D2" presStyleIdx="2" presStyleCnt="5"/>
      <dgm:spPr/>
    </dgm:pt>
    <dgm:pt modelId="{2AEDA50C-28CA-4E0F-96BD-DE9A9E5BB25C}" type="pres">
      <dgm:prSet presAssocID="{932A6641-B47E-48FC-963F-311CBB9F360A}" presName="text0" presStyleLbl="node1" presStyleIdx="3" presStyleCnt="6">
        <dgm:presLayoutVars>
          <dgm:bulletEnabled val="1"/>
        </dgm:presLayoutVars>
      </dgm:prSet>
      <dgm:spPr/>
    </dgm:pt>
    <dgm:pt modelId="{4E4F9AAC-A528-413A-9900-1A63F93BA2FB}" type="pres">
      <dgm:prSet presAssocID="{0BAFADAF-EDB3-4980-BA30-12B8EF71A6F7}" presName="Name56" presStyleLbl="parChTrans1D2" presStyleIdx="3" presStyleCnt="5"/>
      <dgm:spPr/>
    </dgm:pt>
    <dgm:pt modelId="{76A2A80B-0D1B-499B-97A3-6FADABFFBF02}" type="pres">
      <dgm:prSet presAssocID="{AA4DADEE-C106-4514-8070-7EB122E57EFC}" presName="text0" presStyleLbl="node1" presStyleIdx="4" presStyleCnt="6">
        <dgm:presLayoutVars>
          <dgm:bulletEnabled val="1"/>
        </dgm:presLayoutVars>
      </dgm:prSet>
      <dgm:spPr/>
    </dgm:pt>
    <dgm:pt modelId="{C501E64B-F839-48AE-BBB4-330CA30FEA0F}" type="pres">
      <dgm:prSet presAssocID="{BA971439-4444-4186-AF82-A8727BC9E9A4}" presName="Name56" presStyleLbl="parChTrans1D2" presStyleIdx="4" presStyleCnt="5"/>
      <dgm:spPr/>
    </dgm:pt>
    <dgm:pt modelId="{AC35E7AD-52BB-43E3-9BDC-51F1A481EE07}" type="pres">
      <dgm:prSet presAssocID="{F566002B-380B-467F-9781-2FE29870D22E}" presName="text0" presStyleLbl="node1" presStyleIdx="5" presStyleCnt="6">
        <dgm:presLayoutVars>
          <dgm:bulletEnabled val="1"/>
        </dgm:presLayoutVars>
      </dgm:prSet>
      <dgm:spPr/>
    </dgm:pt>
  </dgm:ptLst>
  <dgm:cxnLst>
    <dgm:cxn modelId="{097F5E09-C395-4460-8AC8-BFBD06D00293}" type="presOf" srcId="{BCC541E2-3A60-4FA0-82BC-A407780EE7DB}" destId="{4FD9228F-1705-45DA-8FE7-0D090C034BF3}" srcOrd="0" destOrd="0" presId="urn:microsoft.com/office/officeart/2008/layout/RadialCluster"/>
    <dgm:cxn modelId="{052BB80D-4F09-420D-9004-A26A62FBA86D}" type="presOf" srcId="{932A6641-B47E-48FC-963F-311CBB9F360A}" destId="{2AEDA50C-28CA-4E0F-96BD-DE9A9E5BB25C}" srcOrd="0" destOrd="0" presId="urn:microsoft.com/office/officeart/2008/layout/RadialCluster"/>
    <dgm:cxn modelId="{FD0D0812-3766-4422-AB8F-58752BCDBE07}" srcId="{42D71409-67F9-455C-8C6D-716D284AAA6B}" destId="{932A6641-B47E-48FC-963F-311CBB9F360A}" srcOrd="2" destOrd="0" parTransId="{BCC541E2-3A60-4FA0-82BC-A407780EE7DB}" sibTransId="{0E70FA36-C3C7-4A08-A69A-A16BAA6AE9D9}"/>
    <dgm:cxn modelId="{2AA9C11F-1F1D-428E-801A-47EAA766C99D}" srcId="{B9C32B05-62EA-407A-B21C-2310C7945705}" destId="{42D71409-67F9-455C-8C6D-716D284AAA6B}" srcOrd="0" destOrd="0" parTransId="{51680ED1-AF6E-4B28-AE94-92B0EFB0DF7D}" sibTransId="{478B7D3C-9FB4-4BC6-90AC-49960560DECD}"/>
    <dgm:cxn modelId="{A1F8FA2C-94E7-43E6-AE67-55579258071C}" type="presOf" srcId="{F566002B-380B-467F-9781-2FE29870D22E}" destId="{AC35E7AD-52BB-43E3-9BDC-51F1A481EE07}" srcOrd="0" destOrd="0" presId="urn:microsoft.com/office/officeart/2008/layout/RadialCluster"/>
    <dgm:cxn modelId="{DBAA3239-5AB5-4C73-AF21-563444E75BC8}" type="presOf" srcId="{8EA7219F-BDB2-48EB-9EEB-3133522D132E}" destId="{C00182D7-1625-440C-A067-17CDDB1BABCE}" srcOrd="0" destOrd="0" presId="urn:microsoft.com/office/officeart/2008/layout/RadialCluster"/>
    <dgm:cxn modelId="{6A31FF42-BA21-4938-8E7B-EBD6CFB4ED15}" type="presOf" srcId="{AA4DADEE-C106-4514-8070-7EB122E57EFC}" destId="{76A2A80B-0D1B-499B-97A3-6FADABFFBF02}" srcOrd="0" destOrd="0" presId="urn:microsoft.com/office/officeart/2008/layout/RadialCluster"/>
    <dgm:cxn modelId="{ABE3654F-080D-4B79-BFA9-A692615F2796}" srcId="{42D71409-67F9-455C-8C6D-716D284AAA6B}" destId="{AA4DADEE-C106-4514-8070-7EB122E57EFC}" srcOrd="3" destOrd="0" parTransId="{0BAFADAF-EDB3-4980-BA30-12B8EF71A6F7}" sibTransId="{1EE233B5-122E-47C3-8DCC-675C617AFD9B}"/>
    <dgm:cxn modelId="{ED613A52-6C74-45B4-931B-E03EDA790D14}" type="presOf" srcId="{BA971439-4444-4186-AF82-A8727BC9E9A4}" destId="{C501E64B-F839-48AE-BBB4-330CA30FEA0F}" srcOrd="0" destOrd="0" presId="urn:microsoft.com/office/officeart/2008/layout/RadialCluster"/>
    <dgm:cxn modelId="{16CDDC52-CE6C-4757-B89B-A86912596402}" type="presOf" srcId="{0BAFADAF-EDB3-4980-BA30-12B8EF71A6F7}" destId="{4E4F9AAC-A528-413A-9900-1A63F93BA2FB}" srcOrd="0" destOrd="0" presId="urn:microsoft.com/office/officeart/2008/layout/RadialCluster"/>
    <dgm:cxn modelId="{44DACB56-5174-44F9-8552-4C83DBEAC07B}" type="presOf" srcId="{3EE8403A-CB7C-4815-85BD-AEBCAEB71B37}" destId="{4122985D-0025-4083-A926-E4E471251869}" srcOrd="0" destOrd="0" presId="urn:microsoft.com/office/officeart/2008/layout/RadialCluster"/>
    <dgm:cxn modelId="{B18D5177-4298-455C-8F82-9F1893AA89EF}" type="presOf" srcId="{42D71409-67F9-455C-8C6D-716D284AAA6B}" destId="{291DA735-4453-4887-A39E-7F915F4C399B}" srcOrd="0" destOrd="0" presId="urn:microsoft.com/office/officeart/2008/layout/RadialCluster"/>
    <dgm:cxn modelId="{8A27D17E-2305-427F-9504-45080A8A50A0}" srcId="{42D71409-67F9-455C-8C6D-716D284AAA6B}" destId="{F566002B-380B-467F-9781-2FE29870D22E}" srcOrd="4" destOrd="0" parTransId="{BA971439-4444-4186-AF82-A8727BC9E9A4}" sibTransId="{205B6C8D-0363-4A9D-B9F6-E527717D8DEF}"/>
    <dgm:cxn modelId="{839D217F-89F0-4048-B7CB-4820D7301449}" type="presOf" srcId="{A13BB1F9-5857-4B43-8BF5-6589AA2CB759}" destId="{74646BE9-6D61-4B21-B915-556D678AADDF}" srcOrd="0" destOrd="0" presId="urn:microsoft.com/office/officeart/2008/layout/RadialCluster"/>
    <dgm:cxn modelId="{5D1857CA-4B80-49B1-908F-6AD64E9A4DF8}" type="presOf" srcId="{B9C32B05-62EA-407A-B21C-2310C7945705}" destId="{580A2AA3-24F0-4DC0-A1E5-F07391353879}" srcOrd="0" destOrd="0" presId="urn:microsoft.com/office/officeart/2008/layout/RadialCluster"/>
    <dgm:cxn modelId="{2964A4CE-3941-4757-84D7-ECAD46AD7327}" type="presOf" srcId="{3AF880A5-0F00-4315-A5DF-1FE656798601}" destId="{CDD5B957-F32F-44CB-87C6-E7D6077D85BC}" srcOrd="0" destOrd="0" presId="urn:microsoft.com/office/officeart/2008/layout/RadialCluster"/>
    <dgm:cxn modelId="{24F8CBE2-5003-4E69-A772-6B98F2B05181}" srcId="{42D71409-67F9-455C-8C6D-716D284AAA6B}" destId="{3AF880A5-0F00-4315-A5DF-1FE656798601}" srcOrd="1" destOrd="0" parTransId="{A13BB1F9-5857-4B43-8BF5-6589AA2CB759}" sibTransId="{C198C41D-2640-4669-83ED-E0CD35701C8E}"/>
    <dgm:cxn modelId="{58AD7EEF-D408-406B-87EE-4691D4C30668}" srcId="{42D71409-67F9-455C-8C6D-716D284AAA6B}" destId="{8EA7219F-BDB2-48EB-9EEB-3133522D132E}" srcOrd="0" destOrd="0" parTransId="{3EE8403A-CB7C-4815-85BD-AEBCAEB71B37}" sibTransId="{C94B7947-85DC-4B21-BB99-DF8438356F98}"/>
    <dgm:cxn modelId="{14869A63-127B-4A35-ADBD-E96C43435992}" type="presParOf" srcId="{580A2AA3-24F0-4DC0-A1E5-F07391353879}" destId="{EEDF0787-5883-4420-BC41-2D7FC97269D7}" srcOrd="0" destOrd="0" presId="urn:microsoft.com/office/officeart/2008/layout/RadialCluster"/>
    <dgm:cxn modelId="{139C19F3-1249-42F1-8CC6-95A0F5423F89}" type="presParOf" srcId="{EEDF0787-5883-4420-BC41-2D7FC97269D7}" destId="{291DA735-4453-4887-A39E-7F915F4C399B}" srcOrd="0" destOrd="0" presId="urn:microsoft.com/office/officeart/2008/layout/RadialCluster"/>
    <dgm:cxn modelId="{8E43D8D2-B8AE-4292-8D05-ADE8A42DFA3A}" type="presParOf" srcId="{EEDF0787-5883-4420-BC41-2D7FC97269D7}" destId="{4122985D-0025-4083-A926-E4E471251869}" srcOrd="1" destOrd="0" presId="urn:microsoft.com/office/officeart/2008/layout/RadialCluster"/>
    <dgm:cxn modelId="{6FFA748A-B796-44C7-AE5E-931E4D2FF131}" type="presParOf" srcId="{EEDF0787-5883-4420-BC41-2D7FC97269D7}" destId="{C00182D7-1625-440C-A067-17CDDB1BABCE}" srcOrd="2" destOrd="0" presId="urn:microsoft.com/office/officeart/2008/layout/RadialCluster"/>
    <dgm:cxn modelId="{2B7252DD-24C7-48E9-8ABD-7AC63F51D826}" type="presParOf" srcId="{EEDF0787-5883-4420-BC41-2D7FC97269D7}" destId="{74646BE9-6D61-4B21-B915-556D678AADDF}" srcOrd="3" destOrd="0" presId="urn:microsoft.com/office/officeart/2008/layout/RadialCluster"/>
    <dgm:cxn modelId="{DC935A19-8160-4BAB-BE79-1EA32E2F00CC}" type="presParOf" srcId="{EEDF0787-5883-4420-BC41-2D7FC97269D7}" destId="{CDD5B957-F32F-44CB-87C6-E7D6077D85BC}" srcOrd="4" destOrd="0" presId="urn:microsoft.com/office/officeart/2008/layout/RadialCluster"/>
    <dgm:cxn modelId="{0A0D6F6D-80A2-4C00-A4BF-CD3F910A5D13}" type="presParOf" srcId="{EEDF0787-5883-4420-BC41-2D7FC97269D7}" destId="{4FD9228F-1705-45DA-8FE7-0D090C034BF3}" srcOrd="5" destOrd="0" presId="urn:microsoft.com/office/officeart/2008/layout/RadialCluster"/>
    <dgm:cxn modelId="{D1B42A23-488B-4AF9-A7E3-180CAAA40EE8}" type="presParOf" srcId="{EEDF0787-5883-4420-BC41-2D7FC97269D7}" destId="{2AEDA50C-28CA-4E0F-96BD-DE9A9E5BB25C}" srcOrd="6" destOrd="0" presId="urn:microsoft.com/office/officeart/2008/layout/RadialCluster"/>
    <dgm:cxn modelId="{FA4C1D4E-1EBF-4591-9D42-CC936F7F0E26}" type="presParOf" srcId="{EEDF0787-5883-4420-BC41-2D7FC97269D7}" destId="{4E4F9AAC-A528-413A-9900-1A63F93BA2FB}" srcOrd="7" destOrd="0" presId="urn:microsoft.com/office/officeart/2008/layout/RadialCluster"/>
    <dgm:cxn modelId="{D4EA371B-FFEF-4163-B08D-2792A7B4395D}" type="presParOf" srcId="{EEDF0787-5883-4420-BC41-2D7FC97269D7}" destId="{76A2A80B-0D1B-499B-97A3-6FADABFFBF02}" srcOrd="8" destOrd="0" presId="urn:microsoft.com/office/officeart/2008/layout/RadialCluster"/>
    <dgm:cxn modelId="{0C2DDE25-2259-4D0E-B47E-F1C9B8DA7741}" type="presParOf" srcId="{EEDF0787-5883-4420-BC41-2D7FC97269D7}" destId="{C501E64B-F839-48AE-BBB4-330CA30FEA0F}" srcOrd="9" destOrd="0" presId="urn:microsoft.com/office/officeart/2008/layout/RadialCluster"/>
    <dgm:cxn modelId="{FD899FB4-AFC3-4766-A944-C303BF36B9D2}" type="presParOf" srcId="{EEDF0787-5883-4420-BC41-2D7FC97269D7}" destId="{AC35E7AD-52BB-43E3-9BDC-51F1A481EE07}" srcOrd="10" destOrd="0" presId="urn:microsoft.com/office/officeart/2008/layout/RadialCluster"/>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98.xml><?xml version="1.0" encoding="utf-8"?>
<dgm:dataModel xmlns:dgm="http://schemas.openxmlformats.org/drawingml/2006/diagram" xmlns:a="http://schemas.openxmlformats.org/drawingml/2006/main">
  <dgm:ptLst>
    <dgm:pt modelId="{B9C32B05-62EA-407A-B21C-2310C7945705}" type="doc">
      <dgm:prSet loTypeId="urn:microsoft.com/office/officeart/2005/8/layout/orgChart1" loCatId="hierarchy"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3AF880A5-0F00-4315-A5DF-1FE656798601}">
      <dgm:prSet phldrT="[Text]"/>
      <dgm:spPr/>
      <dgm:t>
        <a:bodyPr/>
        <a:lstStyle/>
        <a:p>
          <a:r>
            <a:rPr lang="en-US" dirty="0"/>
            <a:t>Some text here</a:t>
          </a:r>
        </a:p>
      </dgm:t>
    </dgm:pt>
    <dgm:pt modelId="{A13BB1F9-5857-4B43-8BF5-6589AA2CB759}" type="parTrans" cxnId="{24F8CBE2-5003-4E69-A772-6B98F2B05181}">
      <dgm:prSet/>
      <dgm:spPr/>
      <dgm:t>
        <a:bodyPr/>
        <a:lstStyle/>
        <a:p>
          <a:endParaRPr lang="en-US"/>
        </a:p>
      </dgm:t>
    </dgm:pt>
    <dgm:pt modelId="{C198C41D-2640-4669-83ED-E0CD35701C8E}" type="sibTrans" cxnId="{24F8CBE2-5003-4E69-A772-6B98F2B05181}">
      <dgm:prSet/>
      <dgm:spPr/>
      <dgm:t>
        <a:bodyPr/>
        <a:lstStyle/>
        <a:p>
          <a:endParaRPr lang="en-US"/>
        </a:p>
      </dgm:t>
    </dgm:pt>
    <dgm:pt modelId="{8EA7219F-BDB2-48EB-9EEB-3133522D132E}">
      <dgm:prSet phldrT="[Text]"/>
      <dgm:spPr/>
      <dgm:t>
        <a:bodyPr/>
        <a:lstStyle/>
        <a:p>
          <a:r>
            <a:rPr lang="en-US" dirty="0"/>
            <a:t>Some text here</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932A6641-B47E-48FC-963F-311CBB9F360A}">
      <dgm:prSet phldrT="[Text]"/>
      <dgm:spPr/>
      <dgm:t>
        <a:bodyPr/>
        <a:lstStyle/>
        <a:p>
          <a:r>
            <a:rPr lang="en-US" dirty="0"/>
            <a:t>Some text here</a:t>
          </a:r>
        </a:p>
      </dgm:t>
    </dgm:pt>
    <dgm:pt modelId="{BCC541E2-3A60-4FA0-82BC-A407780EE7DB}" type="parTrans" cxnId="{FD0D0812-3766-4422-AB8F-58752BCDBE07}">
      <dgm:prSet/>
      <dgm:spPr/>
      <dgm:t>
        <a:bodyPr/>
        <a:lstStyle/>
        <a:p>
          <a:endParaRPr lang="en-US"/>
        </a:p>
      </dgm:t>
    </dgm:pt>
    <dgm:pt modelId="{0E70FA36-C3C7-4A08-A69A-A16BAA6AE9D9}" type="sibTrans" cxnId="{FD0D0812-3766-4422-AB8F-58752BCDBE07}">
      <dgm:prSet/>
      <dgm:spPr/>
      <dgm:t>
        <a:bodyPr/>
        <a:lstStyle/>
        <a:p>
          <a:endParaRPr lang="en-US"/>
        </a:p>
      </dgm:t>
    </dgm:pt>
    <dgm:pt modelId="{4BA18BE3-76AF-4784-B88C-E6CBCD2F071D}">
      <dgm:prSet phldrT="[Text]"/>
      <dgm:spPr/>
      <dgm:t>
        <a:bodyPr/>
        <a:lstStyle/>
        <a:p>
          <a:r>
            <a:rPr lang="en-US" dirty="0"/>
            <a:t>Lorem Ipsum</a:t>
          </a:r>
        </a:p>
      </dgm:t>
    </dgm:pt>
    <dgm:pt modelId="{F311B72A-4693-439B-B5FA-1DF24549868D}" type="parTrans" cxnId="{C090E0C7-A6D4-4BA1-9B03-2EFDAD8A5566}">
      <dgm:prSet/>
      <dgm:spPr/>
      <dgm:t>
        <a:bodyPr/>
        <a:lstStyle/>
        <a:p>
          <a:endParaRPr lang="en-US"/>
        </a:p>
      </dgm:t>
    </dgm:pt>
    <dgm:pt modelId="{69F24039-803C-4756-A1B8-FBF2156E9D4C}" type="sibTrans" cxnId="{C090E0C7-A6D4-4BA1-9B03-2EFDAD8A5566}">
      <dgm:prSet/>
      <dgm:spPr/>
      <dgm:t>
        <a:bodyPr/>
        <a:lstStyle/>
        <a:p>
          <a:endParaRPr lang="en-US"/>
        </a:p>
      </dgm:t>
    </dgm:pt>
    <dgm:pt modelId="{20756689-7025-4249-855C-E1B9E406D071}">
      <dgm:prSet phldrT="[Text]"/>
      <dgm:spPr/>
      <dgm:t>
        <a:bodyPr/>
        <a:lstStyle/>
        <a:p>
          <a:r>
            <a:rPr lang="en-US" dirty="0"/>
            <a:t>Some text here</a:t>
          </a:r>
        </a:p>
      </dgm:t>
    </dgm:pt>
    <dgm:pt modelId="{35317DED-DAB5-4D19-A43C-B397362CAEDA}" type="parTrans" cxnId="{6F3D1AE8-CFB6-4B7D-AEC2-50286838EC66}">
      <dgm:prSet/>
      <dgm:spPr/>
      <dgm:t>
        <a:bodyPr/>
        <a:lstStyle/>
        <a:p>
          <a:endParaRPr lang="en-US"/>
        </a:p>
      </dgm:t>
    </dgm:pt>
    <dgm:pt modelId="{3989E804-22C8-41DA-9860-B05F5E23DB7D}" type="sibTrans" cxnId="{6F3D1AE8-CFB6-4B7D-AEC2-50286838EC66}">
      <dgm:prSet/>
      <dgm:spPr/>
      <dgm:t>
        <a:bodyPr/>
        <a:lstStyle/>
        <a:p>
          <a:endParaRPr lang="en-US"/>
        </a:p>
      </dgm:t>
    </dgm:pt>
    <dgm:pt modelId="{8974B798-5918-482F-B5A9-E46BE542E933}">
      <dgm:prSet phldrT="[Text]"/>
      <dgm:spPr/>
      <dgm:t>
        <a:bodyPr/>
        <a:lstStyle/>
        <a:p>
          <a:r>
            <a:rPr lang="en-US" dirty="0"/>
            <a:t>Some text here</a:t>
          </a:r>
        </a:p>
      </dgm:t>
    </dgm:pt>
    <dgm:pt modelId="{5C99B770-4BAA-4DEC-8579-B0585C27094D}" type="parTrans" cxnId="{527804B1-D1FF-4656-9961-0B19DE1749F3}">
      <dgm:prSet/>
      <dgm:spPr/>
      <dgm:t>
        <a:bodyPr/>
        <a:lstStyle/>
        <a:p>
          <a:endParaRPr lang="en-US"/>
        </a:p>
      </dgm:t>
    </dgm:pt>
    <dgm:pt modelId="{E5187230-592F-4D79-88AD-6E92D9425AB4}" type="sibTrans" cxnId="{527804B1-D1FF-4656-9961-0B19DE1749F3}">
      <dgm:prSet/>
      <dgm:spPr/>
      <dgm:t>
        <a:bodyPr/>
        <a:lstStyle/>
        <a:p>
          <a:endParaRPr lang="en-US"/>
        </a:p>
      </dgm:t>
    </dgm:pt>
    <dgm:pt modelId="{05FECB41-6D4B-45D2-8EBA-87192101F0F0}">
      <dgm:prSet phldrT="[Text]"/>
      <dgm:spPr/>
      <dgm:t>
        <a:bodyPr/>
        <a:lstStyle/>
        <a:p>
          <a:r>
            <a:rPr lang="en-US" dirty="0"/>
            <a:t>Some text here</a:t>
          </a:r>
        </a:p>
      </dgm:t>
    </dgm:pt>
    <dgm:pt modelId="{AA5859CE-1935-428E-8F3A-D00391A9A382}" type="parTrans" cxnId="{E65C054B-9B15-4FA5-9C41-E42B668491E6}">
      <dgm:prSet/>
      <dgm:spPr/>
      <dgm:t>
        <a:bodyPr/>
        <a:lstStyle/>
        <a:p>
          <a:endParaRPr lang="en-US"/>
        </a:p>
      </dgm:t>
    </dgm:pt>
    <dgm:pt modelId="{C5D3D9B1-03B8-4AB8-AB31-9E49A99D6797}" type="sibTrans" cxnId="{E65C054B-9B15-4FA5-9C41-E42B668491E6}">
      <dgm:prSet/>
      <dgm:spPr/>
      <dgm:t>
        <a:bodyPr/>
        <a:lstStyle/>
        <a:p>
          <a:endParaRPr lang="en-US"/>
        </a:p>
      </dgm:t>
    </dgm:pt>
    <dgm:pt modelId="{0A0E61DB-8A10-4B79-92D2-5500D5AEF449}">
      <dgm:prSet phldrT="[Text]"/>
      <dgm:spPr/>
      <dgm:t>
        <a:bodyPr/>
        <a:lstStyle/>
        <a:p>
          <a:r>
            <a:rPr lang="en-US" dirty="0"/>
            <a:t>Some text here</a:t>
          </a:r>
        </a:p>
      </dgm:t>
    </dgm:pt>
    <dgm:pt modelId="{1441988F-AAA1-489E-9170-F8F553C17D69}" type="parTrans" cxnId="{E82059C4-2D23-4B7D-B1A6-48C9187CD97C}">
      <dgm:prSet/>
      <dgm:spPr/>
      <dgm:t>
        <a:bodyPr/>
        <a:lstStyle/>
        <a:p>
          <a:endParaRPr lang="en-US"/>
        </a:p>
      </dgm:t>
    </dgm:pt>
    <dgm:pt modelId="{E2296C67-3533-41D6-AE9D-C2B4E4E8558A}" type="sibTrans" cxnId="{E82059C4-2D23-4B7D-B1A6-48C9187CD97C}">
      <dgm:prSet/>
      <dgm:spPr/>
      <dgm:t>
        <a:bodyPr/>
        <a:lstStyle/>
        <a:p>
          <a:endParaRPr lang="en-US"/>
        </a:p>
      </dgm:t>
    </dgm:pt>
    <dgm:pt modelId="{A6ECF66B-7B99-4197-98D3-497F633105A0}">
      <dgm:prSet phldrT="[Text]"/>
      <dgm:spPr/>
      <dgm:t>
        <a:bodyPr/>
        <a:lstStyle/>
        <a:p>
          <a:r>
            <a:rPr lang="en-US" dirty="0"/>
            <a:t>Some text here</a:t>
          </a:r>
        </a:p>
      </dgm:t>
    </dgm:pt>
    <dgm:pt modelId="{D71D395D-0281-4F49-8840-D03910F6DFD6}" type="parTrans" cxnId="{1B18860E-EFD7-4861-8400-1BB2AE0FCC4A}">
      <dgm:prSet/>
      <dgm:spPr/>
      <dgm:t>
        <a:bodyPr/>
        <a:lstStyle/>
        <a:p>
          <a:endParaRPr lang="en-US"/>
        </a:p>
      </dgm:t>
    </dgm:pt>
    <dgm:pt modelId="{17D8CACD-8CA1-421D-BCA9-444B0FD04401}" type="sibTrans" cxnId="{1B18860E-EFD7-4861-8400-1BB2AE0FCC4A}">
      <dgm:prSet/>
      <dgm:spPr/>
      <dgm:t>
        <a:bodyPr/>
        <a:lstStyle/>
        <a:p>
          <a:endParaRPr lang="en-US"/>
        </a:p>
      </dgm:t>
    </dgm:pt>
    <dgm:pt modelId="{7B78D284-419D-448E-9663-E8889E171318}">
      <dgm:prSet phldrT="[Text]"/>
      <dgm:spPr/>
      <dgm:t>
        <a:bodyPr/>
        <a:lstStyle/>
        <a:p>
          <a:r>
            <a:rPr lang="en-US" dirty="0"/>
            <a:t>Some text here</a:t>
          </a:r>
        </a:p>
      </dgm:t>
    </dgm:pt>
    <dgm:pt modelId="{296919DC-0AAF-4A74-91F8-AC4ACC76E308}" type="parTrans" cxnId="{0E10350B-35F7-4455-A0C7-651C4A83B720}">
      <dgm:prSet/>
      <dgm:spPr/>
      <dgm:t>
        <a:bodyPr/>
        <a:lstStyle/>
        <a:p>
          <a:endParaRPr lang="en-US"/>
        </a:p>
      </dgm:t>
    </dgm:pt>
    <dgm:pt modelId="{0CE17522-CA33-4B01-A1E1-EB739A1426E7}" type="sibTrans" cxnId="{0E10350B-35F7-4455-A0C7-651C4A83B720}">
      <dgm:prSet/>
      <dgm:spPr/>
      <dgm:t>
        <a:bodyPr/>
        <a:lstStyle/>
        <a:p>
          <a:endParaRPr lang="en-US"/>
        </a:p>
      </dgm:t>
    </dgm:pt>
    <dgm:pt modelId="{BD9D4297-6FB3-4567-94EF-0C16B90CF6EE}">
      <dgm:prSet phldrT="[Text]"/>
      <dgm:spPr/>
      <dgm:t>
        <a:bodyPr/>
        <a:lstStyle/>
        <a:p>
          <a:r>
            <a:rPr lang="en-US" dirty="0"/>
            <a:t>Some text here</a:t>
          </a:r>
        </a:p>
      </dgm:t>
    </dgm:pt>
    <dgm:pt modelId="{9781E5FE-8933-414F-9B91-853E486F6EB8}" type="parTrans" cxnId="{256C6CD2-65FD-4572-BD4E-97E8EF5C14D2}">
      <dgm:prSet/>
      <dgm:spPr/>
      <dgm:t>
        <a:bodyPr/>
        <a:lstStyle/>
        <a:p>
          <a:endParaRPr lang="en-US"/>
        </a:p>
      </dgm:t>
    </dgm:pt>
    <dgm:pt modelId="{88E4D77E-C0B0-43A7-9C74-04F9B276C715}" type="sibTrans" cxnId="{256C6CD2-65FD-4572-BD4E-97E8EF5C14D2}">
      <dgm:prSet/>
      <dgm:spPr/>
      <dgm:t>
        <a:bodyPr/>
        <a:lstStyle/>
        <a:p>
          <a:endParaRPr lang="en-US"/>
        </a:p>
      </dgm:t>
    </dgm:pt>
    <dgm:pt modelId="{009D16B7-70FD-44AD-BF03-95B7EC4EA1B8}">
      <dgm:prSet phldrT="[Text]"/>
      <dgm:spPr/>
      <dgm:t>
        <a:bodyPr/>
        <a:lstStyle/>
        <a:p>
          <a:r>
            <a:rPr lang="en-US" dirty="0"/>
            <a:t>Some text here</a:t>
          </a:r>
        </a:p>
      </dgm:t>
    </dgm:pt>
    <dgm:pt modelId="{2333A213-60C5-461F-B279-16EDBC73ED60}" type="parTrans" cxnId="{25A8B9B5-8ECA-4BA8-BD0B-C66422C68B37}">
      <dgm:prSet/>
      <dgm:spPr/>
      <dgm:t>
        <a:bodyPr/>
        <a:lstStyle/>
        <a:p>
          <a:endParaRPr lang="en-US"/>
        </a:p>
      </dgm:t>
    </dgm:pt>
    <dgm:pt modelId="{A81D492D-0283-4C39-A3E7-CB60736D7F5F}" type="sibTrans" cxnId="{25A8B9B5-8ECA-4BA8-BD0B-C66422C68B37}">
      <dgm:prSet/>
      <dgm:spPr/>
      <dgm:t>
        <a:bodyPr/>
        <a:lstStyle/>
        <a:p>
          <a:endParaRPr lang="en-US"/>
        </a:p>
      </dgm:t>
    </dgm:pt>
    <dgm:pt modelId="{B1AA76E5-3332-4580-BF94-116481F2168D}">
      <dgm:prSet phldrT="[Text]"/>
      <dgm:spPr/>
      <dgm:t>
        <a:bodyPr/>
        <a:lstStyle/>
        <a:p>
          <a:r>
            <a:rPr lang="en-US"/>
            <a:t>Some </a:t>
          </a:r>
          <a:r>
            <a:rPr lang="en-US" dirty="0"/>
            <a:t>text here</a:t>
          </a:r>
          <a:endParaRPr lang="en-US"/>
        </a:p>
      </dgm:t>
    </dgm:pt>
    <dgm:pt modelId="{30FD7007-7389-4858-A1FF-1FE9AB289447}" type="parTrans" cxnId="{8614D306-4CB1-4DED-8831-AE41C16D93FF}">
      <dgm:prSet/>
      <dgm:spPr/>
      <dgm:t>
        <a:bodyPr/>
        <a:lstStyle/>
        <a:p>
          <a:endParaRPr lang="en-US"/>
        </a:p>
      </dgm:t>
    </dgm:pt>
    <dgm:pt modelId="{4EDE7327-4051-43BE-AA2E-58FF027C032B}" type="sibTrans" cxnId="{8614D306-4CB1-4DED-8831-AE41C16D93FF}">
      <dgm:prSet/>
      <dgm:spPr/>
      <dgm:t>
        <a:bodyPr/>
        <a:lstStyle/>
        <a:p>
          <a:endParaRPr lang="en-US"/>
        </a:p>
      </dgm:t>
    </dgm:pt>
    <dgm:pt modelId="{34142453-2A3A-486D-8F5E-0343467D18E3}" type="pres">
      <dgm:prSet presAssocID="{B9C32B05-62EA-407A-B21C-2310C7945705}" presName="hierChild1" presStyleCnt="0">
        <dgm:presLayoutVars>
          <dgm:orgChart val="1"/>
          <dgm:chPref val="1"/>
          <dgm:dir/>
          <dgm:animOne val="branch"/>
          <dgm:animLvl val="lvl"/>
          <dgm:resizeHandles/>
        </dgm:presLayoutVars>
      </dgm:prSet>
      <dgm:spPr/>
    </dgm:pt>
    <dgm:pt modelId="{6020623C-7C4D-403C-B01E-9D54315721B1}" type="pres">
      <dgm:prSet presAssocID="{42D71409-67F9-455C-8C6D-716D284AAA6B}" presName="hierRoot1" presStyleCnt="0">
        <dgm:presLayoutVars>
          <dgm:hierBranch val="init"/>
        </dgm:presLayoutVars>
      </dgm:prSet>
      <dgm:spPr/>
    </dgm:pt>
    <dgm:pt modelId="{FCB7C423-BBA2-41D0-9F61-7ADBB616C811}" type="pres">
      <dgm:prSet presAssocID="{42D71409-67F9-455C-8C6D-716D284AAA6B}" presName="rootComposite1" presStyleCnt="0"/>
      <dgm:spPr/>
    </dgm:pt>
    <dgm:pt modelId="{2DF52595-8FEF-4666-A2C2-08250FC77A9F}" type="pres">
      <dgm:prSet presAssocID="{42D71409-67F9-455C-8C6D-716D284AAA6B}" presName="rootText1" presStyleLbl="node0" presStyleIdx="0" presStyleCnt="2">
        <dgm:presLayoutVars>
          <dgm:chPref val="3"/>
        </dgm:presLayoutVars>
      </dgm:prSet>
      <dgm:spPr/>
    </dgm:pt>
    <dgm:pt modelId="{5904904E-7EDF-4D34-B207-0BB6DFDBEF26}" type="pres">
      <dgm:prSet presAssocID="{42D71409-67F9-455C-8C6D-716D284AAA6B}" presName="rootConnector1" presStyleLbl="node1" presStyleIdx="0" presStyleCnt="0"/>
      <dgm:spPr/>
    </dgm:pt>
    <dgm:pt modelId="{4DE27D38-C9A2-453D-A613-CB846EC1CE1A}" type="pres">
      <dgm:prSet presAssocID="{42D71409-67F9-455C-8C6D-716D284AAA6B}" presName="hierChild2" presStyleCnt="0"/>
      <dgm:spPr/>
    </dgm:pt>
    <dgm:pt modelId="{181398EF-3CBE-4D6C-B601-7F8D226C0357}" type="pres">
      <dgm:prSet presAssocID="{3EE8403A-CB7C-4815-85BD-AEBCAEB71B37}" presName="Name37" presStyleLbl="parChTrans1D2" presStyleIdx="0" presStyleCnt="6"/>
      <dgm:spPr/>
    </dgm:pt>
    <dgm:pt modelId="{2F68138A-ED80-42EE-A371-85CB20B578FF}" type="pres">
      <dgm:prSet presAssocID="{8EA7219F-BDB2-48EB-9EEB-3133522D132E}" presName="hierRoot2" presStyleCnt="0">
        <dgm:presLayoutVars>
          <dgm:hierBranch val="init"/>
        </dgm:presLayoutVars>
      </dgm:prSet>
      <dgm:spPr/>
    </dgm:pt>
    <dgm:pt modelId="{DC5DE751-0447-45EE-A70F-44317B275BB7}" type="pres">
      <dgm:prSet presAssocID="{8EA7219F-BDB2-48EB-9EEB-3133522D132E}" presName="rootComposite" presStyleCnt="0"/>
      <dgm:spPr/>
    </dgm:pt>
    <dgm:pt modelId="{2C35BE72-5286-4AAD-A5D4-7391219DE763}" type="pres">
      <dgm:prSet presAssocID="{8EA7219F-BDB2-48EB-9EEB-3133522D132E}" presName="rootText" presStyleLbl="node2" presStyleIdx="0" presStyleCnt="6">
        <dgm:presLayoutVars>
          <dgm:chPref val="3"/>
        </dgm:presLayoutVars>
      </dgm:prSet>
      <dgm:spPr/>
    </dgm:pt>
    <dgm:pt modelId="{B705BCE7-DC3B-464E-B0AF-26A0AE309D02}" type="pres">
      <dgm:prSet presAssocID="{8EA7219F-BDB2-48EB-9EEB-3133522D132E}" presName="rootConnector" presStyleLbl="node2" presStyleIdx="0" presStyleCnt="6"/>
      <dgm:spPr/>
    </dgm:pt>
    <dgm:pt modelId="{71612F90-FFA3-4B2F-937E-58919C91CC97}" type="pres">
      <dgm:prSet presAssocID="{8EA7219F-BDB2-48EB-9EEB-3133522D132E}" presName="hierChild4" presStyleCnt="0"/>
      <dgm:spPr/>
    </dgm:pt>
    <dgm:pt modelId="{3DDCC906-9948-4ADF-91FB-30D9DE1BB1A2}" type="pres">
      <dgm:prSet presAssocID="{1441988F-AAA1-489E-9170-F8F553C17D69}" presName="Name37" presStyleLbl="parChTrans1D3" presStyleIdx="0" presStyleCnt="4"/>
      <dgm:spPr/>
    </dgm:pt>
    <dgm:pt modelId="{A748E0FF-044C-4B37-88B7-FD2DF80498AF}" type="pres">
      <dgm:prSet presAssocID="{0A0E61DB-8A10-4B79-92D2-5500D5AEF449}" presName="hierRoot2" presStyleCnt="0">
        <dgm:presLayoutVars>
          <dgm:hierBranch val="init"/>
        </dgm:presLayoutVars>
      </dgm:prSet>
      <dgm:spPr/>
    </dgm:pt>
    <dgm:pt modelId="{8BBFF6E4-37ED-4CB2-AD5D-91DD00C7FAFB}" type="pres">
      <dgm:prSet presAssocID="{0A0E61DB-8A10-4B79-92D2-5500D5AEF449}" presName="rootComposite" presStyleCnt="0"/>
      <dgm:spPr/>
    </dgm:pt>
    <dgm:pt modelId="{37BC9CB2-4E2B-4BB0-AD34-95D4B5A0DA84}" type="pres">
      <dgm:prSet presAssocID="{0A0E61DB-8A10-4B79-92D2-5500D5AEF449}" presName="rootText" presStyleLbl="node3" presStyleIdx="0" presStyleCnt="4">
        <dgm:presLayoutVars>
          <dgm:chPref val="3"/>
        </dgm:presLayoutVars>
      </dgm:prSet>
      <dgm:spPr/>
    </dgm:pt>
    <dgm:pt modelId="{B9B84C9B-1F16-4F40-808D-4BB51C6838C1}" type="pres">
      <dgm:prSet presAssocID="{0A0E61DB-8A10-4B79-92D2-5500D5AEF449}" presName="rootConnector" presStyleLbl="node3" presStyleIdx="0" presStyleCnt="4"/>
      <dgm:spPr/>
    </dgm:pt>
    <dgm:pt modelId="{BE8F2563-FBB6-44F1-A9F2-F69B56BE4FBD}" type="pres">
      <dgm:prSet presAssocID="{0A0E61DB-8A10-4B79-92D2-5500D5AEF449}" presName="hierChild4" presStyleCnt="0"/>
      <dgm:spPr/>
    </dgm:pt>
    <dgm:pt modelId="{1EA4F06D-BF0D-447B-BEFD-AB3324FAC680}" type="pres">
      <dgm:prSet presAssocID="{D71D395D-0281-4F49-8840-D03910F6DFD6}" presName="Name37" presStyleLbl="parChTrans1D4" presStyleIdx="0" presStyleCnt="2"/>
      <dgm:spPr/>
    </dgm:pt>
    <dgm:pt modelId="{A8E13DDF-EEF7-4805-A660-018C4D5AEC0B}" type="pres">
      <dgm:prSet presAssocID="{A6ECF66B-7B99-4197-98D3-497F633105A0}" presName="hierRoot2" presStyleCnt="0">
        <dgm:presLayoutVars>
          <dgm:hierBranch val="init"/>
        </dgm:presLayoutVars>
      </dgm:prSet>
      <dgm:spPr/>
    </dgm:pt>
    <dgm:pt modelId="{ED262F06-DF0F-41C4-9E82-AEF2C563F654}" type="pres">
      <dgm:prSet presAssocID="{A6ECF66B-7B99-4197-98D3-497F633105A0}" presName="rootComposite" presStyleCnt="0"/>
      <dgm:spPr/>
    </dgm:pt>
    <dgm:pt modelId="{C515E3CC-1FF9-4FC2-A77D-0BB78D9C3FF0}" type="pres">
      <dgm:prSet presAssocID="{A6ECF66B-7B99-4197-98D3-497F633105A0}" presName="rootText" presStyleLbl="node4" presStyleIdx="0" presStyleCnt="2">
        <dgm:presLayoutVars>
          <dgm:chPref val="3"/>
        </dgm:presLayoutVars>
      </dgm:prSet>
      <dgm:spPr/>
    </dgm:pt>
    <dgm:pt modelId="{6D6972B2-BF42-474C-AEAC-6E08936EFDF2}" type="pres">
      <dgm:prSet presAssocID="{A6ECF66B-7B99-4197-98D3-497F633105A0}" presName="rootConnector" presStyleLbl="node4" presStyleIdx="0" presStyleCnt="2"/>
      <dgm:spPr/>
    </dgm:pt>
    <dgm:pt modelId="{70D45F18-F7B4-4763-B174-5ED88E126C9C}" type="pres">
      <dgm:prSet presAssocID="{A6ECF66B-7B99-4197-98D3-497F633105A0}" presName="hierChild4" presStyleCnt="0"/>
      <dgm:spPr/>
    </dgm:pt>
    <dgm:pt modelId="{F5EAE0CC-7900-42A2-AD37-81A07772B878}" type="pres">
      <dgm:prSet presAssocID="{A6ECF66B-7B99-4197-98D3-497F633105A0}" presName="hierChild5" presStyleCnt="0"/>
      <dgm:spPr/>
    </dgm:pt>
    <dgm:pt modelId="{B6BF0250-EC90-46D2-9F33-C506DBFA75D6}" type="pres">
      <dgm:prSet presAssocID="{296919DC-0AAF-4A74-91F8-AC4ACC76E308}" presName="Name37" presStyleLbl="parChTrans1D4" presStyleIdx="1" presStyleCnt="2"/>
      <dgm:spPr/>
    </dgm:pt>
    <dgm:pt modelId="{BAA2EA2B-AD0F-4F30-8A5F-67D42DD5F3A6}" type="pres">
      <dgm:prSet presAssocID="{7B78D284-419D-448E-9663-E8889E171318}" presName="hierRoot2" presStyleCnt="0">
        <dgm:presLayoutVars>
          <dgm:hierBranch val="init"/>
        </dgm:presLayoutVars>
      </dgm:prSet>
      <dgm:spPr/>
    </dgm:pt>
    <dgm:pt modelId="{658FFCFD-682A-40A3-AA41-2AFCCDDEF4F0}" type="pres">
      <dgm:prSet presAssocID="{7B78D284-419D-448E-9663-E8889E171318}" presName="rootComposite" presStyleCnt="0"/>
      <dgm:spPr/>
    </dgm:pt>
    <dgm:pt modelId="{5B89C2DD-1F18-4F4A-8B94-7530D37B00A8}" type="pres">
      <dgm:prSet presAssocID="{7B78D284-419D-448E-9663-E8889E171318}" presName="rootText" presStyleLbl="node4" presStyleIdx="1" presStyleCnt="2">
        <dgm:presLayoutVars>
          <dgm:chPref val="3"/>
        </dgm:presLayoutVars>
      </dgm:prSet>
      <dgm:spPr/>
    </dgm:pt>
    <dgm:pt modelId="{4BB8D5AB-6AB9-4211-B343-3C378834F3C4}" type="pres">
      <dgm:prSet presAssocID="{7B78D284-419D-448E-9663-E8889E171318}" presName="rootConnector" presStyleLbl="node4" presStyleIdx="1" presStyleCnt="2"/>
      <dgm:spPr/>
    </dgm:pt>
    <dgm:pt modelId="{5F59424C-D079-4B5A-AAAE-2FA92B729420}" type="pres">
      <dgm:prSet presAssocID="{7B78D284-419D-448E-9663-E8889E171318}" presName="hierChild4" presStyleCnt="0"/>
      <dgm:spPr/>
    </dgm:pt>
    <dgm:pt modelId="{19B6F3A9-365E-4C0F-8A0A-3B0B7C70BB36}" type="pres">
      <dgm:prSet presAssocID="{7B78D284-419D-448E-9663-E8889E171318}" presName="hierChild5" presStyleCnt="0"/>
      <dgm:spPr/>
    </dgm:pt>
    <dgm:pt modelId="{76AAD100-445D-45D1-A7FC-2D78CB8B9462}" type="pres">
      <dgm:prSet presAssocID="{0A0E61DB-8A10-4B79-92D2-5500D5AEF449}" presName="hierChild5" presStyleCnt="0"/>
      <dgm:spPr/>
    </dgm:pt>
    <dgm:pt modelId="{E3757D96-736F-4040-9E20-8188EE740BF5}" type="pres">
      <dgm:prSet presAssocID="{AA5859CE-1935-428E-8F3A-D00391A9A382}" presName="Name37" presStyleLbl="parChTrans1D3" presStyleIdx="1" presStyleCnt="4"/>
      <dgm:spPr/>
    </dgm:pt>
    <dgm:pt modelId="{1A832AFE-F900-47DD-874D-15471DCFF65B}" type="pres">
      <dgm:prSet presAssocID="{05FECB41-6D4B-45D2-8EBA-87192101F0F0}" presName="hierRoot2" presStyleCnt="0">
        <dgm:presLayoutVars>
          <dgm:hierBranch val="init"/>
        </dgm:presLayoutVars>
      </dgm:prSet>
      <dgm:spPr/>
    </dgm:pt>
    <dgm:pt modelId="{82935A28-42BD-4306-8EA8-779E296E9009}" type="pres">
      <dgm:prSet presAssocID="{05FECB41-6D4B-45D2-8EBA-87192101F0F0}" presName="rootComposite" presStyleCnt="0"/>
      <dgm:spPr/>
    </dgm:pt>
    <dgm:pt modelId="{94AF29F7-37DB-41A8-AC0C-DCBE3F39C13C}" type="pres">
      <dgm:prSet presAssocID="{05FECB41-6D4B-45D2-8EBA-87192101F0F0}" presName="rootText" presStyleLbl="node3" presStyleIdx="1" presStyleCnt="4">
        <dgm:presLayoutVars>
          <dgm:chPref val="3"/>
        </dgm:presLayoutVars>
      </dgm:prSet>
      <dgm:spPr/>
    </dgm:pt>
    <dgm:pt modelId="{AC1B5F90-B425-491E-A2BE-D0CED53A6F72}" type="pres">
      <dgm:prSet presAssocID="{05FECB41-6D4B-45D2-8EBA-87192101F0F0}" presName="rootConnector" presStyleLbl="node3" presStyleIdx="1" presStyleCnt="4"/>
      <dgm:spPr/>
    </dgm:pt>
    <dgm:pt modelId="{D0866C06-CDA3-44AF-AA0D-FB7877D5163D}" type="pres">
      <dgm:prSet presAssocID="{05FECB41-6D4B-45D2-8EBA-87192101F0F0}" presName="hierChild4" presStyleCnt="0"/>
      <dgm:spPr/>
    </dgm:pt>
    <dgm:pt modelId="{E1170661-6D9E-4F7C-B4BA-05EBE8450A1E}" type="pres">
      <dgm:prSet presAssocID="{05FECB41-6D4B-45D2-8EBA-87192101F0F0}" presName="hierChild5" presStyleCnt="0"/>
      <dgm:spPr/>
    </dgm:pt>
    <dgm:pt modelId="{55187E08-7B7C-454B-83E1-66E5578F9FE8}" type="pres">
      <dgm:prSet presAssocID="{8EA7219F-BDB2-48EB-9EEB-3133522D132E}" presName="hierChild5" presStyleCnt="0"/>
      <dgm:spPr/>
    </dgm:pt>
    <dgm:pt modelId="{2FA24959-B81F-45BE-B2E1-8ACF75402C72}" type="pres">
      <dgm:prSet presAssocID="{A13BB1F9-5857-4B43-8BF5-6589AA2CB759}" presName="Name37" presStyleLbl="parChTrans1D2" presStyleIdx="1" presStyleCnt="6"/>
      <dgm:spPr/>
    </dgm:pt>
    <dgm:pt modelId="{9962A139-07E5-4A6D-98A6-C6B48C4D4C9B}" type="pres">
      <dgm:prSet presAssocID="{3AF880A5-0F00-4315-A5DF-1FE656798601}" presName="hierRoot2" presStyleCnt="0">
        <dgm:presLayoutVars>
          <dgm:hierBranch val="init"/>
        </dgm:presLayoutVars>
      </dgm:prSet>
      <dgm:spPr/>
    </dgm:pt>
    <dgm:pt modelId="{0654F3A4-9A85-486B-A6E4-B62EF2FB9504}" type="pres">
      <dgm:prSet presAssocID="{3AF880A5-0F00-4315-A5DF-1FE656798601}" presName="rootComposite" presStyleCnt="0"/>
      <dgm:spPr/>
    </dgm:pt>
    <dgm:pt modelId="{7C426DCF-C03D-43C6-BBBE-3E9EE1A8DE7D}" type="pres">
      <dgm:prSet presAssocID="{3AF880A5-0F00-4315-A5DF-1FE656798601}" presName="rootText" presStyleLbl="node2" presStyleIdx="1" presStyleCnt="6">
        <dgm:presLayoutVars>
          <dgm:chPref val="3"/>
        </dgm:presLayoutVars>
      </dgm:prSet>
      <dgm:spPr/>
    </dgm:pt>
    <dgm:pt modelId="{A0EB2992-53DF-4135-9499-4A8FC0FE8653}" type="pres">
      <dgm:prSet presAssocID="{3AF880A5-0F00-4315-A5DF-1FE656798601}" presName="rootConnector" presStyleLbl="node2" presStyleIdx="1" presStyleCnt="6"/>
      <dgm:spPr/>
    </dgm:pt>
    <dgm:pt modelId="{64092C9C-28B5-4F2E-8405-C1ACAC55842A}" type="pres">
      <dgm:prSet presAssocID="{3AF880A5-0F00-4315-A5DF-1FE656798601}" presName="hierChild4" presStyleCnt="0"/>
      <dgm:spPr/>
    </dgm:pt>
    <dgm:pt modelId="{29806332-2007-471B-95BC-AB4B6FC597C9}" type="pres">
      <dgm:prSet presAssocID="{3AF880A5-0F00-4315-A5DF-1FE656798601}" presName="hierChild5" presStyleCnt="0"/>
      <dgm:spPr/>
    </dgm:pt>
    <dgm:pt modelId="{0690B98C-04EE-4038-9FE7-8108840A24E6}" type="pres">
      <dgm:prSet presAssocID="{BCC541E2-3A60-4FA0-82BC-A407780EE7DB}" presName="Name37" presStyleLbl="parChTrans1D2" presStyleIdx="2" presStyleCnt="6"/>
      <dgm:spPr/>
    </dgm:pt>
    <dgm:pt modelId="{8F514BC0-9D73-4B17-B9EF-482BBD354041}" type="pres">
      <dgm:prSet presAssocID="{932A6641-B47E-48FC-963F-311CBB9F360A}" presName="hierRoot2" presStyleCnt="0">
        <dgm:presLayoutVars>
          <dgm:hierBranch val="init"/>
        </dgm:presLayoutVars>
      </dgm:prSet>
      <dgm:spPr/>
    </dgm:pt>
    <dgm:pt modelId="{8BE56FDF-ED44-4D63-B139-E614FC84104D}" type="pres">
      <dgm:prSet presAssocID="{932A6641-B47E-48FC-963F-311CBB9F360A}" presName="rootComposite" presStyleCnt="0"/>
      <dgm:spPr/>
    </dgm:pt>
    <dgm:pt modelId="{50450FDA-A0B8-4F07-BA53-0C399CB213C0}" type="pres">
      <dgm:prSet presAssocID="{932A6641-B47E-48FC-963F-311CBB9F360A}" presName="rootText" presStyleLbl="node2" presStyleIdx="2" presStyleCnt="6">
        <dgm:presLayoutVars>
          <dgm:chPref val="3"/>
        </dgm:presLayoutVars>
      </dgm:prSet>
      <dgm:spPr/>
    </dgm:pt>
    <dgm:pt modelId="{09BBF991-0E1F-4DD0-9803-41E171DECF42}" type="pres">
      <dgm:prSet presAssocID="{932A6641-B47E-48FC-963F-311CBB9F360A}" presName="rootConnector" presStyleLbl="node2" presStyleIdx="2" presStyleCnt="6"/>
      <dgm:spPr/>
    </dgm:pt>
    <dgm:pt modelId="{26BF4279-0F6B-41A9-919D-FEBB4D1626E4}" type="pres">
      <dgm:prSet presAssocID="{932A6641-B47E-48FC-963F-311CBB9F360A}" presName="hierChild4" presStyleCnt="0"/>
      <dgm:spPr/>
    </dgm:pt>
    <dgm:pt modelId="{B77062AF-F32A-484A-99D3-A657D2D6B614}" type="pres">
      <dgm:prSet presAssocID="{932A6641-B47E-48FC-963F-311CBB9F360A}" presName="hierChild5" presStyleCnt="0"/>
      <dgm:spPr/>
    </dgm:pt>
    <dgm:pt modelId="{5784D67D-4B57-4311-8E64-B04AE431F3B5}" type="pres">
      <dgm:prSet presAssocID="{42D71409-67F9-455C-8C6D-716D284AAA6B}" presName="hierChild3" presStyleCnt="0"/>
      <dgm:spPr/>
    </dgm:pt>
    <dgm:pt modelId="{FF5FE93C-4B4B-4684-BF91-C484D7BB9386}" type="pres">
      <dgm:prSet presAssocID="{4BA18BE3-76AF-4784-B88C-E6CBCD2F071D}" presName="hierRoot1" presStyleCnt="0">
        <dgm:presLayoutVars>
          <dgm:hierBranch val="init"/>
        </dgm:presLayoutVars>
      </dgm:prSet>
      <dgm:spPr/>
    </dgm:pt>
    <dgm:pt modelId="{564D3E41-B949-4265-8329-A2BA4CA2EDFB}" type="pres">
      <dgm:prSet presAssocID="{4BA18BE3-76AF-4784-B88C-E6CBCD2F071D}" presName="rootComposite1" presStyleCnt="0"/>
      <dgm:spPr/>
    </dgm:pt>
    <dgm:pt modelId="{0C6F999E-0D15-48B5-B317-93DA565D1E28}" type="pres">
      <dgm:prSet presAssocID="{4BA18BE3-76AF-4784-B88C-E6CBCD2F071D}" presName="rootText1" presStyleLbl="node0" presStyleIdx="1" presStyleCnt="2">
        <dgm:presLayoutVars>
          <dgm:chPref val="3"/>
        </dgm:presLayoutVars>
      </dgm:prSet>
      <dgm:spPr/>
    </dgm:pt>
    <dgm:pt modelId="{9A662FC2-0984-488D-B032-2B86BDA6BD26}" type="pres">
      <dgm:prSet presAssocID="{4BA18BE3-76AF-4784-B88C-E6CBCD2F071D}" presName="rootConnector1" presStyleLbl="node1" presStyleIdx="0" presStyleCnt="0"/>
      <dgm:spPr/>
    </dgm:pt>
    <dgm:pt modelId="{2404ECFC-EAF2-4A2F-8190-E61A03508C93}" type="pres">
      <dgm:prSet presAssocID="{4BA18BE3-76AF-4784-B88C-E6CBCD2F071D}" presName="hierChild2" presStyleCnt="0"/>
      <dgm:spPr/>
    </dgm:pt>
    <dgm:pt modelId="{00AAF312-E053-4A46-9021-01F6F8DA088C}" type="pres">
      <dgm:prSet presAssocID="{35317DED-DAB5-4D19-A43C-B397362CAEDA}" presName="Name37" presStyleLbl="parChTrans1D2" presStyleIdx="3" presStyleCnt="6"/>
      <dgm:spPr/>
    </dgm:pt>
    <dgm:pt modelId="{E590B2DB-8CA8-4B63-BBFA-E13B3A6A96E7}" type="pres">
      <dgm:prSet presAssocID="{20756689-7025-4249-855C-E1B9E406D071}" presName="hierRoot2" presStyleCnt="0">
        <dgm:presLayoutVars>
          <dgm:hierBranch val="init"/>
        </dgm:presLayoutVars>
      </dgm:prSet>
      <dgm:spPr/>
    </dgm:pt>
    <dgm:pt modelId="{93D6A11C-546C-4C64-B56D-8F1AAB451680}" type="pres">
      <dgm:prSet presAssocID="{20756689-7025-4249-855C-E1B9E406D071}" presName="rootComposite" presStyleCnt="0"/>
      <dgm:spPr/>
    </dgm:pt>
    <dgm:pt modelId="{DF15205E-06BB-48CD-A05B-7760ECB66610}" type="pres">
      <dgm:prSet presAssocID="{20756689-7025-4249-855C-E1B9E406D071}" presName="rootText" presStyleLbl="node2" presStyleIdx="3" presStyleCnt="6">
        <dgm:presLayoutVars>
          <dgm:chPref val="3"/>
        </dgm:presLayoutVars>
      </dgm:prSet>
      <dgm:spPr/>
    </dgm:pt>
    <dgm:pt modelId="{40D81ECF-66C2-4F3E-8725-57294B789C1B}" type="pres">
      <dgm:prSet presAssocID="{20756689-7025-4249-855C-E1B9E406D071}" presName="rootConnector" presStyleLbl="node2" presStyleIdx="3" presStyleCnt="6"/>
      <dgm:spPr/>
    </dgm:pt>
    <dgm:pt modelId="{D91ABAA5-A6E9-450C-B25D-A7261933A994}" type="pres">
      <dgm:prSet presAssocID="{20756689-7025-4249-855C-E1B9E406D071}" presName="hierChild4" presStyleCnt="0"/>
      <dgm:spPr/>
    </dgm:pt>
    <dgm:pt modelId="{BF08EA4D-0D1A-4F63-855A-FBB7E480FCD4}" type="pres">
      <dgm:prSet presAssocID="{20756689-7025-4249-855C-E1B9E406D071}" presName="hierChild5" presStyleCnt="0"/>
      <dgm:spPr/>
    </dgm:pt>
    <dgm:pt modelId="{BFE98E22-B428-4350-9342-7BFC07C5FE37}" type="pres">
      <dgm:prSet presAssocID="{5C99B770-4BAA-4DEC-8579-B0585C27094D}" presName="Name37" presStyleLbl="parChTrans1D2" presStyleIdx="4" presStyleCnt="6"/>
      <dgm:spPr/>
    </dgm:pt>
    <dgm:pt modelId="{2D947EB3-C678-45F2-8C26-1EE76888CE0D}" type="pres">
      <dgm:prSet presAssocID="{8974B798-5918-482F-B5A9-E46BE542E933}" presName="hierRoot2" presStyleCnt="0">
        <dgm:presLayoutVars>
          <dgm:hierBranch val="init"/>
        </dgm:presLayoutVars>
      </dgm:prSet>
      <dgm:spPr/>
    </dgm:pt>
    <dgm:pt modelId="{D4A7AD88-7227-4CC4-9BE2-B4701D0CE154}" type="pres">
      <dgm:prSet presAssocID="{8974B798-5918-482F-B5A9-E46BE542E933}" presName="rootComposite" presStyleCnt="0"/>
      <dgm:spPr/>
    </dgm:pt>
    <dgm:pt modelId="{2D096D6F-BEC9-4CA9-923D-22872C106365}" type="pres">
      <dgm:prSet presAssocID="{8974B798-5918-482F-B5A9-E46BE542E933}" presName="rootText" presStyleLbl="node2" presStyleIdx="4" presStyleCnt="6">
        <dgm:presLayoutVars>
          <dgm:chPref val="3"/>
        </dgm:presLayoutVars>
      </dgm:prSet>
      <dgm:spPr/>
    </dgm:pt>
    <dgm:pt modelId="{368ECACD-3D4C-4163-B6F1-F89FB4C378CD}" type="pres">
      <dgm:prSet presAssocID="{8974B798-5918-482F-B5A9-E46BE542E933}" presName="rootConnector" presStyleLbl="node2" presStyleIdx="4" presStyleCnt="6"/>
      <dgm:spPr/>
    </dgm:pt>
    <dgm:pt modelId="{68C0306F-0CEA-4C80-99FA-5BBD4A6DE23B}" type="pres">
      <dgm:prSet presAssocID="{8974B798-5918-482F-B5A9-E46BE542E933}" presName="hierChild4" presStyleCnt="0"/>
      <dgm:spPr/>
    </dgm:pt>
    <dgm:pt modelId="{5A36E4DD-29F0-4689-894E-6FF0B00A999F}" type="pres">
      <dgm:prSet presAssocID="{9781E5FE-8933-414F-9B91-853E486F6EB8}" presName="Name37" presStyleLbl="parChTrans1D3" presStyleIdx="2" presStyleCnt="4"/>
      <dgm:spPr/>
    </dgm:pt>
    <dgm:pt modelId="{961AAD7A-8552-4AA0-A363-C8DE8EA9C0F9}" type="pres">
      <dgm:prSet presAssocID="{BD9D4297-6FB3-4567-94EF-0C16B90CF6EE}" presName="hierRoot2" presStyleCnt="0">
        <dgm:presLayoutVars>
          <dgm:hierBranch val="init"/>
        </dgm:presLayoutVars>
      </dgm:prSet>
      <dgm:spPr/>
    </dgm:pt>
    <dgm:pt modelId="{81E2E3B9-3FAE-4A52-ABE7-D61B9907A677}" type="pres">
      <dgm:prSet presAssocID="{BD9D4297-6FB3-4567-94EF-0C16B90CF6EE}" presName="rootComposite" presStyleCnt="0"/>
      <dgm:spPr/>
    </dgm:pt>
    <dgm:pt modelId="{0ADDF496-E3B0-450E-B525-858D652CD622}" type="pres">
      <dgm:prSet presAssocID="{BD9D4297-6FB3-4567-94EF-0C16B90CF6EE}" presName="rootText" presStyleLbl="node3" presStyleIdx="2" presStyleCnt="4">
        <dgm:presLayoutVars>
          <dgm:chPref val="3"/>
        </dgm:presLayoutVars>
      </dgm:prSet>
      <dgm:spPr/>
    </dgm:pt>
    <dgm:pt modelId="{9BEB091A-BA88-4720-9AD1-98750243240E}" type="pres">
      <dgm:prSet presAssocID="{BD9D4297-6FB3-4567-94EF-0C16B90CF6EE}" presName="rootConnector" presStyleLbl="node3" presStyleIdx="2" presStyleCnt="4"/>
      <dgm:spPr/>
    </dgm:pt>
    <dgm:pt modelId="{3DAEAC7E-65BD-4977-B961-0B8061F31E40}" type="pres">
      <dgm:prSet presAssocID="{BD9D4297-6FB3-4567-94EF-0C16B90CF6EE}" presName="hierChild4" presStyleCnt="0"/>
      <dgm:spPr/>
    </dgm:pt>
    <dgm:pt modelId="{F890F310-33C1-4725-8129-A0EF3DF18FFF}" type="pres">
      <dgm:prSet presAssocID="{BD9D4297-6FB3-4567-94EF-0C16B90CF6EE}" presName="hierChild5" presStyleCnt="0"/>
      <dgm:spPr/>
    </dgm:pt>
    <dgm:pt modelId="{F849700D-0A8A-422B-9477-800ED4305792}" type="pres">
      <dgm:prSet presAssocID="{2333A213-60C5-461F-B279-16EDBC73ED60}" presName="Name37" presStyleLbl="parChTrans1D3" presStyleIdx="3" presStyleCnt="4"/>
      <dgm:spPr/>
    </dgm:pt>
    <dgm:pt modelId="{5F69E3B3-E8FF-4AF2-8C85-01C8E9F89249}" type="pres">
      <dgm:prSet presAssocID="{009D16B7-70FD-44AD-BF03-95B7EC4EA1B8}" presName="hierRoot2" presStyleCnt="0">
        <dgm:presLayoutVars>
          <dgm:hierBranch val="init"/>
        </dgm:presLayoutVars>
      </dgm:prSet>
      <dgm:spPr/>
    </dgm:pt>
    <dgm:pt modelId="{27F87E55-AE35-4F22-996E-9E83057ED668}" type="pres">
      <dgm:prSet presAssocID="{009D16B7-70FD-44AD-BF03-95B7EC4EA1B8}" presName="rootComposite" presStyleCnt="0"/>
      <dgm:spPr/>
    </dgm:pt>
    <dgm:pt modelId="{0482F208-9F37-4138-9C4D-3AA1BCB16AC3}" type="pres">
      <dgm:prSet presAssocID="{009D16B7-70FD-44AD-BF03-95B7EC4EA1B8}" presName="rootText" presStyleLbl="node3" presStyleIdx="3" presStyleCnt="4">
        <dgm:presLayoutVars>
          <dgm:chPref val="3"/>
        </dgm:presLayoutVars>
      </dgm:prSet>
      <dgm:spPr/>
    </dgm:pt>
    <dgm:pt modelId="{7E85E95C-8E8A-4154-AED9-771098FDCBCC}" type="pres">
      <dgm:prSet presAssocID="{009D16B7-70FD-44AD-BF03-95B7EC4EA1B8}" presName="rootConnector" presStyleLbl="node3" presStyleIdx="3" presStyleCnt="4"/>
      <dgm:spPr/>
    </dgm:pt>
    <dgm:pt modelId="{725AB7B8-F63C-485B-ADE6-0AA9CE43F15C}" type="pres">
      <dgm:prSet presAssocID="{009D16B7-70FD-44AD-BF03-95B7EC4EA1B8}" presName="hierChild4" presStyleCnt="0"/>
      <dgm:spPr/>
    </dgm:pt>
    <dgm:pt modelId="{7946F75F-FF1D-4C7A-AD01-B70E43700A98}" type="pres">
      <dgm:prSet presAssocID="{009D16B7-70FD-44AD-BF03-95B7EC4EA1B8}" presName="hierChild5" presStyleCnt="0"/>
      <dgm:spPr/>
    </dgm:pt>
    <dgm:pt modelId="{9F974D4D-CC78-4162-A905-F6C004BBD25F}" type="pres">
      <dgm:prSet presAssocID="{8974B798-5918-482F-B5A9-E46BE542E933}" presName="hierChild5" presStyleCnt="0"/>
      <dgm:spPr/>
    </dgm:pt>
    <dgm:pt modelId="{52A96F0F-2BD4-4629-AABB-07CE33789150}" type="pres">
      <dgm:prSet presAssocID="{30FD7007-7389-4858-A1FF-1FE9AB289447}" presName="Name37" presStyleLbl="parChTrans1D2" presStyleIdx="5" presStyleCnt="6"/>
      <dgm:spPr/>
    </dgm:pt>
    <dgm:pt modelId="{50DF2B9D-0BEE-41E4-B296-3DFADF31B87E}" type="pres">
      <dgm:prSet presAssocID="{B1AA76E5-3332-4580-BF94-116481F2168D}" presName="hierRoot2" presStyleCnt="0">
        <dgm:presLayoutVars>
          <dgm:hierBranch val="init"/>
        </dgm:presLayoutVars>
      </dgm:prSet>
      <dgm:spPr/>
    </dgm:pt>
    <dgm:pt modelId="{33F101B6-0CDD-452D-AB27-7504A30E482F}" type="pres">
      <dgm:prSet presAssocID="{B1AA76E5-3332-4580-BF94-116481F2168D}" presName="rootComposite" presStyleCnt="0"/>
      <dgm:spPr/>
    </dgm:pt>
    <dgm:pt modelId="{44446925-0406-4AF7-8C0C-666B2A0BD2EA}" type="pres">
      <dgm:prSet presAssocID="{B1AA76E5-3332-4580-BF94-116481F2168D}" presName="rootText" presStyleLbl="node2" presStyleIdx="5" presStyleCnt="6">
        <dgm:presLayoutVars>
          <dgm:chPref val="3"/>
        </dgm:presLayoutVars>
      </dgm:prSet>
      <dgm:spPr/>
    </dgm:pt>
    <dgm:pt modelId="{36D5CE70-989F-4BB0-A5A2-6AC8727AC048}" type="pres">
      <dgm:prSet presAssocID="{B1AA76E5-3332-4580-BF94-116481F2168D}" presName="rootConnector" presStyleLbl="node2" presStyleIdx="5" presStyleCnt="6"/>
      <dgm:spPr/>
    </dgm:pt>
    <dgm:pt modelId="{3F7BC607-DBD4-4FF6-AD9C-C60C4513A1CC}" type="pres">
      <dgm:prSet presAssocID="{B1AA76E5-3332-4580-BF94-116481F2168D}" presName="hierChild4" presStyleCnt="0"/>
      <dgm:spPr/>
    </dgm:pt>
    <dgm:pt modelId="{BBE4FAFD-842F-47C6-94C4-D921FD9EA2F4}" type="pres">
      <dgm:prSet presAssocID="{B1AA76E5-3332-4580-BF94-116481F2168D}" presName="hierChild5" presStyleCnt="0"/>
      <dgm:spPr/>
    </dgm:pt>
    <dgm:pt modelId="{D0831C29-83D3-4DB9-A98A-9CC7C3603AA8}" type="pres">
      <dgm:prSet presAssocID="{4BA18BE3-76AF-4784-B88C-E6CBCD2F071D}" presName="hierChild3" presStyleCnt="0"/>
      <dgm:spPr/>
    </dgm:pt>
  </dgm:ptLst>
  <dgm:cxnLst>
    <dgm:cxn modelId="{8614D306-4CB1-4DED-8831-AE41C16D93FF}" srcId="{4BA18BE3-76AF-4784-B88C-E6CBCD2F071D}" destId="{B1AA76E5-3332-4580-BF94-116481F2168D}" srcOrd="2" destOrd="0" parTransId="{30FD7007-7389-4858-A1FF-1FE9AB289447}" sibTransId="{4EDE7327-4051-43BE-AA2E-58FF027C032B}"/>
    <dgm:cxn modelId="{3E0DB708-A1CB-47E9-ABB0-0CD0200C57D5}" type="presOf" srcId="{932A6641-B47E-48FC-963F-311CBB9F360A}" destId="{50450FDA-A0B8-4F07-BA53-0C399CB213C0}" srcOrd="0" destOrd="0" presId="urn:microsoft.com/office/officeart/2005/8/layout/orgChart1"/>
    <dgm:cxn modelId="{0E10350B-35F7-4455-A0C7-651C4A83B720}" srcId="{0A0E61DB-8A10-4B79-92D2-5500D5AEF449}" destId="{7B78D284-419D-448E-9663-E8889E171318}" srcOrd="1" destOrd="0" parTransId="{296919DC-0AAF-4A74-91F8-AC4ACC76E308}" sibTransId="{0CE17522-CA33-4B01-A1E1-EB739A1426E7}"/>
    <dgm:cxn modelId="{1B18860E-EFD7-4861-8400-1BB2AE0FCC4A}" srcId="{0A0E61DB-8A10-4B79-92D2-5500D5AEF449}" destId="{A6ECF66B-7B99-4197-98D3-497F633105A0}" srcOrd="0" destOrd="0" parTransId="{D71D395D-0281-4F49-8840-D03910F6DFD6}" sibTransId="{17D8CACD-8CA1-421D-BCA9-444B0FD04401}"/>
    <dgm:cxn modelId="{C0E1580F-C8F2-4A57-85B4-CE221C472140}" type="presOf" srcId="{2333A213-60C5-461F-B279-16EDBC73ED60}" destId="{F849700D-0A8A-422B-9477-800ED4305792}" srcOrd="0" destOrd="0" presId="urn:microsoft.com/office/officeart/2005/8/layout/orgChart1"/>
    <dgm:cxn modelId="{FD0D0812-3766-4422-AB8F-58752BCDBE07}" srcId="{42D71409-67F9-455C-8C6D-716D284AAA6B}" destId="{932A6641-B47E-48FC-963F-311CBB9F360A}" srcOrd="2" destOrd="0" parTransId="{BCC541E2-3A60-4FA0-82BC-A407780EE7DB}" sibTransId="{0E70FA36-C3C7-4A08-A69A-A16BAA6AE9D9}"/>
    <dgm:cxn modelId="{3D5D3214-014E-4936-9018-4B8DB177E4F1}" type="presOf" srcId="{4BA18BE3-76AF-4784-B88C-E6CBCD2F071D}" destId="{9A662FC2-0984-488D-B032-2B86BDA6BD26}" srcOrd="1" destOrd="0" presId="urn:microsoft.com/office/officeart/2005/8/layout/orgChart1"/>
    <dgm:cxn modelId="{2AA9C11F-1F1D-428E-801A-47EAA766C99D}" srcId="{B9C32B05-62EA-407A-B21C-2310C7945705}" destId="{42D71409-67F9-455C-8C6D-716D284AAA6B}" srcOrd="0" destOrd="0" parTransId="{51680ED1-AF6E-4B28-AE94-92B0EFB0DF7D}" sibTransId="{478B7D3C-9FB4-4BC6-90AC-49960560DECD}"/>
    <dgm:cxn modelId="{E1510827-7E18-4EA6-8950-DCD47B7CE1AC}" type="presOf" srcId="{8EA7219F-BDB2-48EB-9EEB-3133522D132E}" destId="{2C35BE72-5286-4AAD-A5D4-7391219DE763}" srcOrd="0" destOrd="0" presId="urn:microsoft.com/office/officeart/2005/8/layout/orgChart1"/>
    <dgm:cxn modelId="{39969D2A-238A-48EC-897D-CBA9D8770C5F}" type="presOf" srcId="{AA5859CE-1935-428E-8F3A-D00391A9A382}" destId="{E3757D96-736F-4040-9E20-8188EE740BF5}" srcOrd="0" destOrd="0" presId="urn:microsoft.com/office/officeart/2005/8/layout/orgChart1"/>
    <dgm:cxn modelId="{381AF12D-DEF8-436B-82D6-06CE5B6BBD12}" type="presOf" srcId="{A6ECF66B-7B99-4197-98D3-497F633105A0}" destId="{C515E3CC-1FF9-4FC2-A77D-0BB78D9C3FF0}" srcOrd="0" destOrd="0" presId="urn:microsoft.com/office/officeart/2005/8/layout/orgChart1"/>
    <dgm:cxn modelId="{83BF6B3A-0033-4188-8405-9FF8FEA72EB9}" type="presOf" srcId="{932A6641-B47E-48FC-963F-311CBB9F360A}" destId="{09BBF991-0E1F-4DD0-9803-41E171DECF42}" srcOrd="1" destOrd="0" presId="urn:microsoft.com/office/officeart/2005/8/layout/orgChart1"/>
    <dgm:cxn modelId="{C2263340-D53F-4EBE-A0F2-4AA5554C8037}" type="presOf" srcId="{30FD7007-7389-4858-A1FF-1FE9AB289447}" destId="{52A96F0F-2BD4-4629-AABB-07CE33789150}" srcOrd="0" destOrd="0" presId="urn:microsoft.com/office/officeart/2005/8/layout/orgChart1"/>
    <dgm:cxn modelId="{4FB82C5F-9D18-4839-865B-C15C6ACF75E6}" type="presOf" srcId="{3EE8403A-CB7C-4815-85BD-AEBCAEB71B37}" destId="{181398EF-3CBE-4D6C-B601-7F8D226C0357}" srcOrd="0" destOrd="0" presId="urn:microsoft.com/office/officeart/2005/8/layout/orgChart1"/>
    <dgm:cxn modelId="{46DA9864-8045-4376-BB18-FC8200097E8A}" type="presOf" srcId="{9781E5FE-8933-414F-9B91-853E486F6EB8}" destId="{5A36E4DD-29F0-4689-894E-6FF0B00A999F}" srcOrd="0" destOrd="0" presId="urn:microsoft.com/office/officeart/2005/8/layout/orgChart1"/>
    <dgm:cxn modelId="{996DB946-CD50-4B7F-9EC5-40821A935C68}" type="presOf" srcId="{20756689-7025-4249-855C-E1B9E406D071}" destId="{DF15205E-06BB-48CD-A05B-7760ECB66610}" srcOrd="0" destOrd="0" presId="urn:microsoft.com/office/officeart/2005/8/layout/orgChart1"/>
    <dgm:cxn modelId="{3AA0E14A-CF7E-4F92-BA7A-7F23FCD22532}" type="presOf" srcId="{3AF880A5-0F00-4315-A5DF-1FE656798601}" destId="{A0EB2992-53DF-4135-9499-4A8FC0FE8653}" srcOrd="1" destOrd="0" presId="urn:microsoft.com/office/officeart/2005/8/layout/orgChart1"/>
    <dgm:cxn modelId="{E65C054B-9B15-4FA5-9C41-E42B668491E6}" srcId="{8EA7219F-BDB2-48EB-9EEB-3133522D132E}" destId="{05FECB41-6D4B-45D2-8EBA-87192101F0F0}" srcOrd="1" destOrd="0" parTransId="{AA5859CE-1935-428E-8F3A-D00391A9A382}" sibTransId="{C5D3D9B1-03B8-4AB8-AB31-9E49A99D6797}"/>
    <dgm:cxn modelId="{6BFBAE6B-C776-4F15-82A4-285EE5038726}" type="presOf" srcId="{A6ECF66B-7B99-4197-98D3-497F633105A0}" destId="{6D6972B2-BF42-474C-AEAC-6E08936EFDF2}" srcOrd="1" destOrd="0" presId="urn:microsoft.com/office/officeart/2005/8/layout/orgChart1"/>
    <dgm:cxn modelId="{DC8D5D6D-8CA4-49CC-A7A3-F068F95CD1F6}" type="presOf" srcId="{009D16B7-70FD-44AD-BF03-95B7EC4EA1B8}" destId="{0482F208-9F37-4138-9C4D-3AA1BCB16AC3}" srcOrd="0" destOrd="0" presId="urn:microsoft.com/office/officeart/2005/8/layout/orgChart1"/>
    <dgm:cxn modelId="{6779FA4E-C25A-4AA1-92D4-31234869F3B5}" type="presOf" srcId="{3AF880A5-0F00-4315-A5DF-1FE656798601}" destId="{7C426DCF-C03D-43C6-BBBE-3E9EE1A8DE7D}" srcOrd="0" destOrd="0" presId="urn:microsoft.com/office/officeart/2005/8/layout/orgChart1"/>
    <dgm:cxn modelId="{FE65DE4F-A05B-41B8-AD00-4F0B6F9E700F}" type="presOf" srcId="{7B78D284-419D-448E-9663-E8889E171318}" destId="{4BB8D5AB-6AB9-4211-B343-3C378834F3C4}" srcOrd="1" destOrd="0" presId="urn:microsoft.com/office/officeart/2005/8/layout/orgChart1"/>
    <dgm:cxn modelId="{0D4E8A52-D1BA-4EC6-A5AE-F73A42A650B8}" type="presOf" srcId="{1441988F-AAA1-489E-9170-F8F553C17D69}" destId="{3DDCC906-9948-4ADF-91FB-30D9DE1BB1A2}" srcOrd="0" destOrd="0" presId="urn:microsoft.com/office/officeart/2005/8/layout/orgChart1"/>
    <dgm:cxn modelId="{29F79074-03D6-4CEA-BB0D-68F937BD98E7}" type="presOf" srcId="{35317DED-DAB5-4D19-A43C-B397362CAEDA}" destId="{00AAF312-E053-4A46-9021-01F6F8DA088C}" srcOrd="0" destOrd="0" presId="urn:microsoft.com/office/officeart/2005/8/layout/orgChart1"/>
    <dgm:cxn modelId="{7DC70555-3603-411C-BA1D-675445A34ACA}" type="presOf" srcId="{009D16B7-70FD-44AD-BF03-95B7EC4EA1B8}" destId="{7E85E95C-8E8A-4154-AED9-771098FDCBCC}" srcOrd="1" destOrd="0" presId="urn:microsoft.com/office/officeart/2005/8/layout/orgChart1"/>
    <dgm:cxn modelId="{C0802F84-4638-4525-A4F7-91CD96453D2E}" type="presOf" srcId="{BD9D4297-6FB3-4567-94EF-0C16B90CF6EE}" destId="{0ADDF496-E3B0-450E-B525-858D652CD622}" srcOrd="0" destOrd="0" presId="urn:microsoft.com/office/officeart/2005/8/layout/orgChart1"/>
    <dgm:cxn modelId="{0E540090-1712-4663-93E3-3D93D62E1383}" type="presOf" srcId="{A13BB1F9-5857-4B43-8BF5-6589AA2CB759}" destId="{2FA24959-B81F-45BE-B2E1-8ACF75402C72}" srcOrd="0" destOrd="0" presId="urn:microsoft.com/office/officeart/2005/8/layout/orgChart1"/>
    <dgm:cxn modelId="{4867B995-7A6D-4CDA-A23B-3523406C2FDD}" type="presOf" srcId="{8974B798-5918-482F-B5A9-E46BE542E933}" destId="{368ECACD-3D4C-4163-B6F1-F89FB4C378CD}" srcOrd="1" destOrd="0" presId="urn:microsoft.com/office/officeart/2005/8/layout/orgChart1"/>
    <dgm:cxn modelId="{F676D39A-FC1D-4780-AC53-9F715E502704}" type="presOf" srcId="{296919DC-0AAF-4A74-91F8-AC4ACC76E308}" destId="{B6BF0250-EC90-46D2-9F33-C506DBFA75D6}" srcOrd="0" destOrd="0" presId="urn:microsoft.com/office/officeart/2005/8/layout/orgChart1"/>
    <dgm:cxn modelId="{18F02EA6-4A49-4E6D-87FB-2349A9B08D09}" type="presOf" srcId="{8974B798-5918-482F-B5A9-E46BE542E933}" destId="{2D096D6F-BEC9-4CA9-923D-22872C106365}" srcOrd="0" destOrd="0" presId="urn:microsoft.com/office/officeart/2005/8/layout/orgChart1"/>
    <dgm:cxn modelId="{D8A932A8-910C-4D3F-823E-8FE351C74769}" type="presOf" srcId="{BD9D4297-6FB3-4567-94EF-0C16B90CF6EE}" destId="{9BEB091A-BA88-4720-9AD1-98750243240E}" srcOrd="1" destOrd="0" presId="urn:microsoft.com/office/officeart/2005/8/layout/orgChart1"/>
    <dgm:cxn modelId="{592068A8-0EA5-478C-BA69-3EEE33A7CCFA}" type="presOf" srcId="{05FECB41-6D4B-45D2-8EBA-87192101F0F0}" destId="{AC1B5F90-B425-491E-A2BE-D0CED53A6F72}" srcOrd="1" destOrd="0" presId="urn:microsoft.com/office/officeart/2005/8/layout/orgChart1"/>
    <dgm:cxn modelId="{BD886AAC-770B-4AE3-9091-7758038D91D4}" type="presOf" srcId="{4BA18BE3-76AF-4784-B88C-E6CBCD2F071D}" destId="{0C6F999E-0D15-48B5-B317-93DA565D1E28}" srcOrd="0" destOrd="0" presId="urn:microsoft.com/office/officeart/2005/8/layout/orgChart1"/>
    <dgm:cxn modelId="{D055A4B0-62DA-4741-B968-B4D0C9D4CC84}" type="presOf" srcId="{8EA7219F-BDB2-48EB-9EEB-3133522D132E}" destId="{B705BCE7-DC3B-464E-B0AF-26A0AE309D02}" srcOrd="1" destOrd="0" presId="urn:microsoft.com/office/officeart/2005/8/layout/orgChart1"/>
    <dgm:cxn modelId="{527804B1-D1FF-4656-9961-0B19DE1749F3}" srcId="{4BA18BE3-76AF-4784-B88C-E6CBCD2F071D}" destId="{8974B798-5918-482F-B5A9-E46BE542E933}" srcOrd="1" destOrd="0" parTransId="{5C99B770-4BAA-4DEC-8579-B0585C27094D}" sibTransId="{E5187230-592F-4D79-88AD-6E92D9425AB4}"/>
    <dgm:cxn modelId="{7DFB39B2-4CB4-455B-86A4-29F43FF666EC}" type="presOf" srcId="{20756689-7025-4249-855C-E1B9E406D071}" destId="{40D81ECF-66C2-4F3E-8725-57294B789C1B}" srcOrd="1" destOrd="0" presId="urn:microsoft.com/office/officeart/2005/8/layout/orgChart1"/>
    <dgm:cxn modelId="{25A8B9B5-8ECA-4BA8-BD0B-C66422C68B37}" srcId="{8974B798-5918-482F-B5A9-E46BE542E933}" destId="{009D16B7-70FD-44AD-BF03-95B7EC4EA1B8}" srcOrd="1" destOrd="0" parTransId="{2333A213-60C5-461F-B279-16EDBC73ED60}" sibTransId="{A81D492D-0283-4C39-A3E7-CB60736D7F5F}"/>
    <dgm:cxn modelId="{D045A0B6-CFD7-4394-ADA1-A802B4343A55}" type="presOf" srcId="{42D71409-67F9-455C-8C6D-716D284AAA6B}" destId="{5904904E-7EDF-4D34-B207-0BB6DFDBEF26}" srcOrd="1" destOrd="0" presId="urn:microsoft.com/office/officeart/2005/8/layout/orgChart1"/>
    <dgm:cxn modelId="{EEDF9DB8-8D74-4186-B3F5-E2538F0C7F89}" type="presOf" srcId="{5C99B770-4BAA-4DEC-8579-B0585C27094D}" destId="{BFE98E22-B428-4350-9342-7BFC07C5FE37}" srcOrd="0" destOrd="0" presId="urn:microsoft.com/office/officeart/2005/8/layout/orgChart1"/>
    <dgm:cxn modelId="{C0CB04C4-B61E-4BB2-A0B0-C97B9028F923}" type="presOf" srcId="{05FECB41-6D4B-45D2-8EBA-87192101F0F0}" destId="{94AF29F7-37DB-41A8-AC0C-DCBE3F39C13C}" srcOrd="0" destOrd="0" presId="urn:microsoft.com/office/officeart/2005/8/layout/orgChart1"/>
    <dgm:cxn modelId="{E82059C4-2D23-4B7D-B1A6-48C9187CD97C}" srcId="{8EA7219F-BDB2-48EB-9EEB-3133522D132E}" destId="{0A0E61DB-8A10-4B79-92D2-5500D5AEF449}" srcOrd="0" destOrd="0" parTransId="{1441988F-AAA1-489E-9170-F8F553C17D69}" sibTransId="{E2296C67-3533-41D6-AE9D-C2B4E4E8558A}"/>
    <dgm:cxn modelId="{84755BC7-CCAC-4E49-86B5-090D606587F8}" type="presOf" srcId="{D71D395D-0281-4F49-8840-D03910F6DFD6}" destId="{1EA4F06D-BF0D-447B-BEFD-AB3324FAC680}" srcOrd="0" destOrd="0" presId="urn:microsoft.com/office/officeart/2005/8/layout/orgChart1"/>
    <dgm:cxn modelId="{C090E0C7-A6D4-4BA1-9B03-2EFDAD8A5566}" srcId="{B9C32B05-62EA-407A-B21C-2310C7945705}" destId="{4BA18BE3-76AF-4784-B88C-E6CBCD2F071D}" srcOrd="1" destOrd="0" parTransId="{F311B72A-4693-439B-B5FA-1DF24549868D}" sibTransId="{69F24039-803C-4756-A1B8-FBF2156E9D4C}"/>
    <dgm:cxn modelId="{B7DCBECE-5C44-4ECC-82C8-5BD193B57B64}" type="presOf" srcId="{BCC541E2-3A60-4FA0-82BC-A407780EE7DB}" destId="{0690B98C-04EE-4038-9FE7-8108840A24E6}" srcOrd="0" destOrd="0" presId="urn:microsoft.com/office/officeart/2005/8/layout/orgChart1"/>
    <dgm:cxn modelId="{7E544ECF-9610-4D03-94B9-0447E3640C48}" type="presOf" srcId="{B1AA76E5-3332-4580-BF94-116481F2168D}" destId="{44446925-0406-4AF7-8C0C-666B2A0BD2EA}" srcOrd="0" destOrd="0" presId="urn:microsoft.com/office/officeart/2005/8/layout/orgChart1"/>
    <dgm:cxn modelId="{256C6CD2-65FD-4572-BD4E-97E8EF5C14D2}" srcId="{8974B798-5918-482F-B5A9-E46BE542E933}" destId="{BD9D4297-6FB3-4567-94EF-0C16B90CF6EE}" srcOrd="0" destOrd="0" parTransId="{9781E5FE-8933-414F-9B91-853E486F6EB8}" sibTransId="{88E4D77E-C0B0-43A7-9C74-04F9B276C715}"/>
    <dgm:cxn modelId="{7114B1D2-D34D-40F3-B50E-5E4BC281C45E}" type="presOf" srcId="{42D71409-67F9-455C-8C6D-716D284AAA6B}" destId="{2DF52595-8FEF-4666-A2C2-08250FC77A9F}" srcOrd="0" destOrd="0" presId="urn:microsoft.com/office/officeart/2005/8/layout/orgChart1"/>
    <dgm:cxn modelId="{BDB221D6-5D80-420A-84E1-45157EFC0907}" type="presOf" srcId="{0A0E61DB-8A10-4B79-92D2-5500D5AEF449}" destId="{37BC9CB2-4E2B-4BB0-AD34-95D4B5A0DA84}" srcOrd="0" destOrd="0" presId="urn:microsoft.com/office/officeart/2005/8/layout/orgChart1"/>
    <dgm:cxn modelId="{07C21BE0-8FEF-427D-83DE-A97B9EE044C7}" type="presOf" srcId="{0A0E61DB-8A10-4B79-92D2-5500D5AEF449}" destId="{B9B84C9B-1F16-4F40-808D-4BB51C6838C1}" srcOrd="1" destOrd="0" presId="urn:microsoft.com/office/officeart/2005/8/layout/orgChart1"/>
    <dgm:cxn modelId="{24F8CBE2-5003-4E69-A772-6B98F2B05181}" srcId="{42D71409-67F9-455C-8C6D-716D284AAA6B}" destId="{3AF880A5-0F00-4315-A5DF-1FE656798601}" srcOrd="1" destOrd="0" parTransId="{A13BB1F9-5857-4B43-8BF5-6589AA2CB759}" sibTransId="{C198C41D-2640-4669-83ED-E0CD35701C8E}"/>
    <dgm:cxn modelId="{F8553FE7-66CD-4CFA-BF5A-5C1C622EFC28}" type="presOf" srcId="{7B78D284-419D-448E-9663-E8889E171318}" destId="{5B89C2DD-1F18-4F4A-8B94-7530D37B00A8}" srcOrd="0" destOrd="0" presId="urn:microsoft.com/office/officeart/2005/8/layout/orgChart1"/>
    <dgm:cxn modelId="{6F3D1AE8-CFB6-4B7D-AEC2-50286838EC66}" srcId="{4BA18BE3-76AF-4784-B88C-E6CBCD2F071D}" destId="{20756689-7025-4249-855C-E1B9E406D071}" srcOrd="0" destOrd="0" parTransId="{35317DED-DAB5-4D19-A43C-B397362CAEDA}" sibTransId="{3989E804-22C8-41DA-9860-B05F5E23DB7D}"/>
    <dgm:cxn modelId="{58AD7EEF-D408-406B-87EE-4691D4C30668}" srcId="{42D71409-67F9-455C-8C6D-716D284AAA6B}" destId="{8EA7219F-BDB2-48EB-9EEB-3133522D132E}" srcOrd="0" destOrd="0" parTransId="{3EE8403A-CB7C-4815-85BD-AEBCAEB71B37}" sibTransId="{C94B7947-85DC-4B21-BB99-DF8438356F98}"/>
    <dgm:cxn modelId="{F10D94F8-082C-4E94-8372-4FC92F395B24}" type="presOf" srcId="{B9C32B05-62EA-407A-B21C-2310C7945705}" destId="{34142453-2A3A-486D-8F5E-0343467D18E3}" srcOrd="0" destOrd="0" presId="urn:microsoft.com/office/officeart/2005/8/layout/orgChart1"/>
    <dgm:cxn modelId="{2101EAFF-66FC-45A3-812F-44921B6BA800}" type="presOf" srcId="{B1AA76E5-3332-4580-BF94-116481F2168D}" destId="{36D5CE70-989F-4BB0-A5A2-6AC8727AC048}" srcOrd="1" destOrd="0" presId="urn:microsoft.com/office/officeart/2005/8/layout/orgChart1"/>
    <dgm:cxn modelId="{E991266C-2AFE-445D-AA38-2203185097BD}" type="presParOf" srcId="{34142453-2A3A-486D-8F5E-0343467D18E3}" destId="{6020623C-7C4D-403C-B01E-9D54315721B1}" srcOrd="0" destOrd="0" presId="urn:microsoft.com/office/officeart/2005/8/layout/orgChart1"/>
    <dgm:cxn modelId="{92BBB11E-45A0-4EF3-9CAC-DB9D72A6BB42}" type="presParOf" srcId="{6020623C-7C4D-403C-B01E-9D54315721B1}" destId="{FCB7C423-BBA2-41D0-9F61-7ADBB616C811}" srcOrd="0" destOrd="0" presId="urn:microsoft.com/office/officeart/2005/8/layout/orgChart1"/>
    <dgm:cxn modelId="{C1124A8B-7999-4846-A6E7-CE6333336595}" type="presParOf" srcId="{FCB7C423-BBA2-41D0-9F61-7ADBB616C811}" destId="{2DF52595-8FEF-4666-A2C2-08250FC77A9F}" srcOrd="0" destOrd="0" presId="urn:microsoft.com/office/officeart/2005/8/layout/orgChart1"/>
    <dgm:cxn modelId="{10DA321A-5638-45F4-AEBE-B84D5D79D511}" type="presParOf" srcId="{FCB7C423-BBA2-41D0-9F61-7ADBB616C811}" destId="{5904904E-7EDF-4D34-B207-0BB6DFDBEF26}" srcOrd="1" destOrd="0" presId="urn:microsoft.com/office/officeart/2005/8/layout/orgChart1"/>
    <dgm:cxn modelId="{4DEAC36A-79C1-4EA2-BB15-D29940A2FC61}" type="presParOf" srcId="{6020623C-7C4D-403C-B01E-9D54315721B1}" destId="{4DE27D38-C9A2-453D-A613-CB846EC1CE1A}" srcOrd="1" destOrd="0" presId="urn:microsoft.com/office/officeart/2005/8/layout/orgChart1"/>
    <dgm:cxn modelId="{6CE3744E-0A88-4AC6-B755-2C1DA435FC3C}" type="presParOf" srcId="{4DE27D38-C9A2-453D-A613-CB846EC1CE1A}" destId="{181398EF-3CBE-4D6C-B601-7F8D226C0357}" srcOrd="0" destOrd="0" presId="urn:microsoft.com/office/officeart/2005/8/layout/orgChart1"/>
    <dgm:cxn modelId="{13D16691-539D-4F6A-816E-70F8E2BBFD8E}" type="presParOf" srcId="{4DE27D38-C9A2-453D-A613-CB846EC1CE1A}" destId="{2F68138A-ED80-42EE-A371-85CB20B578FF}" srcOrd="1" destOrd="0" presId="urn:microsoft.com/office/officeart/2005/8/layout/orgChart1"/>
    <dgm:cxn modelId="{EB510523-64D8-4553-B118-DC67B1B25348}" type="presParOf" srcId="{2F68138A-ED80-42EE-A371-85CB20B578FF}" destId="{DC5DE751-0447-45EE-A70F-44317B275BB7}" srcOrd="0" destOrd="0" presId="urn:microsoft.com/office/officeart/2005/8/layout/orgChart1"/>
    <dgm:cxn modelId="{F0264502-EE49-4427-A67B-02DE60EAA386}" type="presParOf" srcId="{DC5DE751-0447-45EE-A70F-44317B275BB7}" destId="{2C35BE72-5286-4AAD-A5D4-7391219DE763}" srcOrd="0" destOrd="0" presId="urn:microsoft.com/office/officeart/2005/8/layout/orgChart1"/>
    <dgm:cxn modelId="{A74663F0-4317-469B-8D79-82FB69ACB22C}" type="presParOf" srcId="{DC5DE751-0447-45EE-A70F-44317B275BB7}" destId="{B705BCE7-DC3B-464E-B0AF-26A0AE309D02}" srcOrd="1" destOrd="0" presId="urn:microsoft.com/office/officeart/2005/8/layout/orgChart1"/>
    <dgm:cxn modelId="{B6A55BD9-556A-4DF3-9556-07C970096222}" type="presParOf" srcId="{2F68138A-ED80-42EE-A371-85CB20B578FF}" destId="{71612F90-FFA3-4B2F-937E-58919C91CC97}" srcOrd="1" destOrd="0" presId="urn:microsoft.com/office/officeart/2005/8/layout/orgChart1"/>
    <dgm:cxn modelId="{4A777A21-E7B6-46D3-AA4C-0CB6F33BAFA4}" type="presParOf" srcId="{71612F90-FFA3-4B2F-937E-58919C91CC97}" destId="{3DDCC906-9948-4ADF-91FB-30D9DE1BB1A2}" srcOrd="0" destOrd="0" presId="urn:microsoft.com/office/officeart/2005/8/layout/orgChart1"/>
    <dgm:cxn modelId="{3C52559B-34C9-4988-9D32-45B841C6F38C}" type="presParOf" srcId="{71612F90-FFA3-4B2F-937E-58919C91CC97}" destId="{A748E0FF-044C-4B37-88B7-FD2DF80498AF}" srcOrd="1" destOrd="0" presId="urn:microsoft.com/office/officeart/2005/8/layout/orgChart1"/>
    <dgm:cxn modelId="{D5C96880-F895-4574-A9E1-86DF168EB327}" type="presParOf" srcId="{A748E0FF-044C-4B37-88B7-FD2DF80498AF}" destId="{8BBFF6E4-37ED-4CB2-AD5D-91DD00C7FAFB}" srcOrd="0" destOrd="0" presId="urn:microsoft.com/office/officeart/2005/8/layout/orgChart1"/>
    <dgm:cxn modelId="{A0BEB345-1BD3-412E-8621-31F468E8CC9D}" type="presParOf" srcId="{8BBFF6E4-37ED-4CB2-AD5D-91DD00C7FAFB}" destId="{37BC9CB2-4E2B-4BB0-AD34-95D4B5A0DA84}" srcOrd="0" destOrd="0" presId="urn:microsoft.com/office/officeart/2005/8/layout/orgChart1"/>
    <dgm:cxn modelId="{615F944F-4E1D-447E-B89D-1B6B8605EF44}" type="presParOf" srcId="{8BBFF6E4-37ED-4CB2-AD5D-91DD00C7FAFB}" destId="{B9B84C9B-1F16-4F40-808D-4BB51C6838C1}" srcOrd="1" destOrd="0" presId="urn:microsoft.com/office/officeart/2005/8/layout/orgChart1"/>
    <dgm:cxn modelId="{DE390BD0-D19D-4A48-B3A4-B3BB7AF7DA5D}" type="presParOf" srcId="{A748E0FF-044C-4B37-88B7-FD2DF80498AF}" destId="{BE8F2563-FBB6-44F1-A9F2-F69B56BE4FBD}" srcOrd="1" destOrd="0" presId="urn:microsoft.com/office/officeart/2005/8/layout/orgChart1"/>
    <dgm:cxn modelId="{26E2A6F7-1950-4EE7-93F2-2261D941600B}" type="presParOf" srcId="{BE8F2563-FBB6-44F1-A9F2-F69B56BE4FBD}" destId="{1EA4F06D-BF0D-447B-BEFD-AB3324FAC680}" srcOrd="0" destOrd="0" presId="urn:microsoft.com/office/officeart/2005/8/layout/orgChart1"/>
    <dgm:cxn modelId="{0213351E-D228-4921-B5A2-99F73EE89EDD}" type="presParOf" srcId="{BE8F2563-FBB6-44F1-A9F2-F69B56BE4FBD}" destId="{A8E13DDF-EEF7-4805-A660-018C4D5AEC0B}" srcOrd="1" destOrd="0" presId="urn:microsoft.com/office/officeart/2005/8/layout/orgChart1"/>
    <dgm:cxn modelId="{CAE9B88A-F8F8-4792-BE88-FBB5DEFC416B}" type="presParOf" srcId="{A8E13DDF-EEF7-4805-A660-018C4D5AEC0B}" destId="{ED262F06-DF0F-41C4-9E82-AEF2C563F654}" srcOrd="0" destOrd="0" presId="urn:microsoft.com/office/officeart/2005/8/layout/orgChart1"/>
    <dgm:cxn modelId="{003A168F-7DCC-4E1F-ADC9-F0C2AC5CB0E7}" type="presParOf" srcId="{ED262F06-DF0F-41C4-9E82-AEF2C563F654}" destId="{C515E3CC-1FF9-4FC2-A77D-0BB78D9C3FF0}" srcOrd="0" destOrd="0" presId="urn:microsoft.com/office/officeart/2005/8/layout/orgChart1"/>
    <dgm:cxn modelId="{00F0A74A-795D-4CD0-9303-A8E3BB62D3DD}" type="presParOf" srcId="{ED262F06-DF0F-41C4-9E82-AEF2C563F654}" destId="{6D6972B2-BF42-474C-AEAC-6E08936EFDF2}" srcOrd="1" destOrd="0" presId="urn:microsoft.com/office/officeart/2005/8/layout/orgChart1"/>
    <dgm:cxn modelId="{460C3623-F250-47E8-A60D-FF2FA8273D36}" type="presParOf" srcId="{A8E13DDF-EEF7-4805-A660-018C4D5AEC0B}" destId="{70D45F18-F7B4-4763-B174-5ED88E126C9C}" srcOrd="1" destOrd="0" presId="urn:microsoft.com/office/officeart/2005/8/layout/orgChart1"/>
    <dgm:cxn modelId="{456C1900-BD54-49CD-932C-2D3619446D04}" type="presParOf" srcId="{A8E13DDF-EEF7-4805-A660-018C4D5AEC0B}" destId="{F5EAE0CC-7900-42A2-AD37-81A07772B878}" srcOrd="2" destOrd="0" presId="urn:microsoft.com/office/officeart/2005/8/layout/orgChart1"/>
    <dgm:cxn modelId="{27DC549C-C0D6-4009-AF43-52BF63EAB245}" type="presParOf" srcId="{BE8F2563-FBB6-44F1-A9F2-F69B56BE4FBD}" destId="{B6BF0250-EC90-46D2-9F33-C506DBFA75D6}" srcOrd="2" destOrd="0" presId="urn:microsoft.com/office/officeart/2005/8/layout/orgChart1"/>
    <dgm:cxn modelId="{C57390B3-FC0B-4D4C-AD97-58BD5263063C}" type="presParOf" srcId="{BE8F2563-FBB6-44F1-A9F2-F69B56BE4FBD}" destId="{BAA2EA2B-AD0F-4F30-8A5F-67D42DD5F3A6}" srcOrd="3" destOrd="0" presId="urn:microsoft.com/office/officeart/2005/8/layout/orgChart1"/>
    <dgm:cxn modelId="{81CEBB8D-7B56-4C93-B6B2-F7ABD5FE7124}" type="presParOf" srcId="{BAA2EA2B-AD0F-4F30-8A5F-67D42DD5F3A6}" destId="{658FFCFD-682A-40A3-AA41-2AFCCDDEF4F0}" srcOrd="0" destOrd="0" presId="urn:microsoft.com/office/officeart/2005/8/layout/orgChart1"/>
    <dgm:cxn modelId="{9312FBBB-10C1-4EB2-9036-5AA51DF03B42}" type="presParOf" srcId="{658FFCFD-682A-40A3-AA41-2AFCCDDEF4F0}" destId="{5B89C2DD-1F18-4F4A-8B94-7530D37B00A8}" srcOrd="0" destOrd="0" presId="urn:microsoft.com/office/officeart/2005/8/layout/orgChart1"/>
    <dgm:cxn modelId="{FF0BD403-7673-48E6-9075-8A658A6F300D}" type="presParOf" srcId="{658FFCFD-682A-40A3-AA41-2AFCCDDEF4F0}" destId="{4BB8D5AB-6AB9-4211-B343-3C378834F3C4}" srcOrd="1" destOrd="0" presId="urn:microsoft.com/office/officeart/2005/8/layout/orgChart1"/>
    <dgm:cxn modelId="{C103F6D1-7F96-4A21-AD89-9BA46EF859F7}" type="presParOf" srcId="{BAA2EA2B-AD0F-4F30-8A5F-67D42DD5F3A6}" destId="{5F59424C-D079-4B5A-AAAE-2FA92B729420}" srcOrd="1" destOrd="0" presId="urn:microsoft.com/office/officeart/2005/8/layout/orgChart1"/>
    <dgm:cxn modelId="{9FE17EC3-5510-43BD-85F8-B0FA1AE7C084}" type="presParOf" srcId="{BAA2EA2B-AD0F-4F30-8A5F-67D42DD5F3A6}" destId="{19B6F3A9-365E-4C0F-8A0A-3B0B7C70BB36}" srcOrd="2" destOrd="0" presId="urn:microsoft.com/office/officeart/2005/8/layout/orgChart1"/>
    <dgm:cxn modelId="{6561615A-1A45-49C2-A5ED-93944689F52B}" type="presParOf" srcId="{A748E0FF-044C-4B37-88B7-FD2DF80498AF}" destId="{76AAD100-445D-45D1-A7FC-2D78CB8B9462}" srcOrd="2" destOrd="0" presId="urn:microsoft.com/office/officeart/2005/8/layout/orgChart1"/>
    <dgm:cxn modelId="{7B20A3EC-89F5-4016-98B6-30C3F285DA17}" type="presParOf" srcId="{71612F90-FFA3-4B2F-937E-58919C91CC97}" destId="{E3757D96-736F-4040-9E20-8188EE740BF5}" srcOrd="2" destOrd="0" presId="urn:microsoft.com/office/officeart/2005/8/layout/orgChart1"/>
    <dgm:cxn modelId="{B2A73E93-FA97-4A73-A678-B51A29F7F9AB}" type="presParOf" srcId="{71612F90-FFA3-4B2F-937E-58919C91CC97}" destId="{1A832AFE-F900-47DD-874D-15471DCFF65B}" srcOrd="3" destOrd="0" presId="urn:microsoft.com/office/officeart/2005/8/layout/orgChart1"/>
    <dgm:cxn modelId="{ADAF6F7A-FF21-4026-BFE0-0183E5CCEB6B}" type="presParOf" srcId="{1A832AFE-F900-47DD-874D-15471DCFF65B}" destId="{82935A28-42BD-4306-8EA8-779E296E9009}" srcOrd="0" destOrd="0" presId="urn:microsoft.com/office/officeart/2005/8/layout/orgChart1"/>
    <dgm:cxn modelId="{BD5E9CB9-B057-4A72-9D62-9939F9649BD3}" type="presParOf" srcId="{82935A28-42BD-4306-8EA8-779E296E9009}" destId="{94AF29F7-37DB-41A8-AC0C-DCBE3F39C13C}" srcOrd="0" destOrd="0" presId="urn:microsoft.com/office/officeart/2005/8/layout/orgChart1"/>
    <dgm:cxn modelId="{776FC5EF-21C3-4C69-861D-C4A935C4662C}" type="presParOf" srcId="{82935A28-42BD-4306-8EA8-779E296E9009}" destId="{AC1B5F90-B425-491E-A2BE-D0CED53A6F72}" srcOrd="1" destOrd="0" presId="urn:microsoft.com/office/officeart/2005/8/layout/orgChart1"/>
    <dgm:cxn modelId="{7B59FA43-2E33-4930-8AF3-807A48645659}" type="presParOf" srcId="{1A832AFE-F900-47DD-874D-15471DCFF65B}" destId="{D0866C06-CDA3-44AF-AA0D-FB7877D5163D}" srcOrd="1" destOrd="0" presId="urn:microsoft.com/office/officeart/2005/8/layout/orgChart1"/>
    <dgm:cxn modelId="{E847871E-483C-4D50-BA89-3A48F88D5C71}" type="presParOf" srcId="{1A832AFE-F900-47DD-874D-15471DCFF65B}" destId="{E1170661-6D9E-4F7C-B4BA-05EBE8450A1E}" srcOrd="2" destOrd="0" presId="urn:microsoft.com/office/officeart/2005/8/layout/orgChart1"/>
    <dgm:cxn modelId="{95614715-317B-4588-AFBA-21CD098ECD7C}" type="presParOf" srcId="{2F68138A-ED80-42EE-A371-85CB20B578FF}" destId="{55187E08-7B7C-454B-83E1-66E5578F9FE8}" srcOrd="2" destOrd="0" presId="urn:microsoft.com/office/officeart/2005/8/layout/orgChart1"/>
    <dgm:cxn modelId="{5659D821-D89E-4A31-80F7-EA575D039CF8}" type="presParOf" srcId="{4DE27D38-C9A2-453D-A613-CB846EC1CE1A}" destId="{2FA24959-B81F-45BE-B2E1-8ACF75402C72}" srcOrd="2" destOrd="0" presId="urn:microsoft.com/office/officeart/2005/8/layout/orgChart1"/>
    <dgm:cxn modelId="{CD2E69C9-61B2-46EA-B3D2-66A2E3BBABD1}" type="presParOf" srcId="{4DE27D38-C9A2-453D-A613-CB846EC1CE1A}" destId="{9962A139-07E5-4A6D-98A6-C6B48C4D4C9B}" srcOrd="3" destOrd="0" presId="urn:microsoft.com/office/officeart/2005/8/layout/orgChart1"/>
    <dgm:cxn modelId="{A1BAC03B-63A8-4528-B711-3F9EF8073D2A}" type="presParOf" srcId="{9962A139-07E5-4A6D-98A6-C6B48C4D4C9B}" destId="{0654F3A4-9A85-486B-A6E4-B62EF2FB9504}" srcOrd="0" destOrd="0" presId="urn:microsoft.com/office/officeart/2005/8/layout/orgChart1"/>
    <dgm:cxn modelId="{877C209D-6C53-48B7-B2C3-9B4B8A29B400}" type="presParOf" srcId="{0654F3A4-9A85-486B-A6E4-B62EF2FB9504}" destId="{7C426DCF-C03D-43C6-BBBE-3E9EE1A8DE7D}" srcOrd="0" destOrd="0" presId="urn:microsoft.com/office/officeart/2005/8/layout/orgChart1"/>
    <dgm:cxn modelId="{CE9B4D61-5A71-4A87-A283-9CC7B0214FD1}" type="presParOf" srcId="{0654F3A4-9A85-486B-A6E4-B62EF2FB9504}" destId="{A0EB2992-53DF-4135-9499-4A8FC0FE8653}" srcOrd="1" destOrd="0" presId="urn:microsoft.com/office/officeart/2005/8/layout/orgChart1"/>
    <dgm:cxn modelId="{22750F1E-E3E9-4F7C-BB57-DCA361260330}" type="presParOf" srcId="{9962A139-07E5-4A6D-98A6-C6B48C4D4C9B}" destId="{64092C9C-28B5-4F2E-8405-C1ACAC55842A}" srcOrd="1" destOrd="0" presId="urn:microsoft.com/office/officeart/2005/8/layout/orgChart1"/>
    <dgm:cxn modelId="{1B03F4C4-95C6-4DA9-90A5-F64E4A4C8BD0}" type="presParOf" srcId="{9962A139-07E5-4A6D-98A6-C6B48C4D4C9B}" destId="{29806332-2007-471B-95BC-AB4B6FC597C9}" srcOrd="2" destOrd="0" presId="urn:microsoft.com/office/officeart/2005/8/layout/orgChart1"/>
    <dgm:cxn modelId="{EFE90BF6-A040-44A8-AF30-2E03A72BD6F3}" type="presParOf" srcId="{4DE27D38-C9A2-453D-A613-CB846EC1CE1A}" destId="{0690B98C-04EE-4038-9FE7-8108840A24E6}" srcOrd="4" destOrd="0" presId="urn:microsoft.com/office/officeart/2005/8/layout/orgChart1"/>
    <dgm:cxn modelId="{7C7543AB-1537-4413-934F-C01A31C4D0C3}" type="presParOf" srcId="{4DE27D38-C9A2-453D-A613-CB846EC1CE1A}" destId="{8F514BC0-9D73-4B17-B9EF-482BBD354041}" srcOrd="5" destOrd="0" presId="urn:microsoft.com/office/officeart/2005/8/layout/orgChart1"/>
    <dgm:cxn modelId="{C6BDD729-89CE-46AF-B596-BE28759D401A}" type="presParOf" srcId="{8F514BC0-9D73-4B17-B9EF-482BBD354041}" destId="{8BE56FDF-ED44-4D63-B139-E614FC84104D}" srcOrd="0" destOrd="0" presId="urn:microsoft.com/office/officeart/2005/8/layout/orgChart1"/>
    <dgm:cxn modelId="{F561FA5E-3042-4964-850C-149134357FA6}" type="presParOf" srcId="{8BE56FDF-ED44-4D63-B139-E614FC84104D}" destId="{50450FDA-A0B8-4F07-BA53-0C399CB213C0}" srcOrd="0" destOrd="0" presId="urn:microsoft.com/office/officeart/2005/8/layout/orgChart1"/>
    <dgm:cxn modelId="{3DADE23F-1759-48CE-BEBC-94052E8A3510}" type="presParOf" srcId="{8BE56FDF-ED44-4D63-B139-E614FC84104D}" destId="{09BBF991-0E1F-4DD0-9803-41E171DECF42}" srcOrd="1" destOrd="0" presId="urn:microsoft.com/office/officeart/2005/8/layout/orgChart1"/>
    <dgm:cxn modelId="{2DA54FF3-70D1-4142-858B-D9A4EEDCDA53}" type="presParOf" srcId="{8F514BC0-9D73-4B17-B9EF-482BBD354041}" destId="{26BF4279-0F6B-41A9-919D-FEBB4D1626E4}" srcOrd="1" destOrd="0" presId="urn:microsoft.com/office/officeart/2005/8/layout/orgChart1"/>
    <dgm:cxn modelId="{A26F99DE-E048-4415-BEE3-224EBEF5EC47}" type="presParOf" srcId="{8F514BC0-9D73-4B17-B9EF-482BBD354041}" destId="{B77062AF-F32A-484A-99D3-A657D2D6B614}" srcOrd="2" destOrd="0" presId="urn:microsoft.com/office/officeart/2005/8/layout/orgChart1"/>
    <dgm:cxn modelId="{484F7D52-CCD8-4E0F-9EAD-BBC240039D21}" type="presParOf" srcId="{6020623C-7C4D-403C-B01E-9D54315721B1}" destId="{5784D67D-4B57-4311-8E64-B04AE431F3B5}" srcOrd="2" destOrd="0" presId="urn:microsoft.com/office/officeart/2005/8/layout/orgChart1"/>
    <dgm:cxn modelId="{E82EACBC-5AD5-4C2A-8477-74CA5623E866}" type="presParOf" srcId="{34142453-2A3A-486D-8F5E-0343467D18E3}" destId="{FF5FE93C-4B4B-4684-BF91-C484D7BB9386}" srcOrd="1" destOrd="0" presId="urn:microsoft.com/office/officeart/2005/8/layout/orgChart1"/>
    <dgm:cxn modelId="{89890E5E-610F-4F9F-8026-EFCA1CF42940}" type="presParOf" srcId="{FF5FE93C-4B4B-4684-BF91-C484D7BB9386}" destId="{564D3E41-B949-4265-8329-A2BA4CA2EDFB}" srcOrd="0" destOrd="0" presId="urn:microsoft.com/office/officeart/2005/8/layout/orgChart1"/>
    <dgm:cxn modelId="{60266CDB-982D-459A-98C1-63975D2AF894}" type="presParOf" srcId="{564D3E41-B949-4265-8329-A2BA4CA2EDFB}" destId="{0C6F999E-0D15-48B5-B317-93DA565D1E28}" srcOrd="0" destOrd="0" presId="urn:microsoft.com/office/officeart/2005/8/layout/orgChart1"/>
    <dgm:cxn modelId="{E6777995-A063-4652-8BF5-662B972F1F60}" type="presParOf" srcId="{564D3E41-B949-4265-8329-A2BA4CA2EDFB}" destId="{9A662FC2-0984-488D-B032-2B86BDA6BD26}" srcOrd="1" destOrd="0" presId="urn:microsoft.com/office/officeart/2005/8/layout/orgChart1"/>
    <dgm:cxn modelId="{E6396547-A8F2-433A-8032-B1A0AA258ABB}" type="presParOf" srcId="{FF5FE93C-4B4B-4684-BF91-C484D7BB9386}" destId="{2404ECFC-EAF2-4A2F-8190-E61A03508C93}" srcOrd="1" destOrd="0" presId="urn:microsoft.com/office/officeart/2005/8/layout/orgChart1"/>
    <dgm:cxn modelId="{DB26BB6F-6491-4DEF-9721-4A201B587CF5}" type="presParOf" srcId="{2404ECFC-EAF2-4A2F-8190-E61A03508C93}" destId="{00AAF312-E053-4A46-9021-01F6F8DA088C}" srcOrd="0" destOrd="0" presId="urn:microsoft.com/office/officeart/2005/8/layout/orgChart1"/>
    <dgm:cxn modelId="{663FD57A-B71A-4D63-A574-2BC9FC4C8F8E}" type="presParOf" srcId="{2404ECFC-EAF2-4A2F-8190-E61A03508C93}" destId="{E590B2DB-8CA8-4B63-BBFA-E13B3A6A96E7}" srcOrd="1" destOrd="0" presId="urn:microsoft.com/office/officeart/2005/8/layout/orgChart1"/>
    <dgm:cxn modelId="{1898B761-0773-444F-8022-365E1A6729D8}" type="presParOf" srcId="{E590B2DB-8CA8-4B63-BBFA-E13B3A6A96E7}" destId="{93D6A11C-546C-4C64-B56D-8F1AAB451680}" srcOrd="0" destOrd="0" presId="urn:microsoft.com/office/officeart/2005/8/layout/orgChart1"/>
    <dgm:cxn modelId="{5EF9DE67-5EA4-4EDE-8FE8-D16E85D35B76}" type="presParOf" srcId="{93D6A11C-546C-4C64-B56D-8F1AAB451680}" destId="{DF15205E-06BB-48CD-A05B-7760ECB66610}" srcOrd="0" destOrd="0" presId="urn:microsoft.com/office/officeart/2005/8/layout/orgChart1"/>
    <dgm:cxn modelId="{FD8AD448-03D4-4C82-A5AE-26BAE151CC54}" type="presParOf" srcId="{93D6A11C-546C-4C64-B56D-8F1AAB451680}" destId="{40D81ECF-66C2-4F3E-8725-57294B789C1B}" srcOrd="1" destOrd="0" presId="urn:microsoft.com/office/officeart/2005/8/layout/orgChart1"/>
    <dgm:cxn modelId="{7B10112F-EE59-4A1F-AF41-8F9816B2600F}" type="presParOf" srcId="{E590B2DB-8CA8-4B63-BBFA-E13B3A6A96E7}" destId="{D91ABAA5-A6E9-450C-B25D-A7261933A994}" srcOrd="1" destOrd="0" presId="urn:microsoft.com/office/officeart/2005/8/layout/orgChart1"/>
    <dgm:cxn modelId="{05A2F3CE-3FDE-4949-BE72-5E95861EE2A8}" type="presParOf" srcId="{E590B2DB-8CA8-4B63-BBFA-E13B3A6A96E7}" destId="{BF08EA4D-0D1A-4F63-855A-FBB7E480FCD4}" srcOrd="2" destOrd="0" presId="urn:microsoft.com/office/officeart/2005/8/layout/orgChart1"/>
    <dgm:cxn modelId="{49CA05CC-B1A4-44BE-984D-3786336F154F}" type="presParOf" srcId="{2404ECFC-EAF2-4A2F-8190-E61A03508C93}" destId="{BFE98E22-B428-4350-9342-7BFC07C5FE37}" srcOrd="2" destOrd="0" presId="urn:microsoft.com/office/officeart/2005/8/layout/orgChart1"/>
    <dgm:cxn modelId="{584DA5C8-A88C-4E18-A083-6493AD4B1358}" type="presParOf" srcId="{2404ECFC-EAF2-4A2F-8190-E61A03508C93}" destId="{2D947EB3-C678-45F2-8C26-1EE76888CE0D}" srcOrd="3" destOrd="0" presId="urn:microsoft.com/office/officeart/2005/8/layout/orgChart1"/>
    <dgm:cxn modelId="{2DCDA55C-DCD1-4B71-BA70-AB75F353F638}" type="presParOf" srcId="{2D947EB3-C678-45F2-8C26-1EE76888CE0D}" destId="{D4A7AD88-7227-4CC4-9BE2-B4701D0CE154}" srcOrd="0" destOrd="0" presId="urn:microsoft.com/office/officeart/2005/8/layout/orgChart1"/>
    <dgm:cxn modelId="{63415335-1A09-4DCF-A4C4-67BE816CB946}" type="presParOf" srcId="{D4A7AD88-7227-4CC4-9BE2-B4701D0CE154}" destId="{2D096D6F-BEC9-4CA9-923D-22872C106365}" srcOrd="0" destOrd="0" presId="urn:microsoft.com/office/officeart/2005/8/layout/orgChart1"/>
    <dgm:cxn modelId="{27733F3D-CA11-4D38-A7D8-C25ED9B206F8}" type="presParOf" srcId="{D4A7AD88-7227-4CC4-9BE2-B4701D0CE154}" destId="{368ECACD-3D4C-4163-B6F1-F89FB4C378CD}" srcOrd="1" destOrd="0" presId="urn:microsoft.com/office/officeart/2005/8/layout/orgChart1"/>
    <dgm:cxn modelId="{5933818B-75EE-4AF8-BF3A-60E85DCAF78D}" type="presParOf" srcId="{2D947EB3-C678-45F2-8C26-1EE76888CE0D}" destId="{68C0306F-0CEA-4C80-99FA-5BBD4A6DE23B}" srcOrd="1" destOrd="0" presId="urn:microsoft.com/office/officeart/2005/8/layout/orgChart1"/>
    <dgm:cxn modelId="{C94A7A49-D7A5-4B5B-8A56-DEACADA054EE}" type="presParOf" srcId="{68C0306F-0CEA-4C80-99FA-5BBD4A6DE23B}" destId="{5A36E4DD-29F0-4689-894E-6FF0B00A999F}" srcOrd="0" destOrd="0" presId="urn:microsoft.com/office/officeart/2005/8/layout/orgChart1"/>
    <dgm:cxn modelId="{CCA7F85A-4CEB-4093-B297-7A14657C8237}" type="presParOf" srcId="{68C0306F-0CEA-4C80-99FA-5BBD4A6DE23B}" destId="{961AAD7A-8552-4AA0-A363-C8DE8EA9C0F9}" srcOrd="1" destOrd="0" presId="urn:microsoft.com/office/officeart/2005/8/layout/orgChart1"/>
    <dgm:cxn modelId="{73FCC178-74F1-4FEE-AD07-520173420C3E}" type="presParOf" srcId="{961AAD7A-8552-4AA0-A363-C8DE8EA9C0F9}" destId="{81E2E3B9-3FAE-4A52-ABE7-D61B9907A677}" srcOrd="0" destOrd="0" presId="urn:microsoft.com/office/officeart/2005/8/layout/orgChart1"/>
    <dgm:cxn modelId="{457E99F9-016C-4BF4-9F3C-97686DCB90AA}" type="presParOf" srcId="{81E2E3B9-3FAE-4A52-ABE7-D61B9907A677}" destId="{0ADDF496-E3B0-450E-B525-858D652CD622}" srcOrd="0" destOrd="0" presId="urn:microsoft.com/office/officeart/2005/8/layout/orgChart1"/>
    <dgm:cxn modelId="{0078FD3D-3F75-467B-A0A2-542A84FD24ED}" type="presParOf" srcId="{81E2E3B9-3FAE-4A52-ABE7-D61B9907A677}" destId="{9BEB091A-BA88-4720-9AD1-98750243240E}" srcOrd="1" destOrd="0" presId="urn:microsoft.com/office/officeart/2005/8/layout/orgChart1"/>
    <dgm:cxn modelId="{470B8C4C-F74E-4404-BD12-00B1E5BCB5ED}" type="presParOf" srcId="{961AAD7A-8552-4AA0-A363-C8DE8EA9C0F9}" destId="{3DAEAC7E-65BD-4977-B961-0B8061F31E40}" srcOrd="1" destOrd="0" presId="urn:microsoft.com/office/officeart/2005/8/layout/orgChart1"/>
    <dgm:cxn modelId="{AE30CEA8-97E1-4DAF-B0FB-D700C0C3659E}" type="presParOf" srcId="{961AAD7A-8552-4AA0-A363-C8DE8EA9C0F9}" destId="{F890F310-33C1-4725-8129-A0EF3DF18FFF}" srcOrd="2" destOrd="0" presId="urn:microsoft.com/office/officeart/2005/8/layout/orgChart1"/>
    <dgm:cxn modelId="{A8A30657-5144-4851-A9B9-6538DEE67B56}" type="presParOf" srcId="{68C0306F-0CEA-4C80-99FA-5BBD4A6DE23B}" destId="{F849700D-0A8A-422B-9477-800ED4305792}" srcOrd="2" destOrd="0" presId="urn:microsoft.com/office/officeart/2005/8/layout/orgChart1"/>
    <dgm:cxn modelId="{B84BB1A6-41A1-4AD8-9EF9-DCBD4E109DE7}" type="presParOf" srcId="{68C0306F-0CEA-4C80-99FA-5BBD4A6DE23B}" destId="{5F69E3B3-E8FF-4AF2-8C85-01C8E9F89249}" srcOrd="3" destOrd="0" presId="urn:microsoft.com/office/officeart/2005/8/layout/orgChart1"/>
    <dgm:cxn modelId="{FA9539C9-8A70-4D91-AD5E-E337CADD98BD}" type="presParOf" srcId="{5F69E3B3-E8FF-4AF2-8C85-01C8E9F89249}" destId="{27F87E55-AE35-4F22-996E-9E83057ED668}" srcOrd="0" destOrd="0" presId="urn:microsoft.com/office/officeart/2005/8/layout/orgChart1"/>
    <dgm:cxn modelId="{BB48BC48-E404-45F9-AF38-0EC14FEFB105}" type="presParOf" srcId="{27F87E55-AE35-4F22-996E-9E83057ED668}" destId="{0482F208-9F37-4138-9C4D-3AA1BCB16AC3}" srcOrd="0" destOrd="0" presId="urn:microsoft.com/office/officeart/2005/8/layout/orgChart1"/>
    <dgm:cxn modelId="{18F383C8-98A7-4663-989B-F65FFC99F89C}" type="presParOf" srcId="{27F87E55-AE35-4F22-996E-9E83057ED668}" destId="{7E85E95C-8E8A-4154-AED9-771098FDCBCC}" srcOrd="1" destOrd="0" presId="urn:microsoft.com/office/officeart/2005/8/layout/orgChart1"/>
    <dgm:cxn modelId="{0E406B2C-561B-4929-8127-2D94E329DE35}" type="presParOf" srcId="{5F69E3B3-E8FF-4AF2-8C85-01C8E9F89249}" destId="{725AB7B8-F63C-485B-ADE6-0AA9CE43F15C}" srcOrd="1" destOrd="0" presId="urn:microsoft.com/office/officeart/2005/8/layout/orgChart1"/>
    <dgm:cxn modelId="{B539D18F-2C12-4FA8-8DD8-D011BCE5F017}" type="presParOf" srcId="{5F69E3B3-E8FF-4AF2-8C85-01C8E9F89249}" destId="{7946F75F-FF1D-4C7A-AD01-B70E43700A98}" srcOrd="2" destOrd="0" presId="urn:microsoft.com/office/officeart/2005/8/layout/orgChart1"/>
    <dgm:cxn modelId="{D7160B77-5ADB-4A23-9D4E-7EA4A4F0B00A}" type="presParOf" srcId="{2D947EB3-C678-45F2-8C26-1EE76888CE0D}" destId="{9F974D4D-CC78-4162-A905-F6C004BBD25F}" srcOrd="2" destOrd="0" presId="urn:microsoft.com/office/officeart/2005/8/layout/orgChart1"/>
    <dgm:cxn modelId="{1D0DBB28-107B-4C4A-9F52-9CAF1E692271}" type="presParOf" srcId="{2404ECFC-EAF2-4A2F-8190-E61A03508C93}" destId="{52A96F0F-2BD4-4629-AABB-07CE33789150}" srcOrd="4" destOrd="0" presId="urn:microsoft.com/office/officeart/2005/8/layout/orgChart1"/>
    <dgm:cxn modelId="{BA1913F9-C6FA-4231-B300-4A6533CB4A01}" type="presParOf" srcId="{2404ECFC-EAF2-4A2F-8190-E61A03508C93}" destId="{50DF2B9D-0BEE-41E4-B296-3DFADF31B87E}" srcOrd="5" destOrd="0" presId="urn:microsoft.com/office/officeart/2005/8/layout/orgChart1"/>
    <dgm:cxn modelId="{4AA44842-DD7A-4AB5-ADF6-354D90E8AAA5}" type="presParOf" srcId="{50DF2B9D-0BEE-41E4-B296-3DFADF31B87E}" destId="{33F101B6-0CDD-452D-AB27-7504A30E482F}" srcOrd="0" destOrd="0" presId="urn:microsoft.com/office/officeart/2005/8/layout/orgChart1"/>
    <dgm:cxn modelId="{92860D7E-5158-438F-9C7E-0CB3422F42C0}" type="presParOf" srcId="{33F101B6-0CDD-452D-AB27-7504A30E482F}" destId="{44446925-0406-4AF7-8C0C-666B2A0BD2EA}" srcOrd="0" destOrd="0" presId="urn:microsoft.com/office/officeart/2005/8/layout/orgChart1"/>
    <dgm:cxn modelId="{54B1CB88-9E17-4178-A8A2-7AEBC746FF75}" type="presParOf" srcId="{33F101B6-0CDD-452D-AB27-7504A30E482F}" destId="{36D5CE70-989F-4BB0-A5A2-6AC8727AC048}" srcOrd="1" destOrd="0" presId="urn:microsoft.com/office/officeart/2005/8/layout/orgChart1"/>
    <dgm:cxn modelId="{BFA2ACBF-4F21-4AAF-8076-31539EA6724E}" type="presParOf" srcId="{50DF2B9D-0BEE-41E4-B296-3DFADF31B87E}" destId="{3F7BC607-DBD4-4FF6-AD9C-C60C4513A1CC}" srcOrd="1" destOrd="0" presId="urn:microsoft.com/office/officeart/2005/8/layout/orgChart1"/>
    <dgm:cxn modelId="{40320ADA-0E59-4EBF-9F44-B50B8D9C4321}" type="presParOf" srcId="{50DF2B9D-0BEE-41E4-B296-3DFADF31B87E}" destId="{BBE4FAFD-842F-47C6-94C4-D921FD9EA2F4}" srcOrd="2" destOrd="0" presId="urn:microsoft.com/office/officeart/2005/8/layout/orgChart1"/>
    <dgm:cxn modelId="{EB4C36D8-6667-467A-B4DE-0BDD9A38FA4F}" type="presParOf" srcId="{FF5FE93C-4B4B-4684-BF91-C484D7BB9386}" destId="{D0831C29-83D3-4DB9-A98A-9CC7C3603AA8}" srcOrd="2" destOrd="0" presId="urn:microsoft.com/office/officeart/2005/8/layout/orgChart1"/>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99.xml><?xml version="1.0" encoding="utf-8"?>
<dgm:dataModel xmlns:dgm="http://schemas.openxmlformats.org/drawingml/2006/diagram" xmlns:a="http://schemas.openxmlformats.org/drawingml/2006/main">
  <dgm:ptLst>
    <dgm:pt modelId="{B9C32B05-62EA-407A-B21C-2310C7945705}" type="doc">
      <dgm:prSet loTypeId="urn:microsoft.com/office/officeart/2005/8/layout/pictureOrgChart+Icon" loCatId="hierarchy"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3AF880A5-0F00-4315-A5DF-1FE656798601}">
      <dgm:prSet phldrT="[Text]"/>
      <dgm:spPr/>
      <dgm:t>
        <a:bodyPr/>
        <a:lstStyle/>
        <a:p>
          <a:r>
            <a:rPr lang="en-US" dirty="0"/>
            <a:t>Some text here</a:t>
          </a:r>
        </a:p>
      </dgm:t>
    </dgm:pt>
    <dgm:pt modelId="{A13BB1F9-5857-4B43-8BF5-6589AA2CB759}" type="parTrans" cxnId="{24F8CBE2-5003-4E69-A772-6B98F2B05181}">
      <dgm:prSet/>
      <dgm:spPr/>
      <dgm:t>
        <a:bodyPr/>
        <a:lstStyle/>
        <a:p>
          <a:endParaRPr lang="en-US"/>
        </a:p>
      </dgm:t>
    </dgm:pt>
    <dgm:pt modelId="{C198C41D-2640-4669-83ED-E0CD35701C8E}" type="sibTrans" cxnId="{24F8CBE2-5003-4E69-A772-6B98F2B05181}">
      <dgm:prSet/>
      <dgm:spPr/>
      <dgm:t>
        <a:bodyPr/>
        <a:lstStyle/>
        <a:p>
          <a:endParaRPr lang="en-US"/>
        </a:p>
      </dgm:t>
    </dgm:pt>
    <dgm:pt modelId="{8EA7219F-BDB2-48EB-9EEB-3133522D132E}">
      <dgm:prSet phldrT="[Text]"/>
      <dgm:spPr/>
      <dgm:t>
        <a:bodyPr/>
        <a:lstStyle/>
        <a:p>
          <a:r>
            <a:rPr lang="en-US" dirty="0"/>
            <a:t>Some text here</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932A6641-B47E-48FC-963F-311CBB9F360A}">
      <dgm:prSet phldrT="[Text]"/>
      <dgm:spPr/>
      <dgm:t>
        <a:bodyPr/>
        <a:lstStyle/>
        <a:p>
          <a:r>
            <a:rPr lang="en-US" dirty="0"/>
            <a:t>Some text here</a:t>
          </a:r>
        </a:p>
      </dgm:t>
    </dgm:pt>
    <dgm:pt modelId="{BCC541E2-3A60-4FA0-82BC-A407780EE7DB}" type="parTrans" cxnId="{FD0D0812-3766-4422-AB8F-58752BCDBE07}">
      <dgm:prSet/>
      <dgm:spPr/>
      <dgm:t>
        <a:bodyPr/>
        <a:lstStyle/>
        <a:p>
          <a:endParaRPr lang="en-US"/>
        </a:p>
      </dgm:t>
    </dgm:pt>
    <dgm:pt modelId="{0E70FA36-C3C7-4A08-A69A-A16BAA6AE9D9}" type="sibTrans" cxnId="{FD0D0812-3766-4422-AB8F-58752BCDBE07}">
      <dgm:prSet/>
      <dgm:spPr/>
      <dgm:t>
        <a:bodyPr/>
        <a:lstStyle/>
        <a:p>
          <a:endParaRPr lang="en-US"/>
        </a:p>
      </dgm:t>
    </dgm:pt>
    <dgm:pt modelId="{4BA18BE3-76AF-4784-B88C-E6CBCD2F071D}">
      <dgm:prSet phldrT="[Text]"/>
      <dgm:spPr/>
      <dgm:t>
        <a:bodyPr/>
        <a:lstStyle/>
        <a:p>
          <a:r>
            <a:rPr lang="en-US" dirty="0"/>
            <a:t>Lorem Ipsum</a:t>
          </a:r>
        </a:p>
      </dgm:t>
    </dgm:pt>
    <dgm:pt modelId="{F311B72A-4693-439B-B5FA-1DF24549868D}" type="parTrans" cxnId="{C090E0C7-A6D4-4BA1-9B03-2EFDAD8A5566}">
      <dgm:prSet/>
      <dgm:spPr/>
      <dgm:t>
        <a:bodyPr/>
        <a:lstStyle/>
        <a:p>
          <a:endParaRPr lang="en-US"/>
        </a:p>
      </dgm:t>
    </dgm:pt>
    <dgm:pt modelId="{69F24039-803C-4756-A1B8-FBF2156E9D4C}" type="sibTrans" cxnId="{C090E0C7-A6D4-4BA1-9B03-2EFDAD8A5566}">
      <dgm:prSet/>
      <dgm:spPr/>
      <dgm:t>
        <a:bodyPr/>
        <a:lstStyle/>
        <a:p>
          <a:endParaRPr lang="en-US"/>
        </a:p>
      </dgm:t>
    </dgm:pt>
    <dgm:pt modelId="{20756689-7025-4249-855C-E1B9E406D071}">
      <dgm:prSet phldrT="[Text]"/>
      <dgm:spPr/>
      <dgm:t>
        <a:bodyPr/>
        <a:lstStyle/>
        <a:p>
          <a:r>
            <a:rPr lang="en-US" dirty="0"/>
            <a:t>Some text here</a:t>
          </a:r>
        </a:p>
      </dgm:t>
    </dgm:pt>
    <dgm:pt modelId="{35317DED-DAB5-4D19-A43C-B397362CAEDA}" type="parTrans" cxnId="{6F3D1AE8-CFB6-4B7D-AEC2-50286838EC66}">
      <dgm:prSet/>
      <dgm:spPr/>
      <dgm:t>
        <a:bodyPr/>
        <a:lstStyle/>
        <a:p>
          <a:endParaRPr lang="en-US"/>
        </a:p>
      </dgm:t>
    </dgm:pt>
    <dgm:pt modelId="{3989E804-22C8-41DA-9860-B05F5E23DB7D}" type="sibTrans" cxnId="{6F3D1AE8-CFB6-4B7D-AEC2-50286838EC66}">
      <dgm:prSet/>
      <dgm:spPr/>
      <dgm:t>
        <a:bodyPr/>
        <a:lstStyle/>
        <a:p>
          <a:endParaRPr lang="en-US"/>
        </a:p>
      </dgm:t>
    </dgm:pt>
    <dgm:pt modelId="{8974B798-5918-482F-B5A9-E46BE542E933}">
      <dgm:prSet phldrT="[Text]"/>
      <dgm:spPr/>
      <dgm:t>
        <a:bodyPr/>
        <a:lstStyle/>
        <a:p>
          <a:r>
            <a:rPr lang="en-US" dirty="0"/>
            <a:t>Some text here</a:t>
          </a:r>
        </a:p>
      </dgm:t>
    </dgm:pt>
    <dgm:pt modelId="{5C99B770-4BAA-4DEC-8579-B0585C27094D}" type="parTrans" cxnId="{527804B1-D1FF-4656-9961-0B19DE1749F3}">
      <dgm:prSet/>
      <dgm:spPr/>
      <dgm:t>
        <a:bodyPr/>
        <a:lstStyle/>
        <a:p>
          <a:endParaRPr lang="en-US"/>
        </a:p>
      </dgm:t>
    </dgm:pt>
    <dgm:pt modelId="{E5187230-592F-4D79-88AD-6E92D9425AB4}" type="sibTrans" cxnId="{527804B1-D1FF-4656-9961-0B19DE1749F3}">
      <dgm:prSet/>
      <dgm:spPr/>
      <dgm:t>
        <a:bodyPr/>
        <a:lstStyle/>
        <a:p>
          <a:endParaRPr lang="en-US"/>
        </a:p>
      </dgm:t>
    </dgm:pt>
    <dgm:pt modelId="{05FECB41-6D4B-45D2-8EBA-87192101F0F0}">
      <dgm:prSet phldrT="[Text]"/>
      <dgm:spPr/>
      <dgm:t>
        <a:bodyPr/>
        <a:lstStyle/>
        <a:p>
          <a:r>
            <a:rPr lang="en-US" dirty="0"/>
            <a:t>Some text here</a:t>
          </a:r>
        </a:p>
      </dgm:t>
    </dgm:pt>
    <dgm:pt modelId="{AA5859CE-1935-428E-8F3A-D00391A9A382}" type="parTrans" cxnId="{E65C054B-9B15-4FA5-9C41-E42B668491E6}">
      <dgm:prSet/>
      <dgm:spPr/>
      <dgm:t>
        <a:bodyPr/>
        <a:lstStyle/>
        <a:p>
          <a:endParaRPr lang="en-US"/>
        </a:p>
      </dgm:t>
    </dgm:pt>
    <dgm:pt modelId="{C5D3D9B1-03B8-4AB8-AB31-9E49A99D6797}" type="sibTrans" cxnId="{E65C054B-9B15-4FA5-9C41-E42B668491E6}">
      <dgm:prSet/>
      <dgm:spPr/>
      <dgm:t>
        <a:bodyPr/>
        <a:lstStyle/>
        <a:p>
          <a:endParaRPr lang="en-US"/>
        </a:p>
      </dgm:t>
    </dgm:pt>
    <dgm:pt modelId="{0A0E61DB-8A10-4B79-92D2-5500D5AEF449}">
      <dgm:prSet phldrT="[Text]"/>
      <dgm:spPr/>
      <dgm:t>
        <a:bodyPr/>
        <a:lstStyle/>
        <a:p>
          <a:r>
            <a:rPr lang="en-US" dirty="0"/>
            <a:t>Some text here</a:t>
          </a:r>
        </a:p>
      </dgm:t>
    </dgm:pt>
    <dgm:pt modelId="{1441988F-AAA1-489E-9170-F8F553C17D69}" type="parTrans" cxnId="{E82059C4-2D23-4B7D-B1A6-48C9187CD97C}">
      <dgm:prSet/>
      <dgm:spPr/>
      <dgm:t>
        <a:bodyPr/>
        <a:lstStyle/>
        <a:p>
          <a:endParaRPr lang="en-US"/>
        </a:p>
      </dgm:t>
    </dgm:pt>
    <dgm:pt modelId="{E2296C67-3533-41D6-AE9D-C2B4E4E8558A}" type="sibTrans" cxnId="{E82059C4-2D23-4B7D-B1A6-48C9187CD97C}">
      <dgm:prSet/>
      <dgm:spPr/>
      <dgm:t>
        <a:bodyPr/>
        <a:lstStyle/>
        <a:p>
          <a:endParaRPr lang="en-US"/>
        </a:p>
      </dgm:t>
    </dgm:pt>
    <dgm:pt modelId="{A6ECF66B-7B99-4197-98D3-497F633105A0}">
      <dgm:prSet phldrT="[Text]"/>
      <dgm:spPr/>
      <dgm:t>
        <a:bodyPr/>
        <a:lstStyle/>
        <a:p>
          <a:r>
            <a:rPr lang="en-US" dirty="0"/>
            <a:t>Some text here</a:t>
          </a:r>
        </a:p>
      </dgm:t>
    </dgm:pt>
    <dgm:pt modelId="{D71D395D-0281-4F49-8840-D03910F6DFD6}" type="parTrans" cxnId="{1B18860E-EFD7-4861-8400-1BB2AE0FCC4A}">
      <dgm:prSet/>
      <dgm:spPr/>
      <dgm:t>
        <a:bodyPr/>
        <a:lstStyle/>
        <a:p>
          <a:endParaRPr lang="en-US"/>
        </a:p>
      </dgm:t>
    </dgm:pt>
    <dgm:pt modelId="{17D8CACD-8CA1-421D-BCA9-444B0FD04401}" type="sibTrans" cxnId="{1B18860E-EFD7-4861-8400-1BB2AE0FCC4A}">
      <dgm:prSet/>
      <dgm:spPr/>
      <dgm:t>
        <a:bodyPr/>
        <a:lstStyle/>
        <a:p>
          <a:endParaRPr lang="en-US"/>
        </a:p>
      </dgm:t>
    </dgm:pt>
    <dgm:pt modelId="{7B78D284-419D-448E-9663-E8889E171318}">
      <dgm:prSet phldrT="[Text]"/>
      <dgm:spPr/>
      <dgm:t>
        <a:bodyPr/>
        <a:lstStyle/>
        <a:p>
          <a:r>
            <a:rPr lang="en-US" dirty="0"/>
            <a:t>Some text here</a:t>
          </a:r>
        </a:p>
      </dgm:t>
    </dgm:pt>
    <dgm:pt modelId="{296919DC-0AAF-4A74-91F8-AC4ACC76E308}" type="parTrans" cxnId="{0E10350B-35F7-4455-A0C7-651C4A83B720}">
      <dgm:prSet/>
      <dgm:spPr/>
      <dgm:t>
        <a:bodyPr/>
        <a:lstStyle/>
        <a:p>
          <a:endParaRPr lang="en-US"/>
        </a:p>
      </dgm:t>
    </dgm:pt>
    <dgm:pt modelId="{0CE17522-CA33-4B01-A1E1-EB739A1426E7}" type="sibTrans" cxnId="{0E10350B-35F7-4455-A0C7-651C4A83B720}">
      <dgm:prSet/>
      <dgm:spPr/>
      <dgm:t>
        <a:bodyPr/>
        <a:lstStyle/>
        <a:p>
          <a:endParaRPr lang="en-US"/>
        </a:p>
      </dgm:t>
    </dgm:pt>
    <dgm:pt modelId="{BD9D4297-6FB3-4567-94EF-0C16B90CF6EE}">
      <dgm:prSet phldrT="[Text]"/>
      <dgm:spPr/>
      <dgm:t>
        <a:bodyPr/>
        <a:lstStyle/>
        <a:p>
          <a:r>
            <a:rPr lang="en-US" dirty="0"/>
            <a:t>Some text here</a:t>
          </a:r>
        </a:p>
      </dgm:t>
    </dgm:pt>
    <dgm:pt modelId="{9781E5FE-8933-414F-9B91-853E486F6EB8}" type="parTrans" cxnId="{256C6CD2-65FD-4572-BD4E-97E8EF5C14D2}">
      <dgm:prSet/>
      <dgm:spPr/>
      <dgm:t>
        <a:bodyPr/>
        <a:lstStyle/>
        <a:p>
          <a:endParaRPr lang="en-US"/>
        </a:p>
      </dgm:t>
    </dgm:pt>
    <dgm:pt modelId="{88E4D77E-C0B0-43A7-9C74-04F9B276C715}" type="sibTrans" cxnId="{256C6CD2-65FD-4572-BD4E-97E8EF5C14D2}">
      <dgm:prSet/>
      <dgm:spPr/>
      <dgm:t>
        <a:bodyPr/>
        <a:lstStyle/>
        <a:p>
          <a:endParaRPr lang="en-US"/>
        </a:p>
      </dgm:t>
    </dgm:pt>
    <dgm:pt modelId="{009D16B7-70FD-44AD-BF03-95B7EC4EA1B8}">
      <dgm:prSet phldrT="[Text]"/>
      <dgm:spPr/>
      <dgm:t>
        <a:bodyPr/>
        <a:lstStyle/>
        <a:p>
          <a:r>
            <a:rPr lang="en-US" dirty="0"/>
            <a:t>Some text here</a:t>
          </a:r>
        </a:p>
      </dgm:t>
    </dgm:pt>
    <dgm:pt modelId="{2333A213-60C5-461F-B279-16EDBC73ED60}" type="parTrans" cxnId="{25A8B9B5-8ECA-4BA8-BD0B-C66422C68B37}">
      <dgm:prSet/>
      <dgm:spPr/>
      <dgm:t>
        <a:bodyPr/>
        <a:lstStyle/>
        <a:p>
          <a:endParaRPr lang="en-US"/>
        </a:p>
      </dgm:t>
    </dgm:pt>
    <dgm:pt modelId="{A81D492D-0283-4C39-A3E7-CB60736D7F5F}" type="sibTrans" cxnId="{25A8B9B5-8ECA-4BA8-BD0B-C66422C68B37}">
      <dgm:prSet/>
      <dgm:spPr/>
      <dgm:t>
        <a:bodyPr/>
        <a:lstStyle/>
        <a:p>
          <a:endParaRPr lang="en-US"/>
        </a:p>
      </dgm:t>
    </dgm:pt>
    <dgm:pt modelId="{B1AA76E5-3332-4580-BF94-116481F2168D}">
      <dgm:prSet phldrT="[Text]"/>
      <dgm:spPr/>
      <dgm:t>
        <a:bodyPr/>
        <a:lstStyle/>
        <a:p>
          <a:r>
            <a:rPr lang="en-US"/>
            <a:t>Some </a:t>
          </a:r>
          <a:r>
            <a:rPr lang="en-US" dirty="0"/>
            <a:t>text here</a:t>
          </a:r>
          <a:endParaRPr lang="en-US"/>
        </a:p>
      </dgm:t>
    </dgm:pt>
    <dgm:pt modelId="{30FD7007-7389-4858-A1FF-1FE9AB289447}" type="parTrans" cxnId="{8614D306-4CB1-4DED-8831-AE41C16D93FF}">
      <dgm:prSet/>
      <dgm:spPr/>
      <dgm:t>
        <a:bodyPr/>
        <a:lstStyle/>
        <a:p>
          <a:endParaRPr lang="en-US"/>
        </a:p>
      </dgm:t>
    </dgm:pt>
    <dgm:pt modelId="{4EDE7327-4051-43BE-AA2E-58FF027C032B}" type="sibTrans" cxnId="{8614D306-4CB1-4DED-8831-AE41C16D93FF}">
      <dgm:prSet/>
      <dgm:spPr/>
      <dgm:t>
        <a:bodyPr/>
        <a:lstStyle/>
        <a:p>
          <a:endParaRPr lang="en-US"/>
        </a:p>
      </dgm:t>
    </dgm:pt>
    <dgm:pt modelId="{2FAD0D14-EEEE-4406-9AB3-7FB0E193A921}" type="pres">
      <dgm:prSet presAssocID="{B9C32B05-62EA-407A-B21C-2310C7945705}" presName="hierChild1" presStyleCnt="0">
        <dgm:presLayoutVars>
          <dgm:orgChart val="1"/>
          <dgm:chPref val="1"/>
          <dgm:dir/>
          <dgm:animOne val="branch"/>
          <dgm:animLvl val="lvl"/>
          <dgm:resizeHandles/>
        </dgm:presLayoutVars>
      </dgm:prSet>
      <dgm:spPr/>
    </dgm:pt>
    <dgm:pt modelId="{9A9F7B75-2428-49C2-AB67-8F68D978C25E}" type="pres">
      <dgm:prSet presAssocID="{42D71409-67F9-455C-8C6D-716D284AAA6B}" presName="hierRoot1" presStyleCnt="0">
        <dgm:presLayoutVars>
          <dgm:hierBranch val="init"/>
        </dgm:presLayoutVars>
      </dgm:prSet>
      <dgm:spPr/>
    </dgm:pt>
    <dgm:pt modelId="{66E482DC-ECA4-4244-9078-224E0B827366}" type="pres">
      <dgm:prSet presAssocID="{42D71409-67F9-455C-8C6D-716D284AAA6B}" presName="rootComposite1" presStyleCnt="0"/>
      <dgm:spPr/>
    </dgm:pt>
    <dgm:pt modelId="{03445C12-2AE7-40C1-ADC8-5296A89DD2D2}" type="pres">
      <dgm:prSet presAssocID="{42D71409-67F9-455C-8C6D-716D284AAA6B}" presName="rootText1" presStyleLbl="node0" presStyleIdx="0" presStyleCnt="2">
        <dgm:presLayoutVars>
          <dgm:chPref val="3"/>
        </dgm:presLayoutVars>
      </dgm:prSet>
      <dgm:spPr/>
    </dgm:pt>
    <dgm:pt modelId="{26A0FA38-9750-4D3F-AC15-2F7032779CFA}" type="pres">
      <dgm:prSet presAssocID="{42D71409-67F9-455C-8C6D-716D284AAA6B}" presName="rootPict1" presStyleLbl="alignImgPlace1" presStyleIdx="0" presStyleCnt="14"/>
      <dgm:spPr/>
    </dgm:pt>
    <dgm:pt modelId="{5E400AB1-91A8-480A-9701-0983F628ECD3}" type="pres">
      <dgm:prSet presAssocID="{42D71409-67F9-455C-8C6D-716D284AAA6B}" presName="rootConnector1" presStyleLbl="node1" presStyleIdx="0" presStyleCnt="0"/>
      <dgm:spPr/>
    </dgm:pt>
    <dgm:pt modelId="{09B95BA2-F810-4AC3-8263-BAEADADD0211}" type="pres">
      <dgm:prSet presAssocID="{42D71409-67F9-455C-8C6D-716D284AAA6B}" presName="hierChild2" presStyleCnt="0"/>
      <dgm:spPr/>
    </dgm:pt>
    <dgm:pt modelId="{73A0BEB0-28A4-4BC3-9E18-ED5084BD1748}" type="pres">
      <dgm:prSet presAssocID="{3EE8403A-CB7C-4815-85BD-AEBCAEB71B37}" presName="Name37" presStyleLbl="parChTrans1D2" presStyleIdx="0" presStyleCnt="6"/>
      <dgm:spPr/>
    </dgm:pt>
    <dgm:pt modelId="{EC7FED6F-A600-4A78-8BCF-2C7293C40243}" type="pres">
      <dgm:prSet presAssocID="{8EA7219F-BDB2-48EB-9EEB-3133522D132E}" presName="hierRoot2" presStyleCnt="0">
        <dgm:presLayoutVars>
          <dgm:hierBranch val="init"/>
        </dgm:presLayoutVars>
      </dgm:prSet>
      <dgm:spPr/>
    </dgm:pt>
    <dgm:pt modelId="{22B5D1F9-FF92-48BE-A7D0-ECF712DCD4D4}" type="pres">
      <dgm:prSet presAssocID="{8EA7219F-BDB2-48EB-9EEB-3133522D132E}" presName="rootComposite" presStyleCnt="0"/>
      <dgm:spPr/>
    </dgm:pt>
    <dgm:pt modelId="{0228DAAA-29A2-41C8-A4D5-BD2F0F02082E}" type="pres">
      <dgm:prSet presAssocID="{8EA7219F-BDB2-48EB-9EEB-3133522D132E}" presName="rootText" presStyleLbl="node2" presStyleIdx="0" presStyleCnt="6">
        <dgm:presLayoutVars>
          <dgm:chPref val="3"/>
        </dgm:presLayoutVars>
      </dgm:prSet>
      <dgm:spPr/>
    </dgm:pt>
    <dgm:pt modelId="{E9E5E954-4242-422B-96A9-EE68D17F2B89}" type="pres">
      <dgm:prSet presAssocID="{8EA7219F-BDB2-48EB-9EEB-3133522D132E}" presName="rootPict" presStyleLbl="alignImgPlace1" presStyleIdx="1" presStyleCnt="14"/>
      <dgm:spPr/>
    </dgm:pt>
    <dgm:pt modelId="{EC848335-E975-4685-A635-D1815A1D32CE}" type="pres">
      <dgm:prSet presAssocID="{8EA7219F-BDB2-48EB-9EEB-3133522D132E}" presName="rootConnector" presStyleLbl="node2" presStyleIdx="0" presStyleCnt="6"/>
      <dgm:spPr/>
    </dgm:pt>
    <dgm:pt modelId="{46395FBC-E7AC-4E55-9C29-E7DFD5D3C872}" type="pres">
      <dgm:prSet presAssocID="{8EA7219F-BDB2-48EB-9EEB-3133522D132E}" presName="hierChild4" presStyleCnt="0"/>
      <dgm:spPr/>
    </dgm:pt>
    <dgm:pt modelId="{F32063C1-C910-463E-B2B1-A744DF9B524C}" type="pres">
      <dgm:prSet presAssocID="{1441988F-AAA1-489E-9170-F8F553C17D69}" presName="Name37" presStyleLbl="parChTrans1D3" presStyleIdx="0" presStyleCnt="4"/>
      <dgm:spPr/>
    </dgm:pt>
    <dgm:pt modelId="{C1B1B2AF-EFB2-4F25-83DA-054936F3FB15}" type="pres">
      <dgm:prSet presAssocID="{0A0E61DB-8A10-4B79-92D2-5500D5AEF449}" presName="hierRoot2" presStyleCnt="0">
        <dgm:presLayoutVars>
          <dgm:hierBranch val="init"/>
        </dgm:presLayoutVars>
      </dgm:prSet>
      <dgm:spPr/>
    </dgm:pt>
    <dgm:pt modelId="{34CD172E-E5B5-40A2-838B-859C63BF2071}" type="pres">
      <dgm:prSet presAssocID="{0A0E61DB-8A10-4B79-92D2-5500D5AEF449}" presName="rootComposite" presStyleCnt="0"/>
      <dgm:spPr/>
    </dgm:pt>
    <dgm:pt modelId="{48FD6046-5522-41BC-967E-AF5BBE2F041C}" type="pres">
      <dgm:prSet presAssocID="{0A0E61DB-8A10-4B79-92D2-5500D5AEF449}" presName="rootText" presStyleLbl="node3" presStyleIdx="0" presStyleCnt="4">
        <dgm:presLayoutVars>
          <dgm:chPref val="3"/>
        </dgm:presLayoutVars>
      </dgm:prSet>
      <dgm:spPr/>
    </dgm:pt>
    <dgm:pt modelId="{4ED6FE27-8F79-4F30-9C7F-83E669CD510C}" type="pres">
      <dgm:prSet presAssocID="{0A0E61DB-8A10-4B79-92D2-5500D5AEF449}" presName="rootPict" presStyleLbl="alignImgPlace1" presStyleIdx="2" presStyleCnt="14"/>
      <dgm:spPr/>
    </dgm:pt>
    <dgm:pt modelId="{1AFD18BA-34DF-4BF6-ADF0-D163C7A01116}" type="pres">
      <dgm:prSet presAssocID="{0A0E61DB-8A10-4B79-92D2-5500D5AEF449}" presName="rootConnector" presStyleLbl="node3" presStyleIdx="0" presStyleCnt="4"/>
      <dgm:spPr/>
    </dgm:pt>
    <dgm:pt modelId="{58E61DD2-EB54-40A3-B1DB-64B3999C622A}" type="pres">
      <dgm:prSet presAssocID="{0A0E61DB-8A10-4B79-92D2-5500D5AEF449}" presName="hierChild4" presStyleCnt="0"/>
      <dgm:spPr/>
    </dgm:pt>
    <dgm:pt modelId="{9CCE591D-B512-44CF-AF4B-863376ACB9E6}" type="pres">
      <dgm:prSet presAssocID="{D71D395D-0281-4F49-8840-D03910F6DFD6}" presName="Name37" presStyleLbl="parChTrans1D4" presStyleIdx="0" presStyleCnt="2"/>
      <dgm:spPr/>
    </dgm:pt>
    <dgm:pt modelId="{699F9BED-7A69-4A3A-99C7-ACE7EC6785DA}" type="pres">
      <dgm:prSet presAssocID="{A6ECF66B-7B99-4197-98D3-497F633105A0}" presName="hierRoot2" presStyleCnt="0">
        <dgm:presLayoutVars>
          <dgm:hierBranch val="init"/>
        </dgm:presLayoutVars>
      </dgm:prSet>
      <dgm:spPr/>
    </dgm:pt>
    <dgm:pt modelId="{0B9BED96-9140-47DB-A665-4F8BDC71E542}" type="pres">
      <dgm:prSet presAssocID="{A6ECF66B-7B99-4197-98D3-497F633105A0}" presName="rootComposite" presStyleCnt="0"/>
      <dgm:spPr/>
    </dgm:pt>
    <dgm:pt modelId="{2ACF88E3-748F-41D2-9174-B813586C5CBA}" type="pres">
      <dgm:prSet presAssocID="{A6ECF66B-7B99-4197-98D3-497F633105A0}" presName="rootText" presStyleLbl="node4" presStyleIdx="0" presStyleCnt="2">
        <dgm:presLayoutVars>
          <dgm:chPref val="3"/>
        </dgm:presLayoutVars>
      </dgm:prSet>
      <dgm:spPr/>
    </dgm:pt>
    <dgm:pt modelId="{6987A7C0-C120-487A-A431-1F6CEC6C6C75}" type="pres">
      <dgm:prSet presAssocID="{A6ECF66B-7B99-4197-98D3-497F633105A0}" presName="rootPict" presStyleLbl="alignImgPlace1" presStyleIdx="3" presStyleCnt="14"/>
      <dgm:spPr/>
    </dgm:pt>
    <dgm:pt modelId="{19B0BA15-C259-4586-BFF9-7C52F4286592}" type="pres">
      <dgm:prSet presAssocID="{A6ECF66B-7B99-4197-98D3-497F633105A0}" presName="rootConnector" presStyleLbl="node4" presStyleIdx="0" presStyleCnt="2"/>
      <dgm:spPr/>
    </dgm:pt>
    <dgm:pt modelId="{99B9949F-F3A4-4D47-B573-1A8833802744}" type="pres">
      <dgm:prSet presAssocID="{A6ECF66B-7B99-4197-98D3-497F633105A0}" presName="hierChild4" presStyleCnt="0"/>
      <dgm:spPr/>
    </dgm:pt>
    <dgm:pt modelId="{72E164D2-A454-4BE1-B932-85AE69B51026}" type="pres">
      <dgm:prSet presAssocID="{A6ECF66B-7B99-4197-98D3-497F633105A0}" presName="hierChild5" presStyleCnt="0"/>
      <dgm:spPr/>
    </dgm:pt>
    <dgm:pt modelId="{7D845EA6-0F5C-427D-9BE4-2374D711EF63}" type="pres">
      <dgm:prSet presAssocID="{296919DC-0AAF-4A74-91F8-AC4ACC76E308}" presName="Name37" presStyleLbl="parChTrans1D4" presStyleIdx="1" presStyleCnt="2"/>
      <dgm:spPr/>
    </dgm:pt>
    <dgm:pt modelId="{4D18F6C7-5BFE-4695-B1E8-E0D8224289F4}" type="pres">
      <dgm:prSet presAssocID="{7B78D284-419D-448E-9663-E8889E171318}" presName="hierRoot2" presStyleCnt="0">
        <dgm:presLayoutVars>
          <dgm:hierBranch val="init"/>
        </dgm:presLayoutVars>
      </dgm:prSet>
      <dgm:spPr/>
    </dgm:pt>
    <dgm:pt modelId="{A71865BC-A019-4834-8052-EDFDAE9BCE1E}" type="pres">
      <dgm:prSet presAssocID="{7B78D284-419D-448E-9663-E8889E171318}" presName="rootComposite" presStyleCnt="0"/>
      <dgm:spPr/>
    </dgm:pt>
    <dgm:pt modelId="{26117E12-E49B-42FA-BAC1-19DCBFE13471}" type="pres">
      <dgm:prSet presAssocID="{7B78D284-419D-448E-9663-E8889E171318}" presName="rootText" presStyleLbl="node4" presStyleIdx="1" presStyleCnt="2">
        <dgm:presLayoutVars>
          <dgm:chPref val="3"/>
        </dgm:presLayoutVars>
      </dgm:prSet>
      <dgm:spPr/>
    </dgm:pt>
    <dgm:pt modelId="{FF74799D-8FF6-4210-A177-6CE2E95BC604}" type="pres">
      <dgm:prSet presAssocID="{7B78D284-419D-448E-9663-E8889E171318}" presName="rootPict" presStyleLbl="alignImgPlace1" presStyleIdx="4" presStyleCnt="14"/>
      <dgm:spPr/>
    </dgm:pt>
    <dgm:pt modelId="{61A52B09-24FD-4B1C-AC5B-9D68C38154A6}" type="pres">
      <dgm:prSet presAssocID="{7B78D284-419D-448E-9663-E8889E171318}" presName="rootConnector" presStyleLbl="node4" presStyleIdx="1" presStyleCnt="2"/>
      <dgm:spPr/>
    </dgm:pt>
    <dgm:pt modelId="{619F9B47-3969-4AB4-8135-0221EDEF666A}" type="pres">
      <dgm:prSet presAssocID="{7B78D284-419D-448E-9663-E8889E171318}" presName="hierChild4" presStyleCnt="0"/>
      <dgm:spPr/>
    </dgm:pt>
    <dgm:pt modelId="{DCA0FDE3-E9F4-4A53-A4F1-A53B230CE100}" type="pres">
      <dgm:prSet presAssocID="{7B78D284-419D-448E-9663-E8889E171318}" presName="hierChild5" presStyleCnt="0"/>
      <dgm:spPr/>
    </dgm:pt>
    <dgm:pt modelId="{078EF614-B893-440C-B2B3-C4EF7384477F}" type="pres">
      <dgm:prSet presAssocID="{0A0E61DB-8A10-4B79-92D2-5500D5AEF449}" presName="hierChild5" presStyleCnt="0"/>
      <dgm:spPr/>
    </dgm:pt>
    <dgm:pt modelId="{06E7DFA6-F993-48FB-AF28-E71B3E1CCA65}" type="pres">
      <dgm:prSet presAssocID="{AA5859CE-1935-428E-8F3A-D00391A9A382}" presName="Name37" presStyleLbl="parChTrans1D3" presStyleIdx="1" presStyleCnt="4"/>
      <dgm:spPr/>
    </dgm:pt>
    <dgm:pt modelId="{78A581D7-003C-4983-97E5-030EEAD225BC}" type="pres">
      <dgm:prSet presAssocID="{05FECB41-6D4B-45D2-8EBA-87192101F0F0}" presName="hierRoot2" presStyleCnt="0">
        <dgm:presLayoutVars>
          <dgm:hierBranch val="init"/>
        </dgm:presLayoutVars>
      </dgm:prSet>
      <dgm:spPr/>
    </dgm:pt>
    <dgm:pt modelId="{F1750080-0B40-4626-8118-302EBB3B4EED}" type="pres">
      <dgm:prSet presAssocID="{05FECB41-6D4B-45D2-8EBA-87192101F0F0}" presName="rootComposite" presStyleCnt="0"/>
      <dgm:spPr/>
    </dgm:pt>
    <dgm:pt modelId="{DA5C4ED4-B92C-4BF7-B7B9-B248BF4656B7}" type="pres">
      <dgm:prSet presAssocID="{05FECB41-6D4B-45D2-8EBA-87192101F0F0}" presName="rootText" presStyleLbl="node3" presStyleIdx="1" presStyleCnt="4">
        <dgm:presLayoutVars>
          <dgm:chPref val="3"/>
        </dgm:presLayoutVars>
      </dgm:prSet>
      <dgm:spPr/>
    </dgm:pt>
    <dgm:pt modelId="{6AB054BE-29EC-47FD-A0F2-689D635D135B}" type="pres">
      <dgm:prSet presAssocID="{05FECB41-6D4B-45D2-8EBA-87192101F0F0}" presName="rootPict" presStyleLbl="alignImgPlace1" presStyleIdx="5" presStyleCnt="14"/>
      <dgm:spPr/>
    </dgm:pt>
    <dgm:pt modelId="{AC6F2D97-D647-4F11-8C35-58A75A3AD2E9}" type="pres">
      <dgm:prSet presAssocID="{05FECB41-6D4B-45D2-8EBA-87192101F0F0}" presName="rootConnector" presStyleLbl="node3" presStyleIdx="1" presStyleCnt="4"/>
      <dgm:spPr/>
    </dgm:pt>
    <dgm:pt modelId="{97BCB972-2AF4-4503-9C99-A236B990F1C4}" type="pres">
      <dgm:prSet presAssocID="{05FECB41-6D4B-45D2-8EBA-87192101F0F0}" presName="hierChild4" presStyleCnt="0"/>
      <dgm:spPr/>
    </dgm:pt>
    <dgm:pt modelId="{2E942A30-E498-4768-8756-E7B36C763DDE}" type="pres">
      <dgm:prSet presAssocID="{05FECB41-6D4B-45D2-8EBA-87192101F0F0}" presName="hierChild5" presStyleCnt="0"/>
      <dgm:spPr/>
    </dgm:pt>
    <dgm:pt modelId="{C77EED74-0FE3-4388-9D06-BE26E33A7002}" type="pres">
      <dgm:prSet presAssocID="{8EA7219F-BDB2-48EB-9EEB-3133522D132E}" presName="hierChild5" presStyleCnt="0"/>
      <dgm:spPr/>
    </dgm:pt>
    <dgm:pt modelId="{0D27CC96-7C76-4B18-B7D5-AF064813CF9E}" type="pres">
      <dgm:prSet presAssocID="{A13BB1F9-5857-4B43-8BF5-6589AA2CB759}" presName="Name37" presStyleLbl="parChTrans1D2" presStyleIdx="1" presStyleCnt="6"/>
      <dgm:spPr/>
    </dgm:pt>
    <dgm:pt modelId="{D882F9C3-FD6C-4078-8F06-E1DCEA5F0813}" type="pres">
      <dgm:prSet presAssocID="{3AF880A5-0F00-4315-A5DF-1FE656798601}" presName="hierRoot2" presStyleCnt="0">
        <dgm:presLayoutVars>
          <dgm:hierBranch val="init"/>
        </dgm:presLayoutVars>
      </dgm:prSet>
      <dgm:spPr/>
    </dgm:pt>
    <dgm:pt modelId="{FB080BDF-03B5-4BFF-A4F7-510D8F20DB43}" type="pres">
      <dgm:prSet presAssocID="{3AF880A5-0F00-4315-A5DF-1FE656798601}" presName="rootComposite" presStyleCnt="0"/>
      <dgm:spPr/>
    </dgm:pt>
    <dgm:pt modelId="{59A7926E-4960-4B91-8C0B-1B2494EF0CA5}" type="pres">
      <dgm:prSet presAssocID="{3AF880A5-0F00-4315-A5DF-1FE656798601}" presName="rootText" presStyleLbl="node2" presStyleIdx="1" presStyleCnt="6">
        <dgm:presLayoutVars>
          <dgm:chPref val="3"/>
        </dgm:presLayoutVars>
      </dgm:prSet>
      <dgm:spPr/>
    </dgm:pt>
    <dgm:pt modelId="{5BDFBF28-C476-4E9C-B24A-5D2E503D9CA2}" type="pres">
      <dgm:prSet presAssocID="{3AF880A5-0F00-4315-A5DF-1FE656798601}" presName="rootPict" presStyleLbl="alignImgPlace1" presStyleIdx="6" presStyleCnt="14"/>
      <dgm:spPr/>
    </dgm:pt>
    <dgm:pt modelId="{353B6955-769F-4CDE-AA3A-FDD1BEE10D1A}" type="pres">
      <dgm:prSet presAssocID="{3AF880A5-0F00-4315-A5DF-1FE656798601}" presName="rootConnector" presStyleLbl="node2" presStyleIdx="1" presStyleCnt="6"/>
      <dgm:spPr/>
    </dgm:pt>
    <dgm:pt modelId="{FC4D5844-15D0-460B-92E8-5A3F80F7CC1D}" type="pres">
      <dgm:prSet presAssocID="{3AF880A5-0F00-4315-A5DF-1FE656798601}" presName="hierChild4" presStyleCnt="0"/>
      <dgm:spPr/>
    </dgm:pt>
    <dgm:pt modelId="{DA8ECC61-CDA6-40C0-AFF7-7232D82BE360}" type="pres">
      <dgm:prSet presAssocID="{3AF880A5-0F00-4315-A5DF-1FE656798601}" presName="hierChild5" presStyleCnt="0"/>
      <dgm:spPr/>
    </dgm:pt>
    <dgm:pt modelId="{089A0EF3-E1FB-492E-A96E-846A4C5FA2D1}" type="pres">
      <dgm:prSet presAssocID="{BCC541E2-3A60-4FA0-82BC-A407780EE7DB}" presName="Name37" presStyleLbl="parChTrans1D2" presStyleIdx="2" presStyleCnt="6"/>
      <dgm:spPr/>
    </dgm:pt>
    <dgm:pt modelId="{2AA26C23-5185-482F-BDAE-B3D87CDDD8CB}" type="pres">
      <dgm:prSet presAssocID="{932A6641-B47E-48FC-963F-311CBB9F360A}" presName="hierRoot2" presStyleCnt="0">
        <dgm:presLayoutVars>
          <dgm:hierBranch val="init"/>
        </dgm:presLayoutVars>
      </dgm:prSet>
      <dgm:spPr/>
    </dgm:pt>
    <dgm:pt modelId="{4BEDECE3-4253-44E7-A271-92A1EC18F954}" type="pres">
      <dgm:prSet presAssocID="{932A6641-B47E-48FC-963F-311CBB9F360A}" presName="rootComposite" presStyleCnt="0"/>
      <dgm:spPr/>
    </dgm:pt>
    <dgm:pt modelId="{FE6ACFF3-B804-4763-BB7E-E929A24CBA5E}" type="pres">
      <dgm:prSet presAssocID="{932A6641-B47E-48FC-963F-311CBB9F360A}" presName="rootText" presStyleLbl="node2" presStyleIdx="2" presStyleCnt="6">
        <dgm:presLayoutVars>
          <dgm:chPref val="3"/>
        </dgm:presLayoutVars>
      </dgm:prSet>
      <dgm:spPr/>
    </dgm:pt>
    <dgm:pt modelId="{F8FA571D-8749-4C3E-82E5-D50B9C96DCDD}" type="pres">
      <dgm:prSet presAssocID="{932A6641-B47E-48FC-963F-311CBB9F360A}" presName="rootPict" presStyleLbl="alignImgPlace1" presStyleIdx="7" presStyleCnt="14"/>
      <dgm:spPr/>
    </dgm:pt>
    <dgm:pt modelId="{24F3704A-DAE1-47C9-8146-4DF8834210F4}" type="pres">
      <dgm:prSet presAssocID="{932A6641-B47E-48FC-963F-311CBB9F360A}" presName="rootConnector" presStyleLbl="node2" presStyleIdx="2" presStyleCnt="6"/>
      <dgm:spPr/>
    </dgm:pt>
    <dgm:pt modelId="{42F4E377-7FB4-41F8-876E-CAE09C2D1A47}" type="pres">
      <dgm:prSet presAssocID="{932A6641-B47E-48FC-963F-311CBB9F360A}" presName="hierChild4" presStyleCnt="0"/>
      <dgm:spPr/>
    </dgm:pt>
    <dgm:pt modelId="{37740214-11C9-4A43-B5D2-102A28C91A91}" type="pres">
      <dgm:prSet presAssocID="{932A6641-B47E-48FC-963F-311CBB9F360A}" presName="hierChild5" presStyleCnt="0"/>
      <dgm:spPr/>
    </dgm:pt>
    <dgm:pt modelId="{7E01D85A-7C4C-47B6-8C34-F43D83067659}" type="pres">
      <dgm:prSet presAssocID="{42D71409-67F9-455C-8C6D-716D284AAA6B}" presName="hierChild3" presStyleCnt="0"/>
      <dgm:spPr/>
    </dgm:pt>
    <dgm:pt modelId="{A5A5518A-BB56-4F3F-8993-F27C329B7FCB}" type="pres">
      <dgm:prSet presAssocID="{4BA18BE3-76AF-4784-B88C-E6CBCD2F071D}" presName="hierRoot1" presStyleCnt="0">
        <dgm:presLayoutVars>
          <dgm:hierBranch val="init"/>
        </dgm:presLayoutVars>
      </dgm:prSet>
      <dgm:spPr/>
    </dgm:pt>
    <dgm:pt modelId="{AAA702E3-3E57-4AD3-A800-BD54E3EE24A6}" type="pres">
      <dgm:prSet presAssocID="{4BA18BE3-76AF-4784-B88C-E6CBCD2F071D}" presName="rootComposite1" presStyleCnt="0"/>
      <dgm:spPr/>
    </dgm:pt>
    <dgm:pt modelId="{2D033BC9-5F49-41ED-88C8-3E487C7DC406}" type="pres">
      <dgm:prSet presAssocID="{4BA18BE3-76AF-4784-B88C-E6CBCD2F071D}" presName="rootText1" presStyleLbl="node0" presStyleIdx="1" presStyleCnt="2">
        <dgm:presLayoutVars>
          <dgm:chPref val="3"/>
        </dgm:presLayoutVars>
      </dgm:prSet>
      <dgm:spPr/>
    </dgm:pt>
    <dgm:pt modelId="{83511262-8B21-4D35-ADAD-BAC1A6EAD100}" type="pres">
      <dgm:prSet presAssocID="{4BA18BE3-76AF-4784-B88C-E6CBCD2F071D}" presName="rootPict1" presStyleLbl="alignImgPlace1" presStyleIdx="8" presStyleCnt="14"/>
      <dgm:spPr/>
    </dgm:pt>
    <dgm:pt modelId="{4A505D3F-6157-4926-9FD1-0083D5CC0CAD}" type="pres">
      <dgm:prSet presAssocID="{4BA18BE3-76AF-4784-B88C-E6CBCD2F071D}" presName="rootConnector1" presStyleLbl="node1" presStyleIdx="0" presStyleCnt="0"/>
      <dgm:spPr/>
    </dgm:pt>
    <dgm:pt modelId="{F02C2477-D6D2-4433-86DC-AC4E91AEB5F0}" type="pres">
      <dgm:prSet presAssocID="{4BA18BE3-76AF-4784-B88C-E6CBCD2F071D}" presName="hierChild2" presStyleCnt="0"/>
      <dgm:spPr/>
    </dgm:pt>
    <dgm:pt modelId="{737C5AC5-83F3-4E91-ADA5-28ACA4DFCB2C}" type="pres">
      <dgm:prSet presAssocID="{35317DED-DAB5-4D19-A43C-B397362CAEDA}" presName="Name37" presStyleLbl="parChTrans1D2" presStyleIdx="3" presStyleCnt="6"/>
      <dgm:spPr/>
    </dgm:pt>
    <dgm:pt modelId="{667BEA17-F9A3-41EC-8495-27F12DB73F0C}" type="pres">
      <dgm:prSet presAssocID="{20756689-7025-4249-855C-E1B9E406D071}" presName="hierRoot2" presStyleCnt="0">
        <dgm:presLayoutVars>
          <dgm:hierBranch val="init"/>
        </dgm:presLayoutVars>
      </dgm:prSet>
      <dgm:spPr/>
    </dgm:pt>
    <dgm:pt modelId="{F7424AFE-11F1-422A-9F25-BDC4A20180CF}" type="pres">
      <dgm:prSet presAssocID="{20756689-7025-4249-855C-E1B9E406D071}" presName="rootComposite" presStyleCnt="0"/>
      <dgm:spPr/>
    </dgm:pt>
    <dgm:pt modelId="{7A814E9D-2D41-4230-8019-FD5A72DB6F9E}" type="pres">
      <dgm:prSet presAssocID="{20756689-7025-4249-855C-E1B9E406D071}" presName="rootText" presStyleLbl="node2" presStyleIdx="3" presStyleCnt="6">
        <dgm:presLayoutVars>
          <dgm:chPref val="3"/>
        </dgm:presLayoutVars>
      </dgm:prSet>
      <dgm:spPr/>
    </dgm:pt>
    <dgm:pt modelId="{E0D87418-6271-47B7-AF4E-F38C21B22398}" type="pres">
      <dgm:prSet presAssocID="{20756689-7025-4249-855C-E1B9E406D071}" presName="rootPict" presStyleLbl="alignImgPlace1" presStyleIdx="9" presStyleCnt="14"/>
      <dgm:spPr/>
    </dgm:pt>
    <dgm:pt modelId="{00271583-4713-4A1F-BA37-741B7EC78442}" type="pres">
      <dgm:prSet presAssocID="{20756689-7025-4249-855C-E1B9E406D071}" presName="rootConnector" presStyleLbl="node2" presStyleIdx="3" presStyleCnt="6"/>
      <dgm:spPr/>
    </dgm:pt>
    <dgm:pt modelId="{A8896C71-40B6-4169-A8D5-23DC33912076}" type="pres">
      <dgm:prSet presAssocID="{20756689-7025-4249-855C-E1B9E406D071}" presName="hierChild4" presStyleCnt="0"/>
      <dgm:spPr/>
    </dgm:pt>
    <dgm:pt modelId="{2B6D4EBC-ABBF-472B-92C5-F2ECE99B0DF3}" type="pres">
      <dgm:prSet presAssocID="{20756689-7025-4249-855C-E1B9E406D071}" presName="hierChild5" presStyleCnt="0"/>
      <dgm:spPr/>
    </dgm:pt>
    <dgm:pt modelId="{8589FE92-AF89-4A55-9783-92933ADC093E}" type="pres">
      <dgm:prSet presAssocID="{5C99B770-4BAA-4DEC-8579-B0585C27094D}" presName="Name37" presStyleLbl="parChTrans1D2" presStyleIdx="4" presStyleCnt="6"/>
      <dgm:spPr/>
    </dgm:pt>
    <dgm:pt modelId="{F128B3EF-8DE6-4B65-8DC3-2DEAA0E772C7}" type="pres">
      <dgm:prSet presAssocID="{8974B798-5918-482F-B5A9-E46BE542E933}" presName="hierRoot2" presStyleCnt="0">
        <dgm:presLayoutVars>
          <dgm:hierBranch val="init"/>
        </dgm:presLayoutVars>
      </dgm:prSet>
      <dgm:spPr/>
    </dgm:pt>
    <dgm:pt modelId="{1DB38448-75BA-4F2A-9D90-33884CEF4A38}" type="pres">
      <dgm:prSet presAssocID="{8974B798-5918-482F-B5A9-E46BE542E933}" presName="rootComposite" presStyleCnt="0"/>
      <dgm:spPr/>
    </dgm:pt>
    <dgm:pt modelId="{A7836B6D-3B8C-4D95-9BD1-BB6FC7857759}" type="pres">
      <dgm:prSet presAssocID="{8974B798-5918-482F-B5A9-E46BE542E933}" presName="rootText" presStyleLbl="node2" presStyleIdx="4" presStyleCnt="6">
        <dgm:presLayoutVars>
          <dgm:chPref val="3"/>
        </dgm:presLayoutVars>
      </dgm:prSet>
      <dgm:spPr/>
    </dgm:pt>
    <dgm:pt modelId="{64A20AA3-58B3-4F4B-B59C-7FB89056BEFF}" type="pres">
      <dgm:prSet presAssocID="{8974B798-5918-482F-B5A9-E46BE542E933}" presName="rootPict" presStyleLbl="alignImgPlace1" presStyleIdx="10" presStyleCnt="14"/>
      <dgm:spPr/>
    </dgm:pt>
    <dgm:pt modelId="{44FCC9E2-AAEC-411C-814C-89EC82E860F1}" type="pres">
      <dgm:prSet presAssocID="{8974B798-5918-482F-B5A9-E46BE542E933}" presName="rootConnector" presStyleLbl="node2" presStyleIdx="4" presStyleCnt="6"/>
      <dgm:spPr/>
    </dgm:pt>
    <dgm:pt modelId="{E8F222B2-011C-4BBE-AA36-A0C5C691AA93}" type="pres">
      <dgm:prSet presAssocID="{8974B798-5918-482F-B5A9-E46BE542E933}" presName="hierChild4" presStyleCnt="0"/>
      <dgm:spPr/>
    </dgm:pt>
    <dgm:pt modelId="{7FEAF8C8-86D9-447D-A5BA-CEA942EB5877}" type="pres">
      <dgm:prSet presAssocID="{9781E5FE-8933-414F-9B91-853E486F6EB8}" presName="Name37" presStyleLbl="parChTrans1D3" presStyleIdx="2" presStyleCnt="4"/>
      <dgm:spPr/>
    </dgm:pt>
    <dgm:pt modelId="{D400C0DC-BDD6-4A8F-94EE-B275CDB3FE85}" type="pres">
      <dgm:prSet presAssocID="{BD9D4297-6FB3-4567-94EF-0C16B90CF6EE}" presName="hierRoot2" presStyleCnt="0">
        <dgm:presLayoutVars>
          <dgm:hierBranch val="init"/>
        </dgm:presLayoutVars>
      </dgm:prSet>
      <dgm:spPr/>
    </dgm:pt>
    <dgm:pt modelId="{BDCDA9F9-CB6E-4C81-A4E2-07A7BEA8A11A}" type="pres">
      <dgm:prSet presAssocID="{BD9D4297-6FB3-4567-94EF-0C16B90CF6EE}" presName="rootComposite" presStyleCnt="0"/>
      <dgm:spPr/>
    </dgm:pt>
    <dgm:pt modelId="{B28ABEDC-09EE-48CB-AD9D-80E8F6E2B0E9}" type="pres">
      <dgm:prSet presAssocID="{BD9D4297-6FB3-4567-94EF-0C16B90CF6EE}" presName="rootText" presStyleLbl="node3" presStyleIdx="2" presStyleCnt="4">
        <dgm:presLayoutVars>
          <dgm:chPref val="3"/>
        </dgm:presLayoutVars>
      </dgm:prSet>
      <dgm:spPr/>
    </dgm:pt>
    <dgm:pt modelId="{D95873DE-A077-436F-B5D8-2EE7C45D33CF}" type="pres">
      <dgm:prSet presAssocID="{BD9D4297-6FB3-4567-94EF-0C16B90CF6EE}" presName="rootPict" presStyleLbl="alignImgPlace1" presStyleIdx="11" presStyleCnt="14"/>
      <dgm:spPr/>
    </dgm:pt>
    <dgm:pt modelId="{BE287F2F-9049-4742-B6E8-CB4169E22C48}" type="pres">
      <dgm:prSet presAssocID="{BD9D4297-6FB3-4567-94EF-0C16B90CF6EE}" presName="rootConnector" presStyleLbl="node3" presStyleIdx="2" presStyleCnt="4"/>
      <dgm:spPr/>
    </dgm:pt>
    <dgm:pt modelId="{C344548A-5387-4A20-881C-4DB52FA12C32}" type="pres">
      <dgm:prSet presAssocID="{BD9D4297-6FB3-4567-94EF-0C16B90CF6EE}" presName="hierChild4" presStyleCnt="0"/>
      <dgm:spPr/>
    </dgm:pt>
    <dgm:pt modelId="{4E30FD24-A31A-4BF8-9B41-90D2359E88A8}" type="pres">
      <dgm:prSet presAssocID="{BD9D4297-6FB3-4567-94EF-0C16B90CF6EE}" presName="hierChild5" presStyleCnt="0"/>
      <dgm:spPr/>
    </dgm:pt>
    <dgm:pt modelId="{180930D1-0B93-46DD-B32C-8ECD44B127AB}" type="pres">
      <dgm:prSet presAssocID="{2333A213-60C5-461F-B279-16EDBC73ED60}" presName="Name37" presStyleLbl="parChTrans1D3" presStyleIdx="3" presStyleCnt="4"/>
      <dgm:spPr/>
    </dgm:pt>
    <dgm:pt modelId="{437E7FB1-A682-4CF8-AF18-363D6A696D51}" type="pres">
      <dgm:prSet presAssocID="{009D16B7-70FD-44AD-BF03-95B7EC4EA1B8}" presName="hierRoot2" presStyleCnt="0">
        <dgm:presLayoutVars>
          <dgm:hierBranch val="init"/>
        </dgm:presLayoutVars>
      </dgm:prSet>
      <dgm:spPr/>
    </dgm:pt>
    <dgm:pt modelId="{14587B09-0A91-4849-92D6-DC879E52E29C}" type="pres">
      <dgm:prSet presAssocID="{009D16B7-70FD-44AD-BF03-95B7EC4EA1B8}" presName="rootComposite" presStyleCnt="0"/>
      <dgm:spPr/>
    </dgm:pt>
    <dgm:pt modelId="{56A4B394-1DD9-40EA-B6D2-6A603F1E52DD}" type="pres">
      <dgm:prSet presAssocID="{009D16B7-70FD-44AD-BF03-95B7EC4EA1B8}" presName="rootText" presStyleLbl="node3" presStyleIdx="3" presStyleCnt="4">
        <dgm:presLayoutVars>
          <dgm:chPref val="3"/>
        </dgm:presLayoutVars>
      </dgm:prSet>
      <dgm:spPr/>
    </dgm:pt>
    <dgm:pt modelId="{FB53B4B1-0971-48C8-A235-9C3E8C6E7A44}" type="pres">
      <dgm:prSet presAssocID="{009D16B7-70FD-44AD-BF03-95B7EC4EA1B8}" presName="rootPict" presStyleLbl="alignImgPlace1" presStyleIdx="12" presStyleCnt="14"/>
      <dgm:spPr/>
    </dgm:pt>
    <dgm:pt modelId="{2B4F5E06-E8E8-4917-B701-5967CA1C7267}" type="pres">
      <dgm:prSet presAssocID="{009D16B7-70FD-44AD-BF03-95B7EC4EA1B8}" presName="rootConnector" presStyleLbl="node3" presStyleIdx="3" presStyleCnt="4"/>
      <dgm:spPr/>
    </dgm:pt>
    <dgm:pt modelId="{6073D6CD-4C2B-49F9-BD59-8E8699B28BC3}" type="pres">
      <dgm:prSet presAssocID="{009D16B7-70FD-44AD-BF03-95B7EC4EA1B8}" presName="hierChild4" presStyleCnt="0"/>
      <dgm:spPr/>
    </dgm:pt>
    <dgm:pt modelId="{E9912ADB-BEFD-4A62-9DDE-1FDFB48D24A2}" type="pres">
      <dgm:prSet presAssocID="{009D16B7-70FD-44AD-BF03-95B7EC4EA1B8}" presName="hierChild5" presStyleCnt="0"/>
      <dgm:spPr/>
    </dgm:pt>
    <dgm:pt modelId="{07B3BC60-BD9C-49F0-92D1-E2415497DEBB}" type="pres">
      <dgm:prSet presAssocID="{8974B798-5918-482F-B5A9-E46BE542E933}" presName="hierChild5" presStyleCnt="0"/>
      <dgm:spPr/>
    </dgm:pt>
    <dgm:pt modelId="{EAF8E7E0-B6CA-4C5A-9745-EEE70B54F806}" type="pres">
      <dgm:prSet presAssocID="{30FD7007-7389-4858-A1FF-1FE9AB289447}" presName="Name37" presStyleLbl="parChTrans1D2" presStyleIdx="5" presStyleCnt="6"/>
      <dgm:spPr/>
    </dgm:pt>
    <dgm:pt modelId="{11994AA2-9FB0-452E-914C-5C2660771760}" type="pres">
      <dgm:prSet presAssocID="{B1AA76E5-3332-4580-BF94-116481F2168D}" presName="hierRoot2" presStyleCnt="0">
        <dgm:presLayoutVars>
          <dgm:hierBranch val="init"/>
        </dgm:presLayoutVars>
      </dgm:prSet>
      <dgm:spPr/>
    </dgm:pt>
    <dgm:pt modelId="{00226122-7236-4F52-B9BA-966933005DA4}" type="pres">
      <dgm:prSet presAssocID="{B1AA76E5-3332-4580-BF94-116481F2168D}" presName="rootComposite" presStyleCnt="0"/>
      <dgm:spPr/>
    </dgm:pt>
    <dgm:pt modelId="{B66D803B-417A-45AC-8292-2C63EC0C3D3C}" type="pres">
      <dgm:prSet presAssocID="{B1AA76E5-3332-4580-BF94-116481F2168D}" presName="rootText" presStyleLbl="node2" presStyleIdx="5" presStyleCnt="6">
        <dgm:presLayoutVars>
          <dgm:chPref val="3"/>
        </dgm:presLayoutVars>
      </dgm:prSet>
      <dgm:spPr/>
    </dgm:pt>
    <dgm:pt modelId="{B61702FB-11C3-48A8-BF2A-9C135A6DBBFC}" type="pres">
      <dgm:prSet presAssocID="{B1AA76E5-3332-4580-BF94-116481F2168D}" presName="rootPict" presStyleLbl="alignImgPlace1" presStyleIdx="13" presStyleCnt="14"/>
      <dgm:spPr/>
    </dgm:pt>
    <dgm:pt modelId="{CBE91D47-01BA-41E4-A4F0-19EBE7DCEA64}" type="pres">
      <dgm:prSet presAssocID="{B1AA76E5-3332-4580-BF94-116481F2168D}" presName="rootConnector" presStyleLbl="node2" presStyleIdx="5" presStyleCnt="6"/>
      <dgm:spPr/>
    </dgm:pt>
    <dgm:pt modelId="{6C7AC1DF-FAA7-4296-9A6D-050A0F12FCA0}" type="pres">
      <dgm:prSet presAssocID="{B1AA76E5-3332-4580-BF94-116481F2168D}" presName="hierChild4" presStyleCnt="0"/>
      <dgm:spPr/>
    </dgm:pt>
    <dgm:pt modelId="{39DD4CE1-A116-4027-93DA-3222A5E71CBE}" type="pres">
      <dgm:prSet presAssocID="{B1AA76E5-3332-4580-BF94-116481F2168D}" presName="hierChild5" presStyleCnt="0"/>
      <dgm:spPr/>
    </dgm:pt>
    <dgm:pt modelId="{8F7E6A11-765C-4515-87CF-C674E4C8144D}" type="pres">
      <dgm:prSet presAssocID="{4BA18BE3-76AF-4784-B88C-E6CBCD2F071D}" presName="hierChild3" presStyleCnt="0"/>
      <dgm:spPr/>
    </dgm:pt>
  </dgm:ptLst>
  <dgm:cxnLst>
    <dgm:cxn modelId="{6DFED901-9D89-4718-8B5C-13CAEBDF2C88}" type="presOf" srcId="{B1AA76E5-3332-4580-BF94-116481F2168D}" destId="{CBE91D47-01BA-41E4-A4F0-19EBE7DCEA64}" srcOrd="1" destOrd="0" presId="urn:microsoft.com/office/officeart/2005/8/layout/pictureOrgChart+Icon"/>
    <dgm:cxn modelId="{B5DA0305-882A-406B-ADF8-3892EC25CE86}" type="presOf" srcId="{0A0E61DB-8A10-4B79-92D2-5500D5AEF449}" destId="{48FD6046-5522-41BC-967E-AF5BBE2F041C}" srcOrd="0" destOrd="0" presId="urn:microsoft.com/office/officeart/2005/8/layout/pictureOrgChart+Icon"/>
    <dgm:cxn modelId="{3737B005-5AC8-4640-81D1-F3E9382B34F5}" type="presOf" srcId="{3AF880A5-0F00-4315-A5DF-1FE656798601}" destId="{59A7926E-4960-4B91-8C0B-1B2494EF0CA5}" srcOrd="0" destOrd="0" presId="urn:microsoft.com/office/officeart/2005/8/layout/pictureOrgChart+Icon"/>
    <dgm:cxn modelId="{8614D306-4CB1-4DED-8831-AE41C16D93FF}" srcId="{4BA18BE3-76AF-4784-B88C-E6CBCD2F071D}" destId="{B1AA76E5-3332-4580-BF94-116481F2168D}" srcOrd="2" destOrd="0" parTransId="{30FD7007-7389-4858-A1FF-1FE9AB289447}" sibTransId="{4EDE7327-4051-43BE-AA2E-58FF027C032B}"/>
    <dgm:cxn modelId="{0E10350B-35F7-4455-A0C7-651C4A83B720}" srcId="{0A0E61DB-8A10-4B79-92D2-5500D5AEF449}" destId="{7B78D284-419D-448E-9663-E8889E171318}" srcOrd="1" destOrd="0" parTransId="{296919DC-0AAF-4A74-91F8-AC4ACC76E308}" sibTransId="{0CE17522-CA33-4B01-A1E1-EB739A1426E7}"/>
    <dgm:cxn modelId="{FD1D680B-FAD2-420C-A98F-794FAA254F60}" type="presOf" srcId="{A6ECF66B-7B99-4197-98D3-497F633105A0}" destId="{19B0BA15-C259-4586-BFF9-7C52F4286592}" srcOrd="1" destOrd="0" presId="urn:microsoft.com/office/officeart/2005/8/layout/pictureOrgChart+Icon"/>
    <dgm:cxn modelId="{1EFFDB0C-CFAC-4A99-B057-A2C9F546A220}" type="presOf" srcId="{42D71409-67F9-455C-8C6D-716D284AAA6B}" destId="{03445C12-2AE7-40C1-ADC8-5296A89DD2D2}" srcOrd="0" destOrd="0" presId="urn:microsoft.com/office/officeart/2005/8/layout/pictureOrgChart+Icon"/>
    <dgm:cxn modelId="{1B18860E-EFD7-4861-8400-1BB2AE0FCC4A}" srcId="{0A0E61DB-8A10-4B79-92D2-5500D5AEF449}" destId="{A6ECF66B-7B99-4197-98D3-497F633105A0}" srcOrd="0" destOrd="0" parTransId="{D71D395D-0281-4F49-8840-D03910F6DFD6}" sibTransId="{17D8CACD-8CA1-421D-BCA9-444B0FD04401}"/>
    <dgm:cxn modelId="{2EFF2B11-801A-417E-A6D4-36A7534588A9}" type="presOf" srcId="{932A6641-B47E-48FC-963F-311CBB9F360A}" destId="{24F3704A-DAE1-47C9-8146-4DF8834210F4}" srcOrd="1" destOrd="0" presId="urn:microsoft.com/office/officeart/2005/8/layout/pictureOrgChart+Icon"/>
    <dgm:cxn modelId="{FD0D0812-3766-4422-AB8F-58752BCDBE07}" srcId="{42D71409-67F9-455C-8C6D-716D284AAA6B}" destId="{932A6641-B47E-48FC-963F-311CBB9F360A}" srcOrd="2" destOrd="0" parTransId="{BCC541E2-3A60-4FA0-82BC-A407780EE7DB}" sibTransId="{0E70FA36-C3C7-4A08-A69A-A16BAA6AE9D9}"/>
    <dgm:cxn modelId="{37263714-26AD-4458-9E33-F37E9F9EA66B}" type="presOf" srcId="{35317DED-DAB5-4D19-A43C-B397362CAEDA}" destId="{737C5AC5-83F3-4E91-ADA5-28ACA4DFCB2C}" srcOrd="0" destOrd="0" presId="urn:microsoft.com/office/officeart/2005/8/layout/pictureOrgChart+Icon"/>
    <dgm:cxn modelId="{401DF317-246F-4FBF-8FCE-4CB6C1B457DC}" type="presOf" srcId="{4BA18BE3-76AF-4784-B88C-E6CBCD2F071D}" destId="{2D033BC9-5F49-41ED-88C8-3E487C7DC406}" srcOrd="0" destOrd="0" presId="urn:microsoft.com/office/officeart/2005/8/layout/pictureOrgChart+Icon"/>
    <dgm:cxn modelId="{BF64EF1E-3787-4B26-8A60-410A88CB7C4A}" type="presOf" srcId="{7B78D284-419D-448E-9663-E8889E171318}" destId="{26117E12-E49B-42FA-BAC1-19DCBFE13471}" srcOrd="0" destOrd="0" presId="urn:microsoft.com/office/officeart/2005/8/layout/pictureOrgChart+Icon"/>
    <dgm:cxn modelId="{2AA9C11F-1F1D-428E-801A-47EAA766C99D}" srcId="{B9C32B05-62EA-407A-B21C-2310C7945705}" destId="{42D71409-67F9-455C-8C6D-716D284AAA6B}" srcOrd="0" destOrd="0" parTransId="{51680ED1-AF6E-4B28-AE94-92B0EFB0DF7D}" sibTransId="{478B7D3C-9FB4-4BC6-90AC-49960560DECD}"/>
    <dgm:cxn modelId="{BFC9382F-3B75-48C9-A5B7-0B80411F9591}" type="presOf" srcId="{8974B798-5918-482F-B5A9-E46BE542E933}" destId="{A7836B6D-3B8C-4D95-9BD1-BB6FC7857759}" srcOrd="0" destOrd="0" presId="urn:microsoft.com/office/officeart/2005/8/layout/pictureOrgChart+Icon"/>
    <dgm:cxn modelId="{3EE8F63D-D53C-455D-B629-33A76DFDA377}" type="presOf" srcId="{5C99B770-4BAA-4DEC-8579-B0585C27094D}" destId="{8589FE92-AF89-4A55-9783-92933ADC093E}" srcOrd="0" destOrd="0" presId="urn:microsoft.com/office/officeart/2005/8/layout/pictureOrgChart+Icon"/>
    <dgm:cxn modelId="{E01F7D44-BD39-4DC2-87A4-4049F7F9E168}" type="presOf" srcId="{4BA18BE3-76AF-4784-B88C-E6CBCD2F071D}" destId="{4A505D3F-6157-4926-9FD1-0083D5CC0CAD}" srcOrd="1" destOrd="0" presId="urn:microsoft.com/office/officeart/2005/8/layout/pictureOrgChart+Icon"/>
    <dgm:cxn modelId="{8CD89344-2166-4635-81AE-C5D103E9F66E}" type="presOf" srcId="{7B78D284-419D-448E-9663-E8889E171318}" destId="{61A52B09-24FD-4B1C-AC5B-9D68C38154A6}" srcOrd="1" destOrd="0" presId="urn:microsoft.com/office/officeart/2005/8/layout/pictureOrgChart+Icon"/>
    <dgm:cxn modelId="{A68D3565-3A3C-44B0-BF37-F2504D055175}" type="presOf" srcId="{BD9D4297-6FB3-4567-94EF-0C16B90CF6EE}" destId="{BE287F2F-9049-4742-B6E8-CB4169E22C48}" srcOrd="1" destOrd="0" presId="urn:microsoft.com/office/officeart/2005/8/layout/pictureOrgChart+Icon"/>
    <dgm:cxn modelId="{E65C054B-9B15-4FA5-9C41-E42B668491E6}" srcId="{8EA7219F-BDB2-48EB-9EEB-3133522D132E}" destId="{05FECB41-6D4B-45D2-8EBA-87192101F0F0}" srcOrd="1" destOrd="0" parTransId="{AA5859CE-1935-428E-8F3A-D00391A9A382}" sibTransId="{C5D3D9B1-03B8-4AB8-AB31-9E49A99D6797}"/>
    <dgm:cxn modelId="{A22E0E73-F1E4-473F-9348-16D629E360FC}" type="presOf" srcId="{009D16B7-70FD-44AD-BF03-95B7EC4EA1B8}" destId="{56A4B394-1DD9-40EA-B6D2-6A603F1E52DD}" srcOrd="0" destOrd="0" presId="urn:microsoft.com/office/officeart/2005/8/layout/pictureOrgChart+Icon"/>
    <dgm:cxn modelId="{D587FB54-8678-4073-8133-06F67091354F}" type="presOf" srcId="{296919DC-0AAF-4A74-91F8-AC4ACC76E308}" destId="{7D845EA6-0F5C-427D-9BE4-2374D711EF63}" srcOrd="0" destOrd="0" presId="urn:microsoft.com/office/officeart/2005/8/layout/pictureOrgChart+Icon"/>
    <dgm:cxn modelId="{64139F75-3AEC-46BA-B53C-4C2C55F796FA}" type="presOf" srcId="{009D16B7-70FD-44AD-BF03-95B7EC4EA1B8}" destId="{2B4F5E06-E8E8-4917-B701-5967CA1C7267}" srcOrd="1" destOrd="0" presId="urn:microsoft.com/office/officeart/2005/8/layout/pictureOrgChart+Icon"/>
    <dgm:cxn modelId="{B2961D56-7BB5-4840-A597-A4FEF72D2190}" type="presOf" srcId="{932A6641-B47E-48FC-963F-311CBB9F360A}" destId="{FE6ACFF3-B804-4763-BB7E-E929A24CBA5E}" srcOrd="0" destOrd="0" presId="urn:microsoft.com/office/officeart/2005/8/layout/pictureOrgChart+Icon"/>
    <dgm:cxn modelId="{674AF677-6E62-43EC-85DA-EF411CF8DD2C}" type="presOf" srcId="{AA5859CE-1935-428E-8F3A-D00391A9A382}" destId="{06E7DFA6-F993-48FB-AF28-E71B3E1CCA65}" srcOrd="0" destOrd="0" presId="urn:microsoft.com/office/officeart/2005/8/layout/pictureOrgChart+Icon"/>
    <dgm:cxn modelId="{4950BC7F-82E8-45C1-92AD-DA99654F24A5}" type="presOf" srcId="{20756689-7025-4249-855C-E1B9E406D071}" destId="{7A814E9D-2D41-4230-8019-FD5A72DB6F9E}" srcOrd="0" destOrd="0" presId="urn:microsoft.com/office/officeart/2005/8/layout/pictureOrgChart+Icon"/>
    <dgm:cxn modelId="{BD7C6D81-0FA1-4AC6-BDAD-B87EFF87147C}" type="presOf" srcId="{D71D395D-0281-4F49-8840-D03910F6DFD6}" destId="{9CCE591D-B512-44CF-AF4B-863376ACB9E6}" srcOrd="0" destOrd="0" presId="urn:microsoft.com/office/officeart/2005/8/layout/pictureOrgChart+Icon"/>
    <dgm:cxn modelId="{7681CD86-BB51-46D4-B549-FC46830DAD58}" type="presOf" srcId="{05FECB41-6D4B-45D2-8EBA-87192101F0F0}" destId="{DA5C4ED4-B92C-4BF7-B7B9-B248BF4656B7}" srcOrd="0" destOrd="0" presId="urn:microsoft.com/office/officeart/2005/8/layout/pictureOrgChart+Icon"/>
    <dgm:cxn modelId="{62F6BD8C-0B30-4C29-8C84-E829EB474D7E}" type="presOf" srcId="{8EA7219F-BDB2-48EB-9EEB-3133522D132E}" destId="{0228DAAA-29A2-41C8-A4D5-BD2F0F02082E}" srcOrd="0" destOrd="0" presId="urn:microsoft.com/office/officeart/2005/8/layout/pictureOrgChart+Icon"/>
    <dgm:cxn modelId="{251C4895-0713-4BED-9E40-BDF65CBCB618}" type="presOf" srcId="{BCC541E2-3A60-4FA0-82BC-A407780EE7DB}" destId="{089A0EF3-E1FB-492E-A96E-846A4C5FA2D1}" srcOrd="0" destOrd="0" presId="urn:microsoft.com/office/officeart/2005/8/layout/pictureOrgChart+Icon"/>
    <dgm:cxn modelId="{C6644C96-ECA0-4D3E-BF07-7C5022D5AD61}" type="presOf" srcId="{8974B798-5918-482F-B5A9-E46BE542E933}" destId="{44FCC9E2-AAEC-411C-814C-89EC82E860F1}" srcOrd="1" destOrd="0" presId="urn:microsoft.com/office/officeart/2005/8/layout/pictureOrgChart+Icon"/>
    <dgm:cxn modelId="{027EEE98-1694-4C47-A7AC-FAC4D2AB5B82}" type="presOf" srcId="{3AF880A5-0F00-4315-A5DF-1FE656798601}" destId="{353B6955-769F-4CDE-AA3A-FDD1BEE10D1A}" srcOrd="1" destOrd="0" presId="urn:microsoft.com/office/officeart/2005/8/layout/pictureOrgChart+Icon"/>
    <dgm:cxn modelId="{BE779699-2526-4D9D-92DF-0F2714E3E026}" type="presOf" srcId="{3EE8403A-CB7C-4815-85BD-AEBCAEB71B37}" destId="{73A0BEB0-28A4-4BC3-9E18-ED5084BD1748}" srcOrd="0" destOrd="0" presId="urn:microsoft.com/office/officeart/2005/8/layout/pictureOrgChart+Icon"/>
    <dgm:cxn modelId="{C47393A1-FC85-4601-9D9E-290C8C144DB7}" type="presOf" srcId="{0A0E61DB-8A10-4B79-92D2-5500D5AEF449}" destId="{1AFD18BA-34DF-4BF6-ADF0-D163C7A01116}" srcOrd="1" destOrd="0" presId="urn:microsoft.com/office/officeart/2005/8/layout/pictureOrgChart+Icon"/>
    <dgm:cxn modelId="{BBFE7AA5-2CD6-4DD7-8BC8-6BCCC00DC642}" type="presOf" srcId="{2333A213-60C5-461F-B279-16EDBC73ED60}" destId="{180930D1-0B93-46DD-B32C-8ECD44B127AB}" srcOrd="0" destOrd="0" presId="urn:microsoft.com/office/officeart/2005/8/layout/pictureOrgChart+Icon"/>
    <dgm:cxn modelId="{AAE106A8-8AA8-4B47-AEEF-6561A082E475}" type="presOf" srcId="{42D71409-67F9-455C-8C6D-716D284AAA6B}" destId="{5E400AB1-91A8-480A-9701-0983F628ECD3}" srcOrd="1" destOrd="0" presId="urn:microsoft.com/office/officeart/2005/8/layout/pictureOrgChart+Icon"/>
    <dgm:cxn modelId="{527804B1-D1FF-4656-9961-0B19DE1749F3}" srcId="{4BA18BE3-76AF-4784-B88C-E6CBCD2F071D}" destId="{8974B798-5918-482F-B5A9-E46BE542E933}" srcOrd="1" destOrd="0" parTransId="{5C99B770-4BAA-4DEC-8579-B0585C27094D}" sibTransId="{E5187230-592F-4D79-88AD-6E92D9425AB4}"/>
    <dgm:cxn modelId="{7C9B22B1-FD15-460A-8963-5042D1E03B03}" type="presOf" srcId="{B1AA76E5-3332-4580-BF94-116481F2168D}" destId="{B66D803B-417A-45AC-8292-2C63EC0C3D3C}" srcOrd="0" destOrd="0" presId="urn:microsoft.com/office/officeart/2005/8/layout/pictureOrgChart+Icon"/>
    <dgm:cxn modelId="{25A8B9B5-8ECA-4BA8-BD0B-C66422C68B37}" srcId="{8974B798-5918-482F-B5A9-E46BE542E933}" destId="{009D16B7-70FD-44AD-BF03-95B7EC4EA1B8}" srcOrd="1" destOrd="0" parTransId="{2333A213-60C5-461F-B279-16EDBC73ED60}" sibTransId="{A81D492D-0283-4C39-A3E7-CB60736D7F5F}"/>
    <dgm:cxn modelId="{562185BD-7A1B-42A4-8F10-31D4A08717FA}" type="presOf" srcId="{A13BB1F9-5857-4B43-8BF5-6589AA2CB759}" destId="{0D27CC96-7C76-4B18-B7D5-AF064813CF9E}" srcOrd="0" destOrd="0" presId="urn:microsoft.com/office/officeart/2005/8/layout/pictureOrgChart+Icon"/>
    <dgm:cxn modelId="{8D0DDABF-E9CF-4FD4-8483-760B63E0D326}" type="presOf" srcId="{BD9D4297-6FB3-4567-94EF-0C16B90CF6EE}" destId="{B28ABEDC-09EE-48CB-AD9D-80E8F6E2B0E9}" srcOrd="0" destOrd="0" presId="urn:microsoft.com/office/officeart/2005/8/layout/pictureOrgChart+Icon"/>
    <dgm:cxn modelId="{E82059C4-2D23-4B7D-B1A6-48C9187CD97C}" srcId="{8EA7219F-BDB2-48EB-9EEB-3133522D132E}" destId="{0A0E61DB-8A10-4B79-92D2-5500D5AEF449}" srcOrd="0" destOrd="0" parTransId="{1441988F-AAA1-489E-9170-F8F553C17D69}" sibTransId="{E2296C67-3533-41D6-AE9D-C2B4E4E8558A}"/>
    <dgm:cxn modelId="{C090E0C7-A6D4-4BA1-9B03-2EFDAD8A5566}" srcId="{B9C32B05-62EA-407A-B21C-2310C7945705}" destId="{4BA18BE3-76AF-4784-B88C-E6CBCD2F071D}" srcOrd="1" destOrd="0" parTransId="{F311B72A-4693-439B-B5FA-1DF24549868D}" sibTransId="{69F24039-803C-4756-A1B8-FBF2156E9D4C}"/>
    <dgm:cxn modelId="{A6E338CA-3551-412D-A1A1-AD1FEC215776}" type="presOf" srcId="{05FECB41-6D4B-45D2-8EBA-87192101F0F0}" destId="{AC6F2D97-D647-4F11-8C35-58A75A3AD2E9}" srcOrd="1" destOrd="0" presId="urn:microsoft.com/office/officeart/2005/8/layout/pictureOrgChart+Icon"/>
    <dgm:cxn modelId="{B18CFECE-D6B0-4C21-9AB7-C57DB0EB3D99}" type="presOf" srcId="{20756689-7025-4249-855C-E1B9E406D071}" destId="{00271583-4713-4A1F-BA37-741B7EC78442}" srcOrd="1" destOrd="0" presId="urn:microsoft.com/office/officeart/2005/8/layout/pictureOrgChart+Icon"/>
    <dgm:cxn modelId="{256C6CD2-65FD-4572-BD4E-97E8EF5C14D2}" srcId="{8974B798-5918-482F-B5A9-E46BE542E933}" destId="{BD9D4297-6FB3-4567-94EF-0C16B90CF6EE}" srcOrd="0" destOrd="0" parTransId="{9781E5FE-8933-414F-9B91-853E486F6EB8}" sibTransId="{88E4D77E-C0B0-43A7-9C74-04F9B276C715}"/>
    <dgm:cxn modelId="{E025F8D4-FEF1-41E1-8611-5D9FA76BFFC3}" type="presOf" srcId="{A6ECF66B-7B99-4197-98D3-497F633105A0}" destId="{2ACF88E3-748F-41D2-9174-B813586C5CBA}" srcOrd="0" destOrd="0" presId="urn:microsoft.com/office/officeart/2005/8/layout/pictureOrgChart+Icon"/>
    <dgm:cxn modelId="{7C003CD9-2749-41E6-8462-6091920388BA}" type="presOf" srcId="{30FD7007-7389-4858-A1FF-1FE9AB289447}" destId="{EAF8E7E0-B6CA-4C5A-9745-EEE70B54F806}" srcOrd="0" destOrd="0" presId="urn:microsoft.com/office/officeart/2005/8/layout/pictureOrgChart+Icon"/>
    <dgm:cxn modelId="{D344B0E1-C302-4E37-99C0-260985ECCBD9}" type="presOf" srcId="{B9C32B05-62EA-407A-B21C-2310C7945705}" destId="{2FAD0D14-EEEE-4406-9AB3-7FB0E193A921}" srcOrd="0" destOrd="0" presId="urn:microsoft.com/office/officeart/2005/8/layout/pictureOrgChart+Icon"/>
    <dgm:cxn modelId="{24F8CBE2-5003-4E69-A772-6B98F2B05181}" srcId="{42D71409-67F9-455C-8C6D-716D284AAA6B}" destId="{3AF880A5-0F00-4315-A5DF-1FE656798601}" srcOrd="1" destOrd="0" parTransId="{A13BB1F9-5857-4B43-8BF5-6589AA2CB759}" sibTransId="{C198C41D-2640-4669-83ED-E0CD35701C8E}"/>
    <dgm:cxn modelId="{6F3D1AE8-CFB6-4B7D-AEC2-50286838EC66}" srcId="{4BA18BE3-76AF-4784-B88C-E6CBCD2F071D}" destId="{20756689-7025-4249-855C-E1B9E406D071}" srcOrd="0" destOrd="0" parTransId="{35317DED-DAB5-4D19-A43C-B397362CAEDA}" sibTransId="{3989E804-22C8-41DA-9860-B05F5E23DB7D}"/>
    <dgm:cxn modelId="{43DF34EA-AA00-4CD6-AAF2-B3B913CFCF97}" type="presOf" srcId="{1441988F-AAA1-489E-9170-F8F553C17D69}" destId="{F32063C1-C910-463E-B2B1-A744DF9B524C}" srcOrd="0" destOrd="0" presId="urn:microsoft.com/office/officeart/2005/8/layout/pictureOrgChart+Icon"/>
    <dgm:cxn modelId="{58AD7EEF-D408-406B-87EE-4691D4C30668}" srcId="{42D71409-67F9-455C-8C6D-716D284AAA6B}" destId="{8EA7219F-BDB2-48EB-9EEB-3133522D132E}" srcOrd="0" destOrd="0" parTransId="{3EE8403A-CB7C-4815-85BD-AEBCAEB71B37}" sibTransId="{C94B7947-85DC-4B21-BB99-DF8438356F98}"/>
    <dgm:cxn modelId="{51B690F2-174F-4EB1-B0BD-274AB17E24C7}" type="presOf" srcId="{9781E5FE-8933-414F-9B91-853E486F6EB8}" destId="{7FEAF8C8-86D9-447D-A5BA-CEA942EB5877}" srcOrd="0" destOrd="0" presId="urn:microsoft.com/office/officeart/2005/8/layout/pictureOrgChart+Icon"/>
    <dgm:cxn modelId="{B0FB08FF-4001-40BE-985E-D9F963C32D9A}" type="presOf" srcId="{8EA7219F-BDB2-48EB-9EEB-3133522D132E}" destId="{EC848335-E975-4685-A635-D1815A1D32CE}" srcOrd="1" destOrd="0" presId="urn:microsoft.com/office/officeart/2005/8/layout/pictureOrgChart+Icon"/>
    <dgm:cxn modelId="{BA5B6672-C02B-48F7-A5AA-2D1D328AE9ED}" type="presParOf" srcId="{2FAD0D14-EEEE-4406-9AB3-7FB0E193A921}" destId="{9A9F7B75-2428-49C2-AB67-8F68D978C25E}" srcOrd="0" destOrd="0" presId="urn:microsoft.com/office/officeart/2005/8/layout/pictureOrgChart+Icon"/>
    <dgm:cxn modelId="{3E13E3F7-16AE-410A-8C2B-76E2DBF95D77}" type="presParOf" srcId="{9A9F7B75-2428-49C2-AB67-8F68D978C25E}" destId="{66E482DC-ECA4-4244-9078-224E0B827366}" srcOrd="0" destOrd="0" presId="urn:microsoft.com/office/officeart/2005/8/layout/pictureOrgChart+Icon"/>
    <dgm:cxn modelId="{D497A2A1-A6C9-4383-AAFE-C2A019065123}" type="presParOf" srcId="{66E482DC-ECA4-4244-9078-224E0B827366}" destId="{03445C12-2AE7-40C1-ADC8-5296A89DD2D2}" srcOrd="0" destOrd="0" presId="urn:microsoft.com/office/officeart/2005/8/layout/pictureOrgChart+Icon"/>
    <dgm:cxn modelId="{93F16C31-61F2-4A5F-BDFD-8C0CAF47B5E2}" type="presParOf" srcId="{66E482DC-ECA4-4244-9078-224E0B827366}" destId="{26A0FA38-9750-4D3F-AC15-2F7032779CFA}" srcOrd="1" destOrd="0" presId="urn:microsoft.com/office/officeart/2005/8/layout/pictureOrgChart+Icon"/>
    <dgm:cxn modelId="{88069873-ABE0-43BB-87B2-26E3E0AB6A76}" type="presParOf" srcId="{66E482DC-ECA4-4244-9078-224E0B827366}" destId="{5E400AB1-91A8-480A-9701-0983F628ECD3}" srcOrd="2" destOrd="0" presId="urn:microsoft.com/office/officeart/2005/8/layout/pictureOrgChart+Icon"/>
    <dgm:cxn modelId="{1DD89A0D-A4A8-408C-90C5-EDAAF0D304DB}" type="presParOf" srcId="{9A9F7B75-2428-49C2-AB67-8F68D978C25E}" destId="{09B95BA2-F810-4AC3-8263-BAEADADD0211}" srcOrd="1" destOrd="0" presId="urn:microsoft.com/office/officeart/2005/8/layout/pictureOrgChart+Icon"/>
    <dgm:cxn modelId="{924E6603-0AAA-46C1-AB56-70F45900D342}" type="presParOf" srcId="{09B95BA2-F810-4AC3-8263-BAEADADD0211}" destId="{73A0BEB0-28A4-4BC3-9E18-ED5084BD1748}" srcOrd="0" destOrd="0" presId="urn:microsoft.com/office/officeart/2005/8/layout/pictureOrgChart+Icon"/>
    <dgm:cxn modelId="{7E3CA4EC-5103-4B58-BE09-814E6B9859FE}" type="presParOf" srcId="{09B95BA2-F810-4AC3-8263-BAEADADD0211}" destId="{EC7FED6F-A600-4A78-8BCF-2C7293C40243}" srcOrd="1" destOrd="0" presId="urn:microsoft.com/office/officeart/2005/8/layout/pictureOrgChart+Icon"/>
    <dgm:cxn modelId="{19A14F5A-B325-4AD2-8529-4D7C3F01CD17}" type="presParOf" srcId="{EC7FED6F-A600-4A78-8BCF-2C7293C40243}" destId="{22B5D1F9-FF92-48BE-A7D0-ECF712DCD4D4}" srcOrd="0" destOrd="0" presId="urn:microsoft.com/office/officeart/2005/8/layout/pictureOrgChart+Icon"/>
    <dgm:cxn modelId="{BFD08900-7CE8-465E-8DFF-75039B35C9D3}" type="presParOf" srcId="{22B5D1F9-FF92-48BE-A7D0-ECF712DCD4D4}" destId="{0228DAAA-29A2-41C8-A4D5-BD2F0F02082E}" srcOrd="0" destOrd="0" presId="urn:microsoft.com/office/officeart/2005/8/layout/pictureOrgChart+Icon"/>
    <dgm:cxn modelId="{DFBF6C40-DF4F-47CD-BE96-E9D960EE904E}" type="presParOf" srcId="{22B5D1F9-FF92-48BE-A7D0-ECF712DCD4D4}" destId="{E9E5E954-4242-422B-96A9-EE68D17F2B89}" srcOrd="1" destOrd="0" presId="urn:microsoft.com/office/officeart/2005/8/layout/pictureOrgChart+Icon"/>
    <dgm:cxn modelId="{548E7271-0168-4061-A7F5-6A7196BBC2A9}" type="presParOf" srcId="{22B5D1F9-FF92-48BE-A7D0-ECF712DCD4D4}" destId="{EC848335-E975-4685-A635-D1815A1D32CE}" srcOrd="2" destOrd="0" presId="urn:microsoft.com/office/officeart/2005/8/layout/pictureOrgChart+Icon"/>
    <dgm:cxn modelId="{083EC7A6-3F51-47F5-9695-CFD71A710ABC}" type="presParOf" srcId="{EC7FED6F-A600-4A78-8BCF-2C7293C40243}" destId="{46395FBC-E7AC-4E55-9C29-E7DFD5D3C872}" srcOrd="1" destOrd="0" presId="urn:microsoft.com/office/officeart/2005/8/layout/pictureOrgChart+Icon"/>
    <dgm:cxn modelId="{B3CA711C-C46A-45EB-987C-6FB0D3C0C1AF}" type="presParOf" srcId="{46395FBC-E7AC-4E55-9C29-E7DFD5D3C872}" destId="{F32063C1-C910-463E-B2B1-A744DF9B524C}" srcOrd="0" destOrd="0" presId="urn:microsoft.com/office/officeart/2005/8/layout/pictureOrgChart+Icon"/>
    <dgm:cxn modelId="{10AC5AA8-CAF9-4D33-8A6F-0A8E4E2353C6}" type="presParOf" srcId="{46395FBC-E7AC-4E55-9C29-E7DFD5D3C872}" destId="{C1B1B2AF-EFB2-4F25-83DA-054936F3FB15}" srcOrd="1" destOrd="0" presId="urn:microsoft.com/office/officeart/2005/8/layout/pictureOrgChart+Icon"/>
    <dgm:cxn modelId="{77DF0176-BD56-4F7C-8395-EDF927BDF9A3}" type="presParOf" srcId="{C1B1B2AF-EFB2-4F25-83DA-054936F3FB15}" destId="{34CD172E-E5B5-40A2-838B-859C63BF2071}" srcOrd="0" destOrd="0" presId="urn:microsoft.com/office/officeart/2005/8/layout/pictureOrgChart+Icon"/>
    <dgm:cxn modelId="{0E41BB7B-1E21-44D9-A0FF-47EB8E6962A4}" type="presParOf" srcId="{34CD172E-E5B5-40A2-838B-859C63BF2071}" destId="{48FD6046-5522-41BC-967E-AF5BBE2F041C}" srcOrd="0" destOrd="0" presId="urn:microsoft.com/office/officeart/2005/8/layout/pictureOrgChart+Icon"/>
    <dgm:cxn modelId="{8C6F940E-D04F-4A1B-96C7-5E21DFFCFE59}" type="presParOf" srcId="{34CD172E-E5B5-40A2-838B-859C63BF2071}" destId="{4ED6FE27-8F79-4F30-9C7F-83E669CD510C}" srcOrd="1" destOrd="0" presId="urn:microsoft.com/office/officeart/2005/8/layout/pictureOrgChart+Icon"/>
    <dgm:cxn modelId="{01D84567-73C5-4815-965A-C516E184CBCC}" type="presParOf" srcId="{34CD172E-E5B5-40A2-838B-859C63BF2071}" destId="{1AFD18BA-34DF-4BF6-ADF0-D163C7A01116}" srcOrd="2" destOrd="0" presId="urn:microsoft.com/office/officeart/2005/8/layout/pictureOrgChart+Icon"/>
    <dgm:cxn modelId="{067EEBB0-114F-4693-BA2C-88FE997256BF}" type="presParOf" srcId="{C1B1B2AF-EFB2-4F25-83DA-054936F3FB15}" destId="{58E61DD2-EB54-40A3-B1DB-64B3999C622A}" srcOrd="1" destOrd="0" presId="urn:microsoft.com/office/officeart/2005/8/layout/pictureOrgChart+Icon"/>
    <dgm:cxn modelId="{E0E3CEA4-2FA8-4C92-98EA-D2D515653D81}" type="presParOf" srcId="{58E61DD2-EB54-40A3-B1DB-64B3999C622A}" destId="{9CCE591D-B512-44CF-AF4B-863376ACB9E6}" srcOrd="0" destOrd="0" presId="urn:microsoft.com/office/officeart/2005/8/layout/pictureOrgChart+Icon"/>
    <dgm:cxn modelId="{51A8F59E-0A47-45BA-B8EE-B94B0C9BF88A}" type="presParOf" srcId="{58E61DD2-EB54-40A3-B1DB-64B3999C622A}" destId="{699F9BED-7A69-4A3A-99C7-ACE7EC6785DA}" srcOrd="1" destOrd="0" presId="urn:microsoft.com/office/officeart/2005/8/layout/pictureOrgChart+Icon"/>
    <dgm:cxn modelId="{046F6D76-586F-4FD2-A73A-0809B48BE66B}" type="presParOf" srcId="{699F9BED-7A69-4A3A-99C7-ACE7EC6785DA}" destId="{0B9BED96-9140-47DB-A665-4F8BDC71E542}" srcOrd="0" destOrd="0" presId="urn:microsoft.com/office/officeart/2005/8/layout/pictureOrgChart+Icon"/>
    <dgm:cxn modelId="{EC5AA33B-9AED-40EF-8288-312BB7D72CDB}" type="presParOf" srcId="{0B9BED96-9140-47DB-A665-4F8BDC71E542}" destId="{2ACF88E3-748F-41D2-9174-B813586C5CBA}" srcOrd="0" destOrd="0" presId="urn:microsoft.com/office/officeart/2005/8/layout/pictureOrgChart+Icon"/>
    <dgm:cxn modelId="{04FEA204-30F2-4DC8-ACBE-AFFAFD709FE3}" type="presParOf" srcId="{0B9BED96-9140-47DB-A665-4F8BDC71E542}" destId="{6987A7C0-C120-487A-A431-1F6CEC6C6C75}" srcOrd="1" destOrd="0" presId="urn:microsoft.com/office/officeart/2005/8/layout/pictureOrgChart+Icon"/>
    <dgm:cxn modelId="{D8AF60DF-A969-48FD-B0BB-E0FC46D6E2F4}" type="presParOf" srcId="{0B9BED96-9140-47DB-A665-4F8BDC71E542}" destId="{19B0BA15-C259-4586-BFF9-7C52F4286592}" srcOrd="2" destOrd="0" presId="urn:microsoft.com/office/officeart/2005/8/layout/pictureOrgChart+Icon"/>
    <dgm:cxn modelId="{393C90A5-49A7-434B-B9D1-E0BE63598902}" type="presParOf" srcId="{699F9BED-7A69-4A3A-99C7-ACE7EC6785DA}" destId="{99B9949F-F3A4-4D47-B573-1A8833802744}" srcOrd="1" destOrd="0" presId="urn:microsoft.com/office/officeart/2005/8/layout/pictureOrgChart+Icon"/>
    <dgm:cxn modelId="{91046F15-0282-4C0A-B665-EDB5F49D3AF7}" type="presParOf" srcId="{699F9BED-7A69-4A3A-99C7-ACE7EC6785DA}" destId="{72E164D2-A454-4BE1-B932-85AE69B51026}" srcOrd="2" destOrd="0" presId="urn:microsoft.com/office/officeart/2005/8/layout/pictureOrgChart+Icon"/>
    <dgm:cxn modelId="{61B844FF-1BC2-445C-B14F-CCBF49BEB7CC}" type="presParOf" srcId="{58E61DD2-EB54-40A3-B1DB-64B3999C622A}" destId="{7D845EA6-0F5C-427D-9BE4-2374D711EF63}" srcOrd="2" destOrd="0" presId="urn:microsoft.com/office/officeart/2005/8/layout/pictureOrgChart+Icon"/>
    <dgm:cxn modelId="{1F6B7F34-5A28-481F-8E8C-C8C77E4B6F6F}" type="presParOf" srcId="{58E61DD2-EB54-40A3-B1DB-64B3999C622A}" destId="{4D18F6C7-5BFE-4695-B1E8-E0D8224289F4}" srcOrd="3" destOrd="0" presId="urn:microsoft.com/office/officeart/2005/8/layout/pictureOrgChart+Icon"/>
    <dgm:cxn modelId="{7CE36F51-474C-4B2B-A367-C0A4FA4B47F7}" type="presParOf" srcId="{4D18F6C7-5BFE-4695-B1E8-E0D8224289F4}" destId="{A71865BC-A019-4834-8052-EDFDAE9BCE1E}" srcOrd="0" destOrd="0" presId="urn:microsoft.com/office/officeart/2005/8/layout/pictureOrgChart+Icon"/>
    <dgm:cxn modelId="{83CD5126-9FCE-41C1-8D91-80BAFEC06289}" type="presParOf" srcId="{A71865BC-A019-4834-8052-EDFDAE9BCE1E}" destId="{26117E12-E49B-42FA-BAC1-19DCBFE13471}" srcOrd="0" destOrd="0" presId="urn:microsoft.com/office/officeart/2005/8/layout/pictureOrgChart+Icon"/>
    <dgm:cxn modelId="{7F037446-9294-4B59-8CB5-7AA18344472C}" type="presParOf" srcId="{A71865BC-A019-4834-8052-EDFDAE9BCE1E}" destId="{FF74799D-8FF6-4210-A177-6CE2E95BC604}" srcOrd="1" destOrd="0" presId="urn:microsoft.com/office/officeart/2005/8/layout/pictureOrgChart+Icon"/>
    <dgm:cxn modelId="{8E3CAF27-5767-472A-A17E-737E5B637C60}" type="presParOf" srcId="{A71865BC-A019-4834-8052-EDFDAE9BCE1E}" destId="{61A52B09-24FD-4B1C-AC5B-9D68C38154A6}" srcOrd="2" destOrd="0" presId="urn:microsoft.com/office/officeart/2005/8/layout/pictureOrgChart+Icon"/>
    <dgm:cxn modelId="{8AC77CC2-1E4C-43CE-82FF-354802A2F29D}" type="presParOf" srcId="{4D18F6C7-5BFE-4695-B1E8-E0D8224289F4}" destId="{619F9B47-3969-4AB4-8135-0221EDEF666A}" srcOrd="1" destOrd="0" presId="urn:microsoft.com/office/officeart/2005/8/layout/pictureOrgChart+Icon"/>
    <dgm:cxn modelId="{407B0394-D285-4001-AF2C-F4713335CCE3}" type="presParOf" srcId="{4D18F6C7-5BFE-4695-B1E8-E0D8224289F4}" destId="{DCA0FDE3-E9F4-4A53-A4F1-A53B230CE100}" srcOrd="2" destOrd="0" presId="urn:microsoft.com/office/officeart/2005/8/layout/pictureOrgChart+Icon"/>
    <dgm:cxn modelId="{8DADB5BA-1652-4A0A-95AE-8259F0292E50}" type="presParOf" srcId="{C1B1B2AF-EFB2-4F25-83DA-054936F3FB15}" destId="{078EF614-B893-440C-B2B3-C4EF7384477F}" srcOrd="2" destOrd="0" presId="urn:microsoft.com/office/officeart/2005/8/layout/pictureOrgChart+Icon"/>
    <dgm:cxn modelId="{F8F3F372-D42B-47FA-8A49-118B622EEAD6}" type="presParOf" srcId="{46395FBC-E7AC-4E55-9C29-E7DFD5D3C872}" destId="{06E7DFA6-F993-48FB-AF28-E71B3E1CCA65}" srcOrd="2" destOrd="0" presId="urn:microsoft.com/office/officeart/2005/8/layout/pictureOrgChart+Icon"/>
    <dgm:cxn modelId="{CA058E87-B6EF-4669-B2F8-562FAA5E1294}" type="presParOf" srcId="{46395FBC-E7AC-4E55-9C29-E7DFD5D3C872}" destId="{78A581D7-003C-4983-97E5-030EEAD225BC}" srcOrd="3" destOrd="0" presId="urn:microsoft.com/office/officeart/2005/8/layout/pictureOrgChart+Icon"/>
    <dgm:cxn modelId="{368E1686-7FA9-4116-B346-A7BC904E8BA7}" type="presParOf" srcId="{78A581D7-003C-4983-97E5-030EEAD225BC}" destId="{F1750080-0B40-4626-8118-302EBB3B4EED}" srcOrd="0" destOrd="0" presId="urn:microsoft.com/office/officeart/2005/8/layout/pictureOrgChart+Icon"/>
    <dgm:cxn modelId="{B0670B54-B89A-4AD7-9B1C-5A0CB25C5036}" type="presParOf" srcId="{F1750080-0B40-4626-8118-302EBB3B4EED}" destId="{DA5C4ED4-B92C-4BF7-B7B9-B248BF4656B7}" srcOrd="0" destOrd="0" presId="urn:microsoft.com/office/officeart/2005/8/layout/pictureOrgChart+Icon"/>
    <dgm:cxn modelId="{BB8CADBE-0D57-4F67-B6FE-560E275969CA}" type="presParOf" srcId="{F1750080-0B40-4626-8118-302EBB3B4EED}" destId="{6AB054BE-29EC-47FD-A0F2-689D635D135B}" srcOrd="1" destOrd="0" presId="urn:microsoft.com/office/officeart/2005/8/layout/pictureOrgChart+Icon"/>
    <dgm:cxn modelId="{9908F92C-FBA6-47C2-8B7C-6BC3EB5A0779}" type="presParOf" srcId="{F1750080-0B40-4626-8118-302EBB3B4EED}" destId="{AC6F2D97-D647-4F11-8C35-58A75A3AD2E9}" srcOrd="2" destOrd="0" presId="urn:microsoft.com/office/officeart/2005/8/layout/pictureOrgChart+Icon"/>
    <dgm:cxn modelId="{2FD57172-AAA5-4792-9F79-AFE1A1818272}" type="presParOf" srcId="{78A581D7-003C-4983-97E5-030EEAD225BC}" destId="{97BCB972-2AF4-4503-9C99-A236B990F1C4}" srcOrd="1" destOrd="0" presId="urn:microsoft.com/office/officeart/2005/8/layout/pictureOrgChart+Icon"/>
    <dgm:cxn modelId="{270E2C96-9AA0-43D6-9F96-31CC14CA96E2}" type="presParOf" srcId="{78A581D7-003C-4983-97E5-030EEAD225BC}" destId="{2E942A30-E498-4768-8756-E7B36C763DDE}" srcOrd="2" destOrd="0" presId="urn:microsoft.com/office/officeart/2005/8/layout/pictureOrgChart+Icon"/>
    <dgm:cxn modelId="{5FA7A394-356D-41CD-944B-703727C11ED5}" type="presParOf" srcId="{EC7FED6F-A600-4A78-8BCF-2C7293C40243}" destId="{C77EED74-0FE3-4388-9D06-BE26E33A7002}" srcOrd="2" destOrd="0" presId="urn:microsoft.com/office/officeart/2005/8/layout/pictureOrgChart+Icon"/>
    <dgm:cxn modelId="{9E6020FF-979F-4F6F-A723-2CC7A92A70C2}" type="presParOf" srcId="{09B95BA2-F810-4AC3-8263-BAEADADD0211}" destId="{0D27CC96-7C76-4B18-B7D5-AF064813CF9E}" srcOrd="2" destOrd="0" presId="urn:microsoft.com/office/officeart/2005/8/layout/pictureOrgChart+Icon"/>
    <dgm:cxn modelId="{512BA435-36DE-4CC6-B115-6D451BD90A78}" type="presParOf" srcId="{09B95BA2-F810-4AC3-8263-BAEADADD0211}" destId="{D882F9C3-FD6C-4078-8F06-E1DCEA5F0813}" srcOrd="3" destOrd="0" presId="urn:microsoft.com/office/officeart/2005/8/layout/pictureOrgChart+Icon"/>
    <dgm:cxn modelId="{EAF43D32-7F8A-4A5D-AE2B-32D530A13A6C}" type="presParOf" srcId="{D882F9C3-FD6C-4078-8F06-E1DCEA5F0813}" destId="{FB080BDF-03B5-4BFF-A4F7-510D8F20DB43}" srcOrd="0" destOrd="0" presId="urn:microsoft.com/office/officeart/2005/8/layout/pictureOrgChart+Icon"/>
    <dgm:cxn modelId="{68202693-1584-429C-8461-8A8D4EACBC40}" type="presParOf" srcId="{FB080BDF-03B5-4BFF-A4F7-510D8F20DB43}" destId="{59A7926E-4960-4B91-8C0B-1B2494EF0CA5}" srcOrd="0" destOrd="0" presId="urn:microsoft.com/office/officeart/2005/8/layout/pictureOrgChart+Icon"/>
    <dgm:cxn modelId="{0422D95D-AFC1-4641-94BC-091E9A68DF62}" type="presParOf" srcId="{FB080BDF-03B5-4BFF-A4F7-510D8F20DB43}" destId="{5BDFBF28-C476-4E9C-B24A-5D2E503D9CA2}" srcOrd="1" destOrd="0" presId="urn:microsoft.com/office/officeart/2005/8/layout/pictureOrgChart+Icon"/>
    <dgm:cxn modelId="{E33A2066-F9A9-4963-8F0A-B171C39641FB}" type="presParOf" srcId="{FB080BDF-03B5-4BFF-A4F7-510D8F20DB43}" destId="{353B6955-769F-4CDE-AA3A-FDD1BEE10D1A}" srcOrd="2" destOrd="0" presId="urn:microsoft.com/office/officeart/2005/8/layout/pictureOrgChart+Icon"/>
    <dgm:cxn modelId="{9C33DC80-71E0-4E10-9271-A200A84CD9EC}" type="presParOf" srcId="{D882F9C3-FD6C-4078-8F06-E1DCEA5F0813}" destId="{FC4D5844-15D0-460B-92E8-5A3F80F7CC1D}" srcOrd="1" destOrd="0" presId="urn:microsoft.com/office/officeart/2005/8/layout/pictureOrgChart+Icon"/>
    <dgm:cxn modelId="{4894DCA3-D5A6-4A2F-9790-FE01DECAD700}" type="presParOf" srcId="{D882F9C3-FD6C-4078-8F06-E1DCEA5F0813}" destId="{DA8ECC61-CDA6-40C0-AFF7-7232D82BE360}" srcOrd="2" destOrd="0" presId="urn:microsoft.com/office/officeart/2005/8/layout/pictureOrgChart+Icon"/>
    <dgm:cxn modelId="{F8ABB20F-C61A-4C46-ACD4-CEF1E5EA86F8}" type="presParOf" srcId="{09B95BA2-F810-4AC3-8263-BAEADADD0211}" destId="{089A0EF3-E1FB-492E-A96E-846A4C5FA2D1}" srcOrd="4" destOrd="0" presId="urn:microsoft.com/office/officeart/2005/8/layout/pictureOrgChart+Icon"/>
    <dgm:cxn modelId="{E0B983C0-3169-463D-A3C2-79FAF00B3591}" type="presParOf" srcId="{09B95BA2-F810-4AC3-8263-BAEADADD0211}" destId="{2AA26C23-5185-482F-BDAE-B3D87CDDD8CB}" srcOrd="5" destOrd="0" presId="urn:microsoft.com/office/officeart/2005/8/layout/pictureOrgChart+Icon"/>
    <dgm:cxn modelId="{E45BE8E0-424A-4F0B-924F-D9DD2B596235}" type="presParOf" srcId="{2AA26C23-5185-482F-BDAE-B3D87CDDD8CB}" destId="{4BEDECE3-4253-44E7-A271-92A1EC18F954}" srcOrd="0" destOrd="0" presId="urn:microsoft.com/office/officeart/2005/8/layout/pictureOrgChart+Icon"/>
    <dgm:cxn modelId="{A02C6405-C4F1-4663-8D76-BA2BE0EF91E6}" type="presParOf" srcId="{4BEDECE3-4253-44E7-A271-92A1EC18F954}" destId="{FE6ACFF3-B804-4763-BB7E-E929A24CBA5E}" srcOrd="0" destOrd="0" presId="urn:microsoft.com/office/officeart/2005/8/layout/pictureOrgChart+Icon"/>
    <dgm:cxn modelId="{222A38B5-73FD-49D6-8399-326EA75B68FA}" type="presParOf" srcId="{4BEDECE3-4253-44E7-A271-92A1EC18F954}" destId="{F8FA571D-8749-4C3E-82E5-D50B9C96DCDD}" srcOrd="1" destOrd="0" presId="urn:microsoft.com/office/officeart/2005/8/layout/pictureOrgChart+Icon"/>
    <dgm:cxn modelId="{F51E44AB-2CAD-470F-9F4B-CE07A56ED032}" type="presParOf" srcId="{4BEDECE3-4253-44E7-A271-92A1EC18F954}" destId="{24F3704A-DAE1-47C9-8146-4DF8834210F4}" srcOrd="2" destOrd="0" presId="urn:microsoft.com/office/officeart/2005/8/layout/pictureOrgChart+Icon"/>
    <dgm:cxn modelId="{4BFA2D2C-6ACB-4F75-A3C1-F77D73BCF569}" type="presParOf" srcId="{2AA26C23-5185-482F-BDAE-B3D87CDDD8CB}" destId="{42F4E377-7FB4-41F8-876E-CAE09C2D1A47}" srcOrd="1" destOrd="0" presId="urn:microsoft.com/office/officeart/2005/8/layout/pictureOrgChart+Icon"/>
    <dgm:cxn modelId="{ACD253CE-7432-43A3-BF4B-CF3D65391210}" type="presParOf" srcId="{2AA26C23-5185-482F-BDAE-B3D87CDDD8CB}" destId="{37740214-11C9-4A43-B5D2-102A28C91A91}" srcOrd="2" destOrd="0" presId="urn:microsoft.com/office/officeart/2005/8/layout/pictureOrgChart+Icon"/>
    <dgm:cxn modelId="{4359B9FC-C599-4779-9915-718E6F8F7088}" type="presParOf" srcId="{9A9F7B75-2428-49C2-AB67-8F68D978C25E}" destId="{7E01D85A-7C4C-47B6-8C34-F43D83067659}" srcOrd="2" destOrd="0" presId="urn:microsoft.com/office/officeart/2005/8/layout/pictureOrgChart+Icon"/>
    <dgm:cxn modelId="{BE0CBE7B-4805-49BF-904D-DE939F7BA85B}" type="presParOf" srcId="{2FAD0D14-EEEE-4406-9AB3-7FB0E193A921}" destId="{A5A5518A-BB56-4F3F-8993-F27C329B7FCB}" srcOrd="1" destOrd="0" presId="urn:microsoft.com/office/officeart/2005/8/layout/pictureOrgChart+Icon"/>
    <dgm:cxn modelId="{47B5BD17-4B82-4C24-B4D5-295B5313BA4B}" type="presParOf" srcId="{A5A5518A-BB56-4F3F-8993-F27C329B7FCB}" destId="{AAA702E3-3E57-4AD3-A800-BD54E3EE24A6}" srcOrd="0" destOrd="0" presId="urn:microsoft.com/office/officeart/2005/8/layout/pictureOrgChart+Icon"/>
    <dgm:cxn modelId="{4364EE92-ACBD-445F-9056-B5D0EC656016}" type="presParOf" srcId="{AAA702E3-3E57-4AD3-A800-BD54E3EE24A6}" destId="{2D033BC9-5F49-41ED-88C8-3E487C7DC406}" srcOrd="0" destOrd="0" presId="urn:microsoft.com/office/officeart/2005/8/layout/pictureOrgChart+Icon"/>
    <dgm:cxn modelId="{B6403B69-478E-4930-B6F2-42E687E84A1A}" type="presParOf" srcId="{AAA702E3-3E57-4AD3-A800-BD54E3EE24A6}" destId="{83511262-8B21-4D35-ADAD-BAC1A6EAD100}" srcOrd="1" destOrd="0" presId="urn:microsoft.com/office/officeart/2005/8/layout/pictureOrgChart+Icon"/>
    <dgm:cxn modelId="{4D85AD45-5439-4034-B729-153455EA7B21}" type="presParOf" srcId="{AAA702E3-3E57-4AD3-A800-BD54E3EE24A6}" destId="{4A505D3F-6157-4926-9FD1-0083D5CC0CAD}" srcOrd="2" destOrd="0" presId="urn:microsoft.com/office/officeart/2005/8/layout/pictureOrgChart+Icon"/>
    <dgm:cxn modelId="{CBB38AC0-7C3D-4C16-8818-B3471144DF62}" type="presParOf" srcId="{A5A5518A-BB56-4F3F-8993-F27C329B7FCB}" destId="{F02C2477-D6D2-4433-86DC-AC4E91AEB5F0}" srcOrd="1" destOrd="0" presId="urn:microsoft.com/office/officeart/2005/8/layout/pictureOrgChart+Icon"/>
    <dgm:cxn modelId="{CB5DD85E-EAD9-49C3-B114-A654A6ED0F9A}" type="presParOf" srcId="{F02C2477-D6D2-4433-86DC-AC4E91AEB5F0}" destId="{737C5AC5-83F3-4E91-ADA5-28ACA4DFCB2C}" srcOrd="0" destOrd="0" presId="urn:microsoft.com/office/officeart/2005/8/layout/pictureOrgChart+Icon"/>
    <dgm:cxn modelId="{B3CBBC95-8E70-49AC-A75C-C1377957CF4F}" type="presParOf" srcId="{F02C2477-D6D2-4433-86DC-AC4E91AEB5F0}" destId="{667BEA17-F9A3-41EC-8495-27F12DB73F0C}" srcOrd="1" destOrd="0" presId="urn:microsoft.com/office/officeart/2005/8/layout/pictureOrgChart+Icon"/>
    <dgm:cxn modelId="{E21A9D28-5ACB-49D8-9A6C-90B1466DFE60}" type="presParOf" srcId="{667BEA17-F9A3-41EC-8495-27F12DB73F0C}" destId="{F7424AFE-11F1-422A-9F25-BDC4A20180CF}" srcOrd="0" destOrd="0" presId="urn:microsoft.com/office/officeart/2005/8/layout/pictureOrgChart+Icon"/>
    <dgm:cxn modelId="{C56545A6-AD47-4540-BF62-BF324AEBFA21}" type="presParOf" srcId="{F7424AFE-11F1-422A-9F25-BDC4A20180CF}" destId="{7A814E9D-2D41-4230-8019-FD5A72DB6F9E}" srcOrd="0" destOrd="0" presId="urn:microsoft.com/office/officeart/2005/8/layout/pictureOrgChart+Icon"/>
    <dgm:cxn modelId="{940F4B6E-98DD-49FD-BF43-F4003DD7C159}" type="presParOf" srcId="{F7424AFE-11F1-422A-9F25-BDC4A20180CF}" destId="{E0D87418-6271-47B7-AF4E-F38C21B22398}" srcOrd="1" destOrd="0" presId="urn:microsoft.com/office/officeart/2005/8/layout/pictureOrgChart+Icon"/>
    <dgm:cxn modelId="{066BA8ED-2340-416A-999F-A628D704F87D}" type="presParOf" srcId="{F7424AFE-11F1-422A-9F25-BDC4A20180CF}" destId="{00271583-4713-4A1F-BA37-741B7EC78442}" srcOrd="2" destOrd="0" presId="urn:microsoft.com/office/officeart/2005/8/layout/pictureOrgChart+Icon"/>
    <dgm:cxn modelId="{464EC09B-568B-47DE-B4A7-5CA4D18B26E1}" type="presParOf" srcId="{667BEA17-F9A3-41EC-8495-27F12DB73F0C}" destId="{A8896C71-40B6-4169-A8D5-23DC33912076}" srcOrd="1" destOrd="0" presId="urn:microsoft.com/office/officeart/2005/8/layout/pictureOrgChart+Icon"/>
    <dgm:cxn modelId="{084861E1-4C97-45EC-AC2A-F95C9D642850}" type="presParOf" srcId="{667BEA17-F9A3-41EC-8495-27F12DB73F0C}" destId="{2B6D4EBC-ABBF-472B-92C5-F2ECE99B0DF3}" srcOrd="2" destOrd="0" presId="urn:microsoft.com/office/officeart/2005/8/layout/pictureOrgChart+Icon"/>
    <dgm:cxn modelId="{BA68046A-EB6D-44EC-885E-530C2A28FF74}" type="presParOf" srcId="{F02C2477-D6D2-4433-86DC-AC4E91AEB5F0}" destId="{8589FE92-AF89-4A55-9783-92933ADC093E}" srcOrd="2" destOrd="0" presId="urn:microsoft.com/office/officeart/2005/8/layout/pictureOrgChart+Icon"/>
    <dgm:cxn modelId="{D3F9417A-FFF9-4F73-ABD8-9BB3FDF1B9EC}" type="presParOf" srcId="{F02C2477-D6D2-4433-86DC-AC4E91AEB5F0}" destId="{F128B3EF-8DE6-4B65-8DC3-2DEAA0E772C7}" srcOrd="3" destOrd="0" presId="urn:microsoft.com/office/officeart/2005/8/layout/pictureOrgChart+Icon"/>
    <dgm:cxn modelId="{4DFBB823-B2FF-4B87-B277-FFAC8FD6D294}" type="presParOf" srcId="{F128B3EF-8DE6-4B65-8DC3-2DEAA0E772C7}" destId="{1DB38448-75BA-4F2A-9D90-33884CEF4A38}" srcOrd="0" destOrd="0" presId="urn:microsoft.com/office/officeart/2005/8/layout/pictureOrgChart+Icon"/>
    <dgm:cxn modelId="{025D9C99-6B70-4AFD-B00C-1F90158426A9}" type="presParOf" srcId="{1DB38448-75BA-4F2A-9D90-33884CEF4A38}" destId="{A7836B6D-3B8C-4D95-9BD1-BB6FC7857759}" srcOrd="0" destOrd="0" presId="urn:microsoft.com/office/officeart/2005/8/layout/pictureOrgChart+Icon"/>
    <dgm:cxn modelId="{6370549F-E48C-4C6B-91BE-58DC631E1421}" type="presParOf" srcId="{1DB38448-75BA-4F2A-9D90-33884CEF4A38}" destId="{64A20AA3-58B3-4F4B-B59C-7FB89056BEFF}" srcOrd="1" destOrd="0" presId="urn:microsoft.com/office/officeart/2005/8/layout/pictureOrgChart+Icon"/>
    <dgm:cxn modelId="{FBBE81F5-56F7-4A2B-9FFC-4A989965DBB8}" type="presParOf" srcId="{1DB38448-75BA-4F2A-9D90-33884CEF4A38}" destId="{44FCC9E2-AAEC-411C-814C-89EC82E860F1}" srcOrd="2" destOrd="0" presId="urn:microsoft.com/office/officeart/2005/8/layout/pictureOrgChart+Icon"/>
    <dgm:cxn modelId="{5E3C5D13-445F-4B6C-8BF0-E3B3D02393E9}" type="presParOf" srcId="{F128B3EF-8DE6-4B65-8DC3-2DEAA0E772C7}" destId="{E8F222B2-011C-4BBE-AA36-A0C5C691AA93}" srcOrd="1" destOrd="0" presId="urn:microsoft.com/office/officeart/2005/8/layout/pictureOrgChart+Icon"/>
    <dgm:cxn modelId="{A6750D06-2866-416E-B815-232D9C2C6857}" type="presParOf" srcId="{E8F222B2-011C-4BBE-AA36-A0C5C691AA93}" destId="{7FEAF8C8-86D9-447D-A5BA-CEA942EB5877}" srcOrd="0" destOrd="0" presId="urn:microsoft.com/office/officeart/2005/8/layout/pictureOrgChart+Icon"/>
    <dgm:cxn modelId="{D3F1B32F-CA72-4624-BB09-8CD1E36C5EDE}" type="presParOf" srcId="{E8F222B2-011C-4BBE-AA36-A0C5C691AA93}" destId="{D400C0DC-BDD6-4A8F-94EE-B275CDB3FE85}" srcOrd="1" destOrd="0" presId="urn:microsoft.com/office/officeart/2005/8/layout/pictureOrgChart+Icon"/>
    <dgm:cxn modelId="{FD91E0C0-C771-497B-A6CE-FA866E90169B}" type="presParOf" srcId="{D400C0DC-BDD6-4A8F-94EE-B275CDB3FE85}" destId="{BDCDA9F9-CB6E-4C81-A4E2-07A7BEA8A11A}" srcOrd="0" destOrd="0" presId="urn:microsoft.com/office/officeart/2005/8/layout/pictureOrgChart+Icon"/>
    <dgm:cxn modelId="{2B3C92A6-C11D-40BA-911B-54E5850A1492}" type="presParOf" srcId="{BDCDA9F9-CB6E-4C81-A4E2-07A7BEA8A11A}" destId="{B28ABEDC-09EE-48CB-AD9D-80E8F6E2B0E9}" srcOrd="0" destOrd="0" presId="urn:microsoft.com/office/officeart/2005/8/layout/pictureOrgChart+Icon"/>
    <dgm:cxn modelId="{81070873-693C-4CBF-B25F-5A77216EBF1D}" type="presParOf" srcId="{BDCDA9F9-CB6E-4C81-A4E2-07A7BEA8A11A}" destId="{D95873DE-A077-436F-B5D8-2EE7C45D33CF}" srcOrd="1" destOrd="0" presId="urn:microsoft.com/office/officeart/2005/8/layout/pictureOrgChart+Icon"/>
    <dgm:cxn modelId="{9FF824C4-B993-4F00-8AA0-6A9BA184ED03}" type="presParOf" srcId="{BDCDA9F9-CB6E-4C81-A4E2-07A7BEA8A11A}" destId="{BE287F2F-9049-4742-B6E8-CB4169E22C48}" srcOrd="2" destOrd="0" presId="urn:microsoft.com/office/officeart/2005/8/layout/pictureOrgChart+Icon"/>
    <dgm:cxn modelId="{062A00D5-3975-435C-9CBD-8A51488B83E0}" type="presParOf" srcId="{D400C0DC-BDD6-4A8F-94EE-B275CDB3FE85}" destId="{C344548A-5387-4A20-881C-4DB52FA12C32}" srcOrd="1" destOrd="0" presId="urn:microsoft.com/office/officeart/2005/8/layout/pictureOrgChart+Icon"/>
    <dgm:cxn modelId="{A7D2E89A-6905-4D56-B687-629B5EB1F79A}" type="presParOf" srcId="{D400C0DC-BDD6-4A8F-94EE-B275CDB3FE85}" destId="{4E30FD24-A31A-4BF8-9B41-90D2359E88A8}" srcOrd="2" destOrd="0" presId="urn:microsoft.com/office/officeart/2005/8/layout/pictureOrgChart+Icon"/>
    <dgm:cxn modelId="{1266C1CA-ED26-4784-AB91-64007220F84D}" type="presParOf" srcId="{E8F222B2-011C-4BBE-AA36-A0C5C691AA93}" destId="{180930D1-0B93-46DD-B32C-8ECD44B127AB}" srcOrd="2" destOrd="0" presId="urn:microsoft.com/office/officeart/2005/8/layout/pictureOrgChart+Icon"/>
    <dgm:cxn modelId="{A1874702-57C6-4ABE-AD01-5CCADE49E491}" type="presParOf" srcId="{E8F222B2-011C-4BBE-AA36-A0C5C691AA93}" destId="{437E7FB1-A682-4CF8-AF18-363D6A696D51}" srcOrd="3" destOrd="0" presId="urn:microsoft.com/office/officeart/2005/8/layout/pictureOrgChart+Icon"/>
    <dgm:cxn modelId="{D00D8BC9-4C4B-4278-BDE4-69B65AE5CBC1}" type="presParOf" srcId="{437E7FB1-A682-4CF8-AF18-363D6A696D51}" destId="{14587B09-0A91-4849-92D6-DC879E52E29C}" srcOrd="0" destOrd="0" presId="urn:microsoft.com/office/officeart/2005/8/layout/pictureOrgChart+Icon"/>
    <dgm:cxn modelId="{55CC1495-3AF0-45D7-BC44-F486C835E44D}" type="presParOf" srcId="{14587B09-0A91-4849-92D6-DC879E52E29C}" destId="{56A4B394-1DD9-40EA-B6D2-6A603F1E52DD}" srcOrd="0" destOrd="0" presId="urn:microsoft.com/office/officeart/2005/8/layout/pictureOrgChart+Icon"/>
    <dgm:cxn modelId="{B5318605-E19D-4529-BE60-4A8173C90CCB}" type="presParOf" srcId="{14587B09-0A91-4849-92D6-DC879E52E29C}" destId="{FB53B4B1-0971-48C8-A235-9C3E8C6E7A44}" srcOrd="1" destOrd="0" presId="urn:microsoft.com/office/officeart/2005/8/layout/pictureOrgChart+Icon"/>
    <dgm:cxn modelId="{098782EB-C035-42D4-ABCC-237335120ECF}" type="presParOf" srcId="{14587B09-0A91-4849-92D6-DC879E52E29C}" destId="{2B4F5E06-E8E8-4917-B701-5967CA1C7267}" srcOrd="2" destOrd="0" presId="urn:microsoft.com/office/officeart/2005/8/layout/pictureOrgChart+Icon"/>
    <dgm:cxn modelId="{7157EC80-A8A7-4A31-A49D-92BD32857904}" type="presParOf" srcId="{437E7FB1-A682-4CF8-AF18-363D6A696D51}" destId="{6073D6CD-4C2B-49F9-BD59-8E8699B28BC3}" srcOrd="1" destOrd="0" presId="urn:microsoft.com/office/officeart/2005/8/layout/pictureOrgChart+Icon"/>
    <dgm:cxn modelId="{99A4A3DC-6442-45FB-A331-28019E1E790A}" type="presParOf" srcId="{437E7FB1-A682-4CF8-AF18-363D6A696D51}" destId="{E9912ADB-BEFD-4A62-9DDE-1FDFB48D24A2}" srcOrd="2" destOrd="0" presId="urn:microsoft.com/office/officeart/2005/8/layout/pictureOrgChart+Icon"/>
    <dgm:cxn modelId="{03202EB5-F6BE-4723-8BF8-22DFF6CCEC86}" type="presParOf" srcId="{F128B3EF-8DE6-4B65-8DC3-2DEAA0E772C7}" destId="{07B3BC60-BD9C-49F0-92D1-E2415497DEBB}" srcOrd="2" destOrd="0" presId="urn:microsoft.com/office/officeart/2005/8/layout/pictureOrgChart+Icon"/>
    <dgm:cxn modelId="{555ED010-6868-44BA-9AE4-AE25DF2B42BC}" type="presParOf" srcId="{F02C2477-D6D2-4433-86DC-AC4E91AEB5F0}" destId="{EAF8E7E0-B6CA-4C5A-9745-EEE70B54F806}" srcOrd="4" destOrd="0" presId="urn:microsoft.com/office/officeart/2005/8/layout/pictureOrgChart+Icon"/>
    <dgm:cxn modelId="{00E33C0A-358D-4EDF-883D-616FB169BEF5}" type="presParOf" srcId="{F02C2477-D6D2-4433-86DC-AC4E91AEB5F0}" destId="{11994AA2-9FB0-452E-914C-5C2660771760}" srcOrd="5" destOrd="0" presId="urn:microsoft.com/office/officeart/2005/8/layout/pictureOrgChart+Icon"/>
    <dgm:cxn modelId="{A7EE3D75-EB4A-41E3-A638-FCE5F8EB5E8C}" type="presParOf" srcId="{11994AA2-9FB0-452E-914C-5C2660771760}" destId="{00226122-7236-4F52-B9BA-966933005DA4}" srcOrd="0" destOrd="0" presId="urn:microsoft.com/office/officeart/2005/8/layout/pictureOrgChart+Icon"/>
    <dgm:cxn modelId="{0F2024DB-0DA4-438A-8F94-1027D12B2556}" type="presParOf" srcId="{00226122-7236-4F52-B9BA-966933005DA4}" destId="{B66D803B-417A-45AC-8292-2C63EC0C3D3C}" srcOrd="0" destOrd="0" presId="urn:microsoft.com/office/officeart/2005/8/layout/pictureOrgChart+Icon"/>
    <dgm:cxn modelId="{C27F6F39-DFE1-45F7-A59D-8D4693A7021D}" type="presParOf" srcId="{00226122-7236-4F52-B9BA-966933005DA4}" destId="{B61702FB-11C3-48A8-BF2A-9C135A6DBBFC}" srcOrd="1" destOrd="0" presId="urn:microsoft.com/office/officeart/2005/8/layout/pictureOrgChart+Icon"/>
    <dgm:cxn modelId="{F296AC11-F985-462A-B2B3-341EDFD86CE2}" type="presParOf" srcId="{00226122-7236-4F52-B9BA-966933005DA4}" destId="{CBE91D47-01BA-41E4-A4F0-19EBE7DCEA64}" srcOrd="2" destOrd="0" presId="urn:microsoft.com/office/officeart/2005/8/layout/pictureOrgChart+Icon"/>
    <dgm:cxn modelId="{F13306D4-B549-4A3A-BA8D-A1CD84E6CAA4}" type="presParOf" srcId="{11994AA2-9FB0-452E-914C-5C2660771760}" destId="{6C7AC1DF-FAA7-4296-9A6D-050A0F12FCA0}" srcOrd="1" destOrd="0" presId="urn:microsoft.com/office/officeart/2005/8/layout/pictureOrgChart+Icon"/>
    <dgm:cxn modelId="{BE64B8F1-1816-4613-A485-BD5E79B1DDD7}" type="presParOf" srcId="{11994AA2-9FB0-452E-914C-5C2660771760}" destId="{39DD4CE1-A116-4027-93DA-3222A5E71CBE}" srcOrd="2" destOrd="0" presId="urn:microsoft.com/office/officeart/2005/8/layout/pictureOrgChart+Icon"/>
    <dgm:cxn modelId="{13F7C969-D961-428D-A6AC-300F5A38DB3B}" type="presParOf" srcId="{A5A5518A-BB56-4F3F-8993-F27C329B7FCB}" destId="{8F7E6A11-765C-4515-87CF-C674E4C8144D}" srcOrd="2" destOrd="0" presId="urn:microsoft.com/office/officeart/2005/8/layout/pictureOrgChart+Icon"/>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00.xml><?xml version="1.0" encoding="utf-8"?>
<dgm:dataModel xmlns:dgm="http://schemas.openxmlformats.org/drawingml/2006/diagram" xmlns:a="http://schemas.openxmlformats.org/drawingml/2006/main">
  <dgm:ptLst>
    <dgm:pt modelId="{B9C32B05-62EA-407A-B21C-2310C7945705}" type="doc">
      <dgm:prSet loTypeId="urn:microsoft.com/office/officeart/2008/layout/NameandTitleOrganizationalChart" loCatId="hierarchy"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3AF880A5-0F00-4315-A5DF-1FE656798601}">
      <dgm:prSet phldrT="[Text]"/>
      <dgm:spPr/>
      <dgm:t>
        <a:bodyPr/>
        <a:lstStyle/>
        <a:p>
          <a:r>
            <a:rPr lang="en-US" dirty="0"/>
            <a:t>Some text here</a:t>
          </a:r>
        </a:p>
      </dgm:t>
    </dgm:pt>
    <dgm:pt modelId="{A13BB1F9-5857-4B43-8BF5-6589AA2CB759}" type="parTrans" cxnId="{24F8CBE2-5003-4E69-A772-6B98F2B05181}">
      <dgm:prSet/>
      <dgm:spPr/>
      <dgm:t>
        <a:bodyPr/>
        <a:lstStyle/>
        <a:p>
          <a:endParaRPr lang="en-US"/>
        </a:p>
      </dgm:t>
    </dgm:pt>
    <dgm:pt modelId="{C198C41D-2640-4669-83ED-E0CD35701C8E}" type="sibTrans" cxnId="{24F8CBE2-5003-4E69-A772-6B98F2B05181}">
      <dgm:prSet/>
      <dgm:spPr/>
      <dgm:t>
        <a:bodyPr/>
        <a:lstStyle/>
        <a:p>
          <a:endParaRPr lang="en-US"/>
        </a:p>
      </dgm:t>
    </dgm:pt>
    <dgm:pt modelId="{8EA7219F-BDB2-48EB-9EEB-3133522D132E}">
      <dgm:prSet phldrT="[Text]"/>
      <dgm:spPr/>
      <dgm:t>
        <a:bodyPr/>
        <a:lstStyle/>
        <a:p>
          <a:r>
            <a:rPr lang="en-US" dirty="0"/>
            <a:t>Some text here</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932A6641-B47E-48FC-963F-311CBB9F360A}">
      <dgm:prSet phldrT="[Text]"/>
      <dgm:spPr/>
      <dgm:t>
        <a:bodyPr/>
        <a:lstStyle/>
        <a:p>
          <a:r>
            <a:rPr lang="en-US" dirty="0"/>
            <a:t>Some text here</a:t>
          </a:r>
        </a:p>
      </dgm:t>
    </dgm:pt>
    <dgm:pt modelId="{BCC541E2-3A60-4FA0-82BC-A407780EE7DB}" type="parTrans" cxnId="{FD0D0812-3766-4422-AB8F-58752BCDBE07}">
      <dgm:prSet/>
      <dgm:spPr/>
      <dgm:t>
        <a:bodyPr/>
        <a:lstStyle/>
        <a:p>
          <a:endParaRPr lang="en-US"/>
        </a:p>
      </dgm:t>
    </dgm:pt>
    <dgm:pt modelId="{0E70FA36-C3C7-4A08-A69A-A16BAA6AE9D9}" type="sibTrans" cxnId="{FD0D0812-3766-4422-AB8F-58752BCDBE07}">
      <dgm:prSet/>
      <dgm:spPr/>
      <dgm:t>
        <a:bodyPr/>
        <a:lstStyle/>
        <a:p>
          <a:endParaRPr lang="en-US"/>
        </a:p>
      </dgm:t>
    </dgm:pt>
    <dgm:pt modelId="{4BA18BE3-76AF-4784-B88C-E6CBCD2F071D}">
      <dgm:prSet phldrT="[Text]"/>
      <dgm:spPr/>
      <dgm:t>
        <a:bodyPr/>
        <a:lstStyle/>
        <a:p>
          <a:r>
            <a:rPr lang="en-US" dirty="0"/>
            <a:t>Lorem Ipsum</a:t>
          </a:r>
        </a:p>
      </dgm:t>
    </dgm:pt>
    <dgm:pt modelId="{F311B72A-4693-439B-B5FA-1DF24549868D}" type="parTrans" cxnId="{C090E0C7-A6D4-4BA1-9B03-2EFDAD8A5566}">
      <dgm:prSet/>
      <dgm:spPr/>
      <dgm:t>
        <a:bodyPr/>
        <a:lstStyle/>
        <a:p>
          <a:endParaRPr lang="en-US"/>
        </a:p>
      </dgm:t>
    </dgm:pt>
    <dgm:pt modelId="{69F24039-803C-4756-A1B8-FBF2156E9D4C}" type="sibTrans" cxnId="{C090E0C7-A6D4-4BA1-9B03-2EFDAD8A5566}">
      <dgm:prSet/>
      <dgm:spPr/>
      <dgm:t>
        <a:bodyPr/>
        <a:lstStyle/>
        <a:p>
          <a:endParaRPr lang="en-US"/>
        </a:p>
      </dgm:t>
    </dgm:pt>
    <dgm:pt modelId="{20756689-7025-4249-855C-E1B9E406D071}">
      <dgm:prSet phldrT="[Text]"/>
      <dgm:spPr/>
      <dgm:t>
        <a:bodyPr/>
        <a:lstStyle/>
        <a:p>
          <a:r>
            <a:rPr lang="en-US" dirty="0"/>
            <a:t>Some text here</a:t>
          </a:r>
        </a:p>
      </dgm:t>
    </dgm:pt>
    <dgm:pt modelId="{35317DED-DAB5-4D19-A43C-B397362CAEDA}" type="parTrans" cxnId="{6F3D1AE8-CFB6-4B7D-AEC2-50286838EC66}">
      <dgm:prSet/>
      <dgm:spPr/>
      <dgm:t>
        <a:bodyPr/>
        <a:lstStyle/>
        <a:p>
          <a:endParaRPr lang="en-US"/>
        </a:p>
      </dgm:t>
    </dgm:pt>
    <dgm:pt modelId="{3989E804-22C8-41DA-9860-B05F5E23DB7D}" type="sibTrans" cxnId="{6F3D1AE8-CFB6-4B7D-AEC2-50286838EC66}">
      <dgm:prSet/>
      <dgm:spPr/>
      <dgm:t>
        <a:bodyPr/>
        <a:lstStyle/>
        <a:p>
          <a:endParaRPr lang="en-US"/>
        </a:p>
      </dgm:t>
    </dgm:pt>
    <dgm:pt modelId="{8974B798-5918-482F-B5A9-E46BE542E933}">
      <dgm:prSet phldrT="[Text]"/>
      <dgm:spPr/>
      <dgm:t>
        <a:bodyPr/>
        <a:lstStyle/>
        <a:p>
          <a:r>
            <a:rPr lang="en-US" dirty="0"/>
            <a:t>Some text here</a:t>
          </a:r>
        </a:p>
      </dgm:t>
    </dgm:pt>
    <dgm:pt modelId="{5C99B770-4BAA-4DEC-8579-B0585C27094D}" type="parTrans" cxnId="{527804B1-D1FF-4656-9961-0B19DE1749F3}">
      <dgm:prSet/>
      <dgm:spPr/>
      <dgm:t>
        <a:bodyPr/>
        <a:lstStyle/>
        <a:p>
          <a:endParaRPr lang="en-US"/>
        </a:p>
      </dgm:t>
    </dgm:pt>
    <dgm:pt modelId="{E5187230-592F-4D79-88AD-6E92D9425AB4}" type="sibTrans" cxnId="{527804B1-D1FF-4656-9961-0B19DE1749F3}">
      <dgm:prSet/>
      <dgm:spPr/>
      <dgm:t>
        <a:bodyPr/>
        <a:lstStyle/>
        <a:p>
          <a:endParaRPr lang="en-US"/>
        </a:p>
      </dgm:t>
    </dgm:pt>
    <dgm:pt modelId="{05FECB41-6D4B-45D2-8EBA-87192101F0F0}">
      <dgm:prSet phldrT="[Text]"/>
      <dgm:spPr/>
      <dgm:t>
        <a:bodyPr/>
        <a:lstStyle/>
        <a:p>
          <a:r>
            <a:rPr lang="en-US" dirty="0"/>
            <a:t>Some text here</a:t>
          </a:r>
        </a:p>
      </dgm:t>
    </dgm:pt>
    <dgm:pt modelId="{AA5859CE-1935-428E-8F3A-D00391A9A382}" type="parTrans" cxnId="{E65C054B-9B15-4FA5-9C41-E42B668491E6}">
      <dgm:prSet/>
      <dgm:spPr/>
      <dgm:t>
        <a:bodyPr/>
        <a:lstStyle/>
        <a:p>
          <a:endParaRPr lang="en-US"/>
        </a:p>
      </dgm:t>
    </dgm:pt>
    <dgm:pt modelId="{C5D3D9B1-03B8-4AB8-AB31-9E49A99D6797}" type="sibTrans" cxnId="{E65C054B-9B15-4FA5-9C41-E42B668491E6}">
      <dgm:prSet/>
      <dgm:spPr/>
      <dgm:t>
        <a:bodyPr/>
        <a:lstStyle/>
        <a:p>
          <a:endParaRPr lang="en-US"/>
        </a:p>
      </dgm:t>
    </dgm:pt>
    <dgm:pt modelId="{0A0E61DB-8A10-4B79-92D2-5500D5AEF449}">
      <dgm:prSet phldrT="[Text]"/>
      <dgm:spPr/>
      <dgm:t>
        <a:bodyPr/>
        <a:lstStyle/>
        <a:p>
          <a:r>
            <a:rPr lang="en-US" dirty="0"/>
            <a:t>Some text here</a:t>
          </a:r>
        </a:p>
      </dgm:t>
    </dgm:pt>
    <dgm:pt modelId="{1441988F-AAA1-489E-9170-F8F553C17D69}" type="parTrans" cxnId="{E82059C4-2D23-4B7D-B1A6-48C9187CD97C}">
      <dgm:prSet/>
      <dgm:spPr/>
      <dgm:t>
        <a:bodyPr/>
        <a:lstStyle/>
        <a:p>
          <a:endParaRPr lang="en-US"/>
        </a:p>
      </dgm:t>
    </dgm:pt>
    <dgm:pt modelId="{E2296C67-3533-41D6-AE9D-C2B4E4E8558A}" type="sibTrans" cxnId="{E82059C4-2D23-4B7D-B1A6-48C9187CD97C}">
      <dgm:prSet/>
      <dgm:spPr/>
      <dgm:t>
        <a:bodyPr/>
        <a:lstStyle/>
        <a:p>
          <a:endParaRPr lang="en-US"/>
        </a:p>
      </dgm:t>
    </dgm:pt>
    <dgm:pt modelId="{BD9D4297-6FB3-4567-94EF-0C16B90CF6EE}">
      <dgm:prSet phldrT="[Text]"/>
      <dgm:spPr/>
      <dgm:t>
        <a:bodyPr/>
        <a:lstStyle/>
        <a:p>
          <a:r>
            <a:rPr lang="en-US" dirty="0"/>
            <a:t>Some text here</a:t>
          </a:r>
        </a:p>
      </dgm:t>
    </dgm:pt>
    <dgm:pt modelId="{9781E5FE-8933-414F-9B91-853E486F6EB8}" type="parTrans" cxnId="{256C6CD2-65FD-4572-BD4E-97E8EF5C14D2}">
      <dgm:prSet/>
      <dgm:spPr/>
      <dgm:t>
        <a:bodyPr/>
        <a:lstStyle/>
        <a:p>
          <a:endParaRPr lang="en-US"/>
        </a:p>
      </dgm:t>
    </dgm:pt>
    <dgm:pt modelId="{88E4D77E-C0B0-43A7-9C74-04F9B276C715}" type="sibTrans" cxnId="{256C6CD2-65FD-4572-BD4E-97E8EF5C14D2}">
      <dgm:prSet/>
      <dgm:spPr/>
      <dgm:t>
        <a:bodyPr/>
        <a:lstStyle/>
        <a:p>
          <a:endParaRPr lang="en-US"/>
        </a:p>
      </dgm:t>
    </dgm:pt>
    <dgm:pt modelId="{009D16B7-70FD-44AD-BF03-95B7EC4EA1B8}">
      <dgm:prSet phldrT="[Text]"/>
      <dgm:spPr/>
      <dgm:t>
        <a:bodyPr/>
        <a:lstStyle/>
        <a:p>
          <a:r>
            <a:rPr lang="en-US" dirty="0"/>
            <a:t>Some text here</a:t>
          </a:r>
        </a:p>
      </dgm:t>
    </dgm:pt>
    <dgm:pt modelId="{2333A213-60C5-461F-B279-16EDBC73ED60}" type="parTrans" cxnId="{25A8B9B5-8ECA-4BA8-BD0B-C66422C68B37}">
      <dgm:prSet/>
      <dgm:spPr/>
      <dgm:t>
        <a:bodyPr/>
        <a:lstStyle/>
        <a:p>
          <a:endParaRPr lang="en-US"/>
        </a:p>
      </dgm:t>
    </dgm:pt>
    <dgm:pt modelId="{A81D492D-0283-4C39-A3E7-CB60736D7F5F}" type="sibTrans" cxnId="{25A8B9B5-8ECA-4BA8-BD0B-C66422C68B37}">
      <dgm:prSet/>
      <dgm:spPr/>
      <dgm:t>
        <a:bodyPr/>
        <a:lstStyle/>
        <a:p>
          <a:endParaRPr lang="en-US"/>
        </a:p>
      </dgm:t>
    </dgm:pt>
    <dgm:pt modelId="{B1AA76E5-3332-4580-BF94-116481F2168D}">
      <dgm:prSet phldrT="[Text]"/>
      <dgm:spPr/>
      <dgm:t>
        <a:bodyPr/>
        <a:lstStyle/>
        <a:p>
          <a:r>
            <a:rPr lang="en-US"/>
            <a:t>Some </a:t>
          </a:r>
          <a:r>
            <a:rPr lang="en-US" dirty="0"/>
            <a:t>text here</a:t>
          </a:r>
          <a:endParaRPr lang="en-US"/>
        </a:p>
      </dgm:t>
    </dgm:pt>
    <dgm:pt modelId="{30FD7007-7389-4858-A1FF-1FE9AB289447}" type="parTrans" cxnId="{8614D306-4CB1-4DED-8831-AE41C16D93FF}">
      <dgm:prSet/>
      <dgm:spPr/>
      <dgm:t>
        <a:bodyPr/>
        <a:lstStyle/>
        <a:p>
          <a:endParaRPr lang="en-US"/>
        </a:p>
      </dgm:t>
    </dgm:pt>
    <dgm:pt modelId="{4EDE7327-4051-43BE-AA2E-58FF027C032B}" type="sibTrans" cxnId="{8614D306-4CB1-4DED-8831-AE41C16D93FF}">
      <dgm:prSet/>
      <dgm:spPr/>
      <dgm:t>
        <a:bodyPr/>
        <a:lstStyle/>
        <a:p>
          <a:endParaRPr lang="en-US"/>
        </a:p>
      </dgm:t>
    </dgm:pt>
    <dgm:pt modelId="{0F11B7D9-266A-4D69-8971-EB343CEE6D4C}" type="pres">
      <dgm:prSet presAssocID="{B9C32B05-62EA-407A-B21C-2310C7945705}" presName="hierChild1" presStyleCnt="0">
        <dgm:presLayoutVars>
          <dgm:orgChart val="1"/>
          <dgm:chPref val="1"/>
          <dgm:dir/>
          <dgm:animOne val="branch"/>
          <dgm:animLvl val="lvl"/>
          <dgm:resizeHandles/>
        </dgm:presLayoutVars>
      </dgm:prSet>
      <dgm:spPr/>
    </dgm:pt>
    <dgm:pt modelId="{EC9A94B3-7B7B-487C-8A21-9C2705FD95D6}" type="pres">
      <dgm:prSet presAssocID="{42D71409-67F9-455C-8C6D-716D284AAA6B}" presName="hierRoot1" presStyleCnt="0">
        <dgm:presLayoutVars>
          <dgm:hierBranch val="init"/>
        </dgm:presLayoutVars>
      </dgm:prSet>
      <dgm:spPr/>
    </dgm:pt>
    <dgm:pt modelId="{92120428-5D5A-401C-B0FF-480ADBEE87C2}" type="pres">
      <dgm:prSet presAssocID="{42D71409-67F9-455C-8C6D-716D284AAA6B}" presName="rootComposite1" presStyleCnt="0"/>
      <dgm:spPr/>
    </dgm:pt>
    <dgm:pt modelId="{4F4925F0-67C8-40D2-89FA-AE56F601445A}" type="pres">
      <dgm:prSet presAssocID="{42D71409-67F9-455C-8C6D-716D284AAA6B}" presName="rootText1" presStyleLbl="node0" presStyleIdx="0" presStyleCnt="2">
        <dgm:presLayoutVars>
          <dgm:chMax/>
          <dgm:chPref val="3"/>
        </dgm:presLayoutVars>
      </dgm:prSet>
      <dgm:spPr/>
    </dgm:pt>
    <dgm:pt modelId="{C6FEFF80-3A57-46AF-AF5F-EB0A7D1190E1}" type="pres">
      <dgm:prSet presAssocID="{42D71409-67F9-455C-8C6D-716D284AAA6B}" presName="titleText1" presStyleLbl="fgAcc0" presStyleIdx="0" presStyleCnt="2">
        <dgm:presLayoutVars>
          <dgm:chMax val="0"/>
          <dgm:chPref val="0"/>
        </dgm:presLayoutVars>
      </dgm:prSet>
      <dgm:spPr/>
    </dgm:pt>
    <dgm:pt modelId="{218951D3-C7DF-4D75-A304-0B4492C957E2}" type="pres">
      <dgm:prSet presAssocID="{42D71409-67F9-455C-8C6D-716D284AAA6B}" presName="rootConnector1" presStyleLbl="node1" presStyleIdx="0" presStyleCnt="10"/>
      <dgm:spPr/>
    </dgm:pt>
    <dgm:pt modelId="{BAC4512A-0375-4C81-8DBA-94679AB8B768}" type="pres">
      <dgm:prSet presAssocID="{42D71409-67F9-455C-8C6D-716D284AAA6B}" presName="hierChild2" presStyleCnt="0"/>
      <dgm:spPr/>
    </dgm:pt>
    <dgm:pt modelId="{F37931FA-FB07-441C-BFB4-06C7C6A8F35D}" type="pres">
      <dgm:prSet presAssocID="{3EE8403A-CB7C-4815-85BD-AEBCAEB71B37}" presName="Name37" presStyleLbl="parChTrans1D2" presStyleIdx="0" presStyleCnt="6"/>
      <dgm:spPr/>
    </dgm:pt>
    <dgm:pt modelId="{B362E664-0789-4212-B794-9536000F6B12}" type="pres">
      <dgm:prSet presAssocID="{8EA7219F-BDB2-48EB-9EEB-3133522D132E}" presName="hierRoot2" presStyleCnt="0">
        <dgm:presLayoutVars>
          <dgm:hierBranch val="init"/>
        </dgm:presLayoutVars>
      </dgm:prSet>
      <dgm:spPr/>
    </dgm:pt>
    <dgm:pt modelId="{EAEE42CA-9AA7-4E86-BE9E-9E406EC6BD39}" type="pres">
      <dgm:prSet presAssocID="{8EA7219F-BDB2-48EB-9EEB-3133522D132E}" presName="rootComposite" presStyleCnt="0"/>
      <dgm:spPr/>
    </dgm:pt>
    <dgm:pt modelId="{03BCC48D-3711-44EE-8A37-ABE4CA92E374}" type="pres">
      <dgm:prSet presAssocID="{8EA7219F-BDB2-48EB-9EEB-3133522D132E}" presName="rootText" presStyleLbl="node1" presStyleIdx="0" presStyleCnt="10">
        <dgm:presLayoutVars>
          <dgm:chMax/>
          <dgm:chPref val="3"/>
        </dgm:presLayoutVars>
      </dgm:prSet>
      <dgm:spPr/>
    </dgm:pt>
    <dgm:pt modelId="{BAD41E60-4D81-40C2-A39B-FA2808769252}" type="pres">
      <dgm:prSet presAssocID="{8EA7219F-BDB2-48EB-9EEB-3133522D132E}" presName="titleText2" presStyleLbl="fgAcc1" presStyleIdx="0" presStyleCnt="10">
        <dgm:presLayoutVars>
          <dgm:chMax val="0"/>
          <dgm:chPref val="0"/>
        </dgm:presLayoutVars>
      </dgm:prSet>
      <dgm:spPr/>
    </dgm:pt>
    <dgm:pt modelId="{9E2ECC59-BAD2-482D-8C68-976A5E61B1D4}" type="pres">
      <dgm:prSet presAssocID="{8EA7219F-BDB2-48EB-9EEB-3133522D132E}" presName="rootConnector" presStyleLbl="node2" presStyleIdx="0" presStyleCnt="0"/>
      <dgm:spPr/>
    </dgm:pt>
    <dgm:pt modelId="{A9834EE6-44D7-4057-AC74-178A9D714ACA}" type="pres">
      <dgm:prSet presAssocID="{8EA7219F-BDB2-48EB-9EEB-3133522D132E}" presName="hierChild4" presStyleCnt="0"/>
      <dgm:spPr/>
    </dgm:pt>
    <dgm:pt modelId="{81F590AB-333F-4A3D-8C6D-42AD58D5FBDC}" type="pres">
      <dgm:prSet presAssocID="{1441988F-AAA1-489E-9170-F8F553C17D69}" presName="Name37" presStyleLbl="parChTrans1D3" presStyleIdx="0" presStyleCnt="4"/>
      <dgm:spPr/>
    </dgm:pt>
    <dgm:pt modelId="{6F6849D9-E25A-4FD5-84E5-4558DDF79A7F}" type="pres">
      <dgm:prSet presAssocID="{0A0E61DB-8A10-4B79-92D2-5500D5AEF449}" presName="hierRoot2" presStyleCnt="0">
        <dgm:presLayoutVars>
          <dgm:hierBranch val="init"/>
        </dgm:presLayoutVars>
      </dgm:prSet>
      <dgm:spPr/>
    </dgm:pt>
    <dgm:pt modelId="{DD131947-B315-4C4B-8F19-9AD87F00BE07}" type="pres">
      <dgm:prSet presAssocID="{0A0E61DB-8A10-4B79-92D2-5500D5AEF449}" presName="rootComposite" presStyleCnt="0"/>
      <dgm:spPr/>
    </dgm:pt>
    <dgm:pt modelId="{BCE6CA81-80A7-4DFA-B678-F7F1AEDBF390}" type="pres">
      <dgm:prSet presAssocID="{0A0E61DB-8A10-4B79-92D2-5500D5AEF449}" presName="rootText" presStyleLbl="node1" presStyleIdx="1" presStyleCnt="10">
        <dgm:presLayoutVars>
          <dgm:chMax/>
          <dgm:chPref val="3"/>
        </dgm:presLayoutVars>
      </dgm:prSet>
      <dgm:spPr/>
    </dgm:pt>
    <dgm:pt modelId="{83237109-3EAF-4B0A-A38A-D32E24BF7CE8}" type="pres">
      <dgm:prSet presAssocID="{0A0E61DB-8A10-4B79-92D2-5500D5AEF449}" presName="titleText2" presStyleLbl="fgAcc1" presStyleIdx="1" presStyleCnt="10">
        <dgm:presLayoutVars>
          <dgm:chMax val="0"/>
          <dgm:chPref val="0"/>
        </dgm:presLayoutVars>
      </dgm:prSet>
      <dgm:spPr/>
    </dgm:pt>
    <dgm:pt modelId="{260C1877-E7DE-40FA-8CCB-A213F515300D}" type="pres">
      <dgm:prSet presAssocID="{0A0E61DB-8A10-4B79-92D2-5500D5AEF449}" presName="rootConnector" presStyleLbl="node3" presStyleIdx="0" presStyleCnt="0"/>
      <dgm:spPr/>
    </dgm:pt>
    <dgm:pt modelId="{DADCF2FA-6025-46DA-B597-9CAD8893D190}" type="pres">
      <dgm:prSet presAssocID="{0A0E61DB-8A10-4B79-92D2-5500D5AEF449}" presName="hierChild4" presStyleCnt="0"/>
      <dgm:spPr/>
    </dgm:pt>
    <dgm:pt modelId="{EE2C7F14-93DE-469A-B2FD-207E92AF91D4}" type="pres">
      <dgm:prSet presAssocID="{0A0E61DB-8A10-4B79-92D2-5500D5AEF449}" presName="hierChild5" presStyleCnt="0"/>
      <dgm:spPr/>
    </dgm:pt>
    <dgm:pt modelId="{4413D567-2EAA-49B6-BAC3-5A253F712D88}" type="pres">
      <dgm:prSet presAssocID="{AA5859CE-1935-428E-8F3A-D00391A9A382}" presName="Name37" presStyleLbl="parChTrans1D3" presStyleIdx="1" presStyleCnt="4"/>
      <dgm:spPr/>
    </dgm:pt>
    <dgm:pt modelId="{1F1330E6-BB01-4665-AADA-52AEB95952E1}" type="pres">
      <dgm:prSet presAssocID="{05FECB41-6D4B-45D2-8EBA-87192101F0F0}" presName="hierRoot2" presStyleCnt="0">
        <dgm:presLayoutVars>
          <dgm:hierBranch val="init"/>
        </dgm:presLayoutVars>
      </dgm:prSet>
      <dgm:spPr/>
    </dgm:pt>
    <dgm:pt modelId="{BE9C06BF-48B4-4A31-9785-678FB8B490AE}" type="pres">
      <dgm:prSet presAssocID="{05FECB41-6D4B-45D2-8EBA-87192101F0F0}" presName="rootComposite" presStyleCnt="0"/>
      <dgm:spPr/>
    </dgm:pt>
    <dgm:pt modelId="{C6293E6B-31EC-4FED-A5CC-E598868219EC}" type="pres">
      <dgm:prSet presAssocID="{05FECB41-6D4B-45D2-8EBA-87192101F0F0}" presName="rootText" presStyleLbl="node1" presStyleIdx="2" presStyleCnt="10">
        <dgm:presLayoutVars>
          <dgm:chMax/>
          <dgm:chPref val="3"/>
        </dgm:presLayoutVars>
      </dgm:prSet>
      <dgm:spPr/>
    </dgm:pt>
    <dgm:pt modelId="{C2D6C54C-1398-46D9-BD7B-965E364C4B7E}" type="pres">
      <dgm:prSet presAssocID="{05FECB41-6D4B-45D2-8EBA-87192101F0F0}" presName="titleText2" presStyleLbl="fgAcc1" presStyleIdx="2" presStyleCnt="10">
        <dgm:presLayoutVars>
          <dgm:chMax val="0"/>
          <dgm:chPref val="0"/>
        </dgm:presLayoutVars>
      </dgm:prSet>
      <dgm:spPr/>
    </dgm:pt>
    <dgm:pt modelId="{AD4B0C07-23F5-4501-B377-D73B9D04C0D0}" type="pres">
      <dgm:prSet presAssocID="{05FECB41-6D4B-45D2-8EBA-87192101F0F0}" presName="rootConnector" presStyleLbl="node3" presStyleIdx="0" presStyleCnt="0"/>
      <dgm:spPr/>
    </dgm:pt>
    <dgm:pt modelId="{A1BBD55C-64D4-4B75-AFE4-3A07A114EF4D}" type="pres">
      <dgm:prSet presAssocID="{05FECB41-6D4B-45D2-8EBA-87192101F0F0}" presName="hierChild4" presStyleCnt="0"/>
      <dgm:spPr/>
    </dgm:pt>
    <dgm:pt modelId="{2261EFFC-4890-45A7-B881-F462E91D3D9A}" type="pres">
      <dgm:prSet presAssocID="{05FECB41-6D4B-45D2-8EBA-87192101F0F0}" presName="hierChild5" presStyleCnt="0"/>
      <dgm:spPr/>
    </dgm:pt>
    <dgm:pt modelId="{CE5729A6-FAA0-45AD-B9F1-851C30772FC7}" type="pres">
      <dgm:prSet presAssocID="{8EA7219F-BDB2-48EB-9EEB-3133522D132E}" presName="hierChild5" presStyleCnt="0"/>
      <dgm:spPr/>
    </dgm:pt>
    <dgm:pt modelId="{43C34EBC-A650-49B3-A948-6B5DFF0215CE}" type="pres">
      <dgm:prSet presAssocID="{A13BB1F9-5857-4B43-8BF5-6589AA2CB759}" presName="Name37" presStyleLbl="parChTrans1D2" presStyleIdx="1" presStyleCnt="6"/>
      <dgm:spPr/>
    </dgm:pt>
    <dgm:pt modelId="{959A5EB2-4A3F-4D54-B0AB-986097D1587A}" type="pres">
      <dgm:prSet presAssocID="{3AF880A5-0F00-4315-A5DF-1FE656798601}" presName="hierRoot2" presStyleCnt="0">
        <dgm:presLayoutVars>
          <dgm:hierBranch val="init"/>
        </dgm:presLayoutVars>
      </dgm:prSet>
      <dgm:spPr/>
    </dgm:pt>
    <dgm:pt modelId="{80E759BF-EE2D-4C09-9F59-8510EDC797F1}" type="pres">
      <dgm:prSet presAssocID="{3AF880A5-0F00-4315-A5DF-1FE656798601}" presName="rootComposite" presStyleCnt="0"/>
      <dgm:spPr/>
    </dgm:pt>
    <dgm:pt modelId="{71B02149-6D92-4665-BBB2-B752AFB75666}" type="pres">
      <dgm:prSet presAssocID="{3AF880A5-0F00-4315-A5DF-1FE656798601}" presName="rootText" presStyleLbl="node1" presStyleIdx="3" presStyleCnt="10">
        <dgm:presLayoutVars>
          <dgm:chMax/>
          <dgm:chPref val="3"/>
        </dgm:presLayoutVars>
      </dgm:prSet>
      <dgm:spPr/>
    </dgm:pt>
    <dgm:pt modelId="{9C2CC31B-0686-4FE8-9FE5-878BF503F954}" type="pres">
      <dgm:prSet presAssocID="{3AF880A5-0F00-4315-A5DF-1FE656798601}" presName="titleText2" presStyleLbl="fgAcc1" presStyleIdx="3" presStyleCnt="10">
        <dgm:presLayoutVars>
          <dgm:chMax val="0"/>
          <dgm:chPref val="0"/>
        </dgm:presLayoutVars>
      </dgm:prSet>
      <dgm:spPr/>
    </dgm:pt>
    <dgm:pt modelId="{5D7C9FF9-F371-4A91-9C64-EEAF22512A6E}" type="pres">
      <dgm:prSet presAssocID="{3AF880A5-0F00-4315-A5DF-1FE656798601}" presName="rootConnector" presStyleLbl="node2" presStyleIdx="0" presStyleCnt="0"/>
      <dgm:spPr/>
    </dgm:pt>
    <dgm:pt modelId="{4C76FF56-9DF8-4CA0-BCCC-F46ABD8AD13C}" type="pres">
      <dgm:prSet presAssocID="{3AF880A5-0F00-4315-A5DF-1FE656798601}" presName="hierChild4" presStyleCnt="0"/>
      <dgm:spPr/>
    </dgm:pt>
    <dgm:pt modelId="{5435ED69-8A47-44F3-BF7B-9777B1407DF8}" type="pres">
      <dgm:prSet presAssocID="{3AF880A5-0F00-4315-A5DF-1FE656798601}" presName="hierChild5" presStyleCnt="0"/>
      <dgm:spPr/>
    </dgm:pt>
    <dgm:pt modelId="{BED06A1F-AB40-4006-AFC9-5A9986A59212}" type="pres">
      <dgm:prSet presAssocID="{BCC541E2-3A60-4FA0-82BC-A407780EE7DB}" presName="Name37" presStyleLbl="parChTrans1D2" presStyleIdx="2" presStyleCnt="6"/>
      <dgm:spPr/>
    </dgm:pt>
    <dgm:pt modelId="{543324E4-9A7F-4487-8319-319469D41B27}" type="pres">
      <dgm:prSet presAssocID="{932A6641-B47E-48FC-963F-311CBB9F360A}" presName="hierRoot2" presStyleCnt="0">
        <dgm:presLayoutVars>
          <dgm:hierBranch val="init"/>
        </dgm:presLayoutVars>
      </dgm:prSet>
      <dgm:spPr/>
    </dgm:pt>
    <dgm:pt modelId="{DB8C4E70-E520-4B1B-A148-FB9EC74B386B}" type="pres">
      <dgm:prSet presAssocID="{932A6641-B47E-48FC-963F-311CBB9F360A}" presName="rootComposite" presStyleCnt="0"/>
      <dgm:spPr/>
    </dgm:pt>
    <dgm:pt modelId="{416D4128-413D-40AE-9225-24F788262957}" type="pres">
      <dgm:prSet presAssocID="{932A6641-B47E-48FC-963F-311CBB9F360A}" presName="rootText" presStyleLbl="node1" presStyleIdx="4" presStyleCnt="10">
        <dgm:presLayoutVars>
          <dgm:chMax/>
          <dgm:chPref val="3"/>
        </dgm:presLayoutVars>
      </dgm:prSet>
      <dgm:spPr/>
    </dgm:pt>
    <dgm:pt modelId="{310905D4-61DC-4AE5-822D-EECEB57A60A9}" type="pres">
      <dgm:prSet presAssocID="{932A6641-B47E-48FC-963F-311CBB9F360A}" presName="titleText2" presStyleLbl="fgAcc1" presStyleIdx="4" presStyleCnt="10">
        <dgm:presLayoutVars>
          <dgm:chMax val="0"/>
          <dgm:chPref val="0"/>
        </dgm:presLayoutVars>
      </dgm:prSet>
      <dgm:spPr/>
    </dgm:pt>
    <dgm:pt modelId="{B01F35C7-5DD3-431D-B639-C2E5837F6C2B}" type="pres">
      <dgm:prSet presAssocID="{932A6641-B47E-48FC-963F-311CBB9F360A}" presName="rootConnector" presStyleLbl="node2" presStyleIdx="0" presStyleCnt="0"/>
      <dgm:spPr/>
    </dgm:pt>
    <dgm:pt modelId="{53223BF2-6F12-43E8-9D00-A07C1DE4D82D}" type="pres">
      <dgm:prSet presAssocID="{932A6641-B47E-48FC-963F-311CBB9F360A}" presName="hierChild4" presStyleCnt="0"/>
      <dgm:spPr/>
    </dgm:pt>
    <dgm:pt modelId="{4E411BEC-95F6-48AF-AC19-2E44537658C4}" type="pres">
      <dgm:prSet presAssocID="{932A6641-B47E-48FC-963F-311CBB9F360A}" presName="hierChild5" presStyleCnt="0"/>
      <dgm:spPr/>
    </dgm:pt>
    <dgm:pt modelId="{B4D62416-27B4-4842-8990-615332BF1B8B}" type="pres">
      <dgm:prSet presAssocID="{42D71409-67F9-455C-8C6D-716D284AAA6B}" presName="hierChild3" presStyleCnt="0"/>
      <dgm:spPr/>
    </dgm:pt>
    <dgm:pt modelId="{7A0D91D4-1747-454F-901E-FE8B5508FFC2}" type="pres">
      <dgm:prSet presAssocID="{4BA18BE3-76AF-4784-B88C-E6CBCD2F071D}" presName="hierRoot1" presStyleCnt="0">
        <dgm:presLayoutVars>
          <dgm:hierBranch val="init"/>
        </dgm:presLayoutVars>
      </dgm:prSet>
      <dgm:spPr/>
    </dgm:pt>
    <dgm:pt modelId="{EB0F272F-403D-486E-982F-DCFCCDA5D5EA}" type="pres">
      <dgm:prSet presAssocID="{4BA18BE3-76AF-4784-B88C-E6CBCD2F071D}" presName="rootComposite1" presStyleCnt="0"/>
      <dgm:spPr/>
    </dgm:pt>
    <dgm:pt modelId="{FF37F2C4-E3A8-4106-89DB-3935CE6891A2}" type="pres">
      <dgm:prSet presAssocID="{4BA18BE3-76AF-4784-B88C-E6CBCD2F071D}" presName="rootText1" presStyleLbl="node0" presStyleIdx="1" presStyleCnt="2">
        <dgm:presLayoutVars>
          <dgm:chMax/>
          <dgm:chPref val="3"/>
        </dgm:presLayoutVars>
      </dgm:prSet>
      <dgm:spPr/>
    </dgm:pt>
    <dgm:pt modelId="{CDEA6377-6F1A-492D-AE79-AC9E75EAB0DC}" type="pres">
      <dgm:prSet presAssocID="{4BA18BE3-76AF-4784-B88C-E6CBCD2F071D}" presName="titleText1" presStyleLbl="fgAcc0" presStyleIdx="1" presStyleCnt="2">
        <dgm:presLayoutVars>
          <dgm:chMax val="0"/>
          <dgm:chPref val="0"/>
        </dgm:presLayoutVars>
      </dgm:prSet>
      <dgm:spPr/>
    </dgm:pt>
    <dgm:pt modelId="{55D3E180-E971-4DD2-ACF1-D2C93726EF81}" type="pres">
      <dgm:prSet presAssocID="{4BA18BE3-76AF-4784-B88C-E6CBCD2F071D}" presName="rootConnector1" presStyleLbl="node1" presStyleIdx="4" presStyleCnt="10"/>
      <dgm:spPr/>
    </dgm:pt>
    <dgm:pt modelId="{8A07DDEA-C50A-42E6-A455-EC66ECB819F4}" type="pres">
      <dgm:prSet presAssocID="{4BA18BE3-76AF-4784-B88C-E6CBCD2F071D}" presName="hierChild2" presStyleCnt="0"/>
      <dgm:spPr/>
    </dgm:pt>
    <dgm:pt modelId="{A2B23A53-0FA2-41B4-97BF-92A7D740D1F3}" type="pres">
      <dgm:prSet presAssocID="{35317DED-DAB5-4D19-A43C-B397362CAEDA}" presName="Name37" presStyleLbl="parChTrans1D2" presStyleIdx="3" presStyleCnt="6"/>
      <dgm:spPr/>
    </dgm:pt>
    <dgm:pt modelId="{BB0EA25A-A5CB-4337-A451-65F61DADF811}" type="pres">
      <dgm:prSet presAssocID="{20756689-7025-4249-855C-E1B9E406D071}" presName="hierRoot2" presStyleCnt="0">
        <dgm:presLayoutVars>
          <dgm:hierBranch val="init"/>
        </dgm:presLayoutVars>
      </dgm:prSet>
      <dgm:spPr/>
    </dgm:pt>
    <dgm:pt modelId="{E6BE7A48-3820-4839-91DA-D54B3A2377A0}" type="pres">
      <dgm:prSet presAssocID="{20756689-7025-4249-855C-E1B9E406D071}" presName="rootComposite" presStyleCnt="0"/>
      <dgm:spPr/>
    </dgm:pt>
    <dgm:pt modelId="{B160069C-4F70-4B2F-A8DE-B3C41A61DED3}" type="pres">
      <dgm:prSet presAssocID="{20756689-7025-4249-855C-E1B9E406D071}" presName="rootText" presStyleLbl="node1" presStyleIdx="5" presStyleCnt="10">
        <dgm:presLayoutVars>
          <dgm:chMax/>
          <dgm:chPref val="3"/>
        </dgm:presLayoutVars>
      </dgm:prSet>
      <dgm:spPr/>
    </dgm:pt>
    <dgm:pt modelId="{CFF45394-0034-4E3C-8B8D-9DA1D72174DC}" type="pres">
      <dgm:prSet presAssocID="{20756689-7025-4249-855C-E1B9E406D071}" presName="titleText2" presStyleLbl="fgAcc1" presStyleIdx="5" presStyleCnt="10">
        <dgm:presLayoutVars>
          <dgm:chMax val="0"/>
          <dgm:chPref val="0"/>
        </dgm:presLayoutVars>
      </dgm:prSet>
      <dgm:spPr/>
    </dgm:pt>
    <dgm:pt modelId="{943B3B07-931B-423F-A538-73FE8A643BFC}" type="pres">
      <dgm:prSet presAssocID="{20756689-7025-4249-855C-E1B9E406D071}" presName="rootConnector" presStyleLbl="node2" presStyleIdx="0" presStyleCnt="0"/>
      <dgm:spPr/>
    </dgm:pt>
    <dgm:pt modelId="{F85559B7-DF57-4AFB-BD9F-6241BDF52F63}" type="pres">
      <dgm:prSet presAssocID="{20756689-7025-4249-855C-E1B9E406D071}" presName="hierChild4" presStyleCnt="0"/>
      <dgm:spPr/>
    </dgm:pt>
    <dgm:pt modelId="{4B8501EE-AAFD-40BD-8C3C-C43AF89D5755}" type="pres">
      <dgm:prSet presAssocID="{20756689-7025-4249-855C-E1B9E406D071}" presName="hierChild5" presStyleCnt="0"/>
      <dgm:spPr/>
    </dgm:pt>
    <dgm:pt modelId="{69BC94CD-35A4-42BE-A23C-9CB5B0FF2FCB}" type="pres">
      <dgm:prSet presAssocID="{5C99B770-4BAA-4DEC-8579-B0585C27094D}" presName="Name37" presStyleLbl="parChTrans1D2" presStyleIdx="4" presStyleCnt="6"/>
      <dgm:spPr/>
    </dgm:pt>
    <dgm:pt modelId="{C13908B4-2EDF-48EC-A8BD-664CB6C3A812}" type="pres">
      <dgm:prSet presAssocID="{8974B798-5918-482F-B5A9-E46BE542E933}" presName="hierRoot2" presStyleCnt="0">
        <dgm:presLayoutVars>
          <dgm:hierBranch val="init"/>
        </dgm:presLayoutVars>
      </dgm:prSet>
      <dgm:spPr/>
    </dgm:pt>
    <dgm:pt modelId="{973C89EF-00D1-41AF-9277-3CBF2666120B}" type="pres">
      <dgm:prSet presAssocID="{8974B798-5918-482F-B5A9-E46BE542E933}" presName="rootComposite" presStyleCnt="0"/>
      <dgm:spPr/>
    </dgm:pt>
    <dgm:pt modelId="{9D4C785C-54E8-4F7C-AC1D-4DB359F09645}" type="pres">
      <dgm:prSet presAssocID="{8974B798-5918-482F-B5A9-E46BE542E933}" presName="rootText" presStyleLbl="node1" presStyleIdx="6" presStyleCnt="10">
        <dgm:presLayoutVars>
          <dgm:chMax/>
          <dgm:chPref val="3"/>
        </dgm:presLayoutVars>
      </dgm:prSet>
      <dgm:spPr/>
    </dgm:pt>
    <dgm:pt modelId="{366E6592-9507-4AF0-B172-E993907837F8}" type="pres">
      <dgm:prSet presAssocID="{8974B798-5918-482F-B5A9-E46BE542E933}" presName="titleText2" presStyleLbl="fgAcc1" presStyleIdx="6" presStyleCnt="10">
        <dgm:presLayoutVars>
          <dgm:chMax val="0"/>
          <dgm:chPref val="0"/>
        </dgm:presLayoutVars>
      </dgm:prSet>
      <dgm:spPr/>
    </dgm:pt>
    <dgm:pt modelId="{DEFB7BB0-6232-4E7F-BAFF-C752527A8BD8}" type="pres">
      <dgm:prSet presAssocID="{8974B798-5918-482F-B5A9-E46BE542E933}" presName="rootConnector" presStyleLbl="node2" presStyleIdx="0" presStyleCnt="0"/>
      <dgm:spPr/>
    </dgm:pt>
    <dgm:pt modelId="{4229946C-94EA-4E56-9055-4280CD1B0C9D}" type="pres">
      <dgm:prSet presAssocID="{8974B798-5918-482F-B5A9-E46BE542E933}" presName="hierChild4" presStyleCnt="0"/>
      <dgm:spPr/>
    </dgm:pt>
    <dgm:pt modelId="{108DC14B-6CDF-45B0-831D-60C7B2524386}" type="pres">
      <dgm:prSet presAssocID="{9781E5FE-8933-414F-9B91-853E486F6EB8}" presName="Name37" presStyleLbl="parChTrans1D3" presStyleIdx="2" presStyleCnt="4"/>
      <dgm:spPr/>
    </dgm:pt>
    <dgm:pt modelId="{56892E55-E4E8-4F82-AB34-3CD37078E0AC}" type="pres">
      <dgm:prSet presAssocID="{BD9D4297-6FB3-4567-94EF-0C16B90CF6EE}" presName="hierRoot2" presStyleCnt="0">
        <dgm:presLayoutVars>
          <dgm:hierBranch val="init"/>
        </dgm:presLayoutVars>
      </dgm:prSet>
      <dgm:spPr/>
    </dgm:pt>
    <dgm:pt modelId="{312E72E3-B033-4142-9F49-5FD5822E59E6}" type="pres">
      <dgm:prSet presAssocID="{BD9D4297-6FB3-4567-94EF-0C16B90CF6EE}" presName="rootComposite" presStyleCnt="0"/>
      <dgm:spPr/>
    </dgm:pt>
    <dgm:pt modelId="{396C9A66-CD4A-4ABD-BC64-41662EFA5E6A}" type="pres">
      <dgm:prSet presAssocID="{BD9D4297-6FB3-4567-94EF-0C16B90CF6EE}" presName="rootText" presStyleLbl="node1" presStyleIdx="7" presStyleCnt="10">
        <dgm:presLayoutVars>
          <dgm:chMax/>
          <dgm:chPref val="3"/>
        </dgm:presLayoutVars>
      </dgm:prSet>
      <dgm:spPr/>
    </dgm:pt>
    <dgm:pt modelId="{E7DCBB63-885F-476D-A522-CB364ADBE9E8}" type="pres">
      <dgm:prSet presAssocID="{BD9D4297-6FB3-4567-94EF-0C16B90CF6EE}" presName="titleText2" presStyleLbl="fgAcc1" presStyleIdx="7" presStyleCnt="10">
        <dgm:presLayoutVars>
          <dgm:chMax val="0"/>
          <dgm:chPref val="0"/>
        </dgm:presLayoutVars>
      </dgm:prSet>
      <dgm:spPr/>
    </dgm:pt>
    <dgm:pt modelId="{D724C20E-F6CB-4216-84A9-498A5F6E2DE0}" type="pres">
      <dgm:prSet presAssocID="{BD9D4297-6FB3-4567-94EF-0C16B90CF6EE}" presName="rootConnector" presStyleLbl="node3" presStyleIdx="0" presStyleCnt="0"/>
      <dgm:spPr/>
    </dgm:pt>
    <dgm:pt modelId="{3DF7ED5F-D6BA-4BDD-81D6-945BEC915433}" type="pres">
      <dgm:prSet presAssocID="{BD9D4297-6FB3-4567-94EF-0C16B90CF6EE}" presName="hierChild4" presStyleCnt="0"/>
      <dgm:spPr/>
    </dgm:pt>
    <dgm:pt modelId="{066E9121-0A61-4ADC-A4CE-E97348DA9A40}" type="pres">
      <dgm:prSet presAssocID="{BD9D4297-6FB3-4567-94EF-0C16B90CF6EE}" presName="hierChild5" presStyleCnt="0"/>
      <dgm:spPr/>
    </dgm:pt>
    <dgm:pt modelId="{0A372032-91E2-4FF7-8C19-52C05A5AEF6F}" type="pres">
      <dgm:prSet presAssocID="{2333A213-60C5-461F-B279-16EDBC73ED60}" presName="Name37" presStyleLbl="parChTrans1D3" presStyleIdx="3" presStyleCnt="4"/>
      <dgm:spPr/>
    </dgm:pt>
    <dgm:pt modelId="{1EC6EC5E-4E0B-48B7-924A-DDDB2FBE019A}" type="pres">
      <dgm:prSet presAssocID="{009D16B7-70FD-44AD-BF03-95B7EC4EA1B8}" presName="hierRoot2" presStyleCnt="0">
        <dgm:presLayoutVars>
          <dgm:hierBranch val="init"/>
        </dgm:presLayoutVars>
      </dgm:prSet>
      <dgm:spPr/>
    </dgm:pt>
    <dgm:pt modelId="{3E488EBE-588B-4273-97CB-9BFFF40A462C}" type="pres">
      <dgm:prSet presAssocID="{009D16B7-70FD-44AD-BF03-95B7EC4EA1B8}" presName="rootComposite" presStyleCnt="0"/>
      <dgm:spPr/>
    </dgm:pt>
    <dgm:pt modelId="{556278DD-0A78-428A-A586-0A7364CA8F32}" type="pres">
      <dgm:prSet presAssocID="{009D16B7-70FD-44AD-BF03-95B7EC4EA1B8}" presName="rootText" presStyleLbl="node1" presStyleIdx="8" presStyleCnt="10">
        <dgm:presLayoutVars>
          <dgm:chMax/>
          <dgm:chPref val="3"/>
        </dgm:presLayoutVars>
      </dgm:prSet>
      <dgm:spPr/>
    </dgm:pt>
    <dgm:pt modelId="{B1EF347F-E12F-4E6B-86A9-48CAADD6664A}" type="pres">
      <dgm:prSet presAssocID="{009D16B7-70FD-44AD-BF03-95B7EC4EA1B8}" presName="titleText2" presStyleLbl="fgAcc1" presStyleIdx="8" presStyleCnt="10">
        <dgm:presLayoutVars>
          <dgm:chMax val="0"/>
          <dgm:chPref val="0"/>
        </dgm:presLayoutVars>
      </dgm:prSet>
      <dgm:spPr/>
    </dgm:pt>
    <dgm:pt modelId="{81A2E71D-7519-4CF1-B09F-B2CE0A7CCB4E}" type="pres">
      <dgm:prSet presAssocID="{009D16B7-70FD-44AD-BF03-95B7EC4EA1B8}" presName="rootConnector" presStyleLbl="node3" presStyleIdx="0" presStyleCnt="0"/>
      <dgm:spPr/>
    </dgm:pt>
    <dgm:pt modelId="{D67CE97B-AF6F-4112-8587-0E7A5AECFCB5}" type="pres">
      <dgm:prSet presAssocID="{009D16B7-70FD-44AD-BF03-95B7EC4EA1B8}" presName="hierChild4" presStyleCnt="0"/>
      <dgm:spPr/>
    </dgm:pt>
    <dgm:pt modelId="{7CB98C6A-9744-4A51-B08B-2C4EE33379AF}" type="pres">
      <dgm:prSet presAssocID="{009D16B7-70FD-44AD-BF03-95B7EC4EA1B8}" presName="hierChild5" presStyleCnt="0"/>
      <dgm:spPr/>
    </dgm:pt>
    <dgm:pt modelId="{915E8556-5507-4ED7-92CB-64C5AFAD5C55}" type="pres">
      <dgm:prSet presAssocID="{8974B798-5918-482F-B5A9-E46BE542E933}" presName="hierChild5" presStyleCnt="0"/>
      <dgm:spPr/>
    </dgm:pt>
    <dgm:pt modelId="{19FF6DA6-4BB5-4CA3-A500-453B9A32249A}" type="pres">
      <dgm:prSet presAssocID="{30FD7007-7389-4858-A1FF-1FE9AB289447}" presName="Name37" presStyleLbl="parChTrans1D2" presStyleIdx="5" presStyleCnt="6"/>
      <dgm:spPr/>
    </dgm:pt>
    <dgm:pt modelId="{36CDE5AE-3B0D-4634-A87D-B12E96934698}" type="pres">
      <dgm:prSet presAssocID="{B1AA76E5-3332-4580-BF94-116481F2168D}" presName="hierRoot2" presStyleCnt="0">
        <dgm:presLayoutVars>
          <dgm:hierBranch val="init"/>
        </dgm:presLayoutVars>
      </dgm:prSet>
      <dgm:spPr/>
    </dgm:pt>
    <dgm:pt modelId="{1FA8FA85-0D32-4EC4-A076-3F41DE5F49EF}" type="pres">
      <dgm:prSet presAssocID="{B1AA76E5-3332-4580-BF94-116481F2168D}" presName="rootComposite" presStyleCnt="0"/>
      <dgm:spPr/>
    </dgm:pt>
    <dgm:pt modelId="{83B3626C-E8BF-4BF4-83B0-77AE176E37C3}" type="pres">
      <dgm:prSet presAssocID="{B1AA76E5-3332-4580-BF94-116481F2168D}" presName="rootText" presStyleLbl="node1" presStyleIdx="9" presStyleCnt="10">
        <dgm:presLayoutVars>
          <dgm:chMax/>
          <dgm:chPref val="3"/>
        </dgm:presLayoutVars>
      </dgm:prSet>
      <dgm:spPr/>
    </dgm:pt>
    <dgm:pt modelId="{51ECCC26-CDE3-4024-ACDB-54FD6194032C}" type="pres">
      <dgm:prSet presAssocID="{B1AA76E5-3332-4580-BF94-116481F2168D}" presName="titleText2" presStyleLbl="fgAcc1" presStyleIdx="9" presStyleCnt="10">
        <dgm:presLayoutVars>
          <dgm:chMax val="0"/>
          <dgm:chPref val="0"/>
        </dgm:presLayoutVars>
      </dgm:prSet>
      <dgm:spPr/>
    </dgm:pt>
    <dgm:pt modelId="{75F898F4-C881-4F33-88C0-5B99918BC251}" type="pres">
      <dgm:prSet presAssocID="{B1AA76E5-3332-4580-BF94-116481F2168D}" presName="rootConnector" presStyleLbl="node2" presStyleIdx="0" presStyleCnt="0"/>
      <dgm:spPr/>
    </dgm:pt>
    <dgm:pt modelId="{4401D1BE-29F4-4A69-8993-3F79A8C64A35}" type="pres">
      <dgm:prSet presAssocID="{B1AA76E5-3332-4580-BF94-116481F2168D}" presName="hierChild4" presStyleCnt="0"/>
      <dgm:spPr/>
    </dgm:pt>
    <dgm:pt modelId="{377D7568-31A9-4EBA-A3EE-6FC76775ADC5}" type="pres">
      <dgm:prSet presAssocID="{B1AA76E5-3332-4580-BF94-116481F2168D}" presName="hierChild5" presStyleCnt="0"/>
      <dgm:spPr/>
    </dgm:pt>
    <dgm:pt modelId="{A2F02206-F2B7-4F4B-BF77-2286D37B2DCB}" type="pres">
      <dgm:prSet presAssocID="{4BA18BE3-76AF-4784-B88C-E6CBCD2F071D}" presName="hierChild3" presStyleCnt="0"/>
      <dgm:spPr/>
    </dgm:pt>
  </dgm:ptLst>
  <dgm:cxnLst>
    <dgm:cxn modelId="{68C91800-13DD-483C-981C-6383C0A9D300}" type="presOf" srcId="{E2296C67-3533-41D6-AE9D-C2B4E4E8558A}" destId="{83237109-3EAF-4B0A-A38A-D32E24BF7CE8}" srcOrd="0" destOrd="0" presId="urn:microsoft.com/office/officeart/2008/layout/NameandTitleOrganizationalChart"/>
    <dgm:cxn modelId="{3CED3201-402A-4E1A-AAE3-9D9C85C8F3E3}" type="presOf" srcId="{0E70FA36-C3C7-4A08-A69A-A16BAA6AE9D9}" destId="{310905D4-61DC-4AE5-822D-EECEB57A60A9}" srcOrd="0" destOrd="0" presId="urn:microsoft.com/office/officeart/2008/layout/NameandTitleOrganizationalChart"/>
    <dgm:cxn modelId="{8614D306-4CB1-4DED-8831-AE41C16D93FF}" srcId="{4BA18BE3-76AF-4784-B88C-E6CBCD2F071D}" destId="{B1AA76E5-3332-4580-BF94-116481F2168D}" srcOrd="2" destOrd="0" parTransId="{30FD7007-7389-4858-A1FF-1FE9AB289447}" sibTransId="{4EDE7327-4051-43BE-AA2E-58FF027C032B}"/>
    <dgm:cxn modelId="{9B3D880A-5D85-4C56-B9F9-B9EFAEC7726A}" type="presOf" srcId="{05FECB41-6D4B-45D2-8EBA-87192101F0F0}" destId="{C6293E6B-31EC-4FED-A5CC-E598868219EC}" srcOrd="0" destOrd="0" presId="urn:microsoft.com/office/officeart/2008/layout/NameandTitleOrganizationalChart"/>
    <dgm:cxn modelId="{88378F0E-2F24-4F3C-AC4B-C0F379A61F6E}" type="presOf" srcId="{88E4D77E-C0B0-43A7-9C74-04F9B276C715}" destId="{E7DCBB63-885F-476D-A522-CB364ADBE9E8}" srcOrd="0" destOrd="0" presId="urn:microsoft.com/office/officeart/2008/layout/NameandTitleOrganizationalChart"/>
    <dgm:cxn modelId="{78470B0F-472A-45C3-A4DC-E52E7E18752C}" type="presOf" srcId="{8EA7219F-BDB2-48EB-9EEB-3133522D132E}" destId="{03BCC48D-3711-44EE-8A37-ABE4CA92E374}" srcOrd="0" destOrd="0" presId="urn:microsoft.com/office/officeart/2008/layout/NameandTitleOrganizationalChart"/>
    <dgm:cxn modelId="{FD0D0812-3766-4422-AB8F-58752BCDBE07}" srcId="{42D71409-67F9-455C-8C6D-716D284AAA6B}" destId="{932A6641-B47E-48FC-963F-311CBB9F360A}" srcOrd="2" destOrd="0" parTransId="{BCC541E2-3A60-4FA0-82BC-A407780EE7DB}" sibTransId="{0E70FA36-C3C7-4A08-A69A-A16BAA6AE9D9}"/>
    <dgm:cxn modelId="{EF7CCB13-D6F3-432D-BF79-982BCD8ED7A1}" type="presOf" srcId="{B9C32B05-62EA-407A-B21C-2310C7945705}" destId="{0F11B7D9-266A-4D69-8971-EB343CEE6D4C}" srcOrd="0" destOrd="0" presId="urn:microsoft.com/office/officeart/2008/layout/NameandTitleOrganizationalChart"/>
    <dgm:cxn modelId="{B75A7D1A-3A66-479F-953B-DB618C5B841F}" type="presOf" srcId="{5C99B770-4BAA-4DEC-8579-B0585C27094D}" destId="{69BC94CD-35A4-42BE-A23C-9CB5B0FF2FCB}" srcOrd="0" destOrd="0" presId="urn:microsoft.com/office/officeart/2008/layout/NameandTitleOrganizationalChart"/>
    <dgm:cxn modelId="{C1F52E1B-C92E-4442-A32E-55F19A2C7382}" type="presOf" srcId="{C94B7947-85DC-4B21-BB99-DF8438356F98}" destId="{BAD41E60-4D81-40C2-A39B-FA2808769252}" srcOrd="0" destOrd="0" presId="urn:microsoft.com/office/officeart/2008/layout/NameandTitleOrganizationalChart"/>
    <dgm:cxn modelId="{2AA9C11F-1F1D-428E-801A-47EAA766C99D}" srcId="{B9C32B05-62EA-407A-B21C-2310C7945705}" destId="{42D71409-67F9-455C-8C6D-716D284AAA6B}" srcOrd="0" destOrd="0" parTransId="{51680ED1-AF6E-4B28-AE94-92B0EFB0DF7D}" sibTransId="{478B7D3C-9FB4-4BC6-90AC-49960560DECD}"/>
    <dgm:cxn modelId="{4CF3692A-208A-4873-B8CD-9D121105459B}" type="presOf" srcId="{C198C41D-2640-4669-83ED-E0CD35701C8E}" destId="{9C2CC31B-0686-4FE8-9FE5-878BF503F954}" srcOrd="0" destOrd="0" presId="urn:microsoft.com/office/officeart/2008/layout/NameandTitleOrganizationalChart"/>
    <dgm:cxn modelId="{41223730-7F22-462A-8BEC-412D41E79E80}" type="presOf" srcId="{30FD7007-7389-4858-A1FF-1FE9AB289447}" destId="{19FF6DA6-4BB5-4CA3-A500-453B9A32249A}" srcOrd="0" destOrd="0" presId="urn:microsoft.com/office/officeart/2008/layout/NameandTitleOrganizationalChart"/>
    <dgm:cxn modelId="{B3CCE533-15CD-4D62-9D8E-6027A75DF299}" type="presOf" srcId="{C5D3D9B1-03B8-4AB8-AB31-9E49A99D6797}" destId="{C2D6C54C-1398-46D9-BD7B-965E364C4B7E}" srcOrd="0" destOrd="0" presId="urn:microsoft.com/office/officeart/2008/layout/NameandTitleOrganizationalChart"/>
    <dgm:cxn modelId="{1A7F8E3A-423B-4896-9C68-394E945EF8EF}" type="presOf" srcId="{932A6641-B47E-48FC-963F-311CBB9F360A}" destId="{B01F35C7-5DD3-431D-B639-C2E5837F6C2B}" srcOrd="1" destOrd="0" presId="urn:microsoft.com/office/officeart/2008/layout/NameandTitleOrganizationalChart"/>
    <dgm:cxn modelId="{5058073D-BF02-4FEC-9A63-69D01BCD6A7C}" type="presOf" srcId="{009D16B7-70FD-44AD-BF03-95B7EC4EA1B8}" destId="{556278DD-0A78-428A-A586-0A7364CA8F32}" srcOrd="0" destOrd="0" presId="urn:microsoft.com/office/officeart/2008/layout/NameandTitleOrganizationalChart"/>
    <dgm:cxn modelId="{32CDD25B-C910-4028-B343-5E19EA4B73C5}" type="presOf" srcId="{8974B798-5918-482F-B5A9-E46BE542E933}" destId="{DEFB7BB0-6232-4E7F-BAFF-C752527A8BD8}" srcOrd="1" destOrd="0" presId="urn:microsoft.com/office/officeart/2008/layout/NameandTitleOrganizationalChart"/>
    <dgm:cxn modelId="{B6028E5D-5C37-473C-A6F6-2F7CA0AC22A3}" type="presOf" srcId="{E5187230-592F-4D79-88AD-6E92D9425AB4}" destId="{366E6592-9507-4AF0-B172-E993907837F8}" srcOrd="0" destOrd="0" presId="urn:microsoft.com/office/officeart/2008/layout/NameandTitleOrganizationalChart"/>
    <dgm:cxn modelId="{EE1E9563-2BD8-4BDA-82AE-2F7349424FDD}" type="presOf" srcId="{478B7D3C-9FB4-4BC6-90AC-49960560DECD}" destId="{C6FEFF80-3A57-46AF-AF5F-EB0A7D1190E1}" srcOrd="0" destOrd="0" presId="urn:microsoft.com/office/officeart/2008/layout/NameandTitleOrganizationalChart"/>
    <dgm:cxn modelId="{19CE3364-706C-4F24-BE40-E97307157788}" type="presOf" srcId="{AA5859CE-1935-428E-8F3A-D00391A9A382}" destId="{4413D567-2EAA-49B6-BAC3-5A253F712D88}" srcOrd="0" destOrd="0" presId="urn:microsoft.com/office/officeart/2008/layout/NameandTitleOrganizationalChart"/>
    <dgm:cxn modelId="{CD19F945-7270-4721-AA32-BB98A18D653B}" type="presOf" srcId="{BCC541E2-3A60-4FA0-82BC-A407780EE7DB}" destId="{BED06A1F-AB40-4006-AFC9-5A9986A59212}" srcOrd="0" destOrd="0" presId="urn:microsoft.com/office/officeart/2008/layout/NameandTitleOrganizationalChart"/>
    <dgm:cxn modelId="{E65C054B-9B15-4FA5-9C41-E42B668491E6}" srcId="{8EA7219F-BDB2-48EB-9EEB-3133522D132E}" destId="{05FECB41-6D4B-45D2-8EBA-87192101F0F0}" srcOrd="1" destOrd="0" parTransId="{AA5859CE-1935-428E-8F3A-D00391A9A382}" sibTransId="{C5D3D9B1-03B8-4AB8-AB31-9E49A99D6797}"/>
    <dgm:cxn modelId="{24D7B652-724E-46D4-B1E9-94D5E54013B8}" type="presOf" srcId="{4BA18BE3-76AF-4784-B88C-E6CBCD2F071D}" destId="{55D3E180-E971-4DD2-ACF1-D2C93726EF81}" srcOrd="1" destOrd="0" presId="urn:microsoft.com/office/officeart/2008/layout/NameandTitleOrganizationalChart"/>
    <dgm:cxn modelId="{67BBF572-E155-4F21-AF2F-00C086CACDC6}" type="presOf" srcId="{05FECB41-6D4B-45D2-8EBA-87192101F0F0}" destId="{AD4B0C07-23F5-4501-B377-D73B9D04C0D0}" srcOrd="1" destOrd="0" presId="urn:microsoft.com/office/officeart/2008/layout/NameandTitleOrganizationalChart"/>
    <dgm:cxn modelId="{0E708777-B718-47E3-9528-AFB60C98DF43}" type="presOf" srcId="{0A0E61DB-8A10-4B79-92D2-5500D5AEF449}" destId="{260C1877-E7DE-40FA-8CCB-A213F515300D}" srcOrd="1" destOrd="0" presId="urn:microsoft.com/office/officeart/2008/layout/NameandTitleOrganizationalChart"/>
    <dgm:cxn modelId="{1A9A9F7C-E833-4467-9592-E459829AF1DA}" type="presOf" srcId="{3EE8403A-CB7C-4815-85BD-AEBCAEB71B37}" destId="{F37931FA-FB07-441C-BFB4-06C7C6A8F35D}" srcOrd="0" destOrd="0" presId="urn:microsoft.com/office/officeart/2008/layout/NameandTitleOrganizationalChart"/>
    <dgm:cxn modelId="{E0F0437D-92E7-4400-A407-A8916FA6A74B}" type="presOf" srcId="{9781E5FE-8933-414F-9B91-853E486F6EB8}" destId="{108DC14B-6CDF-45B0-831D-60C7B2524386}" srcOrd="0" destOrd="0" presId="urn:microsoft.com/office/officeart/2008/layout/NameandTitleOrganizationalChart"/>
    <dgm:cxn modelId="{92A0F780-373B-44D6-9B46-E2373780A2B5}" type="presOf" srcId="{8EA7219F-BDB2-48EB-9EEB-3133522D132E}" destId="{9E2ECC59-BAD2-482D-8C68-976A5E61B1D4}" srcOrd="1" destOrd="0" presId="urn:microsoft.com/office/officeart/2008/layout/NameandTitleOrganizationalChart"/>
    <dgm:cxn modelId="{26C36E82-91FB-454E-8364-79C9C7300CC5}" type="presOf" srcId="{20756689-7025-4249-855C-E1B9E406D071}" destId="{B160069C-4F70-4B2F-A8DE-B3C41A61DED3}" srcOrd="0" destOrd="0" presId="urn:microsoft.com/office/officeart/2008/layout/NameandTitleOrganizationalChart"/>
    <dgm:cxn modelId="{5A37FF83-119A-49E7-8F7F-97B42319EC80}" type="presOf" srcId="{4EDE7327-4051-43BE-AA2E-58FF027C032B}" destId="{51ECCC26-CDE3-4024-ACDB-54FD6194032C}" srcOrd="0" destOrd="0" presId="urn:microsoft.com/office/officeart/2008/layout/NameandTitleOrganizationalChart"/>
    <dgm:cxn modelId="{6EF46986-79F9-4464-B54B-36B0CFD68720}" type="presOf" srcId="{3AF880A5-0F00-4315-A5DF-1FE656798601}" destId="{71B02149-6D92-4665-BBB2-B752AFB75666}" srcOrd="0" destOrd="0" presId="urn:microsoft.com/office/officeart/2008/layout/NameandTitleOrganizationalChart"/>
    <dgm:cxn modelId="{3BE3E78C-EFC7-4C10-9791-5A0B5666D861}" type="presOf" srcId="{69F24039-803C-4756-A1B8-FBF2156E9D4C}" destId="{CDEA6377-6F1A-492D-AE79-AC9E75EAB0DC}" srcOrd="0" destOrd="0" presId="urn:microsoft.com/office/officeart/2008/layout/NameandTitleOrganizationalChart"/>
    <dgm:cxn modelId="{1039F88E-B3A8-423C-8269-845831B2EEEE}" type="presOf" srcId="{009D16B7-70FD-44AD-BF03-95B7EC4EA1B8}" destId="{81A2E71D-7519-4CF1-B09F-B2CE0A7CCB4E}" srcOrd="1" destOrd="0" presId="urn:microsoft.com/office/officeart/2008/layout/NameandTitleOrganizationalChart"/>
    <dgm:cxn modelId="{14B55A90-3B62-4E91-AA97-6FEB1D03FA68}" type="presOf" srcId="{3AF880A5-0F00-4315-A5DF-1FE656798601}" destId="{5D7C9FF9-F371-4A91-9C64-EEAF22512A6E}" srcOrd="1" destOrd="0" presId="urn:microsoft.com/office/officeart/2008/layout/NameandTitleOrganizationalChart"/>
    <dgm:cxn modelId="{1DE2DC9D-2A51-4805-B7F8-28903A39380F}" type="presOf" srcId="{1441988F-AAA1-489E-9170-F8F553C17D69}" destId="{81F590AB-333F-4A3D-8C6D-42AD58D5FBDC}" srcOrd="0" destOrd="0" presId="urn:microsoft.com/office/officeart/2008/layout/NameandTitleOrganizationalChart"/>
    <dgm:cxn modelId="{14B596A1-CD98-4CB1-9916-618E8C3D4B0A}" type="presOf" srcId="{35317DED-DAB5-4D19-A43C-B397362CAEDA}" destId="{A2B23A53-0FA2-41B4-97BF-92A7D740D1F3}" srcOrd="0" destOrd="0" presId="urn:microsoft.com/office/officeart/2008/layout/NameandTitleOrganizationalChart"/>
    <dgm:cxn modelId="{AA5130A3-8BFB-4D6B-AD39-D792D065AC32}" type="presOf" srcId="{4BA18BE3-76AF-4784-B88C-E6CBCD2F071D}" destId="{FF37F2C4-E3A8-4106-89DB-3935CE6891A2}" srcOrd="0" destOrd="0" presId="urn:microsoft.com/office/officeart/2008/layout/NameandTitleOrganizationalChart"/>
    <dgm:cxn modelId="{3B95AFA4-7015-49C2-A0D7-E532BB19E3BB}" type="presOf" srcId="{A81D492D-0283-4C39-A3E7-CB60736D7F5F}" destId="{B1EF347F-E12F-4E6B-86A9-48CAADD6664A}" srcOrd="0" destOrd="0" presId="urn:microsoft.com/office/officeart/2008/layout/NameandTitleOrganizationalChart"/>
    <dgm:cxn modelId="{225D9DA6-88D8-4A73-9FC4-E08CBA35BCDB}" type="presOf" srcId="{8974B798-5918-482F-B5A9-E46BE542E933}" destId="{9D4C785C-54E8-4F7C-AC1D-4DB359F09645}" srcOrd="0" destOrd="0" presId="urn:microsoft.com/office/officeart/2008/layout/NameandTitleOrganizationalChart"/>
    <dgm:cxn modelId="{527804B1-D1FF-4656-9961-0B19DE1749F3}" srcId="{4BA18BE3-76AF-4784-B88C-E6CBCD2F071D}" destId="{8974B798-5918-482F-B5A9-E46BE542E933}" srcOrd="1" destOrd="0" parTransId="{5C99B770-4BAA-4DEC-8579-B0585C27094D}" sibTransId="{E5187230-592F-4D79-88AD-6E92D9425AB4}"/>
    <dgm:cxn modelId="{25A8B9B5-8ECA-4BA8-BD0B-C66422C68B37}" srcId="{8974B798-5918-482F-B5A9-E46BE542E933}" destId="{009D16B7-70FD-44AD-BF03-95B7EC4EA1B8}" srcOrd="1" destOrd="0" parTransId="{2333A213-60C5-461F-B279-16EDBC73ED60}" sibTransId="{A81D492D-0283-4C39-A3E7-CB60736D7F5F}"/>
    <dgm:cxn modelId="{C0A08BB9-6AD4-4723-93ED-70AB4FC2EA3F}" type="presOf" srcId="{2333A213-60C5-461F-B279-16EDBC73ED60}" destId="{0A372032-91E2-4FF7-8C19-52C05A5AEF6F}" srcOrd="0" destOrd="0" presId="urn:microsoft.com/office/officeart/2008/layout/NameandTitleOrganizationalChart"/>
    <dgm:cxn modelId="{182495C2-F0B4-4029-BC52-028A98D35998}" type="presOf" srcId="{BD9D4297-6FB3-4567-94EF-0C16B90CF6EE}" destId="{396C9A66-CD4A-4ABD-BC64-41662EFA5E6A}" srcOrd="0" destOrd="0" presId="urn:microsoft.com/office/officeart/2008/layout/NameandTitleOrganizationalChart"/>
    <dgm:cxn modelId="{E82059C4-2D23-4B7D-B1A6-48C9187CD97C}" srcId="{8EA7219F-BDB2-48EB-9EEB-3133522D132E}" destId="{0A0E61DB-8A10-4B79-92D2-5500D5AEF449}" srcOrd="0" destOrd="0" parTransId="{1441988F-AAA1-489E-9170-F8F553C17D69}" sibTransId="{E2296C67-3533-41D6-AE9D-C2B4E4E8558A}"/>
    <dgm:cxn modelId="{7DA7EDC4-1A33-42A9-9D9F-58E1F26A983A}" type="presOf" srcId="{42D71409-67F9-455C-8C6D-716D284AAA6B}" destId="{218951D3-C7DF-4D75-A304-0B4492C957E2}" srcOrd="1" destOrd="0" presId="urn:microsoft.com/office/officeart/2008/layout/NameandTitleOrganizationalChart"/>
    <dgm:cxn modelId="{927AE4C6-3118-4125-BE27-4102BA7F7478}" type="presOf" srcId="{B1AA76E5-3332-4580-BF94-116481F2168D}" destId="{75F898F4-C881-4F33-88C0-5B99918BC251}" srcOrd="1" destOrd="0" presId="urn:microsoft.com/office/officeart/2008/layout/NameandTitleOrganizationalChart"/>
    <dgm:cxn modelId="{C090E0C7-A6D4-4BA1-9B03-2EFDAD8A5566}" srcId="{B9C32B05-62EA-407A-B21C-2310C7945705}" destId="{4BA18BE3-76AF-4784-B88C-E6CBCD2F071D}" srcOrd="1" destOrd="0" parTransId="{F311B72A-4693-439B-B5FA-1DF24549868D}" sibTransId="{69F24039-803C-4756-A1B8-FBF2156E9D4C}"/>
    <dgm:cxn modelId="{256C6CD2-65FD-4572-BD4E-97E8EF5C14D2}" srcId="{8974B798-5918-482F-B5A9-E46BE542E933}" destId="{BD9D4297-6FB3-4567-94EF-0C16B90CF6EE}" srcOrd="0" destOrd="0" parTransId="{9781E5FE-8933-414F-9B91-853E486F6EB8}" sibTransId="{88E4D77E-C0B0-43A7-9C74-04F9B276C715}"/>
    <dgm:cxn modelId="{DBAA97D2-01D1-49FD-AA8D-0F3B943F023B}" type="presOf" srcId="{42D71409-67F9-455C-8C6D-716D284AAA6B}" destId="{4F4925F0-67C8-40D2-89FA-AE56F601445A}" srcOrd="0" destOrd="0" presId="urn:microsoft.com/office/officeart/2008/layout/NameandTitleOrganizationalChart"/>
    <dgm:cxn modelId="{FBAE8ADA-81C8-4207-8114-5FF527F546BA}" type="presOf" srcId="{20756689-7025-4249-855C-E1B9E406D071}" destId="{943B3B07-931B-423F-A538-73FE8A643BFC}" srcOrd="1" destOrd="0" presId="urn:microsoft.com/office/officeart/2008/layout/NameandTitleOrganizationalChart"/>
    <dgm:cxn modelId="{D4FEBEDE-2B8D-466F-A133-AD552E3D9552}" type="presOf" srcId="{3989E804-22C8-41DA-9860-B05F5E23DB7D}" destId="{CFF45394-0034-4E3C-8B8D-9DA1D72174DC}" srcOrd="0" destOrd="0" presId="urn:microsoft.com/office/officeart/2008/layout/NameandTitleOrganizationalChart"/>
    <dgm:cxn modelId="{9E20D1DF-6530-404E-8BA4-BE9FD5A707B8}" type="presOf" srcId="{0A0E61DB-8A10-4B79-92D2-5500D5AEF449}" destId="{BCE6CA81-80A7-4DFA-B678-F7F1AEDBF390}" srcOrd="0" destOrd="0" presId="urn:microsoft.com/office/officeart/2008/layout/NameandTitleOrganizationalChart"/>
    <dgm:cxn modelId="{24F8CBE2-5003-4E69-A772-6B98F2B05181}" srcId="{42D71409-67F9-455C-8C6D-716D284AAA6B}" destId="{3AF880A5-0F00-4315-A5DF-1FE656798601}" srcOrd="1" destOrd="0" parTransId="{A13BB1F9-5857-4B43-8BF5-6589AA2CB759}" sibTransId="{C198C41D-2640-4669-83ED-E0CD35701C8E}"/>
    <dgm:cxn modelId="{6F3D1AE8-CFB6-4B7D-AEC2-50286838EC66}" srcId="{4BA18BE3-76AF-4784-B88C-E6CBCD2F071D}" destId="{20756689-7025-4249-855C-E1B9E406D071}" srcOrd="0" destOrd="0" parTransId="{35317DED-DAB5-4D19-A43C-B397362CAEDA}" sibTransId="{3989E804-22C8-41DA-9860-B05F5E23DB7D}"/>
    <dgm:cxn modelId="{63236DED-697B-429F-8662-1CFDFEB52C74}" type="presOf" srcId="{B1AA76E5-3332-4580-BF94-116481F2168D}" destId="{83B3626C-E8BF-4BF4-83B0-77AE176E37C3}" srcOrd="0" destOrd="0" presId="urn:microsoft.com/office/officeart/2008/layout/NameandTitleOrganizationalChart"/>
    <dgm:cxn modelId="{C62559EE-57CA-4436-9301-DA4EF3363943}" type="presOf" srcId="{A13BB1F9-5857-4B43-8BF5-6589AA2CB759}" destId="{43C34EBC-A650-49B3-A948-6B5DFF0215CE}" srcOrd="0" destOrd="0" presId="urn:microsoft.com/office/officeart/2008/layout/NameandTitleOrganizationalChart"/>
    <dgm:cxn modelId="{58AD7EEF-D408-406B-87EE-4691D4C30668}" srcId="{42D71409-67F9-455C-8C6D-716D284AAA6B}" destId="{8EA7219F-BDB2-48EB-9EEB-3133522D132E}" srcOrd="0" destOrd="0" parTransId="{3EE8403A-CB7C-4815-85BD-AEBCAEB71B37}" sibTransId="{C94B7947-85DC-4B21-BB99-DF8438356F98}"/>
    <dgm:cxn modelId="{AC93E8FB-C339-4C69-BFB9-8AA4C4EA0047}" type="presOf" srcId="{932A6641-B47E-48FC-963F-311CBB9F360A}" destId="{416D4128-413D-40AE-9225-24F788262957}" srcOrd="0" destOrd="0" presId="urn:microsoft.com/office/officeart/2008/layout/NameandTitleOrganizationalChart"/>
    <dgm:cxn modelId="{0399F1FE-3EA2-474F-8D59-557C721B7A4A}" type="presOf" srcId="{BD9D4297-6FB3-4567-94EF-0C16B90CF6EE}" destId="{D724C20E-F6CB-4216-84A9-498A5F6E2DE0}" srcOrd="1" destOrd="0" presId="urn:microsoft.com/office/officeart/2008/layout/NameandTitleOrganizationalChart"/>
    <dgm:cxn modelId="{499388B8-F5E6-4D0E-AEC2-3BB33596C5DB}" type="presParOf" srcId="{0F11B7D9-266A-4D69-8971-EB343CEE6D4C}" destId="{EC9A94B3-7B7B-487C-8A21-9C2705FD95D6}" srcOrd="0" destOrd="0" presId="urn:microsoft.com/office/officeart/2008/layout/NameandTitleOrganizationalChart"/>
    <dgm:cxn modelId="{3B387DC4-7E44-4453-9FC3-2C3E34E38AEA}" type="presParOf" srcId="{EC9A94B3-7B7B-487C-8A21-9C2705FD95D6}" destId="{92120428-5D5A-401C-B0FF-480ADBEE87C2}" srcOrd="0" destOrd="0" presId="urn:microsoft.com/office/officeart/2008/layout/NameandTitleOrganizationalChart"/>
    <dgm:cxn modelId="{34770F77-69F1-4E5F-A0FA-E894402DD19B}" type="presParOf" srcId="{92120428-5D5A-401C-B0FF-480ADBEE87C2}" destId="{4F4925F0-67C8-40D2-89FA-AE56F601445A}" srcOrd="0" destOrd="0" presId="urn:microsoft.com/office/officeart/2008/layout/NameandTitleOrganizationalChart"/>
    <dgm:cxn modelId="{49F9CCF4-6632-4DA5-9DBD-7EB36BB1008C}" type="presParOf" srcId="{92120428-5D5A-401C-B0FF-480ADBEE87C2}" destId="{C6FEFF80-3A57-46AF-AF5F-EB0A7D1190E1}" srcOrd="1" destOrd="0" presId="urn:microsoft.com/office/officeart/2008/layout/NameandTitleOrganizationalChart"/>
    <dgm:cxn modelId="{B0D1B8B9-21E0-4C6C-AF60-090AEE38B482}" type="presParOf" srcId="{92120428-5D5A-401C-B0FF-480ADBEE87C2}" destId="{218951D3-C7DF-4D75-A304-0B4492C957E2}" srcOrd="2" destOrd="0" presId="urn:microsoft.com/office/officeart/2008/layout/NameandTitleOrganizationalChart"/>
    <dgm:cxn modelId="{41A5DEF9-9F5E-4429-8C11-7AF06DCADC2C}" type="presParOf" srcId="{EC9A94B3-7B7B-487C-8A21-9C2705FD95D6}" destId="{BAC4512A-0375-4C81-8DBA-94679AB8B768}" srcOrd="1" destOrd="0" presId="urn:microsoft.com/office/officeart/2008/layout/NameandTitleOrganizationalChart"/>
    <dgm:cxn modelId="{55BDFECD-13B5-475B-AC37-0E07685AD9F3}" type="presParOf" srcId="{BAC4512A-0375-4C81-8DBA-94679AB8B768}" destId="{F37931FA-FB07-441C-BFB4-06C7C6A8F35D}" srcOrd="0" destOrd="0" presId="urn:microsoft.com/office/officeart/2008/layout/NameandTitleOrganizationalChart"/>
    <dgm:cxn modelId="{01233996-FA2F-40FD-A5F8-46CEB8BD0DAB}" type="presParOf" srcId="{BAC4512A-0375-4C81-8DBA-94679AB8B768}" destId="{B362E664-0789-4212-B794-9536000F6B12}" srcOrd="1" destOrd="0" presId="urn:microsoft.com/office/officeart/2008/layout/NameandTitleOrganizationalChart"/>
    <dgm:cxn modelId="{82A7B744-A2C3-450F-B547-BBBB2C934A4E}" type="presParOf" srcId="{B362E664-0789-4212-B794-9536000F6B12}" destId="{EAEE42CA-9AA7-4E86-BE9E-9E406EC6BD39}" srcOrd="0" destOrd="0" presId="urn:microsoft.com/office/officeart/2008/layout/NameandTitleOrganizationalChart"/>
    <dgm:cxn modelId="{AB2B7E27-5928-4E0B-B805-261BDAA3DC2D}" type="presParOf" srcId="{EAEE42CA-9AA7-4E86-BE9E-9E406EC6BD39}" destId="{03BCC48D-3711-44EE-8A37-ABE4CA92E374}" srcOrd="0" destOrd="0" presId="urn:microsoft.com/office/officeart/2008/layout/NameandTitleOrganizationalChart"/>
    <dgm:cxn modelId="{7E5B1BF4-0CF9-4EDB-8E4E-771532E43F95}" type="presParOf" srcId="{EAEE42CA-9AA7-4E86-BE9E-9E406EC6BD39}" destId="{BAD41E60-4D81-40C2-A39B-FA2808769252}" srcOrd="1" destOrd="0" presId="urn:microsoft.com/office/officeart/2008/layout/NameandTitleOrganizationalChart"/>
    <dgm:cxn modelId="{050B85B0-9449-42A7-9D8C-01219F672C25}" type="presParOf" srcId="{EAEE42CA-9AA7-4E86-BE9E-9E406EC6BD39}" destId="{9E2ECC59-BAD2-482D-8C68-976A5E61B1D4}" srcOrd="2" destOrd="0" presId="urn:microsoft.com/office/officeart/2008/layout/NameandTitleOrganizationalChart"/>
    <dgm:cxn modelId="{3AFEBCD9-A46E-4E8F-A2A4-06AB690E7EA3}" type="presParOf" srcId="{B362E664-0789-4212-B794-9536000F6B12}" destId="{A9834EE6-44D7-4057-AC74-178A9D714ACA}" srcOrd="1" destOrd="0" presId="urn:microsoft.com/office/officeart/2008/layout/NameandTitleOrganizationalChart"/>
    <dgm:cxn modelId="{0B5E6ED9-C60D-4A7C-AD4E-0B01E73AD74E}" type="presParOf" srcId="{A9834EE6-44D7-4057-AC74-178A9D714ACA}" destId="{81F590AB-333F-4A3D-8C6D-42AD58D5FBDC}" srcOrd="0" destOrd="0" presId="urn:microsoft.com/office/officeart/2008/layout/NameandTitleOrganizationalChart"/>
    <dgm:cxn modelId="{012F573B-0DA3-4052-82D7-520C46FB34BF}" type="presParOf" srcId="{A9834EE6-44D7-4057-AC74-178A9D714ACA}" destId="{6F6849D9-E25A-4FD5-84E5-4558DDF79A7F}" srcOrd="1" destOrd="0" presId="urn:microsoft.com/office/officeart/2008/layout/NameandTitleOrganizationalChart"/>
    <dgm:cxn modelId="{4490DE34-29D5-4BE4-A130-EC186FFBBB73}" type="presParOf" srcId="{6F6849D9-E25A-4FD5-84E5-4558DDF79A7F}" destId="{DD131947-B315-4C4B-8F19-9AD87F00BE07}" srcOrd="0" destOrd="0" presId="urn:microsoft.com/office/officeart/2008/layout/NameandTitleOrganizationalChart"/>
    <dgm:cxn modelId="{7A4ED2DA-8A7C-4437-9937-0B391AD4C760}" type="presParOf" srcId="{DD131947-B315-4C4B-8F19-9AD87F00BE07}" destId="{BCE6CA81-80A7-4DFA-B678-F7F1AEDBF390}" srcOrd="0" destOrd="0" presId="urn:microsoft.com/office/officeart/2008/layout/NameandTitleOrganizationalChart"/>
    <dgm:cxn modelId="{4BD7E678-648C-422C-ABD8-25A04F7B277A}" type="presParOf" srcId="{DD131947-B315-4C4B-8F19-9AD87F00BE07}" destId="{83237109-3EAF-4B0A-A38A-D32E24BF7CE8}" srcOrd="1" destOrd="0" presId="urn:microsoft.com/office/officeart/2008/layout/NameandTitleOrganizationalChart"/>
    <dgm:cxn modelId="{7AA32C28-D6FF-40D8-BCA5-60739818EBF4}" type="presParOf" srcId="{DD131947-B315-4C4B-8F19-9AD87F00BE07}" destId="{260C1877-E7DE-40FA-8CCB-A213F515300D}" srcOrd="2" destOrd="0" presId="urn:microsoft.com/office/officeart/2008/layout/NameandTitleOrganizationalChart"/>
    <dgm:cxn modelId="{4F7AD7E0-0756-4590-A6EE-F25BE5D6ED1B}" type="presParOf" srcId="{6F6849D9-E25A-4FD5-84E5-4558DDF79A7F}" destId="{DADCF2FA-6025-46DA-B597-9CAD8893D190}" srcOrd="1" destOrd="0" presId="urn:microsoft.com/office/officeart/2008/layout/NameandTitleOrganizationalChart"/>
    <dgm:cxn modelId="{E549C79A-58EB-4C56-8348-E9EFBF3069A8}" type="presParOf" srcId="{6F6849D9-E25A-4FD5-84E5-4558DDF79A7F}" destId="{EE2C7F14-93DE-469A-B2FD-207E92AF91D4}" srcOrd="2" destOrd="0" presId="urn:microsoft.com/office/officeart/2008/layout/NameandTitleOrganizationalChart"/>
    <dgm:cxn modelId="{AEB1ED51-350C-4795-9D20-9F1D1FD30DFB}" type="presParOf" srcId="{A9834EE6-44D7-4057-AC74-178A9D714ACA}" destId="{4413D567-2EAA-49B6-BAC3-5A253F712D88}" srcOrd="2" destOrd="0" presId="urn:microsoft.com/office/officeart/2008/layout/NameandTitleOrganizationalChart"/>
    <dgm:cxn modelId="{FF07F07E-82D1-48CF-A4AA-E192272D8EB7}" type="presParOf" srcId="{A9834EE6-44D7-4057-AC74-178A9D714ACA}" destId="{1F1330E6-BB01-4665-AADA-52AEB95952E1}" srcOrd="3" destOrd="0" presId="urn:microsoft.com/office/officeart/2008/layout/NameandTitleOrganizationalChart"/>
    <dgm:cxn modelId="{F74F5806-AFBB-4276-9182-02CAD872647B}" type="presParOf" srcId="{1F1330E6-BB01-4665-AADA-52AEB95952E1}" destId="{BE9C06BF-48B4-4A31-9785-678FB8B490AE}" srcOrd="0" destOrd="0" presId="urn:microsoft.com/office/officeart/2008/layout/NameandTitleOrganizationalChart"/>
    <dgm:cxn modelId="{DA44FECC-E6BF-4A20-B62F-F4DA3BA6D0A0}" type="presParOf" srcId="{BE9C06BF-48B4-4A31-9785-678FB8B490AE}" destId="{C6293E6B-31EC-4FED-A5CC-E598868219EC}" srcOrd="0" destOrd="0" presId="urn:microsoft.com/office/officeart/2008/layout/NameandTitleOrganizationalChart"/>
    <dgm:cxn modelId="{7C36A574-7076-4802-9571-EFD00BE1434F}" type="presParOf" srcId="{BE9C06BF-48B4-4A31-9785-678FB8B490AE}" destId="{C2D6C54C-1398-46D9-BD7B-965E364C4B7E}" srcOrd="1" destOrd="0" presId="urn:microsoft.com/office/officeart/2008/layout/NameandTitleOrganizationalChart"/>
    <dgm:cxn modelId="{027F3D58-0E7F-433B-BAE1-F0ACF96E2277}" type="presParOf" srcId="{BE9C06BF-48B4-4A31-9785-678FB8B490AE}" destId="{AD4B0C07-23F5-4501-B377-D73B9D04C0D0}" srcOrd="2" destOrd="0" presId="urn:microsoft.com/office/officeart/2008/layout/NameandTitleOrganizationalChart"/>
    <dgm:cxn modelId="{A579CD65-B9A0-4815-9D67-C7151CF7E100}" type="presParOf" srcId="{1F1330E6-BB01-4665-AADA-52AEB95952E1}" destId="{A1BBD55C-64D4-4B75-AFE4-3A07A114EF4D}" srcOrd="1" destOrd="0" presId="urn:microsoft.com/office/officeart/2008/layout/NameandTitleOrganizationalChart"/>
    <dgm:cxn modelId="{D9451B07-AA11-451D-8F97-AC20563A420A}" type="presParOf" srcId="{1F1330E6-BB01-4665-AADA-52AEB95952E1}" destId="{2261EFFC-4890-45A7-B881-F462E91D3D9A}" srcOrd="2" destOrd="0" presId="urn:microsoft.com/office/officeart/2008/layout/NameandTitleOrganizationalChart"/>
    <dgm:cxn modelId="{7A7F8772-0538-4D9F-8DC2-6795E41C77D0}" type="presParOf" srcId="{B362E664-0789-4212-B794-9536000F6B12}" destId="{CE5729A6-FAA0-45AD-B9F1-851C30772FC7}" srcOrd="2" destOrd="0" presId="urn:microsoft.com/office/officeart/2008/layout/NameandTitleOrganizationalChart"/>
    <dgm:cxn modelId="{23F0B6C3-B827-4407-9E6E-CFF594A85A87}" type="presParOf" srcId="{BAC4512A-0375-4C81-8DBA-94679AB8B768}" destId="{43C34EBC-A650-49B3-A948-6B5DFF0215CE}" srcOrd="2" destOrd="0" presId="urn:microsoft.com/office/officeart/2008/layout/NameandTitleOrganizationalChart"/>
    <dgm:cxn modelId="{7D18B086-0B02-4B9F-85FE-42E654C4755B}" type="presParOf" srcId="{BAC4512A-0375-4C81-8DBA-94679AB8B768}" destId="{959A5EB2-4A3F-4D54-B0AB-986097D1587A}" srcOrd="3" destOrd="0" presId="urn:microsoft.com/office/officeart/2008/layout/NameandTitleOrganizationalChart"/>
    <dgm:cxn modelId="{78A94AB2-0B7A-4C8B-BC2F-A4EC2404302B}" type="presParOf" srcId="{959A5EB2-4A3F-4D54-B0AB-986097D1587A}" destId="{80E759BF-EE2D-4C09-9F59-8510EDC797F1}" srcOrd="0" destOrd="0" presId="urn:microsoft.com/office/officeart/2008/layout/NameandTitleOrganizationalChart"/>
    <dgm:cxn modelId="{4E493C2F-01EA-47F6-A80C-6CBF83D18367}" type="presParOf" srcId="{80E759BF-EE2D-4C09-9F59-8510EDC797F1}" destId="{71B02149-6D92-4665-BBB2-B752AFB75666}" srcOrd="0" destOrd="0" presId="urn:microsoft.com/office/officeart/2008/layout/NameandTitleOrganizationalChart"/>
    <dgm:cxn modelId="{F16357FA-6208-4527-830A-9A43B060BF55}" type="presParOf" srcId="{80E759BF-EE2D-4C09-9F59-8510EDC797F1}" destId="{9C2CC31B-0686-4FE8-9FE5-878BF503F954}" srcOrd="1" destOrd="0" presId="urn:microsoft.com/office/officeart/2008/layout/NameandTitleOrganizationalChart"/>
    <dgm:cxn modelId="{17A1A459-5F5D-416E-B078-45B7E0DBD6C0}" type="presParOf" srcId="{80E759BF-EE2D-4C09-9F59-8510EDC797F1}" destId="{5D7C9FF9-F371-4A91-9C64-EEAF22512A6E}" srcOrd="2" destOrd="0" presId="urn:microsoft.com/office/officeart/2008/layout/NameandTitleOrganizationalChart"/>
    <dgm:cxn modelId="{6D7376E1-5E25-4AE9-AE72-5768EFC23A90}" type="presParOf" srcId="{959A5EB2-4A3F-4D54-B0AB-986097D1587A}" destId="{4C76FF56-9DF8-4CA0-BCCC-F46ABD8AD13C}" srcOrd="1" destOrd="0" presId="urn:microsoft.com/office/officeart/2008/layout/NameandTitleOrganizationalChart"/>
    <dgm:cxn modelId="{6174FDD5-261E-450F-B248-EED058069F9F}" type="presParOf" srcId="{959A5EB2-4A3F-4D54-B0AB-986097D1587A}" destId="{5435ED69-8A47-44F3-BF7B-9777B1407DF8}" srcOrd="2" destOrd="0" presId="urn:microsoft.com/office/officeart/2008/layout/NameandTitleOrganizationalChart"/>
    <dgm:cxn modelId="{F5A5260B-5C95-42DA-AC59-65F2FEE18502}" type="presParOf" srcId="{BAC4512A-0375-4C81-8DBA-94679AB8B768}" destId="{BED06A1F-AB40-4006-AFC9-5A9986A59212}" srcOrd="4" destOrd="0" presId="urn:microsoft.com/office/officeart/2008/layout/NameandTitleOrganizationalChart"/>
    <dgm:cxn modelId="{8B99F3E4-A152-46BA-AF8E-F7F654E35E91}" type="presParOf" srcId="{BAC4512A-0375-4C81-8DBA-94679AB8B768}" destId="{543324E4-9A7F-4487-8319-319469D41B27}" srcOrd="5" destOrd="0" presId="urn:microsoft.com/office/officeart/2008/layout/NameandTitleOrganizationalChart"/>
    <dgm:cxn modelId="{A070CB8F-B1F9-4446-977E-2168964C94A6}" type="presParOf" srcId="{543324E4-9A7F-4487-8319-319469D41B27}" destId="{DB8C4E70-E520-4B1B-A148-FB9EC74B386B}" srcOrd="0" destOrd="0" presId="urn:microsoft.com/office/officeart/2008/layout/NameandTitleOrganizationalChart"/>
    <dgm:cxn modelId="{4E26565F-9075-4806-BCDB-20B49977DBB0}" type="presParOf" srcId="{DB8C4E70-E520-4B1B-A148-FB9EC74B386B}" destId="{416D4128-413D-40AE-9225-24F788262957}" srcOrd="0" destOrd="0" presId="urn:microsoft.com/office/officeart/2008/layout/NameandTitleOrganizationalChart"/>
    <dgm:cxn modelId="{321D02CB-1E56-4425-A9C5-27F78D63B5F0}" type="presParOf" srcId="{DB8C4E70-E520-4B1B-A148-FB9EC74B386B}" destId="{310905D4-61DC-4AE5-822D-EECEB57A60A9}" srcOrd="1" destOrd="0" presId="urn:microsoft.com/office/officeart/2008/layout/NameandTitleOrganizationalChart"/>
    <dgm:cxn modelId="{751053EA-F7FD-4E95-8AF9-AD61B3CFE584}" type="presParOf" srcId="{DB8C4E70-E520-4B1B-A148-FB9EC74B386B}" destId="{B01F35C7-5DD3-431D-B639-C2E5837F6C2B}" srcOrd="2" destOrd="0" presId="urn:microsoft.com/office/officeart/2008/layout/NameandTitleOrganizationalChart"/>
    <dgm:cxn modelId="{B6CDA97C-6459-4980-9D8D-BF36EC6A7E6C}" type="presParOf" srcId="{543324E4-9A7F-4487-8319-319469D41B27}" destId="{53223BF2-6F12-43E8-9D00-A07C1DE4D82D}" srcOrd="1" destOrd="0" presId="urn:microsoft.com/office/officeart/2008/layout/NameandTitleOrganizationalChart"/>
    <dgm:cxn modelId="{F16AAE54-4121-4069-B6F8-B1BF5C48F03D}" type="presParOf" srcId="{543324E4-9A7F-4487-8319-319469D41B27}" destId="{4E411BEC-95F6-48AF-AC19-2E44537658C4}" srcOrd="2" destOrd="0" presId="urn:microsoft.com/office/officeart/2008/layout/NameandTitleOrganizationalChart"/>
    <dgm:cxn modelId="{0509B3A4-75FF-4151-B4D1-820BBB05B3B4}" type="presParOf" srcId="{EC9A94B3-7B7B-487C-8A21-9C2705FD95D6}" destId="{B4D62416-27B4-4842-8990-615332BF1B8B}" srcOrd="2" destOrd="0" presId="urn:microsoft.com/office/officeart/2008/layout/NameandTitleOrganizationalChart"/>
    <dgm:cxn modelId="{CA7768BF-C5A9-4EA3-B02B-9246D8562598}" type="presParOf" srcId="{0F11B7D9-266A-4D69-8971-EB343CEE6D4C}" destId="{7A0D91D4-1747-454F-901E-FE8B5508FFC2}" srcOrd="1" destOrd="0" presId="urn:microsoft.com/office/officeart/2008/layout/NameandTitleOrganizationalChart"/>
    <dgm:cxn modelId="{D7B195FB-AF6B-4D15-99D0-698C3F8F006A}" type="presParOf" srcId="{7A0D91D4-1747-454F-901E-FE8B5508FFC2}" destId="{EB0F272F-403D-486E-982F-DCFCCDA5D5EA}" srcOrd="0" destOrd="0" presId="urn:microsoft.com/office/officeart/2008/layout/NameandTitleOrganizationalChart"/>
    <dgm:cxn modelId="{FBD0A0EA-65A0-4B84-9C50-C1CA5602345D}" type="presParOf" srcId="{EB0F272F-403D-486E-982F-DCFCCDA5D5EA}" destId="{FF37F2C4-E3A8-4106-89DB-3935CE6891A2}" srcOrd="0" destOrd="0" presId="urn:microsoft.com/office/officeart/2008/layout/NameandTitleOrganizationalChart"/>
    <dgm:cxn modelId="{351EB6FF-0A42-417D-A8EF-14DDAC2D042A}" type="presParOf" srcId="{EB0F272F-403D-486E-982F-DCFCCDA5D5EA}" destId="{CDEA6377-6F1A-492D-AE79-AC9E75EAB0DC}" srcOrd="1" destOrd="0" presId="urn:microsoft.com/office/officeart/2008/layout/NameandTitleOrganizationalChart"/>
    <dgm:cxn modelId="{0E234957-5FC7-40B4-B174-6089F74C6AC8}" type="presParOf" srcId="{EB0F272F-403D-486E-982F-DCFCCDA5D5EA}" destId="{55D3E180-E971-4DD2-ACF1-D2C93726EF81}" srcOrd="2" destOrd="0" presId="urn:microsoft.com/office/officeart/2008/layout/NameandTitleOrganizationalChart"/>
    <dgm:cxn modelId="{2D8E572D-8DDC-4D7F-AD8E-E774F51F7C1C}" type="presParOf" srcId="{7A0D91D4-1747-454F-901E-FE8B5508FFC2}" destId="{8A07DDEA-C50A-42E6-A455-EC66ECB819F4}" srcOrd="1" destOrd="0" presId="urn:microsoft.com/office/officeart/2008/layout/NameandTitleOrganizationalChart"/>
    <dgm:cxn modelId="{EB1965CA-0C21-499C-B19D-5ECECB2B78B3}" type="presParOf" srcId="{8A07DDEA-C50A-42E6-A455-EC66ECB819F4}" destId="{A2B23A53-0FA2-41B4-97BF-92A7D740D1F3}" srcOrd="0" destOrd="0" presId="urn:microsoft.com/office/officeart/2008/layout/NameandTitleOrganizationalChart"/>
    <dgm:cxn modelId="{041BDFF0-934B-415C-81F8-2C6DA737D8BC}" type="presParOf" srcId="{8A07DDEA-C50A-42E6-A455-EC66ECB819F4}" destId="{BB0EA25A-A5CB-4337-A451-65F61DADF811}" srcOrd="1" destOrd="0" presId="urn:microsoft.com/office/officeart/2008/layout/NameandTitleOrganizationalChart"/>
    <dgm:cxn modelId="{DA386986-BF4D-4859-BD1E-FBF11906A0A0}" type="presParOf" srcId="{BB0EA25A-A5CB-4337-A451-65F61DADF811}" destId="{E6BE7A48-3820-4839-91DA-D54B3A2377A0}" srcOrd="0" destOrd="0" presId="urn:microsoft.com/office/officeart/2008/layout/NameandTitleOrganizationalChart"/>
    <dgm:cxn modelId="{899DD17B-6DC5-49E6-A967-B006494211C2}" type="presParOf" srcId="{E6BE7A48-3820-4839-91DA-D54B3A2377A0}" destId="{B160069C-4F70-4B2F-A8DE-B3C41A61DED3}" srcOrd="0" destOrd="0" presId="urn:microsoft.com/office/officeart/2008/layout/NameandTitleOrganizationalChart"/>
    <dgm:cxn modelId="{075BCF7F-5B26-4707-9F13-84247E5120F1}" type="presParOf" srcId="{E6BE7A48-3820-4839-91DA-D54B3A2377A0}" destId="{CFF45394-0034-4E3C-8B8D-9DA1D72174DC}" srcOrd="1" destOrd="0" presId="urn:microsoft.com/office/officeart/2008/layout/NameandTitleOrganizationalChart"/>
    <dgm:cxn modelId="{DAAC056F-1B9F-4AE2-A1CD-7D89FB78E14D}" type="presParOf" srcId="{E6BE7A48-3820-4839-91DA-D54B3A2377A0}" destId="{943B3B07-931B-423F-A538-73FE8A643BFC}" srcOrd="2" destOrd="0" presId="urn:microsoft.com/office/officeart/2008/layout/NameandTitleOrganizationalChart"/>
    <dgm:cxn modelId="{E5858384-5E59-4723-95BA-9D5EDB488393}" type="presParOf" srcId="{BB0EA25A-A5CB-4337-A451-65F61DADF811}" destId="{F85559B7-DF57-4AFB-BD9F-6241BDF52F63}" srcOrd="1" destOrd="0" presId="urn:microsoft.com/office/officeart/2008/layout/NameandTitleOrganizationalChart"/>
    <dgm:cxn modelId="{24FECA49-D082-4D07-A2FE-911A765B05C2}" type="presParOf" srcId="{BB0EA25A-A5CB-4337-A451-65F61DADF811}" destId="{4B8501EE-AAFD-40BD-8C3C-C43AF89D5755}" srcOrd="2" destOrd="0" presId="urn:microsoft.com/office/officeart/2008/layout/NameandTitleOrganizationalChart"/>
    <dgm:cxn modelId="{7AC51985-69FF-4151-A917-45958A94F2BF}" type="presParOf" srcId="{8A07DDEA-C50A-42E6-A455-EC66ECB819F4}" destId="{69BC94CD-35A4-42BE-A23C-9CB5B0FF2FCB}" srcOrd="2" destOrd="0" presId="urn:microsoft.com/office/officeart/2008/layout/NameandTitleOrganizationalChart"/>
    <dgm:cxn modelId="{932F2DCB-F234-4BD1-963A-EE17B214F218}" type="presParOf" srcId="{8A07DDEA-C50A-42E6-A455-EC66ECB819F4}" destId="{C13908B4-2EDF-48EC-A8BD-664CB6C3A812}" srcOrd="3" destOrd="0" presId="urn:microsoft.com/office/officeart/2008/layout/NameandTitleOrganizationalChart"/>
    <dgm:cxn modelId="{38D4FFD9-EB45-40FE-825B-FC903398328C}" type="presParOf" srcId="{C13908B4-2EDF-48EC-A8BD-664CB6C3A812}" destId="{973C89EF-00D1-41AF-9277-3CBF2666120B}" srcOrd="0" destOrd="0" presId="urn:microsoft.com/office/officeart/2008/layout/NameandTitleOrganizationalChart"/>
    <dgm:cxn modelId="{85D3604F-2EF6-4D39-B6F3-188C905B2FEC}" type="presParOf" srcId="{973C89EF-00D1-41AF-9277-3CBF2666120B}" destId="{9D4C785C-54E8-4F7C-AC1D-4DB359F09645}" srcOrd="0" destOrd="0" presId="urn:microsoft.com/office/officeart/2008/layout/NameandTitleOrganizationalChart"/>
    <dgm:cxn modelId="{541CD6D9-96E7-49AC-84B4-7DDB58A0FB93}" type="presParOf" srcId="{973C89EF-00D1-41AF-9277-3CBF2666120B}" destId="{366E6592-9507-4AF0-B172-E993907837F8}" srcOrd="1" destOrd="0" presId="urn:microsoft.com/office/officeart/2008/layout/NameandTitleOrganizationalChart"/>
    <dgm:cxn modelId="{ACACFBE4-C217-479E-A2B0-BE2565491C1E}" type="presParOf" srcId="{973C89EF-00D1-41AF-9277-3CBF2666120B}" destId="{DEFB7BB0-6232-4E7F-BAFF-C752527A8BD8}" srcOrd="2" destOrd="0" presId="urn:microsoft.com/office/officeart/2008/layout/NameandTitleOrganizationalChart"/>
    <dgm:cxn modelId="{1F3F2B8E-6EF5-45CA-9CF5-D656227A84DC}" type="presParOf" srcId="{C13908B4-2EDF-48EC-A8BD-664CB6C3A812}" destId="{4229946C-94EA-4E56-9055-4280CD1B0C9D}" srcOrd="1" destOrd="0" presId="urn:microsoft.com/office/officeart/2008/layout/NameandTitleOrganizationalChart"/>
    <dgm:cxn modelId="{C7CBB343-A1F5-47FA-B066-BBC3B5288EDE}" type="presParOf" srcId="{4229946C-94EA-4E56-9055-4280CD1B0C9D}" destId="{108DC14B-6CDF-45B0-831D-60C7B2524386}" srcOrd="0" destOrd="0" presId="urn:microsoft.com/office/officeart/2008/layout/NameandTitleOrganizationalChart"/>
    <dgm:cxn modelId="{CE9BB852-DBFA-40B2-A224-60E3B4A886DB}" type="presParOf" srcId="{4229946C-94EA-4E56-9055-4280CD1B0C9D}" destId="{56892E55-E4E8-4F82-AB34-3CD37078E0AC}" srcOrd="1" destOrd="0" presId="urn:microsoft.com/office/officeart/2008/layout/NameandTitleOrganizationalChart"/>
    <dgm:cxn modelId="{5175D108-2F8D-4526-A5B0-6F15398B5E0B}" type="presParOf" srcId="{56892E55-E4E8-4F82-AB34-3CD37078E0AC}" destId="{312E72E3-B033-4142-9F49-5FD5822E59E6}" srcOrd="0" destOrd="0" presId="urn:microsoft.com/office/officeart/2008/layout/NameandTitleOrganizationalChart"/>
    <dgm:cxn modelId="{64387E7B-DD55-4913-993F-3F9D24185527}" type="presParOf" srcId="{312E72E3-B033-4142-9F49-5FD5822E59E6}" destId="{396C9A66-CD4A-4ABD-BC64-41662EFA5E6A}" srcOrd="0" destOrd="0" presId="urn:microsoft.com/office/officeart/2008/layout/NameandTitleOrganizationalChart"/>
    <dgm:cxn modelId="{78B6012B-19A8-49A9-A60A-17A541041DA3}" type="presParOf" srcId="{312E72E3-B033-4142-9F49-5FD5822E59E6}" destId="{E7DCBB63-885F-476D-A522-CB364ADBE9E8}" srcOrd="1" destOrd="0" presId="urn:microsoft.com/office/officeart/2008/layout/NameandTitleOrganizationalChart"/>
    <dgm:cxn modelId="{AD2E13C1-B9F3-4110-ADE2-C25DC9BB157C}" type="presParOf" srcId="{312E72E3-B033-4142-9F49-5FD5822E59E6}" destId="{D724C20E-F6CB-4216-84A9-498A5F6E2DE0}" srcOrd="2" destOrd="0" presId="urn:microsoft.com/office/officeart/2008/layout/NameandTitleOrganizationalChart"/>
    <dgm:cxn modelId="{C83EEE0B-3DE8-4344-9CC3-EC1363F9A07B}" type="presParOf" srcId="{56892E55-E4E8-4F82-AB34-3CD37078E0AC}" destId="{3DF7ED5F-D6BA-4BDD-81D6-945BEC915433}" srcOrd="1" destOrd="0" presId="urn:microsoft.com/office/officeart/2008/layout/NameandTitleOrganizationalChart"/>
    <dgm:cxn modelId="{940190CF-95FC-4362-B8C3-CE88601FB1E2}" type="presParOf" srcId="{56892E55-E4E8-4F82-AB34-3CD37078E0AC}" destId="{066E9121-0A61-4ADC-A4CE-E97348DA9A40}" srcOrd="2" destOrd="0" presId="urn:microsoft.com/office/officeart/2008/layout/NameandTitleOrganizationalChart"/>
    <dgm:cxn modelId="{CBEBB777-FF12-49E7-81B9-0CA2839381F8}" type="presParOf" srcId="{4229946C-94EA-4E56-9055-4280CD1B0C9D}" destId="{0A372032-91E2-4FF7-8C19-52C05A5AEF6F}" srcOrd="2" destOrd="0" presId="urn:microsoft.com/office/officeart/2008/layout/NameandTitleOrganizationalChart"/>
    <dgm:cxn modelId="{4B436150-2B24-4D13-8380-98CDE52B18D1}" type="presParOf" srcId="{4229946C-94EA-4E56-9055-4280CD1B0C9D}" destId="{1EC6EC5E-4E0B-48B7-924A-DDDB2FBE019A}" srcOrd="3" destOrd="0" presId="urn:microsoft.com/office/officeart/2008/layout/NameandTitleOrganizationalChart"/>
    <dgm:cxn modelId="{3082CF47-82AC-4A2F-A26E-114DBFED442A}" type="presParOf" srcId="{1EC6EC5E-4E0B-48B7-924A-DDDB2FBE019A}" destId="{3E488EBE-588B-4273-97CB-9BFFF40A462C}" srcOrd="0" destOrd="0" presId="urn:microsoft.com/office/officeart/2008/layout/NameandTitleOrganizationalChart"/>
    <dgm:cxn modelId="{FA620CB3-5901-421F-A535-FB80A437140B}" type="presParOf" srcId="{3E488EBE-588B-4273-97CB-9BFFF40A462C}" destId="{556278DD-0A78-428A-A586-0A7364CA8F32}" srcOrd="0" destOrd="0" presId="urn:microsoft.com/office/officeart/2008/layout/NameandTitleOrganizationalChart"/>
    <dgm:cxn modelId="{E43629F7-0AA1-4369-B3C3-67F9C2DCF9DD}" type="presParOf" srcId="{3E488EBE-588B-4273-97CB-9BFFF40A462C}" destId="{B1EF347F-E12F-4E6B-86A9-48CAADD6664A}" srcOrd="1" destOrd="0" presId="urn:microsoft.com/office/officeart/2008/layout/NameandTitleOrganizationalChart"/>
    <dgm:cxn modelId="{A31999B2-D959-4D41-9E78-0EE8E7EAA662}" type="presParOf" srcId="{3E488EBE-588B-4273-97CB-9BFFF40A462C}" destId="{81A2E71D-7519-4CF1-B09F-B2CE0A7CCB4E}" srcOrd="2" destOrd="0" presId="urn:microsoft.com/office/officeart/2008/layout/NameandTitleOrganizationalChart"/>
    <dgm:cxn modelId="{A80FEB9D-C1B3-4A8D-A647-94BECA8DD6A9}" type="presParOf" srcId="{1EC6EC5E-4E0B-48B7-924A-DDDB2FBE019A}" destId="{D67CE97B-AF6F-4112-8587-0E7A5AECFCB5}" srcOrd="1" destOrd="0" presId="urn:microsoft.com/office/officeart/2008/layout/NameandTitleOrganizationalChart"/>
    <dgm:cxn modelId="{A7E5642F-9BD2-4CC6-B9EF-F2D5C342A131}" type="presParOf" srcId="{1EC6EC5E-4E0B-48B7-924A-DDDB2FBE019A}" destId="{7CB98C6A-9744-4A51-B08B-2C4EE33379AF}" srcOrd="2" destOrd="0" presId="urn:microsoft.com/office/officeart/2008/layout/NameandTitleOrganizationalChart"/>
    <dgm:cxn modelId="{BBE7407E-69BA-47FB-B619-63D709114C6F}" type="presParOf" srcId="{C13908B4-2EDF-48EC-A8BD-664CB6C3A812}" destId="{915E8556-5507-4ED7-92CB-64C5AFAD5C55}" srcOrd="2" destOrd="0" presId="urn:microsoft.com/office/officeart/2008/layout/NameandTitleOrganizationalChart"/>
    <dgm:cxn modelId="{F49301A8-FF1D-417C-B4C5-662756F4909D}" type="presParOf" srcId="{8A07DDEA-C50A-42E6-A455-EC66ECB819F4}" destId="{19FF6DA6-4BB5-4CA3-A500-453B9A32249A}" srcOrd="4" destOrd="0" presId="urn:microsoft.com/office/officeart/2008/layout/NameandTitleOrganizationalChart"/>
    <dgm:cxn modelId="{4DAC0A56-63FC-4931-91E3-3923A96ECF1D}" type="presParOf" srcId="{8A07DDEA-C50A-42E6-A455-EC66ECB819F4}" destId="{36CDE5AE-3B0D-4634-A87D-B12E96934698}" srcOrd="5" destOrd="0" presId="urn:microsoft.com/office/officeart/2008/layout/NameandTitleOrganizationalChart"/>
    <dgm:cxn modelId="{0993812A-3CB2-4DAA-907C-F145D4F119C4}" type="presParOf" srcId="{36CDE5AE-3B0D-4634-A87D-B12E96934698}" destId="{1FA8FA85-0D32-4EC4-A076-3F41DE5F49EF}" srcOrd="0" destOrd="0" presId="urn:microsoft.com/office/officeart/2008/layout/NameandTitleOrganizationalChart"/>
    <dgm:cxn modelId="{8E0DB34E-AC32-4E87-B431-6852656A34A6}" type="presParOf" srcId="{1FA8FA85-0D32-4EC4-A076-3F41DE5F49EF}" destId="{83B3626C-E8BF-4BF4-83B0-77AE176E37C3}" srcOrd="0" destOrd="0" presId="urn:microsoft.com/office/officeart/2008/layout/NameandTitleOrganizationalChart"/>
    <dgm:cxn modelId="{4E9AC2B2-FC56-42D6-9772-A76936767DE0}" type="presParOf" srcId="{1FA8FA85-0D32-4EC4-A076-3F41DE5F49EF}" destId="{51ECCC26-CDE3-4024-ACDB-54FD6194032C}" srcOrd="1" destOrd="0" presId="urn:microsoft.com/office/officeart/2008/layout/NameandTitleOrganizationalChart"/>
    <dgm:cxn modelId="{A37BB38A-E9C7-4ED5-8973-0A5094032DB5}" type="presParOf" srcId="{1FA8FA85-0D32-4EC4-A076-3F41DE5F49EF}" destId="{75F898F4-C881-4F33-88C0-5B99918BC251}" srcOrd="2" destOrd="0" presId="urn:microsoft.com/office/officeart/2008/layout/NameandTitleOrganizationalChart"/>
    <dgm:cxn modelId="{DC143C70-E1AA-4678-94A6-8A70B0ADA686}" type="presParOf" srcId="{36CDE5AE-3B0D-4634-A87D-B12E96934698}" destId="{4401D1BE-29F4-4A69-8993-3F79A8C64A35}" srcOrd="1" destOrd="0" presId="urn:microsoft.com/office/officeart/2008/layout/NameandTitleOrganizationalChart"/>
    <dgm:cxn modelId="{746A04C0-9CEB-47D9-9242-A7B70FFBFE36}" type="presParOf" srcId="{36CDE5AE-3B0D-4634-A87D-B12E96934698}" destId="{377D7568-31A9-4EBA-A3EE-6FC76775ADC5}" srcOrd="2" destOrd="0" presId="urn:microsoft.com/office/officeart/2008/layout/NameandTitleOrganizationalChart"/>
    <dgm:cxn modelId="{4FAE3E0E-DD21-4D39-909E-AD71D3EEF91F}" type="presParOf" srcId="{7A0D91D4-1747-454F-901E-FE8B5508FFC2}" destId="{A2F02206-F2B7-4F4B-BF77-2286D37B2DCB}" srcOrd="2" destOrd="0" presId="urn:microsoft.com/office/officeart/2008/layout/NameandTitleOrganizationalChart"/>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01.xml><?xml version="1.0" encoding="utf-8"?>
<dgm:dataModel xmlns:dgm="http://schemas.openxmlformats.org/drawingml/2006/diagram" xmlns:a="http://schemas.openxmlformats.org/drawingml/2006/main">
  <dgm:ptLst>
    <dgm:pt modelId="{B9C32B05-62EA-407A-B21C-2310C7945705}" type="doc">
      <dgm:prSet loTypeId="urn:microsoft.com/office/officeart/2008/layout/HalfCircleOrganizationChart" loCatId="hierarchy"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custT="1"/>
      <dgm:spPr/>
      <dgm:t>
        <a:bodyPr/>
        <a:lstStyle/>
        <a:p>
          <a:r>
            <a:rPr lang="en-US" sz="1400" b="1" dirty="0">
              <a:solidFill>
                <a:schemeClr val="tx2"/>
              </a:solidFill>
            </a:rPr>
            <a:t>Lorem Ipsum</a:t>
          </a:r>
        </a:p>
      </dgm:t>
    </dgm:pt>
    <dgm:pt modelId="{51680ED1-AF6E-4B28-AE94-92B0EFB0DF7D}" type="parTrans" cxnId="{2AA9C11F-1F1D-428E-801A-47EAA766C99D}">
      <dgm:prSet/>
      <dgm:spPr/>
      <dgm:t>
        <a:bodyPr/>
        <a:lstStyle/>
        <a:p>
          <a:endParaRPr lang="en-US">
            <a:solidFill>
              <a:schemeClr val="tx2"/>
            </a:solidFill>
          </a:endParaRPr>
        </a:p>
      </dgm:t>
    </dgm:pt>
    <dgm:pt modelId="{478B7D3C-9FB4-4BC6-90AC-49960560DECD}" type="sibTrans" cxnId="{2AA9C11F-1F1D-428E-801A-47EAA766C99D}">
      <dgm:prSet/>
      <dgm:spPr/>
      <dgm:t>
        <a:bodyPr/>
        <a:lstStyle/>
        <a:p>
          <a:endParaRPr lang="en-US">
            <a:solidFill>
              <a:schemeClr val="tx2"/>
            </a:solidFill>
          </a:endParaRPr>
        </a:p>
      </dgm:t>
    </dgm:pt>
    <dgm:pt modelId="{3AF880A5-0F00-4315-A5DF-1FE656798601}">
      <dgm:prSet phldrT="[Text]"/>
      <dgm:spPr/>
      <dgm:t>
        <a:bodyPr/>
        <a:lstStyle/>
        <a:p>
          <a:r>
            <a:rPr lang="en-US" dirty="0">
              <a:solidFill>
                <a:schemeClr val="tx2"/>
              </a:solidFill>
            </a:rPr>
            <a:t>Some text here</a:t>
          </a:r>
        </a:p>
      </dgm:t>
    </dgm:pt>
    <dgm:pt modelId="{A13BB1F9-5857-4B43-8BF5-6589AA2CB759}" type="parTrans" cxnId="{24F8CBE2-5003-4E69-A772-6B98F2B05181}">
      <dgm:prSet/>
      <dgm:spPr/>
      <dgm:t>
        <a:bodyPr/>
        <a:lstStyle/>
        <a:p>
          <a:endParaRPr lang="en-US">
            <a:solidFill>
              <a:schemeClr val="tx2"/>
            </a:solidFill>
          </a:endParaRPr>
        </a:p>
      </dgm:t>
    </dgm:pt>
    <dgm:pt modelId="{C198C41D-2640-4669-83ED-E0CD35701C8E}" type="sibTrans" cxnId="{24F8CBE2-5003-4E69-A772-6B98F2B05181}">
      <dgm:prSet/>
      <dgm:spPr/>
      <dgm:t>
        <a:bodyPr/>
        <a:lstStyle/>
        <a:p>
          <a:endParaRPr lang="en-US">
            <a:solidFill>
              <a:schemeClr val="tx2"/>
            </a:solidFill>
          </a:endParaRPr>
        </a:p>
      </dgm:t>
    </dgm:pt>
    <dgm:pt modelId="{8EA7219F-BDB2-48EB-9EEB-3133522D132E}">
      <dgm:prSet phldrT="[Text]"/>
      <dgm:spPr/>
      <dgm:t>
        <a:bodyPr/>
        <a:lstStyle/>
        <a:p>
          <a:r>
            <a:rPr lang="en-US" dirty="0">
              <a:solidFill>
                <a:schemeClr val="tx2"/>
              </a:solidFill>
            </a:rPr>
            <a:t>Some text here</a:t>
          </a:r>
        </a:p>
      </dgm:t>
    </dgm:pt>
    <dgm:pt modelId="{3EE8403A-CB7C-4815-85BD-AEBCAEB71B37}" type="parTrans" cxnId="{58AD7EEF-D408-406B-87EE-4691D4C30668}">
      <dgm:prSet/>
      <dgm:spPr/>
      <dgm:t>
        <a:bodyPr/>
        <a:lstStyle/>
        <a:p>
          <a:endParaRPr lang="en-US">
            <a:solidFill>
              <a:schemeClr val="tx2"/>
            </a:solidFill>
          </a:endParaRPr>
        </a:p>
      </dgm:t>
    </dgm:pt>
    <dgm:pt modelId="{C94B7947-85DC-4B21-BB99-DF8438356F98}" type="sibTrans" cxnId="{58AD7EEF-D408-406B-87EE-4691D4C30668}">
      <dgm:prSet/>
      <dgm:spPr/>
      <dgm:t>
        <a:bodyPr/>
        <a:lstStyle/>
        <a:p>
          <a:endParaRPr lang="en-US">
            <a:solidFill>
              <a:schemeClr val="tx2"/>
            </a:solidFill>
          </a:endParaRPr>
        </a:p>
      </dgm:t>
    </dgm:pt>
    <dgm:pt modelId="{932A6641-B47E-48FC-963F-311CBB9F360A}">
      <dgm:prSet phldrT="[Text]"/>
      <dgm:spPr/>
      <dgm:t>
        <a:bodyPr/>
        <a:lstStyle/>
        <a:p>
          <a:r>
            <a:rPr lang="en-US" dirty="0">
              <a:solidFill>
                <a:schemeClr val="tx2"/>
              </a:solidFill>
            </a:rPr>
            <a:t>Some text here</a:t>
          </a:r>
        </a:p>
      </dgm:t>
    </dgm:pt>
    <dgm:pt modelId="{BCC541E2-3A60-4FA0-82BC-A407780EE7DB}" type="parTrans" cxnId="{FD0D0812-3766-4422-AB8F-58752BCDBE07}">
      <dgm:prSet/>
      <dgm:spPr/>
      <dgm:t>
        <a:bodyPr/>
        <a:lstStyle/>
        <a:p>
          <a:endParaRPr lang="en-US">
            <a:solidFill>
              <a:schemeClr val="tx2"/>
            </a:solidFill>
          </a:endParaRPr>
        </a:p>
      </dgm:t>
    </dgm:pt>
    <dgm:pt modelId="{0E70FA36-C3C7-4A08-A69A-A16BAA6AE9D9}" type="sibTrans" cxnId="{FD0D0812-3766-4422-AB8F-58752BCDBE07}">
      <dgm:prSet/>
      <dgm:spPr/>
      <dgm:t>
        <a:bodyPr/>
        <a:lstStyle/>
        <a:p>
          <a:endParaRPr lang="en-US">
            <a:solidFill>
              <a:schemeClr val="tx2"/>
            </a:solidFill>
          </a:endParaRPr>
        </a:p>
      </dgm:t>
    </dgm:pt>
    <dgm:pt modelId="{4BA18BE3-76AF-4784-B88C-E6CBCD2F071D}">
      <dgm:prSet phldrT="[Text]" custT="1"/>
      <dgm:spPr/>
      <dgm:t>
        <a:bodyPr/>
        <a:lstStyle/>
        <a:p>
          <a:r>
            <a:rPr lang="en-US" sz="1400" b="1" dirty="0">
              <a:solidFill>
                <a:schemeClr val="tx2"/>
              </a:solidFill>
            </a:rPr>
            <a:t>Lorem Ipsum</a:t>
          </a:r>
        </a:p>
      </dgm:t>
    </dgm:pt>
    <dgm:pt modelId="{F311B72A-4693-439B-B5FA-1DF24549868D}" type="parTrans" cxnId="{C090E0C7-A6D4-4BA1-9B03-2EFDAD8A5566}">
      <dgm:prSet/>
      <dgm:spPr/>
      <dgm:t>
        <a:bodyPr/>
        <a:lstStyle/>
        <a:p>
          <a:endParaRPr lang="en-US">
            <a:solidFill>
              <a:schemeClr val="tx2"/>
            </a:solidFill>
          </a:endParaRPr>
        </a:p>
      </dgm:t>
    </dgm:pt>
    <dgm:pt modelId="{69F24039-803C-4756-A1B8-FBF2156E9D4C}" type="sibTrans" cxnId="{C090E0C7-A6D4-4BA1-9B03-2EFDAD8A5566}">
      <dgm:prSet/>
      <dgm:spPr/>
      <dgm:t>
        <a:bodyPr/>
        <a:lstStyle/>
        <a:p>
          <a:endParaRPr lang="en-US">
            <a:solidFill>
              <a:schemeClr val="tx2"/>
            </a:solidFill>
          </a:endParaRPr>
        </a:p>
      </dgm:t>
    </dgm:pt>
    <dgm:pt modelId="{20756689-7025-4249-855C-E1B9E406D071}">
      <dgm:prSet phldrT="[Text]"/>
      <dgm:spPr/>
      <dgm:t>
        <a:bodyPr/>
        <a:lstStyle/>
        <a:p>
          <a:r>
            <a:rPr lang="en-US" dirty="0">
              <a:solidFill>
                <a:schemeClr val="tx2"/>
              </a:solidFill>
            </a:rPr>
            <a:t>Some text here</a:t>
          </a:r>
        </a:p>
      </dgm:t>
    </dgm:pt>
    <dgm:pt modelId="{35317DED-DAB5-4D19-A43C-B397362CAEDA}" type="parTrans" cxnId="{6F3D1AE8-CFB6-4B7D-AEC2-50286838EC66}">
      <dgm:prSet/>
      <dgm:spPr/>
      <dgm:t>
        <a:bodyPr/>
        <a:lstStyle/>
        <a:p>
          <a:endParaRPr lang="en-US">
            <a:solidFill>
              <a:schemeClr val="tx2"/>
            </a:solidFill>
          </a:endParaRPr>
        </a:p>
      </dgm:t>
    </dgm:pt>
    <dgm:pt modelId="{3989E804-22C8-41DA-9860-B05F5E23DB7D}" type="sibTrans" cxnId="{6F3D1AE8-CFB6-4B7D-AEC2-50286838EC66}">
      <dgm:prSet/>
      <dgm:spPr/>
      <dgm:t>
        <a:bodyPr/>
        <a:lstStyle/>
        <a:p>
          <a:endParaRPr lang="en-US">
            <a:solidFill>
              <a:schemeClr val="tx2"/>
            </a:solidFill>
          </a:endParaRPr>
        </a:p>
      </dgm:t>
    </dgm:pt>
    <dgm:pt modelId="{8974B798-5918-482F-B5A9-E46BE542E933}">
      <dgm:prSet phldrT="[Text]"/>
      <dgm:spPr/>
      <dgm:t>
        <a:bodyPr/>
        <a:lstStyle/>
        <a:p>
          <a:r>
            <a:rPr lang="en-US" dirty="0">
              <a:solidFill>
                <a:schemeClr val="tx2"/>
              </a:solidFill>
            </a:rPr>
            <a:t>Some text here</a:t>
          </a:r>
        </a:p>
      </dgm:t>
    </dgm:pt>
    <dgm:pt modelId="{5C99B770-4BAA-4DEC-8579-B0585C27094D}" type="parTrans" cxnId="{527804B1-D1FF-4656-9961-0B19DE1749F3}">
      <dgm:prSet/>
      <dgm:spPr/>
      <dgm:t>
        <a:bodyPr/>
        <a:lstStyle/>
        <a:p>
          <a:endParaRPr lang="en-US">
            <a:solidFill>
              <a:schemeClr val="tx2"/>
            </a:solidFill>
          </a:endParaRPr>
        </a:p>
      </dgm:t>
    </dgm:pt>
    <dgm:pt modelId="{E5187230-592F-4D79-88AD-6E92D9425AB4}" type="sibTrans" cxnId="{527804B1-D1FF-4656-9961-0B19DE1749F3}">
      <dgm:prSet/>
      <dgm:spPr/>
      <dgm:t>
        <a:bodyPr/>
        <a:lstStyle/>
        <a:p>
          <a:endParaRPr lang="en-US">
            <a:solidFill>
              <a:schemeClr val="tx2"/>
            </a:solidFill>
          </a:endParaRPr>
        </a:p>
      </dgm:t>
    </dgm:pt>
    <dgm:pt modelId="{05FECB41-6D4B-45D2-8EBA-87192101F0F0}">
      <dgm:prSet phldrT="[Text]"/>
      <dgm:spPr/>
      <dgm:t>
        <a:bodyPr/>
        <a:lstStyle/>
        <a:p>
          <a:r>
            <a:rPr lang="en-US" dirty="0">
              <a:solidFill>
                <a:schemeClr val="tx2"/>
              </a:solidFill>
            </a:rPr>
            <a:t>Some text here</a:t>
          </a:r>
        </a:p>
      </dgm:t>
    </dgm:pt>
    <dgm:pt modelId="{AA5859CE-1935-428E-8F3A-D00391A9A382}" type="parTrans" cxnId="{E65C054B-9B15-4FA5-9C41-E42B668491E6}">
      <dgm:prSet/>
      <dgm:spPr/>
      <dgm:t>
        <a:bodyPr/>
        <a:lstStyle/>
        <a:p>
          <a:endParaRPr lang="en-US">
            <a:solidFill>
              <a:schemeClr val="tx2"/>
            </a:solidFill>
          </a:endParaRPr>
        </a:p>
      </dgm:t>
    </dgm:pt>
    <dgm:pt modelId="{C5D3D9B1-03B8-4AB8-AB31-9E49A99D6797}" type="sibTrans" cxnId="{E65C054B-9B15-4FA5-9C41-E42B668491E6}">
      <dgm:prSet/>
      <dgm:spPr/>
      <dgm:t>
        <a:bodyPr/>
        <a:lstStyle/>
        <a:p>
          <a:endParaRPr lang="en-US">
            <a:solidFill>
              <a:schemeClr val="tx2"/>
            </a:solidFill>
          </a:endParaRPr>
        </a:p>
      </dgm:t>
    </dgm:pt>
    <dgm:pt modelId="{0A0E61DB-8A10-4B79-92D2-5500D5AEF449}">
      <dgm:prSet phldrT="[Text]"/>
      <dgm:spPr/>
      <dgm:t>
        <a:bodyPr/>
        <a:lstStyle/>
        <a:p>
          <a:r>
            <a:rPr lang="en-US" dirty="0">
              <a:solidFill>
                <a:schemeClr val="tx2"/>
              </a:solidFill>
            </a:rPr>
            <a:t>Some text here</a:t>
          </a:r>
        </a:p>
      </dgm:t>
    </dgm:pt>
    <dgm:pt modelId="{1441988F-AAA1-489E-9170-F8F553C17D69}" type="parTrans" cxnId="{E82059C4-2D23-4B7D-B1A6-48C9187CD97C}">
      <dgm:prSet/>
      <dgm:spPr/>
      <dgm:t>
        <a:bodyPr/>
        <a:lstStyle/>
        <a:p>
          <a:endParaRPr lang="en-US">
            <a:solidFill>
              <a:schemeClr val="tx2"/>
            </a:solidFill>
          </a:endParaRPr>
        </a:p>
      </dgm:t>
    </dgm:pt>
    <dgm:pt modelId="{E2296C67-3533-41D6-AE9D-C2B4E4E8558A}" type="sibTrans" cxnId="{E82059C4-2D23-4B7D-B1A6-48C9187CD97C}">
      <dgm:prSet/>
      <dgm:spPr/>
      <dgm:t>
        <a:bodyPr/>
        <a:lstStyle/>
        <a:p>
          <a:endParaRPr lang="en-US">
            <a:solidFill>
              <a:schemeClr val="tx2"/>
            </a:solidFill>
          </a:endParaRPr>
        </a:p>
      </dgm:t>
    </dgm:pt>
    <dgm:pt modelId="{A6ECF66B-7B99-4197-98D3-497F633105A0}">
      <dgm:prSet phldrT="[Text]"/>
      <dgm:spPr/>
      <dgm:t>
        <a:bodyPr/>
        <a:lstStyle/>
        <a:p>
          <a:r>
            <a:rPr lang="en-US" dirty="0">
              <a:solidFill>
                <a:schemeClr val="tx2"/>
              </a:solidFill>
            </a:rPr>
            <a:t>Some text here</a:t>
          </a:r>
        </a:p>
      </dgm:t>
    </dgm:pt>
    <dgm:pt modelId="{D71D395D-0281-4F49-8840-D03910F6DFD6}" type="parTrans" cxnId="{1B18860E-EFD7-4861-8400-1BB2AE0FCC4A}">
      <dgm:prSet/>
      <dgm:spPr/>
      <dgm:t>
        <a:bodyPr/>
        <a:lstStyle/>
        <a:p>
          <a:endParaRPr lang="en-US">
            <a:solidFill>
              <a:schemeClr val="tx2"/>
            </a:solidFill>
          </a:endParaRPr>
        </a:p>
      </dgm:t>
    </dgm:pt>
    <dgm:pt modelId="{17D8CACD-8CA1-421D-BCA9-444B0FD04401}" type="sibTrans" cxnId="{1B18860E-EFD7-4861-8400-1BB2AE0FCC4A}">
      <dgm:prSet/>
      <dgm:spPr/>
      <dgm:t>
        <a:bodyPr/>
        <a:lstStyle/>
        <a:p>
          <a:endParaRPr lang="en-US">
            <a:solidFill>
              <a:schemeClr val="tx2"/>
            </a:solidFill>
          </a:endParaRPr>
        </a:p>
      </dgm:t>
    </dgm:pt>
    <dgm:pt modelId="{7B78D284-419D-448E-9663-E8889E171318}">
      <dgm:prSet phldrT="[Text]"/>
      <dgm:spPr/>
      <dgm:t>
        <a:bodyPr/>
        <a:lstStyle/>
        <a:p>
          <a:r>
            <a:rPr lang="en-US" dirty="0">
              <a:solidFill>
                <a:schemeClr val="tx2"/>
              </a:solidFill>
            </a:rPr>
            <a:t>Some text here</a:t>
          </a:r>
        </a:p>
      </dgm:t>
    </dgm:pt>
    <dgm:pt modelId="{296919DC-0AAF-4A74-91F8-AC4ACC76E308}" type="parTrans" cxnId="{0E10350B-35F7-4455-A0C7-651C4A83B720}">
      <dgm:prSet/>
      <dgm:spPr/>
      <dgm:t>
        <a:bodyPr/>
        <a:lstStyle/>
        <a:p>
          <a:endParaRPr lang="en-US">
            <a:solidFill>
              <a:schemeClr val="tx2"/>
            </a:solidFill>
          </a:endParaRPr>
        </a:p>
      </dgm:t>
    </dgm:pt>
    <dgm:pt modelId="{0CE17522-CA33-4B01-A1E1-EB739A1426E7}" type="sibTrans" cxnId="{0E10350B-35F7-4455-A0C7-651C4A83B720}">
      <dgm:prSet/>
      <dgm:spPr/>
      <dgm:t>
        <a:bodyPr/>
        <a:lstStyle/>
        <a:p>
          <a:endParaRPr lang="en-US">
            <a:solidFill>
              <a:schemeClr val="tx2"/>
            </a:solidFill>
          </a:endParaRPr>
        </a:p>
      </dgm:t>
    </dgm:pt>
    <dgm:pt modelId="{BD9D4297-6FB3-4567-94EF-0C16B90CF6EE}">
      <dgm:prSet phldrT="[Text]"/>
      <dgm:spPr/>
      <dgm:t>
        <a:bodyPr/>
        <a:lstStyle/>
        <a:p>
          <a:r>
            <a:rPr lang="en-US" dirty="0">
              <a:solidFill>
                <a:schemeClr val="tx2"/>
              </a:solidFill>
            </a:rPr>
            <a:t>Some text here</a:t>
          </a:r>
        </a:p>
      </dgm:t>
    </dgm:pt>
    <dgm:pt modelId="{9781E5FE-8933-414F-9B91-853E486F6EB8}" type="parTrans" cxnId="{256C6CD2-65FD-4572-BD4E-97E8EF5C14D2}">
      <dgm:prSet/>
      <dgm:spPr/>
      <dgm:t>
        <a:bodyPr/>
        <a:lstStyle/>
        <a:p>
          <a:endParaRPr lang="en-US">
            <a:solidFill>
              <a:schemeClr val="tx2"/>
            </a:solidFill>
          </a:endParaRPr>
        </a:p>
      </dgm:t>
    </dgm:pt>
    <dgm:pt modelId="{88E4D77E-C0B0-43A7-9C74-04F9B276C715}" type="sibTrans" cxnId="{256C6CD2-65FD-4572-BD4E-97E8EF5C14D2}">
      <dgm:prSet/>
      <dgm:spPr/>
      <dgm:t>
        <a:bodyPr/>
        <a:lstStyle/>
        <a:p>
          <a:endParaRPr lang="en-US">
            <a:solidFill>
              <a:schemeClr val="tx2"/>
            </a:solidFill>
          </a:endParaRPr>
        </a:p>
      </dgm:t>
    </dgm:pt>
    <dgm:pt modelId="{009D16B7-70FD-44AD-BF03-95B7EC4EA1B8}">
      <dgm:prSet phldrT="[Text]"/>
      <dgm:spPr/>
      <dgm:t>
        <a:bodyPr/>
        <a:lstStyle/>
        <a:p>
          <a:r>
            <a:rPr lang="en-US" dirty="0">
              <a:solidFill>
                <a:schemeClr val="tx2"/>
              </a:solidFill>
            </a:rPr>
            <a:t>Some text here</a:t>
          </a:r>
        </a:p>
      </dgm:t>
    </dgm:pt>
    <dgm:pt modelId="{2333A213-60C5-461F-B279-16EDBC73ED60}" type="parTrans" cxnId="{25A8B9B5-8ECA-4BA8-BD0B-C66422C68B37}">
      <dgm:prSet/>
      <dgm:spPr/>
      <dgm:t>
        <a:bodyPr/>
        <a:lstStyle/>
        <a:p>
          <a:endParaRPr lang="en-US">
            <a:solidFill>
              <a:schemeClr val="tx2"/>
            </a:solidFill>
          </a:endParaRPr>
        </a:p>
      </dgm:t>
    </dgm:pt>
    <dgm:pt modelId="{A81D492D-0283-4C39-A3E7-CB60736D7F5F}" type="sibTrans" cxnId="{25A8B9B5-8ECA-4BA8-BD0B-C66422C68B37}">
      <dgm:prSet/>
      <dgm:spPr/>
      <dgm:t>
        <a:bodyPr/>
        <a:lstStyle/>
        <a:p>
          <a:endParaRPr lang="en-US">
            <a:solidFill>
              <a:schemeClr val="tx2"/>
            </a:solidFill>
          </a:endParaRPr>
        </a:p>
      </dgm:t>
    </dgm:pt>
    <dgm:pt modelId="{B1AA76E5-3332-4580-BF94-116481F2168D}">
      <dgm:prSet phldrT="[Text]"/>
      <dgm:spPr/>
      <dgm:t>
        <a:bodyPr/>
        <a:lstStyle/>
        <a:p>
          <a:r>
            <a:rPr lang="en-US">
              <a:solidFill>
                <a:schemeClr val="tx2"/>
              </a:solidFill>
            </a:rPr>
            <a:t>Some </a:t>
          </a:r>
          <a:r>
            <a:rPr lang="en-US" dirty="0">
              <a:solidFill>
                <a:schemeClr val="tx2"/>
              </a:solidFill>
            </a:rPr>
            <a:t>text here</a:t>
          </a:r>
          <a:endParaRPr lang="en-US">
            <a:solidFill>
              <a:schemeClr val="tx2"/>
            </a:solidFill>
          </a:endParaRPr>
        </a:p>
      </dgm:t>
    </dgm:pt>
    <dgm:pt modelId="{30FD7007-7389-4858-A1FF-1FE9AB289447}" type="parTrans" cxnId="{8614D306-4CB1-4DED-8831-AE41C16D93FF}">
      <dgm:prSet/>
      <dgm:spPr/>
      <dgm:t>
        <a:bodyPr/>
        <a:lstStyle/>
        <a:p>
          <a:endParaRPr lang="en-US">
            <a:solidFill>
              <a:schemeClr val="tx2"/>
            </a:solidFill>
          </a:endParaRPr>
        </a:p>
      </dgm:t>
    </dgm:pt>
    <dgm:pt modelId="{4EDE7327-4051-43BE-AA2E-58FF027C032B}" type="sibTrans" cxnId="{8614D306-4CB1-4DED-8831-AE41C16D93FF}">
      <dgm:prSet/>
      <dgm:spPr/>
      <dgm:t>
        <a:bodyPr/>
        <a:lstStyle/>
        <a:p>
          <a:endParaRPr lang="en-US">
            <a:solidFill>
              <a:schemeClr val="tx2"/>
            </a:solidFill>
          </a:endParaRPr>
        </a:p>
      </dgm:t>
    </dgm:pt>
    <dgm:pt modelId="{DBC1869A-67DA-4768-A78C-5EC0667A58D4}" type="pres">
      <dgm:prSet presAssocID="{B9C32B05-62EA-407A-B21C-2310C7945705}" presName="Name0" presStyleCnt="0">
        <dgm:presLayoutVars>
          <dgm:orgChart val="1"/>
          <dgm:chPref val="1"/>
          <dgm:dir/>
          <dgm:animOne val="branch"/>
          <dgm:animLvl val="lvl"/>
          <dgm:resizeHandles/>
        </dgm:presLayoutVars>
      </dgm:prSet>
      <dgm:spPr/>
    </dgm:pt>
    <dgm:pt modelId="{D94A1191-F4D3-4A09-9237-35DCB908209B}" type="pres">
      <dgm:prSet presAssocID="{42D71409-67F9-455C-8C6D-716D284AAA6B}" presName="hierRoot1" presStyleCnt="0">
        <dgm:presLayoutVars>
          <dgm:hierBranch val="init"/>
        </dgm:presLayoutVars>
      </dgm:prSet>
      <dgm:spPr/>
    </dgm:pt>
    <dgm:pt modelId="{63DDD45A-BC3C-4D04-A384-B0C13804B8EB}" type="pres">
      <dgm:prSet presAssocID="{42D71409-67F9-455C-8C6D-716D284AAA6B}" presName="rootComposite1" presStyleCnt="0"/>
      <dgm:spPr/>
    </dgm:pt>
    <dgm:pt modelId="{6553927C-0E8B-403A-819D-3F23910F79DB}" type="pres">
      <dgm:prSet presAssocID="{42D71409-67F9-455C-8C6D-716D284AAA6B}" presName="rootText1" presStyleLbl="alignAcc1" presStyleIdx="0" presStyleCnt="0">
        <dgm:presLayoutVars>
          <dgm:chPref val="3"/>
        </dgm:presLayoutVars>
      </dgm:prSet>
      <dgm:spPr/>
    </dgm:pt>
    <dgm:pt modelId="{F7CF6953-EC0C-4576-8AAA-F4066517DE42}" type="pres">
      <dgm:prSet presAssocID="{42D71409-67F9-455C-8C6D-716D284AAA6B}" presName="topArc1" presStyleLbl="parChTrans1D1" presStyleIdx="0" presStyleCnt="28"/>
      <dgm:spPr/>
    </dgm:pt>
    <dgm:pt modelId="{334C0262-42ED-4A3E-989D-F9825F3324E1}" type="pres">
      <dgm:prSet presAssocID="{42D71409-67F9-455C-8C6D-716D284AAA6B}" presName="bottomArc1" presStyleLbl="parChTrans1D1" presStyleIdx="1" presStyleCnt="28"/>
      <dgm:spPr/>
    </dgm:pt>
    <dgm:pt modelId="{F1A9A195-DE8B-461D-830E-4A3DDBD63D33}" type="pres">
      <dgm:prSet presAssocID="{42D71409-67F9-455C-8C6D-716D284AAA6B}" presName="topConnNode1" presStyleLbl="node1" presStyleIdx="0" presStyleCnt="0"/>
      <dgm:spPr/>
    </dgm:pt>
    <dgm:pt modelId="{E13F006F-8A51-4971-B450-FA28A5159CAA}" type="pres">
      <dgm:prSet presAssocID="{42D71409-67F9-455C-8C6D-716D284AAA6B}" presName="hierChild2" presStyleCnt="0"/>
      <dgm:spPr/>
    </dgm:pt>
    <dgm:pt modelId="{AF6514E9-5121-4458-9779-0B28BB1766E6}" type="pres">
      <dgm:prSet presAssocID="{3EE8403A-CB7C-4815-85BD-AEBCAEB71B37}" presName="Name28" presStyleLbl="parChTrans1D2" presStyleIdx="0" presStyleCnt="6"/>
      <dgm:spPr/>
    </dgm:pt>
    <dgm:pt modelId="{D72CEF1E-1D77-4FFD-B9D9-682922BD057C}" type="pres">
      <dgm:prSet presAssocID="{8EA7219F-BDB2-48EB-9EEB-3133522D132E}" presName="hierRoot2" presStyleCnt="0">
        <dgm:presLayoutVars>
          <dgm:hierBranch val="init"/>
        </dgm:presLayoutVars>
      </dgm:prSet>
      <dgm:spPr/>
    </dgm:pt>
    <dgm:pt modelId="{B7BFD7D2-8E55-40F1-B1E9-9CFC20E798C7}" type="pres">
      <dgm:prSet presAssocID="{8EA7219F-BDB2-48EB-9EEB-3133522D132E}" presName="rootComposite2" presStyleCnt="0"/>
      <dgm:spPr/>
    </dgm:pt>
    <dgm:pt modelId="{93ED50F5-42FA-4B1A-837C-EEEFAB968C38}" type="pres">
      <dgm:prSet presAssocID="{8EA7219F-BDB2-48EB-9EEB-3133522D132E}" presName="rootText2" presStyleLbl="alignAcc1" presStyleIdx="0" presStyleCnt="0">
        <dgm:presLayoutVars>
          <dgm:chPref val="3"/>
        </dgm:presLayoutVars>
      </dgm:prSet>
      <dgm:spPr/>
    </dgm:pt>
    <dgm:pt modelId="{E577FD87-EE1E-43D3-BCFB-846B92FB2461}" type="pres">
      <dgm:prSet presAssocID="{8EA7219F-BDB2-48EB-9EEB-3133522D132E}" presName="topArc2" presStyleLbl="parChTrans1D1" presStyleIdx="2" presStyleCnt="28"/>
      <dgm:spPr/>
    </dgm:pt>
    <dgm:pt modelId="{029A6B09-A69E-42B5-BE86-EC6CB8E62677}" type="pres">
      <dgm:prSet presAssocID="{8EA7219F-BDB2-48EB-9EEB-3133522D132E}" presName="bottomArc2" presStyleLbl="parChTrans1D1" presStyleIdx="3" presStyleCnt="28"/>
      <dgm:spPr/>
    </dgm:pt>
    <dgm:pt modelId="{1A5FBEE2-B1ED-484F-B98E-9F25034B5EA2}" type="pres">
      <dgm:prSet presAssocID="{8EA7219F-BDB2-48EB-9EEB-3133522D132E}" presName="topConnNode2" presStyleLbl="node2" presStyleIdx="0" presStyleCnt="0"/>
      <dgm:spPr/>
    </dgm:pt>
    <dgm:pt modelId="{B387B762-D869-4B44-B6F6-189E291A7890}" type="pres">
      <dgm:prSet presAssocID="{8EA7219F-BDB2-48EB-9EEB-3133522D132E}" presName="hierChild4" presStyleCnt="0"/>
      <dgm:spPr/>
    </dgm:pt>
    <dgm:pt modelId="{3C99F403-17E2-4C84-804D-04ACDAF50E99}" type="pres">
      <dgm:prSet presAssocID="{1441988F-AAA1-489E-9170-F8F553C17D69}" presName="Name28" presStyleLbl="parChTrans1D3" presStyleIdx="0" presStyleCnt="4"/>
      <dgm:spPr/>
    </dgm:pt>
    <dgm:pt modelId="{C00A7832-CF9D-419E-8CB7-43C6CB1E7A9F}" type="pres">
      <dgm:prSet presAssocID="{0A0E61DB-8A10-4B79-92D2-5500D5AEF449}" presName="hierRoot2" presStyleCnt="0">
        <dgm:presLayoutVars>
          <dgm:hierBranch val="init"/>
        </dgm:presLayoutVars>
      </dgm:prSet>
      <dgm:spPr/>
    </dgm:pt>
    <dgm:pt modelId="{8C8D137D-5372-40BB-B38A-4330E003DD2A}" type="pres">
      <dgm:prSet presAssocID="{0A0E61DB-8A10-4B79-92D2-5500D5AEF449}" presName="rootComposite2" presStyleCnt="0"/>
      <dgm:spPr/>
    </dgm:pt>
    <dgm:pt modelId="{21647400-083A-4AD7-B016-2315BD17D852}" type="pres">
      <dgm:prSet presAssocID="{0A0E61DB-8A10-4B79-92D2-5500D5AEF449}" presName="rootText2" presStyleLbl="alignAcc1" presStyleIdx="0" presStyleCnt="0">
        <dgm:presLayoutVars>
          <dgm:chPref val="3"/>
        </dgm:presLayoutVars>
      </dgm:prSet>
      <dgm:spPr/>
    </dgm:pt>
    <dgm:pt modelId="{E98D49F0-20F3-4575-B8A8-6A458A64A8A9}" type="pres">
      <dgm:prSet presAssocID="{0A0E61DB-8A10-4B79-92D2-5500D5AEF449}" presName="topArc2" presStyleLbl="parChTrans1D1" presStyleIdx="4" presStyleCnt="28"/>
      <dgm:spPr/>
    </dgm:pt>
    <dgm:pt modelId="{86457A10-313E-4AA4-83C6-752F1ABC2260}" type="pres">
      <dgm:prSet presAssocID="{0A0E61DB-8A10-4B79-92D2-5500D5AEF449}" presName="bottomArc2" presStyleLbl="parChTrans1D1" presStyleIdx="5" presStyleCnt="28"/>
      <dgm:spPr/>
    </dgm:pt>
    <dgm:pt modelId="{6B4768CD-9672-4A12-AF0D-8F3FCB7E48DE}" type="pres">
      <dgm:prSet presAssocID="{0A0E61DB-8A10-4B79-92D2-5500D5AEF449}" presName="topConnNode2" presStyleLbl="node3" presStyleIdx="0" presStyleCnt="0"/>
      <dgm:spPr/>
    </dgm:pt>
    <dgm:pt modelId="{EA1A1047-5943-4281-9A95-6D12AA398F60}" type="pres">
      <dgm:prSet presAssocID="{0A0E61DB-8A10-4B79-92D2-5500D5AEF449}" presName="hierChild4" presStyleCnt="0"/>
      <dgm:spPr/>
    </dgm:pt>
    <dgm:pt modelId="{6F05ECBB-16FF-4F4C-9624-D2D5C7587810}" type="pres">
      <dgm:prSet presAssocID="{D71D395D-0281-4F49-8840-D03910F6DFD6}" presName="Name28" presStyleLbl="parChTrans1D4" presStyleIdx="0" presStyleCnt="2"/>
      <dgm:spPr/>
    </dgm:pt>
    <dgm:pt modelId="{26FB7DC9-BB36-43A1-93B6-7E6A714187FB}" type="pres">
      <dgm:prSet presAssocID="{A6ECF66B-7B99-4197-98D3-497F633105A0}" presName="hierRoot2" presStyleCnt="0">
        <dgm:presLayoutVars>
          <dgm:hierBranch val="init"/>
        </dgm:presLayoutVars>
      </dgm:prSet>
      <dgm:spPr/>
    </dgm:pt>
    <dgm:pt modelId="{305B13BD-EFDF-4F5B-B23F-84035802A48A}" type="pres">
      <dgm:prSet presAssocID="{A6ECF66B-7B99-4197-98D3-497F633105A0}" presName="rootComposite2" presStyleCnt="0"/>
      <dgm:spPr/>
    </dgm:pt>
    <dgm:pt modelId="{5AF47A1A-BA1A-4A39-B942-67A5C3EF3813}" type="pres">
      <dgm:prSet presAssocID="{A6ECF66B-7B99-4197-98D3-497F633105A0}" presName="rootText2" presStyleLbl="alignAcc1" presStyleIdx="0" presStyleCnt="0">
        <dgm:presLayoutVars>
          <dgm:chPref val="3"/>
        </dgm:presLayoutVars>
      </dgm:prSet>
      <dgm:spPr/>
    </dgm:pt>
    <dgm:pt modelId="{D136C161-FBE4-4B65-BEFF-6C8ACC3F37AC}" type="pres">
      <dgm:prSet presAssocID="{A6ECF66B-7B99-4197-98D3-497F633105A0}" presName="topArc2" presStyleLbl="parChTrans1D1" presStyleIdx="6" presStyleCnt="28"/>
      <dgm:spPr/>
    </dgm:pt>
    <dgm:pt modelId="{81BE5926-7C29-4787-987A-E241D23BFC2A}" type="pres">
      <dgm:prSet presAssocID="{A6ECF66B-7B99-4197-98D3-497F633105A0}" presName="bottomArc2" presStyleLbl="parChTrans1D1" presStyleIdx="7" presStyleCnt="28"/>
      <dgm:spPr/>
    </dgm:pt>
    <dgm:pt modelId="{F0306A38-D29D-479F-AFDC-2BFE84746634}" type="pres">
      <dgm:prSet presAssocID="{A6ECF66B-7B99-4197-98D3-497F633105A0}" presName="topConnNode2" presStyleLbl="node4" presStyleIdx="0" presStyleCnt="0"/>
      <dgm:spPr/>
    </dgm:pt>
    <dgm:pt modelId="{75928337-9653-4EA6-9A1E-46E1A5CC02AD}" type="pres">
      <dgm:prSet presAssocID="{A6ECF66B-7B99-4197-98D3-497F633105A0}" presName="hierChild4" presStyleCnt="0"/>
      <dgm:spPr/>
    </dgm:pt>
    <dgm:pt modelId="{2CCC6010-B170-4955-B631-E136A5D7AA4E}" type="pres">
      <dgm:prSet presAssocID="{A6ECF66B-7B99-4197-98D3-497F633105A0}" presName="hierChild5" presStyleCnt="0"/>
      <dgm:spPr/>
    </dgm:pt>
    <dgm:pt modelId="{A23C6705-AB48-42F2-8D24-1206097B618E}" type="pres">
      <dgm:prSet presAssocID="{296919DC-0AAF-4A74-91F8-AC4ACC76E308}" presName="Name28" presStyleLbl="parChTrans1D4" presStyleIdx="1" presStyleCnt="2"/>
      <dgm:spPr/>
    </dgm:pt>
    <dgm:pt modelId="{86603D72-197A-446F-AE12-2F06AE7210A9}" type="pres">
      <dgm:prSet presAssocID="{7B78D284-419D-448E-9663-E8889E171318}" presName="hierRoot2" presStyleCnt="0">
        <dgm:presLayoutVars>
          <dgm:hierBranch val="init"/>
        </dgm:presLayoutVars>
      </dgm:prSet>
      <dgm:spPr/>
    </dgm:pt>
    <dgm:pt modelId="{B5F7D692-037E-4331-97A7-E7C4E20F4154}" type="pres">
      <dgm:prSet presAssocID="{7B78D284-419D-448E-9663-E8889E171318}" presName="rootComposite2" presStyleCnt="0"/>
      <dgm:spPr/>
    </dgm:pt>
    <dgm:pt modelId="{C30F6706-1979-4586-83CE-BD0BD11DA154}" type="pres">
      <dgm:prSet presAssocID="{7B78D284-419D-448E-9663-E8889E171318}" presName="rootText2" presStyleLbl="alignAcc1" presStyleIdx="0" presStyleCnt="0">
        <dgm:presLayoutVars>
          <dgm:chPref val="3"/>
        </dgm:presLayoutVars>
      </dgm:prSet>
      <dgm:spPr/>
    </dgm:pt>
    <dgm:pt modelId="{5231E1C1-7AB0-4491-A8D5-5E993346EAC0}" type="pres">
      <dgm:prSet presAssocID="{7B78D284-419D-448E-9663-E8889E171318}" presName="topArc2" presStyleLbl="parChTrans1D1" presStyleIdx="8" presStyleCnt="28"/>
      <dgm:spPr/>
    </dgm:pt>
    <dgm:pt modelId="{AE8EF481-66A7-4A32-9B08-7254DACA4728}" type="pres">
      <dgm:prSet presAssocID="{7B78D284-419D-448E-9663-E8889E171318}" presName="bottomArc2" presStyleLbl="parChTrans1D1" presStyleIdx="9" presStyleCnt="28"/>
      <dgm:spPr/>
    </dgm:pt>
    <dgm:pt modelId="{841B6C5A-380D-4CE6-B984-95E6E4D188BA}" type="pres">
      <dgm:prSet presAssocID="{7B78D284-419D-448E-9663-E8889E171318}" presName="topConnNode2" presStyleLbl="node4" presStyleIdx="0" presStyleCnt="0"/>
      <dgm:spPr/>
    </dgm:pt>
    <dgm:pt modelId="{FC9AA8FE-5AAB-41A3-87A4-08A84FAA3CBD}" type="pres">
      <dgm:prSet presAssocID="{7B78D284-419D-448E-9663-E8889E171318}" presName="hierChild4" presStyleCnt="0"/>
      <dgm:spPr/>
    </dgm:pt>
    <dgm:pt modelId="{139576C8-6638-412D-8B18-F9A81783461D}" type="pres">
      <dgm:prSet presAssocID="{7B78D284-419D-448E-9663-E8889E171318}" presName="hierChild5" presStyleCnt="0"/>
      <dgm:spPr/>
    </dgm:pt>
    <dgm:pt modelId="{26F4FCF2-CE8E-4FB3-A4E4-17FC09CC46DE}" type="pres">
      <dgm:prSet presAssocID="{0A0E61DB-8A10-4B79-92D2-5500D5AEF449}" presName="hierChild5" presStyleCnt="0"/>
      <dgm:spPr/>
    </dgm:pt>
    <dgm:pt modelId="{13D6397F-F01E-4080-8F02-4FA1AE79B8AD}" type="pres">
      <dgm:prSet presAssocID="{AA5859CE-1935-428E-8F3A-D00391A9A382}" presName="Name28" presStyleLbl="parChTrans1D3" presStyleIdx="1" presStyleCnt="4"/>
      <dgm:spPr/>
    </dgm:pt>
    <dgm:pt modelId="{B6399BEA-1F61-43B7-87B9-84A68F80CCBA}" type="pres">
      <dgm:prSet presAssocID="{05FECB41-6D4B-45D2-8EBA-87192101F0F0}" presName="hierRoot2" presStyleCnt="0">
        <dgm:presLayoutVars>
          <dgm:hierBranch val="init"/>
        </dgm:presLayoutVars>
      </dgm:prSet>
      <dgm:spPr/>
    </dgm:pt>
    <dgm:pt modelId="{62CC96FA-2FC3-4A3E-96EC-E0D62CF790C5}" type="pres">
      <dgm:prSet presAssocID="{05FECB41-6D4B-45D2-8EBA-87192101F0F0}" presName="rootComposite2" presStyleCnt="0"/>
      <dgm:spPr/>
    </dgm:pt>
    <dgm:pt modelId="{47D95EBE-A947-40DC-924D-41D0C7A1C557}" type="pres">
      <dgm:prSet presAssocID="{05FECB41-6D4B-45D2-8EBA-87192101F0F0}" presName="rootText2" presStyleLbl="alignAcc1" presStyleIdx="0" presStyleCnt="0">
        <dgm:presLayoutVars>
          <dgm:chPref val="3"/>
        </dgm:presLayoutVars>
      </dgm:prSet>
      <dgm:spPr/>
    </dgm:pt>
    <dgm:pt modelId="{D7EBBBA7-E52F-4819-A5F3-B85B9B57D6F7}" type="pres">
      <dgm:prSet presAssocID="{05FECB41-6D4B-45D2-8EBA-87192101F0F0}" presName="topArc2" presStyleLbl="parChTrans1D1" presStyleIdx="10" presStyleCnt="28"/>
      <dgm:spPr/>
    </dgm:pt>
    <dgm:pt modelId="{8339729A-325A-4234-9A5C-46445FD78653}" type="pres">
      <dgm:prSet presAssocID="{05FECB41-6D4B-45D2-8EBA-87192101F0F0}" presName="bottomArc2" presStyleLbl="parChTrans1D1" presStyleIdx="11" presStyleCnt="28"/>
      <dgm:spPr/>
    </dgm:pt>
    <dgm:pt modelId="{89AE329E-C418-4210-BA35-7B9794C9E145}" type="pres">
      <dgm:prSet presAssocID="{05FECB41-6D4B-45D2-8EBA-87192101F0F0}" presName="topConnNode2" presStyleLbl="node3" presStyleIdx="0" presStyleCnt="0"/>
      <dgm:spPr/>
    </dgm:pt>
    <dgm:pt modelId="{FA6C372E-ECB9-43F3-83C2-90231A674893}" type="pres">
      <dgm:prSet presAssocID="{05FECB41-6D4B-45D2-8EBA-87192101F0F0}" presName="hierChild4" presStyleCnt="0"/>
      <dgm:spPr/>
    </dgm:pt>
    <dgm:pt modelId="{890503BB-BB2D-46FF-8E57-4726CE3009CC}" type="pres">
      <dgm:prSet presAssocID="{05FECB41-6D4B-45D2-8EBA-87192101F0F0}" presName="hierChild5" presStyleCnt="0"/>
      <dgm:spPr/>
    </dgm:pt>
    <dgm:pt modelId="{B52DDC0F-B5C0-413E-81C0-5DE6CC298A8B}" type="pres">
      <dgm:prSet presAssocID="{8EA7219F-BDB2-48EB-9EEB-3133522D132E}" presName="hierChild5" presStyleCnt="0"/>
      <dgm:spPr/>
    </dgm:pt>
    <dgm:pt modelId="{35F2D3F6-B14B-4698-9A0A-20ACD9074997}" type="pres">
      <dgm:prSet presAssocID="{A13BB1F9-5857-4B43-8BF5-6589AA2CB759}" presName="Name28" presStyleLbl="parChTrans1D2" presStyleIdx="1" presStyleCnt="6"/>
      <dgm:spPr/>
    </dgm:pt>
    <dgm:pt modelId="{32F92972-512F-4767-833B-0A3B93EBB138}" type="pres">
      <dgm:prSet presAssocID="{3AF880A5-0F00-4315-A5DF-1FE656798601}" presName="hierRoot2" presStyleCnt="0">
        <dgm:presLayoutVars>
          <dgm:hierBranch val="init"/>
        </dgm:presLayoutVars>
      </dgm:prSet>
      <dgm:spPr/>
    </dgm:pt>
    <dgm:pt modelId="{A5DC8656-8480-4ACE-B215-C59A2DFF74EF}" type="pres">
      <dgm:prSet presAssocID="{3AF880A5-0F00-4315-A5DF-1FE656798601}" presName="rootComposite2" presStyleCnt="0"/>
      <dgm:spPr/>
    </dgm:pt>
    <dgm:pt modelId="{DCF54177-0496-4C61-AE76-736EAFC67602}" type="pres">
      <dgm:prSet presAssocID="{3AF880A5-0F00-4315-A5DF-1FE656798601}" presName="rootText2" presStyleLbl="alignAcc1" presStyleIdx="0" presStyleCnt="0">
        <dgm:presLayoutVars>
          <dgm:chPref val="3"/>
        </dgm:presLayoutVars>
      </dgm:prSet>
      <dgm:spPr/>
    </dgm:pt>
    <dgm:pt modelId="{77C0EAD3-C5BE-4632-9FAF-47E8A2AD54F8}" type="pres">
      <dgm:prSet presAssocID="{3AF880A5-0F00-4315-A5DF-1FE656798601}" presName="topArc2" presStyleLbl="parChTrans1D1" presStyleIdx="12" presStyleCnt="28"/>
      <dgm:spPr/>
    </dgm:pt>
    <dgm:pt modelId="{A6A27599-B122-43D1-A7E6-3F30BC8E430F}" type="pres">
      <dgm:prSet presAssocID="{3AF880A5-0F00-4315-A5DF-1FE656798601}" presName="bottomArc2" presStyleLbl="parChTrans1D1" presStyleIdx="13" presStyleCnt="28"/>
      <dgm:spPr/>
    </dgm:pt>
    <dgm:pt modelId="{481007FF-37C9-4E64-BC77-FA8597CE09FB}" type="pres">
      <dgm:prSet presAssocID="{3AF880A5-0F00-4315-A5DF-1FE656798601}" presName="topConnNode2" presStyleLbl="node2" presStyleIdx="0" presStyleCnt="0"/>
      <dgm:spPr/>
    </dgm:pt>
    <dgm:pt modelId="{D4C4BF78-523D-4BEF-B9F5-43A2B94D94AF}" type="pres">
      <dgm:prSet presAssocID="{3AF880A5-0F00-4315-A5DF-1FE656798601}" presName="hierChild4" presStyleCnt="0"/>
      <dgm:spPr/>
    </dgm:pt>
    <dgm:pt modelId="{372D50C9-0628-4B78-9927-CE576D769F58}" type="pres">
      <dgm:prSet presAssocID="{3AF880A5-0F00-4315-A5DF-1FE656798601}" presName="hierChild5" presStyleCnt="0"/>
      <dgm:spPr/>
    </dgm:pt>
    <dgm:pt modelId="{593AC7DF-35DC-44FD-9B0D-75D22AE60EAA}" type="pres">
      <dgm:prSet presAssocID="{BCC541E2-3A60-4FA0-82BC-A407780EE7DB}" presName="Name28" presStyleLbl="parChTrans1D2" presStyleIdx="2" presStyleCnt="6"/>
      <dgm:spPr/>
    </dgm:pt>
    <dgm:pt modelId="{AC964FE4-C8A6-4BB2-956D-A6ACC84BF975}" type="pres">
      <dgm:prSet presAssocID="{932A6641-B47E-48FC-963F-311CBB9F360A}" presName="hierRoot2" presStyleCnt="0">
        <dgm:presLayoutVars>
          <dgm:hierBranch val="init"/>
        </dgm:presLayoutVars>
      </dgm:prSet>
      <dgm:spPr/>
    </dgm:pt>
    <dgm:pt modelId="{FD1BB8A9-259D-4E89-B64C-14324DA8EB5B}" type="pres">
      <dgm:prSet presAssocID="{932A6641-B47E-48FC-963F-311CBB9F360A}" presName="rootComposite2" presStyleCnt="0"/>
      <dgm:spPr/>
    </dgm:pt>
    <dgm:pt modelId="{ABF41782-E3FA-480D-825C-6EE7082578E6}" type="pres">
      <dgm:prSet presAssocID="{932A6641-B47E-48FC-963F-311CBB9F360A}" presName="rootText2" presStyleLbl="alignAcc1" presStyleIdx="0" presStyleCnt="0">
        <dgm:presLayoutVars>
          <dgm:chPref val="3"/>
        </dgm:presLayoutVars>
      </dgm:prSet>
      <dgm:spPr/>
    </dgm:pt>
    <dgm:pt modelId="{E206E97F-73C1-451C-9021-BB8CE053BB35}" type="pres">
      <dgm:prSet presAssocID="{932A6641-B47E-48FC-963F-311CBB9F360A}" presName="topArc2" presStyleLbl="parChTrans1D1" presStyleIdx="14" presStyleCnt="28"/>
      <dgm:spPr/>
    </dgm:pt>
    <dgm:pt modelId="{EC485487-19D8-4F08-93CE-B5F37E4620D5}" type="pres">
      <dgm:prSet presAssocID="{932A6641-B47E-48FC-963F-311CBB9F360A}" presName="bottomArc2" presStyleLbl="parChTrans1D1" presStyleIdx="15" presStyleCnt="28"/>
      <dgm:spPr/>
    </dgm:pt>
    <dgm:pt modelId="{7FE0708E-3E93-4487-9E48-C5096F3FA96B}" type="pres">
      <dgm:prSet presAssocID="{932A6641-B47E-48FC-963F-311CBB9F360A}" presName="topConnNode2" presStyleLbl="node2" presStyleIdx="0" presStyleCnt="0"/>
      <dgm:spPr/>
    </dgm:pt>
    <dgm:pt modelId="{2D9FC703-A8CF-40C9-86DC-454F875FC65C}" type="pres">
      <dgm:prSet presAssocID="{932A6641-B47E-48FC-963F-311CBB9F360A}" presName="hierChild4" presStyleCnt="0"/>
      <dgm:spPr/>
    </dgm:pt>
    <dgm:pt modelId="{BCF7BE83-5070-4F7F-A84E-B0DBABE48F3F}" type="pres">
      <dgm:prSet presAssocID="{932A6641-B47E-48FC-963F-311CBB9F360A}" presName="hierChild5" presStyleCnt="0"/>
      <dgm:spPr/>
    </dgm:pt>
    <dgm:pt modelId="{5EFA1D6F-0FA2-4C36-8811-48A6A133B36B}" type="pres">
      <dgm:prSet presAssocID="{42D71409-67F9-455C-8C6D-716D284AAA6B}" presName="hierChild3" presStyleCnt="0"/>
      <dgm:spPr/>
    </dgm:pt>
    <dgm:pt modelId="{B045F7C6-3C3B-4245-95A2-89B6F27E774A}" type="pres">
      <dgm:prSet presAssocID="{4BA18BE3-76AF-4784-B88C-E6CBCD2F071D}" presName="hierRoot1" presStyleCnt="0">
        <dgm:presLayoutVars>
          <dgm:hierBranch val="init"/>
        </dgm:presLayoutVars>
      </dgm:prSet>
      <dgm:spPr/>
    </dgm:pt>
    <dgm:pt modelId="{45A64D75-F30A-4175-A910-78F744F8460E}" type="pres">
      <dgm:prSet presAssocID="{4BA18BE3-76AF-4784-B88C-E6CBCD2F071D}" presName="rootComposite1" presStyleCnt="0"/>
      <dgm:spPr/>
    </dgm:pt>
    <dgm:pt modelId="{FFC3DFAA-8413-4DFF-87A6-1BDE0613D54D}" type="pres">
      <dgm:prSet presAssocID="{4BA18BE3-76AF-4784-B88C-E6CBCD2F071D}" presName="rootText1" presStyleLbl="alignAcc1" presStyleIdx="0" presStyleCnt="0">
        <dgm:presLayoutVars>
          <dgm:chPref val="3"/>
        </dgm:presLayoutVars>
      </dgm:prSet>
      <dgm:spPr/>
    </dgm:pt>
    <dgm:pt modelId="{B1CC8861-A38E-47A5-9621-D1ECC2850DEA}" type="pres">
      <dgm:prSet presAssocID="{4BA18BE3-76AF-4784-B88C-E6CBCD2F071D}" presName="topArc1" presStyleLbl="parChTrans1D1" presStyleIdx="16" presStyleCnt="28"/>
      <dgm:spPr/>
    </dgm:pt>
    <dgm:pt modelId="{DD4EDBAD-B27E-486C-BAAF-B03A4A2B2AFD}" type="pres">
      <dgm:prSet presAssocID="{4BA18BE3-76AF-4784-B88C-E6CBCD2F071D}" presName="bottomArc1" presStyleLbl="parChTrans1D1" presStyleIdx="17" presStyleCnt="28"/>
      <dgm:spPr/>
    </dgm:pt>
    <dgm:pt modelId="{88E71065-58A2-422B-931E-920A7E34D1E9}" type="pres">
      <dgm:prSet presAssocID="{4BA18BE3-76AF-4784-B88C-E6CBCD2F071D}" presName="topConnNode1" presStyleLbl="node1" presStyleIdx="0" presStyleCnt="0"/>
      <dgm:spPr/>
    </dgm:pt>
    <dgm:pt modelId="{1F7ED0A3-CCA3-40C9-A5C4-D23805E46F9A}" type="pres">
      <dgm:prSet presAssocID="{4BA18BE3-76AF-4784-B88C-E6CBCD2F071D}" presName="hierChild2" presStyleCnt="0"/>
      <dgm:spPr/>
    </dgm:pt>
    <dgm:pt modelId="{781E3EFB-CBAD-4EED-9421-6A6457DD2686}" type="pres">
      <dgm:prSet presAssocID="{35317DED-DAB5-4D19-A43C-B397362CAEDA}" presName="Name28" presStyleLbl="parChTrans1D2" presStyleIdx="3" presStyleCnt="6"/>
      <dgm:spPr/>
    </dgm:pt>
    <dgm:pt modelId="{FED570A4-7416-4EEC-BBE8-4AAC5C912C27}" type="pres">
      <dgm:prSet presAssocID="{20756689-7025-4249-855C-E1B9E406D071}" presName="hierRoot2" presStyleCnt="0">
        <dgm:presLayoutVars>
          <dgm:hierBranch val="init"/>
        </dgm:presLayoutVars>
      </dgm:prSet>
      <dgm:spPr/>
    </dgm:pt>
    <dgm:pt modelId="{DF133905-02C1-4D01-AF9C-7AA6DF438880}" type="pres">
      <dgm:prSet presAssocID="{20756689-7025-4249-855C-E1B9E406D071}" presName="rootComposite2" presStyleCnt="0"/>
      <dgm:spPr/>
    </dgm:pt>
    <dgm:pt modelId="{9D2DDC34-1915-45C8-8175-8D92EE607BD5}" type="pres">
      <dgm:prSet presAssocID="{20756689-7025-4249-855C-E1B9E406D071}" presName="rootText2" presStyleLbl="alignAcc1" presStyleIdx="0" presStyleCnt="0">
        <dgm:presLayoutVars>
          <dgm:chPref val="3"/>
        </dgm:presLayoutVars>
      </dgm:prSet>
      <dgm:spPr/>
    </dgm:pt>
    <dgm:pt modelId="{70F787EB-6165-4C5E-AB04-6BA724E11A25}" type="pres">
      <dgm:prSet presAssocID="{20756689-7025-4249-855C-E1B9E406D071}" presName="topArc2" presStyleLbl="parChTrans1D1" presStyleIdx="18" presStyleCnt="28"/>
      <dgm:spPr/>
    </dgm:pt>
    <dgm:pt modelId="{F6F0D643-C1DC-495F-91AF-EB2425EE72FF}" type="pres">
      <dgm:prSet presAssocID="{20756689-7025-4249-855C-E1B9E406D071}" presName="bottomArc2" presStyleLbl="parChTrans1D1" presStyleIdx="19" presStyleCnt="28"/>
      <dgm:spPr/>
    </dgm:pt>
    <dgm:pt modelId="{E69F3387-878A-4AB7-A1F1-EC6FA3F33A83}" type="pres">
      <dgm:prSet presAssocID="{20756689-7025-4249-855C-E1B9E406D071}" presName="topConnNode2" presStyleLbl="node2" presStyleIdx="0" presStyleCnt="0"/>
      <dgm:spPr/>
    </dgm:pt>
    <dgm:pt modelId="{D5EB6B88-D8F5-49BA-9ACE-CA2537F1DB21}" type="pres">
      <dgm:prSet presAssocID="{20756689-7025-4249-855C-E1B9E406D071}" presName="hierChild4" presStyleCnt="0"/>
      <dgm:spPr/>
    </dgm:pt>
    <dgm:pt modelId="{568097DB-9280-49D1-A442-CA84E53748AF}" type="pres">
      <dgm:prSet presAssocID="{20756689-7025-4249-855C-E1B9E406D071}" presName="hierChild5" presStyleCnt="0"/>
      <dgm:spPr/>
    </dgm:pt>
    <dgm:pt modelId="{2955F026-9E6D-42EC-9C84-F386921386D5}" type="pres">
      <dgm:prSet presAssocID="{5C99B770-4BAA-4DEC-8579-B0585C27094D}" presName="Name28" presStyleLbl="parChTrans1D2" presStyleIdx="4" presStyleCnt="6"/>
      <dgm:spPr/>
    </dgm:pt>
    <dgm:pt modelId="{A5827686-A8E2-4946-A444-D4A81C9F4794}" type="pres">
      <dgm:prSet presAssocID="{8974B798-5918-482F-B5A9-E46BE542E933}" presName="hierRoot2" presStyleCnt="0">
        <dgm:presLayoutVars>
          <dgm:hierBranch val="init"/>
        </dgm:presLayoutVars>
      </dgm:prSet>
      <dgm:spPr/>
    </dgm:pt>
    <dgm:pt modelId="{342913B5-851B-445A-8E99-CE577858D53A}" type="pres">
      <dgm:prSet presAssocID="{8974B798-5918-482F-B5A9-E46BE542E933}" presName="rootComposite2" presStyleCnt="0"/>
      <dgm:spPr/>
    </dgm:pt>
    <dgm:pt modelId="{E411E781-969A-445C-9341-BF9E1DC6F561}" type="pres">
      <dgm:prSet presAssocID="{8974B798-5918-482F-B5A9-E46BE542E933}" presName="rootText2" presStyleLbl="alignAcc1" presStyleIdx="0" presStyleCnt="0">
        <dgm:presLayoutVars>
          <dgm:chPref val="3"/>
        </dgm:presLayoutVars>
      </dgm:prSet>
      <dgm:spPr/>
    </dgm:pt>
    <dgm:pt modelId="{A9BB5329-94DE-4EC1-864B-389CCDFFB57D}" type="pres">
      <dgm:prSet presAssocID="{8974B798-5918-482F-B5A9-E46BE542E933}" presName="topArc2" presStyleLbl="parChTrans1D1" presStyleIdx="20" presStyleCnt="28"/>
      <dgm:spPr/>
    </dgm:pt>
    <dgm:pt modelId="{09AE4F96-3E6F-4199-8896-B76BDDE4B015}" type="pres">
      <dgm:prSet presAssocID="{8974B798-5918-482F-B5A9-E46BE542E933}" presName="bottomArc2" presStyleLbl="parChTrans1D1" presStyleIdx="21" presStyleCnt="28"/>
      <dgm:spPr/>
    </dgm:pt>
    <dgm:pt modelId="{441A603E-5A3D-4DB6-BB57-093D4B0616B2}" type="pres">
      <dgm:prSet presAssocID="{8974B798-5918-482F-B5A9-E46BE542E933}" presName="topConnNode2" presStyleLbl="node2" presStyleIdx="0" presStyleCnt="0"/>
      <dgm:spPr/>
    </dgm:pt>
    <dgm:pt modelId="{43A5C505-6456-425C-89E7-C9E03B222AF2}" type="pres">
      <dgm:prSet presAssocID="{8974B798-5918-482F-B5A9-E46BE542E933}" presName="hierChild4" presStyleCnt="0"/>
      <dgm:spPr/>
    </dgm:pt>
    <dgm:pt modelId="{E1FB52A4-D57C-4E32-80DD-DF8AA3B8853A}" type="pres">
      <dgm:prSet presAssocID="{9781E5FE-8933-414F-9B91-853E486F6EB8}" presName="Name28" presStyleLbl="parChTrans1D3" presStyleIdx="2" presStyleCnt="4"/>
      <dgm:spPr/>
    </dgm:pt>
    <dgm:pt modelId="{6DAA2161-B69F-4ED0-9E2C-7F64DCA4A1AD}" type="pres">
      <dgm:prSet presAssocID="{BD9D4297-6FB3-4567-94EF-0C16B90CF6EE}" presName="hierRoot2" presStyleCnt="0">
        <dgm:presLayoutVars>
          <dgm:hierBranch val="init"/>
        </dgm:presLayoutVars>
      </dgm:prSet>
      <dgm:spPr/>
    </dgm:pt>
    <dgm:pt modelId="{60A2415C-A4E1-452B-B430-195A5B39D39C}" type="pres">
      <dgm:prSet presAssocID="{BD9D4297-6FB3-4567-94EF-0C16B90CF6EE}" presName="rootComposite2" presStyleCnt="0"/>
      <dgm:spPr/>
    </dgm:pt>
    <dgm:pt modelId="{7F876A1E-1752-4FA5-8935-8DC459545116}" type="pres">
      <dgm:prSet presAssocID="{BD9D4297-6FB3-4567-94EF-0C16B90CF6EE}" presName="rootText2" presStyleLbl="alignAcc1" presStyleIdx="0" presStyleCnt="0">
        <dgm:presLayoutVars>
          <dgm:chPref val="3"/>
        </dgm:presLayoutVars>
      </dgm:prSet>
      <dgm:spPr/>
    </dgm:pt>
    <dgm:pt modelId="{417C9F21-FB08-41AD-8572-E50FC9757184}" type="pres">
      <dgm:prSet presAssocID="{BD9D4297-6FB3-4567-94EF-0C16B90CF6EE}" presName="topArc2" presStyleLbl="parChTrans1D1" presStyleIdx="22" presStyleCnt="28"/>
      <dgm:spPr/>
    </dgm:pt>
    <dgm:pt modelId="{36D935D1-2B6B-47B9-832E-66D8FCCF9687}" type="pres">
      <dgm:prSet presAssocID="{BD9D4297-6FB3-4567-94EF-0C16B90CF6EE}" presName="bottomArc2" presStyleLbl="parChTrans1D1" presStyleIdx="23" presStyleCnt="28"/>
      <dgm:spPr/>
    </dgm:pt>
    <dgm:pt modelId="{69558F20-3BCF-4AC7-9AA7-EDB5935B06CB}" type="pres">
      <dgm:prSet presAssocID="{BD9D4297-6FB3-4567-94EF-0C16B90CF6EE}" presName="topConnNode2" presStyleLbl="node3" presStyleIdx="0" presStyleCnt="0"/>
      <dgm:spPr/>
    </dgm:pt>
    <dgm:pt modelId="{74C6868D-B8F5-4564-BDB6-7BCF24CA9F0E}" type="pres">
      <dgm:prSet presAssocID="{BD9D4297-6FB3-4567-94EF-0C16B90CF6EE}" presName="hierChild4" presStyleCnt="0"/>
      <dgm:spPr/>
    </dgm:pt>
    <dgm:pt modelId="{7D416802-9F84-4577-B1A9-F5EE1B07799C}" type="pres">
      <dgm:prSet presAssocID="{BD9D4297-6FB3-4567-94EF-0C16B90CF6EE}" presName="hierChild5" presStyleCnt="0"/>
      <dgm:spPr/>
    </dgm:pt>
    <dgm:pt modelId="{638BD4C2-B92C-4523-B4AD-76034BFE877A}" type="pres">
      <dgm:prSet presAssocID="{2333A213-60C5-461F-B279-16EDBC73ED60}" presName="Name28" presStyleLbl="parChTrans1D3" presStyleIdx="3" presStyleCnt="4"/>
      <dgm:spPr/>
    </dgm:pt>
    <dgm:pt modelId="{D7533763-C974-4462-827D-58E320D3D93D}" type="pres">
      <dgm:prSet presAssocID="{009D16B7-70FD-44AD-BF03-95B7EC4EA1B8}" presName="hierRoot2" presStyleCnt="0">
        <dgm:presLayoutVars>
          <dgm:hierBranch val="init"/>
        </dgm:presLayoutVars>
      </dgm:prSet>
      <dgm:spPr/>
    </dgm:pt>
    <dgm:pt modelId="{44EBF902-C2D5-47D0-A901-E5E2FAF79ABE}" type="pres">
      <dgm:prSet presAssocID="{009D16B7-70FD-44AD-BF03-95B7EC4EA1B8}" presName="rootComposite2" presStyleCnt="0"/>
      <dgm:spPr/>
    </dgm:pt>
    <dgm:pt modelId="{7FC3BDAA-DAD1-4A58-8793-CC4454E825E4}" type="pres">
      <dgm:prSet presAssocID="{009D16B7-70FD-44AD-BF03-95B7EC4EA1B8}" presName="rootText2" presStyleLbl="alignAcc1" presStyleIdx="0" presStyleCnt="0">
        <dgm:presLayoutVars>
          <dgm:chPref val="3"/>
        </dgm:presLayoutVars>
      </dgm:prSet>
      <dgm:spPr/>
    </dgm:pt>
    <dgm:pt modelId="{AA6AF99E-045B-4069-89E6-7C64F2529421}" type="pres">
      <dgm:prSet presAssocID="{009D16B7-70FD-44AD-BF03-95B7EC4EA1B8}" presName="topArc2" presStyleLbl="parChTrans1D1" presStyleIdx="24" presStyleCnt="28"/>
      <dgm:spPr/>
    </dgm:pt>
    <dgm:pt modelId="{856B6077-01CB-4332-9D51-8B050D5A64FB}" type="pres">
      <dgm:prSet presAssocID="{009D16B7-70FD-44AD-BF03-95B7EC4EA1B8}" presName="bottomArc2" presStyleLbl="parChTrans1D1" presStyleIdx="25" presStyleCnt="28"/>
      <dgm:spPr/>
    </dgm:pt>
    <dgm:pt modelId="{15650614-F0DC-4EE7-8CB0-1866F9A263A0}" type="pres">
      <dgm:prSet presAssocID="{009D16B7-70FD-44AD-BF03-95B7EC4EA1B8}" presName="topConnNode2" presStyleLbl="node3" presStyleIdx="0" presStyleCnt="0"/>
      <dgm:spPr/>
    </dgm:pt>
    <dgm:pt modelId="{C2FECE2D-4079-4EC0-82B8-A611F6AB9BA1}" type="pres">
      <dgm:prSet presAssocID="{009D16B7-70FD-44AD-BF03-95B7EC4EA1B8}" presName="hierChild4" presStyleCnt="0"/>
      <dgm:spPr/>
    </dgm:pt>
    <dgm:pt modelId="{02ACEA96-3F3A-4AA1-95A5-60FDCBC78254}" type="pres">
      <dgm:prSet presAssocID="{009D16B7-70FD-44AD-BF03-95B7EC4EA1B8}" presName="hierChild5" presStyleCnt="0"/>
      <dgm:spPr/>
    </dgm:pt>
    <dgm:pt modelId="{25872736-A4E6-4377-876F-D767B765827D}" type="pres">
      <dgm:prSet presAssocID="{8974B798-5918-482F-B5A9-E46BE542E933}" presName="hierChild5" presStyleCnt="0"/>
      <dgm:spPr/>
    </dgm:pt>
    <dgm:pt modelId="{C184E29A-A958-48CB-983B-988CDCF661FA}" type="pres">
      <dgm:prSet presAssocID="{30FD7007-7389-4858-A1FF-1FE9AB289447}" presName="Name28" presStyleLbl="parChTrans1D2" presStyleIdx="5" presStyleCnt="6"/>
      <dgm:spPr/>
    </dgm:pt>
    <dgm:pt modelId="{A7796122-33A2-4F93-83C8-4C802F8CBE70}" type="pres">
      <dgm:prSet presAssocID="{B1AA76E5-3332-4580-BF94-116481F2168D}" presName="hierRoot2" presStyleCnt="0">
        <dgm:presLayoutVars>
          <dgm:hierBranch val="init"/>
        </dgm:presLayoutVars>
      </dgm:prSet>
      <dgm:spPr/>
    </dgm:pt>
    <dgm:pt modelId="{BDA918BD-6874-4704-997F-835EBDA38657}" type="pres">
      <dgm:prSet presAssocID="{B1AA76E5-3332-4580-BF94-116481F2168D}" presName="rootComposite2" presStyleCnt="0"/>
      <dgm:spPr/>
    </dgm:pt>
    <dgm:pt modelId="{E53C78F4-3E9F-4598-B021-E281B5F3C923}" type="pres">
      <dgm:prSet presAssocID="{B1AA76E5-3332-4580-BF94-116481F2168D}" presName="rootText2" presStyleLbl="alignAcc1" presStyleIdx="0" presStyleCnt="0">
        <dgm:presLayoutVars>
          <dgm:chPref val="3"/>
        </dgm:presLayoutVars>
      </dgm:prSet>
      <dgm:spPr/>
    </dgm:pt>
    <dgm:pt modelId="{E0191514-B697-4DDC-899D-4F58F18DFA83}" type="pres">
      <dgm:prSet presAssocID="{B1AA76E5-3332-4580-BF94-116481F2168D}" presName="topArc2" presStyleLbl="parChTrans1D1" presStyleIdx="26" presStyleCnt="28"/>
      <dgm:spPr/>
    </dgm:pt>
    <dgm:pt modelId="{E8F2EDD6-B5E5-481F-BF48-6B82308D1C26}" type="pres">
      <dgm:prSet presAssocID="{B1AA76E5-3332-4580-BF94-116481F2168D}" presName="bottomArc2" presStyleLbl="parChTrans1D1" presStyleIdx="27" presStyleCnt="28"/>
      <dgm:spPr/>
    </dgm:pt>
    <dgm:pt modelId="{7D85E9A2-9DAF-47C5-8454-DD972F7475D3}" type="pres">
      <dgm:prSet presAssocID="{B1AA76E5-3332-4580-BF94-116481F2168D}" presName="topConnNode2" presStyleLbl="node2" presStyleIdx="0" presStyleCnt="0"/>
      <dgm:spPr/>
    </dgm:pt>
    <dgm:pt modelId="{99DA9F99-CCCA-4B64-860D-AEDBE5252273}" type="pres">
      <dgm:prSet presAssocID="{B1AA76E5-3332-4580-BF94-116481F2168D}" presName="hierChild4" presStyleCnt="0"/>
      <dgm:spPr/>
    </dgm:pt>
    <dgm:pt modelId="{5367DEA0-F3BE-41FC-B1F1-695234D74F26}" type="pres">
      <dgm:prSet presAssocID="{B1AA76E5-3332-4580-BF94-116481F2168D}" presName="hierChild5" presStyleCnt="0"/>
      <dgm:spPr/>
    </dgm:pt>
    <dgm:pt modelId="{A6B597BA-90DA-4436-9144-D7D4C22A9530}" type="pres">
      <dgm:prSet presAssocID="{4BA18BE3-76AF-4784-B88C-E6CBCD2F071D}" presName="hierChild3" presStyleCnt="0"/>
      <dgm:spPr/>
    </dgm:pt>
  </dgm:ptLst>
  <dgm:cxnLst>
    <dgm:cxn modelId="{354A5303-3BA5-47D3-950E-4CA5A45F05E0}" type="presOf" srcId="{B1AA76E5-3332-4580-BF94-116481F2168D}" destId="{E53C78F4-3E9F-4598-B021-E281B5F3C923}" srcOrd="0" destOrd="0" presId="urn:microsoft.com/office/officeart/2008/layout/HalfCircleOrganizationChart"/>
    <dgm:cxn modelId="{F6261605-A0E6-4D82-8585-9987A763A1E2}" type="presOf" srcId="{05FECB41-6D4B-45D2-8EBA-87192101F0F0}" destId="{89AE329E-C418-4210-BA35-7B9794C9E145}" srcOrd="1" destOrd="0" presId="urn:microsoft.com/office/officeart/2008/layout/HalfCircleOrganizationChart"/>
    <dgm:cxn modelId="{8614D306-4CB1-4DED-8831-AE41C16D93FF}" srcId="{4BA18BE3-76AF-4784-B88C-E6CBCD2F071D}" destId="{B1AA76E5-3332-4580-BF94-116481F2168D}" srcOrd="2" destOrd="0" parTransId="{30FD7007-7389-4858-A1FF-1FE9AB289447}" sibTransId="{4EDE7327-4051-43BE-AA2E-58FF027C032B}"/>
    <dgm:cxn modelId="{78352308-088D-4C35-861E-4A2E495D90FA}" type="presOf" srcId="{D71D395D-0281-4F49-8840-D03910F6DFD6}" destId="{6F05ECBB-16FF-4F4C-9624-D2D5C7587810}" srcOrd="0" destOrd="0" presId="urn:microsoft.com/office/officeart/2008/layout/HalfCircleOrganizationChart"/>
    <dgm:cxn modelId="{0E10350B-35F7-4455-A0C7-651C4A83B720}" srcId="{0A0E61DB-8A10-4B79-92D2-5500D5AEF449}" destId="{7B78D284-419D-448E-9663-E8889E171318}" srcOrd="1" destOrd="0" parTransId="{296919DC-0AAF-4A74-91F8-AC4ACC76E308}" sibTransId="{0CE17522-CA33-4B01-A1E1-EB739A1426E7}"/>
    <dgm:cxn modelId="{1B18860E-EFD7-4861-8400-1BB2AE0FCC4A}" srcId="{0A0E61DB-8A10-4B79-92D2-5500D5AEF449}" destId="{A6ECF66B-7B99-4197-98D3-497F633105A0}" srcOrd="0" destOrd="0" parTransId="{D71D395D-0281-4F49-8840-D03910F6DFD6}" sibTransId="{17D8CACD-8CA1-421D-BCA9-444B0FD04401}"/>
    <dgm:cxn modelId="{FD0D0812-3766-4422-AB8F-58752BCDBE07}" srcId="{42D71409-67F9-455C-8C6D-716D284AAA6B}" destId="{932A6641-B47E-48FC-963F-311CBB9F360A}" srcOrd="2" destOrd="0" parTransId="{BCC541E2-3A60-4FA0-82BC-A407780EE7DB}" sibTransId="{0E70FA36-C3C7-4A08-A69A-A16BAA6AE9D9}"/>
    <dgm:cxn modelId="{891DB219-CC7C-41A8-A0E5-96335B9728AE}" type="presOf" srcId="{0A0E61DB-8A10-4B79-92D2-5500D5AEF449}" destId="{21647400-083A-4AD7-B016-2315BD17D852}" srcOrd="0" destOrd="0" presId="urn:microsoft.com/office/officeart/2008/layout/HalfCircleOrganizationChart"/>
    <dgm:cxn modelId="{243F2E1E-45C6-4FA7-957E-C43EB85E9C21}" type="presOf" srcId="{A13BB1F9-5857-4B43-8BF5-6589AA2CB759}" destId="{35F2D3F6-B14B-4698-9A0A-20ACD9074997}" srcOrd="0" destOrd="0" presId="urn:microsoft.com/office/officeart/2008/layout/HalfCircleOrganizationChart"/>
    <dgm:cxn modelId="{01D2B01F-A803-458F-9ABB-3AA3C6B74522}" type="presOf" srcId="{1441988F-AAA1-489E-9170-F8F553C17D69}" destId="{3C99F403-17E2-4C84-804D-04ACDAF50E99}" srcOrd="0" destOrd="0" presId="urn:microsoft.com/office/officeart/2008/layout/HalfCircleOrganizationChart"/>
    <dgm:cxn modelId="{2AA9C11F-1F1D-428E-801A-47EAA766C99D}" srcId="{B9C32B05-62EA-407A-B21C-2310C7945705}" destId="{42D71409-67F9-455C-8C6D-716D284AAA6B}" srcOrd="0" destOrd="0" parTransId="{51680ED1-AF6E-4B28-AE94-92B0EFB0DF7D}" sibTransId="{478B7D3C-9FB4-4BC6-90AC-49960560DECD}"/>
    <dgm:cxn modelId="{E2DCD629-75D4-4FC4-9213-7D9191058271}" type="presOf" srcId="{20756689-7025-4249-855C-E1B9E406D071}" destId="{9D2DDC34-1915-45C8-8175-8D92EE607BD5}" srcOrd="0" destOrd="0" presId="urn:microsoft.com/office/officeart/2008/layout/HalfCircleOrganizationChart"/>
    <dgm:cxn modelId="{5971E42F-2D5E-4604-BAC4-B7FDCAE04DAC}" type="presOf" srcId="{0A0E61DB-8A10-4B79-92D2-5500D5AEF449}" destId="{6B4768CD-9672-4A12-AF0D-8F3FCB7E48DE}" srcOrd="1" destOrd="0" presId="urn:microsoft.com/office/officeart/2008/layout/HalfCircleOrganizationChart"/>
    <dgm:cxn modelId="{9F52D237-89CE-4DE8-8D22-A33E3DA107A0}" type="presOf" srcId="{A6ECF66B-7B99-4197-98D3-497F633105A0}" destId="{5AF47A1A-BA1A-4A39-B942-67A5C3EF3813}" srcOrd="0" destOrd="0" presId="urn:microsoft.com/office/officeart/2008/layout/HalfCircleOrganizationChart"/>
    <dgm:cxn modelId="{5BB95238-039E-4F62-B207-4C9D7AB5C3C9}" type="presOf" srcId="{8EA7219F-BDB2-48EB-9EEB-3133522D132E}" destId="{1A5FBEE2-B1ED-484F-B98E-9F25034B5EA2}" srcOrd="1" destOrd="0" presId="urn:microsoft.com/office/officeart/2008/layout/HalfCircleOrganizationChart"/>
    <dgm:cxn modelId="{E19DCB5D-D1EE-4EE7-87BB-A37BE905FCFE}" type="presOf" srcId="{8EA7219F-BDB2-48EB-9EEB-3133522D132E}" destId="{93ED50F5-42FA-4B1A-837C-EEEFAB968C38}" srcOrd="0" destOrd="0" presId="urn:microsoft.com/office/officeart/2008/layout/HalfCircleOrganizationChart"/>
    <dgm:cxn modelId="{DDE7A862-121F-447D-B92C-A7BFE7E9E4AF}" type="presOf" srcId="{35317DED-DAB5-4D19-A43C-B397362CAEDA}" destId="{781E3EFB-CBAD-4EED-9421-6A6457DD2686}" srcOrd="0" destOrd="0" presId="urn:microsoft.com/office/officeart/2008/layout/HalfCircleOrganizationChart"/>
    <dgm:cxn modelId="{35AC1065-2CEC-4FBF-8A31-8FFBD6AB9697}" type="presOf" srcId="{009D16B7-70FD-44AD-BF03-95B7EC4EA1B8}" destId="{15650614-F0DC-4EE7-8CB0-1866F9A263A0}" srcOrd="1" destOrd="0" presId="urn:microsoft.com/office/officeart/2008/layout/HalfCircleOrganizationChart"/>
    <dgm:cxn modelId="{75B18565-7FBB-44EC-A1B4-83B66304267F}" type="presOf" srcId="{3AF880A5-0F00-4315-A5DF-1FE656798601}" destId="{DCF54177-0496-4C61-AE76-736EAFC67602}" srcOrd="0" destOrd="0" presId="urn:microsoft.com/office/officeart/2008/layout/HalfCircleOrganizationChart"/>
    <dgm:cxn modelId="{1773F967-DC1F-43F8-A580-3DC51193A7C9}" type="presOf" srcId="{2333A213-60C5-461F-B279-16EDBC73ED60}" destId="{638BD4C2-B92C-4523-B4AD-76034BFE877A}" srcOrd="0" destOrd="0" presId="urn:microsoft.com/office/officeart/2008/layout/HalfCircleOrganizationChart"/>
    <dgm:cxn modelId="{E65C054B-9B15-4FA5-9C41-E42B668491E6}" srcId="{8EA7219F-BDB2-48EB-9EEB-3133522D132E}" destId="{05FECB41-6D4B-45D2-8EBA-87192101F0F0}" srcOrd="1" destOrd="0" parTransId="{AA5859CE-1935-428E-8F3A-D00391A9A382}" sibTransId="{C5D3D9B1-03B8-4AB8-AB31-9E49A99D6797}"/>
    <dgm:cxn modelId="{D069226D-8C8C-409F-A12B-589425C127A1}" type="presOf" srcId="{20756689-7025-4249-855C-E1B9E406D071}" destId="{E69F3387-878A-4AB7-A1F1-EC6FA3F33A83}" srcOrd="1" destOrd="0" presId="urn:microsoft.com/office/officeart/2008/layout/HalfCircleOrganizationChart"/>
    <dgm:cxn modelId="{9BFCAB72-E580-4F49-BE27-1008DD3772B7}" type="presOf" srcId="{A6ECF66B-7B99-4197-98D3-497F633105A0}" destId="{F0306A38-D29D-479F-AFDC-2BFE84746634}" srcOrd="1" destOrd="0" presId="urn:microsoft.com/office/officeart/2008/layout/HalfCircleOrganizationChart"/>
    <dgm:cxn modelId="{326E9154-479F-4F70-9C17-D9B90C39820D}" type="presOf" srcId="{4BA18BE3-76AF-4784-B88C-E6CBCD2F071D}" destId="{FFC3DFAA-8413-4DFF-87A6-1BDE0613D54D}" srcOrd="0" destOrd="0" presId="urn:microsoft.com/office/officeart/2008/layout/HalfCircleOrganizationChart"/>
    <dgm:cxn modelId="{F37F5756-5263-48AA-95FC-55C424F32FA6}" type="presOf" srcId="{7B78D284-419D-448E-9663-E8889E171318}" destId="{C30F6706-1979-4586-83CE-BD0BD11DA154}" srcOrd="0" destOrd="0" presId="urn:microsoft.com/office/officeart/2008/layout/HalfCircleOrganizationChart"/>
    <dgm:cxn modelId="{F9FF2F77-F163-4F21-AA2E-0FD86A79A482}" type="presOf" srcId="{42D71409-67F9-455C-8C6D-716D284AAA6B}" destId="{F1A9A195-DE8B-461D-830E-4A3DDBD63D33}" srcOrd="1" destOrd="0" presId="urn:microsoft.com/office/officeart/2008/layout/HalfCircleOrganizationChart"/>
    <dgm:cxn modelId="{9E3E347E-C0F7-45EA-86B3-C9DBCEEE499B}" type="presOf" srcId="{4BA18BE3-76AF-4784-B88C-E6CBCD2F071D}" destId="{88E71065-58A2-422B-931E-920A7E34D1E9}" srcOrd="1" destOrd="0" presId="urn:microsoft.com/office/officeart/2008/layout/HalfCircleOrganizationChart"/>
    <dgm:cxn modelId="{CFC9D691-994F-423B-8967-4DF0F789FCE4}" type="presOf" srcId="{B9C32B05-62EA-407A-B21C-2310C7945705}" destId="{DBC1869A-67DA-4768-A78C-5EC0667A58D4}" srcOrd="0" destOrd="0" presId="urn:microsoft.com/office/officeart/2008/layout/HalfCircleOrganizationChart"/>
    <dgm:cxn modelId="{1A53DE98-E8FB-44B3-B352-A95B10A91844}" type="presOf" srcId="{009D16B7-70FD-44AD-BF03-95B7EC4EA1B8}" destId="{7FC3BDAA-DAD1-4A58-8793-CC4454E825E4}" srcOrd="0" destOrd="0" presId="urn:microsoft.com/office/officeart/2008/layout/HalfCircleOrganizationChart"/>
    <dgm:cxn modelId="{00542199-49B7-4CD9-B4AD-59CDB7FA81BE}" type="presOf" srcId="{8974B798-5918-482F-B5A9-E46BE542E933}" destId="{441A603E-5A3D-4DB6-BB57-093D4B0616B2}" srcOrd="1" destOrd="0" presId="urn:microsoft.com/office/officeart/2008/layout/HalfCircleOrganizationChart"/>
    <dgm:cxn modelId="{7FD82699-1C1B-45AF-88AE-21828AE35C1D}" type="presOf" srcId="{3AF880A5-0F00-4315-A5DF-1FE656798601}" destId="{481007FF-37C9-4E64-BC77-FA8597CE09FB}" srcOrd="1" destOrd="0" presId="urn:microsoft.com/office/officeart/2008/layout/HalfCircleOrganizationChart"/>
    <dgm:cxn modelId="{EE17A59C-AC5D-43C3-8506-A1279BC075BF}" type="presOf" srcId="{296919DC-0AAF-4A74-91F8-AC4ACC76E308}" destId="{A23C6705-AB48-42F2-8D24-1206097B618E}" srcOrd="0" destOrd="0" presId="urn:microsoft.com/office/officeart/2008/layout/HalfCircleOrganizationChart"/>
    <dgm:cxn modelId="{3DCF519D-9F94-415F-AD6E-C67F688619F7}" type="presOf" srcId="{7B78D284-419D-448E-9663-E8889E171318}" destId="{841B6C5A-380D-4CE6-B984-95E6E4D188BA}" srcOrd="1" destOrd="0" presId="urn:microsoft.com/office/officeart/2008/layout/HalfCircleOrganizationChart"/>
    <dgm:cxn modelId="{64AE83A1-5F60-408D-8551-4F9EB50CF9FD}" type="presOf" srcId="{3EE8403A-CB7C-4815-85BD-AEBCAEB71B37}" destId="{AF6514E9-5121-4458-9779-0B28BB1766E6}" srcOrd="0" destOrd="0" presId="urn:microsoft.com/office/officeart/2008/layout/HalfCircleOrganizationChart"/>
    <dgm:cxn modelId="{59880FA6-CF27-4CE1-8F4D-51B1645DBC60}" type="presOf" srcId="{932A6641-B47E-48FC-963F-311CBB9F360A}" destId="{ABF41782-E3FA-480D-825C-6EE7082578E6}" srcOrd="0" destOrd="0" presId="urn:microsoft.com/office/officeart/2008/layout/HalfCircleOrganizationChart"/>
    <dgm:cxn modelId="{6556DBAB-A73D-455A-A592-81535714DCF9}" type="presOf" srcId="{932A6641-B47E-48FC-963F-311CBB9F360A}" destId="{7FE0708E-3E93-4487-9E48-C5096F3FA96B}" srcOrd="1" destOrd="0" presId="urn:microsoft.com/office/officeart/2008/layout/HalfCircleOrganizationChart"/>
    <dgm:cxn modelId="{5E8EA6AF-5266-4135-BCE8-8E1B71CDA993}" type="presOf" srcId="{5C99B770-4BAA-4DEC-8579-B0585C27094D}" destId="{2955F026-9E6D-42EC-9C84-F386921386D5}" srcOrd="0" destOrd="0" presId="urn:microsoft.com/office/officeart/2008/layout/HalfCircleOrganizationChart"/>
    <dgm:cxn modelId="{527804B1-D1FF-4656-9961-0B19DE1749F3}" srcId="{4BA18BE3-76AF-4784-B88C-E6CBCD2F071D}" destId="{8974B798-5918-482F-B5A9-E46BE542E933}" srcOrd="1" destOrd="0" parTransId="{5C99B770-4BAA-4DEC-8579-B0585C27094D}" sibTransId="{E5187230-592F-4D79-88AD-6E92D9425AB4}"/>
    <dgm:cxn modelId="{25A8B9B5-8ECA-4BA8-BD0B-C66422C68B37}" srcId="{8974B798-5918-482F-B5A9-E46BE542E933}" destId="{009D16B7-70FD-44AD-BF03-95B7EC4EA1B8}" srcOrd="1" destOrd="0" parTransId="{2333A213-60C5-461F-B279-16EDBC73ED60}" sibTransId="{A81D492D-0283-4C39-A3E7-CB60736D7F5F}"/>
    <dgm:cxn modelId="{F83689BE-33D4-4949-A11E-C64FA83CFF30}" type="presOf" srcId="{BD9D4297-6FB3-4567-94EF-0C16B90CF6EE}" destId="{69558F20-3BCF-4AC7-9AA7-EDB5935B06CB}" srcOrd="1" destOrd="0" presId="urn:microsoft.com/office/officeart/2008/layout/HalfCircleOrganizationChart"/>
    <dgm:cxn modelId="{E82059C4-2D23-4B7D-B1A6-48C9187CD97C}" srcId="{8EA7219F-BDB2-48EB-9EEB-3133522D132E}" destId="{0A0E61DB-8A10-4B79-92D2-5500D5AEF449}" srcOrd="0" destOrd="0" parTransId="{1441988F-AAA1-489E-9170-F8F553C17D69}" sibTransId="{E2296C67-3533-41D6-AE9D-C2B4E4E8558A}"/>
    <dgm:cxn modelId="{C090E0C7-A6D4-4BA1-9B03-2EFDAD8A5566}" srcId="{B9C32B05-62EA-407A-B21C-2310C7945705}" destId="{4BA18BE3-76AF-4784-B88C-E6CBCD2F071D}" srcOrd="1" destOrd="0" parTransId="{F311B72A-4693-439B-B5FA-1DF24549868D}" sibTransId="{69F24039-803C-4756-A1B8-FBF2156E9D4C}"/>
    <dgm:cxn modelId="{E73616CF-EAF8-41D6-A916-C1B748C9599B}" type="presOf" srcId="{BCC541E2-3A60-4FA0-82BC-A407780EE7DB}" destId="{593AC7DF-35DC-44FD-9B0D-75D22AE60EAA}" srcOrd="0" destOrd="0" presId="urn:microsoft.com/office/officeart/2008/layout/HalfCircleOrganizationChart"/>
    <dgm:cxn modelId="{42B78AD0-1C84-4FD5-9C81-319526E53EFB}" type="presOf" srcId="{05FECB41-6D4B-45D2-8EBA-87192101F0F0}" destId="{47D95EBE-A947-40DC-924D-41D0C7A1C557}" srcOrd="0" destOrd="0" presId="urn:microsoft.com/office/officeart/2008/layout/HalfCircleOrganizationChart"/>
    <dgm:cxn modelId="{256C6CD2-65FD-4572-BD4E-97E8EF5C14D2}" srcId="{8974B798-5918-482F-B5A9-E46BE542E933}" destId="{BD9D4297-6FB3-4567-94EF-0C16B90CF6EE}" srcOrd="0" destOrd="0" parTransId="{9781E5FE-8933-414F-9B91-853E486F6EB8}" sibTransId="{88E4D77E-C0B0-43A7-9C74-04F9B276C715}"/>
    <dgm:cxn modelId="{24F8CBE2-5003-4E69-A772-6B98F2B05181}" srcId="{42D71409-67F9-455C-8C6D-716D284AAA6B}" destId="{3AF880A5-0F00-4315-A5DF-1FE656798601}" srcOrd="1" destOrd="0" parTransId="{A13BB1F9-5857-4B43-8BF5-6589AA2CB759}" sibTransId="{C198C41D-2640-4669-83ED-E0CD35701C8E}"/>
    <dgm:cxn modelId="{6F3D1AE8-CFB6-4B7D-AEC2-50286838EC66}" srcId="{4BA18BE3-76AF-4784-B88C-E6CBCD2F071D}" destId="{20756689-7025-4249-855C-E1B9E406D071}" srcOrd="0" destOrd="0" parTransId="{35317DED-DAB5-4D19-A43C-B397362CAEDA}" sibTransId="{3989E804-22C8-41DA-9860-B05F5E23DB7D}"/>
    <dgm:cxn modelId="{85823BE9-B333-4475-9464-08609814A69A}" type="presOf" srcId="{9781E5FE-8933-414F-9B91-853E486F6EB8}" destId="{E1FB52A4-D57C-4E32-80DD-DF8AA3B8853A}" srcOrd="0" destOrd="0" presId="urn:microsoft.com/office/officeart/2008/layout/HalfCircleOrganizationChart"/>
    <dgm:cxn modelId="{134424EC-44C8-47F2-AF26-A66434DDA2F5}" type="presOf" srcId="{B1AA76E5-3332-4580-BF94-116481F2168D}" destId="{7D85E9A2-9DAF-47C5-8454-DD972F7475D3}" srcOrd="1" destOrd="0" presId="urn:microsoft.com/office/officeart/2008/layout/HalfCircleOrganizationChart"/>
    <dgm:cxn modelId="{C417B3EC-12F6-4A66-B873-988F7AC1E46E}" type="presOf" srcId="{8974B798-5918-482F-B5A9-E46BE542E933}" destId="{E411E781-969A-445C-9341-BF9E1DC6F561}" srcOrd="0" destOrd="0" presId="urn:microsoft.com/office/officeart/2008/layout/HalfCircleOrganizationChart"/>
    <dgm:cxn modelId="{58AD7EEF-D408-406B-87EE-4691D4C30668}" srcId="{42D71409-67F9-455C-8C6D-716D284AAA6B}" destId="{8EA7219F-BDB2-48EB-9EEB-3133522D132E}" srcOrd="0" destOrd="0" parTransId="{3EE8403A-CB7C-4815-85BD-AEBCAEB71B37}" sibTransId="{C94B7947-85DC-4B21-BB99-DF8438356F98}"/>
    <dgm:cxn modelId="{B68E3CF1-B4A2-46E6-A3C0-64B2EBA69FAE}" type="presOf" srcId="{AA5859CE-1935-428E-8F3A-D00391A9A382}" destId="{13D6397F-F01E-4080-8F02-4FA1AE79B8AD}" srcOrd="0" destOrd="0" presId="urn:microsoft.com/office/officeart/2008/layout/HalfCircleOrganizationChart"/>
    <dgm:cxn modelId="{FAD364F7-AB29-40E0-9223-3B2D29115FD7}" type="presOf" srcId="{42D71409-67F9-455C-8C6D-716D284AAA6B}" destId="{6553927C-0E8B-403A-819D-3F23910F79DB}" srcOrd="0" destOrd="0" presId="urn:microsoft.com/office/officeart/2008/layout/HalfCircleOrganizationChart"/>
    <dgm:cxn modelId="{5E390AF9-9904-4080-A33A-4EF719B97F31}" type="presOf" srcId="{BD9D4297-6FB3-4567-94EF-0C16B90CF6EE}" destId="{7F876A1E-1752-4FA5-8935-8DC459545116}" srcOrd="0" destOrd="0" presId="urn:microsoft.com/office/officeart/2008/layout/HalfCircleOrganizationChart"/>
    <dgm:cxn modelId="{E4EAABFB-5942-4AE5-937B-8B4045CE9093}" type="presOf" srcId="{30FD7007-7389-4858-A1FF-1FE9AB289447}" destId="{C184E29A-A958-48CB-983B-988CDCF661FA}" srcOrd="0" destOrd="0" presId="urn:microsoft.com/office/officeart/2008/layout/HalfCircleOrganizationChart"/>
    <dgm:cxn modelId="{F6F31849-83C8-4FEA-B6E9-0256CADFCE94}" type="presParOf" srcId="{DBC1869A-67DA-4768-A78C-5EC0667A58D4}" destId="{D94A1191-F4D3-4A09-9237-35DCB908209B}" srcOrd="0" destOrd="0" presId="urn:microsoft.com/office/officeart/2008/layout/HalfCircleOrganizationChart"/>
    <dgm:cxn modelId="{A41AC0AF-CB6A-461F-8C1E-BC55547C0945}" type="presParOf" srcId="{D94A1191-F4D3-4A09-9237-35DCB908209B}" destId="{63DDD45A-BC3C-4D04-A384-B0C13804B8EB}" srcOrd="0" destOrd="0" presId="urn:microsoft.com/office/officeart/2008/layout/HalfCircleOrganizationChart"/>
    <dgm:cxn modelId="{62F62F95-F062-4F24-A0E6-43F293408390}" type="presParOf" srcId="{63DDD45A-BC3C-4D04-A384-B0C13804B8EB}" destId="{6553927C-0E8B-403A-819D-3F23910F79DB}" srcOrd="0" destOrd="0" presId="urn:microsoft.com/office/officeart/2008/layout/HalfCircleOrganizationChart"/>
    <dgm:cxn modelId="{B83A585B-2D94-4A93-A426-516C3A3165EA}" type="presParOf" srcId="{63DDD45A-BC3C-4D04-A384-B0C13804B8EB}" destId="{F7CF6953-EC0C-4576-8AAA-F4066517DE42}" srcOrd="1" destOrd="0" presId="urn:microsoft.com/office/officeart/2008/layout/HalfCircleOrganizationChart"/>
    <dgm:cxn modelId="{EED3C1B9-3B78-4A74-9A0B-01710099C2BF}" type="presParOf" srcId="{63DDD45A-BC3C-4D04-A384-B0C13804B8EB}" destId="{334C0262-42ED-4A3E-989D-F9825F3324E1}" srcOrd="2" destOrd="0" presId="urn:microsoft.com/office/officeart/2008/layout/HalfCircleOrganizationChart"/>
    <dgm:cxn modelId="{02F25D12-FD85-4FC5-B585-D601E192C29D}" type="presParOf" srcId="{63DDD45A-BC3C-4D04-A384-B0C13804B8EB}" destId="{F1A9A195-DE8B-461D-830E-4A3DDBD63D33}" srcOrd="3" destOrd="0" presId="urn:microsoft.com/office/officeart/2008/layout/HalfCircleOrganizationChart"/>
    <dgm:cxn modelId="{0F73CEB9-7D23-4F7E-9D5F-98344F81A659}" type="presParOf" srcId="{D94A1191-F4D3-4A09-9237-35DCB908209B}" destId="{E13F006F-8A51-4971-B450-FA28A5159CAA}" srcOrd="1" destOrd="0" presId="urn:microsoft.com/office/officeart/2008/layout/HalfCircleOrganizationChart"/>
    <dgm:cxn modelId="{607F5FDA-9CFC-4176-8E2B-D9D78528F9A4}" type="presParOf" srcId="{E13F006F-8A51-4971-B450-FA28A5159CAA}" destId="{AF6514E9-5121-4458-9779-0B28BB1766E6}" srcOrd="0" destOrd="0" presId="urn:microsoft.com/office/officeart/2008/layout/HalfCircleOrganizationChart"/>
    <dgm:cxn modelId="{F34519AA-EBFA-4172-BA61-9D64509609C0}" type="presParOf" srcId="{E13F006F-8A51-4971-B450-FA28A5159CAA}" destId="{D72CEF1E-1D77-4FFD-B9D9-682922BD057C}" srcOrd="1" destOrd="0" presId="urn:microsoft.com/office/officeart/2008/layout/HalfCircleOrganizationChart"/>
    <dgm:cxn modelId="{A75FFBCC-972A-4BC1-8CBA-769C76E2EE6E}" type="presParOf" srcId="{D72CEF1E-1D77-4FFD-B9D9-682922BD057C}" destId="{B7BFD7D2-8E55-40F1-B1E9-9CFC20E798C7}" srcOrd="0" destOrd="0" presId="urn:microsoft.com/office/officeart/2008/layout/HalfCircleOrganizationChart"/>
    <dgm:cxn modelId="{98C756BA-8F82-494E-8B75-E4D3FCAB51CD}" type="presParOf" srcId="{B7BFD7D2-8E55-40F1-B1E9-9CFC20E798C7}" destId="{93ED50F5-42FA-4B1A-837C-EEEFAB968C38}" srcOrd="0" destOrd="0" presId="urn:microsoft.com/office/officeart/2008/layout/HalfCircleOrganizationChart"/>
    <dgm:cxn modelId="{B37510CA-4242-4C9E-843E-80EDC4ECBB3D}" type="presParOf" srcId="{B7BFD7D2-8E55-40F1-B1E9-9CFC20E798C7}" destId="{E577FD87-EE1E-43D3-BCFB-846B92FB2461}" srcOrd="1" destOrd="0" presId="urn:microsoft.com/office/officeart/2008/layout/HalfCircleOrganizationChart"/>
    <dgm:cxn modelId="{AE406F4E-5CBA-48B5-BFBB-122592915FB0}" type="presParOf" srcId="{B7BFD7D2-8E55-40F1-B1E9-9CFC20E798C7}" destId="{029A6B09-A69E-42B5-BE86-EC6CB8E62677}" srcOrd="2" destOrd="0" presId="urn:microsoft.com/office/officeart/2008/layout/HalfCircleOrganizationChart"/>
    <dgm:cxn modelId="{4155B684-DDEE-4488-81B5-2130956C2E5D}" type="presParOf" srcId="{B7BFD7D2-8E55-40F1-B1E9-9CFC20E798C7}" destId="{1A5FBEE2-B1ED-484F-B98E-9F25034B5EA2}" srcOrd="3" destOrd="0" presId="urn:microsoft.com/office/officeart/2008/layout/HalfCircleOrganizationChart"/>
    <dgm:cxn modelId="{82123B9F-0A5E-4929-A3E8-7701AFFC4A02}" type="presParOf" srcId="{D72CEF1E-1D77-4FFD-B9D9-682922BD057C}" destId="{B387B762-D869-4B44-B6F6-189E291A7890}" srcOrd="1" destOrd="0" presId="urn:microsoft.com/office/officeart/2008/layout/HalfCircleOrganizationChart"/>
    <dgm:cxn modelId="{C974DB82-FBBF-448A-AEE0-1C21D7D4A33B}" type="presParOf" srcId="{B387B762-D869-4B44-B6F6-189E291A7890}" destId="{3C99F403-17E2-4C84-804D-04ACDAF50E99}" srcOrd="0" destOrd="0" presId="urn:microsoft.com/office/officeart/2008/layout/HalfCircleOrganizationChart"/>
    <dgm:cxn modelId="{FA35731A-C5CD-45FF-8CF9-D3B115237684}" type="presParOf" srcId="{B387B762-D869-4B44-B6F6-189E291A7890}" destId="{C00A7832-CF9D-419E-8CB7-43C6CB1E7A9F}" srcOrd="1" destOrd="0" presId="urn:microsoft.com/office/officeart/2008/layout/HalfCircleOrganizationChart"/>
    <dgm:cxn modelId="{CB5E23BD-7ACF-432B-90CA-8AE66BA5E493}" type="presParOf" srcId="{C00A7832-CF9D-419E-8CB7-43C6CB1E7A9F}" destId="{8C8D137D-5372-40BB-B38A-4330E003DD2A}" srcOrd="0" destOrd="0" presId="urn:microsoft.com/office/officeart/2008/layout/HalfCircleOrganizationChart"/>
    <dgm:cxn modelId="{15C35D87-F6C1-4DCA-B50B-BD144F8770DE}" type="presParOf" srcId="{8C8D137D-5372-40BB-B38A-4330E003DD2A}" destId="{21647400-083A-4AD7-B016-2315BD17D852}" srcOrd="0" destOrd="0" presId="urn:microsoft.com/office/officeart/2008/layout/HalfCircleOrganizationChart"/>
    <dgm:cxn modelId="{E30EDB64-A5F5-4F5E-B89F-20957AB3CE56}" type="presParOf" srcId="{8C8D137D-5372-40BB-B38A-4330E003DD2A}" destId="{E98D49F0-20F3-4575-B8A8-6A458A64A8A9}" srcOrd="1" destOrd="0" presId="urn:microsoft.com/office/officeart/2008/layout/HalfCircleOrganizationChart"/>
    <dgm:cxn modelId="{DC490CFE-1EBC-468D-9E21-423F187C21DE}" type="presParOf" srcId="{8C8D137D-5372-40BB-B38A-4330E003DD2A}" destId="{86457A10-313E-4AA4-83C6-752F1ABC2260}" srcOrd="2" destOrd="0" presId="urn:microsoft.com/office/officeart/2008/layout/HalfCircleOrganizationChart"/>
    <dgm:cxn modelId="{06609E77-A074-483B-8DF0-26B373B6C13E}" type="presParOf" srcId="{8C8D137D-5372-40BB-B38A-4330E003DD2A}" destId="{6B4768CD-9672-4A12-AF0D-8F3FCB7E48DE}" srcOrd="3" destOrd="0" presId="urn:microsoft.com/office/officeart/2008/layout/HalfCircleOrganizationChart"/>
    <dgm:cxn modelId="{72733F51-5A00-44B8-87A0-343E4FEF8559}" type="presParOf" srcId="{C00A7832-CF9D-419E-8CB7-43C6CB1E7A9F}" destId="{EA1A1047-5943-4281-9A95-6D12AA398F60}" srcOrd="1" destOrd="0" presId="urn:microsoft.com/office/officeart/2008/layout/HalfCircleOrganizationChart"/>
    <dgm:cxn modelId="{36144029-26AE-4B06-8429-B962481DFA83}" type="presParOf" srcId="{EA1A1047-5943-4281-9A95-6D12AA398F60}" destId="{6F05ECBB-16FF-4F4C-9624-D2D5C7587810}" srcOrd="0" destOrd="0" presId="urn:microsoft.com/office/officeart/2008/layout/HalfCircleOrganizationChart"/>
    <dgm:cxn modelId="{DFD85CF6-B6DF-4A9B-B35D-DE5BA0AB9AF9}" type="presParOf" srcId="{EA1A1047-5943-4281-9A95-6D12AA398F60}" destId="{26FB7DC9-BB36-43A1-93B6-7E6A714187FB}" srcOrd="1" destOrd="0" presId="urn:microsoft.com/office/officeart/2008/layout/HalfCircleOrganizationChart"/>
    <dgm:cxn modelId="{30367FF5-567D-4F11-9EF9-E72A3F075233}" type="presParOf" srcId="{26FB7DC9-BB36-43A1-93B6-7E6A714187FB}" destId="{305B13BD-EFDF-4F5B-B23F-84035802A48A}" srcOrd="0" destOrd="0" presId="urn:microsoft.com/office/officeart/2008/layout/HalfCircleOrganizationChart"/>
    <dgm:cxn modelId="{8D33F21A-892F-4AAB-B9AF-26325E0AD277}" type="presParOf" srcId="{305B13BD-EFDF-4F5B-B23F-84035802A48A}" destId="{5AF47A1A-BA1A-4A39-B942-67A5C3EF3813}" srcOrd="0" destOrd="0" presId="urn:microsoft.com/office/officeart/2008/layout/HalfCircleOrganizationChart"/>
    <dgm:cxn modelId="{6CD43E81-4D17-4731-998A-3D883032673A}" type="presParOf" srcId="{305B13BD-EFDF-4F5B-B23F-84035802A48A}" destId="{D136C161-FBE4-4B65-BEFF-6C8ACC3F37AC}" srcOrd="1" destOrd="0" presId="urn:microsoft.com/office/officeart/2008/layout/HalfCircleOrganizationChart"/>
    <dgm:cxn modelId="{8D99BE1A-4E62-408B-A620-2266BB1DA38C}" type="presParOf" srcId="{305B13BD-EFDF-4F5B-B23F-84035802A48A}" destId="{81BE5926-7C29-4787-987A-E241D23BFC2A}" srcOrd="2" destOrd="0" presId="urn:microsoft.com/office/officeart/2008/layout/HalfCircleOrganizationChart"/>
    <dgm:cxn modelId="{3C4A4E60-DA1D-4CAB-B979-98413FF30D46}" type="presParOf" srcId="{305B13BD-EFDF-4F5B-B23F-84035802A48A}" destId="{F0306A38-D29D-479F-AFDC-2BFE84746634}" srcOrd="3" destOrd="0" presId="urn:microsoft.com/office/officeart/2008/layout/HalfCircleOrganizationChart"/>
    <dgm:cxn modelId="{359A1140-D4BC-4249-82C7-8FE4BCD9A34A}" type="presParOf" srcId="{26FB7DC9-BB36-43A1-93B6-7E6A714187FB}" destId="{75928337-9653-4EA6-9A1E-46E1A5CC02AD}" srcOrd="1" destOrd="0" presId="urn:microsoft.com/office/officeart/2008/layout/HalfCircleOrganizationChart"/>
    <dgm:cxn modelId="{0DB425BC-15FE-43DB-9CE3-6F4478209197}" type="presParOf" srcId="{26FB7DC9-BB36-43A1-93B6-7E6A714187FB}" destId="{2CCC6010-B170-4955-B631-E136A5D7AA4E}" srcOrd="2" destOrd="0" presId="urn:microsoft.com/office/officeart/2008/layout/HalfCircleOrganizationChart"/>
    <dgm:cxn modelId="{77E6E271-DB42-4351-8BFC-043DAA581DDC}" type="presParOf" srcId="{EA1A1047-5943-4281-9A95-6D12AA398F60}" destId="{A23C6705-AB48-42F2-8D24-1206097B618E}" srcOrd="2" destOrd="0" presId="urn:microsoft.com/office/officeart/2008/layout/HalfCircleOrganizationChart"/>
    <dgm:cxn modelId="{9796A4A2-5F8D-4359-A563-2BEEFD0E0B63}" type="presParOf" srcId="{EA1A1047-5943-4281-9A95-6D12AA398F60}" destId="{86603D72-197A-446F-AE12-2F06AE7210A9}" srcOrd="3" destOrd="0" presId="urn:microsoft.com/office/officeart/2008/layout/HalfCircleOrganizationChart"/>
    <dgm:cxn modelId="{2F66B50B-6BFE-4806-8251-70BE4100F2EC}" type="presParOf" srcId="{86603D72-197A-446F-AE12-2F06AE7210A9}" destId="{B5F7D692-037E-4331-97A7-E7C4E20F4154}" srcOrd="0" destOrd="0" presId="urn:microsoft.com/office/officeart/2008/layout/HalfCircleOrganizationChart"/>
    <dgm:cxn modelId="{D7397D64-A0C2-4122-A102-8036C33A8C79}" type="presParOf" srcId="{B5F7D692-037E-4331-97A7-E7C4E20F4154}" destId="{C30F6706-1979-4586-83CE-BD0BD11DA154}" srcOrd="0" destOrd="0" presId="urn:microsoft.com/office/officeart/2008/layout/HalfCircleOrganizationChart"/>
    <dgm:cxn modelId="{302D5248-4AED-4160-AC0D-9B51677DD057}" type="presParOf" srcId="{B5F7D692-037E-4331-97A7-E7C4E20F4154}" destId="{5231E1C1-7AB0-4491-A8D5-5E993346EAC0}" srcOrd="1" destOrd="0" presId="urn:microsoft.com/office/officeart/2008/layout/HalfCircleOrganizationChart"/>
    <dgm:cxn modelId="{FE68BEF8-FDA7-40EB-AE15-C5C36D5D9565}" type="presParOf" srcId="{B5F7D692-037E-4331-97A7-E7C4E20F4154}" destId="{AE8EF481-66A7-4A32-9B08-7254DACA4728}" srcOrd="2" destOrd="0" presId="urn:microsoft.com/office/officeart/2008/layout/HalfCircleOrganizationChart"/>
    <dgm:cxn modelId="{F901BE71-0BEB-43EB-B760-F788767CD76D}" type="presParOf" srcId="{B5F7D692-037E-4331-97A7-E7C4E20F4154}" destId="{841B6C5A-380D-4CE6-B984-95E6E4D188BA}" srcOrd="3" destOrd="0" presId="urn:microsoft.com/office/officeart/2008/layout/HalfCircleOrganizationChart"/>
    <dgm:cxn modelId="{68292C4E-48D3-41CB-A01F-61F6E791A2F9}" type="presParOf" srcId="{86603D72-197A-446F-AE12-2F06AE7210A9}" destId="{FC9AA8FE-5AAB-41A3-87A4-08A84FAA3CBD}" srcOrd="1" destOrd="0" presId="urn:microsoft.com/office/officeart/2008/layout/HalfCircleOrganizationChart"/>
    <dgm:cxn modelId="{70E9EBD0-CF56-4C94-AC55-288181A20AF6}" type="presParOf" srcId="{86603D72-197A-446F-AE12-2F06AE7210A9}" destId="{139576C8-6638-412D-8B18-F9A81783461D}" srcOrd="2" destOrd="0" presId="urn:microsoft.com/office/officeart/2008/layout/HalfCircleOrganizationChart"/>
    <dgm:cxn modelId="{BC7B07A4-66D3-4AD7-AE24-346BC4D63EC5}" type="presParOf" srcId="{C00A7832-CF9D-419E-8CB7-43C6CB1E7A9F}" destId="{26F4FCF2-CE8E-4FB3-A4E4-17FC09CC46DE}" srcOrd="2" destOrd="0" presId="urn:microsoft.com/office/officeart/2008/layout/HalfCircleOrganizationChart"/>
    <dgm:cxn modelId="{26F62CDA-2701-44D0-A97A-81CB5ECEDFF9}" type="presParOf" srcId="{B387B762-D869-4B44-B6F6-189E291A7890}" destId="{13D6397F-F01E-4080-8F02-4FA1AE79B8AD}" srcOrd="2" destOrd="0" presId="urn:microsoft.com/office/officeart/2008/layout/HalfCircleOrganizationChart"/>
    <dgm:cxn modelId="{B6EE146C-6F4A-42B7-BBB9-B7D1F6A734FD}" type="presParOf" srcId="{B387B762-D869-4B44-B6F6-189E291A7890}" destId="{B6399BEA-1F61-43B7-87B9-84A68F80CCBA}" srcOrd="3" destOrd="0" presId="urn:microsoft.com/office/officeart/2008/layout/HalfCircleOrganizationChart"/>
    <dgm:cxn modelId="{3931177F-5751-418A-8E9D-592FAF093852}" type="presParOf" srcId="{B6399BEA-1F61-43B7-87B9-84A68F80CCBA}" destId="{62CC96FA-2FC3-4A3E-96EC-E0D62CF790C5}" srcOrd="0" destOrd="0" presId="urn:microsoft.com/office/officeart/2008/layout/HalfCircleOrganizationChart"/>
    <dgm:cxn modelId="{3107E6BF-C751-4282-BBF5-064755456580}" type="presParOf" srcId="{62CC96FA-2FC3-4A3E-96EC-E0D62CF790C5}" destId="{47D95EBE-A947-40DC-924D-41D0C7A1C557}" srcOrd="0" destOrd="0" presId="urn:microsoft.com/office/officeart/2008/layout/HalfCircleOrganizationChart"/>
    <dgm:cxn modelId="{BC764654-2810-4550-A9DF-7755E279B3BE}" type="presParOf" srcId="{62CC96FA-2FC3-4A3E-96EC-E0D62CF790C5}" destId="{D7EBBBA7-E52F-4819-A5F3-B85B9B57D6F7}" srcOrd="1" destOrd="0" presId="urn:microsoft.com/office/officeart/2008/layout/HalfCircleOrganizationChart"/>
    <dgm:cxn modelId="{877AC7A4-FC97-445C-A1A9-362DE3E5195A}" type="presParOf" srcId="{62CC96FA-2FC3-4A3E-96EC-E0D62CF790C5}" destId="{8339729A-325A-4234-9A5C-46445FD78653}" srcOrd="2" destOrd="0" presId="urn:microsoft.com/office/officeart/2008/layout/HalfCircleOrganizationChart"/>
    <dgm:cxn modelId="{EE68B02C-E648-4236-8B29-DDE67BC592AB}" type="presParOf" srcId="{62CC96FA-2FC3-4A3E-96EC-E0D62CF790C5}" destId="{89AE329E-C418-4210-BA35-7B9794C9E145}" srcOrd="3" destOrd="0" presId="urn:microsoft.com/office/officeart/2008/layout/HalfCircleOrganizationChart"/>
    <dgm:cxn modelId="{0FC97FE6-D033-4CC7-803B-D38B3DE2E4C1}" type="presParOf" srcId="{B6399BEA-1F61-43B7-87B9-84A68F80CCBA}" destId="{FA6C372E-ECB9-43F3-83C2-90231A674893}" srcOrd="1" destOrd="0" presId="urn:microsoft.com/office/officeart/2008/layout/HalfCircleOrganizationChart"/>
    <dgm:cxn modelId="{76497341-1EBF-4D8D-B92B-3713F92B3ACF}" type="presParOf" srcId="{B6399BEA-1F61-43B7-87B9-84A68F80CCBA}" destId="{890503BB-BB2D-46FF-8E57-4726CE3009CC}" srcOrd="2" destOrd="0" presId="urn:microsoft.com/office/officeart/2008/layout/HalfCircleOrganizationChart"/>
    <dgm:cxn modelId="{6263EBC4-21B7-4219-8DAA-40BD8DB148DA}" type="presParOf" srcId="{D72CEF1E-1D77-4FFD-B9D9-682922BD057C}" destId="{B52DDC0F-B5C0-413E-81C0-5DE6CC298A8B}" srcOrd="2" destOrd="0" presId="urn:microsoft.com/office/officeart/2008/layout/HalfCircleOrganizationChart"/>
    <dgm:cxn modelId="{9365B085-A01B-4945-A5EC-EC3C7B82FEC1}" type="presParOf" srcId="{E13F006F-8A51-4971-B450-FA28A5159CAA}" destId="{35F2D3F6-B14B-4698-9A0A-20ACD9074997}" srcOrd="2" destOrd="0" presId="urn:microsoft.com/office/officeart/2008/layout/HalfCircleOrganizationChart"/>
    <dgm:cxn modelId="{CB7C0118-18D7-48A2-A81A-0EF7BBCC995C}" type="presParOf" srcId="{E13F006F-8A51-4971-B450-FA28A5159CAA}" destId="{32F92972-512F-4767-833B-0A3B93EBB138}" srcOrd="3" destOrd="0" presId="urn:microsoft.com/office/officeart/2008/layout/HalfCircleOrganizationChart"/>
    <dgm:cxn modelId="{D9FC9539-07C7-43D1-9619-2F49E23BC118}" type="presParOf" srcId="{32F92972-512F-4767-833B-0A3B93EBB138}" destId="{A5DC8656-8480-4ACE-B215-C59A2DFF74EF}" srcOrd="0" destOrd="0" presId="urn:microsoft.com/office/officeart/2008/layout/HalfCircleOrganizationChart"/>
    <dgm:cxn modelId="{D2CEBC3B-6826-475A-B543-D3DA5930675E}" type="presParOf" srcId="{A5DC8656-8480-4ACE-B215-C59A2DFF74EF}" destId="{DCF54177-0496-4C61-AE76-736EAFC67602}" srcOrd="0" destOrd="0" presId="urn:microsoft.com/office/officeart/2008/layout/HalfCircleOrganizationChart"/>
    <dgm:cxn modelId="{B9700DA8-1D9A-4A7C-BB70-D5CB61F735DB}" type="presParOf" srcId="{A5DC8656-8480-4ACE-B215-C59A2DFF74EF}" destId="{77C0EAD3-C5BE-4632-9FAF-47E8A2AD54F8}" srcOrd="1" destOrd="0" presId="urn:microsoft.com/office/officeart/2008/layout/HalfCircleOrganizationChart"/>
    <dgm:cxn modelId="{500E9E0A-7429-462B-815A-573B078C52D9}" type="presParOf" srcId="{A5DC8656-8480-4ACE-B215-C59A2DFF74EF}" destId="{A6A27599-B122-43D1-A7E6-3F30BC8E430F}" srcOrd="2" destOrd="0" presId="urn:microsoft.com/office/officeart/2008/layout/HalfCircleOrganizationChart"/>
    <dgm:cxn modelId="{68DC7EC2-5956-48A4-837A-48CBFE86E3B4}" type="presParOf" srcId="{A5DC8656-8480-4ACE-B215-C59A2DFF74EF}" destId="{481007FF-37C9-4E64-BC77-FA8597CE09FB}" srcOrd="3" destOrd="0" presId="urn:microsoft.com/office/officeart/2008/layout/HalfCircleOrganizationChart"/>
    <dgm:cxn modelId="{3204025B-8AEC-4403-AAA2-A29E72626F69}" type="presParOf" srcId="{32F92972-512F-4767-833B-0A3B93EBB138}" destId="{D4C4BF78-523D-4BEF-B9F5-43A2B94D94AF}" srcOrd="1" destOrd="0" presId="urn:microsoft.com/office/officeart/2008/layout/HalfCircleOrganizationChart"/>
    <dgm:cxn modelId="{165A64E3-1725-4761-B60E-D0804B2CE831}" type="presParOf" srcId="{32F92972-512F-4767-833B-0A3B93EBB138}" destId="{372D50C9-0628-4B78-9927-CE576D769F58}" srcOrd="2" destOrd="0" presId="urn:microsoft.com/office/officeart/2008/layout/HalfCircleOrganizationChart"/>
    <dgm:cxn modelId="{30B9122E-9AAE-4E21-953D-AE74138EA293}" type="presParOf" srcId="{E13F006F-8A51-4971-B450-FA28A5159CAA}" destId="{593AC7DF-35DC-44FD-9B0D-75D22AE60EAA}" srcOrd="4" destOrd="0" presId="urn:microsoft.com/office/officeart/2008/layout/HalfCircleOrganizationChart"/>
    <dgm:cxn modelId="{F6CF76F8-010F-4FDF-B185-5977404198C1}" type="presParOf" srcId="{E13F006F-8A51-4971-B450-FA28A5159CAA}" destId="{AC964FE4-C8A6-4BB2-956D-A6ACC84BF975}" srcOrd="5" destOrd="0" presId="urn:microsoft.com/office/officeart/2008/layout/HalfCircleOrganizationChart"/>
    <dgm:cxn modelId="{943D62AD-FA68-448E-8EAD-7AB1448779D6}" type="presParOf" srcId="{AC964FE4-C8A6-4BB2-956D-A6ACC84BF975}" destId="{FD1BB8A9-259D-4E89-B64C-14324DA8EB5B}" srcOrd="0" destOrd="0" presId="urn:microsoft.com/office/officeart/2008/layout/HalfCircleOrganizationChart"/>
    <dgm:cxn modelId="{469CB7EE-58A1-4C41-9037-DF8D48A29B6F}" type="presParOf" srcId="{FD1BB8A9-259D-4E89-B64C-14324DA8EB5B}" destId="{ABF41782-E3FA-480D-825C-6EE7082578E6}" srcOrd="0" destOrd="0" presId="urn:microsoft.com/office/officeart/2008/layout/HalfCircleOrganizationChart"/>
    <dgm:cxn modelId="{52A342F7-1A21-4FCA-9398-AAC423C073EB}" type="presParOf" srcId="{FD1BB8A9-259D-4E89-B64C-14324DA8EB5B}" destId="{E206E97F-73C1-451C-9021-BB8CE053BB35}" srcOrd="1" destOrd="0" presId="urn:microsoft.com/office/officeart/2008/layout/HalfCircleOrganizationChart"/>
    <dgm:cxn modelId="{17D6950A-6CF3-4B90-B228-740646DD593F}" type="presParOf" srcId="{FD1BB8A9-259D-4E89-B64C-14324DA8EB5B}" destId="{EC485487-19D8-4F08-93CE-B5F37E4620D5}" srcOrd="2" destOrd="0" presId="urn:microsoft.com/office/officeart/2008/layout/HalfCircleOrganizationChart"/>
    <dgm:cxn modelId="{E03E543B-6E08-41E7-8053-747199CB1C9E}" type="presParOf" srcId="{FD1BB8A9-259D-4E89-B64C-14324DA8EB5B}" destId="{7FE0708E-3E93-4487-9E48-C5096F3FA96B}" srcOrd="3" destOrd="0" presId="urn:microsoft.com/office/officeart/2008/layout/HalfCircleOrganizationChart"/>
    <dgm:cxn modelId="{5E746F24-C018-4B76-AC53-A0BFB3BF95E2}" type="presParOf" srcId="{AC964FE4-C8A6-4BB2-956D-A6ACC84BF975}" destId="{2D9FC703-A8CF-40C9-86DC-454F875FC65C}" srcOrd="1" destOrd="0" presId="urn:microsoft.com/office/officeart/2008/layout/HalfCircleOrganizationChart"/>
    <dgm:cxn modelId="{BEF8537B-A54A-426B-ADC0-188BD9DDE623}" type="presParOf" srcId="{AC964FE4-C8A6-4BB2-956D-A6ACC84BF975}" destId="{BCF7BE83-5070-4F7F-A84E-B0DBABE48F3F}" srcOrd="2" destOrd="0" presId="urn:microsoft.com/office/officeart/2008/layout/HalfCircleOrganizationChart"/>
    <dgm:cxn modelId="{D4854607-D07D-4590-A697-072BFDCC3B50}" type="presParOf" srcId="{D94A1191-F4D3-4A09-9237-35DCB908209B}" destId="{5EFA1D6F-0FA2-4C36-8811-48A6A133B36B}" srcOrd="2" destOrd="0" presId="urn:microsoft.com/office/officeart/2008/layout/HalfCircleOrganizationChart"/>
    <dgm:cxn modelId="{FDE9BA1B-7419-4DF6-AC9C-64180599AA74}" type="presParOf" srcId="{DBC1869A-67DA-4768-A78C-5EC0667A58D4}" destId="{B045F7C6-3C3B-4245-95A2-89B6F27E774A}" srcOrd="1" destOrd="0" presId="urn:microsoft.com/office/officeart/2008/layout/HalfCircleOrganizationChart"/>
    <dgm:cxn modelId="{8A40FE8B-156C-4A33-BBF2-5A0E46A8BD1B}" type="presParOf" srcId="{B045F7C6-3C3B-4245-95A2-89B6F27E774A}" destId="{45A64D75-F30A-4175-A910-78F744F8460E}" srcOrd="0" destOrd="0" presId="urn:microsoft.com/office/officeart/2008/layout/HalfCircleOrganizationChart"/>
    <dgm:cxn modelId="{0E04A5B8-DCF9-4CEE-B0C1-B922B856DF7C}" type="presParOf" srcId="{45A64D75-F30A-4175-A910-78F744F8460E}" destId="{FFC3DFAA-8413-4DFF-87A6-1BDE0613D54D}" srcOrd="0" destOrd="0" presId="urn:microsoft.com/office/officeart/2008/layout/HalfCircleOrganizationChart"/>
    <dgm:cxn modelId="{46182071-6F56-4989-8A4B-73FD2C5307CD}" type="presParOf" srcId="{45A64D75-F30A-4175-A910-78F744F8460E}" destId="{B1CC8861-A38E-47A5-9621-D1ECC2850DEA}" srcOrd="1" destOrd="0" presId="urn:microsoft.com/office/officeart/2008/layout/HalfCircleOrganizationChart"/>
    <dgm:cxn modelId="{B76F24B9-CE36-4F44-A319-C6C391E53B06}" type="presParOf" srcId="{45A64D75-F30A-4175-A910-78F744F8460E}" destId="{DD4EDBAD-B27E-486C-BAAF-B03A4A2B2AFD}" srcOrd="2" destOrd="0" presId="urn:microsoft.com/office/officeart/2008/layout/HalfCircleOrganizationChart"/>
    <dgm:cxn modelId="{ABCEB4A7-84BE-4326-8E1D-792EB773793F}" type="presParOf" srcId="{45A64D75-F30A-4175-A910-78F744F8460E}" destId="{88E71065-58A2-422B-931E-920A7E34D1E9}" srcOrd="3" destOrd="0" presId="urn:microsoft.com/office/officeart/2008/layout/HalfCircleOrganizationChart"/>
    <dgm:cxn modelId="{5F6330BF-21CC-46B3-8883-93300767D8E4}" type="presParOf" srcId="{B045F7C6-3C3B-4245-95A2-89B6F27E774A}" destId="{1F7ED0A3-CCA3-40C9-A5C4-D23805E46F9A}" srcOrd="1" destOrd="0" presId="urn:microsoft.com/office/officeart/2008/layout/HalfCircleOrganizationChart"/>
    <dgm:cxn modelId="{58DEA7AD-4E3E-4E7E-A2A3-5015C5A4FFA9}" type="presParOf" srcId="{1F7ED0A3-CCA3-40C9-A5C4-D23805E46F9A}" destId="{781E3EFB-CBAD-4EED-9421-6A6457DD2686}" srcOrd="0" destOrd="0" presId="urn:microsoft.com/office/officeart/2008/layout/HalfCircleOrganizationChart"/>
    <dgm:cxn modelId="{EF5998BE-7CB7-49D1-A4A6-F88A40978C51}" type="presParOf" srcId="{1F7ED0A3-CCA3-40C9-A5C4-D23805E46F9A}" destId="{FED570A4-7416-4EEC-BBE8-4AAC5C912C27}" srcOrd="1" destOrd="0" presId="urn:microsoft.com/office/officeart/2008/layout/HalfCircleOrganizationChart"/>
    <dgm:cxn modelId="{A05E5F9D-9B80-47C9-BB61-AC371C5A695F}" type="presParOf" srcId="{FED570A4-7416-4EEC-BBE8-4AAC5C912C27}" destId="{DF133905-02C1-4D01-AF9C-7AA6DF438880}" srcOrd="0" destOrd="0" presId="urn:microsoft.com/office/officeart/2008/layout/HalfCircleOrganizationChart"/>
    <dgm:cxn modelId="{065B2EA3-FF33-48E2-A13D-F4094857E53E}" type="presParOf" srcId="{DF133905-02C1-4D01-AF9C-7AA6DF438880}" destId="{9D2DDC34-1915-45C8-8175-8D92EE607BD5}" srcOrd="0" destOrd="0" presId="urn:microsoft.com/office/officeart/2008/layout/HalfCircleOrganizationChart"/>
    <dgm:cxn modelId="{12CC4367-FC45-4DD9-9FB3-4070610B7738}" type="presParOf" srcId="{DF133905-02C1-4D01-AF9C-7AA6DF438880}" destId="{70F787EB-6165-4C5E-AB04-6BA724E11A25}" srcOrd="1" destOrd="0" presId="urn:microsoft.com/office/officeart/2008/layout/HalfCircleOrganizationChart"/>
    <dgm:cxn modelId="{CDE98B10-EC66-44BF-8210-10D1453E0349}" type="presParOf" srcId="{DF133905-02C1-4D01-AF9C-7AA6DF438880}" destId="{F6F0D643-C1DC-495F-91AF-EB2425EE72FF}" srcOrd="2" destOrd="0" presId="urn:microsoft.com/office/officeart/2008/layout/HalfCircleOrganizationChart"/>
    <dgm:cxn modelId="{BB95D012-FB78-496D-987C-62D4F1B6E3A4}" type="presParOf" srcId="{DF133905-02C1-4D01-AF9C-7AA6DF438880}" destId="{E69F3387-878A-4AB7-A1F1-EC6FA3F33A83}" srcOrd="3" destOrd="0" presId="urn:microsoft.com/office/officeart/2008/layout/HalfCircleOrganizationChart"/>
    <dgm:cxn modelId="{2D2A2925-8E7B-4BE1-8372-CBAE74E3F81F}" type="presParOf" srcId="{FED570A4-7416-4EEC-BBE8-4AAC5C912C27}" destId="{D5EB6B88-D8F5-49BA-9ACE-CA2537F1DB21}" srcOrd="1" destOrd="0" presId="urn:microsoft.com/office/officeart/2008/layout/HalfCircleOrganizationChart"/>
    <dgm:cxn modelId="{6F0D3343-814F-4181-818D-CEFB1B77B655}" type="presParOf" srcId="{FED570A4-7416-4EEC-BBE8-4AAC5C912C27}" destId="{568097DB-9280-49D1-A442-CA84E53748AF}" srcOrd="2" destOrd="0" presId="urn:microsoft.com/office/officeart/2008/layout/HalfCircleOrganizationChart"/>
    <dgm:cxn modelId="{21527ED2-4865-4B11-B2E8-30BE27EEE41D}" type="presParOf" srcId="{1F7ED0A3-CCA3-40C9-A5C4-D23805E46F9A}" destId="{2955F026-9E6D-42EC-9C84-F386921386D5}" srcOrd="2" destOrd="0" presId="urn:microsoft.com/office/officeart/2008/layout/HalfCircleOrganizationChart"/>
    <dgm:cxn modelId="{88D5E7FD-A598-4C98-B6FA-30E3C44F0D80}" type="presParOf" srcId="{1F7ED0A3-CCA3-40C9-A5C4-D23805E46F9A}" destId="{A5827686-A8E2-4946-A444-D4A81C9F4794}" srcOrd="3" destOrd="0" presId="urn:microsoft.com/office/officeart/2008/layout/HalfCircleOrganizationChart"/>
    <dgm:cxn modelId="{35FAC352-92B7-4C00-A740-FC8EA19248E8}" type="presParOf" srcId="{A5827686-A8E2-4946-A444-D4A81C9F4794}" destId="{342913B5-851B-445A-8E99-CE577858D53A}" srcOrd="0" destOrd="0" presId="urn:microsoft.com/office/officeart/2008/layout/HalfCircleOrganizationChart"/>
    <dgm:cxn modelId="{E75688EA-C3F1-4AEE-B26E-3677EE802C8A}" type="presParOf" srcId="{342913B5-851B-445A-8E99-CE577858D53A}" destId="{E411E781-969A-445C-9341-BF9E1DC6F561}" srcOrd="0" destOrd="0" presId="urn:microsoft.com/office/officeart/2008/layout/HalfCircleOrganizationChart"/>
    <dgm:cxn modelId="{6048C4C1-A608-444F-A62C-3DF88FE27368}" type="presParOf" srcId="{342913B5-851B-445A-8E99-CE577858D53A}" destId="{A9BB5329-94DE-4EC1-864B-389CCDFFB57D}" srcOrd="1" destOrd="0" presId="urn:microsoft.com/office/officeart/2008/layout/HalfCircleOrganizationChart"/>
    <dgm:cxn modelId="{5B9152A9-5CEA-4476-9A6E-B8B04D254E96}" type="presParOf" srcId="{342913B5-851B-445A-8E99-CE577858D53A}" destId="{09AE4F96-3E6F-4199-8896-B76BDDE4B015}" srcOrd="2" destOrd="0" presId="urn:microsoft.com/office/officeart/2008/layout/HalfCircleOrganizationChart"/>
    <dgm:cxn modelId="{21285BA7-E16B-4B00-87C2-5E4F4E77DB18}" type="presParOf" srcId="{342913B5-851B-445A-8E99-CE577858D53A}" destId="{441A603E-5A3D-4DB6-BB57-093D4B0616B2}" srcOrd="3" destOrd="0" presId="urn:microsoft.com/office/officeart/2008/layout/HalfCircleOrganizationChart"/>
    <dgm:cxn modelId="{271CAEA9-EC57-4131-B680-D3BFFD1829F5}" type="presParOf" srcId="{A5827686-A8E2-4946-A444-D4A81C9F4794}" destId="{43A5C505-6456-425C-89E7-C9E03B222AF2}" srcOrd="1" destOrd="0" presId="urn:microsoft.com/office/officeart/2008/layout/HalfCircleOrganizationChart"/>
    <dgm:cxn modelId="{7271FF3B-053D-4D8C-931B-C1A73896CBC3}" type="presParOf" srcId="{43A5C505-6456-425C-89E7-C9E03B222AF2}" destId="{E1FB52A4-D57C-4E32-80DD-DF8AA3B8853A}" srcOrd="0" destOrd="0" presId="urn:microsoft.com/office/officeart/2008/layout/HalfCircleOrganizationChart"/>
    <dgm:cxn modelId="{932432F4-EE87-4BB6-B0DE-FE0E493961CC}" type="presParOf" srcId="{43A5C505-6456-425C-89E7-C9E03B222AF2}" destId="{6DAA2161-B69F-4ED0-9E2C-7F64DCA4A1AD}" srcOrd="1" destOrd="0" presId="urn:microsoft.com/office/officeart/2008/layout/HalfCircleOrganizationChart"/>
    <dgm:cxn modelId="{5EF45B2D-F6BC-49D1-89BE-24B4315D7E09}" type="presParOf" srcId="{6DAA2161-B69F-4ED0-9E2C-7F64DCA4A1AD}" destId="{60A2415C-A4E1-452B-B430-195A5B39D39C}" srcOrd="0" destOrd="0" presId="urn:microsoft.com/office/officeart/2008/layout/HalfCircleOrganizationChart"/>
    <dgm:cxn modelId="{1BB36C4A-1B8F-4872-939F-2A4FAFE5C351}" type="presParOf" srcId="{60A2415C-A4E1-452B-B430-195A5B39D39C}" destId="{7F876A1E-1752-4FA5-8935-8DC459545116}" srcOrd="0" destOrd="0" presId="urn:microsoft.com/office/officeart/2008/layout/HalfCircleOrganizationChart"/>
    <dgm:cxn modelId="{A3DB4093-AA6C-4A28-89F4-FA89596870BC}" type="presParOf" srcId="{60A2415C-A4E1-452B-B430-195A5B39D39C}" destId="{417C9F21-FB08-41AD-8572-E50FC9757184}" srcOrd="1" destOrd="0" presId="urn:microsoft.com/office/officeart/2008/layout/HalfCircleOrganizationChart"/>
    <dgm:cxn modelId="{8F6CB651-533C-41B5-B40F-8B2F8BE4681C}" type="presParOf" srcId="{60A2415C-A4E1-452B-B430-195A5B39D39C}" destId="{36D935D1-2B6B-47B9-832E-66D8FCCF9687}" srcOrd="2" destOrd="0" presId="urn:microsoft.com/office/officeart/2008/layout/HalfCircleOrganizationChart"/>
    <dgm:cxn modelId="{A94D5142-E44C-4D18-8FB9-F57507DB3598}" type="presParOf" srcId="{60A2415C-A4E1-452B-B430-195A5B39D39C}" destId="{69558F20-3BCF-4AC7-9AA7-EDB5935B06CB}" srcOrd="3" destOrd="0" presId="urn:microsoft.com/office/officeart/2008/layout/HalfCircleOrganizationChart"/>
    <dgm:cxn modelId="{0246FF9E-57E6-4170-A87D-72E22888BA4C}" type="presParOf" srcId="{6DAA2161-B69F-4ED0-9E2C-7F64DCA4A1AD}" destId="{74C6868D-B8F5-4564-BDB6-7BCF24CA9F0E}" srcOrd="1" destOrd="0" presId="urn:microsoft.com/office/officeart/2008/layout/HalfCircleOrganizationChart"/>
    <dgm:cxn modelId="{239804F2-89F9-4CAE-9E1D-F5C9E6A730DC}" type="presParOf" srcId="{6DAA2161-B69F-4ED0-9E2C-7F64DCA4A1AD}" destId="{7D416802-9F84-4577-B1A9-F5EE1B07799C}" srcOrd="2" destOrd="0" presId="urn:microsoft.com/office/officeart/2008/layout/HalfCircleOrganizationChart"/>
    <dgm:cxn modelId="{71D4544E-1C3D-47A9-8971-89368B57CC5D}" type="presParOf" srcId="{43A5C505-6456-425C-89E7-C9E03B222AF2}" destId="{638BD4C2-B92C-4523-B4AD-76034BFE877A}" srcOrd="2" destOrd="0" presId="urn:microsoft.com/office/officeart/2008/layout/HalfCircleOrganizationChart"/>
    <dgm:cxn modelId="{2B1C2A19-115C-4A5A-B1A1-9B7CCEA74E74}" type="presParOf" srcId="{43A5C505-6456-425C-89E7-C9E03B222AF2}" destId="{D7533763-C974-4462-827D-58E320D3D93D}" srcOrd="3" destOrd="0" presId="urn:microsoft.com/office/officeart/2008/layout/HalfCircleOrganizationChart"/>
    <dgm:cxn modelId="{C8EBA84E-17DD-4A9A-AF22-F84F3366B76E}" type="presParOf" srcId="{D7533763-C974-4462-827D-58E320D3D93D}" destId="{44EBF902-C2D5-47D0-A901-E5E2FAF79ABE}" srcOrd="0" destOrd="0" presId="urn:microsoft.com/office/officeart/2008/layout/HalfCircleOrganizationChart"/>
    <dgm:cxn modelId="{88131D1D-FC72-4894-8723-024E6765C23D}" type="presParOf" srcId="{44EBF902-C2D5-47D0-A901-E5E2FAF79ABE}" destId="{7FC3BDAA-DAD1-4A58-8793-CC4454E825E4}" srcOrd="0" destOrd="0" presId="urn:microsoft.com/office/officeart/2008/layout/HalfCircleOrganizationChart"/>
    <dgm:cxn modelId="{B59EBC01-ABC4-4B91-A6B0-7D1A9CB0BE47}" type="presParOf" srcId="{44EBF902-C2D5-47D0-A901-E5E2FAF79ABE}" destId="{AA6AF99E-045B-4069-89E6-7C64F2529421}" srcOrd="1" destOrd="0" presId="urn:microsoft.com/office/officeart/2008/layout/HalfCircleOrganizationChart"/>
    <dgm:cxn modelId="{0E9D2409-77D8-4DFA-AAE6-84D8B1559698}" type="presParOf" srcId="{44EBF902-C2D5-47D0-A901-E5E2FAF79ABE}" destId="{856B6077-01CB-4332-9D51-8B050D5A64FB}" srcOrd="2" destOrd="0" presId="urn:microsoft.com/office/officeart/2008/layout/HalfCircleOrganizationChart"/>
    <dgm:cxn modelId="{7EB54EAF-8056-41D5-AC48-5704F15EA83A}" type="presParOf" srcId="{44EBF902-C2D5-47D0-A901-E5E2FAF79ABE}" destId="{15650614-F0DC-4EE7-8CB0-1866F9A263A0}" srcOrd="3" destOrd="0" presId="urn:microsoft.com/office/officeart/2008/layout/HalfCircleOrganizationChart"/>
    <dgm:cxn modelId="{E7173A67-7CDA-4332-90DF-DC9879130A95}" type="presParOf" srcId="{D7533763-C974-4462-827D-58E320D3D93D}" destId="{C2FECE2D-4079-4EC0-82B8-A611F6AB9BA1}" srcOrd="1" destOrd="0" presId="urn:microsoft.com/office/officeart/2008/layout/HalfCircleOrganizationChart"/>
    <dgm:cxn modelId="{CFB6D329-013B-4097-BCEC-CE760D546E5E}" type="presParOf" srcId="{D7533763-C974-4462-827D-58E320D3D93D}" destId="{02ACEA96-3F3A-4AA1-95A5-60FDCBC78254}" srcOrd="2" destOrd="0" presId="urn:microsoft.com/office/officeart/2008/layout/HalfCircleOrganizationChart"/>
    <dgm:cxn modelId="{8D20AFE2-3A81-414B-A876-941371662408}" type="presParOf" srcId="{A5827686-A8E2-4946-A444-D4A81C9F4794}" destId="{25872736-A4E6-4377-876F-D767B765827D}" srcOrd="2" destOrd="0" presId="urn:microsoft.com/office/officeart/2008/layout/HalfCircleOrganizationChart"/>
    <dgm:cxn modelId="{1EC8D840-C845-43C4-949D-4BC727493FEF}" type="presParOf" srcId="{1F7ED0A3-CCA3-40C9-A5C4-D23805E46F9A}" destId="{C184E29A-A958-48CB-983B-988CDCF661FA}" srcOrd="4" destOrd="0" presId="urn:microsoft.com/office/officeart/2008/layout/HalfCircleOrganizationChart"/>
    <dgm:cxn modelId="{89415014-DD28-437B-9047-7EBC3CD4DDAB}" type="presParOf" srcId="{1F7ED0A3-CCA3-40C9-A5C4-D23805E46F9A}" destId="{A7796122-33A2-4F93-83C8-4C802F8CBE70}" srcOrd="5" destOrd="0" presId="urn:microsoft.com/office/officeart/2008/layout/HalfCircleOrganizationChart"/>
    <dgm:cxn modelId="{DA26F5FB-C08B-41D1-A32B-D7A6B22213AF}" type="presParOf" srcId="{A7796122-33A2-4F93-83C8-4C802F8CBE70}" destId="{BDA918BD-6874-4704-997F-835EBDA38657}" srcOrd="0" destOrd="0" presId="urn:microsoft.com/office/officeart/2008/layout/HalfCircleOrganizationChart"/>
    <dgm:cxn modelId="{FF3E39F5-C5E9-482F-95CE-81C1A291B31F}" type="presParOf" srcId="{BDA918BD-6874-4704-997F-835EBDA38657}" destId="{E53C78F4-3E9F-4598-B021-E281B5F3C923}" srcOrd="0" destOrd="0" presId="urn:microsoft.com/office/officeart/2008/layout/HalfCircleOrganizationChart"/>
    <dgm:cxn modelId="{4AB63D84-E6E7-42C7-ABA7-5C379264C928}" type="presParOf" srcId="{BDA918BD-6874-4704-997F-835EBDA38657}" destId="{E0191514-B697-4DDC-899D-4F58F18DFA83}" srcOrd="1" destOrd="0" presId="urn:microsoft.com/office/officeart/2008/layout/HalfCircleOrganizationChart"/>
    <dgm:cxn modelId="{53E421D0-0E2D-42EB-8EE0-B9AE7947ED32}" type="presParOf" srcId="{BDA918BD-6874-4704-997F-835EBDA38657}" destId="{E8F2EDD6-B5E5-481F-BF48-6B82308D1C26}" srcOrd="2" destOrd="0" presId="urn:microsoft.com/office/officeart/2008/layout/HalfCircleOrganizationChart"/>
    <dgm:cxn modelId="{2E0E6E8B-04C8-44B6-81BA-66BC6AB37614}" type="presParOf" srcId="{BDA918BD-6874-4704-997F-835EBDA38657}" destId="{7D85E9A2-9DAF-47C5-8454-DD972F7475D3}" srcOrd="3" destOrd="0" presId="urn:microsoft.com/office/officeart/2008/layout/HalfCircleOrganizationChart"/>
    <dgm:cxn modelId="{BAC0A4F3-59D3-4671-94CF-E7C8AB26B2FF}" type="presParOf" srcId="{A7796122-33A2-4F93-83C8-4C802F8CBE70}" destId="{99DA9F99-CCCA-4B64-860D-AEDBE5252273}" srcOrd="1" destOrd="0" presId="urn:microsoft.com/office/officeart/2008/layout/HalfCircleOrganizationChart"/>
    <dgm:cxn modelId="{6AA4C2A1-C5BE-4C87-8BBA-7633776CE3D5}" type="presParOf" srcId="{A7796122-33A2-4F93-83C8-4C802F8CBE70}" destId="{5367DEA0-F3BE-41FC-B1F1-695234D74F26}" srcOrd="2" destOrd="0" presId="urn:microsoft.com/office/officeart/2008/layout/HalfCircleOrganizationChart"/>
    <dgm:cxn modelId="{49880956-1A4B-4722-99E0-AD963937B85A}" type="presParOf" srcId="{B045F7C6-3C3B-4245-95A2-89B6F27E774A}" destId="{A6B597BA-90DA-4436-9144-D7D4C22A9530}" srcOrd="2" destOrd="0" presId="urn:microsoft.com/office/officeart/2008/layout/HalfCircleOrganizationChart"/>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02.xml><?xml version="1.0" encoding="utf-8"?>
<dgm:dataModel xmlns:dgm="http://schemas.openxmlformats.org/drawingml/2006/diagram" xmlns:a="http://schemas.openxmlformats.org/drawingml/2006/main">
  <dgm:ptLst>
    <dgm:pt modelId="{B9C32B05-62EA-407A-B21C-2310C7945705}" type="doc">
      <dgm:prSet loTypeId="urn:microsoft.com/office/officeart/2009/layout/CirclePictureHierarchy" loCatId="hierarchy"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b="1" dirty="0">
              <a:solidFill>
                <a:schemeClr val="tx2"/>
              </a:solidFill>
            </a:rPr>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3AF880A5-0F00-4315-A5DF-1FE656798601}">
      <dgm:prSet phldrT="[Text]"/>
      <dgm:spPr/>
      <dgm:t>
        <a:bodyPr/>
        <a:lstStyle/>
        <a:p>
          <a:r>
            <a:rPr lang="en-US" dirty="0"/>
            <a:t>Some text here</a:t>
          </a:r>
        </a:p>
      </dgm:t>
    </dgm:pt>
    <dgm:pt modelId="{A13BB1F9-5857-4B43-8BF5-6589AA2CB759}" type="parTrans" cxnId="{24F8CBE2-5003-4E69-A772-6B98F2B05181}">
      <dgm:prSet/>
      <dgm:spPr/>
      <dgm:t>
        <a:bodyPr/>
        <a:lstStyle/>
        <a:p>
          <a:endParaRPr lang="en-US"/>
        </a:p>
      </dgm:t>
    </dgm:pt>
    <dgm:pt modelId="{C198C41D-2640-4669-83ED-E0CD35701C8E}" type="sibTrans" cxnId="{24F8CBE2-5003-4E69-A772-6B98F2B05181}">
      <dgm:prSet/>
      <dgm:spPr/>
      <dgm:t>
        <a:bodyPr/>
        <a:lstStyle/>
        <a:p>
          <a:endParaRPr lang="en-US"/>
        </a:p>
      </dgm:t>
    </dgm:pt>
    <dgm:pt modelId="{8EA7219F-BDB2-48EB-9EEB-3133522D132E}">
      <dgm:prSet phldrT="[Text]"/>
      <dgm:spPr/>
      <dgm:t>
        <a:bodyPr/>
        <a:lstStyle/>
        <a:p>
          <a:r>
            <a:rPr lang="en-US" dirty="0"/>
            <a:t>Some text here</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932A6641-B47E-48FC-963F-311CBB9F360A}">
      <dgm:prSet phldrT="[Text]"/>
      <dgm:spPr/>
      <dgm:t>
        <a:bodyPr/>
        <a:lstStyle/>
        <a:p>
          <a:r>
            <a:rPr lang="en-US" dirty="0"/>
            <a:t>Some text here</a:t>
          </a:r>
        </a:p>
      </dgm:t>
    </dgm:pt>
    <dgm:pt modelId="{BCC541E2-3A60-4FA0-82BC-A407780EE7DB}" type="parTrans" cxnId="{FD0D0812-3766-4422-AB8F-58752BCDBE07}">
      <dgm:prSet/>
      <dgm:spPr/>
      <dgm:t>
        <a:bodyPr/>
        <a:lstStyle/>
        <a:p>
          <a:endParaRPr lang="en-US"/>
        </a:p>
      </dgm:t>
    </dgm:pt>
    <dgm:pt modelId="{0E70FA36-C3C7-4A08-A69A-A16BAA6AE9D9}" type="sibTrans" cxnId="{FD0D0812-3766-4422-AB8F-58752BCDBE07}">
      <dgm:prSet/>
      <dgm:spPr/>
      <dgm:t>
        <a:bodyPr/>
        <a:lstStyle/>
        <a:p>
          <a:endParaRPr lang="en-US"/>
        </a:p>
      </dgm:t>
    </dgm:pt>
    <dgm:pt modelId="{05FECB41-6D4B-45D2-8EBA-87192101F0F0}">
      <dgm:prSet phldrT="[Text]"/>
      <dgm:spPr/>
      <dgm:t>
        <a:bodyPr/>
        <a:lstStyle/>
        <a:p>
          <a:r>
            <a:rPr lang="en-US" dirty="0"/>
            <a:t>Some text here</a:t>
          </a:r>
        </a:p>
      </dgm:t>
    </dgm:pt>
    <dgm:pt modelId="{AA5859CE-1935-428E-8F3A-D00391A9A382}" type="parTrans" cxnId="{E65C054B-9B15-4FA5-9C41-E42B668491E6}">
      <dgm:prSet/>
      <dgm:spPr/>
      <dgm:t>
        <a:bodyPr/>
        <a:lstStyle/>
        <a:p>
          <a:endParaRPr lang="en-US"/>
        </a:p>
      </dgm:t>
    </dgm:pt>
    <dgm:pt modelId="{C5D3D9B1-03B8-4AB8-AB31-9E49A99D6797}" type="sibTrans" cxnId="{E65C054B-9B15-4FA5-9C41-E42B668491E6}">
      <dgm:prSet/>
      <dgm:spPr/>
      <dgm:t>
        <a:bodyPr/>
        <a:lstStyle/>
        <a:p>
          <a:endParaRPr lang="en-US"/>
        </a:p>
      </dgm:t>
    </dgm:pt>
    <dgm:pt modelId="{0A0E61DB-8A10-4B79-92D2-5500D5AEF449}">
      <dgm:prSet phldrT="[Text]"/>
      <dgm:spPr/>
      <dgm:t>
        <a:bodyPr/>
        <a:lstStyle/>
        <a:p>
          <a:r>
            <a:rPr lang="en-US" dirty="0"/>
            <a:t>Some text here</a:t>
          </a:r>
        </a:p>
      </dgm:t>
    </dgm:pt>
    <dgm:pt modelId="{1441988F-AAA1-489E-9170-F8F553C17D69}" type="parTrans" cxnId="{E82059C4-2D23-4B7D-B1A6-48C9187CD97C}">
      <dgm:prSet/>
      <dgm:spPr/>
      <dgm:t>
        <a:bodyPr/>
        <a:lstStyle/>
        <a:p>
          <a:endParaRPr lang="en-US"/>
        </a:p>
      </dgm:t>
    </dgm:pt>
    <dgm:pt modelId="{E2296C67-3533-41D6-AE9D-C2B4E4E8558A}" type="sibTrans" cxnId="{E82059C4-2D23-4B7D-B1A6-48C9187CD97C}">
      <dgm:prSet/>
      <dgm:spPr/>
      <dgm:t>
        <a:bodyPr/>
        <a:lstStyle/>
        <a:p>
          <a:endParaRPr lang="en-US"/>
        </a:p>
      </dgm:t>
    </dgm:pt>
    <dgm:pt modelId="{F157024A-F325-4B04-876C-7631430CD8B8}">
      <dgm:prSet phldrT="[Text]"/>
      <dgm:spPr/>
      <dgm:t>
        <a:bodyPr/>
        <a:lstStyle/>
        <a:p>
          <a:r>
            <a:rPr lang="en-US" dirty="0"/>
            <a:t>Some text here</a:t>
          </a:r>
        </a:p>
      </dgm:t>
    </dgm:pt>
    <dgm:pt modelId="{084F8FD6-CAC7-4D0E-8D6F-34C953D0A8B5}" type="parTrans" cxnId="{A48A2D33-4A47-4517-A7A4-26878B511DD4}">
      <dgm:prSet/>
      <dgm:spPr/>
      <dgm:t>
        <a:bodyPr/>
        <a:lstStyle/>
        <a:p>
          <a:endParaRPr lang="en-US"/>
        </a:p>
      </dgm:t>
    </dgm:pt>
    <dgm:pt modelId="{C5411E0A-9D82-4429-8DDC-A5ECA6FFA10D}" type="sibTrans" cxnId="{A48A2D33-4A47-4517-A7A4-26878B511DD4}">
      <dgm:prSet/>
      <dgm:spPr/>
      <dgm:t>
        <a:bodyPr/>
        <a:lstStyle/>
        <a:p>
          <a:endParaRPr lang="en-US"/>
        </a:p>
      </dgm:t>
    </dgm:pt>
    <dgm:pt modelId="{93B8E493-EA93-4F7C-8171-98FEF501A448}">
      <dgm:prSet phldrT="[Text]"/>
      <dgm:spPr/>
      <dgm:t>
        <a:bodyPr/>
        <a:lstStyle/>
        <a:p>
          <a:r>
            <a:rPr lang="en-US" dirty="0"/>
            <a:t>Some text here</a:t>
          </a:r>
        </a:p>
      </dgm:t>
    </dgm:pt>
    <dgm:pt modelId="{DB656091-8DFF-497F-8BC8-FDE187821C4F}" type="parTrans" cxnId="{3C496B29-A9E1-4A1A-A48B-9EEC69549197}">
      <dgm:prSet/>
      <dgm:spPr/>
      <dgm:t>
        <a:bodyPr/>
        <a:lstStyle/>
        <a:p>
          <a:endParaRPr lang="en-US"/>
        </a:p>
      </dgm:t>
    </dgm:pt>
    <dgm:pt modelId="{7BDD9460-EE6F-4CF5-8274-75C224AC62C4}" type="sibTrans" cxnId="{3C496B29-A9E1-4A1A-A48B-9EEC69549197}">
      <dgm:prSet/>
      <dgm:spPr/>
      <dgm:t>
        <a:bodyPr/>
        <a:lstStyle/>
        <a:p>
          <a:endParaRPr lang="en-US"/>
        </a:p>
      </dgm:t>
    </dgm:pt>
    <dgm:pt modelId="{3E45CF9F-3A88-4F2C-8C60-99CBA2BC17DE}" type="pres">
      <dgm:prSet presAssocID="{B9C32B05-62EA-407A-B21C-2310C7945705}" presName="hierChild1" presStyleCnt="0">
        <dgm:presLayoutVars>
          <dgm:chPref val="1"/>
          <dgm:dir/>
          <dgm:animOne val="branch"/>
          <dgm:animLvl val="lvl"/>
          <dgm:resizeHandles/>
        </dgm:presLayoutVars>
      </dgm:prSet>
      <dgm:spPr/>
    </dgm:pt>
    <dgm:pt modelId="{E92803CC-CC3F-4236-9632-A60CE93AAC1D}" type="pres">
      <dgm:prSet presAssocID="{42D71409-67F9-455C-8C6D-716D284AAA6B}" presName="hierRoot1" presStyleCnt="0"/>
      <dgm:spPr/>
    </dgm:pt>
    <dgm:pt modelId="{8D61EA97-FE74-42FE-B051-1738921B0C7B}" type="pres">
      <dgm:prSet presAssocID="{42D71409-67F9-455C-8C6D-716D284AAA6B}" presName="composite" presStyleCnt="0"/>
      <dgm:spPr/>
    </dgm:pt>
    <dgm:pt modelId="{CA2F195C-376C-4122-BE9A-79AD25E2D7C2}" type="pres">
      <dgm:prSet presAssocID="{42D71409-67F9-455C-8C6D-716D284AAA6B}" presName="image" presStyleLbl="node0" presStyleIdx="0" presStyleCnt="1"/>
      <dgm:spPr/>
    </dgm:pt>
    <dgm:pt modelId="{47345A4E-B415-486D-86AB-36CCEA0E3A47}" type="pres">
      <dgm:prSet presAssocID="{42D71409-67F9-455C-8C6D-716D284AAA6B}" presName="text" presStyleLbl="revTx" presStyleIdx="0" presStyleCnt="8">
        <dgm:presLayoutVars>
          <dgm:chPref val="3"/>
        </dgm:presLayoutVars>
      </dgm:prSet>
      <dgm:spPr/>
    </dgm:pt>
    <dgm:pt modelId="{DBF94A24-B03D-469B-8CC8-47C6ADE84EE1}" type="pres">
      <dgm:prSet presAssocID="{42D71409-67F9-455C-8C6D-716D284AAA6B}" presName="hierChild2" presStyleCnt="0"/>
      <dgm:spPr/>
    </dgm:pt>
    <dgm:pt modelId="{57CA98D1-CE72-47F1-B1B9-5B8E9E028F34}" type="pres">
      <dgm:prSet presAssocID="{3EE8403A-CB7C-4815-85BD-AEBCAEB71B37}" presName="Name10" presStyleLbl="parChTrans1D2" presStyleIdx="0" presStyleCnt="3"/>
      <dgm:spPr/>
    </dgm:pt>
    <dgm:pt modelId="{E0A21535-FC6B-4C40-81DF-726D87AE8450}" type="pres">
      <dgm:prSet presAssocID="{8EA7219F-BDB2-48EB-9EEB-3133522D132E}" presName="hierRoot2" presStyleCnt="0"/>
      <dgm:spPr/>
    </dgm:pt>
    <dgm:pt modelId="{9DF0793D-DB0F-4507-9BA0-691468C9F6C3}" type="pres">
      <dgm:prSet presAssocID="{8EA7219F-BDB2-48EB-9EEB-3133522D132E}" presName="composite2" presStyleCnt="0"/>
      <dgm:spPr/>
    </dgm:pt>
    <dgm:pt modelId="{C4F131CA-A51B-4C1B-A1E5-43747018BB1D}" type="pres">
      <dgm:prSet presAssocID="{8EA7219F-BDB2-48EB-9EEB-3133522D132E}" presName="image2" presStyleLbl="node2" presStyleIdx="0" presStyleCnt="3"/>
      <dgm:spPr/>
    </dgm:pt>
    <dgm:pt modelId="{DA4EB2BA-F406-4C4C-8B2B-893F39E89BC3}" type="pres">
      <dgm:prSet presAssocID="{8EA7219F-BDB2-48EB-9EEB-3133522D132E}" presName="text2" presStyleLbl="revTx" presStyleIdx="1" presStyleCnt="8">
        <dgm:presLayoutVars>
          <dgm:chPref val="3"/>
        </dgm:presLayoutVars>
      </dgm:prSet>
      <dgm:spPr/>
    </dgm:pt>
    <dgm:pt modelId="{6E79FF5A-EE55-4755-A2D5-78FF9C827842}" type="pres">
      <dgm:prSet presAssocID="{8EA7219F-BDB2-48EB-9EEB-3133522D132E}" presName="hierChild3" presStyleCnt="0"/>
      <dgm:spPr/>
    </dgm:pt>
    <dgm:pt modelId="{2DCFBCFC-1929-4E83-A64C-0FE985009E64}" type="pres">
      <dgm:prSet presAssocID="{1441988F-AAA1-489E-9170-F8F553C17D69}" presName="Name17" presStyleLbl="parChTrans1D3" presStyleIdx="0" presStyleCnt="3"/>
      <dgm:spPr/>
    </dgm:pt>
    <dgm:pt modelId="{AEF1056D-E48D-44F6-819A-6F8DB2E252C9}" type="pres">
      <dgm:prSet presAssocID="{0A0E61DB-8A10-4B79-92D2-5500D5AEF449}" presName="hierRoot3" presStyleCnt="0"/>
      <dgm:spPr/>
    </dgm:pt>
    <dgm:pt modelId="{1060759E-B88F-40DD-B1CC-5A6CCA785BB1}" type="pres">
      <dgm:prSet presAssocID="{0A0E61DB-8A10-4B79-92D2-5500D5AEF449}" presName="composite3" presStyleCnt="0"/>
      <dgm:spPr/>
    </dgm:pt>
    <dgm:pt modelId="{BB3946F0-6AD7-4F48-A36B-AB7140CA5342}" type="pres">
      <dgm:prSet presAssocID="{0A0E61DB-8A10-4B79-92D2-5500D5AEF449}" presName="image3" presStyleLbl="node3" presStyleIdx="0" presStyleCnt="3"/>
      <dgm:spPr/>
    </dgm:pt>
    <dgm:pt modelId="{2B809459-62D4-4E38-8B45-102C9ED79118}" type="pres">
      <dgm:prSet presAssocID="{0A0E61DB-8A10-4B79-92D2-5500D5AEF449}" presName="text3" presStyleLbl="revTx" presStyleIdx="2" presStyleCnt="8">
        <dgm:presLayoutVars>
          <dgm:chPref val="3"/>
        </dgm:presLayoutVars>
      </dgm:prSet>
      <dgm:spPr/>
    </dgm:pt>
    <dgm:pt modelId="{631A1D6E-706C-4296-AF07-25776348942E}" type="pres">
      <dgm:prSet presAssocID="{0A0E61DB-8A10-4B79-92D2-5500D5AEF449}" presName="hierChild4" presStyleCnt="0"/>
      <dgm:spPr/>
    </dgm:pt>
    <dgm:pt modelId="{2FE07C31-2063-446C-87D8-7CD7C0F191C1}" type="pres">
      <dgm:prSet presAssocID="{AA5859CE-1935-428E-8F3A-D00391A9A382}" presName="Name17" presStyleLbl="parChTrans1D3" presStyleIdx="1" presStyleCnt="3"/>
      <dgm:spPr/>
    </dgm:pt>
    <dgm:pt modelId="{45DD58D0-6A08-4F00-A6AD-FF586197B35B}" type="pres">
      <dgm:prSet presAssocID="{05FECB41-6D4B-45D2-8EBA-87192101F0F0}" presName="hierRoot3" presStyleCnt="0"/>
      <dgm:spPr/>
    </dgm:pt>
    <dgm:pt modelId="{6444588E-A851-4909-A8CC-41C6EAFB278F}" type="pres">
      <dgm:prSet presAssocID="{05FECB41-6D4B-45D2-8EBA-87192101F0F0}" presName="composite3" presStyleCnt="0"/>
      <dgm:spPr/>
    </dgm:pt>
    <dgm:pt modelId="{B4996FE0-02DD-4BCE-9919-576A02077D25}" type="pres">
      <dgm:prSet presAssocID="{05FECB41-6D4B-45D2-8EBA-87192101F0F0}" presName="image3" presStyleLbl="node3" presStyleIdx="1" presStyleCnt="3"/>
      <dgm:spPr/>
    </dgm:pt>
    <dgm:pt modelId="{50F87BD1-1C00-46B2-9D50-06561274682C}" type="pres">
      <dgm:prSet presAssocID="{05FECB41-6D4B-45D2-8EBA-87192101F0F0}" presName="text3" presStyleLbl="revTx" presStyleIdx="3" presStyleCnt="8">
        <dgm:presLayoutVars>
          <dgm:chPref val="3"/>
        </dgm:presLayoutVars>
      </dgm:prSet>
      <dgm:spPr/>
    </dgm:pt>
    <dgm:pt modelId="{E66DFC2B-97FC-4330-B1F5-7705ABB40D6E}" type="pres">
      <dgm:prSet presAssocID="{05FECB41-6D4B-45D2-8EBA-87192101F0F0}" presName="hierChild4" presStyleCnt="0"/>
      <dgm:spPr/>
    </dgm:pt>
    <dgm:pt modelId="{D17D04C3-F068-4F99-8660-406B4D177845}" type="pres">
      <dgm:prSet presAssocID="{DB656091-8DFF-497F-8BC8-FDE187821C4F}" presName="Name23" presStyleLbl="parChTrans1D4" presStyleIdx="0" presStyleCnt="1"/>
      <dgm:spPr/>
    </dgm:pt>
    <dgm:pt modelId="{6CF84F4D-3F47-420C-A3DB-D15E86DEC82A}" type="pres">
      <dgm:prSet presAssocID="{93B8E493-EA93-4F7C-8171-98FEF501A448}" presName="hierRoot4" presStyleCnt="0"/>
      <dgm:spPr/>
    </dgm:pt>
    <dgm:pt modelId="{329A0B45-AFE6-4A55-854C-AAD5449086E5}" type="pres">
      <dgm:prSet presAssocID="{93B8E493-EA93-4F7C-8171-98FEF501A448}" presName="composite4" presStyleCnt="0"/>
      <dgm:spPr/>
    </dgm:pt>
    <dgm:pt modelId="{7C3D16F7-9DB9-48F5-B0AC-2858A6227D22}" type="pres">
      <dgm:prSet presAssocID="{93B8E493-EA93-4F7C-8171-98FEF501A448}" presName="image4" presStyleLbl="node4" presStyleIdx="0" presStyleCnt="1"/>
      <dgm:spPr/>
    </dgm:pt>
    <dgm:pt modelId="{B9609E6F-9E9B-45BA-A47F-F2A6D796599B}" type="pres">
      <dgm:prSet presAssocID="{93B8E493-EA93-4F7C-8171-98FEF501A448}" presName="text4" presStyleLbl="revTx" presStyleIdx="4" presStyleCnt="8">
        <dgm:presLayoutVars>
          <dgm:chPref val="3"/>
        </dgm:presLayoutVars>
      </dgm:prSet>
      <dgm:spPr/>
    </dgm:pt>
    <dgm:pt modelId="{2E9A0ECC-3006-48AF-8132-10E328E907A4}" type="pres">
      <dgm:prSet presAssocID="{93B8E493-EA93-4F7C-8171-98FEF501A448}" presName="hierChild5" presStyleCnt="0"/>
      <dgm:spPr/>
    </dgm:pt>
    <dgm:pt modelId="{D13365EC-C325-4794-88CC-07D5D177B4C5}" type="pres">
      <dgm:prSet presAssocID="{A13BB1F9-5857-4B43-8BF5-6589AA2CB759}" presName="Name10" presStyleLbl="parChTrans1D2" presStyleIdx="1" presStyleCnt="3"/>
      <dgm:spPr/>
    </dgm:pt>
    <dgm:pt modelId="{ADE5DCAA-CDE9-48FC-8DA2-6CFAB4D086C5}" type="pres">
      <dgm:prSet presAssocID="{3AF880A5-0F00-4315-A5DF-1FE656798601}" presName="hierRoot2" presStyleCnt="0"/>
      <dgm:spPr/>
    </dgm:pt>
    <dgm:pt modelId="{D4C50CE7-F404-4AFA-B6A8-AF97C3F0F764}" type="pres">
      <dgm:prSet presAssocID="{3AF880A5-0F00-4315-A5DF-1FE656798601}" presName="composite2" presStyleCnt="0"/>
      <dgm:spPr/>
    </dgm:pt>
    <dgm:pt modelId="{A6507C1F-040B-46B6-8AB7-99872C9831D2}" type="pres">
      <dgm:prSet presAssocID="{3AF880A5-0F00-4315-A5DF-1FE656798601}" presName="image2" presStyleLbl="node2" presStyleIdx="1" presStyleCnt="3"/>
      <dgm:spPr/>
    </dgm:pt>
    <dgm:pt modelId="{FCBD4FAF-C92F-4E31-909A-0F8CD6B1E53D}" type="pres">
      <dgm:prSet presAssocID="{3AF880A5-0F00-4315-A5DF-1FE656798601}" presName="text2" presStyleLbl="revTx" presStyleIdx="5" presStyleCnt="8">
        <dgm:presLayoutVars>
          <dgm:chPref val="3"/>
        </dgm:presLayoutVars>
      </dgm:prSet>
      <dgm:spPr/>
    </dgm:pt>
    <dgm:pt modelId="{C76F2718-6E98-4900-A3C5-03519D2AC6DF}" type="pres">
      <dgm:prSet presAssocID="{3AF880A5-0F00-4315-A5DF-1FE656798601}" presName="hierChild3" presStyleCnt="0"/>
      <dgm:spPr/>
    </dgm:pt>
    <dgm:pt modelId="{BA5558BA-44C7-49FA-8150-507E9FBA0BDF}" type="pres">
      <dgm:prSet presAssocID="{BCC541E2-3A60-4FA0-82BC-A407780EE7DB}" presName="Name10" presStyleLbl="parChTrans1D2" presStyleIdx="2" presStyleCnt="3"/>
      <dgm:spPr/>
    </dgm:pt>
    <dgm:pt modelId="{2DC1DFF6-D090-453A-AE7E-068BD1997134}" type="pres">
      <dgm:prSet presAssocID="{932A6641-B47E-48FC-963F-311CBB9F360A}" presName="hierRoot2" presStyleCnt="0"/>
      <dgm:spPr/>
    </dgm:pt>
    <dgm:pt modelId="{43F01B27-D517-44A3-BF48-152E3F19D3DA}" type="pres">
      <dgm:prSet presAssocID="{932A6641-B47E-48FC-963F-311CBB9F360A}" presName="composite2" presStyleCnt="0"/>
      <dgm:spPr/>
    </dgm:pt>
    <dgm:pt modelId="{69352B5A-A027-4512-BFF1-DEAEF0805B00}" type="pres">
      <dgm:prSet presAssocID="{932A6641-B47E-48FC-963F-311CBB9F360A}" presName="image2" presStyleLbl="node2" presStyleIdx="2" presStyleCnt="3"/>
      <dgm:spPr/>
    </dgm:pt>
    <dgm:pt modelId="{68E323B9-8237-4B0D-BAE5-446302A3BAEB}" type="pres">
      <dgm:prSet presAssocID="{932A6641-B47E-48FC-963F-311CBB9F360A}" presName="text2" presStyleLbl="revTx" presStyleIdx="6" presStyleCnt="8">
        <dgm:presLayoutVars>
          <dgm:chPref val="3"/>
        </dgm:presLayoutVars>
      </dgm:prSet>
      <dgm:spPr/>
    </dgm:pt>
    <dgm:pt modelId="{9E36CCC3-3A3E-4A4E-9265-A859DEF459E0}" type="pres">
      <dgm:prSet presAssocID="{932A6641-B47E-48FC-963F-311CBB9F360A}" presName="hierChild3" presStyleCnt="0"/>
      <dgm:spPr/>
    </dgm:pt>
    <dgm:pt modelId="{56954EC8-E178-4D95-9B55-24B4FC3EFCDC}" type="pres">
      <dgm:prSet presAssocID="{084F8FD6-CAC7-4D0E-8D6F-34C953D0A8B5}" presName="Name17" presStyleLbl="parChTrans1D3" presStyleIdx="2" presStyleCnt="3"/>
      <dgm:spPr/>
    </dgm:pt>
    <dgm:pt modelId="{A8FEF804-601B-4EC3-849A-7EDCEA2D2B33}" type="pres">
      <dgm:prSet presAssocID="{F157024A-F325-4B04-876C-7631430CD8B8}" presName="hierRoot3" presStyleCnt="0"/>
      <dgm:spPr/>
    </dgm:pt>
    <dgm:pt modelId="{6A8AB677-7116-4BEC-AE57-6044DE3F42F4}" type="pres">
      <dgm:prSet presAssocID="{F157024A-F325-4B04-876C-7631430CD8B8}" presName="composite3" presStyleCnt="0"/>
      <dgm:spPr/>
    </dgm:pt>
    <dgm:pt modelId="{39319D7C-B8D4-4BC0-A207-8D61F70323A8}" type="pres">
      <dgm:prSet presAssocID="{F157024A-F325-4B04-876C-7631430CD8B8}" presName="image3" presStyleLbl="node3" presStyleIdx="2" presStyleCnt="3"/>
      <dgm:spPr/>
    </dgm:pt>
    <dgm:pt modelId="{F074BA4F-23FB-4987-93EF-B18EF6B70CEA}" type="pres">
      <dgm:prSet presAssocID="{F157024A-F325-4B04-876C-7631430CD8B8}" presName="text3" presStyleLbl="revTx" presStyleIdx="7" presStyleCnt="8">
        <dgm:presLayoutVars>
          <dgm:chPref val="3"/>
        </dgm:presLayoutVars>
      </dgm:prSet>
      <dgm:spPr/>
    </dgm:pt>
    <dgm:pt modelId="{338F7231-2775-442B-9D21-7AFB45AE742F}" type="pres">
      <dgm:prSet presAssocID="{F157024A-F325-4B04-876C-7631430CD8B8}" presName="hierChild4" presStyleCnt="0"/>
      <dgm:spPr/>
    </dgm:pt>
  </dgm:ptLst>
  <dgm:cxnLst>
    <dgm:cxn modelId="{2638D109-AD1B-4B30-9FA6-F9C2D386E855}" type="presOf" srcId="{3AF880A5-0F00-4315-A5DF-1FE656798601}" destId="{FCBD4FAF-C92F-4E31-909A-0F8CD6B1E53D}" srcOrd="0" destOrd="0" presId="urn:microsoft.com/office/officeart/2009/layout/CirclePictureHierarchy"/>
    <dgm:cxn modelId="{FD0D0812-3766-4422-AB8F-58752BCDBE07}" srcId="{42D71409-67F9-455C-8C6D-716D284AAA6B}" destId="{932A6641-B47E-48FC-963F-311CBB9F360A}" srcOrd="2" destOrd="0" parTransId="{BCC541E2-3A60-4FA0-82BC-A407780EE7DB}" sibTransId="{0E70FA36-C3C7-4A08-A69A-A16BAA6AE9D9}"/>
    <dgm:cxn modelId="{5BB1C814-95F1-4075-8364-B0F330C1CBC8}" type="presOf" srcId="{AA5859CE-1935-428E-8F3A-D00391A9A382}" destId="{2FE07C31-2063-446C-87D8-7CD7C0F191C1}" srcOrd="0" destOrd="0" presId="urn:microsoft.com/office/officeart/2009/layout/CirclePictureHierarchy"/>
    <dgm:cxn modelId="{80EC3515-5308-4E19-8FB4-C7DC96F9BCE7}" type="presOf" srcId="{42D71409-67F9-455C-8C6D-716D284AAA6B}" destId="{47345A4E-B415-486D-86AB-36CCEA0E3A47}" srcOrd="0" destOrd="0" presId="urn:microsoft.com/office/officeart/2009/layout/CirclePictureHierarchy"/>
    <dgm:cxn modelId="{2AA9C11F-1F1D-428E-801A-47EAA766C99D}" srcId="{B9C32B05-62EA-407A-B21C-2310C7945705}" destId="{42D71409-67F9-455C-8C6D-716D284AAA6B}" srcOrd="0" destOrd="0" parTransId="{51680ED1-AF6E-4B28-AE94-92B0EFB0DF7D}" sibTransId="{478B7D3C-9FB4-4BC6-90AC-49960560DECD}"/>
    <dgm:cxn modelId="{D4F46522-AF06-421F-B132-12B1CB877E0B}" type="presOf" srcId="{1441988F-AAA1-489E-9170-F8F553C17D69}" destId="{2DCFBCFC-1929-4E83-A64C-0FE985009E64}" srcOrd="0" destOrd="0" presId="urn:microsoft.com/office/officeart/2009/layout/CirclePictureHierarchy"/>
    <dgm:cxn modelId="{3C496B29-A9E1-4A1A-A48B-9EEC69549197}" srcId="{05FECB41-6D4B-45D2-8EBA-87192101F0F0}" destId="{93B8E493-EA93-4F7C-8171-98FEF501A448}" srcOrd="0" destOrd="0" parTransId="{DB656091-8DFF-497F-8BC8-FDE187821C4F}" sibTransId="{7BDD9460-EE6F-4CF5-8274-75C224AC62C4}"/>
    <dgm:cxn modelId="{01A1202B-FEA9-456C-9B8A-5364E7D2EEFF}" type="presOf" srcId="{084F8FD6-CAC7-4D0E-8D6F-34C953D0A8B5}" destId="{56954EC8-E178-4D95-9B55-24B4FC3EFCDC}" srcOrd="0" destOrd="0" presId="urn:microsoft.com/office/officeart/2009/layout/CirclePictureHierarchy"/>
    <dgm:cxn modelId="{D1408531-A664-461F-B861-2C908D70CD56}" type="presOf" srcId="{05FECB41-6D4B-45D2-8EBA-87192101F0F0}" destId="{50F87BD1-1C00-46B2-9D50-06561274682C}" srcOrd="0" destOrd="0" presId="urn:microsoft.com/office/officeart/2009/layout/CirclePictureHierarchy"/>
    <dgm:cxn modelId="{A48A2D33-4A47-4517-A7A4-26878B511DD4}" srcId="{932A6641-B47E-48FC-963F-311CBB9F360A}" destId="{F157024A-F325-4B04-876C-7631430CD8B8}" srcOrd="0" destOrd="0" parTransId="{084F8FD6-CAC7-4D0E-8D6F-34C953D0A8B5}" sibTransId="{C5411E0A-9D82-4429-8DDC-A5ECA6FFA10D}"/>
    <dgm:cxn modelId="{B01BB95C-0F1F-4512-AA17-B9400FF369E6}" type="presOf" srcId="{F157024A-F325-4B04-876C-7631430CD8B8}" destId="{F074BA4F-23FB-4987-93EF-B18EF6B70CEA}" srcOrd="0" destOrd="0" presId="urn:microsoft.com/office/officeart/2009/layout/CirclePictureHierarchy"/>
    <dgm:cxn modelId="{63B71549-DAB4-4AF0-9674-112C92E00AA2}" type="presOf" srcId="{93B8E493-EA93-4F7C-8171-98FEF501A448}" destId="{B9609E6F-9E9B-45BA-A47F-F2A6D796599B}" srcOrd="0" destOrd="0" presId="urn:microsoft.com/office/officeart/2009/layout/CirclePictureHierarchy"/>
    <dgm:cxn modelId="{E65C054B-9B15-4FA5-9C41-E42B668491E6}" srcId="{8EA7219F-BDB2-48EB-9EEB-3133522D132E}" destId="{05FECB41-6D4B-45D2-8EBA-87192101F0F0}" srcOrd="1" destOrd="0" parTransId="{AA5859CE-1935-428E-8F3A-D00391A9A382}" sibTransId="{C5D3D9B1-03B8-4AB8-AB31-9E49A99D6797}"/>
    <dgm:cxn modelId="{43C97F87-D601-4F6E-B066-B38C2D237925}" type="presOf" srcId="{B9C32B05-62EA-407A-B21C-2310C7945705}" destId="{3E45CF9F-3A88-4F2C-8C60-99CBA2BC17DE}" srcOrd="0" destOrd="0" presId="urn:microsoft.com/office/officeart/2009/layout/CirclePictureHierarchy"/>
    <dgm:cxn modelId="{ADC50896-228F-43A5-A7CE-0059C4FA3FB4}" type="presOf" srcId="{3EE8403A-CB7C-4815-85BD-AEBCAEB71B37}" destId="{57CA98D1-CE72-47F1-B1B9-5B8E9E028F34}" srcOrd="0" destOrd="0" presId="urn:microsoft.com/office/officeart/2009/layout/CirclePictureHierarchy"/>
    <dgm:cxn modelId="{6A5F7EA5-F429-4EA0-B87A-A796BD4F9908}" type="presOf" srcId="{0A0E61DB-8A10-4B79-92D2-5500D5AEF449}" destId="{2B809459-62D4-4E38-8B45-102C9ED79118}" srcOrd="0" destOrd="0" presId="urn:microsoft.com/office/officeart/2009/layout/CirclePictureHierarchy"/>
    <dgm:cxn modelId="{C71985A7-83CB-450A-9E4B-C25F543419C0}" type="presOf" srcId="{A13BB1F9-5857-4B43-8BF5-6589AA2CB759}" destId="{D13365EC-C325-4794-88CC-07D5D177B4C5}" srcOrd="0" destOrd="0" presId="urn:microsoft.com/office/officeart/2009/layout/CirclePictureHierarchy"/>
    <dgm:cxn modelId="{CED23CA8-0189-44F1-A3CF-8428B0BECC75}" type="presOf" srcId="{DB656091-8DFF-497F-8BC8-FDE187821C4F}" destId="{D17D04C3-F068-4F99-8660-406B4D177845}" srcOrd="0" destOrd="0" presId="urn:microsoft.com/office/officeart/2009/layout/CirclePictureHierarchy"/>
    <dgm:cxn modelId="{E82059C4-2D23-4B7D-B1A6-48C9187CD97C}" srcId="{8EA7219F-BDB2-48EB-9EEB-3133522D132E}" destId="{0A0E61DB-8A10-4B79-92D2-5500D5AEF449}" srcOrd="0" destOrd="0" parTransId="{1441988F-AAA1-489E-9170-F8F553C17D69}" sibTransId="{E2296C67-3533-41D6-AE9D-C2B4E4E8558A}"/>
    <dgm:cxn modelId="{63F6A1DA-D9F5-4477-A227-98A452A31545}" type="presOf" srcId="{8EA7219F-BDB2-48EB-9EEB-3133522D132E}" destId="{DA4EB2BA-F406-4C4C-8B2B-893F39E89BC3}" srcOrd="0" destOrd="0" presId="urn:microsoft.com/office/officeart/2009/layout/CirclePictureHierarchy"/>
    <dgm:cxn modelId="{EBA731E1-3E5A-40C1-8BA3-29A5F3C32283}" type="presOf" srcId="{BCC541E2-3A60-4FA0-82BC-A407780EE7DB}" destId="{BA5558BA-44C7-49FA-8150-507E9FBA0BDF}" srcOrd="0" destOrd="0" presId="urn:microsoft.com/office/officeart/2009/layout/CirclePictureHierarchy"/>
    <dgm:cxn modelId="{24F8CBE2-5003-4E69-A772-6B98F2B05181}" srcId="{42D71409-67F9-455C-8C6D-716D284AAA6B}" destId="{3AF880A5-0F00-4315-A5DF-1FE656798601}" srcOrd="1" destOrd="0" parTransId="{A13BB1F9-5857-4B43-8BF5-6589AA2CB759}" sibTransId="{C198C41D-2640-4669-83ED-E0CD35701C8E}"/>
    <dgm:cxn modelId="{58AD7EEF-D408-406B-87EE-4691D4C30668}" srcId="{42D71409-67F9-455C-8C6D-716D284AAA6B}" destId="{8EA7219F-BDB2-48EB-9EEB-3133522D132E}" srcOrd="0" destOrd="0" parTransId="{3EE8403A-CB7C-4815-85BD-AEBCAEB71B37}" sibTransId="{C94B7947-85DC-4B21-BB99-DF8438356F98}"/>
    <dgm:cxn modelId="{4915C3F8-EEEB-4015-BBEA-77B5AC797CD1}" type="presOf" srcId="{932A6641-B47E-48FC-963F-311CBB9F360A}" destId="{68E323B9-8237-4B0D-BAE5-446302A3BAEB}" srcOrd="0" destOrd="0" presId="urn:microsoft.com/office/officeart/2009/layout/CirclePictureHierarchy"/>
    <dgm:cxn modelId="{9F757172-0B1B-4036-A553-502D760DEAD2}" type="presParOf" srcId="{3E45CF9F-3A88-4F2C-8C60-99CBA2BC17DE}" destId="{E92803CC-CC3F-4236-9632-A60CE93AAC1D}" srcOrd="0" destOrd="0" presId="urn:microsoft.com/office/officeart/2009/layout/CirclePictureHierarchy"/>
    <dgm:cxn modelId="{20BC6243-EA5A-405E-B73D-C4BCF4D43CB6}" type="presParOf" srcId="{E92803CC-CC3F-4236-9632-A60CE93AAC1D}" destId="{8D61EA97-FE74-42FE-B051-1738921B0C7B}" srcOrd="0" destOrd="0" presId="urn:microsoft.com/office/officeart/2009/layout/CirclePictureHierarchy"/>
    <dgm:cxn modelId="{D753BADE-DF0F-4182-B9F5-BC2DEE8C60CC}" type="presParOf" srcId="{8D61EA97-FE74-42FE-B051-1738921B0C7B}" destId="{CA2F195C-376C-4122-BE9A-79AD25E2D7C2}" srcOrd="0" destOrd="0" presId="urn:microsoft.com/office/officeart/2009/layout/CirclePictureHierarchy"/>
    <dgm:cxn modelId="{13CE024F-9A28-48A8-A137-E9EB8E42C070}" type="presParOf" srcId="{8D61EA97-FE74-42FE-B051-1738921B0C7B}" destId="{47345A4E-B415-486D-86AB-36CCEA0E3A47}" srcOrd="1" destOrd="0" presId="urn:microsoft.com/office/officeart/2009/layout/CirclePictureHierarchy"/>
    <dgm:cxn modelId="{BC1DB406-5DF4-46BA-9CC4-F6842A1DFB73}" type="presParOf" srcId="{E92803CC-CC3F-4236-9632-A60CE93AAC1D}" destId="{DBF94A24-B03D-469B-8CC8-47C6ADE84EE1}" srcOrd="1" destOrd="0" presId="urn:microsoft.com/office/officeart/2009/layout/CirclePictureHierarchy"/>
    <dgm:cxn modelId="{18A7CEA4-F2D3-4049-AB60-FBDF99B0EA71}" type="presParOf" srcId="{DBF94A24-B03D-469B-8CC8-47C6ADE84EE1}" destId="{57CA98D1-CE72-47F1-B1B9-5B8E9E028F34}" srcOrd="0" destOrd="0" presId="urn:microsoft.com/office/officeart/2009/layout/CirclePictureHierarchy"/>
    <dgm:cxn modelId="{DFA491B6-54BC-4CFC-8172-214938386A01}" type="presParOf" srcId="{DBF94A24-B03D-469B-8CC8-47C6ADE84EE1}" destId="{E0A21535-FC6B-4C40-81DF-726D87AE8450}" srcOrd="1" destOrd="0" presId="urn:microsoft.com/office/officeart/2009/layout/CirclePictureHierarchy"/>
    <dgm:cxn modelId="{43C653A6-F38A-4AC0-ADB6-FB7F973FF0B5}" type="presParOf" srcId="{E0A21535-FC6B-4C40-81DF-726D87AE8450}" destId="{9DF0793D-DB0F-4507-9BA0-691468C9F6C3}" srcOrd="0" destOrd="0" presId="urn:microsoft.com/office/officeart/2009/layout/CirclePictureHierarchy"/>
    <dgm:cxn modelId="{08C76F2E-2EFD-4B93-80D5-01B91D0A050C}" type="presParOf" srcId="{9DF0793D-DB0F-4507-9BA0-691468C9F6C3}" destId="{C4F131CA-A51B-4C1B-A1E5-43747018BB1D}" srcOrd="0" destOrd="0" presId="urn:microsoft.com/office/officeart/2009/layout/CirclePictureHierarchy"/>
    <dgm:cxn modelId="{99382D08-5BBB-4AFC-B308-73B3BAC4B537}" type="presParOf" srcId="{9DF0793D-DB0F-4507-9BA0-691468C9F6C3}" destId="{DA4EB2BA-F406-4C4C-8B2B-893F39E89BC3}" srcOrd="1" destOrd="0" presId="urn:microsoft.com/office/officeart/2009/layout/CirclePictureHierarchy"/>
    <dgm:cxn modelId="{25A12117-A1D5-47A8-98DD-42F3FEB3FB3A}" type="presParOf" srcId="{E0A21535-FC6B-4C40-81DF-726D87AE8450}" destId="{6E79FF5A-EE55-4755-A2D5-78FF9C827842}" srcOrd="1" destOrd="0" presId="urn:microsoft.com/office/officeart/2009/layout/CirclePictureHierarchy"/>
    <dgm:cxn modelId="{ACE87AA5-1EE2-4F04-AF83-358B58AA0B08}" type="presParOf" srcId="{6E79FF5A-EE55-4755-A2D5-78FF9C827842}" destId="{2DCFBCFC-1929-4E83-A64C-0FE985009E64}" srcOrd="0" destOrd="0" presId="urn:microsoft.com/office/officeart/2009/layout/CirclePictureHierarchy"/>
    <dgm:cxn modelId="{E8801AE6-6C22-4E5B-8496-190365D6DD7A}" type="presParOf" srcId="{6E79FF5A-EE55-4755-A2D5-78FF9C827842}" destId="{AEF1056D-E48D-44F6-819A-6F8DB2E252C9}" srcOrd="1" destOrd="0" presId="urn:microsoft.com/office/officeart/2009/layout/CirclePictureHierarchy"/>
    <dgm:cxn modelId="{EE79D6F8-478A-4A75-A1FC-769B83091175}" type="presParOf" srcId="{AEF1056D-E48D-44F6-819A-6F8DB2E252C9}" destId="{1060759E-B88F-40DD-B1CC-5A6CCA785BB1}" srcOrd="0" destOrd="0" presId="urn:microsoft.com/office/officeart/2009/layout/CirclePictureHierarchy"/>
    <dgm:cxn modelId="{61A9C294-1A00-4726-925E-F063D42F21E5}" type="presParOf" srcId="{1060759E-B88F-40DD-B1CC-5A6CCA785BB1}" destId="{BB3946F0-6AD7-4F48-A36B-AB7140CA5342}" srcOrd="0" destOrd="0" presId="urn:microsoft.com/office/officeart/2009/layout/CirclePictureHierarchy"/>
    <dgm:cxn modelId="{91C1956E-E144-40F0-BE5D-101DEB0DEC77}" type="presParOf" srcId="{1060759E-B88F-40DD-B1CC-5A6CCA785BB1}" destId="{2B809459-62D4-4E38-8B45-102C9ED79118}" srcOrd="1" destOrd="0" presId="urn:microsoft.com/office/officeart/2009/layout/CirclePictureHierarchy"/>
    <dgm:cxn modelId="{EBA0431A-11FF-4ADF-8A1B-45830FAD36E3}" type="presParOf" srcId="{AEF1056D-E48D-44F6-819A-6F8DB2E252C9}" destId="{631A1D6E-706C-4296-AF07-25776348942E}" srcOrd="1" destOrd="0" presId="urn:microsoft.com/office/officeart/2009/layout/CirclePictureHierarchy"/>
    <dgm:cxn modelId="{ACE63E76-27FB-4CD6-9751-4039C8CD0EC8}" type="presParOf" srcId="{6E79FF5A-EE55-4755-A2D5-78FF9C827842}" destId="{2FE07C31-2063-446C-87D8-7CD7C0F191C1}" srcOrd="2" destOrd="0" presId="urn:microsoft.com/office/officeart/2009/layout/CirclePictureHierarchy"/>
    <dgm:cxn modelId="{BF519ACF-3710-4469-9AF1-2B5B96200B7D}" type="presParOf" srcId="{6E79FF5A-EE55-4755-A2D5-78FF9C827842}" destId="{45DD58D0-6A08-4F00-A6AD-FF586197B35B}" srcOrd="3" destOrd="0" presId="urn:microsoft.com/office/officeart/2009/layout/CirclePictureHierarchy"/>
    <dgm:cxn modelId="{C3C64183-A407-4AF1-8FD9-0F677894484A}" type="presParOf" srcId="{45DD58D0-6A08-4F00-A6AD-FF586197B35B}" destId="{6444588E-A851-4909-A8CC-41C6EAFB278F}" srcOrd="0" destOrd="0" presId="urn:microsoft.com/office/officeart/2009/layout/CirclePictureHierarchy"/>
    <dgm:cxn modelId="{2E47DEF5-42ED-434A-A8BC-2A914842941F}" type="presParOf" srcId="{6444588E-A851-4909-A8CC-41C6EAFB278F}" destId="{B4996FE0-02DD-4BCE-9919-576A02077D25}" srcOrd="0" destOrd="0" presId="urn:microsoft.com/office/officeart/2009/layout/CirclePictureHierarchy"/>
    <dgm:cxn modelId="{9FEE2EAA-839C-4204-B489-43D547F0CD28}" type="presParOf" srcId="{6444588E-A851-4909-A8CC-41C6EAFB278F}" destId="{50F87BD1-1C00-46B2-9D50-06561274682C}" srcOrd="1" destOrd="0" presId="urn:microsoft.com/office/officeart/2009/layout/CirclePictureHierarchy"/>
    <dgm:cxn modelId="{B0827CEA-7240-41D1-80C4-4ED9616C3E72}" type="presParOf" srcId="{45DD58D0-6A08-4F00-A6AD-FF586197B35B}" destId="{E66DFC2B-97FC-4330-B1F5-7705ABB40D6E}" srcOrd="1" destOrd="0" presId="urn:microsoft.com/office/officeart/2009/layout/CirclePictureHierarchy"/>
    <dgm:cxn modelId="{A126119A-55C2-4ED5-9974-590859413500}" type="presParOf" srcId="{E66DFC2B-97FC-4330-B1F5-7705ABB40D6E}" destId="{D17D04C3-F068-4F99-8660-406B4D177845}" srcOrd="0" destOrd="0" presId="urn:microsoft.com/office/officeart/2009/layout/CirclePictureHierarchy"/>
    <dgm:cxn modelId="{06B65F88-0475-4406-9E71-15FE39E23E06}" type="presParOf" srcId="{E66DFC2B-97FC-4330-B1F5-7705ABB40D6E}" destId="{6CF84F4D-3F47-420C-A3DB-D15E86DEC82A}" srcOrd="1" destOrd="0" presId="urn:microsoft.com/office/officeart/2009/layout/CirclePictureHierarchy"/>
    <dgm:cxn modelId="{658CD2CB-E990-4444-805F-F9A106E9B8DE}" type="presParOf" srcId="{6CF84F4D-3F47-420C-A3DB-D15E86DEC82A}" destId="{329A0B45-AFE6-4A55-854C-AAD5449086E5}" srcOrd="0" destOrd="0" presId="urn:microsoft.com/office/officeart/2009/layout/CirclePictureHierarchy"/>
    <dgm:cxn modelId="{F81E82A2-B253-454A-88C8-DE2193467439}" type="presParOf" srcId="{329A0B45-AFE6-4A55-854C-AAD5449086E5}" destId="{7C3D16F7-9DB9-48F5-B0AC-2858A6227D22}" srcOrd="0" destOrd="0" presId="urn:microsoft.com/office/officeart/2009/layout/CirclePictureHierarchy"/>
    <dgm:cxn modelId="{60B3E990-C92D-439B-94F7-B72AF4526C86}" type="presParOf" srcId="{329A0B45-AFE6-4A55-854C-AAD5449086E5}" destId="{B9609E6F-9E9B-45BA-A47F-F2A6D796599B}" srcOrd="1" destOrd="0" presId="urn:microsoft.com/office/officeart/2009/layout/CirclePictureHierarchy"/>
    <dgm:cxn modelId="{5F873ED0-B8A3-4F6E-8940-EC83246CBD70}" type="presParOf" srcId="{6CF84F4D-3F47-420C-A3DB-D15E86DEC82A}" destId="{2E9A0ECC-3006-48AF-8132-10E328E907A4}" srcOrd="1" destOrd="0" presId="urn:microsoft.com/office/officeart/2009/layout/CirclePictureHierarchy"/>
    <dgm:cxn modelId="{43177ECA-DF14-410F-90E5-B46C716F5A83}" type="presParOf" srcId="{DBF94A24-B03D-469B-8CC8-47C6ADE84EE1}" destId="{D13365EC-C325-4794-88CC-07D5D177B4C5}" srcOrd="2" destOrd="0" presId="urn:microsoft.com/office/officeart/2009/layout/CirclePictureHierarchy"/>
    <dgm:cxn modelId="{DE260EA2-401B-4AAF-9C91-0F45981DA99A}" type="presParOf" srcId="{DBF94A24-B03D-469B-8CC8-47C6ADE84EE1}" destId="{ADE5DCAA-CDE9-48FC-8DA2-6CFAB4D086C5}" srcOrd="3" destOrd="0" presId="urn:microsoft.com/office/officeart/2009/layout/CirclePictureHierarchy"/>
    <dgm:cxn modelId="{04E4AD2A-F793-4C2B-887D-7208877169E7}" type="presParOf" srcId="{ADE5DCAA-CDE9-48FC-8DA2-6CFAB4D086C5}" destId="{D4C50CE7-F404-4AFA-B6A8-AF97C3F0F764}" srcOrd="0" destOrd="0" presId="urn:microsoft.com/office/officeart/2009/layout/CirclePictureHierarchy"/>
    <dgm:cxn modelId="{60E2A86E-36E9-4394-A489-8E835573FBD0}" type="presParOf" srcId="{D4C50CE7-F404-4AFA-B6A8-AF97C3F0F764}" destId="{A6507C1F-040B-46B6-8AB7-99872C9831D2}" srcOrd="0" destOrd="0" presId="urn:microsoft.com/office/officeart/2009/layout/CirclePictureHierarchy"/>
    <dgm:cxn modelId="{D5B9CADB-DAAF-413E-9967-AA78A9590F9F}" type="presParOf" srcId="{D4C50CE7-F404-4AFA-B6A8-AF97C3F0F764}" destId="{FCBD4FAF-C92F-4E31-909A-0F8CD6B1E53D}" srcOrd="1" destOrd="0" presId="urn:microsoft.com/office/officeart/2009/layout/CirclePictureHierarchy"/>
    <dgm:cxn modelId="{463EB6A0-F5EA-40DE-812C-4CA4ADFEA92A}" type="presParOf" srcId="{ADE5DCAA-CDE9-48FC-8DA2-6CFAB4D086C5}" destId="{C76F2718-6E98-4900-A3C5-03519D2AC6DF}" srcOrd="1" destOrd="0" presId="urn:microsoft.com/office/officeart/2009/layout/CirclePictureHierarchy"/>
    <dgm:cxn modelId="{1C99C5CE-6F68-4AF9-8734-99D57C4A52D9}" type="presParOf" srcId="{DBF94A24-B03D-469B-8CC8-47C6ADE84EE1}" destId="{BA5558BA-44C7-49FA-8150-507E9FBA0BDF}" srcOrd="4" destOrd="0" presId="urn:microsoft.com/office/officeart/2009/layout/CirclePictureHierarchy"/>
    <dgm:cxn modelId="{2740BACE-ABC2-40A7-A717-699A36A1DE5C}" type="presParOf" srcId="{DBF94A24-B03D-469B-8CC8-47C6ADE84EE1}" destId="{2DC1DFF6-D090-453A-AE7E-068BD1997134}" srcOrd="5" destOrd="0" presId="urn:microsoft.com/office/officeart/2009/layout/CirclePictureHierarchy"/>
    <dgm:cxn modelId="{4B427058-DEAF-40CF-AE39-D706A65A1BC2}" type="presParOf" srcId="{2DC1DFF6-D090-453A-AE7E-068BD1997134}" destId="{43F01B27-D517-44A3-BF48-152E3F19D3DA}" srcOrd="0" destOrd="0" presId="urn:microsoft.com/office/officeart/2009/layout/CirclePictureHierarchy"/>
    <dgm:cxn modelId="{A0E2FCBF-C31C-42B2-BCB0-18FE33B0BFE5}" type="presParOf" srcId="{43F01B27-D517-44A3-BF48-152E3F19D3DA}" destId="{69352B5A-A027-4512-BFF1-DEAEF0805B00}" srcOrd="0" destOrd="0" presId="urn:microsoft.com/office/officeart/2009/layout/CirclePictureHierarchy"/>
    <dgm:cxn modelId="{28D69986-3209-4458-AC42-0D9DD36D6A27}" type="presParOf" srcId="{43F01B27-D517-44A3-BF48-152E3F19D3DA}" destId="{68E323B9-8237-4B0D-BAE5-446302A3BAEB}" srcOrd="1" destOrd="0" presId="urn:microsoft.com/office/officeart/2009/layout/CirclePictureHierarchy"/>
    <dgm:cxn modelId="{D4D05B61-00D5-4CD7-A717-34A083FE1A04}" type="presParOf" srcId="{2DC1DFF6-D090-453A-AE7E-068BD1997134}" destId="{9E36CCC3-3A3E-4A4E-9265-A859DEF459E0}" srcOrd="1" destOrd="0" presId="urn:microsoft.com/office/officeart/2009/layout/CirclePictureHierarchy"/>
    <dgm:cxn modelId="{A06A36F6-7E09-461D-9640-C94D999A96E7}" type="presParOf" srcId="{9E36CCC3-3A3E-4A4E-9265-A859DEF459E0}" destId="{56954EC8-E178-4D95-9B55-24B4FC3EFCDC}" srcOrd="0" destOrd="0" presId="urn:microsoft.com/office/officeart/2009/layout/CirclePictureHierarchy"/>
    <dgm:cxn modelId="{B7D199A1-0818-4E5F-BD42-07B276EB3933}" type="presParOf" srcId="{9E36CCC3-3A3E-4A4E-9265-A859DEF459E0}" destId="{A8FEF804-601B-4EC3-849A-7EDCEA2D2B33}" srcOrd="1" destOrd="0" presId="urn:microsoft.com/office/officeart/2009/layout/CirclePictureHierarchy"/>
    <dgm:cxn modelId="{FA709E14-2B65-4E4E-8064-D01356CC78C3}" type="presParOf" srcId="{A8FEF804-601B-4EC3-849A-7EDCEA2D2B33}" destId="{6A8AB677-7116-4BEC-AE57-6044DE3F42F4}" srcOrd="0" destOrd="0" presId="urn:microsoft.com/office/officeart/2009/layout/CirclePictureHierarchy"/>
    <dgm:cxn modelId="{A604F1B4-147B-4168-B50D-A904803CA791}" type="presParOf" srcId="{6A8AB677-7116-4BEC-AE57-6044DE3F42F4}" destId="{39319D7C-B8D4-4BC0-A207-8D61F70323A8}" srcOrd="0" destOrd="0" presId="urn:microsoft.com/office/officeart/2009/layout/CirclePictureHierarchy"/>
    <dgm:cxn modelId="{46C32911-9CDC-49D3-A0BF-FDC540DED025}" type="presParOf" srcId="{6A8AB677-7116-4BEC-AE57-6044DE3F42F4}" destId="{F074BA4F-23FB-4987-93EF-B18EF6B70CEA}" srcOrd="1" destOrd="0" presId="urn:microsoft.com/office/officeart/2009/layout/CirclePictureHierarchy"/>
    <dgm:cxn modelId="{D7BC2D54-7378-4E47-8759-CA9492DBC16A}" type="presParOf" srcId="{A8FEF804-601B-4EC3-849A-7EDCEA2D2B33}" destId="{338F7231-2775-442B-9D21-7AFB45AE742F}" srcOrd="1" destOrd="0" presId="urn:microsoft.com/office/officeart/2009/layout/CirclePictureHierarchy"/>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03.xml><?xml version="1.0" encoding="utf-8"?>
<dgm:dataModel xmlns:dgm="http://schemas.openxmlformats.org/drawingml/2006/diagram" xmlns:a="http://schemas.openxmlformats.org/drawingml/2006/main">
  <dgm:ptLst>
    <dgm:pt modelId="{B9C32B05-62EA-407A-B21C-2310C7945705}" type="doc">
      <dgm:prSet loTypeId="urn:microsoft.com/office/officeart/2005/8/layout/hierarchy1" loCatId="hierarchy"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b="1" dirty="0">
              <a:solidFill>
                <a:schemeClr val="tx2"/>
              </a:solidFill>
            </a:rPr>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3AF880A5-0F00-4315-A5DF-1FE656798601}">
      <dgm:prSet phldrT="[Text]"/>
      <dgm:spPr/>
      <dgm:t>
        <a:bodyPr/>
        <a:lstStyle/>
        <a:p>
          <a:r>
            <a:rPr lang="en-US" dirty="0"/>
            <a:t>Some text here</a:t>
          </a:r>
        </a:p>
      </dgm:t>
    </dgm:pt>
    <dgm:pt modelId="{A13BB1F9-5857-4B43-8BF5-6589AA2CB759}" type="parTrans" cxnId="{24F8CBE2-5003-4E69-A772-6B98F2B05181}">
      <dgm:prSet/>
      <dgm:spPr/>
      <dgm:t>
        <a:bodyPr/>
        <a:lstStyle/>
        <a:p>
          <a:endParaRPr lang="en-US"/>
        </a:p>
      </dgm:t>
    </dgm:pt>
    <dgm:pt modelId="{C198C41D-2640-4669-83ED-E0CD35701C8E}" type="sibTrans" cxnId="{24F8CBE2-5003-4E69-A772-6B98F2B05181}">
      <dgm:prSet/>
      <dgm:spPr/>
      <dgm:t>
        <a:bodyPr/>
        <a:lstStyle/>
        <a:p>
          <a:endParaRPr lang="en-US"/>
        </a:p>
      </dgm:t>
    </dgm:pt>
    <dgm:pt modelId="{8EA7219F-BDB2-48EB-9EEB-3133522D132E}">
      <dgm:prSet phldrT="[Text]"/>
      <dgm:spPr/>
      <dgm:t>
        <a:bodyPr/>
        <a:lstStyle/>
        <a:p>
          <a:r>
            <a:rPr lang="en-US" dirty="0"/>
            <a:t>Some text here</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932A6641-B47E-48FC-963F-311CBB9F360A}">
      <dgm:prSet phldrT="[Text]"/>
      <dgm:spPr/>
      <dgm:t>
        <a:bodyPr/>
        <a:lstStyle/>
        <a:p>
          <a:r>
            <a:rPr lang="en-US" dirty="0"/>
            <a:t>Some text here</a:t>
          </a:r>
        </a:p>
      </dgm:t>
    </dgm:pt>
    <dgm:pt modelId="{BCC541E2-3A60-4FA0-82BC-A407780EE7DB}" type="parTrans" cxnId="{FD0D0812-3766-4422-AB8F-58752BCDBE07}">
      <dgm:prSet/>
      <dgm:spPr/>
      <dgm:t>
        <a:bodyPr/>
        <a:lstStyle/>
        <a:p>
          <a:endParaRPr lang="en-US"/>
        </a:p>
      </dgm:t>
    </dgm:pt>
    <dgm:pt modelId="{0E70FA36-C3C7-4A08-A69A-A16BAA6AE9D9}" type="sibTrans" cxnId="{FD0D0812-3766-4422-AB8F-58752BCDBE07}">
      <dgm:prSet/>
      <dgm:spPr/>
      <dgm:t>
        <a:bodyPr/>
        <a:lstStyle/>
        <a:p>
          <a:endParaRPr lang="en-US"/>
        </a:p>
      </dgm:t>
    </dgm:pt>
    <dgm:pt modelId="{05FECB41-6D4B-45D2-8EBA-87192101F0F0}">
      <dgm:prSet phldrT="[Text]"/>
      <dgm:spPr/>
      <dgm:t>
        <a:bodyPr/>
        <a:lstStyle/>
        <a:p>
          <a:r>
            <a:rPr lang="en-US" dirty="0"/>
            <a:t>Some text here</a:t>
          </a:r>
        </a:p>
      </dgm:t>
    </dgm:pt>
    <dgm:pt modelId="{AA5859CE-1935-428E-8F3A-D00391A9A382}" type="parTrans" cxnId="{E65C054B-9B15-4FA5-9C41-E42B668491E6}">
      <dgm:prSet/>
      <dgm:spPr/>
      <dgm:t>
        <a:bodyPr/>
        <a:lstStyle/>
        <a:p>
          <a:endParaRPr lang="en-US"/>
        </a:p>
      </dgm:t>
    </dgm:pt>
    <dgm:pt modelId="{C5D3D9B1-03B8-4AB8-AB31-9E49A99D6797}" type="sibTrans" cxnId="{E65C054B-9B15-4FA5-9C41-E42B668491E6}">
      <dgm:prSet/>
      <dgm:spPr/>
      <dgm:t>
        <a:bodyPr/>
        <a:lstStyle/>
        <a:p>
          <a:endParaRPr lang="en-US"/>
        </a:p>
      </dgm:t>
    </dgm:pt>
    <dgm:pt modelId="{0A0E61DB-8A10-4B79-92D2-5500D5AEF449}">
      <dgm:prSet phldrT="[Text]"/>
      <dgm:spPr/>
      <dgm:t>
        <a:bodyPr/>
        <a:lstStyle/>
        <a:p>
          <a:r>
            <a:rPr lang="en-US" dirty="0"/>
            <a:t>Some text here</a:t>
          </a:r>
        </a:p>
      </dgm:t>
    </dgm:pt>
    <dgm:pt modelId="{1441988F-AAA1-489E-9170-F8F553C17D69}" type="parTrans" cxnId="{E82059C4-2D23-4B7D-B1A6-48C9187CD97C}">
      <dgm:prSet/>
      <dgm:spPr/>
      <dgm:t>
        <a:bodyPr/>
        <a:lstStyle/>
        <a:p>
          <a:endParaRPr lang="en-US"/>
        </a:p>
      </dgm:t>
    </dgm:pt>
    <dgm:pt modelId="{E2296C67-3533-41D6-AE9D-C2B4E4E8558A}" type="sibTrans" cxnId="{E82059C4-2D23-4B7D-B1A6-48C9187CD97C}">
      <dgm:prSet/>
      <dgm:spPr/>
      <dgm:t>
        <a:bodyPr/>
        <a:lstStyle/>
        <a:p>
          <a:endParaRPr lang="en-US"/>
        </a:p>
      </dgm:t>
    </dgm:pt>
    <dgm:pt modelId="{F157024A-F325-4B04-876C-7631430CD8B8}">
      <dgm:prSet phldrT="[Text]"/>
      <dgm:spPr/>
      <dgm:t>
        <a:bodyPr/>
        <a:lstStyle/>
        <a:p>
          <a:r>
            <a:rPr lang="en-US" dirty="0"/>
            <a:t>Some text here</a:t>
          </a:r>
        </a:p>
      </dgm:t>
    </dgm:pt>
    <dgm:pt modelId="{084F8FD6-CAC7-4D0E-8D6F-34C953D0A8B5}" type="parTrans" cxnId="{A48A2D33-4A47-4517-A7A4-26878B511DD4}">
      <dgm:prSet/>
      <dgm:spPr/>
      <dgm:t>
        <a:bodyPr/>
        <a:lstStyle/>
        <a:p>
          <a:endParaRPr lang="en-US"/>
        </a:p>
      </dgm:t>
    </dgm:pt>
    <dgm:pt modelId="{C5411E0A-9D82-4429-8DDC-A5ECA6FFA10D}" type="sibTrans" cxnId="{A48A2D33-4A47-4517-A7A4-26878B511DD4}">
      <dgm:prSet/>
      <dgm:spPr/>
      <dgm:t>
        <a:bodyPr/>
        <a:lstStyle/>
        <a:p>
          <a:endParaRPr lang="en-US"/>
        </a:p>
      </dgm:t>
    </dgm:pt>
    <dgm:pt modelId="{93B8E493-EA93-4F7C-8171-98FEF501A448}">
      <dgm:prSet phldrT="[Text]"/>
      <dgm:spPr/>
      <dgm:t>
        <a:bodyPr/>
        <a:lstStyle/>
        <a:p>
          <a:r>
            <a:rPr lang="en-US" dirty="0"/>
            <a:t>Some text here</a:t>
          </a:r>
        </a:p>
      </dgm:t>
    </dgm:pt>
    <dgm:pt modelId="{DB656091-8DFF-497F-8BC8-FDE187821C4F}" type="parTrans" cxnId="{3C496B29-A9E1-4A1A-A48B-9EEC69549197}">
      <dgm:prSet/>
      <dgm:spPr/>
      <dgm:t>
        <a:bodyPr/>
        <a:lstStyle/>
        <a:p>
          <a:endParaRPr lang="en-US"/>
        </a:p>
      </dgm:t>
    </dgm:pt>
    <dgm:pt modelId="{7BDD9460-EE6F-4CF5-8274-75C224AC62C4}" type="sibTrans" cxnId="{3C496B29-A9E1-4A1A-A48B-9EEC69549197}">
      <dgm:prSet/>
      <dgm:spPr/>
      <dgm:t>
        <a:bodyPr/>
        <a:lstStyle/>
        <a:p>
          <a:endParaRPr lang="en-US"/>
        </a:p>
      </dgm:t>
    </dgm:pt>
    <dgm:pt modelId="{01E003BB-DF1E-4AA7-BDE0-D6B859C98A96}" type="pres">
      <dgm:prSet presAssocID="{B9C32B05-62EA-407A-B21C-2310C7945705}" presName="hierChild1" presStyleCnt="0">
        <dgm:presLayoutVars>
          <dgm:chPref val="1"/>
          <dgm:dir/>
          <dgm:animOne val="branch"/>
          <dgm:animLvl val="lvl"/>
          <dgm:resizeHandles/>
        </dgm:presLayoutVars>
      </dgm:prSet>
      <dgm:spPr/>
    </dgm:pt>
    <dgm:pt modelId="{7768C302-85A8-4443-BD8A-19C50D4A1162}" type="pres">
      <dgm:prSet presAssocID="{42D71409-67F9-455C-8C6D-716D284AAA6B}" presName="hierRoot1" presStyleCnt="0"/>
      <dgm:spPr/>
    </dgm:pt>
    <dgm:pt modelId="{CF52B9C6-8356-475F-A598-917F217C58DF}" type="pres">
      <dgm:prSet presAssocID="{42D71409-67F9-455C-8C6D-716D284AAA6B}" presName="composite" presStyleCnt="0"/>
      <dgm:spPr/>
    </dgm:pt>
    <dgm:pt modelId="{55554B4D-AC13-4560-B0D1-BB66D5D89918}" type="pres">
      <dgm:prSet presAssocID="{42D71409-67F9-455C-8C6D-716D284AAA6B}" presName="background" presStyleLbl="node0" presStyleIdx="0" presStyleCnt="1"/>
      <dgm:spPr/>
    </dgm:pt>
    <dgm:pt modelId="{786C8B5C-DAB4-4761-8623-DF6E08CE1FAB}" type="pres">
      <dgm:prSet presAssocID="{42D71409-67F9-455C-8C6D-716D284AAA6B}" presName="text" presStyleLbl="fgAcc0" presStyleIdx="0" presStyleCnt="1">
        <dgm:presLayoutVars>
          <dgm:chPref val="3"/>
        </dgm:presLayoutVars>
      </dgm:prSet>
      <dgm:spPr/>
    </dgm:pt>
    <dgm:pt modelId="{77F6833A-6655-4F34-9382-0D21E0512255}" type="pres">
      <dgm:prSet presAssocID="{42D71409-67F9-455C-8C6D-716D284AAA6B}" presName="hierChild2" presStyleCnt="0"/>
      <dgm:spPr/>
    </dgm:pt>
    <dgm:pt modelId="{C3B01577-931A-45DE-903B-67B4D42D7F82}" type="pres">
      <dgm:prSet presAssocID="{3EE8403A-CB7C-4815-85BD-AEBCAEB71B37}" presName="Name10" presStyleLbl="parChTrans1D2" presStyleIdx="0" presStyleCnt="3"/>
      <dgm:spPr/>
    </dgm:pt>
    <dgm:pt modelId="{F6822BBB-BFB3-4455-B1A6-68C0DAD1ADE8}" type="pres">
      <dgm:prSet presAssocID="{8EA7219F-BDB2-48EB-9EEB-3133522D132E}" presName="hierRoot2" presStyleCnt="0"/>
      <dgm:spPr/>
    </dgm:pt>
    <dgm:pt modelId="{23D5B7BB-7A94-46BB-83C2-3C0DB679A4F7}" type="pres">
      <dgm:prSet presAssocID="{8EA7219F-BDB2-48EB-9EEB-3133522D132E}" presName="composite2" presStyleCnt="0"/>
      <dgm:spPr/>
    </dgm:pt>
    <dgm:pt modelId="{B7E0067B-9ED0-4C5A-8C5A-55DB8463E54D}" type="pres">
      <dgm:prSet presAssocID="{8EA7219F-BDB2-48EB-9EEB-3133522D132E}" presName="background2" presStyleLbl="node2" presStyleIdx="0" presStyleCnt="3"/>
      <dgm:spPr/>
    </dgm:pt>
    <dgm:pt modelId="{B40E5F8E-56DB-434F-BA1A-418326FB281F}" type="pres">
      <dgm:prSet presAssocID="{8EA7219F-BDB2-48EB-9EEB-3133522D132E}" presName="text2" presStyleLbl="fgAcc2" presStyleIdx="0" presStyleCnt="3">
        <dgm:presLayoutVars>
          <dgm:chPref val="3"/>
        </dgm:presLayoutVars>
      </dgm:prSet>
      <dgm:spPr/>
    </dgm:pt>
    <dgm:pt modelId="{F13BE096-8828-4981-BB71-A0947A23421E}" type="pres">
      <dgm:prSet presAssocID="{8EA7219F-BDB2-48EB-9EEB-3133522D132E}" presName="hierChild3" presStyleCnt="0"/>
      <dgm:spPr/>
    </dgm:pt>
    <dgm:pt modelId="{686145F0-A3CC-46B6-975D-9E713177DD6D}" type="pres">
      <dgm:prSet presAssocID="{1441988F-AAA1-489E-9170-F8F553C17D69}" presName="Name17" presStyleLbl="parChTrans1D3" presStyleIdx="0" presStyleCnt="3"/>
      <dgm:spPr/>
    </dgm:pt>
    <dgm:pt modelId="{C3C6EC85-22C2-4B5D-9F1A-8238991BA44E}" type="pres">
      <dgm:prSet presAssocID="{0A0E61DB-8A10-4B79-92D2-5500D5AEF449}" presName="hierRoot3" presStyleCnt="0"/>
      <dgm:spPr/>
    </dgm:pt>
    <dgm:pt modelId="{49079527-4935-4438-9E35-CAE57FC115CE}" type="pres">
      <dgm:prSet presAssocID="{0A0E61DB-8A10-4B79-92D2-5500D5AEF449}" presName="composite3" presStyleCnt="0"/>
      <dgm:spPr/>
    </dgm:pt>
    <dgm:pt modelId="{0B08717B-735C-49AE-8421-61E105C9857D}" type="pres">
      <dgm:prSet presAssocID="{0A0E61DB-8A10-4B79-92D2-5500D5AEF449}" presName="background3" presStyleLbl="node3" presStyleIdx="0" presStyleCnt="3"/>
      <dgm:spPr/>
    </dgm:pt>
    <dgm:pt modelId="{5AD359CD-AFCE-4F47-9F40-A6BBD66841C6}" type="pres">
      <dgm:prSet presAssocID="{0A0E61DB-8A10-4B79-92D2-5500D5AEF449}" presName="text3" presStyleLbl="fgAcc3" presStyleIdx="0" presStyleCnt="3">
        <dgm:presLayoutVars>
          <dgm:chPref val="3"/>
        </dgm:presLayoutVars>
      </dgm:prSet>
      <dgm:spPr/>
    </dgm:pt>
    <dgm:pt modelId="{24385457-945C-42E4-8C3E-82C01B2BA280}" type="pres">
      <dgm:prSet presAssocID="{0A0E61DB-8A10-4B79-92D2-5500D5AEF449}" presName="hierChild4" presStyleCnt="0"/>
      <dgm:spPr/>
    </dgm:pt>
    <dgm:pt modelId="{01507AE9-C10C-4F5E-8E94-5905FF2C59C2}" type="pres">
      <dgm:prSet presAssocID="{AA5859CE-1935-428E-8F3A-D00391A9A382}" presName="Name17" presStyleLbl="parChTrans1D3" presStyleIdx="1" presStyleCnt="3"/>
      <dgm:spPr/>
    </dgm:pt>
    <dgm:pt modelId="{FA3E02F4-4909-4076-A001-286682973E51}" type="pres">
      <dgm:prSet presAssocID="{05FECB41-6D4B-45D2-8EBA-87192101F0F0}" presName="hierRoot3" presStyleCnt="0"/>
      <dgm:spPr/>
    </dgm:pt>
    <dgm:pt modelId="{E2A47C83-67CA-445F-91C3-E4E8081FB030}" type="pres">
      <dgm:prSet presAssocID="{05FECB41-6D4B-45D2-8EBA-87192101F0F0}" presName="composite3" presStyleCnt="0"/>
      <dgm:spPr/>
    </dgm:pt>
    <dgm:pt modelId="{64D8565B-3F7F-42B1-A6FA-6671CEADA06F}" type="pres">
      <dgm:prSet presAssocID="{05FECB41-6D4B-45D2-8EBA-87192101F0F0}" presName="background3" presStyleLbl="node3" presStyleIdx="1" presStyleCnt="3"/>
      <dgm:spPr/>
    </dgm:pt>
    <dgm:pt modelId="{CC28E7D9-A468-4882-971E-7AF8DC542489}" type="pres">
      <dgm:prSet presAssocID="{05FECB41-6D4B-45D2-8EBA-87192101F0F0}" presName="text3" presStyleLbl="fgAcc3" presStyleIdx="1" presStyleCnt="3">
        <dgm:presLayoutVars>
          <dgm:chPref val="3"/>
        </dgm:presLayoutVars>
      </dgm:prSet>
      <dgm:spPr/>
    </dgm:pt>
    <dgm:pt modelId="{D13E7EE5-B05C-460D-809B-B9C9B2CC34AE}" type="pres">
      <dgm:prSet presAssocID="{05FECB41-6D4B-45D2-8EBA-87192101F0F0}" presName="hierChild4" presStyleCnt="0"/>
      <dgm:spPr/>
    </dgm:pt>
    <dgm:pt modelId="{DC872C19-C9A8-4F92-A53E-9A2E74C949F9}" type="pres">
      <dgm:prSet presAssocID="{DB656091-8DFF-497F-8BC8-FDE187821C4F}" presName="Name23" presStyleLbl="parChTrans1D4" presStyleIdx="0" presStyleCnt="1"/>
      <dgm:spPr/>
    </dgm:pt>
    <dgm:pt modelId="{9A5F0E53-9621-4C27-B08E-4DD7C80D4D17}" type="pres">
      <dgm:prSet presAssocID="{93B8E493-EA93-4F7C-8171-98FEF501A448}" presName="hierRoot4" presStyleCnt="0"/>
      <dgm:spPr/>
    </dgm:pt>
    <dgm:pt modelId="{053468DF-FFF5-40E1-95F9-2CCE83D1D030}" type="pres">
      <dgm:prSet presAssocID="{93B8E493-EA93-4F7C-8171-98FEF501A448}" presName="composite4" presStyleCnt="0"/>
      <dgm:spPr/>
    </dgm:pt>
    <dgm:pt modelId="{E665462C-639E-4720-B262-8343B07C9D96}" type="pres">
      <dgm:prSet presAssocID="{93B8E493-EA93-4F7C-8171-98FEF501A448}" presName="background4" presStyleLbl="node4" presStyleIdx="0" presStyleCnt="1"/>
      <dgm:spPr/>
    </dgm:pt>
    <dgm:pt modelId="{251F91C2-2714-46F1-8238-07A854CD87E6}" type="pres">
      <dgm:prSet presAssocID="{93B8E493-EA93-4F7C-8171-98FEF501A448}" presName="text4" presStyleLbl="fgAcc4" presStyleIdx="0" presStyleCnt="1">
        <dgm:presLayoutVars>
          <dgm:chPref val="3"/>
        </dgm:presLayoutVars>
      </dgm:prSet>
      <dgm:spPr/>
    </dgm:pt>
    <dgm:pt modelId="{B962E905-1F78-4228-A1B3-B096944133EF}" type="pres">
      <dgm:prSet presAssocID="{93B8E493-EA93-4F7C-8171-98FEF501A448}" presName="hierChild5" presStyleCnt="0"/>
      <dgm:spPr/>
    </dgm:pt>
    <dgm:pt modelId="{973E9768-B6B1-49C1-8FB4-50E69F8B6294}" type="pres">
      <dgm:prSet presAssocID="{A13BB1F9-5857-4B43-8BF5-6589AA2CB759}" presName="Name10" presStyleLbl="parChTrans1D2" presStyleIdx="1" presStyleCnt="3"/>
      <dgm:spPr/>
    </dgm:pt>
    <dgm:pt modelId="{F492797E-D5C8-44F0-81C0-ED729F28532B}" type="pres">
      <dgm:prSet presAssocID="{3AF880A5-0F00-4315-A5DF-1FE656798601}" presName="hierRoot2" presStyleCnt="0"/>
      <dgm:spPr/>
    </dgm:pt>
    <dgm:pt modelId="{5312A7D3-B2EF-4A92-8EC0-8BE3F54E1315}" type="pres">
      <dgm:prSet presAssocID="{3AF880A5-0F00-4315-A5DF-1FE656798601}" presName="composite2" presStyleCnt="0"/>
      <dgm:spPr/>
    </dgm:pt>
    <dgm:pt modelId="{8317C612-2080-4F51-92CA-BD6DAD9F20DE}" type="pres">
      <dgm:prSet presAssocID="{3AF880A5-0F00-4315-A5DF-1FE656798601}" presName="background2" presStyleLbl="node2" presStyleIdx="1" presStyleCnt="3"/>
      <dgm:spPr/>
    </dgm:pt>
    <dgm:pt modelId="{B9107BE6-2046-472C-8D2C-934924DB1E7F}" type="pres">
      <dgm:prSet presAssocID="{3AF880A5-0F00-4315-A5DF-1FE656798601}" presName="text2" presStyleLbl="fgAcc2" presStyleIdx="1" presStyleCnt="3">
        <dgm:presLayoutVars>
          <dgm:chPref val="3"/>
        </dgm:presLayoutVars>
      </dgm:prSet>
      <dgm:spPr/>
    </dgm:pt>
    <dgm:pt modelId="{717B790D-69DF-425B-8B17-8345EE462B2F}" type="pres">
      <dgm:prSet presAssocID="{3AF880A5-0F00-4315-A5DF-1FE656798601}" presName="hierChild3" presStyleCnt="0"/>
      <dgm:spPr/>
    </dgm:pt>
    <dgm:pt modelId="{1915F3AE-690D-4720-A127-92B343996CEF}" type="pres">
      <dgm:prSet presAssocID="{BCC541E2-3A60-4FA0-82BC-A407780EE7DB}" presName="Name10" presStyleLbl="parChTrans1D2" presStyleIdx="2" presStyleCnt="3"/>
      <dgm:spPr/>
    </dgm:pt>
    <dgm:pt modelId="{012D3B4B-94E9-41A7-9284-B9A55D1825F6}" type="pres">
      <dgm:prSet presAssocID="{932A6641-B47E-48FC-963F-311CBB9F360A}" presName="hierRoot2" presStyleCnt="0"/>
      <dgm:spPr/>
    </dgm:pt>
    <dgm:pt modelId="{BF414243-1705-4A37-B235-0B6DBECF2F1F}" type="pres">
      <dgm:prSet presAssocID="{932A6641-B47E-48FC-963F-311CBB9F360A}" presName="composite2" presStyleCnt="0"/>
      <dgm:spPr/>
    </dgm:pt>
    <dgm:pt modelId="{37AF3A06-BF11-40ED-82FA-639FBF5C857F}" type="pres">
      <dgm:prSet presAssocID="{932A6641-B47E-48FC-963F-311CBB9F360A}" presName="background2" presStyleLbl="node2" presStyleIdx="2" presStyleCnt="3"/>
      <dgm:spPr/>
    </dgm:pt>
    <dgm:pt modelId="{8DA48184-AE1F-458E-9AD3-4441EC165043}" type="pres">
      <dgm:prSet presAssocID="{932A6641-B47E-48FC-963F-311CBB9F360A}" presName="text2" presStyleLbl="fgAcc2" presStyleIdx="2" presStyleCnt="3">
        <dgm:presLayoutVars>
          <dgm:chPref val="3"/>
        </dgm:presLayoutVars>
      </dgm:prSet>
      <dgm:spPr/>
    </dgm:pt>
    <dgm:pt modelId="{FD431F1F-86C2-456D-91FF-6B865F91C17F}" type="pres">
      <dgm:prSet presAssocID="{932A6641-B47E-48FC-963F-311CBB9F360A}" presName="hierChild3" presStyleCnt="0"/>
      <dgm:spPr/>
    </dgm:pt>
    <dgm:pt modelId="{5946F771-1692-47E0-A129-E110FA9C1EAA}" type="pres">
      <dgm:prSet presAssocID="{084F8FD6-CAC7-4D0E-8D6F-34C953D0A8B5}" presName="Name17" presStyleLbl="parChTrans1D3" presStyleIdx="2" presStyleCnt="3"/>
      <dgm:spPr/>
    </dgm:pt>
    <dgm:pt modelId="{33E56096-ED48-4C08-897E-726CE4C436CD}" type="pres">
      <dgm:prSet presAssocID="{F157024A-F325-4B04-876C-7631430CD8B8}" presName="hierRoot3" presStyleCnt="0"/>
      <dgm:spPr/>
    </dgm:pt>
    <dgm:pt modelId="{7733D19C-DD2E-4F53-B505-4E1D3D2C7968}" type="pres">
      <dgm:prSet presAssocID="{F157024A-F325-4B04-876C-7631430CD8B8}" presName="composite3" presStyleCnt="0"/>
      <dgm:spPr/>
    </dgm:pt>
    <dgm:pt modelId="{9E90D5D1-2C25-4916-A090-F8B8ECE77636}" type="pres">
      <dgm:prSet presAssocID="{F157024A-F325-4B04-876C-7631430CD8B8}" presName="background3" presStyleLbl="node3" presStyleIdx="2" presStyleCnt="3"/>
      <dgm:spPr/>
    </dgm:pt>
    <dgm:pt modelId="{F24E6442-9A15-4ADA-895B-40CAA13C3005}" type="pres">
      <dgm:prSet presAssocID="{F157024A-F325-4B04-876C-7631430CD8B8}" presName="text3" presStyleLbl="fgAcc3" presStyleIdx="2" presStyleCnt="3">
        <dgm:presLayoutVars>
          <dgm:chPref val="3"/>
        </dgm:presLayoutVars>
      </dgm:prSet>
      <dgm:spPr/>
    </dgm:pt>
    <dgm:pt modelId="{9D96563B-E598-427A-A18E-B979FE05E8C8}" type="pres">
      <dgm:prSet presAssocID="{F157024A-F325-4B04-876C-7631430CD8B8}" presName="hierChild4" presStyleCnt="0"/>
      <dgm:spPr/>
    </dgm:pt>
  </dgm:ptLst>
  <dgm:cxnLst>
    <dgm:cxn modelId="{9775020B-0304-468C-A987-B57E53BDB6E3}" type="presOf" srcId="{A13BB1F9-5857-4B43-8BF5-6589AA2CB759}" destId="{973E9768-B6B1-49C1-8FB4-50E69F8B6294}" srcOrd="0" destOrd="0" presId="urn:microsoft.com/office/officeart/2005/8/layout/hierarchy1"/>
    <dgm:cxn modelId="{3550D30F-AAA5-4C28-9D26-8983A566D13B}" type="presOf" srcId="{932A6641-B47E-48FC-963F-311CBB9F360A}" destId="{8DA48184-AE1F-458E-9AD3-4441EC165043}" srcOrd="0" destOrd="0" presId="urn:microsoft.com/office/officeart/2005/8/layout/hierarchy1"/>
    <dgm:cxn modelId="{FD0D0812-3766-4422-AB8F-58752BCDBE07}" srcId="{42D71409-67F9-455C-8C6D-716D284AAA6B}" destId="{932A6641-B47E-48FC-963F-311CBB9F360A}" srcOrd="2" destOrd="0" parTransId="{BCC541E2-3A60-4FA0-82BC-A407780EE7DB}" sibTransId="{0E70FA36-C3C7-4A08-A69A-A16BAA6AE9D9}"/>
    <dgm:cxn modelId="{2AA9C11F-1F1D-428E-801A-47EAA766C99D}" srcId="{B9C32B05-62EA-407A-B21C-2310C7945705}" destId="{42D71409-67F9-455C-8C6D-716D284AAA6B}" srcOrd="0" destOrd="0" parTransId="{51680ED1-AF6E-4B28-AE94-92B0EFB0DF7D}" sibTransId="{478B7D3C-9FB4-4BC6-90AC-49960560DECD}"/>
    <dgm:cxn modelId="{F0379D23-2A4A-44F4-9245-D0BC75CC9961}" type="presOf" srcId="{F157024A-F325-4B04-876C-7631430CD8B8}" destId="{F24E6442-9A15-4ADA-895B-40CAA13C3005}" srcOrd="0" destOrd="0" presId="urn:microsoft.com/office/officeart/2005/8/layout/hierarchy1"/>
    <dgm:cxn modelId="{3C496B29-A9E1-4A1A-A48B-9EEC69549197}" srcId="{05FECB41-6D4B-45D2-8EBA-87192101F0F0}" destId="{93B8E493-EA93-4F7C-8171-98FEF501A448}" srcOrd="0" destOrd="0" parTransId="{DB656091-8DFF-497F-8BC8-FDE187821C4F}" sibTransId="{7BDD9460-EE6F-4CF5-8274-75C224AC62C4}"/>
    <dgm:cxn modelId="{395CE02C-AC71-428C-B9B7-9143800A4114}" type="presOf" srcId="{8EA7219F-BDB2-48EB-9EEB-3133522D132E}" destId="{B40E5F8E-56DB-434F-BA1A-418326FB281F}" srcOrd="0" destOrd="0" presId="urn:microsoft.com/office/officeart/2005/8/layout/hierarchy1"/>
    <dgm:cxn modelId="{A48A2D33-4A47-4517-A7A4-26878B511DD4}" srcId="{932A6641-B47E-48FC-963F-311CBB9F360A}" destId="{F157024A-F325-4B04-876C-7631430CD8B8}" srcOrd="0" destOrd="0" parTransId="{084F8FD6-CAC7-4D0E-8D6F-34C953D0A8B5}" sibTransId="{C5411E0A-9D82-4429-8DDC-A5ECA6FFA10D}"/>
    <dgm:cxn modelId="{039BD137-3DF0-4FE3-942F-78A69D60638F}" type="presOf" srcId="{AA5859CE-1935-428E-8F3A-D00391A9A382}" destId="{01507AE9-C10C-4F5E-8E94-5905FF2C59C2}" srcOrd="0" destOrd="0" presId="urn:microsoft.com/office/officeart/2005/8/layout/hierarchy1"/>
    <dgm:cxn modelId="{E65C054B-9B15-4FA5-9C41-E42B668491E6}" srcId="{8EA7219F-BDB2-48EB-9EEB-3133522D132E}" destId="{05FECB41-6D4B-45D2-8EBA-87192101F0F0}" srcOrd="1" destOrd="0" parTransId="{AA5859CE-1935-428E-8F3A-D00391A9A382}" sibTransId="{C5D3D9B1-03B8-4AB8-AB31-9E49A99D6797}"/>
    <dgm:cxn modelId="{57EFBB4E-D6DA-4DCE-A4A2-ABF54FF5E8F7}" type="presOf" srcId="{3AF880A5-0F00-4315-A5DF-1FE656798601}" destId="{B9107BE6-2046-472C-8D2C-934924DB1E7F}" srcOrd="0" destOrd="0" presId="urn:microsoft.com/office/officeart/2005/8/layout/hierarchy1"/>
    <dgm:cxn modelId="{B4548B71-FAE3-4354-81D2-6D5A65BC7D4D}" type="presOf" srcId="{93B8E493-EA93-4F7C-8171-98FEF501A448}" destId="{251F91C2-2714-46F1-8238-07A854CD87E6}" srcOrd="0" destOrd="0" presId="urn:microsoft.com/office/officeart/2005/8/layout/hierarchy1"/>
    <dgm:cxn modelId="{DC4BEE80-7358-4D6B-889E-49C50B2A75F7}" type="presOf" srcId="{BCC541E2-3A60-4FA0-82BC-A407780EE7DB}" destId="{1915F3AE-690D-4720-A127-92B343996CEF}" srcOrd="0" destOrd="0" presId="urn:microsoft.com/office/officeart/2005/8/layout/hierarchy1"/>
    <dgm:cxn modelId="{D1E5898D-DCD8-487F-B81A-311077A16817}" type="presOf" srcId="{42D71409-67F9-455C-8C6D-716D284AAA6B}" destId="{786C8B5C-DAB4-4761-8623-DF6E08CE1FAB}" srcOrd="0" destOrd="0" presId="urn:microsoft.com/office/officeart/2005/8/layout/hierarchy1"/>
    <dgm:cxn modelId="{19D4A98E-401E-408D-A108-64810452F76D}" type="presOf" srcId="{3EE8403A-CB7C-4815-85BD-AEBCAEB71B37}" destId="{C3B01577-931A-45DE-903B-67B4D42D7F82}" srcOrd="0" destOrd="0" presId="urn:microsoft.com/office/officeart/2005/8/layout/hierarchy1"/>
    <dgm:cxn modelId="{E3FC12BA-C99C-457A-99A8-DC1FEE4AB02E}" type="presOf" srcId="{B9C32B05-62EA-407A-B21C-2310C7945705}" destId="{01E003BB-DF1E-4AA7-BDE0-D6B859C98A96}" srcOrd="0" destOrd="0" presId="urn:microsoft.com/office/officeart/2005/8/layout/hierarchy1"/>
    <dgm:cxn modelId="{E82059C4-2D23-4B7D-B1A6-48C9187CD97C}" srcId="{8EA7219F-BDB2-48EB-9EEB-3133522D132E}" destId="{0A0E61DB-8A10-4B79-92D2-5500D5AEF449}" srcOrd="0" destOrd="0" parTransId="{1441988F-AAA1-489E-9170-F8F553C17D69}" sibTransId="{E2296C67-3533-41D6-AE9D-C2B4E4E8558A}"/>
    <dgm:cxn modelId="{BFB5A1C6-2BB2-4ADB-A206-70C24F6A23B3}" type="presOf" srcId="{1441988F-AAA1-489E-9170-F8F553C17D69}" destId="{686145F0-A3CC-46B6-975D-9E713177DD6D}" srcOrd="0" destOrd="0" presId="urn:microsoft.com/office/officeart/2005/8/layout/hierarchy1"/>
    <dgm:cxn modelId="{898684D3-E6E7-4FB0-B243-DB2D1941BA2C}" type="presOf" srcId="{0A0E61DB-8A10-4B79-92D2-5500D5AEF449}" destId="{5AD359CD-AFCE-4F47-9F40-A6BBD66841C6}" srcOrd="0" destOrd="0" presId="urn:microsoft.com/office/officeart/2005/8/layout/hierarchy1"/>
    <dgm:cxn modelId="{A5EC0DDC-0B49-41CB-86A3-5DB1A8E0D9AA}" type="presOf" srcId="{084F8FD6-CAC7-4D0E-8D6F-34C953D0A8B5}" destId="{5946F771-1692-47E0-A129-E110FA9C1EAA}" srcOrd="0" destOrd="0" presId="urn:microsoft.com/office/officeart/2005/8/layout/hierarchy1"/>
    <dgm:cxn modelId="{24F8CBE2-5003-4E69-A772-6B98F2B05181}" srcId="{42D71409-67F9-455C-8C6D-716D284AAA6B}" destId="{3AF880A5-0F00-4315-A5DF-1FE656798601}" srcOrd="1" destOrd="0" parTransId="{A13BB1F9-5857-4B43-8BF5-6589AA2CB759}" sibTransId="{C198C41D-2640-4669-83ED-E0CD35701C8E}"/>
    <dgm:cxn modelId="{12B746E7-2185-4CEA-B60A-69657DAE4258}" type="presOf" srcId="{05FECB41-6D4B-45D2-8EBA-87192101F0F0}" destId="{CC28E7D9-A468-4882-971E-7AF8DC542489}" srcOrd="0" destOrd="0" presId="urn:microsoft.com/office/officeart/2005/8/layout/hierarchy1"/>
    <dgm:cxn modelId="{58AD7EEF-D408-406B-87EE-4691D4C30668}" srcId="{42D71409-67F9-455C-8C6D-716D284AAA6B}" destId="{8EA7219F-BDB2-48EB-9EEB-3133522D132E}" srcOrd="0" destOrd="0" parTransId="{3EE8403A-CB7C-4815-85BD-AEBCAEB71B37}" sibTransId="{C94B7947-85DC-4B21-BB99-DF8438356F98}"/>
    <dgm:cxn modelId="{517FFEF9-BDF5-4C62-A4D2-CC8EA1F46291}" type="presOf" srcId="{DB656091-8DFF-497F-8BC8-FDE187821C4F}" destId="{DC872C19-C9A8-4F92-A53E-9A2E74C949F9}" srcOrd="0" destOrd="0" presId="urn:microsoft.com/office/officeart/2005/8/layout/hierarchy1"/>
    <dgm:cxn modelId="{84BDE8DF-CF19-4B8B-A048-E0259DC5D60B}" type="presParOf" srcId="{01E003BB-DF1E-4AA7-BDE0-D6B859C98A96}" destId="{7768C302-85A8-4443-BD8A-19C50D4A1162}" srcOrd="0" destOrd="0" presId="urn:microsoft.com/office/officeart/2005/8/layout/hierarchy1"/>
    <dgm:cxn modelId="{6E6CE89C-8649-4C91-8C83-6D38A0463C1A}" type="presParOf" srcId="{7768C302-85A8-4443-BD8A-19C50D4A1162}" destId="{CF52B9C6-8356-475F-A598-917F217C58DF}" srcOrd="0" destOrd="0" presId="urn:microsoft.com/office/officeart/2005/8/layout/hierarchy1"/>
    <dgm:cxn modelId="{24F96521-BFC6-4549-A715-A805FFF982E8}" type="presParOf" srcId="{CF52B9C6-8356-475F-A598-917F217C58DF}" destId="{55554B4D-AC13-4560-B0D1-BB66D5D89918}" srcOrd="0" destOrd="0" presId="urn:microsoft.com/office/officeart/2005/8/layout/hierarchy1"/>
    <dgm:cxn modelId="{4B1713C5-0E37-42D8-A9FB-2F15BE70B03D}" type="presParOf" srcId="{CF52B9C6-8356-475F-A598-917F217C58DF}" destId="{786C8B5C-DAB4-4761-8623-DF6E08CE1FAB}" srcOrd="1" destOrd="0" presId="urn:microsoft.com/office/officeart/2005/8/layout/hierarchy1"/>
    <dgm:cxn modelId="{D231FDC6-4103-4A04-83CF-8A2ED140B4D0}" type="presParOf" srcId="{7768C302-85A8-4443-BD8A-19C50D4A1162}" destId="{77F6833A-6655-4F34-9382-0D21E0512255}" srcOrd="1" destOrd="0" presId="urn:microsoft.com/office/officeart/2005/8/layout/hierarchy1"/>
    <dgm:cxn modelId="{7D794655-60F2-4BE3-BAFC-4724CC702640}" type="presParOf" srcId="{77F6833A-6655-4F34-9382-0D21E0512255}" destId="{C3B01577-931A-45DE-903B-67B4D42D7F82}" srcOrd="0" destOrd="0" presId="urn:microsoft.com/office/officeart/2005/8/layout/hierarchy1"/>
    <dgm:cxn modelId="{D0645C68-47BA-4745-958B-756B7BFA2C82}" type="presParOf" srcId="{77F6833A-6655-4F34-9382-0D21E0512255}" destId="{F6822BBB-BFB3-4455-B1A6-68C0DAD1ADE8}" srcOrd="1" destOrd="0" presId="urn:microsoft.com/office/officeart/2005/8/layout/hierarchy1"/>
    <dgm:cxn modelId="{DFF3D977-5410-4C7F-B9DB-3178BF780680}" type="presParOf" srcId="{F6822BBB-BFB3-4455-B1A6-68C0DAD1ADE8}" destId="{23D5B7BB-7A94-46BB-83C2-3C0DB679A4F7}" srcOrd="0" destOrd="0" presId="urn:microsoft.com/office/officeart/2005/8/layout/hierarchy1"/>
    <dgm:cxn modelId="{F8C09D46-42E4-44D2-8CC2-F6D3C4423E04}" type="presParOf" srcId="{23D5B7BB-7A94-46BB-83C2-3C0DB679A4F7}" destId="{B7E0067B-9ED0-4C5A-8C5A-55DB8463E54D}" srcOrd="0" destOrd="0" presId="urn:microsoft.com/office/officeart/2005/8/layout/hierarchy1"/>
    <dgm:cxn modelId="{AA530BF7-8BFF-41CE-9135-1B2638C52164}" type="presParOf" srcId="{23D5B7BB-7A94-46BB-83C2-3C0DB679A4F7}" destId="{B40E5F8E-56DB-434F-BA1A-418326FB281F}" srcOrd="1" destOrd="0" presId="urn:microsoft.com/office/officeart/2005/8/layout/hierarchy1"/>
    <dgm:cxn modelId="{2D930588-E765-45EA-9BFD-146403AAC07C}" type="presParOf" srcId="{F6822BBB-BFB3-4455-B1A6-68C0DAD1ADE8}" destId="{F13BE096-8828-4981-BB71-A0947A23421E}" srcOrd="1" destOrd="0" presId="urn:microsoft.com/office/officeart/2005/8/layout/hierarchy1"/>
    <dgm:cxn modelId="{55F62D8F-2D85-4F76-A9D7-D10A07999B5F}" type="presParOf" srcId="{F13BE096-8828-4981-BB71-A0947A23421E}" destId="{686145F0-A3CC-46B6-975D-9E713177DD6D}" srcOrd="0" destOrd="0" presId="urn:microsoft.com/office/officeart/2005/8/layout/hierarchy1"/>
    <dgm:cxn modelId="{0663129F-B559-43B9-A4E9-5629754B5491}" type="presParOf" srcId="{F13BE096-8828-4981-BB71-A0947A23421E}" destId="{C3C6EC85-22C2-4B5D-9F1A-8238991BA44E}" srcOrd="1" destOrd="0" presId="urn:microsoft.com/office/officeart/2005/8/layout/hierarchy1"/>
    <dgm:cxn modelId="{35BAD7A4-502C-4BBE-AD20-1504535A90BF}" type="presParOf" srcId="{C3C6EC85-22C2-4B5D-9F1A-8238991BA44E}" destId="{49079527-4935-4438-9E35-CAE57FC115CE}" srcOrd="0" destOrd="0" presId="urn:microsoft.com/office/officeart/2005/8/layout/hierarchy1"/>
    <dgm:cxn modelId="{94C9E297-9C6E-4A1F-A514-1E271CD4D448}" type="presParOf" srcId="{49079527-4935-4438-9E35-CAE57FC115CE}" destId="{0B08717B-735C-49AE-8421-61E105C9857D}" srcOrd="0" destOrd="0" presId="urn:microsoft.com/office/officeart/2005/8/layout/hierarchy1"/>
    <dgm:cxn modelId="{95FE961C-BC88-49E0-BD5A-A16C35282AC6}" type="presParOf" srcId="{49079527-4935-4438-9E35-CAE57FC115CE}" destId="{5AD359CD-AFCE-4F47-9F40-A6BBD66841C6}" srcOrd="1" destOrd="0" presId="urn:microsoft.com/office/officeart/2005/8/layout/hierarchy1"/>
    <dgm:cxn modelId="{A76D5CF5-6CDF-43DE-B8DD-C9A027A5EB54}" type="presParOf" srcId="{C3C6EC85-22C2-4B5D-9F1A-8238991BA44E}" destId="{24385457-945C-42E4-8C3E-82C01B2BA280}" srcOrd="1" destOrd="0" presId="urn:microsoft.com/office/officeart/2005/8/layout/hierarchy1"/>
    <dgm:cxn modelId="{9C1421B1-BB47-45AE-B3E4-BABE03BD58A8}" type="presParOf" srcId="{F13BE096-8828-4981-BB71-A0947A23421E}" destId="{01507AE9-C10C-4F5E-8E94-5905FF2C59C2}" srcOrd="2" destOrd="0" presId="urn:microsoft.com/office/officeart/2005/8/layout/hierarchy1"/>
    <dgm:cxn modelId="{B1CD02D6-3005-47ED-8131-F3FAA8EEBE47}" type="presParOf" srcId="{F13BE096-8828-4981-BB71-A0947A23421E}" destId="{FA3E02F4-4909-4076-A001-286682973E51}" srcOrd="3" destOrd="0" presId="urn:microsoft.com/office/officeart/2005/8/layout/hierarchy1"/>
    <dgm:cxn modelId="{F0A74692-35B4-4DB4-99E3-8373900EAE85}" type="presParOf" srcId="{FA3E02F4-4909-4076-A001-286682973E51}" destId="{E2A47C83-67CA-445F-91C3-E4E8081FB030}" srcOrd="0" destOrd="0" presId="urn:microsoft.com/office/officeart/2005/8/layout/hierarchy1"/>
    <dgm:cxn modelId="{E80D1BA4-4E37-47CC-A44C-4AE324C3157E}" type="presParOf" srcId="{E2A47C83-67CA-445F-91C3-E4E8081FB030}" destId="{64D8565B-3F7F-42B1-A6FA-6671CEADA06F}" srcOrd="0" destOrd="0" presId="urn:microsoft.com/office/officeart/2005/8/layout/hierarchy1"/>
    <dgm:cxn modelId="{43163444-9667-4B2B-B04D-206C3BC34073}" type="presParOf" srcId="{E2A47C83-67CA-445F-91C3-E4E8081FB030}" destId="{CC28E7D9-A468-4882-971E-7AF8DC542489}" srcOrd="1" destOrd="0" presId="urn:microsoft.com/office/officeart/2005/8/layout/hierarchy1"/>
    <dgm:cxn modelId="{0EC96B23-FEA1-4F66-B7D5-63B6A8EF1F3D}" type="presParOf" srcId="{FA3E02F4-4909-4076-A001-286682973E51}" destId="{D13E7EE5-B05C-460D-809B-B9C9B2CC34AE}" srcOrd="1" destOrd="0" presId="urn:microsoft.com/office/officeart/2005/8/layout/hierarchy1"/>
    <dgm:cxn modelId="{742A947C-66D7-4CD1-860F-6EBEB76C8C78}" type="presParOf" srcId="{D13E7EE5-B05C-460D-809B-B9C9B2CC34AE}" destId="{DC872C19-C9A8-4F92-A53E-9A2E74C949F9}" srcOrd="0" destOrd="0" presId="urn:microsoft.com/office/officeart/2005/8/layout/hierarchy1"/>
    <dgm:cxn modelId="{3467160A-55AE-41D3-8962-82D236E1E4F0}" type="presParOf" srcId="{D13E7EE5-B05C-460D-809B-B9C9B2CC34AE}" destId="{9A5F0E53-9621-4C27-B08E-4DD7C80D4D17}" srcOrd="1" destOrd="0" presId="urn:microsoft.com/office/officeart/2005/8/layout/hierarchy1"/>
    <dgm:cxn modelId="{D2E7CE68-F4A7-4ED7-8AE2-3EB1CF195383}" type="presParOf" srcId="{9A5F0E53-9621-4C27-B08E-4DD7C80D4D17}" destId="{053468DF-FFF5-40E1-95F9-2CCE83D1D030}" srcOrd="0" destOrd="0" presId="urn:microsoft.com/office/officeart/2005/8/layout/hierarchy1"/>
    <dgm:cxn modelId="{F5F4204A-ED83-4ACD-B5D7-ED96DA3902E4}" type="presParOf" srcId="{053468DF-FFF5-40E1-95F9-2CCE83D1D030}" destId="{E665462C-639E-4720-B262-8343B07C9D96}" srcOrd="0" destOrd="0" presId="urn:microsoft.com/office/officeart/2005/8/layout/hierarchy1"/>
    <dgm:cxn modelId="{2BEB0F7E-63F6-43FA-8C32-995B8B5BEC3B}" type="presParOf" srcId="{053468DF-FFF5-40E1-95F9-2CCE83D1D030}" destId="{251F91C2-2714-46F1-8238-07A854CD87E6}" srcOrd="1" destOrd="0" presId="urn:microsoft.com/office/officeart/2005/8/layout/hierarchy1"/>
    <dgm:cxn modelId="{1A1A5170-C057-4C7E-BA07-FF6CD1CCA47E}" type="presParOf" srcId="{9A5F0E53-9621-4C27-B08E-4DD7C80D4D17}" destId="{B962E905-1F78-4228-A1B3-B096944133EF}" srcOrd="1" destOrd="0" presId="urn:microsoft.com/office/officeart/2005/8/layout/hierarchy1"/>
    <dgm:cxn modelId="{E8C797F7-EF28-4FD1-8831-2DA3E8EBAA57}" type="presParOf" srcId="{77F6833A-6655-4F34-9382-0D21E0512255}" destId="{973E9768-B6B1-49C1-8FB4-50E69F8B6294}" srcOrd="2" destOrd="0" presId="urn:microsoft.com/office/officeart/2005/8/layout/hierarchy1"/>
    <dgm:cxn modelId="{922A5743-9A80-48DB-8250-1FF4867A2034}" type="presParOf" srcId="{77F6833A-6655-4F34-9382-0D21E0512255}" destId="{F492797E-D5C8-44F0-81C0-ED729F28532B}" srcOrd="3" destOrd="0" presId="urn:microsoft.com/office/officeart/2005/8/layout/hierarchy1"/>
    <dgm:cxn modelId="{C213B805-9A4E-4211-9FD2-37C6318004E1}" type="presParOf" srcId="{F492797E-D5C8-44F0-81C0-ED729F28532B}" destId="{5312A7D3-B2EF-4A92-8EC0-8BE3F54E1315}" srcOrd="0" destOrd="0" presId="urn:microsoft.com/office/officeart/2005/8/layout/hierarchy1"/>
    <dgm:cxn modelId="{A0D09276-E278-4D99-8175-D1E10D573892}" type="presParOf" srcId="{5312A7D3-B2EF-4A92-8EC0-8BE3F54E1315}" destId="{8317C612-2080-4F51-92CA-BD6DAD9F20DE}" srcOrd="0" destOrd="0" presId="urn:microsoft.com/office/officeart/2005/8/layout/hierarchy1"/>
    <dgm:cxn modelId="{A56EE780-D1B7-4217-92C0-C077F3530C9B}" type="presParOf" srcId="{5312A7D3-B2EF-4A92-8EC0-8BE3F54E1315}" destId="{B9107BE6-2046-472C-8D2C-934924DB1E7F}" srcOrd="1" destOrd="0" presId="urn:microsoft.com/office/officeart/2005/8/layout/hierarchy1"/>
    <dgm:cxn modelId="{54E6D33A-0464-4A25-9F28-D3265CCCE8A1}" type="presParOf" srcId="{F492797E-D5C8-44F0-81C0-ED729F28532B}" destId="{717B790D-69DF-425B-8B17-8345EE462B2F}" srcOrd="1" destOrd="0" presId="urn:microsoft.com/office/officeart/2005/8/layout/hierarchy1"/>
    <dgm:cxn modelId="{DD15BAEE-304D-45A3-9054-5C262102ED9C}" type="presParOf" srcId="{77F6833A-6655-4F34-9382-0D21E0512255}" destId="{1915F3AE-690D-4720-A127-92B343996CEF}" srcOrd="4" destOrd="0" presId="urn:microsoft.com/office/officeart/2005/8/layout/hierarchy1"/>
    <dgm:cxn modelId="{7E16038B-CE6B-4B01-ADAB-E0403905163F}" type="presParOf" srcId="{77F6833A-6655-4F34-9382-0D21E0512255}" destId="{012D3B4B-94E9-41A7-9284-B9A55D1825F6}" srcOrd="5" destOrd="0" presId="urn:microsoft.com/office/officeart/2005/8/layout/hierarchy1"/>
    <dgm:cxn modelId="{0109D5D3-DC6E-4DA8-94B6-CFAAA44C4E71}" type="presParOf" srcId="{012D3B4B-94E9-41A7-9284-B9A55D1825F6}" destId="{BF414243-1705-4A37-B235-0B6DBECF2F1F}" srcOrd="0" destOrd="0" presId="urn:microsoft.com/office/officeart/2005/8/layout/hierarchy1"/>
    <dgm:cxn modelId="{ADD304A8-7FA1-4B42-AB6D-9868B2A0A568}" type="presParOf" srcId="{BF414243-1705-4A37-B235-0B6DBECF2F1F}" destId="{37AF3A06-BF11-40ED-82FA-639FBF5C857F}" srcOrd="0" destOrd="0" presId="urn:microsoft.com/office/officeart/2005/8/layout/hierarchy1"/>
    <dgm:cxn modelId="{1BB61BF5-7F22-41F4-821D-C4D7DCEE90C3}" type="presParOf" srcId="{BF414243-1705-4A37-B235-0B6DBECF2F1F}" destId="{8DA48184-AE1F-458E-9AD3-4441EC165043}" srcOrd="1" destOrd="0" presId="urn:microsoft.com/office/officeart/2005/8/layout/hierarchy1"/>
    <dgm:cxn modelId="{3844AD91-3799-4511-A9E7-6C2E00F6C6DA}" type="presParOf" srcId="{012D3B4B-94E9-41A7-9284-B9A55D1825F6}" destId="{FD431F1F-86C2-456D-91FF-6B865F91C17F}" srcOrd="1" destOrd="0" presId="urn:microsoft.com/office/officeart/2005/8/layout/hierarchy1"/>
    <dgm:cxn modelId="{B38B3649-1AA4-469A-A158-92215A7EA156}" type="presParOf" srcId="{FD431F1F-86C2-456D-91FF-6B865F91C17F}" destId="{5946F771-1692-47E0-A129-E110FA9C1EAA}" srcOrd="0" destOrd="0" presId="urn:microsoft.com/office/officeart/2005/8/layout/hierarchy1"/>
    <dgm:cxn modelId="{1BA354FE-4EC8-404A-8DE9-8913C4DA1393}" type="presParOf" srcId="{FD431F1F-86C2-456D-91FF-6B865F91C17F}" destId="{33E56096-ED48-4C08-897E-726CE4C436CD}" srcOrd="1" destOrd="0" presId="urn:microsoft.com/office/officeart/2005/8/layout/hierarchy1"/>
    <dgm:cxn modelId="{466C73A2-BD66-4713-AE4E-AABCE407AE59}" type="presParOf" srcId="{33E56096-ED48-4C08-897E-726CE4C436CD}" destId="{7733D19C-DD2E-4F53-B505-4E1D3D2C7968}" srcOrd="0" destOrd="0" presId="urn:microsoft.com/office/officeart/2005/8/layout/hierarchy1"/>
    <dgm:cxn modelId="{63547625-FE60-40E1-B50C-50DD63FFFFE8}" type="presParOf" srcId="{7733D19C-DD2E-4F53-B505-4E1D3D2C7968}" destId="{9E90D5D1-2C25-4916-A090-F8B8ECE77636}" srcOrd="0" destOrd="0" presId="urn:microsoft.com/office/officeart/2005/8/layout/hierarchy1"/>
    <dgm:cxn modelId="{D19B627D-942E-4716-8369-4AD0F380221F}" type="presParOf" srcId="{7733D19C-DD2E-4F53-B505-4E1D3D2C7968}" destId="{F24E6442-9A15-4ADA-895B-40CAA13C3005}" srcOrd="1" destOrd="0" presId="urn:microsoft.com/office/officeart/2005/8/layout/hierarchy1"/>
    <dgm:cxn modelId="{E1791D38-E9CD-4E6B-8B50-BD485844684F}" type="presParOf" srcId="{33E56096-ED48-4C08-897E-726CE4C436CD}" destId="{9D96563B-E598-427A-A18E-B979FE05E8C8}" srcOrd="1" destOrd="0" presId="urn:microsoft.com/office/officeart/2005/8/layout/hierarchy1"/>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04.xml><?xml version="1.0" encoding="utf-8"?>
<dgm:dataModel xmlns:dgm="http://schemas.openxmlformats.org/drawingml/2006/diagram" xmlns:a="http://schemas.openxmlformats.org/drawingml/2006/main">
  <dgm:ptLst>
    <dgm:pt modelId="{B9C32B05-62EA-407A-B21C-2310C7945705}" type="doc">
      <dgm:prSet loTypeId="urn:microsoft.com/office/officeart/2005/8/layout/hierarchy6" loCatId="hierarchy"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3AF880A5-0F00-4315-A5DF-1FE656798601}">
      <dgm:prSet phldrT="[Text]"/>
      <dgm:spPr/>
      <dgm:t>
        <a:bodyPr/>
        <a:lstStyle/>
        <a:p>
          <a:r>
            <a:rPr lang="en-US" dirty="0">
              <a:solidFill>
                <a:schemeClr val="tx2"/>
              </a:solidFill>
            </a:rPr>
            <a:t>Some text here</a:t>
          </a:r>
        </a:p>
      </dgm:t>
    </dgm:pt>
    <dgm:pt modelId="{A13BB1F9-5857-4B43-8BF5-6589AA2CB759}" type="parTrans" cxnId="{24F8CBE2-5003-4E69-A772-6B98F2B05181}">
      <dgm:prSet/>
      <dgm:spPr/>
      <dgm:t>
        <a:bodyPr/>
        <a:lstStyle/>
        <a:p>
          <a:endParaRPr lang="en-US"/>
        </a:p>
      </dgm:t>
    </dgm:pt>
    <dgm:pt modelId="{C198C41D-2640-4669-83ED-E0CD35701C8E}" type="sibTrans" cxnId="{24F8CBE2-5003-4E69-A772-6B98F2B05181}">
      <dgm:prSet/>
      <dgm:spPr/>
      <dgm:t>
        <a:bodyPr/>
        <a:lstStyle/>
        <a:p>
          <a:endParaRPr lang="en-US"/>
        </a:p>
      </dgm:t>
    </dgm:pt>
    <dgm:pt modelId="{8EA7219F-BDB2-48EB-9EEB-3133522D132E}">
      <dgm:prSet phldrT="[Text]"/>
      <dgm:spPr/>
      <dgm:t>
        <a:bodyPr/>
        <a:lstStyle/>
        <a:p>
          <a:r>
            <a:rPr lang="en-US" dirty="0">
              <a:solidFill>
                <a:schemeClr val="tx2"/>
              </a:solidFill>
            </a:rPr>
            <a:t>Some text here</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932A6641-B47E-48FC-963F-311CBB9F360A}">
      <dgm:prSet phldrT="[Text]"/>
      <dgm:spPr/>
      <dgm:t>
        <a:bodyPr/>
        <a:lstStyle/>
        <a:p>
          <a:r>
            <a:rPr lang="en-US" dirty="0">
              <a:solidFill>
                <a:schemeClr val="tx2"/>
              </a:solidFill>
            </a:rPr>
            <a:t>Some text here</a:t>
          </a:r>
        </a:p>
      </dgm:t>
    </dgm:pt>
    <dgm:pt modelId="{BCC541E2-3A60-4FA0-82BC-A407780EE7DB}" type="parTrans" cxnId="{FD0D0812-3766-4422-AB8F-58752BCDBE07}">
      <dgm:prSet/>
      <dgm:spPr/>
      <dgm:t>
        <a:bodyPr/>
        <a:lstStyle/>
        <a:p>
          <a:endParaRPr lang="en-US"/>
        </a:p>
      </dgm:t>
    </dgm:pt>
    <dgm:pt modelId="{0E70FA36-C3C7-4A08-A69A-A16BAA6AE9D9}" type="sibTrans" cxnId="{FD0D0812-3766-4422-AB8F-58752BCDBE07}">
      <dgm:prSet/>
      <dgm:spPr/>
      <dgm:t>
        <a:bodyPr/>
        <a:lstStyle/>
        <a:p>
          <a:endParaRPr lang="en-US"/>
        </a:p>
      </dgm:t>
    </dgm:pt>
    <dgm:pt modelId="{D47C00CB-7F30-4981-BBA4-763232EB69B4}">
      <dgm:prSet phldrT="[Text]"/>
      <dgm:spPr/>
      <dgm:t>
        <a:bodyPr/>
        <a:lstStyle/>
        <a:p>
          <a:r>
            <a:rPr lang="en-US" dirty="0">
              <a:solidFill>
                <a:schemeClr val="tx2"/>
              </a:solidFill>
            </a:rPr>
            <a:t>Lorem Ipsum</a:t>
          </a:r>
        </a:p>
      </dgm:t>
    </dgm:pt>
    <dgm:pt modelId="{9D412ABB-C264-40CF-BC25-0CD57ED61C72}" type="parTrans" cxnId="{8BC940AB-E878-4310-9DFB-56102F368C26}">
      <dgm:prSet/>
      <dgm:spPr/>
      <dgm:t>
        <a:bodyPr/>
        <a:lstStyle/>
        <a:p>
          <a:endParaRPr lang="en-US"/>
        </a:p>
      </dgm:t>
    </dgm:pt>
    <dgm:pt modelId="{5F85D564-A6B1-4D63-9F74-609A04A92E56}" type="sibTrans" cxnId="{8BC940AB-E878-4310-9DFB-56102F368C26}">
      <dgm:prSet/>
      <dgm:spPr/>
      <dgm:t>
        <a:bodyPr/>
        <a:lstStyle/>
        <a:p>
          <a:endParaRPr lang="en-US"/>
        </a:p>
      </dgm:t>
    </dgm:pt>
    <dgm:pt modelId="{D051AD1B-73FE-4E21-AF63-39D28912BF18}">
      <dgm:prSet phldrT="[Text]"/>
      <dgm:spPr/>
      <dgm:t>
        <a:bodyPr/>
        <a:lstStyle/>
        <a:p>
          <a:r>
            <a:rPr lang="en-US" dirty="0">
              <a:solidFill>
                <a:schemeClr val="tx2"/>
              </a:solidFill>
            </a:rPr>
            <a:t>Lorem Ipsum</a:t>
          </a:r>
        </a:p>
      </dgm:t>
    </dgm:pt>
    <dgm:pt modelId="{D2BC796F-A98E-4880-BF4B-FF61C4D94773}" type="parTrans" cxnId="{61C679D8-9884-4291-A02C-9B80F4C0857C}">
      <dgm:prSet/>
      <dgm:spPr/>
      <dgm:t>
        <a:bodyPr/>
        <a:lstStyle/>
        <a:p>
          <a:endParaRPr lang="en-US"/>
        </a:p>
      </dgm:t>
    </dgm:pt>
    <dgm:pt modelId="{A9F89117-CDC4-4445-AA2B-E5AFAE938B9C}" type="sibTrans" cxnId="{61C679D8-9884-4291-A02C-9B80F4C0857C}">
      <dgm:prSet/>
      <dgm:spPr/>
      <dgm:t>
        <a:bodyPr/>
        <a:lstStyle/>
        <a:p>
          <a:endParaRPr lang="en-US"/>
        </a:p>
      </dgm:t>
    </dgm:pt>
    <dgm:pt modelId="{09BDCE73-2061-45EA-ABD3-42BD84FA83E9}">
      <dgm:prSet phldrT="[Text]"/>
      <dgm:spPr/>
      <dgm:t>
        <a:bodyPr/>
        <a:lstStyle/>
        <a:p>
          <a:r>
            <a:rPr lang="en-US" dirty="0">
              <a:solidFill>
                <a:schemeClr val="tx2"/>
              </a:solidFill>
            </a:rPr>
            <a:t>Some text here</a:t>
          </a:r>
        </a:p>
      </dgm:t>
    </dgm:pt>
    <dgm:pt modelId="{EF69B075-0D7F-4CAE-8088-A2FCE3849CFF}" type="parTrans" cxnId="{9EFAF48D-FFE0-4BE2-8153-272E5FE5F5C4}">
      <dgm:prSet/>
      <dgm:spPr/>
      <dgm:t>
        <a:bodyPr/>
        <a:lstStyle/>
        <a:p>
          <a:endParaRPr lang="en-US"/>
        </a:p>
      </dgm:t>
    </dgm:pt>
    <dgm:pt modelId="{25C19543-6FBA-4926-8228-A1B9EEB7A906}" type="sibTrans" cxnId="{9EFAF48D-FFE0-4BE2-8153-272E5FE5F5C4}">
      <dgm:prSet/>
      <dgm:spPr/>
      <dgm:t>
        <a:bodyPr/>
        <a:lstStyle/>
        <a:p>
          <a:endParaRPr lang="en-US"/>
        </a:p>
      </dgm:t>
    </dgm:pt>
    <dgm:pt modelId="{2CE7A158-3992-4809-A98C-2B684A6D317E}">
      <dgm:prSet phldrT="[Text]"/>
      <dgm:spPr/>
      <dgm:t>
        <a:bodyPr/>
        <a:lstStyle/>
        <a:p>
          <a:r>
            <a:rPr lang="en-US" dirty="0">
              <a:solidFill>
                <a:schemeClr val="tx2"/>
              </a:solidFill>
            </a:rPr>
            <a:t>Some text here</a:t>
          </a:r>
        </a:p>
      </dgm:t>
    </dgm:pt>
    <dgm:pt modelId="{627A562B-B8CB-48FF-92E3-1EDF7AB0CB44}" type="parTrans" cxnId="{DDA7032D-5679-4A15-B7F8-26FBA1F8F053}">
      <dgm:prSet/>
      <dgm:spPr/>
      <dgm:t>
        <a:bodyPr/>
        <a:lstStyle/>
        <a:p>
          <a:endParaRPr lang="en-US"/>
        </a:p>
      </dgm:t>
    </dgm:pt>
    <dgm:pt modelId="{A001FEF2-05A1-4337-B4AE-8B3BBD689149}" type="sibTrans" cxnId="{DDA7032D-5679-4A15-B7F8-26FBA1F8F053}">
      <dgm:prSet/>
      <dgm:spPr/>
      <dgm:t>
        <a:bodyPr/>
        <a:lstStyle/>
        <a:p>
          <a:endParaRPr lang="en-US"/>
        </a:p>
      </dgm:t>
    </dgm:pt>
    <dgm:pt modelId="{58BE0366-9138-49D3-AAAC-1048391CD7B4}">
      <dgm:prSet phldrT="[Text]"/>
      <dgm:spPr/>
      <dgm:t>
        <a:bodyPr/>
        <a:lstStyle/>
        <a:p>
          <a:r>
            <a:rPr lang="en-US" dirty="0"/>
            <a:t>Some text here</a:t>
          </a:r>
        </a:p>
      </dgm:t>
    </dgm:pt>
    <dgm:pt modelId="{F20F3CE3-5DB7-429A-9013-EF03A93D302D}" type="parTrans" cxnId="{611BDF01-F932-46F8-8FE9-5CCCB1AF7D0D}">
      <dgm:prSet/>
      <dgm:spPr/>
      <dgm:t>
        <a:bodyPr/>
        <a:lstStyle/>
        <a:p>
          <a:endParaRPr lang="en-US"/>
        </a:p>
      </dgm:t>
    </dgm:pt>
    <dgm:pt modelId="{C1B039BF-187F-4245-8B11-F5C1BFE28F27}" type="sibTrans" cxnId="{611BDF01-F932-46F8-8FE9-5CCCB1AF7D0D}">
      <dgm:prSet/>
      <dgm:spPr/>
      <dgm:t>
        <a:bodyPr/>
        <a:lstStyle/>
        <a:p>
          <a:endParaRPr lang="en-US"/>
        </a:p>
      </dgm:t>
    </dgm:pt>
    <dgm:pt modelId="{4A80A556-4DEF-4B80-AE9C-6170BD28BA8A}">
      <dgm:prSet phldrT="[Text]"/>
      <dgm:spPr/>
      <dgm:t>
        <a:bodyPr/>
        <a:lstStyle/>
        <a:p>
          <a:r>
            <a:rPr lang="en-US" dirty="0"/>
            <a:t>Some text here</a:t>
          </a:r>
        </a:p>
      </dgm:t>
    </dgm:pt>
    <dgm:pt modelId="{8DD7EC8E-62A5-492A-8D3C-81BFEE56D84B}" type="parTrans" cxnId="{8B79FC27-8F67-4452-8C94-68683BF14C35}">
      <dgm:prSet/>
      <dgm:spPr/>
      <dgm:t>
        <a:bodyPr/>
        <a:lstStyle/>
        <a:p>
          <a:endParaRPr lang="en-US"/>
        </a:p>
      </dgm:t>
    </dgm:pt>
    <dgm:pt modelId="{A7EAFA30-0545-457B-9B9F-8283593E4295}" type="sibTrans" cxnId="{8B79FC27-8F67-4452-8C94-68683BF14C35}">
      <dgm:prSet/>
      <dgm:spPr/>
      <dgm:t>
        <a:bodyPr/>
        <a:lstStyle/>
        <a:p>
          <a:endParaRPr lang="en-US"/>
        </a:p>
      </dgm:t>
    </dgm:pt>
    <dgm:pt modelId="{9C00A265-BDCF-4FD6-BEAB-57BE280C4E56}">
      <dgm:prSet phldrT="[Text]"/>
      <dgm:spPr/>
      <dgm:t>
        <a:bodyPr/>
        <a:lstStyle/>
        <a:p>
          <a:r>
            <a:rPr lang="en-US" dirty="0"/>
            <a:t>Some text here</a:t>
          </a:r>
        </a:p>
      </dgm:t>
    </dgm:pt>
    <dgm:pt modelId="{37054147-AAAD-4FEE-906A-37489BFC8D9F}" type="parTrans" cxnId="{49E29532-850B-4A88-8783-FE3E8349D426}">
      <dgm:prSet/>
      <dgm:spPr/>
      <dgm:t>
        <a:bodyPr/>
        <a:lstStyle/>
        <a:p>
          <a:endParaRPr lang="en-US"/>
        </a:p>
      </dgm:t>
    </dgm:pt>
    <dgm:pt modelId="{2CC7399B-0ECA-40C7-8830-36B1A767998E}" type="sibTrans" cxnId="{49E29532-850B-4A88-8783-FE3E8349D426}">
      <dgm:prSet/>
      <dgm:spPr/>
      <dgm:t>
        <a:bodyPr/>
        <a:lstStyle/>
        <a:p>
          <a:endParaRPr lang="en-US"/>
        </a:p>
      </dgm:t>
    </dgm:pt>
    <dgm:pt modelId="{1B07C34A-A891-44C1-919F-1AE16A43A5AF}">
      <dgm:prSet phldrT="[Text]"/>
      <dgm:spPr/>
      <dgm:t>
        <a:bodyPr/>
        <a:lstStyle/>
        <a:p>
          <a:r>
            <a:rPr lang="en-US" dirty="0"/>
            <a:t>Some text here</a:t>
          </a:r>
        </a:p>
      </dgm:t>
    </dgm:pt>
    <dgm:pt modelId="{0BEEA3FC-C034-4BEB-97B7-D8F76346D60A}" type="parTrans" cxnId="{08543F1A-F732-4628-AE3C-00169F412957}">
      <dgm:prSet/>
      <dgm:spPr/>
      <dgm:t>
        <a:bodyPr/>
        <a:lstStyle/>
        <a:p>
          <a:endParaRPr lang="en-US"/>
        </a:p>
      </dgm:t>
    </dgm:pt>
    <dgm:pt modelId="{DE51200E-1DEF-4DF6-A34A-D1D21FB68067}" type="sibTrans" cxnId="{08543F1A-F732-4628-AE3C-00169F412957}">
      <dgm:prSet/>
      <dgm:spPr/>
      <dgm:t>
        <a:bodyPr/>
        <a:lstStyle/>
        <a:p>
          <a:endParaRPr lang="en-US"/>
        </a:p>
      </dgm:t>
    </dgm:pt>
    <dgm:pt modelId="{7B50C0C4-AE7A-4EBF-A303-5AD816207AF7}">
      <dgm:prSet phldrT="[Text]"/>
      <dgm:spPr/>
      <dgm:t>
        <a:bodyPr/>
        <a:lstStyle/>
        <a:p>
          <a:r>
            <a:rPr lang="en-US" dirty="0"/>
            <a:t>Some text here</a:t>
          </a:r>
        </a:p>
      </dgm:t>
    </dgm:pt>
    <dgm:pt modelId="{1D4D9757-21E6-4574-A27D-FEA52AE9845E}" type="parTrans" cxnId="{BC94F205-76E9-45DB-A6F0-965E9542FA3B}">
      <dgm:prSet/>
      <dgm:spPr/>
      <dgm:t>
        <a:bodyPr/>
        <a:lstStyle/>
        <a:p>
          <a:endParaRPr lang="en-US"/>
        </a:p>
      </dgm:t>
    </dgm:pt>
    <dgm:pt modelId="{1A25DEE0-AFEE-463D-B1FF-72820D21A22A}" type="sibTrans" cxnId="{BC94F205-76E9-45DB-A6F0-965E9542FA3B}">
      <dgm:prSet/>
      <dgm:spPr/>
      <dgm:t>
        <a:bodyPr/>
        <a:lstStyle/>
        <a:p>
          <a:endParaRPr lang="en-US"/>
        </a:p>
      </dgm:t>
    </dgm:pt>
    <dgm:pt modelId="{EBA2691B-35E1-400B-B95D-0AD0E2B41C1C}">
      <dgm:prSet phldrT="[Text]"/>
      <dgm:spPr/>
      <dgm:t>
        <a:bodyPr/>
        <a:lstStyle/>
        <a:p>
          <a:r>
            <a:rPr lang="en-US" dirty="0"/>
            <a:t>Some text here</a:t>
          </a:r>
        </a:p>
      </dgm:t>
    </dgm:pt>
    <dgm:pt modelId="{98BDC2B6-69A2-48E6-8A62-985BA819054C}" type="parTrans" cxnId="{0BF32D54-2361-4E0A-9B94-9B3D63EEB8BD}">
      <dgm:prSet/>
      <dgm:spPr/>
      <dgm:t>
        <a:bodyPr/>
        <a:lstStyle/>
        <a:p>
          <a:endParaRPr lang="en-US"/>
        </a:p>
      </dgm:t>
    </dgm:pt>
    <dgm:pt modelId="{4575895B-AEE3-45CC-AD08-7B52C891B4B3}" type="sibTrans" cxnId="{0BF32D54-2361-4E0A-9B94-9B3D63EEB8BD}">
      <dgm:prSet/>
      <dgm:spPr/>
      <dgm:t>
        <a:bodyPr/>
        <a:lstStyle/>
        <a:p>
          <a:endParaRPr lang="en-US"/>
        </a:p>
      </dgm:t>
    </dgm:pt>
    <dgm:pt modelId="{8E55CA99-B5C5-48A1-AF6F-AD2E872B7190}" type="pres">
      <dgm:prSet presAssocID="{B9C32B05-62EA-407A-B21C-2310C7945705}" presName="mainComposite" presStyleCnt="0">
        <dgm:presLayoutVars>
          <dgm:chPref val="1"/>
          <dgm:dir/>
          <dgm:animOne val="branch"/>
          <dgm:animLvl val="lvl"/>
          <dgm:resizeHandles val="exact"/>
        </dgm:presLayoutVars>
      </dgm:prSet>
      <dgm:spPr/>
    </dgm:pt>
    <dgm:pt modelId="{5B719140-800C-4620-95B0-F53D72F5574E}" type="pres">
      <dgm:prSet presAssocID="{B9C32B05-62EA-407A-B21C-2310C7945705}" presName="hierFlow" presStyleCnt="0"/>
      <dgm:spPr/>
    </dgm:pt>
    <dgm:pt modelId="{28DB980F-CD66-496E-B23D-1DFBEFB5F2DE}" type="pres">
      <dgm:prSet presAssocID="{B9C32B05-62EA-407A-B21C-2310C7945705}" presName="firstBuf" presStyleCnt="0"/>
      <dgm:spPr/>
    </dgm:pt>
    <dgm:pt modelId="{87CB10AC-2FAF-4698-907C-CAA0B1785FF6}" type="pres">
      <dgm:prSet presAssocID="{B9C32B05-62EA-407A-B21C-2310C7945705}" presName="hierChild1" presStyleCnt="0">
        <dgm:presLayoutVars>
          <dgm:chPref val="1"/>
          <dgm:animOne val="branch"/>
          <dgm:animLvl val="lvl"/>
        </dgm:presLayoutVars>
      </dgm:prSet>
      <dgm:spPr/>
    </dgm:pt>
    <dgm:pt modelId="{78D07565-95B1-4C24-A2BD-2DA58E12AC63}" type="pres">
      <dgm:prSet presAssocID="{42D71409-67F9-455C-8C6D-716D284AAA6B}" presName="Name14" presStyleCnt="0"/>
      <dgm:spPr/>
    </dgm:pt>
    <dgm:pt modelId="{61AE461E-C21F-4E1F-9A07-FDC5A8421863}" type="pres">
      <dgm:prSet presAssocID="{42D71409-67F9-455C-8C6D-716D284AAA6B}" presName="level1Shape" presStyleLbl="node0" presStyleIdx="0" presStyleCnt="1">
        <dgm:presLayoutVars>
          <dgm:chPref val="3"/>
        </dgm:presLayoutVars>
      </dgm:prSet>
      <dgm:spPr/>
    </dgm:pt>
    <dgm:pt modelId="{839B009D-12B7-4B73-8894-BBF0AE37E415}" type="pres">
      <dgm:prSet presAssocID="{42D71409-67F9-455C-8C6D-716D284AAA6B}" presName="hierChild2" presStyleCnt="0"/>
      <dgm:spPr/>
    </dgm:pt>
    <dgm:pt modelId="{E1662FD1-DAC5-481E-96A7-D12CE64329F6}" type="pres">
      <dgm:prSet presAssocID="{F20F3CE3-5DB7-429A-9013-EF03A93D302D}" presName="Name19" presStyleLbl="parChTrans1D2" presStyleIdx="0" presStyleCnt="3"/>
      <dgm:spPr/>
    </dgm:pt>
    <dgm:pt modelId="{AA199419-CAE7-4A99-9C58-98244CBEC7BF}" type="pres">
      <dgm:prSet presAssocID="{58BE0366-9138-49D3-AAAC-1048391CD7B4}" presName="Name21" presStyleCnt="0"/>
      <dgm:spPr/>
    </dgm:pt>
    <dgm:pt modelId="{6C91374E-EEF8-4569-A43C-FF96A66369FC}" type="pres">
      <dgm:prSet presAssocID="{58BE0366-9138-49D3-AAAC-1048391CD7B4}" presName="level2Shape" presStyleLbl="node2" presStyleIdx="0" presStyleCnt="3"/>
      <dgm:spPr/>
    </dgm:pt>
    <dgm:pt modelId="{8A727F2A-4992-49C6-BD20-B2F69DDB376F}" type="pres">
      <dgm:prSet presAssocID="{58BE0366-9138-49D3-AAAC-1048391CD7B4}" presName="hierChild3" presStyleCnt="0"/>
      <dgm:spPr/>
    </dgm:pt>
    <dgm:pt modelId="{5C07F9A4-26EC-4090-8D0A-AEC67CACB058}" type="pres">
      <dgm:prSet presAssocID="{8DD7EC8E-62A5-492A-8D3C-81BFEE56D84B}" presName="Name19" presStyleLbl="parChTrans1D2" presStyleIdx="1" presStyleCnt="3"/>
      <dgm:spPr/>
    </dgm:pt>
    <dgm:pt modelId="{FA45800E-3739-44DE-9121-57AE2F66769C}" type="pres">
      <dgm:prSet presAssocID="{4A80A556-4DEF-4B80-AE9C-6170BD28BA8A}" presName="Name21" presStyleCnt="0"/>
      <dgm:spPr/>
    </dgm:pt>
    <dgm:pt modelId="{AC4BDFA9-E28A-4C18-A3DD-AD4839850B00}" type="pres">
      <dgm:prSet presAssocID="{4A80A556-4DEF-4B80-AE9C-6170BD28BA8A}" presName="level2Shape" presStyleLbl="node2" presStyleIdx="1" presStyleCnt="3"/>
      <dgm:spPr/>
    </dgm:pt>
    <dgm:pt modelId="{1ABA3268-E462-410B-A034-5E8B20C28C55}" type="pres">
      <dgm:prSet presAssocID="{4A80A556-4DEF-4B80-AE9C-6170BD28BA8A}" presName="hierChild3" presStyleCnt="0"/>
      <dgm:spPr/>
    </dgm:pt>
    <dgm:pt modelId="{4BFC8BE0-FEE5-4122-85C6-A52E93E93D83}" type="pres">
      <dgm:prSet presAssocID="{37054147-AAAD-4FEE-906A-37489BFC8D9F}" presName="Name19" presStyleLbl="parChTrans1D3" presStyleIdx="0" presStyleCnt="2"/>
      <dgm:spPr/>
    </dgm:pt>
    <dgm:pt modelId="{53AF45C8-F7A0-47AB-8BD8-39C13F73F83D}" type="pres">
      <dgm:prSet presAssocID="{9C00A265-BDCF-4FD6-BEAB-57BE280C4E56}" presName="Name21" presStyleCnt="0"/>
      <dgm:spPr/>
    </dgm:pt>
    <dgm:pt modelId="{CBB3FE39-255E-4BE0-B9CE-6A64F59A8F2C}" type="pres">
      <dgm:prSet presAssocID="{9C00A265-BDCF-4FD6-BEAB-57BE280C4E56}" presName="level2Shape" presStyleLbl="node3" presStyleIdx="0" presStyleCnt="2"/>
      <dgm:spPr/>
    </dgm:pt>
    <dgm:pt modelId="{09EFD061-8A78-492B-AD1C-09025F4A08DC}" type="pres">
      <dgm:prSet presAssocID="{9C00A265-BDCF-4FD6-BEAB-57BE280C4E56}" presName="hierChild3" presStyleCnt="0"/>
      <dgm:spPr/>
    </dgm:pt>
    <dgm:pt modelId="{576956A8-BD5F-40A5-A8E6-2E21DBEF1CA9}" type="pres">
      <dgm:prSet presAssocID="{0BEEA3FC-C034-4BEB-97B7-D8F76346D60A}" presName="Name19" presStyleLbl="parChTrans1D3" presStyleIdx="1" presStyleCnt="2"/>
      <dgm:spPr/>
    </dgm:pt>
    <dgm:pt modelId="{91121223-136C-42EA-8C41-8AA158F7CF21}" type="pres">
      <dgm:prSet presAssocID="{1B07C34A-A891-44C1-919F-1AE16A43A5AF}" presName="Name21" presStyleCnt="0"/>
      <dgm:spPr/>
    </dgm:pt>
    <dgm:pt modelId="{49E70C84-BA6E-44E4-AD87-CA794FEFAE7C}" type="pres">
      <dgm:prSet presAssocID="{1B07C34A-A891-44C1-919F-1AE16A43A5AF}" presName="level2Shape" presStyleLbl="node3" presStyleIdx="1" presStyleCnt="2"/>
      <dgm:spPr/>
    </dgm:pt>
    <dgm:pt modelId="{283362D3-19CD-4872-BB23-6F4D3D1858D0}" type="pres">
      <dgm:prSet presAssocID="{1B07C34A-A891-44C1-919F-1AE16A43A5AF}" presName="hierChild3" presStyleCnt="0"/>
      <dgm:spPr/>
    </dgm:pt>
    <dgm:pt modelId="{6DF1A0E1-3F47-4782-A186-A5DDD7DC7631}" type="pres">
      <dgm:prSet presAssocID="{1D4D9757-21E6-4574-A27D-FEA52AE9845E}" presName="Name19" presStyleLbl="parChTrans1D4" presStyleIdx="0" presStyleCnt="1"/>
      <dgm:spPr/>
    </dgm:pt>
    <dgm:pt modelId="{64DCE5DB-6C77-49E5-B234-79C36E8EE600}" type="pres">
      <dgm:prSet presAssocID="{7B50C0C4-AE7A-4EBF-A303-5AD816207AF7}" presName="Name21" presStyleCnt="0"/>
      <dgm:spPr/>
    </dgm:pt>
    <dgm:pt modelId="{44B144F5-2E09-4BEB-9F48-3BA774B0AA36}" type="pres">
      <dgm:prSet presAssocID="{7B50C0C4-AE7A-4EBF-A303-5AD816207AF7}" presName="level2Shape" presStyleLbl="node4" presStyleIdx="0" presStyleCnt="1"/>
      <dgm:spPr/>
    </dgm:pt>
    <dgm:pt modelId="{B16022EE-4866-47B1-A422-826FA3C81BC2}" type="pres">
      <dgm:prSet presAssocID="{7B50C0C4-AE7A-4EBF-A303-5AD816207AF7}" presName="hierChild3" presStyleCnt="0"/>
      <dgm:spPr/>
    </dgm:pt>
    <dgm:pt modelId="{D310C026-7911-412B-AAFF-17FB0DBC868D}" type="pres">
      <dgm:prSet presAssocID="{98BDC2B6-69A2-48E6-8A62-985BA819054C}" presName="Name19" presStyleLbl="parChTrans1D2" presStyleIdx="2" presStyleCnt="3"/>
      <dgm:spPr/>
    </dgm:pt>
    <dgm:pt modelId="{19BCFFB9-A983-4266-AE04-86C865EF3421}" type="pres">
      <dgm:prSet presAssocID="{EBA2691B-35E1-400B-B95D-0AD0E2B41C1C}" presName="Name21" presStyleCnt="0"/>
      <dgm:spPr/>
    </dgm:pt>
    <dgm:pt modelId="{3C6D1182-FEE7-4F8D-813D-84F519B28BAA}" type="pres">
      <dgm:prSet presAssocID="{EBA2691B-35E1-400B-B95D-0AD0E2B41C1C}" presName="level2Shape" presStyleLbl="node2" presStyleIdx="2" presStyleCnt="3"/>
      <dgm:spPr/>
    </dgm:pt>
    <dgm:pt modelId="{68B4BEED-80FB-4077-BE42-DB280333FAE4}" type="pres">
      <dgm:prSet presAssocID="{EBA2691B-35E1-400B-B95D-0AD0E2B41C1C}" presName="hierChild3" presStyleCnt="0"/>
      <dgm:spPr/>
    </dgm:pt>
    <dgm:pt modelId="{8D47A75D-0B8E-4EA2-A164-5037092C6D05}" type="pres">
      <dgm:prSet presAssocID="{B9C32B05-62EA-407A-B21C-2310C7945705}" presName="bgShapesFlow" presStyleCnt="0"/>
      <dgm:spPr/>
    </dgm:pt>
    <dgm:pt modelId="{BE847309-516F-4B26-B629-08280E10DF8F}" type="pres">
      <dgm:prSet presAssocID="{D051AD1B-73FE-4E21-AF63-39D28912BF18}" presName="rectComp" presStyleCnt="0"/>
      <dgm:spPr/>
    </dgm:pt>
    <dgm:pt modelId="{FA6D7A1E-1722-480C-95A6-374A8DB443DA}" type="pres">
      <dgm:prSet presAssocID="{D051AD1B-73FE-4E21-AF63-39D28912BF18}" presName="bgRect" presStyleLbl="bgShp" presStyleIdx="0" presStyleCnt="2"/>
      <dgm:spPr/>
    </dgm:pt>
    <dgm:pt modelId="{91FB1B98-18C8-4285-967E-637A593B71A1}" type="pres">
      <dgm:prSet presAssocID="{D051AD1B-73FE-4E21-AF63-39D28912BF18}" presName="bgRectTx" presStyleLbl="bgShp" presStyleIdx="0" presStyleCnt="2">
        <dgm:presLayoutVars>
          <dgm:bulletEnabled val="1"/>
        </dgm:presLayoutVars>
      </dgm:prSet>
      <dgm:spPr/>
    </dgm:pt>
    <dgm:pt modelId="{CA89DF8C-5248-43A1-B05B-0E878ABD2ABE}" type="pres">
      <dgm:prSet presAssocID="{D051AD1B-73FE-4E21-AF63-39D28912BF18}" presName="spComp" presStyleCnt="0"/>
      <dgm:spPr/>
    </dgm:pt>
    <dgm:pt modelId="{1882AEEB-22F8-44AE-8E12-64A2939A8479}" type="pres">
      <dgm:prSet presAssocID="{D051AD1B-73FE-4E21-AF63-39D28912BF18}" presName="vSp" presStyleCnt="0"/>
      <dgm:spPr/>
    </dgm:pt>
    <dgm:pt modelId="{858B725C-C42B-4BA5-B6F0-CA2DFC946451}" type="pres">
      <dgm:prSet presAssocID="{D47C00CB-7F30-4981-BBA4-763232EB69B4}" presName="rectComp" presStyleCnt="0"/>
      <dgm:spPr/>
    </dgm:pt>
    <dgm:pt modelId="{A53E8DE0-F534-406B-963E-AA78FB8B41A3}" type="pres">
      <dgm:prSet presAssocID="{D47C00CB-7F30-4981-BBA4-763232EB69B4}" presName="bgRect" presStyleLbl="bgShp" presStyleIdx="1" presStyleCnt="2"/>
      <dgm:spPr/>
    </dgm:pt>
    <dgm:pt modelId="{6DF53CAB-4592-4F63-BF49-02012FCD26E4}" type="pres">
      <dgm:prSet presAssocID="{D47C00CB-7F30-4981-BBA4-763232EB69B4}" presName="bgRectTx" presStyleLbl="bgShp" presStyleIdx="1" presStyleCnt="2">
        <dgm:presLayoutVars>
          <dgm:bulletEnabled val="1"/>
        </dgm:presLayoutVars>
      </dgm:prSet>
      <dgm:spPr/>
    </dgm:pt>
  </dgm:ptLst>
  <dgm:cxnLst>
    <dgm:cxn modelId="{611BDF01-F932-46F8-8FE9-5CCCB1AF7D0D}" srcId="{42D71409-67F9-455C-8C6D-716D284AAA6B}" destId="{58BE0366-9138-49D3-AAAC-1048391CD7B4}" srcOrd="0" destOrd="0" parTransId="{F20F3CE3-5DB7-429A-9013-EF03A93D302D}" sibTransId="{C1B039BF-187F-4245-8B11-F5C1BFE28F27}"/>
    <dgm:cxn modelId="{AF105D04-E151-4128-B8A3-3FDB869D3423}" type="presOf" srcId="{9C00A265-BDCF-4FD6-BEAB-57BE280C4E56}" destId="{CBB3FE39-255E-4BE0-B9CE-6A64F59A8F2C}" srcOrd="0" destOrd="0" presId="urn:microsoft.com/office/officeart/2005/8/layout/hierarchy6"/>
    <dgm:cxn modelId="{BC94F205-76E9-45DB-A6F0-965E9542FA3B}" srcId="{1B07C34A-A891-44C1-919F-1AE16A43A5AF}" destId="{7B50C0C4-AE7A-4EBF-A303-5AD816207AF7}" srcOrd="0" destOrd="0" parTransId="{1D4D9757-21E6-4574-A27D-FEA52AE9845E}" sibTransId="{1A25DEE0-AFEE-463D-B1FF-72820D21A22A}"/>
    <dgm:cxn modelId="{EB40AB0F-2E09-4649-9787-2D47CC796380}" type="presOf" srcId="{D051AD1B-73FE-4E21-AF63-39D28912BF18}" destId="{FA6D7A1E-1722-480C-95A6-374A8DB443DA}" srcOrd="0" destOrd="0" presId="urn:microsoft.com/office/officeart/2005/8/layout/hierarchy6"/>
    <dgm:cxn modelId="{FD0D0812-3766-4422-AB8F-58752BCDBE07}" srcId="{D47C00CB-7F30-4981-BBA4-763232EB69B4}" destId="{932A6641-B47E-48FC-963F-311CBB9F360A}" srcOrd="2" destOrd="0" parTransId="{BCC541E2-3A60-4FA0-82BC-A407780EE7DB}" sibTransId="{0E70FA36-C3C7-4A08-A69A-A16BAA6AE9D9}"/>
    <dgm:cxn modelId="{23206012-EAE5-4827-80B0-EA4A738D9891}" type="presOf" srcId="{98BDC2B6-69A2-48E6-8A62-985BA819054C}" destId="{D310C026-7911-412B-AAFF-17FB0DBC868D}" srcOrd="0" destOrd="0" presId="urn:microsoft.com/office/officeart/2005/8/layout/hierarchy6"/>
    <dgm:cxn modelId="{08543F1A-F732-4628-AE3C-00169F412957}" srcId="{4A80A556-4DEF-4B80-AE9C-6170BD28BA8A}" destId="{1B07C34A-A891-44C1-919F-1AE16A43A5AF}" srcOrd="1" destOrd="0" parTransId="{0BEEA3FC-C034-4BEB-97B7-D8F76346D60A}" sibTransId="{DE51200E-1DEF-4DF6-A34A-D1D21FB68067}"/>
    <dgm:cxn modelId="{2AA9C11F-1F1D-428E-801A-47EAA766C99D}" srcId="{B9C32B05-62EA-407A-B21C-2310C7945705}" destId="{42D71409-67F9-455C-8C6D-716D284AAA6B}" srcOrd="0" destOrd="0" parTransId="{51680ED1-AF6E-4B28-AE94-92B0EFB0DF7D}" sibTransId="{478B7D3C-9FB4-4BC6-90AC-49960560DECD}"/>
    <dgm:cxn modelId="{8B79FC27-8F67-4452-8C94-68683BF14C35}" srcId="{42D71409-67F9-455C-8C6D-716D284AAA6B}" destId="{4A80A556-4DEF-4B80-AE9C-6170BD28BA8A}" srcOrd="1" destOrd="0" parTransId="{8DD7EC8E-62A5-492A-8D3C-81BFEE56D84B}" sibTransId="{A7EAFA30-0545-457B-9B9F-8283593E4295}"/>
    <dgm:cxn modelId="{0C37A82B-FCF3-4EE5-8E15-C3856E8C2778}" type="presOf" srcId="{37054147-AAAD-4FEE-906A-37489BFC8D9F}" destId="{4BFC8BE0-FEE5-4122-85C6-A52E93E93D83}" srcOrd="0" destOrd="0" presId="urn:microsoft.com/office/officeart/2005/8/layout/hierarchy6"/>
    <dgm:cxn modelId="{A45AFB2C-F415-4066-90C4-A378769658FD}" type="presOf" srcId="{0BEEA3FC-C034-4BEB-97B7-D8F76346D60A}" destId="{576956A8-BD5F-40A5-A8E6-2E21DBEF1CA9}" srcOrd="0" destOrd="0" presId="urn:microsoft.com/office/officeart/2005/8/layout/hierarchy6"/>
    <dgm:cxn modelId="{DDA7032D-5679-4A15-B7F8-26FBA1F8F053}" srcId="{D051AD1B-73FE-4E21-AF63-39D28912BF18}" destId="{2CE7A158-3992-4809-A98C-2B684A6D317E}" srcOrd="1" destOrd="0" parTransId="{627A562B-B8CB-48FF-92E3-1EDF7AB0CB44}" sibTransId="{A001FEF2-05A1-4337-B4AE-8B3BBD689149}"/>
    <dgm:cxn modelId="{C956EE2E-237F-412B-9F87-5B5899B7C518}" type="presOf" srcId="{2CE7A158-3992-4809-A98C-2B684A6D317E}" destId="{91FB1B98-18C8-4285-967E-637A593B71A1}" srcOrd="1" destOrd="2" presId="urn:microsoft.com/office/officeart/2005/8/layout/hierarchy6"/>
    <dgm:cxn modelId="{49E29532-850B-4A88-8783-FE3E8349D426}" srcId="{4A80A556-4DEF-4B80-AE9C-6170BD28BA8A}" destId="{9C00A265-BDCF-4FD6-BEAB-57BE280C4E56}" srcOrd="0" destOrd="0" parTransId="{37054147-AAAD-4FEE-906A-37489BFC8D9F}" sibTransId="{2CC7399B-0ECA-40C7-8830-36B1A767998E}"/>
    <dgm:cxn modelId="{D958D635-19E0-43EB-90EF-7F5090399A8B}" type="presOf" srcId="{3AF880A5-0F00-4315-A5DF-1FE656798601}" destId="{6DF53CAB-4592-4F63-BF49-02012FCD26E4}" srcOrd="1" destOrd="2" presId="urn:microsoft.com/office/officeart/2005/8/layout/hierarchy6"/>
    <dgm:cxn modelId="{461B3E37-2C91-412B-B75D-B01CED45D356}" type="presOf" srcId="{D051AD1B-73FE-4E21-AF63-39D28912BF18}" destId="{91FB1B98-18C8-4285-967E-637A593B71A1}" srcOrd="1" destOrd="0" presId="urn:microsoft.com/office/officeart/2005/8/layout/hierarchy6"/>
    <dgm:cxn modelId="{6D954D39-00A2-46AD-8A37-07A2F2AD305A}" type="presOf" srcId="{2CE7A158-3992-4809-A98C-2B684A6D317E}" destId="{FA6D7A1E-1722-480C-95A6-374A8DB443DA}" srcOrd="0" destOrd="2" presId="urn:microsoft.com/office/officeart/2005/8/layout/hierarchy6"/>
    <dgm:cxn modelId="{A285EB6F-310F-487D-B0A0-3518DEB54845}" type="presOf" srcId="{EBA2691B-35E1-400B-B95D-0AD0E2B41C1C}" destId="{3C6D1182-FEE7-4F8D-813D-84F519B28BAA}" srcOrd="0" destOrd="0" presId="urn:microsoft.com/office/officeart/2005/8/layout/hierarchy6"/>
    <dgm:cxn modelId="{0BF32D54-2361-4E0A-9B94-9B3D63EEB8BD}" srcId="{42D71409-67F9-455C-8C6D-716D284AAA6B}" destId="{EBA2691B-35E1-400B-B95D-0AD0E2B41C1C}" srcOrd="2" destOrd="0" parTransId="{98BDC2B6-69A2-48E6-8A62-985BA819054C}" sibTransId="{4575895B-AEE3-45CC-AD08-7B52C891B4B3}"/>
    <dgm:cxn modelId="{8BCFEA77-C558-4E8B-A6B8-02F50B62B821}" type="presOf" srcId="{7B50C0C4-AE7A-4EBF-A303-5AD816207AF7}" destId="{44B144F5-2E09-4BEB-9F48-3BA774B0AA36}" srcOrd="0" destOrd="0" presId="urn:microsoft.com/office/officeart/2005/8/layout/hierarchy6"/>
    <dgm:cxn modelId="{307DAC82-609F-43B4-AA58-49E58CC92835}" type="presOf" srcId="{8EA7219F-BDB2-48EB-9EEB-3133522D132E}" destId="{6DF53CAB-4592-4F63-BF49-02012FCD26E4}" srcOrd="1" destOrd="1" presId="urn:microsoft.com/office/officeart/2005/8/layout/hierarchy6"/>
    <dgm:cxn modelId="{AED52187-B867-4752-BD0B-AB0B78AC1B68}" type="presOf" srcId="{09BDCE73-2061-45EA-ABD3-42BD84FA83E9}" destId="{FA6D7A1E-1722-480C-95A6-374A8DB443DA}" srcOrd="0" destOrd="1" presId="urn:microsoft.com/office/officeart/2005/8/layout/hierarchy6"/>
    <dgm:cxn modelId="{32CEE389-43F2-4F56-9D16-D28710719A42}" type="presOf" srcId="{42D71409-67F9-455C-8C6D-716D284AAA6B}" destId="{61AE461E-C21F-4E1F-9A07-FDC5A8421863}" srcOrd="0" destOrd="0" presId="urn:microsoft.com/office/officeart/2005/8/layout/hierarchy6"/>
    <dgm:cxn modelId="{90B1668C-D706-4501-8954-80B729D366AB}" type="presOf" srcId="{58BE0366-9138-49D3-AAAC-1048391CD7B4}" destId="{6C91374E-EEF8-4569-A43C-FF96A66369FC}" srcOrd="0" destOrd="0" presId="urn:microsoft.com/office/officeart/2005/8/layout/hierarchy6"/>
    <dgm:cxn modelId="{9EFAF48D-FFE0-4BE2-8153-272E5FE5F5C4}" srcId="{D051AD1B-73FE-4E21-AF63-39D28912BF18}" destId="{09BDCE73-2061-45EA-ABD3-42BD84FA83E9}" srcOrd="0" destOrd="0" parTransId="{EF69B075-0D7F-4CAE-8088-A2FCE3849CFF}" sibTransId="{25C19543-6FBA-4926-8228-A1B9EEB7A906}"/>
    <dgm:cxn modelId="{89B557A9-4F00-45DC-9F2C-608828828D9A}" type="presOf" srcId="{932A6641-B47E-48FC-963F-311CBB9F360A}" destId="{6DF53CAB-4592-4F63-BF49-02012FCD26E4}" srcOrd="1" destOrd="3" presId="urn:microsoft.com/office/officeart/2005/8/layout/hierarchy6"/>
    <dgm:cxn modelId="{8BC940AB-E878-4310-9DFB-56102F368C26}" srcId="{B9C32B05-62EA-407A-B21C-2310C7945705}" destId="{D47C00CB-7F30-4981-BBA4-763232EB69B4}" srcOrd="2" destOrd="0" parTransId="{9D412ABB-C264-40CF-BC25-0CD57ED61C72}" sibTransId="{5F85D564-A6B1-4D63-9F74-609A04A92E56}"/>
    <dgm:cxn modelId="{98780AAE-66F9-4AB7-B8C6-610A69A1F98C}" type="presOf" srcId="{1B07C34A-A891-44C1-919F-1AE16A43A5AF}" destId="{49E70C84-BA6E-44E4-AD87-CA794FEFAE7C}" srcOrd="0" destOrd="0" presId="urn:microsoft.com/office/officeart/2005/8/layout/hierarchy6"/>
    <dgm:cxn modelId="{3850E1B1-173E-4986-96FD-0A5B5ECFC3AC}" type="presOf" srcId="{8DD7EC8E-62A5-492A-8D3C-81BFEE56D84B}" destId="{5C07F9A4-26EC-4090-8D0A-AEC67CACB058}" srcOrd="0" destOrd="0" presId="urn:microsoft.com/office/officeart/2005/8/layout/hierarchy6"/>
    <dgm:cxn modelId="{EAD6F1C2-02B6-44A9-94E9-7DE030CCCDD6}" type="presOf" srcId="{8EA7219F-BDB2-48EB-9EEB-3133522D132E}" destId="{A53E8DE0-F534-406B-963E-AA78FB8B41A3}" srcOrd="0" destOrd="1" presId="urn:microsoft.com/office/officeart/2005/8/layout/hierarchy6"/>
    <dgm:cxn modelId="{879FDCC6-EA60-459D-8473-A06B253811AB}" type="presOf" srcId="{932A6641-B47E-48FC-963F-311CBB9F360A}" destId="{A53E8DE0-F534-406B-963E-AA78FB8B41A3}" srcOrd="0" destOrd="3" presId="urn:microsoft.com/office/officeart/2005/8/layout/hierarchy6"/>
    <dgm:cxn modelId="{FEFE84C7-1CF9-4091-9FD3-455145824F8C}" type="presOf" srcId="{D47C00CB-7F30-4981-BBA4-763232EB69B4}" destId="{A53E8DE0-F534-406B-963E-AA78FB8B41A3}" srcOrd="0" destOrd="0" presId="urn:microsoft.com/office/officeart/2005/8/layout/hierarchy6"/>
    <dgm:cxn modelId="{FFDBE1CB-CC5E-4058-8C90-2B0297297656}" type="presOf" srcId="{D47C00CB-7F30-4981-BBA4-763232EB69B4}" destId="{6DF53CAB-4592-4F63-BF49-02012FCD26E4}" srcOrd="1" destOrd="0" presId="urn:microsoft.com/office/officeart/2005/8/layout/hierarchy6"/>
    <dgm:cxn modelId="{BAD760CD-158F-4245-80E5-23652B3B014F}" type="presOf" srcId="{4A80A556-4DEF-4B80-AE9C-6170BD28BA8A}" destId="{AC4BDFA9-E28A-4C18-A3DD-AD4839850B00}" srcOrd="0" destOrd="0" presId="urn:microsoft.com/office/officeart/2005/8/layout/hierarchy6"/>
    <dgm:cxn modelId="{DA3449CD-5564-4894-8C65-51CEBFCDC4F5}" type="presOf" srcId="{09BDCE73-2061-45EA-ABD3-42BD84FA83E9}" destId="{91FB1B98-18C8-4285-967E-637A593B71A1}" srcOrd="1" destOrd="1" presId="urn:microsoft.com/office/officeart/2005/8/layout/hierarchy6"/>
    <dgm:cxn modelId="{61C679D8-9884-4291-A02C-9B80F4C0857C}" srcId="{B9C32B05-62EA-407A-B21C-2310C7945705}" destId="{D051AD1B-73FE-4E21-AF63-39D28912BF18}" srcOrd="1" destOrd="0" parTransId="{D2BC796F-A98E-4880-BF4B-FF61C4D94773}" sibTransId="{A9F89117-CDC4-4445-AA2B-E5AFAE938B9C}"/>
    <dgm:cxn modelId="{21F737D9-ED63-463D-8F4A-3A679C82A34B}" type="presOf" srcId="{F20F3CE3-5DB7-429A-9013-EF03A93D302D}" destId="{E1662FD1-DAC5-481E-96A7-D12CE64329F6}" srcOrd="0" destOrd="0" presId="urn:microsoft.com/office/officeart/2005/8/layout/hierarchy6"/>
    <dgm:cxn modelId="{24F8CBE2-5003-4E69-A772-6B98F2B05181}" srcId="{D47C00CB-7F30-4981-BBA4-763232EB69B4}" destId="{3AF880A5-0F00-4315-A5DF-1FE656798601}" srcOrd="1" destOrd="0" parTransId="{A13BB1F9-5857-4B43-8BF5-6589AA2CB759}" sibTransId="{C198C41D-2640-4669-83ED-E0CD35701C8E}"/>
    <dgm:cxn modelId="{3D11A9ED-CC65-4C23-A9FE-155F06A428AD}" type="presOf" srcId="{B9C32B05-62EA-407A-B21C-2310C7945705}" destId="{8E55CA99-B5C5-48A1-AF6F-AD2E872B7190}" srcOrd="0" destOrd="0" presId="urn:microsoft.com/office/officeart/2005/8/layout/hierarchy6"/>
    <dgm:cxn modelId="{234E65EF-A5DC-4E3A-847B-0DDB35EDEAB4}" type="presOf" srcId="{3AF880A5-0F00-4315-A5DF-1FE656798601}" destId="{A53E8DE0-F534-406B-963E-AA78FB8B41A3}" srcOrd="0" destOrd="2" presId="urn:microsoft.com/office/officeart/2005/8/layout/hierarchy6"/>
    <dgm:cxn modelId="{58AD7EEF-D408-406B-87EE-4691D4C30668}" srcId="{D47C00CB-7F30-4981-BBA4-763232EB69B4}" destId="{8EA7219F-BDB2-48EB-9EEB-3133522D132E}" srcOrd="0" destOrd="0" parTransId="{3EE8403A-CB7C-4815-85BD-AEBCAEB71B37}" sibTransId="{C94B7947-85DC-4B21-BB99-DF8438356F98}"/>
    <dgm:cxn modelId="{3CED22F1-7EB2-4616-B313-645F8467E49C}" type="presOf" srcId="{1D4D9757-21E6-4574-A27D-FEA52AE9845E}" destId="{6DF1A0E1-3F47-4782-A186-A5DDD7DC7631}" srcOrd="0" destOrd="0" presId="urn:microsoft.com/office/officeart/2005/8/layout/hierarchy6"/>
    <dgm:cxn modelId="{E84FC58A-3B1C-44C9-92C1-C62BAF3B5E43}" type="presParOf" srcId="{8E55CA99-B5C5-48A1-AF6F-AD2E872B7190}" destId="{5B719140-800C-4620-95B0-F53D72F5574E}" srcOrd="0" destOrd="0" presId="urn:microsoft.com/office/officeart/2005/8/layout/hierarchy6"/>
    <dgm:cxn modelId="{BDD25EAB-878F-487D-B884-4878E74C0A74}" type="presParOf" srcId="{5B719140-800C-4620-95B0-F53D72F5574E}" destId="{28DB980F-CD66-496E-B23D-1DFBEFB5F2DE}" srcOrd="0" destOrd="0" presId="urn:microsoft.com/office/officeart/2005/8/layout/hierarchy6"/>
    <dgm:cxn modelId="{CEE90253-D080-48DD-91B9-AEFC7F857223}" type="presParOf" srcId="{5B719140-800C-4620-95B0-F53D72F5574E}" destId="{87CB10AC-2FAF-4698-907C-CAA0B1785FF6}" srcOrd="1" destOrd="0" presId="urn:microsoft.com/office/officeart/2005/8/layout/hierarchy6"/>
    <dgm:cxn modelId="{7502FB5B-CE94-47EE-ABB7-0F9378BDA470}" type="presParOf" srcId="{87CB10AC-2FAF-4698-907C-CAA0B1785FF6}" destId="{78D07565-95B1-4C24-A2BD-2DA58E12AC63}" srcOrd="0" destOrd="0" presId="urn:microsoft.com/office/officeart/2005/8/layout/hierarchy6"/>
    <dgm:cxn modelId="{88C42F27-F60C-47AB-9007-6856037BD57D}" type="presParOf" srcId="{78D07565-95B1-4C24-A2BD-2DA58E12AC63}" destId="{61AE461E-C21F-4E1F-9A07-FDC5A8421863}" srcOrd="0" destOrd="0" presId="urn:microsoft.com/office/officeart/2005/8/layout/hierarchy6"/>
    <dgm:cxn modelId="{7048868C-3D5B-4576-A7C8-47E4F3B226C6}" type="presParOf" srcId="{78D07565-95B1-4C24-A2BD-2DA58E12AC63}" destId="{839B009D-12B7-4B73-8894-BBF0AE37E415}" srcOrd="1" destOrd="0" presId="urn:microsoft.com/office/officeart/2005/8/layout/hierarchy6"/>
    <dgm:cxn modelId="{51624982-4296-4115-9691-D030AB1E91F0}" type="presParOf" srcId="{839B009D-12B7-4B73-8894-BBF0AE37E415}" destId="{E1662FD1-DAC5-481E-96A7-D12CE64329F6}" srcOrd="0" destOrd="0" presId="urn:microsoft.com/office/officeart/2005/8/layout/hierarchy6"/>
    <dgm:cxn modelId="{81775823-2C98-4DD1-80A3-5CF3EE34C19A}" type="presParOf" srcId="{839B009D-12B7-4B73-8894-BBF0AE37E415}" destId="{AA199419-CAE7-4A99-9C58-98244CBEC7BF}" srcOrd="1" destOrd="0" presId="urn:microsoft.com/office/officeart/2005/8/layout/hierarchy6"/>
    <dgm:cxn modelId="{53C1584F-F575-40C0-A949-0373BF997715}" type="presParOf" srcId="{AA199419-CAE7-4A99-9C58-98244CBEC7BF}" destId="{6C91374E-EEF8-4569-A43C-FF96A66369FC}" srcOrd="0" destOrd="0" presId="urn:microsoft.com/office/officeart/2005/8/layout/hierarchy6"/>
    <dgm:cxn modelId="{4B5FFF7C-762A-41A6-837D-77AFEE50C141}" type="presParOf" srcId="{AA199419-CAE7-4A99-9C58-98244CBEC7BF}" destId="{8A727F2A-4992-49C6-BD20-B2F69DDB376F}" srcOrd="1" destOrd="0" presId="urn:microsoft.com/office/officeart/2005/8/layout/hierarchy6"/>
    <dgm:cxn modelId="{4CA2E7FC-1061-4242-902A-230B8DB9F467}" type="presParOf" srcId="{839B009D-12B7-4B73-8894-BBF0AE37E415}" destId="{5C07F9A4-26EC-4090-8D0A-AEC67CACB058}" srcOrd="2" destOrd="0" presId="urn:microsoft.com/office/officeart/2005/8/layout/hierarchy6"/>
    <dgm:cxn modelId="{D6D02B8E-972D-4744-A8EF-14A891B0F25F}" type="presParOf" srcId="{839B009D-12B7-4B73-8894-BBF0AE37E415}" destId="{FA45800E-3739-44DE-9121-57AE2F66769C}" srcOrd="3" destOrd="0" presId="urn:microsoft.com/office/officeart/2005/8/layout/hierarchy6"/>
    <dgm:cxn modelId="{56BE52CC-B874-4B79-A096-B52BE69E2ACB}" type="presParOf" srcId="{FA45800E-3739-44DE-9121-57AE2F66769C}" destId="{AC4BDFA9-E28A-4C18-A3DD-AD4839850B00}" srcOrd="0" destOrd="0" presId="urn:microsoft.com/office/officeart/2005/8/layout/hierarchy6"/>
    <dgm:cxn modelId="{2CB8505B-2243-4005-BA5A-42930500088D}" type="presParOf" srcId="{FA45800E-3739-44DE-9121-57AE2F66769C}" destId="{1ABA3268-E462-410B-A034-5E8B20C28C55}" srcOrd="1" destOrd="0" presId="urn:microsoft.com/office/officeart/2005/8/layout/hierarchy6"/>
    <dgm:cxn modelId="{8C576AA6-3A48-4957-9071-C49BA280A51C}" type="presParOf" srcId="{1ABA3268-E462-410B-A034-5E8B20C28C55}" destId="{4BFC8BE0-FEE5-4122-85C6-A52E93E93D83}" srcOrd="0" destOrd="0" presId="urn:microsoft.com/office/officeart/2005/8/layout/hierarchy6"/>
    <dgm:cxn modelId="{26BA4712-187E-4054-8701-F3D2F8D5EB9C}" type="presParOf" srcId="{1ABA3268-E462-410B-A034-5E8B20C28C55}" destId="{53AF45C8-F7A0-47AB-8BD8-39C13F73F83D}" srcOrd="1" destOrd="0" presId="urn:microsoft.com/office/officeart/2005/8/layout/hierarchy6"/>
    <dgm:cxn modelId="{CE0C1502-53A5-47F5-9574-943A7B05CABB}" type="presParOf" srcId="{53AF45C8-F7A0-47AB-8BD8-39C13F73F83D}" destId="{CBB3FE39-255E-4BE0-B9CE-6A64F59A8F2C}" srcOrd="0" destOrd="0" presId="urn:microsoft.com/office/officeart/2005/8/layout/hierarchy6"/>
    <dgm:cxn modelId="{3CF03FD4-6A24-4848-B282-FBF4BA971F29}" type="presParOf" srcId="{53AF45C8-F7A0-47AB-8BD8-39C13F73F83D}" destId="{09EFD061-8A78-492B-AD1C-09025F4A08DC}" srcOrd="1" destOrd="0" presId="urn:microsoft.com/office/officeart/2005/8/layout/hierarchy6"/>
    <dgm:cxn modelId="{0F89D4B8-61DE-49DB-9141-B67F257DC8AB}" type="presParOf" srcId="{1ABA3268-E462-410B-A034-5E8B20C28C55}" destId="{576956A8-BD5F-40A5-A8E6-2E21DBEF1CA9}" srcOrd="2" destOrd="0" presId="urn:microsoft.com/office/officeart/2005/8/layout/hierarchy6"/>
    <dgm:cxn modelId="{A203CD47-22A4-484A-B857-134853954F0C}" type="presParOf" srcId="{1ABA3268-E462-410B-A034-5E8B20C28C55}" destId="{91121223-136C-42EA-8C41-8AA158F7CF21}" srcOrd="3" destOrd="0" presId="urn:microsoft.com/office/officeart/2005/8/layout/hierarchy6"/>
    <dgm:cxn modelId="{422872CE-4E71-49EC-A7DB-44CABC7DA6CF}" type="presParOf" srcId="{91121223-136C-42EA-8C41-8AA158F7CF21}" destId="{49E70C84-BA6E-44E4-AD87-CA794FEFAE7C}" srcOrd="0" destOrd="0" presId="urn:microsoft.com/office/officeart/2005/8/layout/hierarchy6"/>
    <dgm:cxn modelId="{039237E8-9230-40B8-972C-9E6CEF9B64A4}" type="presParOf" srcId="{91121223-136C-42EA-8C41-8AA158F7CF21}" destId="{283362D3-19CD-4872-BB23-6F4D3D1858D0}" srcOrd="1" destOrd="0" presId="urn:microsoft.com/office/officeart/2005/8/layout/hierarchy6"/>
    <dgm:cxn modelId="{B1E1BCD5-4741-4AB8-8219-113B0F1DDCFC}" type="presParOf" srcId="{283362D3-19CD-4872-BB23-6F4D3D1858D0}" destId="{6DF1A0E1-3F47-4782-A186-A5DDD7DC7631}" srcOrd="0" destOrd="0" presId="urn:microsoft.com/office/officeart/2005/8/layout/hierarchy6"/>
    <dgm:cxn modelId="{6B8E95D4-AE20-4602-8D30-28969A1D5DC9}" type="presParOf" srcId="{283362D3-19CD-4872-BB23-6F4D3D1858D0}" destId="{64DCE5DB-6C77-49E5-B234-79C36E8EE600}" srcOrd="1" destOrd="0" presId="urn:microsoft.com/office/officeart/2005/8/layout/hierarchy6"/>
    <dgm:cxn modelId="{759077CE-26A1-4489-B0DF-5349D5753D6F}" type="presParOf" srcId="{64DCE5DB-6C77-49E5-B234-79C36E8EE600}" destId="{44B144F5-2E09-4BEB-9F48-3BA774B0AA36}" srcOrd="0" destOrd="0" presId="urn:microsoft.com/office/officeart/2005/8/layout/hierarchy6"/>
    <dgm:cxn modelId="{312975E3-238D-40C4-90E7-F187561622DB}" type="presParOf" srcId="{64DCE5DB-6C77-49E5-B234-79C36E8EE600}" destId="{B16022EE-4866-47B1-A422-826FA3C81BC2}" srcOrd="1" destOrd="0" presId="urn:microsoft.com/office/officeart/2005/8/layout/hierarchy6"/>
    <dgm:cxn modelId="{55321476-7F5F-4E15-B289-2DE2C94FB6BF}" type="presParOf" srcId="{839B009D-12B7-4B73-8894-BBF0AE37E415}" destId="{D310C026-7911-412B-AAFF-17FB0DBC868D}" srcOrd="4" destOrd="0" presId="urn:microsoft.com/office/officeart/2005/8/layout/hierarchy6"/>
    <dgm:cxn modelId="{02155211-42AC-4325-90BC-BD0D04151DAF}" type="presParOf" srcId="{839B009D-12B7-4B73-8894-BBF0AE37E415}" destId="{19BCFFB9-A983-4266-AE04-86C865EF3421}" srcOrd="5" destOrd="0" presId="urn:microsoft.com/office/officeart/2005/8/layout/hierarchy6"/>
    <dgm:cxn modelId="{F8E6419F-991A-418A-A84B-74D20690573B}" type="presParOf" srcId="{19BCFFB9-A983-4266-AE04-86C865EF3421}" destId="{3C6D1182-FEE7-4F8D-813D-84F519B28BAA}" srcOrd="0" destOrd="0" presId="urn:microsoft.com/office/officeart/2005/8/layout/hierarchy6"/>
    <dgm:cxn modelId="{00F95B61-EDD6-4BCA-B3A2-FD3848607C8E}" type="presParOf" srcId="{19BCFFB9-A983-4266-AE04-86C865EF3421}" destId="{68B4BEED-80FB-4077-BE42-DB280333FAE4}" srcOrd="1" destOrd="0" presId="urn:microsoft.com/office/officeart/2005/8/layout/hierarchy6"/>
    <dgm:cxn modelId="{96F3377B-DA07-4547-972C-806EAB319CBB}" type="presParOf" srcId="{8E55CA99-B5C5-48A1-AF6F-AD2E872B7190}" destId="{8D47A75D-0B8E-4EA2-A164-5037092C6D05}" srcOrd="1" destOrd="0" presId="urn:microsoft.com/office/officeart/2005/8/layout/hierarchy6"/>
    <dgm:cxn modelId="{EF21F18A-6DD2-49F8-8A90-71196E149BB5}" type="presParOf" srcId="{8D47A75D-0B8E-4EA2-A164-5037092C6D05}" destId="{BE847309-516F-4B26-B629-08280E10DF8F}" srcOrd="0" destOrd="0" presId="urn:microsoft.com/office/officeart/2005/8/layout/hierarchy6"/>
    <dgm:cxn modelId="{88A8BDD5-6023-4E7F-8A7C-5AE47742AAE9}" type="presParOf" srcId="{BE847309-516F-4B26-B629-08280E10DF8F}" destId="{FA6D7A1E-1722-480C-95A6-374A8DB443DA}" srcOrd="0" destOrd="0" presId="urn:microsoft.com/office/officeart/2005/8/layout/hierarchy6"/>
    <dgm:cxn modelId="{C69C9C8B-B167-4D23-8B90-7FB0DF819FCA}" type="presParOf" srcId="{BE847309-516F-4B26-B629-08280E10DF8F}" destId="{91FB1B98-18C8-4285-967E-637A593B71A1}" srcOrd="1" destOrd="0" presId="urn:microsoft.com/office/officeart/2005/8/layout/hierarchy6"/>
    <dgm:cxn modelId="{3A121C08-3BDF-4D57-84E2-C5963804F7D8}" type="presParOf" srcId="{8D47A75D-0B8E-4EA2-A164-5037092C6D05}" destId="{CA89DF8C-5248-43A1-B05B-0E878ABD2ABE}" srcOrd="1" destOrd="0" presId="urn:microsoft.com/office/officeart/2005/8/layout/hierarchy6"/>
    <dgm:cxn modelId="{FEE3EDE2-0AA5-4EE7-AC98-162194E7EC13}" type="presParOf" srcId="{CA89DF8C-5248-43A1-B05B-0E878ABD2ABE}" destId="{1882AEEB-22F8-44AE-8E12-64A2939A8479}" srcOrd="0" destOrd="0" presId="urn:microsoft.com/office/officeart/2005/8/layout/hierarchy6"/>
    <dgm:cxn modelId="{1835CC80-C52B-48D5-B22E-2D63F06E3BDB}" type="presParOf" srcId="{8D47A75D-0B8E-4EA2-A164-5037092C6D05}" destId="{858B725C-C42B-4BA5-B6F0-CA2DFC946451}" srcOrd="2" destOrd="0" presId="urn:microsoft.com/office/officeart/2005/8/layout/hierarchy6"/>
    <dgm:cxn modelId="{8391F3DC-12EF-460B-ABDA-3C8826721B89}" type="presParOf" srcId="{858B725C-C42B-4BA5-B6F0-CA2DFC946451}" destId="{A53E8DE0-F534-406B-963E-AA78FB8B41A3}" srcOrd="0" destOrd="0" presId="urn:microsoft.com/office/officeart/2005/8/layout/hierarchy6"/>
    <dgm:cxn modelId="{48D47FC9-AEF9-4686-B632-78336658755C}" type="presParOf" srcId="{858B725C-C42B-4BA5-B6F0-CA2DFC946451}" destId="{6DF53CAB-4592-4F63-BF49-02012FCD26E4}" srcOrd="1" destOrd="0" presId="urn:microsoft.com/office/officeart/2005/8/layout/hierarchy6"/>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05.xml><?xml version="1.0" encoding="utf-8"?>
<dgm:dataModel xmlns:dgm="http://schemas.openxmlformats.org/drawingml/2006/diagram" xmlns:a="http://schemas.openxmlformats.org/drawingml/2006/main">
  <dgm:ptLst>
    <dgm:pt modelId="{B9C32B05-62EA-407A-B21C-2310C7945705}" type="doc">
      <dgm:prSet loTypeId="urn:microsoft.com/office/officeart/2005/8/layout/hierarchy4" loCatId="hierarchy"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3AF880A5-0F00-4315-A5DF-1FE656798601}">
      <dgm:prSet phldrT="[Text]"/>
      <dgm:spPr/>
      <dgm:t>
        <a:bodyPr/>
        <a:lstStyle/>
        <a:p>
          <a:r>
            <a:rPr lang="en-US" dirty="0"/>
            <a:t>Some text here</a:t>
          </a:r>
        </a:p>
      </dgm:t>
    </dgm:pt>
    <dgm:pt modelId="{A13BB1F9-5857-4B43-8BF5-6589AA2CB759}" type="parTrans" cxnId="{24F8CBE2-5003-4E69-A772-6B98F2B05181}">
      <dgm:prSet/>
      <dgm:spPr/>
      <dgm:t>
        <a:bodyPr/>
        <a:lstStyle/>
        <a:p>
          <a:endParaRPr lang="en-US"/>
        </a:p>
      </dgm:t>
    </dgm:pt>
    <dgm:pt modelId="{C198C41D-2640-4669-83ED-E0CD35701C8E}" type="sibTrans" cxnId="{24F8CBE2-5003-4E69-A772-6B98F2B05181}">
      <dgm:prSet/>
      <dgm:spPr/>
      <dgm:t>
        <a:bodyPr/>
        <a:lstStyle/>
        <a:p>
          <a:endParaRPr lang="en-US"/>
        </a:p>
      </dgm:t>
    </dgm:pt>
    <dgm:pt modelId="{8EA7219F-BDB2-48EB-9EEB-3133522D132E}">
      <dgm:prSet phldrT="[Text]"/>
      <dgm:spPr/>
      <dgm:t>
        <a:bodyPr/>
        <a:lstStyle/>
        <a:p>
          <a:r>
            <a:rPr lang="en-US" dirty="0"/>
            <a:t>Some text here</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932A6641-B47E-48FC-963F-311CBB9F360A}">
      <dgm:prSet phldrT="[Text]"/>
      <dgm:spPr/>
      <dgm:t>
        <a:bodyPr/>
        <a:lstStyle/>
        <a:p>
          <a:r>
            <a:rPr lang="en-US" dirty="0"/>
            <a:t>Some text here</a:t>
          </a:r>
        </a:p>
      </dgm:t>
    </dgm:pt>
    <dgm:pt modelId="{BCC541E2-3A60-4FA0-82BC-A407780EE7DB}" type="parTrans" cxnId="{FD0D0812-3766-4422-AB8F-58752BCDBE07}">
      <dgm:prSet/>
      <dgm:spPr/>
      <dgm:t>
        <a:bodyPr/>
        <a:lstStyle/>
        <a:p>
          <a:endParaRPr lang="en-US"/>
        </a:p>
      </dgm:t>
    </dgm:pt>
    <dgm:pt modelId="{0E70FA36-C3C7-4A08-A69A-A16BAA6AE9D9}" type="sibTrans" cxnId="{FD0D0812-3766-4422-AB8F-58752BCDBE07}">
      <dgm:prSet/>
      <dgm:spPr/>
      <dgm:t>
        <a:bodyPr/>
        <a:lstStyle/>
        <a:p>
          <a:endParaRPr lang="en-US"/>
        </a:p>
      </dgm:t>
    </dgm:pt>
    <dgm:pt modelId="{05FECB41-6D4B-45D2-8EBA-87192101F0F0}">
      <dgm:prSet phldrT="[Text]"/>
      <dgm:spPr/>
      <dgm:t>
        <a:bodyPr/>
        <a:lstStyle/>
        <a:p>
          <a:r>
            <a:rPr lang="en-US" dirty="0"/>
            <a:t>Some text here</a:t>
          </a:r>
        </a:p>
      </dgm:t>
    </dgm:pt>
    <dgm:pt modelId="{AA5859CE-1935-428E-8F3A-D00391A9A382}" type="parTrans" cxnId="{E65C054B-9B15-4FA5-9C41-E42B668491E6}">
      <dgm:prSet/>
      <dgm:spPr/>
      <dgm:t>
        <a:bodyPr/>
        <a:lstStyle/>
        <a:p>
          <a:endParaRPr lang="en-US"/>
        </a:p>
      </dgm:t>
    </dgm:pt>
    <dgm:pt modelId="{C5D3D9B1-03B8-4AB8-AB31-9E49A99D6797}" type="sibTrans" cxnId="{E65C054B-9B15-4FA5-9C41-E42B668491E6}">
      <dgm:prSet/>
      <dgm:spPr/>
      <dgm:t>
        <a:bodyPr/>
        <a:lstStyle/>
        <a:p>
          <a:endParaRPr lang="en-US"/>
        </a:p>
      </dgm:t>
    </dgm:pt>
    <dgm:pt modelId="{0A0E61DB-8A10-4B79-92D2-5500D5AEF449}">
      <dgm:prSet phldrT="[Text]"/>
      <dgm:spPr/>
      <dgm:t>
        <a:bodyPr/>
        <a:lstStyle/>
        <a:p>
          <a:r>
            <a:rPr lang="en-US" dirty="0"/>
            <a:t>Some text here</a:t>
          </a:r>
        </a:p>
      </dgm:t>
    </dgm:pt>
    <dgm:pt modelId="{1441988F-AAA1-489E-9170-F8F553C17D69}" type="parTrans" cxnId="{E82059C4-2D23-4B7D-B1A6-48C9187CD97C}">
      <dgm:prSet/>
      <dgm:spPr/>
      <dgm:t>
        <a:bodyPr/>
        <a:lstStyle/>
        <a:p>
          <a:endParaRPr lang="en-US"/>
        </a:p>
      </dgm:t>
    </dgm:pt>
    <dgm:pt modelId="{E2296C67-3533-41D6-AE9D-C2B4E4E8558A}" type="sibTrans" cxnId="{E82059C4-2D23-4B7D-B1A6-48C9187CD97C}">
      <dgm:prSet/>
      <dgm:spPr/>
      <dgm:t>
        <a:bodyPr/>
        <a:lstStyle/>
        <a:p>
          <a:endParaRPr lang="en-US"/>
        </a:p>
      </dgm:t>
    </dgm:pt>
    <dgm:pt modelId="{F157024A-F325-4B04-876C-7631430CD8B8}">
      <dgm:prSet phldrT="[Text]"/>
      <dgm:spPr/>
      <dgm:t>
        <a:bodyPr/>
        <a:lstStyle/>
        <a:p>
          <a:r>
            <a:rPr lang="en-US" dirty="0"/>
            <a:t>Some text here</a:t>
          </a:r>
        </a:p>
      </dgm:t>
    </dgm:pt>
    <dgm:pt modelId="{084F8FD6-CAC7-4D0E-8D6F-34C953D0A8B5}" type="parTrans" cxnId="{A48A2D33-4A47-4517-A7A4-26878B511DD4}">
      <dgm:prSet/>
      <dgm:spPr/>
      <dgm:t>
        <a:bodyPr/>
        <a:lstStyle/>
        <a:p>
          <a:endParaRPr lang="en-US"/>
        </a:p>
      </dgm:t>
    </dgm:pt>
    <dgm:pt modelId="{C5411E0A-9D82-4429-8DDC-A5ECA6FFA10D}" type="sibTrans" cxnId="{A48A2D33-4A47-4517-A7A4-26878B511DD4}">
      <dgm:prSet/>
      <dgm:spPr/>
      <dgm:t>
        <a:bodyPr/>
        <a:lstStyle/>
        <a:p>
          <a:endParaRPr lang="en-US"/>
        </a:p>
      </dgm:t>
    </dgm:pt>
    <dgm:pt modelId="{93B8E493-EA93-4F7C-8171-98FEF501A448}">
      <dgm:prSet phldrT="[Text]"/>
      <dgm:spPr/>
      <dgm:t>
        <a:bodyPr/>
        <a:lstStyle/>
        <a:p>
          <a:r>
            <a:rPr lang="en-US" dirty="0"/>
            <a:t>Some text here</a:t>
          </a:r>
        </a:p>
      </dgm:t>
    </dgm:pt>
    <dgm:pt modelId="{DB656091-8DFF-497F-8BC8-FDE187821C4F}" type="parTrans" cxnId="{3C496B29-A9E1-4A1A-A48B-9EEC69549197}">
      <dgm:prSet/>
      <dgm:spPr/>
      <dgm:t>
        <a:bodyPr/>
        <a:lstStyle/>
        <a:p>
          <a:endParaRPr lang="en-US"/>
        </a:p>
      </dgm:t>
    </dgm:pt>
    <dgm:pt modelId="{7BDD9460-EE6F-4CF5-8274-75C224AC62C4}" type="sibTrans" cxnId="{3C496B29-A9E1-4A1A-A48B-9EEC69549197}">
      <dgm:prSet/>
      <dgm:spPr/>
      <dgm:t>
        <a:bodyPr/>
        <a:lstStyle/>
        <a:p>
          <a:endParaRPr lang="en-US"/>
        </a:p>
      </dgm:t>
    </dgm:pt>
    <dgm:pt modelId="{35FD70FD-C5FC-4305-A18C-F9495C0F085D}" type="pres">
      <dgm:prSet presAssocID="{B9C32B05-62EA-407A-B21C-2310C7945705}" presName="Name0" presStyleCnt="0">
        <dgm:presLayoutVars>
          <dgm:chPref val="1"/>
          <dgm:dir/>
          <dgm:animOne val="branch"/>
          <dgm:animLvl val="lvl"/>
          <dgm:resizeHandles/>
        </dgm:presLayoutVars>
      </dgm:prSet>
      <dgm:spPr/>
    </dgm:pt>
    <dgm:pt modelId="{1416F76E-50D9-427B-92F4-90C0680DD678}" type="pres">
      <dgm:prSet presAssocID="{42D71409-67F9-455C-8C6D-716D284AAA6B}" presName="vertOne" presStyleCnt="0"/>
      <dgm:spPr/>
    </dgm:pt>
    <dgm:pt modelId="{46C79A71-39C2-49DA-AF40-72680CDEFDB4}" type="pres">
      <dgm:prSet presAssocID="{42D71409-67F9-455C-8C6D-716D284AAA6B}" presName="txOne" presStyleLbl="node0" presStyleIdx="0" presStyleCnt="1">
        <dgm:presLayoutVars>
          <dgm:chPref val="3"/>
        </dgm:presLayoutVars>
      </dgm:prSet>
      <dgm:spPr/>
    </dgm:pt>
    <dgm:pt modelId="{379B9DF1-EC2F-48EF-BC53-2CD31E01DE82}" type="pres">
      <dgm:prSet presAssocID="{42D71409-67F9-455C-8C6D-716D284AAA6B}" presName="parTransOne" presStyleCnt="0"/>
      <dgm:spPr/>
    </dgm:pt>
    <dgm:pt modelId="{D07DB938-6E6B-44FB-A802-8A551AB5FBAF}" type="pres">
      <dgm:prSet presAssocID="{42D71409-67F9-455C-8C6D-716D284AAA6B}" presName="horzOne" presStyleCnt="0"/>
      <dgm:spPr/>
    </dgm:pt>
    <dgm:pt modelId="{A442A925-BA35-4CC5-8F90-3BF5D837D9A9}" type="pres">
      <dgm:prSet presAssocID="{8EA7219F-BDB2-48EB-9EEB-3133522D132E}" presName="vertTwo" presStyleCnt="0"/>
      <dgm:spPr/>
    </dgm:pt>
    <dgm:pt modelId="{1B13787F-ACDE-436C-B5C0-7C32DE8E52AC}" type="pres">
      <dgm:prSet presAssocID="{8EA7219F-BDB2-48EB-9EEB-3133522D132E}" presName="txTwo" presStyleLbl="node2" presStyleIdx="0" presStyleCnt="3">
        <dgm:presLayoutVars>
          <dgm:chPref val="3"/>
        </dgm:presLayoutVars>
      </dgm:prSet>
      <dgm:spPr/>
    </dgm:pt>
    <dgm:pt modelId="{80A3E6AA-7C93-4382-9CBB-1EDFAA44094F}" type="pres">
      <dgm:prSet presAssocID="{8EA7219F-BDB2-48EB-9EEB-3133522D132E}" presName="parTransTwo" presStyleCnt="0"/>
      <dgm:spPr/>
    </dgm:pt>
    <dgm:pt modelId="{53D589A1-2F3A-4255-9624-49F0474A1156}" type="pres">
      <dgm:prSet presAssocID="{8EA7219F-BDB2-48EB-9EEB-3133522D132E}" presName="horzTwo" presStyleCnt="0"/>
      <dgm:spPr/>
    </dgm:pt>
    <dgm:pt modelId="{3C16D864-3AF1-4013-9E21-6A419C8E15B7}" type="pres">
      <dgm:prSet presAssocID="{0A0E61DB-8A10-4B79-92D2-5500D5AEF449}" presName="vertThree" presStyleCnt="0"/>
      <dgm:spPr/>
    </dgm:pt>
    <dgm:pt modelId="{427DDB6B-215A-47A9-8404-30BEA1D813C3}" type="pres">
      <dgm:prSet presAssocID="{0A0E61DB-8A10-4B79-92D2-5500D5AEF449}" presName="txThree" presStyleLbl="node3" presStyleIdx="0" presStyleCnt="3">
        <dgm:presLayoutVars>
          <dgm:chPref val="3"/>
        </dgm:presLayoutVars>
      </dgm:prSet>
      <dgm:spPr/>
    </dgm:pt>
    <dgm:pt modelId="{62B06E15-2F66-43DC-A97F-0AB005233482}" type="pres">
      <dgm:prSet presAssocID="{0A0E61DB-8A10-4B79-92D2-5500D5AEF449}" presName="horzThree" presStyleCnt="0"/>
      <dgm:spPr/>
    </dgm:pt>
    <dgm:pt modelId="{7BA4A5C2-EEB8-481A-950C-8C1CA0C778F9}" type="pres">
      <dgm:prSet presAssocID="{E2296C67-3533-41D6-AE9D-C2B4E4E8558A}" presName="sibSpaceThree" presStyleCnt="0"/>
      <dgm:spPr/>
    </dgm:pt>
    <dgm:pt modelId="{3B1D67CE-CCFE-4509-A1B0-DC2EC6FCDF40}" type="pres">
      <dgm:prSet presAssocID="{05FECB41-6D4B-45D2-8EBA-87192101F0F0}" presName="vertThree" presStyleCnt="0"/>
      <dgm:spPr/>
    </dgm:pt>
    <dgm:pt modelId="{380C8A71-E026-4880-9834-3FB83E8E55BF}" type="pres">
      <dgm:prSet presAssocID="{05FECB41-6D4B-45D2-8EBA-87192101F0F0}" presName="txThree" presStyleLbl="node3" presStyleIdx="1" presStyleCnt="3">
        <dgm:presLayoutVars>
          <dgm:chPref val="3"/>
        </dgm:presLayoutVars>
      </dgm:prSet>
      <dgm:spPr/>
    </dgm:pt>
    <dgm:pt modelId="{6B5F67F7-D166-462A-8DA0-BE63F02C2A2E}" type="pres">
      <dgm:prSet presAssocID="{05FECB41-6D4B-45D2-8EBA-87192101F0F0}" presName="parTransThree" presStyleCnt="0"/>
      <dgm:spPr/>
    </dgm:pt>
    <dgm:pt modelId="{CE0E0B9A-571B-4323-BFB3-9A08F350406D}" type="pres">
      <dgm:prSet presAssocID="{05FECB41-6D4B-45D2-8EBA-87192101F0F0}" presName="horzThree" presStyleCnt="0"/>
      <dgm:spPr/>
    </dgm:pt>
    <dgm:pt modelId="{538D863F-0DC5-4A7B-A7FB-943A0BEBBCE7}" type="pres">
      <dgm:prSet presAssocID="{93B8E493-EA93-4F7C-8171-98FEF501A448}" presName="vertFour" presStyleCnt="0">
        <dgm:presLayoutVars>
          <dgm:chPref val="3"/>
        </dgm:presLayoutVars>
      </dgm:prSet>
      <dgm:spPr/>
    </dgm:pt>
    <dgm:pt modelId="{8CD1A933-225B-4FE6-92D3-EB219D68B828}" type="pres">
      <dgm:prSet presAssocID="{93B8E493-EA93-4F7C-8171-98FEF501A448}" presName="txFour" presStyleLbl="node4" presStyleIdx="0" presStyleCnt="1">
        <dgm:presLayoutVars>
          <dgm:chPref val="3"/>
        </dgm:presLayoutVars>
      </dgm:prSet>
      <dgm:spPr/>
    </dgm:pt>
    <dgm:pt modelId="{1AFF608E-2288-4374-9301-F464A866EE9E}" type="pres">
      <dgm:prSet presAssocID="{93B8E493-EA93-4F7C-8171-98FEF501A448}" presName="horzFour" presStyleCnt="0"/>
      <dgm:spPr/>
    </dgm:pt>
    <dgm:pt modelId="{DA28E43C-4045-436F-AFF1-529C03921F35}" type="pres">
      <dgm:prSet presAssocID="{C94B7947-85DC-4B21-BB99-DF8438356F98}" presName="sibSpaceTwo" presStyleCnt="0"/>
      <dgm:spPr/>
    </dgm:pt>
    <dgm:pt modelId="{9967693F-1585-4D81-ACE0-CE4A6B6641FC}" type="pres">
      <dgm:prSet presAssocID="{3AF880A5-0F00-4315-A5DF-1FE656798601}" presName="vertTwo" presStyleCnt="0"/>
      <dgm:spPr/>
    </dgm:pt>
    <dgm:pt modelId="{D541E211-55F8-4A46-A69A-B5C4C3BA2311}" type="pres">
      <dgm:prSet presAssocID="{3AF880A5-0F00-4315-A5DF-1FE656798601}" presName="txTwo" presStyleLbl="node2" presStyleIdx="1" presStyleCnt="3">
        <dgm:presLayoutVars>
          <dgm:chPref val="3"/>
        </dgm:presLayoutVars>
      </dgm:prSet>
      <dgm:spPr/>
    </dgm:pt>
    <dgm:pt modelId="{549A1405-4B09-4887-B9AA-FBE29CECB120}" type="pres">
      <dgm:prSet presAssocID="{3AF880A5-0F00-4315-A5DF-1FE656798601}" presName="horzTwo" presStyleCnt="0"/>
      <dgm:spPr/>
    </dgm:pt>
    <dgm:pt modelId="{5AE76575-E98A-4D3B-8E85-CD33580CCEE4}" type="pres">
      <dgm:prSet presAssocID="{C198C41D-2640-4669-83ED-E0CD35701C8E}" presName="sibSpaceTwo" presStyleCnt="0"/>
      <dgm:spPr/>
    </dgm:pt>
    <dgm:pt modelId="{98F78961-DD10-4D8C-B6DB-D70C884D8350}" type="pres">
      <dgm:prSet presAssocID="{932A6641-B47E-48FC-963F-311CBB9F360A}" presName="vertTwo" presStyleCnt="0"/>
      <dgm:spPr/>
    </dgm:pt>
    <dgm:pt modelId="{D489A079-357B-4AE9-8571-FA40D266C16A}" type="pres">
      <dgm:prSet presAssocID="{932A6641-B47E-48FC-963F-311CBB9F360A}" presName="txTwo" presStyleLbl="node2" presStyleIdx="2" presStyleCnt="3">
        <dgm:presLayoutVars>
          <dgm:chPref val="3"/>
        </dgm:presLayoutVars>
      </dgm:prSet>
      <dgm:spPr/>
    </dgm:pt>
    <dgm:pt modelId="{D89853B9-31AB-4595-82A1-D0FAA1B95383}" type="pres">
      <dgm:prSet presAssocID="{932A6641-B47E-48FC-963F-311CBB9F360A}" presName="parTransTwo" presStyleCnt="0"/>
      <dgm:spPr/>
    </dgm:pt>
    <dgm:pt modelId="{9BE52809-679B-47A2-87E2-EFBED3A8E17B}" type="pres">
      <dgm:prSet presAssocID="{932A6641-B47E-48FC-963F-311CBB9F360A}" presName="horzTwo" presStyleCnt="0"/>
      <dgm:spPr/>
    </dgm:pt>
    <dgm:pt modelId="{69983B3C-108A-4F51-9722-36CC9AC92CC8}" type="pres">
      <dgm:prSet presAssocID="{F157024A-F325-4B04-876C-7631430CD8B8}" presName="vertThree" presStyleCnt="0"/>
      <dgm:spPr/>
    </dgm:pt>
    <dgm:pt modelId="{EE3DC6BC-FD95-4B00-9E6F-03DEFBE7BCAF}" type="pres">
      <dgm:prSet presAssocID="{F157024A-F325-4B04-876C-7631430CD8B8}" presName="txThree" presStyleLbl="node3" presStyleIdx="2" presStyleCnt="3">
        <dgm:presLayoutVars>
          <dgm:chPref val="3"/>
        </dgm:presLayoutVars>
      </dgm:prSet>
      <dgm:spPr/>
    </dgm:pt>
    <dgm:pt modelId="{0E861908-31C7-4223-BD9F-2DDB78E939C1}" type="pres">
      <dgm:prSet presAssocID="{F157024A-F325-4B04-876C-7631430CD8B8}" presName="horzThree" presStyleCnt="0"/>
      <dgm:spPr/>
    </dgm:pt>
  </dgm:ptLst>
  <dgm:cxnLst>
    <dgm:cxn modelId="{FD0D0812-3766-4422-AB8F-58752BCDBE07}" srcId="{42D71409-67F9-455C-8C6D-716D284AAA6B}" destId="{932A6641-B47E-48FC-963F-311CBB9F360A}" srcOrd="2" destOrd="0" parTransId="{BCC541E2-3A60-4FA0-82BC-A407780EE7DB}" sibTransId="{0E70FA36-C3C7-4A08-A69A-A16BAA6AE9D9}"/>
    <dgm:cxn modelId="{2AA9C11F-1F1D-428E-801A-47EAA766C99D}" srcId="{B9C32B05-62EA-407A-B21C-2310C7945705}" destId="{42D71409-67F9-455C-8C6D-716D284AAA6B}" srcOrd="0" destOrd="0" parTransId="{51680ED1-AF6E-4B28-AE94-92B0EFB0DF7D}" sibTransId="{478B7D3C-9FB4-4BC6-90AC-49960560DECD}"/>
    <dgm:cxn modelId="{3C496B29-A9E1-4A1A-A48B-9EEC69549197}" srcId="{05FECB41-6D4B-45D2-8EBA-87192101F0F0}" destId="{93B8E493-EA93-4F7C-8171-98FEF501A448}" srcOrd="0" destOrd="0" parTransId="{DB656091-8DFF-497F-8BC8-FDE187821C4F}" sibTransId="{7BDD9460-EE6F-4CF5-8274-75C224AC62C4}"/>
    <dgm:cxn modelId="{A48A2D33-4A47-4517-A7A4-26878B511DD4}" srcId="{932A6641-B47E-48FC-963F-311CBB9F360A}" destId="{F157024A-F325-4B04-876C-7631430CD8B8}" srcOrd="0" destOrd="0" parTransId="{084F8FD6-CAC7-4D0E-8D6F-34C953D0A8B5}" sibTransId="{C5411E0A-9D82-4429-8DDC-A5ECA6FFA10D}"/>
    <dgm:cxn modelId="{5636B536-4E34-422A-8A13-6E9014F810A5}" type="presOf" srcId="{B9C32B05-62EA-407A-B21C-2310C7945705}" destId="{35FD70FD-C5FC-4305-A18C-F9495C0F085D}" srcOrd="0" destOrd="0" presId="urn:microsoft.com/office/officeart/2005/8/layout/hierarchy4"/>
    <dgm:cxn modelId="{0D29FA38-165A-4A87-A746-4992047F04D7}" type="presOf" srcId="{3AF880A5-0F00-4315-A5DF-1FE656798601}" destId="{D541E211-55F8-4A46-A69A-B5C4C3BA2311}" srcOrd="0" destOrd="0" presId="urn:microsoft.com/office/officeart/2005/8/layout/hierarchy4"/>
    <dgm:cxn modelId="{5BA9DB45-5A14-4DBD-A5F1-9146BB24E4AF}" type="presOf" srcId="{8EA7219F-BDB2-48EB-9EEB-3133522D132E}" destId="{1B13787F-ACDE-436C-B5C0-7C32DE8E52AC}" srcOrd="0" destOrd="0" presId="urn:microsoft.com/office/officeart/2005/8/layout/hierarchy4"/>
    <dgm:cxn modelId="{E65C054B-9B15-4FA5-9C41-E42B668491E6}" srcId="{8EA7219F-BDB2-48EB-9EEB-3133522D132E}" destId="{05FECB41-6D4B-45D2-8EBA-87192101F0F0}" srcOrd="1" destOrd="0" parTransId="{AA5859CE-1935-428E-8F3A-D00391A9A382}" sibTransId="{C5D3D9B1-03B8-4AB8-AB31-9E49A99D6797}"/>
    <dgm:cxn modelId="{71B8267B-1776-48F5-B9FD-D8B2FA10C1C0}" type="presOf" srcId="{0A0E61DB-8A10-4B79-92D2-5500D5AEF449}" destId="{427DDB6B-215A-47A9-8404-30BEA1D813C3}" srcOrd="0" destOrd="0" presId="urn:microsoft.com/office/officeart/2005/8/layout/hierarchy4"/>
    <dgm:cxn modelId="{039BBD7D-3FAE-4A3F-8E40-572C98B32057}" type="presOf" srcId="{F157024A-F325-4B04-876C-7631430CD8B8}" destId="{EE3DC6BC-FD95-4B00-9E6F-03DEFBE7BCAF}" srcOrd="0" destOrd="0" presId="urn:microsoft.com/office/officeart/2005/8/layout/hierarchy4"/>
    <dgm:cxn modelId="{2AF94FBB-8654-4917-AA44-131F23284567}" type="presOf" srcId="{42D71409-67F9-455C-8C6D-716D284AAA6B}" destId="{46C79A71-39C2-49DA-AF40-72680CDEFDB4}" srcOrd="0" destOrd="0" presId="urn:microsoft.com/office/officeart/2005/8/layout/hierarchy4"/>
    <dgm:cxn modelId="{E82059C4-2D23-4B7D-B1A6-48C9187CD97C}" srcId="{8EA7219F-BDB2-48EB-9EEB-3133522D132E}" destId="{0A0E61DB-8A10-4B79-92D2-5500D5AEF449}" srcOrd="0" destOrd="0" parTransId="{1441988F-AAA1-489E-9170-F8F553C17D69}" sibTransId="{E2296C67-3533-41D6-AE9D-C2B4E4E8558A}"/>
    <dgm:cxn modelId="{1211EDCA-1450-4AB4-8D79-E25F517149B8}" type="presOf" srcId="{932A6641-B47E-48FC-963F-311CBB9F360A}" destId="{D489A079-357B-4AE9-8571-FA40D266C16A}" srcOrd="0" destOrd="0" presId="urn:microsoft.com/office/officeart/2005/8/layout/hierarchy4"/>
    <dgm:cxn modelId="{31E8A7DA-B670-4A24-97F8-8DD843CD7319}" type="presOf" srcId="{05FECB41-6D4B-45D2-8EBA-87192101F0F0}" destId="{380C8A71-E026-4880-9834-3FB83E8E55BF}" srcOrd="0" destOrd="0" presId="urn:microsoft.com/office/officeart/2005/8/layout/hierarchy4"/>
    <dgm:cxn modelId="{24F8CBE2-5003-4E69-A772-6B98F2B05181}" srcId="{42D71409-67F9-455C-8C6D-716D284AAA6B}" destId="{3AF880A5-0F00-4315-A5DF-1FE656798601}" srcOrd="1" destOrd="0" parTransId="{A13BB1F9-5857-4B43-8BF5-6589AA2CB759}" sibTransId="{C198C41D-2640-4669-83ED-E0CD35701C8E}"/>
    <dgm:cxn modelId="{58AD7EEF-D408-406B-87EE-4691D4C30668}" srcId="{42D71409-67F9-455C-8C6D-716D284AAA6B}" destId="{8EA7219F-BDB2-48EB-9EEB-3133522D132E}" srcOrd="0" destOrd="0" parTransId="{3EE8403A-CB7C-4815-85BD-AEBCAEB71B37}" sibTransId="{C94B7947-85DC-4B21-BB99-DF8438356F98}"/>
    <dgm:cxn modelId="{9A7F97F4-7D2A-4380-AA45-B21F31F4AB20}" type="presOf" srcId="{93B8E493-EA93-4F7C-8171-98FEF501A448}" destId="{8CD1A933-225B-4FE6-92D3-EB219D68B828}" srcOrd="0" destOrd="0" presId="urn:microsoft.com/office/officeart/2005/8/layout/hierarchy4"/>
    <dgm:cxn modelId="{133B7440-C3E2-454E-A20B-B3268537FB2E}" type="presParOf" srcId="{35FD70FD-C5FC-4305-A18C-F9495C0F085D}" destId="{1416F76E-50D9-427B-92F4-90C0680DD678}" srcOrd="0" destOrd="0" presId="urn:microsoft.com/office/officeart/2005/8/layout/hierarchy4"/>
    <dgm:cxn modelId="{7A69F106-B354-41A4-AFC6-A139AE41D297}" type="presParOf" srcId="{1416F76E-50D9-427B-92F4-90C0680DD678}" destId="{46C79A71-39C2-49DA-AF40-72680CDEFDB4}" srcOrd="0" destOrd="0" presId="urn:microsoft.com/office/officeart/2005/8/layout/hierarchy4"/>
    <dgm:cxn modelId="{DE9F8FE4-41E8-4970-8CB0-9342533A2963}" type="presParOf" srcId="{1416F76E-50D9-427B-92F4-90C0680DD678}" destId="{379B9DF1-EC2F-48EF-BC53-2CD31E01DE82}" srcOrd="1" destOrd="0" presId="urn:microsoft.com/office/officeart/2005/8/layout/hierarchy4"/>
    <dgm:cxn modelId="{7E588BB1-830E-4C30-8D3F-55582FAE436F}" type="presParOf" srcId="{1416F76E-50D9-427B-92F4-90C0680DD678}" destId="{D07DB938-6E6B-44FB-A802-8A551AB5FBAF}" srcOrd="2" destOrd="0" presId="urn:microsoft.com/office/officeart/2005/8/layout/hierarchy4"/>
    <dgm:cxn modelId="{368A3706-0A86-424F-8ACF-F3C595F1A946}" type="presParOf" srcId="{D07DB938-6E6B-44FB-A802-8A551AB5FBAF}" destId="{A442A925-BA35-4CC5-8F90-3BF5D837D9A9}" srcOrd="0" destOrd="0" presId="urn:microsoft.com/office/officeart/2005/8/layout/hierarchy4"/>
    <dgm:cxn modelId="{81E9B7C2-91D9-4AAE-A0FF-C84C521FCF29}" type="presParOf" srcId="{A442A925-BA35-4CC5-8F90-3BF5D837D9A9}" destId="{1B13787F-ACDE-436C-B5C0-7C32DE8E52AC}" srcOrd="0" destOrd="0" presId="urn:microsoft.com/office/officeart/2005/8/layout/hierarchy4"/>
    <dgm:cxn modelId="{62630A80-1FDB-42A7-AE7E-0CFEF7B8F91A}" type="presParOf" srcId="{A442A925-BA35-4CC5-8F90-3BF5D837D9A9}" destId="{80A3E6AA-7C93-4382-9CBB-1EDFAA44094F}" srcOrd="1" destOrd="0" presId="urn:microsoft.com/office/officeart/2005/8/layout/hierarchy4"/>
    <dgm:cxn modelId="{8D2530E8-477D-478C-9C62-ED33DDC27D3E}" type="presParOf" srcId="{A442A925-BA35-4CC5-8F90-3BF5D837D9A9}" destId="{53D589A1-2F3A-4255-9624-49F0474A1156}" srcOrd="2" destOrd="0" presId="urn:microsoft.com/office/officeart/2005/8/layout/hierarchy4"/>
    <dgm:cxn modelId="{C6C0810A-9A77-4711-9AA2-6A9988D21FA8}" type="presParOf" srcId="{53D589A1-2F3A-4255-9624-49F0474A1156}" destId="{3C16D864-3AF1-4013-9E21-6A419C8E15B7}" srcOrd="0" destOrd="0" presId="urn:microsoft.com/office/officeart/2005/8/layout/hierarchy4"/>
    <dgm:cxn modelId="{F43CC89F-13AB-4DF7-81A6-CACFEC69C938}" type="presParOf" srcId="{3C16D864-3AF1-4013-9E21-6A419C8E15B7}" destId="{427DDB6B-215A-47A9-8404-30BEA1D813C3}" srcOrd="0" destOrd="0" presId="urn:microsoft.com/office/officeart/2005/8/layout/hierarchy4"/>
    <dgm:cxn modelId="{03DFF1A8-5CEF-4509-BAFB-3067BE492210}" type="presParOf" srcId="{3C16D864-3AF1-4013-9E21-6A419C8E15B7}" destId="{62B06E15-2F66-43DC-A97F-0AB005233482}" srcOrd="1" destOrd="0" presId="urn:microsoft.com/office/officeart/2005/8/layout/hierarchy4"/>
    <dgm:cxn modelId="{547DC840-F515-4782-880D-41AF9572E026}" type="presParOf" srcId="{53D589A1-2F3A-4255-9624-49F0474A1156}" destId="{7BA4A5C2-EEB8-481A-950C-8C1CA0C778F9}" srcOrd="1" destOrd="0" presId="urn:microsoft.com/office/officeart/2005/8/layout/hierarchy4"/>
    <dgm:cxn modelId="{7609164E-18D0-44FB-808C-41BF628C276D}" type="presParOf" srcId="{53D589A1-2F3A-4255-9624-49F0474A1156}" destId="{3B1D67CE-CCFE-4509-A1B0-DC2EC6FCDF40}" srcOrd="2" destOrd="0" presId="urn:microsoft.com/office/officeart/2005/8/layout/hierarchy4"/>
    <dgm:cxn modelId="{8D6B4664-19D6-49E2-B09F-B5F666AD809A}" type="presParOf" srcId="{3B1D67CE-CCFE-4509-A1B0-DC2EC6FCDF40}" destId="{380C8A71-E026-4880-9834-3FB83E8E55BF}" srcOrd="0" destOrd="0" presId="urn:microsoft.com/office/officeart/2005/8/layout/hierarchy4"/>
    <dgm:cxn modelId="{6191C205-FFBD-47F0-9306-D34AA17C25E7}" type="presParOf" srcId="{3B1D67CE-CCFE-4509-A1B0-DC2EC6FCDF40}" destId="{6B5F67F7-D166-462A-8DA0-BE63F02C2A2E}" srcOrd="1" destOrd="0" presId="urn:microsoft.com/office/officeart/2005/8/layout/hierarchy4"/>
    <dgm:cxn modelId="{A82C79AD-A527-4C2D-954D-4863AF1DE3CE}" type="presParOf" srcId="{3B1D67CE-CCFE-4509-A1B0-DC2EC6FCDF40}" destId="{CE0E0B9A-571B-4323-BFB3-9A08F350406D}" srcOrd="2" destOrd="0" presId="urn:microsoft.com/office/officeart/2005/8/layout/hierarchy4"/>
    <dgm:cxn modelId="{5F94EC8F-307A-47CE-A37B-5719AA7A6645}" type="presParOf" srcId="{CE0E0B9A-571B-4323-BFB3-9A08F350406D}" destId="{538D863F-0DC5-4A7B-A7FB-943A0BEBBCE7}" srcOrd="0" destOrd="0" presId="urn:microsoft.com/office/officeart/2005/8/layout/hierarchy4"/>
    <dgm:cxn modelId="{78614810-805F-4D2E-B587-A99B21DF2299}" type="presParOf" srcId="{538D863F-0DC5-4A7B-A7FB-943A0BEBBCE7}" destId="{8CD1A933-225B-4FE6-92D3-EB219D68B828}" srcOrd="0" destOrd="0" presId="urn:microsoft.com/office/officeart/2005/8/layout/hierarchy4"/>
    <dgm:cxn modelId="{1CE46EF9-E9F6-4E9B-8EA2-A6C713567C59}" type="presParOf" srcId="{538D863F-0DC5-4A7B-A7FB-943A0BEBBCE7}" destId="{1AFF608E-2288-4374-9301-F464A866EE9E}" srcOrd="1" destOrd="0" presId="urn:microsoft.com/office/officeart/2005/8/layout/hierarchy4"/>
    <dgm:cxn modelId="{4F662CE6-08B6-4328-BE6C-BF207A47908E}" type="presParOf" srcId="{D07DB938-6E6B-44FB-A802-8A551AB5FBAF}" destId="{DA28E43C-4045-436F-AFF1-529C03921F35}" srcOrd="1" destOrd="0" presId="urn:microsoft.com/office/officeart/2005/8/layout/hierarchy4"/>
    <dgm:cxn modelId="{F5C183C0-EB34-465B-B17B-A45F50248C4E}" type="presParOf" srcId="{D07DB938-6E6B-44FB-A802-8A551AB5FBAF}" destId="{9967693F-1585-4D81-ACE0-CE4A6B6641FC}" srcOrd="2" destOrd="0" presId="urn:microsoft.com/office/officeart/2005/8/layout/hierarchy4"/>
    <dgm:cxn modelId="{5B8E9FBE-4485-4AA5-880D-E4B26C9997D9}" type="presParOf" srcId="{9967693F-1585-4D81-ACE0-CE4A6B6641FC}" destId="{D541E211-55F8-4A46-A69A-B5C4C3BA2311}" srcOrd="0" destOrd="0" presId="urn:microsoft.com/office/officeart/2005/8/layout/hierarchy4"/>
    <dgm:cxn modelId="{C709B228-9F5B-4001-A253-79FFFD192AA5}" type="presParOf" srcId="{9967693F-1585-4D81-ACE0-CE4A6B6641FC}" destId="{549A1405-4B09-4887-B9AA-FBE29CECB120}" srcOrd="1" destOrd="0" presId="urn:microsoft.com/office/officeart/2005/8/layout/hierarchy4"/>
    <dgm:cxn modelId="{05F73C48-4B20-4B23-882C-18FCD2D0E767}" type="presParOf" srcId="{D07DB938-6E6B-44FB-A802-8A551AB5FBAF}" destId="{5AE76575-E98A-4D3B-8E85-CD33580CCEE4}" srcOrd="3" destOrd="0" presId="urn:microsoft.com/office/officeart/2005/8/layout/hierarchy4"/>
    <dgm:cxn modelId="{6DF9B6AE-8A44-4914-8BFC-C553A3FC1906}" type="presParOf" srcId="{D07DB938-6E6B-44FB-A802-8A551AB5FBAF}" destId="{98F78961-DD10-4D8C-B6DB-D70C884D8350}" srcOrd="4" destOrd="0" presId="urn:microsoft.com/office/officeart/2005/8/layout/hierarchy4"/>
    <dgm:cxn modelId="{573EB55A-0209-4FA6-9502-AE277156A953}" type="presParOf" srcId="{98F78961-DD10-4D8C-B6DB-D70C884D8350}" destId="{D489A079-357B-4AE9-8571-FA40D266C16A}" srcOrd="0" destOrd="0" presId="urn:microsoft.com/office/officeart/2005/8/layout/hierarchy4"/>
    <dgm:cxn modelId="{51A4CBD5-1C4E-4357-8381-3A59B0CE159C}" type="presParOf" srcId="{98F78961-DD10-4D8C-B6DB-D70C884D8350}" destId="{D89853B9-31AB-4595-82A1-D0FAA1B95383}" srcOrd="1" destOrd="0" presId="urn:microsoft.com/office/officeart/2005/8/layout/hierarchy4"/>
    <dgm:cxn modelId="{102E1324-730F-419C-88BF-DFD7A8AF4294}" type="presParOf" srcId="{98F78961-DD10-4D8C-B6DB-D70C884D8350}" destId="{9BE52809-679B-47A2-87E2-EFBED3A8E17B}" srcOrd="2" destOrd="0" presId="urn:microsoft.com/office/officeart/2005/8/layout/hierarchy4"/>
    <dgm:cxn modelId="{F189D8D2-C3C2-4133-8F86-8CA98D1C33AC}" type="presParOf" srcId="{9BE52809-679B-47A2-87E2-EFBED3A8E17B}" destId="{69983B3C-108A-4F51-9722-36CC9AC92CC8}" srcOrd="0" destOrd="0" presId="urn:microsoft.com/office/officeart/2005/8/layout/hierarchy4"/>
    <dgm:cxn modelId="{EC9E8FB7-0930-46B1-9437-CC5C1D0C3852}" type="presParOf" srcId="{69983B3C-108A-4F51-9722-36CC9AC92CC8}" destId="{EE3DC6BC-FD95-4B00-9E6F-03DEFBE7BCAF}" srcOrd="0" destOrd="0" presId="urn:microsoft.com/office/officeart/2005/8/layout/hierarchy4"/>
    <dgm:cxn modelId="{D434ADF7-696C-4169-A64B-9850482D7B36}" type="presParOf" srcId="{69983B3C-108A-4F51-9722-36CC9AC92CC8}" destId="{0E861908-31C7-4223-BD9F-2DDB78E939C1}" srcOrd="1" destOrd="0" presId="urn:microsoft.com/office/officeart/2005/8/layout/hierarchy4"/>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06.xml><?xml version="1.0" encoding="utf-8"?>
<dgm:dataModel xmlns:dgm="http://schemas.openxmlformats.org/drawingml/2006/diagram" xmlns:a="http://schemas.openxmlformats.org/drawingml/2006/main">
  <dgm:ptLst>
    <dgm:pt modelId="{B9C32B05-62EA-407A-B21C-2310C7945705}" type="doc">
      <dgm:prSet loTypeId="urn:microsoft.com/office/officeart/2009/3/layout/HorizontalOrganizationChart" loCatId="hierarchy"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3AF880A5-0F00-4315-A5DF-1FE656798601}">
      <dgm:prSet phldrT="[Text]"/>
      <dgm:spPr/>
      <dgm:t>
        <a:bodyPr/>
        <a:lstStyle/>
        <a:p>
          <a:r>
            <a:rPr lang="en-US" dirty="0"/>
            <a:t>Some text here</a:t>
          </a:r>
        </a:p>
      </dgm:t>
    </dgm:pt>
    <dgm:pt modelId="{A13BB1F9-5857-4B43-8BF5-6589AA2CB759}" type="parTrans" cxnId="{24F8CBE2-5003-4E69-A772-6B98F2B05181}">
      <dgm:prSet/>
      <dgm:spPr/>
      <dgm:t>
        <a:bodyPr/>
        <a:lstStyle/>
        <a:p>
          <a:endParaRPr lang="en-US"/>
        </a:p>
      </dgm:t>
    </dgm:pt>
    <dgm:pt modelId="{C198C41D-2640-4669-83ED-E0CD35701C8E}" type="sibTrans" cxnId="{24F8CBE2-5003-4E69-A772-6B98F2B05181}">
      <dgm:prSet/>
      <dgm:spPr/>
      <dgm:t>
        <a:bodyPr/>
        <a:lstStyle/>
        <a:p>
          <a:endParaRPr lang="en-US"/>
        </a:p>
      </dgm:t>
    </dgm:pt>
    <dgm:pt modelId="{8EA7219F-BDB2-48EB-9EEB-3133522D132E}">
      <dgm:prSet phldrT="[Text]"/>
      <dgm:spPr/>
      <dgm:t>
        <a:bodyPr/>
        <a:lstStyle/>
        <a:p>
          <a:r>
            <a:rPr lang="en-US" dirty="0"/>
            <a:t>Some text here</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932A6641-B47E-48FC-963F-311CBB9F360A}">
      <dgm:prSet phldrT="[Text]"/>
      <dgm:spPr/>
      <dgm:t>
        <a:bodyPr/>
        <a:lstStyle/>
        <a:p>
          <a:r>
            <a:rPr lang="en-US" dirty="0"/>
            <a:t>Some text here</a:t>
          </a:r>
        </a:p>
      </dgm:t>
    </dgm:pt>
    <dgm:pt modelId="{BCC541E2-3A60-4FA0-82BC-A407780EE7DB}" type="parTrans" cxnId="{FD0D0812-3766-4422-AB8F-58752BCDBE07}">
      <dgm:prSet/>
      <dgm:spPr/>
      <dgm:t>
        <a:bodyPr/>
        <a:lstStyle/>
        <a:p>
          <a:endParaRPr lang="en-US"/>
        </a:p>
      </dgm:t>
    </dgm:pt>
    <dgm:pt modelId="{0E70FA36-C3C7-4A08-A69A-A16BAA6AE9D9}" type="sibTrans" cxnId="{FD0D0812-3766-4422-AB8F-58752BCDBE07}">
      <dgm:prSet/>
      <dgm:spPr/>
      <dgm:t>
        <a:bodyPr/>
        <a:lstStyle/>
        <a:p>
          <a:endParaRPr lang="en-US"/>
        </a:p>
      </dgm:t>
    </dgm:pt>
    <dgm:pt modelId="{05FECB41-6D4B-45D2-8EBA-87192101F0F0}">
      <dgm:prSet phldrT="[Text]"/>
      <dgm:spPr/>
      <dgm:t>
        <a:bodyPr/>
        <a:lstStyle/>
        <a:p>
          <a:r>
            <a:rPr lang="en-US" dirty="0"/>
            <a:t>Some text here</a:t>
          </a:r>
        </a:p>
      </dgm:t>
    </dgm:pt>
    <dgm:pt modelId="{AA5859CE-1935-428E-8F3A-D00391A9A382}" type="parTrans" cxnId="{E65C054B-9B15-4FA5-9C41-E42B668491E6}">
      <dgm:prSet/>
      <dgm:spPr/>
      <dgm:t>
        <a:bodyPr/>
        <a:lstStyle/>
        <a:p>
          <a:endParaRPr lang="en-US"/>
        </a:p>
      </dgm:t>
    </dgm:pt>
    <dgm:pt modelId="{C5D3D9B1-03B8-4AB8-AB31-9E49A99D6797}" type="sibTrans" cxnId="{E65C054B-9B15-4FA5-9C41-E42B668491E6}">
      <dgm:prSet/>
      <dgm:spPr/>
      <dgm:t>
        <a:bodyPr/>
        <a:lstStyle/>
        <a:p>
          <a:endParaRPr lang="en-US"/>
        </a:p>
      </dgm:t>
    </dgm:pt>
    <dgm:pt modelId="{0A0E61DB-8A10-4B79-92D2-5500D5AEF449}">
      <dgm:prSet phldrT="[Text]"/>
      <dgm:spPr/>
      <dgm:t>
        <a:bodyPr/>
        <a:lstStyle/>
        <a:p>
          <a:r>
            <a:rPr lang="en-US" dirty="0"/>
            <a:t>Some text here</a:t>
          </a:r>
        </a:p>
      </dgm:t>
    </dgm:pt>
    <dgm:pt modelId="{1441988F-AAA1-489E-9170-F8F553C17D69}" type="parTrans" cxnId="{E82059C4-2D23-4B7D-B1A6-48C9187CD97C}">
      <dgm:prSet/>
      <dgm:spPr/>
      <dgm:t>
        <a:bodyPr/>
        <a:lstStyle/>
        <a:p>
          <a:endParaRPr lang="en-US"/>
        </a:p>
      </dgm:t>
    </dgm:pt>
    <dgm:pt modelId="{E2296C67-3533-41D6-AE9D-C2B4E4E8558A}" type="sibTrans" cxnId="{E82059C4-2D23-4B7D-B1A6-48C9187CD97C}">
      <dgm:prSet/>
      <dgm:spPr/>
      <dgm:t>
        <a:bodyPr/>
        <a:lstStyle/>
        <a:p>
          <a:endParaRPr lang="en-US"/>
        </a:p>
      </dgm:t>
    </dgm:pt>
    <dgm:pt modelId="{F157024A-F325-4B04-876C-7631430CD8B8}">
      <dgm:prSet phldrT="[Text]"/>
      <dgm:spPr/>
      <dgm:t>
        <a:bodyPr/>
        <a:lstStyle/>
        <a:p>
          <a:r>
            <a:rPr lang="en-US" dirty="0"/>
            <a:t>Some text here</a:t>
          </a:r>
        </a:p>
      </dgm:t>
    </dgm:pt>
    <dgm:pt modelId="{084F8FD6-CAC7-4D0E-8D6F-34C953D0A8B5}" type="parTrans" cxnId="{A48A2D33-4A47-4517-A7A4-26878B511DD4}">
      <dgm:prSet/>
      <dgm:spPr/>
      <dgm:t>
        <a:bodyPr/>
        <a:lstStyle/>
        <a:p>
          <a:endParaRPr lang="en-US"/>
        </a:p>
      </dgm:t>
    </dgm:pt>
    <dgm:pt modelId="{C5411E0A-9D82-4429-8DDC-A5ECA6FFA10D}" type="sibTrans" cxnId="{A48A2D33-4A47-4517-A7A4-26878B511DD4}">
      <dgm:prSet/>
      <dgm:spPr/>
      <dgm:t>
        <a:bodyPr/>
        <a:lstStyle/>
        <a:p>
          <a:endParaRPr lang="en-US"/>
        </a:p>
      </dgm:t>
    </dgm:pt>
    <dgm:pt modelId="{93B8E493-EA93-4F7C-8171-98FEF501A448}">
      <dgm:prSet phldrT="[Text]"/>
      <dgm:spPr/>
      <dgm:t>
        <a:bodyPr/>
        <a:lstStyle/>
        <a:p>
          <a:r>
            <a:rPr lang="en-US" dirty="0"/>
            <a:t>Some text here</a:t>
          </a:r>
        </a:p>
      </dgm:t>
    </dgm:pt>
    <dgm:pt modelId="{DB656091-8DFF-497F-8BC8-FDE187821C4F}" type="parTrans" cxnId="{3C496B29-A9E1-4A1A-A48B-9EEC69549197}">
      <dgm:prSet/>
      <dgm:spPr/>
      <dgm:t>
        <a:bodyPr/>
        <a:lstStyle/>
        <a:p>
          <a:endParaRPr lang="en-US"/>
        </a:p>
      </dgm:t>
    </dgm:pt>
    <dgm:pt modelId="{7BDD9460-EE6F-4CF5-8274-75C224AC62C4}" type="sibTrans" cxnId="{3C496B29-A9E1-4A1A-A48B-9EEC69549197}">
      <dgm:prSet/>
      <dgm:spPr/>
      <dgm:t>
        <a:bodyPr/>
        <a:lstStyle/>
        <a:p>
          <a:endParaRPr lang="en-US"/>
        </a:p>
      </dgm:t>
    </dgm:pt>
    <dgm:pt modelId="{CF3E2810-F452-4060-B44D-361165863799}" type="pres">
      <dgm:prSet presAssocID="{B9C32B05-62EA-407A-B21C-2310C7945705}" presName="hierChild1" presStyleCnt="0">
        <dgm:presLayoutVars>
          <dgm:orgChart val="1"/>
          <dgm:chPref val="1"/>
          <dgm:dir/>
          <dgm:animOne val="branch"/>
          <dgm:animLvl val="lvl"/>
          <dgm:resizeHandles/>
        </dgm:presLayoutVars>
      </dgm:prSet>
      <dgm:spPr/>
    </dgm:pt>
    <dgm:pt modelId="{5C65E9CA-05A7-404F-98AC-319C723C05F5}" type="pres">
      <dgm:prSet presAssocID="{42D71409-67F9-455C-8C6D-716D284AAA6B}" presName="hierRoot1" presStyleCnt="0">
        <dgm:presLayoutVars>
          <dgm:hierBranch val="init"/>
        </dgm:presLayoutVars>
      </dgm:prSet>
      <dgm:spPr/>
    </dgm:pt>
    <dgm:pt modelId="{BE87D7FE-754F-4E28-9B4E-F1AE13234D1D}" type="pres">
      <dgm:prSet presAssocID="{42D71409-67F9-455C-8C6D-716D284AAA6B}" presName="rootComposite1" presStyleCnt="0"/>
      <dgm:spPr/>
    </dgm:pt>
    <dgm:pt modelId="{2C3929C4-B9EB-4283-A906-92BBDDA078B8}" type="pres">
      <dgm:prSet presAssocID="{42D71409-67F9-455C-8C6D-716D284AAA6B}" presName="rootText1" presStyleLbl="node0" presStyleIdx="0" presStyleCnt="1">
        <dgm:presLayoutVars>
          <dgm:chPref val="3"/>
        </dgm:presLayoutVars>
      </dgm:prSet>
      <dgm:spPr/>
    </dgm:pt>
    <dgm:pt modelId="{7EFEF75E-2D4B-460B-B509-A98992F4F96A}" type="pres">
      <dgm:prSet presAssocID="{42D71409-67F9-455C-8C6D-716D284AAA6B}" presName="rootConnector1" presStyleLbl="node1" presStyleIdx="0" presStyleCnt="0"/>
      <dgm:spPr/>
    </dgm:pt>
    <dgm:pt modelId="{CE3384CC-5D07-46B1-8355-D687F2CE8399}" type="pres">
      <dgm:prSet presAssocID="{42D71409-67F9-455C-8C6D-716D284AAA6B}" presName="hierChild2" presStyleCnt="0"/>
      <dgm:spPr/>
    </dgm:pt>
    <dgm:pt modelId="{05540AD8-B80B-4C35-9297-DDD60ABE6779}" type="pres">
      <dgm:prSet presAssocID="{3EE8403A-CB7C-4815-85BD-AEBCAEB71B37}" presName="Name64" presStyleLbl="parChTrans1D2" presStyleIdx="0" presStyleCnt="3"/>
      <dgm:spPr/>
    </dgm:pt>
    <dgm:pt modelId="{E5C876EE-4165-452F-BC83-083B0CEA8BAD}" type="pres">
      <dgm:prSet presAssocID="{8EA7219F-BDB2-48EB-9EEB-3133522D132E}" presName="hierRoot2" presStyleCnt="0">
        <dgm:presLayoutVars>
          <dgm:hierBranch val="init"/>
        </dgm:presLayoutVars>
      </dgm:prSet>
      <dgm:spPr/>
    </dgm:pt>
    <dgm:pt modelId="{500A3E6D-C2D2-4F38-B92F-D410D6952301}" type="pres">
      <dgm:prSet presAssocID="{8EA7219F-BDB2-48EB-9EEB-3133522D132E}" presName="rootComposite" presStyleCnt="0"/>
      <dgm:spPr/>
    </dgm:pt>
    <dgm:pt modelId="{ED5F70F3-8E6E-414D-AF56-E8A46F00B59B}" type="pres">
      <dgm:prSet presAssocID="{8EA7219F-BDB2-48EB-9EEB-3133522D132E}" presName="rootText" presStyleLbl="node2" presStyleIdx="0" presStyleCnt="3">
        <dgm:presLayoutVars>
          <dgm:chPref val="3"/>
        </dgm:presLayoutVars>
      </dgm:prSet>
      <dgm:spPr/>
    </dgm:pt>
    <dgm:pt modelId="{B86CE8C9-F391-4916-B470-B5D637C9BC38}" type="pres">
      <dgm:prSet presAssocID="{8EA7219F-BDB2-48EB-9EEB-3133522D132E}" presName="rootConnector" presStyleLbl="node2" presStyleIdx="0" presStyleCnt="3"/>
      <dgm:spPr/>
    </dgm:pt>
    <dgm:pt modelId="{F6A70B59-A684-4607-8409-5926999FA265}" type="pres">
      <dgm:prSet presAssocID="{8EA7219F-BDB2-48EB-9EEB-3133522D132E}" presName="hierChild4" presStyleCnt="0"/>
      <dgm:spPr/>
    </dgm:pt>
    <dgm:pt modelId="{EBBC6544-F241-49CC-AE6F-7279106FCF56}" type="pres">
      <dgm:prSet presAssocID="{1441988F-AAA1-489E-9170-F8F553C17D69}" presName="Name64" presStyleLbl="parChTrans1D3" presStyleIdx="0" presStyleCnt="3"/>
      <dgm:spPr/>
    </dgm:pt>
    <dgm:pt modelId="{86326D3A-1C32-4253-9BA2-198C4F5CD1EA}" type="pres">
      <dgm:prSet presAssocID="{0A0E61DB-8A10-4B79-92D2-5500D5AEF449}" presName="hierRoot2" presStyleCnt="0">
        <dgm:presLayoutVars>
          <dgm:hierBranch val="init"/>
        </dgm:presLayoutVars>
      </dgm:prSet>
      <dgm:spPr/>
    </dgm:pt>
    <dgm:pt modelId="{865E2428-A7B9-4FDC-B436-9BA6F338CE6C}" type="pres">
      <dgm:prSet presAssocID="{0A0E61DB-8A10-4B79-92D2-5500D5AEF449}" presName="rootComposite" presStyleCnt="0"/>
      <dgm:spPr/>
    </dgm:pt>
    <dgm:pt modelId="{92C154FA-D2D6-4631-A171-67EB7860CA25}" type="pres">
      <dgm:prSet presAssocID="{0A0E61DB-8A10-4B79-92D2-5500D5AEF449}" presName="rootText" presStyleLbl="node3" presStyleIdx="0" presStyleCnt="3">
        <dgm:presLayoutVars>
          <dgm:chPref val="3"/>
        </dgm:presLayoutVars>
      </dgm:prSet>
      <dgm:spPr/>
    </dgm:pt>
    <dgm:pt modelId="{4D694D0B-2ACF-4C56-98BA-297D0D31C196}" type="pres">
      <dgm:prSet presAssocID="{0A0E61DB-8A10-4B79-92D2-5500D5AEF449}" presName="rootConnector" presStyleLbl="node3" presStyleIdx="0" presStyleCnt="3"/>
      <dgm:spPr/>
    </dgm:pt>
    <dgm:pt modelId="{4E86CC71-77BE-4BF0-9EF8-4BF95001DE7E}" type="pres">
      <dgm:prSet presAssocID="{0A0E61DB-8A10-4B79-92D2-5500D5AEF449}" presName="hierChild4" presStyleCnt="0"/>
      <dgm:spPr/>
    </dgm:pt>
    <dgm:pt modelId="{34765F9E-7081-4848-A304-10B6D64591B3}" type="pres">
      <dgm:prSet presAssocID="{0A0E61DB-8A10-4B79-92D2-5500D5AEF449}" presName="hierChild5" presStyleCnt="0"/>
      <dgm:spPr/>
    </dgm:pt>
    <dgm:pt modelId="{CAF9B8E1-C686-4BFC-9B22-9A3EB03421A5}" type="pres">
      <dgm:prSet presAssocID="{AA5859CE-1935-428E-8F3A-D00391A9A382}" presName="Name64" presStyleLbl="parChTrans1D3" presStyleIdx="1" presStyleCnt="3"/>
      <dgm:spPr/>
    </dgm:pt>
    <dgm:pt modelId="{57CFDEA8-58DD-4F5C-A899-FE1E427F1D74}" type="pres">
      <dgm:prSet presAssocID="{05FECB41-6D4B-45D2-8EBA-87192101F0F0}" presName="hierRoot2" presStyleCnt="0">
        <dgm:presLayoutVars>
          <dgm:hierBranch val="init"/>
        </dgm:presLayoutVars>
      </dgm:prSet>
      <dgm:spPr/>
    </dgm:pt>
    <dgm:pt modelId="{F9C0ACB4-8E3A-4CBD-9C71-5C31BC59E0E3}" type="pres">
      <dgm:prSet presAssocID="{05FECB41-6D4B-45D2-8EBA-87192101F0F0}" presName="rootComposite" presStyleCnt="0"/>
      <dgm:spPr/>
    </dgm:pt>
    <dgm:pt modelId="{586FF492-BF7A-4007-9A5E-60D3E5B8B66C}" type="pres">
      <dgm:prSet presAssocID="{05FECB41-6D4B-45D2-8EBA-87192101F0F0}" presName="rootText" presStyleLbl="node3" presStyleIdx="1" presStyleCnt="3">
        <dgm:presLayoutVars>
          <dgm:chPref val="3"/>
        </dgm:presLayoutVars>
      </dgm:prSet>
      <dgm:spPr/>
    </dgm:pt>
    <dgm:pt modelId="{C583F3D4-264D-47A6-8554-773E5BC32193}" type="pres">
      <dgm:prSet presAssocID="{05FECB41-6D4B-45D2-8EBA-87192101F0F0}" presName="rootConnector" presStyleLbl="node3" presStyleIdx="1" presStyleCnt="3"/>
      <dgm:spPr/>
    </dgm:pt>
    <dgm:pt modelId="{F9D6699F-7713-4C77-867E-4AEFEAB5A784}" type="pres">
      <dgm:prSet presAssocID="{05FECB41-6D4B-45D2-8EBA-87192101F0F0}" presName="hierChild4" presStyleCnt="0"/>
      <dgm:spPr/>
    </dgm:pt>
    <dgm:pt modelId="{B1A8E230-A629-4C8D-80C1-D8F3BFCD3A97}" type="pres">
      <dgm:prSet presAssocID="{DB656091-8DFF-497F-8BC8-FDE187821C4F}" presName="Name64" presStyleLbl="parChTrans1D4" presStyleIdx="0" presStyleCnt="1"/>
      <dgm:spPr/>
    </dgm:pt>
    <dgm:pt modelId="{BA4E6A03-49D3-4C99-BB08-A32BA776A963}" type="pres">
      <dgm:prSet presAssocID="{93B8E493-EA93-4F7C-8171-98FEF501A448}" presName="hierRoot2" presStyleCnt="0">
        <dgm:presLayoutVars>
          <dgm:hierBranch val="init"/>
        </dgm:presLayoutVars>
      </dgm:prSet>
      <dgm:spPr/>
    </dgm:pt>
    <dgm:pt modelId="{D5BAA81C-9895-4847-B454-B00E851B8FBC}" type="pres">
      <dgm:prSet presAssocID="{93B8E493-EA93-4F7C-8171-98FEF501A448}" presName="rootComposite" presStyleCnt="0"/>
      <dgm:spPr/>
    </dgm:pt>
    <dgm:pt modelId="{5740589F-86F6-493F-A42F-1B5A823579F8}" type="pres">
      <dgm:prSet presAssocID="{93B8E493-EA93-4F7C-8171-98FEF501A448}" presName="rootText" presStyleLbl="node4" presStyleIdx="0" presStyleCnt="1">
        <dgm:presLayoutVars>
          <dgm:chPref val="3"/>
        </dgm:presLayoutVars>
      </dgm:prSet>
      <dgm:spPr/>
    </dgm:pt>
    <dgm:pt modelId="{44112CB9-BB26-4EB5-9D62-DE7894F5BA39}" type="pres">
      <dgm:prSet presAssocID="{93B8E493-EA93-4F7C-8171-98FEF501A448}" presName="rootConnector" presStyleLbl="node4" presStyleIdx="0" presStyleCnt="1"/>
      <dgm:spPr/>
    </dgm:pt>
    <dgm:pt modelId="{C707A758-D18A-470A-B980-9E4701BC0955}" type="pres">
      <dgm:prSet presAssocID="{93B8E493-EA93-4F7C-8171-98FEF501A448}" presName="hierChild4" presStyleCnt="0"/>
      <dgm:spPr/>
    </dgm:pt>
    <dgm:pt modelId="{2EB8B720-201C-4200-A578-5ACFB314B0B6}" type="pres">
      <dgm:prSet presAssocID="{93B8E493-EA93-4F7C-8171-98FEF501A448}" presName="hierChild5" presStyleCnt="0"/>
      <dgm:spPr/>
    </dgm:pt>
    <dgm:pt modelId="{D8983B01-AA42-4F41-8CEC-5E45256B4571}" type="pres">
      <dgm:prSet presAssocID="{05FECB41-6D4B-45D2-8EBA-87192101F0F0}" presName="hierChild5" presStyleCnt="0"/>
      <dgm:spPr/>
    </dgm:pt>
    <dgm:pt modelId="{0ABB86A6-641B-4323-A541-33017EE889D6}" type="pres">
      <dgm:prSet presAssocID="{8EA7219F-BDB2-48EB-9EEB-3133522D132E}" presName="hierChild5" presStyleCnt="0"/>
      <dgm:spPr/>
    </dgm:pt>
    <dgm:pt modelId="{200E5369-077D-4413-8F53-691225FB5FDD}" type="pres">
      <dgm:prSet presAssocID="{A13BB1F9-5857-4B43-8BF5-6589AA2CB759}" presName="Name64" presStyleLbl="parChTrans1D2" presStyleIdx="1" presStyleCnt="3"/>
      <dgm:spPr/>
    </dgm:pt>
    <dgm:pt modelId="{A99E2E8A-3391-4992-877D-EA5B4B32C9BE}" type="pres">
      <dgm:prSet presAssocID="{3AF880A5-0F00-4315-A5DF-1FE656798601}" presName="hierRoot2" presStyleCnt="0">
        <dgm:presLayoutVars>
          <dgm:hierBranch val="init"/>
        </dgm:presLayoutVars>
      </dgm:prSet>
      <dgm:spPr/>
    </dgm:pt>
    <dgm:pt modelId="{AA1500EF-1980-4B3F-BD9B-DD41F31EB416}" type="pres">
      <dgm:prSet presAssocID="{3AF880A5-0F00-4315-A5DF-1FE656798601}" presName="rootComposite" presStyleCnt="0"/>
      <dgm:spPr/>
    </dgm:pt>
    <dgm:pt modelId="{EA8279E9-4D75-424E-917E-96F9E4259FB8}" type="pres">
      <dgm:prSet presAssocID="{3AF880A5-0F00-4315-A5DF-1FE656798601}" presName="rootText" presStyleLbl="node2" presStyleIdx="1" presStyleCnt="3">
        <dgm:presLayoutVars>
          <dgm:chPref val="3"/>
        </dgm:presLayoutVars>
      </dgm:prSet>
      <dgm:spPr/>
    </dgm:pt>
    <dgm:pt modelId="{8E0657C8-69CB-42EE-8C5B-0896F50E4E4F}" type="pres">
      <dgm:prSet presAssocID="{3AF880A5-0F00-4315-A5DF-1FE656798601}" presName="rootConnector" presStyleLbl="node2" presStyleIdx="1" presStyleCnt="3"/>
      <dgm:spPr/>
    </dgm:pt>
    <dgm:pt modelId="{EA16DAEF-0188-47FB-878B-D9598D9970AB}" type="pres">
      <dgm:prSet presAssocID="{3AF880A5-0F00-4315-A5DF-1FE656798601}" presName="hierChild4" presStyleCnt="0"/>
      <dgm:spPr/>
    </dgm:pt>
    <dgm:pt modelId="{01EF621A-E8AD-4414-9953-58DFC18C5FD9}" type="pres">
      <dgm:prSet presAssocID="{3AF880A5-0F00-4315-A5DF-1FE656798601}" presName="hierChild5" presStyleCnt="0"/>
      <dgm:spPr/>
    </dgm:pt>
    <dgm:pt modelId="{1685CF0A-B9F2-4A26-843B-D8EDBEE71328}" type="pres">
      <dgm:prSet presAssocID="{BCC541E2-3A60-4FA0-82BC-A407780EE7DB}" presName="Name64" presStyleLbl="parChTrans1D2" presStyleIdx="2" presStyleCnt="3"/>
      <dgm:spPr/>
    </dgm:pt>
    <dgm:pt modelId="{BF6543C8-8B34-423E-A7BD-28E260F249A1}" type="pres">
      <dgm:prSet presAssocID="{932A6641-B47E-48FC-963F-311CBB9F360A}" presName="hierRoot2" presStyleCnt="0">
        <dgm:presLayoutVars>
          <dgm:hierBranch val="init"/>
        </dgm:presLayoutVars>
      </dgm:prSet>
      <dgm:spPr/>
    </dgm:pt>
    <dgm:pt modelId="{485107CC-8E47-4856-8ACF-55E5BE73DA8C}" type="pres">
      <dgm:prSet presAssocID="{932A6641-B47E-48FC-963F-311CBB9F360A}" presName="rootComposite" presStyleCnt="0"/>
      <dgm:spPr/>
    </dgm:pt>
    <dgm:pt modelId="{8CFE5A16-73BF-4F89-AFA3-F708871AE94B}" type="pres">
      <dgm:prSet presAssocID="{932A6641-B47E-48FC-963F-311CBB9F360A}" presName="rootText" presStyleLbl="node2" presStyleIdx="2" presStyleCnt="3">
        <dgm:presLayoutVars>
          <dgm:chPref val="3"/>
        </dgm:presLayoutVars>
      </dgm:prSet>
      <dgm:spPr/>
    </dgm:pt>
    <dgm:pt modelId="{DC9CBA76-ACA5-4CC3-A5C2-3BFB05B98892}" type="pres">
      <dgm:prSet presAssocID="{932A6641-B47E-48FC-963F-311CBB9F360A}" presName="rootConnector" presStyleLbl="node2" presStyleIdx="2" presStyleCnt="3"/>
      <dgm:spPr/>
    </dgm:pt>
    <dgm:pt modelId="{D3E6A733-A77C-4B21-8B73-B916A52AACDC}" type="pres">
      <dgm:prSet presAssocID="{932A6641-B47E-48FC-963F-311CBB9F360A}" presName="hierChild4" presStyleCnt="0"/>
      <dgm:spPr/>
    </dgm:pt>
    <dgm:pt modelId="{991FBEDD-EE16-467C-913F-3B107DB6ECB0}" type="pres">
      <dgm:prSet presAssocID="{084F8FD6-CAC7-4D0E-8D6F-34C953D0A8B5}" presName="Name64" presStyleLbl="parChTrans1D3" presStyleIdx="2" presStyleCnt="3"/>
      <dgm:spPr/>
    </dgm:pt>
    <dgm:pt modelId="{F03C9447-FD32-4C67-82A0-74BE955F0DE2}" type="pres">
      <dgm:prSet presAssocID="{F157024A-F325-4B04-876C-7631430CD8B8}" presName="hierRoot2" presStyleCnt="0">
        <dgm:presLayoutVars>
          <dgm:hierBranch val="init"/>
        </dgm:presLayoutVars>
      </dgm:prSet>
      <dgm:spPr/>
    </dgm:pt>
    <dgm:pt modelId="{32C7C205-FF24-4C80-9AB2-0D62C5F6F63D}" type="pres">
      <dgm:prSet presAssocID="{F157024A-F325-4B04-876C-7631430CD8B8}" presName="rootComposite" presStyleCnt="0"/>
      <dgm:spPr/>
    </dgm:pt>
    <dgm:pt modelId="{0FB69EF8-4AD6-4275-A161-16D157A11AF0}" type="pres">
      <dgm:prSet presAssocID="{F157024A-F325-4B04-876C-7631430CD8B8}" presName="rootText" presStyleLbl="node3" presStyleIdx="2" presStyleCnt="3">
        <dgm:presLayoutVars>
          <dgm:chPref val="3"/>
        </dgm:presLayoutVars>
      </dgm:prSet>
      <dgm:spPr/>
    </dgm:pt>
    <dgm:pt modelId="{46685044-9132-4C38-A841-8506835F3054}" type="pres">
      <dgm:prSet presAssocID="{F157024A-F325-4B04-876C-7631430CD8B8}" presName="rootConnector" presStyleLbl="node3" presStyleIdx="2" presStyleCnt="3"/>
      <dgm:spPr/>
    </dgm:pt>
    <dgm:pt modelId="{080FF2A0-28EE-41E7-BA91-442000922776}" type="pres">
      <dgm:prSet presAssocID="{F157024A-F325-4B04-876C-7631430CD8B8}" presName="hierChild4" presStyleCnt="0"/>
      <dgm:spPr/>
    </dgm:pt>
    <dgm:pt modelId="{D463E93E-0A48-48A0-8783-2B3778F94ABC}" type="pres">
      <dgm:prSet presAssocID="{F157024A-F325-4B04-876C-7631430CD8B8}" presName="hierChild5" presStyleCnt="0"/>
      <dgm:spPr/>
    </dgm:pt>
    <dgm:pt modelId="{E18A18CA-821B-4B7E-824A-09E39454C6E5}" type="pres">
      <dgm:prSet presAssocID="{932A6641-B47E-48FC-963F-311CBB9F360A}" presName="hierChild5" presStyleCnt="0"/>
      <dgm:spPr/>
    </dgm:pt>
    <dgm:pt modelId="{720EE3ED-5A83-4D57-B463-ADFD515B736B}" type="pres">
      <dgm:prSet presAssocID="{42D71409-67F9-455C-8C6D-716D284AAA6B}" presName="hierChild3" presStyleCnt="0"/>
      <dgm:spPr/>
    </dgm:pt>
  </dgm:ptLst>
  <dgm:cxnLst>
    <dgm:cxn modelId="{CB3B3D0C-AEC2-46ED-88AC-BEBFF1350A17}" type="presOf" srcId="{42D71409-67F9-455C-8C6D-716D284AAA6B}" destId="{2C3929C4-B9EB-4283-A906-92BBDDA078B8}" srcOrd="0" destOrd="0" presId="urn:microsoft.com/office/officeart/2009/3/layout/HorizontalOrganizationChart"/>
    <dgm:cxn modelId="{81DF540F-3D59-44EE-ADF9-A0FF7602612E}" type="presOf" srcId="{05FECB41-6D4B-45D2-8EBA-87192101F0F0}" destId="{586FF492-BF7A-4007-9A5E-60D3E5B8B66C}" srcOrd="0" destOrd="0" presId="urn:microsoft.com/office/officeart/2009/3/layout/HorizontalOrganizationChart"/>
    <dgm:cxn modelId="{FD0D0812-3766-4422-AB8F-58752BCDBE07}" srcId="{42D71409-67F9-455C-8C6D-716D284AAA6B}" destId="{932A6641-B47E-48FC-963F-311CBB9F360A}" srcOrd="2" destOrd="0" parTransId="{BCC541E2-3A60-4FA0-82BC-A407780EE7DB}" sibTransId="{0E70FA36-C3C7-4A08-A69A-A16BAA6AE9D9}"/>
    <dgm:cxn modelId="{21943616-89DC-48F3-8309-F58015AC2FCF}" type="presOf" srcId="{8EA7219F-BDB2-48EB-9EEB-3133522D132E}" destId="{ED5F70F3-8E6E-414D-AF56-E8A46F00B59B}" srcOrd="0" destOrd="0" presId="urn:microsoft.com/office/officeart/2009/3/layout/HorizontalOrganizationChart"/>
    <dgm:cxn modelId="{2AA9C11F-1F1D-428E-801A-47EAA766C99D}" srcId="{B9C32B05-62EA-407A-B21C-2310C7945705}" destId="{42D71409-67F9-455C-8C6D-716D284AAA6B}" srcOrd="0" destOrd="0" parTransId="{51680ED1-AF6E-4B28-AE94-92B0EFB0DF7D}" sibTransId="{478B7D3C-9FB4-4BC6-90AC-49960560DECD}"/>
    <dgm:cxn modelId="{5DA92721-6B5F-4A81-82AB-A647FF60C44A}" type="presOf" srcId="{1441988F-AAA1-489E-9170-F8F553C17D69}" destId="{EBBC6544-F241-49CC-AE6F-7279106FCF56}" srcOrd="0" destOrd="0" presId="urn:microsoft.com/office/officeart/2009/3/layout/HorizontalOrganizationChart"/>
    <dgm:cxn modelId="{55A0FD22-916E-4F6A-ACFA-11297126900E}" type="presOf" srcId="{AA5859CE-1935-428E-8F3A-D00391A9A382}" destId="{CAF9B8E1-C686-4BFC-9B22-9A3EB03421A5}" srcOrd="0" destOrd="0" presId="urn:microsoft.com/office/officeart/2009/3/layout/HorizontalOrganizationChart"/>
    <dgm:cxn modelId="{D4AC3C24-1C90-44AD-826D-FB2DE62B7CCF}" type="presOf" srcId="{42D71409-67F9-455C-8C6D-716D284AAA6B}" destId="{7EFEF75E-2D4B-460B-B509-A98992F4F96A}" srcOrd="1" destOrd="0" presId="urn:microsoft.com/office/officeart/2009/3/layout/HorizontalOrganizationChart"/>
    <dgm:cxn modelId="{3C496B29-A9E1-4A1A-A48B-9EEC69549197}" srcId="{05FECB41-6D4B-45D2-8EBA-87192101F0F0}" destId="{93B8E493-EA93-4F7C-8171-98FEF501A448}" srcOrd="0" destOrd="0" parTransId="{DB656091-8DFF-497F-8BC8-FDE187821C4F}" sibTransId="{7BDD9460-EE6F-4CF5-8274-75C224AC62C4}"/>
    <dgm:cxn modelId="{585B662A-7D86-4E0F-B122-317470BCDC74}" type="presOf" srcId="{93B8E493-EA93-4F7C-8171-98FEF501A448}" destId="{5740589F-86F6-493F-A42F-1B5A823579F8}" srcOrd="0" destOrd="0" presId="urn:microsoft.com/office/officeart/2009/3/layout/HorizontalOrganizationChart"/>
    <dgm:cxn modelId="{A48A2D33-4A47-4517-A7A4-26878B511DD4}" srcId="{932A6641-B47E-48FC-963F-311CBB9F360A}" destId="{F157024A-F325-4B04-876C-7631430CD8B8}" srcOrd="0" destOrd="0" parTransId="{084F8FD6-CAC7-4D0E-8D6F-34C953D0A8B5}" sibTransId="{C5411E0A-9D82-4429-8DDC-A5ECA6FFA10D}"/>
    <dgm:cxn modelId="{0E819035-4FD5-4748-A974-5782A4460A58}" type="presOf" srcId="{3EE8403A-CB7C-4815-85BD-AEBCAEB71B37}" destId="{05540AD8-B80B-4C35-9297-DDD60ABE6779}" srcOrd="0" destOrd="0" presId="urn:microsoft.com/office/officeart/2009/3/layout/HorizontalOrganizationChart"/>
    <dgm:cxn modelId="{2D5E8636-842B-4E4C-8E3C-24304C282D34}" type="presOf" srcId="{3AF880A5-0F00-4315-A5DF-1FE656798601}" destId="{EA8279E9-4D75-424E-917E-96F9E4259FB8}" srcOrd="0" destOrd="0" presId="urn:microsoft.com/office/officeart/2009/3/layout/HorizontalOrganizationChart"/>
    <dgm:cxn modelId="{4F373D39-76AC-4190-B15F-B938258E5EF3}" type="presOf" srcId="{A13BB1F9-5857-4B43-8BF5-6589AA2CB759}" destId="{200E5369-077D-4413-8F53-691225FB5FDD}" srcOrd="0" destOrd="0" presId="urn:microsoft.com/office/officeart/2009/3/layout/HorizontalOrganizationChart"/>
    <dgm:cxn modelId="{C392E23E-74D0-4762-9FB5-466DD63252AE}" type="presOf" srcId="{932A6641-B47E-48FC-963F-311CBB9F360A}" destId="{8CFE5A16-73BF-4F89-AFA3-F708871AE94B}" srcOrd="0" destOrd="0" presId="urn:microsoft.com/office/officeart/2009/3/layout/HorizontalOrganizationChart"/>
    <dgm:cxn modelId="{992C1149-53EE-43B5-8487-470DFC2B66B1}" type="presOf" srcId="{BCC541E2-3A60-4FA0-82BC-A407780EE7DB}" destId="{1685CF0A-B9F2-4A26-843B-D8EDBEE71328}" srcOrd="0" destOrd="0" presId="urn:microsoft.com/office/officeart/2009/3/layout/HorizontalOrganizationChart"/>
    <dgm:cxn modelId="{E65C054B-9B15-4FA5-9C41-E42B668491E6}" srcId="{8EA7219F-BDB2-48EB-9EEB-3133522D132E}" destId="{05FECB41-6D4B-45D2-8EBA-87192101F0F0}" srcOrd="1" destOrd="0" parTransId="{AA5859CE-1935-428E-8F3A-D00391A9A382}" sibTransId="{C5D3D9B1-03B8-4AB8-AB31-9E49A99D6797}"/>
    <dgm:cxn modelId="{31302F4C-888E-4F28-B765-25FB23136DA9}" type="presOf" srcId="{0A0E61DB-8A10-4B79-92D2-5500D5AEF449}" destId="{4D694D0B-2ACF-4C56-98BA-297D0D31C196}" srcOrd="1" destOrd="0" presId="urn:microsoft.com/office/officeart/2009/3/layout/HorizontalOrganizationChart"/>
    <dgm:cxn modelId="{C7ACA274-D9CA-4D33-B5C4-76AD8170C9C5}" type="presOf" srcId="{05FECB41-6D4B-45D2-8EBA-87192101F0F0}" destId="{C583F3D4-264D-47A6-8554-773E5BC32193}" srcOrd="1" destOrd="0" presId="urn:microsoft.com/office/officeart/2009/3/layout/HorizontalOrganizationChart"/>
    <dgm:cxn modelId="{4A01BC7C-509C-4277-8441-8682F5ABE661}" type="presOf" srcId="{93B8E493-EA93-4F7C-8171-98FEF501A448}" destId="{44112CB9-BB26-4EB5-9D62-DE7894F5BA39}" srcOrd="1" destOrd="0" presId="urn:microsoft.com/office/officeart/2009/3/layout/HorizontalOrganizationChart"/>
    <dgm:cxn modelId="{A0C47F84-DB0B-43CC-A852-4486B16072DB}" type="presOf" srcId="{3AF880A5-0F00-4315-A5DF-1FE656798601}" destId="{8E0657C8-69CB-42EE-8C5B-0896F50E4E4F}" srcOrd="1" destOrd="0" presId="urn:microsoft.com/office/officeart/2009/3/layout/HorizontalOrganizationChart"/>
    <dgm:cxn modelId="{51C6078C-14D2-47F7-8670-D2900483A655}" type="presOf" srcId="{084F8FD6-CAC7-4D0E-8D6F-34C953D0A8B5}" destId="{991FBEDD-EE16-467C-913F-3B107DB6ECB0}" srcOrd="0" destOrd="0" presId="urn:microsoft.com/office/officeart/2009/3/layout/HorizontalOrganizationChart"/>
    <dgm:cxn modelId="{6F63D5A1-5347-4F5E-84AD-F891B7546265}" type="presOf" srcId="{932A6641-B47E-48FC-963F-311CBB9F360A}" destId="{DC9CBA76-ACA5-4CC3-A5C2-3BFB05B98892}" srcOrd="1" destOrd="0" presId="urn:microsoft.com/office/officeart/2009/3/layout/HorizontalOrganizationChart"/>
    <dgm:cxn modelId="{9C5DECAF-C7DC-4499-B262-263F5E3D1865}" type="presOf" srcId="{8EA7219F-BDB2-48EB-9EEB-3133522D132E}" destId="{B86CE8C9-F391-4916-B470-B5D637C9BC38}" srcOrd="1" destOrd="0" presId="urn:microsoft.com/office/officeart/2009/3/layout/HorizontalOrganizationChart"/>
    <dgm:cxn modelId="{E82059C4-2D23-4B7D-B1A6-48C9187CD97C}" srcId="{8EA7219F-BDB2-48EB-9EEB-3133522D132E}" destId="{0A0E61DB-8A10-4B79-92D2-5500D5AEF449}" srcOrd="0" destOrd="0" parTransId="{1441988F-AAA1-489E-9170-F8F553C17D69}" sibTransId="{E2296C67-3533-41D6-AE9D-C2B4E4E8558A}"/>
    <dgm:cxn modelId="{CAD581CE-789C-4943-AB09-A344FE84949E}" type="presOf" srcId="{F157024A-F325-4B04-876C-7631430CD8B8}" destId="{46685044-9132-4C38-A841-8506835F3054}" srcOrd="1" destOrd="0" presId="urn:microsoft.com/office/officeart/2009/3/layout/HorizontalOrganizationChart"/>
    <dgm:cxn modelId="{B57EB6DE-7CBC-41FD-B7D0-739F29DC221B}" type="presOf" srcId="{F157024A-F325-4B04-876C-7631430CD8B8}" destId="{0FB69EF8-4AD6-4275-A161-16D157A11AF0}" srcOrd="0" destOrd="0" presId="urn:microsoft.com/office/officeart/2009/3/layout/HorizontalOrganizationChart"/>
    <dgm:cxn modelId="{24F8CBE2-5003-4E69-A772-6B98F2B05181}" srcId="{42D71409-67F9-455C-8C6D-716D284AAA6B}" destId="{3AF880A5-0F00-4315-A5DF-1FE656798601}" srcOrd="1" destOrd="0" parTransId="{A13BB1F9-5857-4B43-8BF5-6589AA2CB759}" sibTransId="{C198C41D-2640-4669-83ED-E0CD35701C8E}"/>
    <dgm:cxn modelId="{58AD7EEF-D408-406B-87EE-4691D4C30668}" srcId="{42D71409-67F9-455C-8C6D-716D284AAA6B}" destId="{8EA7219F-BDB2-48EB-9EEB-3133522D132E}" srcOrd="0" destOrd="0" parTransId="{3EE8403A-CB7C-4815-85BD-AEBCAEB71B37}" sibTransId="{C94B7947-85DC-4B21-BB99-DF8438356F98}"/>
    <dgm:cxn modelId="{ABDC0AF7-8C1F-427A-9666-DC990783ADAD}" type="presOf" srcId="{DB656091-8DFF-497F-8BC8-FDE187821C4F}" destId="{B1A8E230-A629-4C8D-80C1-D8F3BFCD3A97}" srcOrd="0" destOrd="0" presId="urn:microsoft.com/office/officeart/2009/3/layout/HorizontalOrganizationChart"/>
    <dgm:cxn modelId="{423DFDF9-3D1A-45CA-81AA-CC31EAEDD41E}" type="presOf" srcId="{0A0E61DB-8A10-4B79-92D2-5500D5AEF449}" destId="{92C154FA-D2D6-4631-A171-67EB7860CA25}" srcOrd="0" destOrd="0" presId="urn:microsoft.com/office/officeart/2009/3/layout/HorizontalOrganizationChart"/>
    <dgm:cxn modelId="{6C08FBFD-27DE-4B14-BE7F-AE659B1A7664}" type="presOf" srcId="{B9C32B05-62EA-407A-B21C-2310C7945705}" destId="{CF3E2810-F452-4060-B44D-361165863799}" srcOrd="0" destOrd="0" presId="urn:microsoft.com/office/officeart/2009/3/layout/HorizontalOrganizationChart"/>
    <dgm:cxn modelId="{24620023-9760-4B04-8E86-FAB8A652F029}" type="presParOf" srcId="{CF3E2810-F452-4060-B44D-361165863799}" destId="{5C65E9CA-05A7-404F-98AC-319C723C05F5}" srcOrd="0" destOrd="0" presId="urn:microsoft.com/office/officeart/2009/3/layout/HorizontalOrganizationChart"/>
    <dgm:cxn modelId="{F6EAAD41-7239-4215-AF5A-16F65DA76D11}" type="presParOf" srcId="{5C65E9CA-05A7-404F-98AC-319C723C05F5}" destId="{BE87D7FE-754F-4E28-9B4E-F1AE13234D1D}" srcOrd="0" destOrd="0" presId="urn:microsoft.com/office/officeart/2009/3/layout/HorizontalOrganizationChart"/>
    <dgm:cxn modelId="{2AC2E3BE-C619-431D-B916-F59D60D48575}" type="presParOf" srcId="{BE87D7FE-754F-4E28-9B4E-F1AE13234D1D}" destId="{2C3929C4-B9EB-4283-A906-92BBDDA078B8}" srcOrd="0" destOrd="0" presId="urn:microsoft.com/office/officeart/2009/3/layout/HorizontalOrganizationChart"/>
    <dgm:cxn modelId="{B63B3100-95CE-4090-AAB9-94D625996C4C}" type="presParOf" srcId="{BE87D7FE-754F-4E28-9B4E-F1AE13234D1D}" destId="{7EFEF75E-2D4B-460B-B509-A98992F4F96A}" srcOrd="1" destOrd="0" presId="urn:microsoft.com/office/officeart/2009/3/layout/HorizontalOrganizationChart"/>
    <dgm:cxn modelId="{FB07E817-C2D7-4C00-9877-08F9ADFF06AC}" type="presParOf" srcId="{5C65E9CA-05A7-404F-98AC-319C723C05F5}" destId="{CE3384CC-5D07-46B1-8355-D687F2CE8399}" srcOrd="1" destOrd="0" presId="urn:microsoft.com/office/officeart/2009/3/layout/HorizontalOrganizationChart"/>
    <dgm:cxn modelId="{77718BEE-2D0C-426B-8F04-35C9FEAE51BC}" type="presParOf" srcId="{CE3384CC-5D07-46B1-8355-D687F2CE8399}" destId="{05540AD8-B80B-4C35-9297-DDD60ABE6779}" srcOrd="0" destOrd="0" presId="urn:microsoft.com/office/officeart/2009/3/layout/HorizontalOrganizationChart"/>
    <dgm:cxn modelId="{DA673D70-4C0E-44A2-BA18-51211BD079B2}" type="presParOf" srcId="{CE3384CC-5D07-46B1-8355-D687F2CE8399}" destId="{E5C876EE-4165-452F-BC83-083B0CEA8BAD}" srcOrd="1" destOrd="0" presId="urn:microsoft.com/office/officeart/2009/3/layout/HorizontalOrganizationChart"/>
    <dgm:cxn modelId="{2F162A59-C4AA-4E6D-BB4F-765C4D0B7C8B}" type="presParOf" srcId="{E5C876EE-4165-452F-BC83-083B0CEA8BAD}" destId="{500A3E6D-C2D2-4F38-B92F-D410D6952301}" srcOrd="0" destOrd="0" presId="urn:microsoft.com/office/officeart/2009/3/layout/HorizontalOrganizationChart"/>
    <dgm:cxn modelId="{C218D8B1-0161-4CD5-98AA-F6440FEB191C}" type="presParOf" srcId="{500A3E6D-C2D2-4F38-B92F-D410D6952301}" destId="{ED5F70F3-8E6E-414D-AF56-E8A46F00B59B}" srcOrd="0" destOrd="0" presId="urn:microsoft.com/office/officeart/2009/3/layout/HorizontalOrganizationChart"/>
    <dgm:cxn modelId="{E456015D-6995-48E2-B9A5-D8071CFD25B2}" type="presParOf" srcId="{500A3E6D-C2D2-4F38-B92F-D410D6952301}" destId="{B86CE8C9-F391-4916-B470-B5D637C9BC38}" srcOrd="1" destOrd="0" presId="urn:microsoft.com/office/officeart/2009/3/layout/HorizontalOrganizationChart"/>
    <dgm:cxn modelId="{2864FE88-9929-4D62-8814-AA52B16848E2}" type="presParOf" srcId="{E5C876EE-4165-452F-BC83-083B0CEA8BAD}" destId="{F6A70B59-A684-4607-8409-5926999FA265}" srcOrd="1" destOrd="0" presId="urn:microsoft.com/office/officeart/2009/3/layout/HorizontalOrganizationChart"/>
    <dgm:cxn modelId="{4A526E00-1F38-473D-8C43-CC898DE6F903}" type="presParOf" srcId="{F6A70B59-A684-4607-8409-5926999FA265}" destId="{EBBC6544-F241-49CC-AE6F-7279106FCF56}" srcOrd="0" destOrd="0" presId="urn:microsoft.com/office/officeart/2009/3/layout/HorizontalOrganizationChart"/>
    <dgm:cxn modelId="{45941728-3A77-46B6-B244-FD3F770F30A6}" type="presParOf" srcId="{F6A70B59-A684-4607-8409-5926999FA265}" destId="{86326D3A-1C32-4253-9BA2-198C4F5CD1EA}" srcOrd="1" destOrd="0" presId="urn:microsoft.com/office/officeart/2009/3/layout/HorizontalOrganizationChart"/>
    <dgm:cxn modelId="{9A3058D5-7C99-4591-8100-10F22023F54F}" type="presParOf" srcId="{86326D3A-1C32-4253-9BA2-198C4F5CD1EA}" destId="{865E2428-A7B9-4FDC-B436-9BA6F338CE6C}" srcOrd="0" destOrd="0" presId="urn:microsoft.com/office/officeart/2009/3/layout/HorizontalOrganizationChart"/>
    <dgm:cxn modelId="{7D3ABE42-3E67-455B-B6AA-5026814F052D}" type="presParOf" srcId="{865E2428-A7B9-4FDC-B436-9BA6F338CE6C}" destId="{92C154FA-D2D6-4631-A171-67EB7860CA25}" srcOrd="0" destOrd="0" presId="urn:microsoft.com/office/officeart/2009/3/layout/HorizontalOrganizationChart"/>
    <dgm:cxn modelId="{B4C34318-CBF8-4485-805B-BEDA98342BBE}" type="presParOf" srcId="{865E2428-A7B9-4FDC-B436-9BA6F338CE6C}" destId="{4D694D0B-2ACF-4C56-98BA-297D0D31C196}" srcOrd="1" destOrd="0" presId="urn:microsoft.com/office/officeart/2009/3/layout/HorizontalOrganizationChart"/>
    <dgm:cxn modelId="{F21E6B51-961D-4806-B40C-1BF23458E424}" type="presParOf" srcId="{86326D3A-1C32-4253-9BA2-198C4F5CD1EA}" destId="{4E86CC71-77BE-4BF0-9EF8-4BF95001DE7E}" srcOrd="1" destOrd="0" presId="urn:microsoft.com/office/officeart/2009/3/layout/HorizontalOrganizationChart"/>
    <dgm:cxn modelId="{F641AEEA-CC99-4EA6-9334-87608076DFD8}" type="presParOf" srcId="{86326D3A-1C32-4253-9BA2-198C4F5CD1EA}" destId="{34765F9E-7081-4848-A304-10B6D64591B3}" srcOrd="2" destOrd="0" presId="urn:microsoft.com/office/officeart/2009/3/layout/HorizontalOrganizationChart"/>
    <dgm:cxn modelId="{1D5D3ED9-15AB-4FA3-8C81-F7604E5D6A7A}" type="presParOf" srcId="{F6A70B59-A684-4607-8409-5926999FA265}" destId="{CAF9B8E1-C686-4BFC-9B22-9A3EB03421A5}" srcOrd="2" destOrd="0" presId="urn:microsoft.com/office/officeart/2009/3/layout/HorizontalOrganizationChart"/>
    <dgm:cxn modelId="{6C9795EE-143D-41FE-879C-2868AE59D0A2}" type="presParOf" srcId="{F6A70B59-A684-4607-8409-5926999FA265}" destId="{57CFDEA8-58DD-4F5C-A899-FE1E427F1D74}" srcOrd="3" destOrd="0" presId="urn:microsoft.com/office/officeart/2009/3/layout/HorizontalOrganizationChart"/>
    <dgm:cxn modelId="{81A35D0A-81BD-411E-B463-71D4C566CE64}" type="presParOf" srcId="{57CFDEA8-58DD-4F5C-A899-FE1E427F1D74}" destId="{F9C0ACB4-8E3A-4CBD-9C71-5C31BC59E0E3}" srcOrd="0" destOrd="0" presId="urn:microsoft.com/office/officeart/2009/3/layout/HorizontalOrganizationChart"/>
    <dgm:cxn modelId="{B936248C-52D7-42D5-AEB4-2E2EE5D29962}" type="presParOf" srcId="{F9C0ACB4-8E3A-4CBD-9C71-5C31BC59E0E3}" destId="{586FF492-BF7A-4007-9A5E-60D3E5B8B66C}" srcOrd="0" destOrd="0" presId="urn:microsoft.com/office/officeart/2009/3/layout/HorizontalOrganizationChart"/>
    <dgm:cxn modelId="{A9B4D1BE-84B6-46B9-8478-FB380AA66369}" type="presParOf" srcId="{F9C0ACB4-8E3A-4CBD-9C71-5C31BC59E0E3}" destId="{C583F3D4-264D-47A6-8554-773E5BC32193}" srcOrd="1" destOrd="0" presId="urn:microsoft.com/office/officeart/2009/3/layout/HorizontalOrganizationChart"/>
    <dgm:cxn modelId="{B6E98800-2212-4826-877F-4203BC806B2E}" type="presParOf" srcId="{57CFDEA8-58DD-4F5C-A899-FE1E427F1D74}" destId="{F9D6699F-7713-4C77-867E-4AEFEAB5A784}" srcOrd="1" destOrd="0" presId="urn:microsoft.com/office/officeart/2009/3/layout/HorizontalOrganizationChart"/>
    <dgm:cxn modelId="{FA9B8B0D-AB7F-4605-A010-F0B38D4FF200}" type="presParOf" srcId="{F9D6699F-7713-4C77-867E-4AEFEAB5A784}" destId="{B1A8E230-A629-4C8D-80C1-D8F3BFCD3A97}" srcOrd="0" destOrd="0" presId="urn:microsoft.com/office/officeart/2009/3/layout/HorizontalOrganizationChart"/>
    <dgm:cxn modelId="{8D9B96F9-A85C-4393-AD9E-5B21B84DC030}" type="presParOf" srcId="{F9D6699F-7713-4C77-867E-4AEFEAB5A784}" destId="{BA4E6A03-49D3-4C99-BB08-A32BA776A963}" srcOrd="1" destOrd="0" presId="urn:microsoft.com/office/officeart/2009/3/layout/HorizontalOrganizationChart"/>
    <dgm:cxn modelId="{235C0688-5797-4770-A8F2-9B6F0BE22956}" type="presParOf" srcId="{BA4E6A03-49D3-4C99-BB08-A32BA776A963}" destId="{D5BAA81C-9895-4847-B454-B00E851B8FBC}" srcOrd="0" destOrd="0" presId="urn:microsoft.com/office/officeart/2009/3/layout/HorizontalOrganizationChart"/>
    <dgm:cxn modelId="{74D899BB-F1C2-4038-A207-0F9EEE09F0D6}" type="presParOf" srcId="{D5BAA81C-9895-4847-B454-B00E851B8FBC}" destId="{5740589F-86F6-493F-A42F-1B5A823579F8}" srcOrd="0" destOrd="0" presId="urn:microsoft.com/office/officeart/2009/3/layout/HorizontalOrganizationChart"/>
    <dgm:cxn modelId="{6B74A6F8-D868-4532-9285-E572AEE7C607}" type="presParOf" srcId="{D5BAA81C-9895-4847-B454-B00E851B8FBC}" destId="{44112CB9-BB26-4EB5-9D62-DE7894F5BA39}" srcOrd="1" destOrd="0" presId="urn:microsoft.com/office/officeart/2009/3/layout/HorizontalOrganizationChart"/>
    <dgm:cxn modelId="{1E7FA0B4-5DD9-4CF7-9664-4C32310B2B0C}" type="presParOf" srcId="{BA4E6A03-49D3-4C99-BB08-A32BA776A963}" destId="{C707A758-D18A-470A-B980-9E4701BC0955}" srcOrd="1" destOrd="0" presId="urn:microsoft.com/office/officeart/2009/3/layout/HorizontalOrganizationChart"/>
    <dgm:cxn modelId="{D7592863-CF66-4E8B-8DE7-435192DD2FC4}" type="presParOf" srcId="{BA4E6A03-49D3-4C99-BB08-A32BA776A963}" destId="{2EB8B720-201C-4200-A578-5ACFB314B0B6}" srcOrd="2" destOrd="0" presId="urn:microsoft.com/office/officeart/2009/3/layout/HorizontalOrganizationChart"/>
    <dgm:cxn modelId="{FD7FD72D-FC7C-45C7-BB31-D1070D1C9343}" type="presParOf" srcId="{57CFDEA8-58DD-4F5C-A899-FE1E427F1D74}" destId="{D8983B01-AA42-4F41-8CEC-5E45256B4571}" srcOrd="2" destOrd="0" presId="urn:microsoft.com/office/officeart/2009/3/layout/HorizontalOrganizationChart"/>
    <dgm:cxn modelId="{B5423C71-D16B-4610-B48A-76B27DB29A24}" type="presParOf" srcId="{E5C876EE-4165-452F-BC83-083B0CEA8BAD}" destId="{0ABB86A6-641B-4323-A541-33017EE889D6}" srcOrd="2" destOrd="0" presId="urn:microsoft.com/office/officeart/2009/3/layout/HorizontalOrganizationChart"/>
    <dgm:cxn modelId="{E5CAE78A-9BEC-4B00-8379-574E0406F9E0}" type="presParOf" srcId="{CE3384CC-5D07-46B1-8355-D687F2CE8399}" destId="{200E5369-077D-4413-8F53-691225FB5FDD}" srcOrd="2" destOrd="0" presId="urn:microsoft.com/office/officeart/2009/3/layout/HorizontalOrganizationChart"/>
    <dgm:cxn modelId="{2B23C69A-DBEC-4965-918E-06D51B3E1954}" type="presParOf" srcId="{CE3384CC-5D07-46B1-8355-D687F2CE8399}" destId="{A99E2E8A-3391-4992-877D-EA5B4B32C9BE}" srcOrd="3" destOrd="0" presId="urn:microsoft.com/office/officeart/2009/3/layout/HorizontalOrganizationChart"/>
    <dgm:cxn modelId="{57409896-69C3-4921-BC55-B57551DE5777}" type="presParOf" srcId="{A99E2E8A-3391-4992-877D-EA5B4B32C9BE}" destId="{AA1500EF-1980-4B3F-BD9B-DD41F31EB416}" srcOrd="0" destOrd="0" presId="urn:microsoft.com/office/officeart/2009/3/layout/HorizontalOrganizationChart"/>
    <dgm:cxn modelId="{44503356-0A14-4323-8271-DB0C96B8F1EE}" type="presParOf" srcId="{AA1500EF-1980-4B3F-BD9B-DD41F31EB416}" destId="{EA8279E9-4D75-424E-917E-96F9E4259FB8}" srcOrd="0" destOrd="0" presId="urn:microsoft.com/office/officeart/2009/3/layout/HorizontalOrganizationChart"/>
    <dgm:cxn modelId="{5CDF6BF9-9454-43AE-A4B1-DAC93607272F}" type="presParOf" srcId="{AA1500EF-1980-4B3F-BD9B-DD41F31EB416}" destId="{8E0657C8-69CB-42EE-8C5B-0896F50E4E4F}" srcOrd="1" destOrd="0" presId="urn:microsoft.com/office/officeart/2009/3/layout/HorizontalOrganizationChart"/>
    <dgm:cxn modelId="{C5ED8AB3-9D07-4C92-8E4D-D21EB215A34D}" type="presParOf" srcId="{A99E2E8A-3391-4992-877D-EA5B4B32C9BE}" destId="{EA16DAEF-0188-47FB-878B-D9598D9970AB}" srcOrd="1" destOrd="0" presId="urn:microsoft.com/office/officeart/2009/3/layout/HorizontalOrganizationChart"/>
    <dgm:cxn modelId="{D1D3B12F-0E19-4D78-B1CF-1CD4D903C058}" type="presParOf" srcId="{A99E2E8A-3391-4992-877D-EA5B4B32C9BE}" destId="{01EF621A-E8AD-4414-9953-58DFC18C5FD9}" srcOrd="2" destOrd="0" presId="urn:microsoft.com/office/officeart/2009/3/layout/HorizontalOrganizationChart"/>
    <dgm:cxn modelId="{18024E34-8F9A-4239-A1EB-B1EDB4BB933A}" type="presParOf" srcId="{CE3384CC-5D07-46B1-8355-D687F2CE8399}" destId="{1685CF0A-B9F2-4A26-843B-D8EDBEE71328}" srcOrd="4" destOrd="0" presId="urn:microsoft.com/office/officeart/2009/3/layout/HorizontalOrganizationChart"/>
    <dgm:cxn modelId="{0C2653D0-85E0-47A9-8F51-AA1B6BB9AA8C}" type="presParOf" srcId="{CE3384CC-5D07-46B1-8355-D687F2CE8399}" destId="{BF6543C8-8B34-423E-A7BD-28E260F249A1}" srcOrd="5" destOrd="0" presId="urn:microsoft.com/office/officeart/2009/3/layout/HorizontalOrganizationChart"/>
    <dgm:cxn modelId="{3EEE9D13-62A6-434A-89D8-951914F499D3}" type="presParOf" srcId="{BF6543C8-8B34-423E-A7BD-28E260F249A1}" destId="{485107CC-8E47-4856-8ACF-55E5BE73DA8C}" srcOrd="0" destOrd="0" presId="urn:microsoft.com/office/officeart/2009/3/layout/HorizontalOrganizationChart"/>
    <dgm:cxn modelId="{F57BBD8F-DDAB-4EDF-99D4-66A3DD05514D}" type="presParOf" srcId="{485107CC-8E47-4856-8ACF-55E5BE73DA8C}" destId="{8CFE5A16-73BF-4F89-AFA3-F708871AE94B}" srcOrd="0" destOrd="0" presId="urn:microsoft.com/office/officeart/2009/3/layout/HorizontalOrganizationChart"/>
    <dgm:cxn modelId="{24C8676C-E3A2-4746-92E3-75E15312A50C}" type="presParOf" srcId="{485107CC-8E47-4856-8ACF-55E5BE73DA8C}" destId="{DC9CBA76-ACA5-4CC3-A5C2-3BFB05B98892}" srcOrd="1" destOrd="0" presId="urn:microsoft.com/office/officeart/2009/3/layout/HorizontalOrganizationChart"/>
    <dgm:cxn modelId="{A1119274-91DD-4919-9E37-91404596F850}" type="presParOf" srcId="{BF6543C8-8B34-423E-A7BD-28E260F249A1}" destId="{D3E6A733-A77C-4B21-8B73-B916A52AACDC}" srcOrd="1" destOrd="0" presId="urn:microsoft.com/office/officeart/2009/3/layout/HorizontalOrganizationChart"/>
    <dgm:cxn modelId="{68ED9DA3-FA1F-45AF-9574-3A56EF01D0CD}" type="presParOf" srcId="{D3E6A733-A77C-4B21-8B73-B916A52AACDC}" destId="{991FBEDD-EE16-467C-913F-3B107DB6ECB0}" srcOrd="0" destOrd="0" presId="urn:microsoft.com/office/officeart/2009/3/layout/HorizontalOrganizationChart"/>
    <dgm:cxn modelId="{E35940D2-151A-4D5A-A84E-8C546B79CC39}" type="presParOf" srcId="{D3E6A733-A77C-4B21-8B73-B916A52AACDC}" destId="{F03C9447-FD32-4C67-82A0-74BE955F0DE2}" srcOrd="1" destOrd="0" presId="urn:microsoft.com/office/officeart/2009/3/layout/HorizontalOrganizationChart"/>
    <dgm:cxn modelId="{D0AAB360-7020-4DBC-8AF3-1B738D415270}" type="presParOf" srcId="{F03C9447-FD32-4C67-82A0-74BE955F0DE2}" destId="{32C7C205-FF24-4C80-9AB2-0D62C5F6F63D}" srcOrd="0" destOrd="0" presId="urn:microsoft.com/office/officeart/2009/3/layout/HorizontalOrganizationChart"/>
    <dgm:cxn modelId="{0EBA0D0E-E239-4825-85C7-1521DE32C853}" type="presParOf" srcId="{32C7C205-FF24-4C80-9AB2-0D62C5F6F63D}" destId="{0FB69EF8-4AD6-4275-A161-16D157A11AF0}" srcOrd="0" destOrd="0" presId="urn:microsoft.com/office/officeart/2009/3/layout/HorizontalOrganizationChart"/>
    <dgm:cxn modelId="{F2102D0F-37A9-4284-9987-2418D2049423}" type="presParOf" srcId="{32C7C205-FF24-4C80-9AB2-0D62C5F6F63D}" destId="{46685044-9132-4C38-A841-8506835F3054}" srcOrd="1" destOrd="0" presId="urn:microsoft.com/office/officeart/2009/3/layout/HorizontalOrganizationChart"/>
    <dgm:cxn modelId="{A07C5960-564E-441B-9918-D365479FADF6}" type="presParOf" srcId="{F03C9447-FD32-4C67-82A0-74BE955F0DE2}" destId="{080FF2A0-28EE-41E7-BA91-442000922776}" srcOrd="1" destOrd="0" presId="urn:microsoft.com/office/officeart/2009/3/layout/HorizontalOrganizationChart"/>
    <dgm:cxn modelId="{1DA5C1B2-A8CD-4FB8-96C9-179A8C905E53}" type="presParOf" srcId="{F03C9447-FD32-4C67-82A0-74BE955F0DE2}" destId="{D463E93E-0A48-48A0-8783-2B3778F94ABC}" srcOrd="2" destOrd="0" presId="urn:microsoft.com/office/officeart/2009/3/layout/HorizontalOrganizationChart"/>
    <dgm:cxn modelId="{1EBAFCA3-144B-4875-8C6F-4CD197244F2B}" type="presParOf" srcId="{BF6543C8-8B34-423E-A7BD-28E260F249A1}" destId="{E18A18CA-821B-4B7E-824A-09E39454C6E5}" srcOrd="2" destOrd="0" presId="urn:microsoft.com/office/officeart/2009/3/layout/HorizontalOrganizationChart"/>
    <dgm:cxn modelId="{93BFE560-09FD-48DB-8784-EECD40B3C887}" type="presParOf" srcId="{5C65E9CA-05A7-404F-98AC-319C723C05F5}" destId="{720EE3ED-5A83-4D57-B463-ADFD515B736B}" srcOrd="2" destOrd="0" presId="urn:microsoft.com/office/officeart/2009/3/layout/HorizontalOrganizationChart"/>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07.xml><?xml version="1.0" encoding="utf-8"?>
<dgm:dataModel xmlns:dgm="http://schemas.openxmlformats.org/drawingml/2006/diagram" xmlns:a="http://schemas.openxmlformats.org/drawingml/2006/main">
  <dgm:ptLst>
    <dgm:pt modelId="{B9C32B05-62EA-407A-B21C-2310C7945705}" type="doc">
      <dgm:prSet loTypeId="urn:microsoft.com/office/officeart/2008/layout/HorizontalMultiLevelHierarchy" loCatId="hierarchy"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3AF880A5-0F00-4315-A5DF-1FE656798601}">
      <dgm:prSet phldrT="[Text]"/>
      <dgm:spPr/>
      <dgm:t>
        <a:bodyPr/>
        <a:lstStyle/>
        <a:p>
          <a:r>
            <a:rPr lang="en-US" dirty="0"/>
            <a:t>Some text here</a:t>
          </a:r>
        </a:p>
      </dgm:t>
    </dgm:pt>
    <dgm:pt modelId="{A13BB1F9-5857-4B43-8BF5-6589AA2CB759}" type="parTrans" cxnId="{24F8CBE2-5003-4E69-A772-6B98F2B05181}">
      <dgm:prSet/>
      <dgm:spPr/>
      <dgm:t>
        <a:bodyPr/>
        <a:lstStyle/>
        <a:p>
          <a:endParaRPr lang="en-US"/>
        </a:p>
      </dgm:t>
    </dgm:pt>
    <dgm:pt modelId="{C198C41D-2640-4669-83ED-E0CD35701C8E}" type="sibTrans" cxnId="{24F8CBE2-5003-4E69-A772-6B98F2B05181}">
      <dgm:prSet/>
      <dgm:spPr/>
      <dgm:t>
        <a:bodyPr/>
        <a:lstStyle/>
        <a:p>
          <a:endParaRPr lang="en-US"/>
        </a:p>
      </dgm:t>
    </dgm:pt>
    <dgm:pt modelId="{8EA7219F-BDB2-48EB-9EEB-3133522D132E}">
      <dgm:prSet phldrT="[Text]"/>
      <dgm:spPr/>
      <dgm:t>
        <a:bodyPr/>
        <a:lstStyle/>
        <a:p>
          <a:r>
            <a:rPr lang="en-US" dirty="0"/>
            <a:t>Some text here</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932A6641-B47E-48FC-963F-311CBB9F360A}">
      <dgm:prSet phldrT="[Text]"/>
      <dgm:spPr/>
      <dgm:t>
        <a:bodyPr/>
        <a:lstStyle/>
        <a:p>
          <a:r>
            <a:rPr lang="en-US" dirty="0"/>
            <a:t>Some text here</a:t>
          </a:r>
        </a:p>
      </dgm:t>
    </dgm:pt>
    <dgm:pt modelId="{BCC541E2-3A60-4FA0-82BC-A407780EE7DB}" type="parTrans" cxnId="{FD0D0812-3766-4422-AB8F-58752BCDBE07}">
      <dgm:prSet/>
      <dgm:spPr/>
      <dgm:t>
        <a:bodyPr/>
        <a:lstStyle/>
        <a:p>
          <a:endParaRPr lang="en-US"/>
        </a:p>
      </dgm:t>
    </dgm:pt>
    <dgm:pt modelId="{0E70FA36-C3C7-4A08-A69A-A16BAA6AE9D9}" type="sibTrans" cxnId="{FD0D0812-3766-4422-AB8F-58752BCDBE07}">
      <dgm:prSet/>
      <dgm:spPr/>
      <dgm:t>
        <a:bodyPr/>
        <a:lstStyle/>
        <a:p>
          <a:endParaRPr lang="en-US"/>
        </a:p>
      </dgm:t>
    </dgm:pt>
    <dgm:pt modelId="{05FECB41-6D4B-45D2-8EBA-87192101F0F0}">
      <dgm:prSet phldrT="[Text]"/>
      <dgm:spPr/>
      <dgm:t>
        <a:bodyPr/>
        <a:lstStyle/>
        <a:p>
          <a:r>
            <a:rPr lang="en-US" dirty="0"/>
            <a:t>Some text here</a:t>
          </a:r>
        </a:p>
      </dgm:t>
    </dgm:pt>
    <dgm:pt modelId="{AA5859CE-1935-428E-8F3A-D00391A9A382}" type="parTrans" cxnId="{E65C054B-9B15-4FA5-9C41-E42B668491E6}">
      <dgm:prSet/>
      <dgm:spPr/>
      <dgm:t>
        <a:bodyPr/>
        <a:lstStyle/>
        <a:p>
          <a:endParaRPr lang="en-US"/>
        </a:p>
      </dgm:t>
    </dgm:pt>
    <dgm:pt modelId="{C5D3D9B1-03B8-4AB8-AB31-9E49A99D6797}" type="sibTrans" cxnId="{E65C054B-9B15-4FA5-9C41-E42B668491E6}">
      <dgm:prSet/>
      <dgm:spPr/>
      <dgm:t>
        <a:bodyPr/>
        <a:lstStyle/>
        <a:p>
          <a:endParaRPr lang="en-US"/>
        </a:p>
      </dgm:t>
    </dgm:pt>
    <dgm:pt modelId="{0A0E61DB-8A10-4B79-92D2-5500D5AEF449}">
      <dgm:prSet phldrT="[Text]"/>
      <dgm:spPr/>
      <dgm:t>
        <a:bodyPr/>
        <a:lstStyle/>
        <a:p>
          <a:r>
            <a:rPr lang="en-US" dirty="0"/>
            <a:t>Some text here</a:t>
          </a:r>
        </a:p>
      </dgm:t>
    </dgm:pt>
    <dgm:pt modelId="{1441988F-AAA1-489E-9170-F8F553C17D69}" type="parTrans" cxnId="{E82059C4-2D23-4B7D-B1A6-48C9187CD97C}">
      <dgm:prSet/>
      <dgm:spPr/>
      <dgm:t>
        <a:bodyPr/>
        <a:lstStyle/>
        <a:p>
          <a:endParaRPr lang="en-US"/>
        </a:p>
      </dgm:t>
    </dgm:pt>
    <dgm:pt modelId="{E2296C67-3533-41D6-AE9D-C2B4E4E8558A}" type="sibTrans" cxnId="{E82059C4-2D23-4B7D-B1A6-48C9187CD97C}">
      <dgm:prSet/>
      <dgm:spPr/>
      <dgm:t>
        <a:bodyPr/>
        <a:lstStyle/>
        <a:p>
          <a:endParaRPr lang="en-US"/>
        </a:p>
      </dgm:t>
    </dgm:pt>
    <dgm:pt modelId="{F157024A-F325-4B04-876C-7631430CD8B8}">
      <dgm:prSet phldrT="[Text]"/>
      <dgm:spPr/>
      <dgm:t>
        <a:bodyPr/>
        <a:lstStyle/>
        <a:p>
          <a:r>
            <a:rPr lang="en-US" dirty="0"/>
            <a:t>Some text here</a:t>
          </a:r>
        </a:p>
      </dgm:t>
    </dgm:pt>
    <dgm:pt modelId="{084F8FD6-CAC7-4D0E-8D6F-34C953D0A8B5}" type="parTrans" cxnId="{A48A2D33-4A47-4517-A7A4-26878B511DD4}">
      <dgm:prSet/>
      <dgm:spPr/>
      <dgm:t>
        <a:bodyPr/>
        <a:lstStyle/>
        <a:p>
          <a:endParaRPr lang="en-US"/>
        </a:p>
      </dgm:t>
    </dgm:pt>
    <dgm:pt modelId="{C5411E0A-9D82-4429-8DDC-A5ECA6FFA10D}" type="sibTrans" cxnId="{A48A2D33-4A47-4517-A7A4-26878B511DD4}">
      <dgm:prSet/>
      <dgm:spPr/>
      <dgm:t>
        <a:bodyPr/>
        <a:lstStyle/>
        <a:p>
          <a:endParaRPr lang="en-US"/>
        </a:p>
      </dgm:t>
    </dgm:pt>
    <dgm:pt modelId="{93B8E493-EA93-4F7C-8171-98FEF501A448}">
      <dgm:prSet phldrT="[Text]"/>
      <dgm:spPr/>
      <dgm:t>
        <a:bodyPr/>
        <a:lstStyle/>
        <a:p>
          <a:r>
            <a:rPr lang="en-US" dirty="0"/>
            <a:t>Some text here</a:t>
          </a:r>
        </a:p>
      </dgm:t>
    </dgm:pt>
    <dgm:pt modelId="{DB656091-8DFF-497F-8BC8-FDE187821C4F}" type="parTrans" cxnId="{3C496B29-A9E1-4A1A-A48B-9EEC69549197}">
      <dgm:prSet/>
      <dgm:spPr/>
      <dgm:t>
        <a:bodyPr/>
        <a:lstStyle/>
        <a:p>
          <a:endParaRPr lang="en-US"/>
        </a:p>
      </dgm:t>
    </dgm:pt>
    <dgm:pt modelId="{7BDD9460-EE6F-4CF5-8274-75C224AC62C4}" type="sibTrans" cxnId="{3C496B29-A9E1-4A1A-A48B-9EEC69549197}">
      <dgm:prSet/>
      <dgm:spPr/>
      <dgm:t>
        <a:bodyPr/>
        <a:lstStyle/>
        <a:p>
          <a:endParaRPr lang="en-US"/>
        </a:p>
      </dgm:t>
    </dgm:pt>
    <dgm:pt modelId="{82A768D2-CEBA-4D1C-AD1B-70B89A7AD97D}" type="pres">
      <dgm:prSet presAssocID="{B9C32B05-62EA-407A-B21C-2310C7945705}" presName="Name0" presStyleCnt="0">
        <dgm:presLayoutVars>
          <dgm:chPref val="1"/>
          <dgm:dir/>
          <dgm:animOne val="branch"/>
          <dgm:animLvl val="lvl"/>
          <dgm:resizeHandles val="exact"/>
        </dgm:presLayoutVars>
      </dgm:prSet>
      <dgm:spPr/>
    </dgm:pt>
    <dgm:pt modelId="{842FD89A-FB19-473D-BDC6-29B134415096}" type="pres">
      <dgm:prSet presAssocID="{42D71409-67F9-455C-8C6D-716D284AAA6B}" presName="root1" presStyleCnt="0"/>
      <dgm:spPr/>
    </dgm:pt>
    <dgm:pt modelId="{5BD35378-2616-4061-BE5D-6CBB5F9FA59C}" type="pres">
      <dgm:prSet presAssocID="{42D71409-67F9-455C-8C6D-716D284AAA6B}" presName="LevelOneTextNode" presStyleLbl="node0" presStyleIdx="0" presStyleCnt="1">
        <dgm:presLayoutVars>
          <dgm:chPref val="3"/>
        </dgm:presLayoutVars>
      </dgm:prSet>
      <dgm:spPr/>
    </dgm:pt>
    <dgm:pt modelId="{5B678B62-C68E-439B-994E-30A84B9D4A48}" type="pres">
      <dgm:prSet presAssocID="{42D71409-67F9-455C-8C6D-716D284AAA6B}" presName="level2hierChild" presStyleCnt="0"/>
      <dgm:spPr/>
    </dgm:pt>
    <dgm:pt modelId="{5C18B954-3125-4C22-AB57-D0FFBB4B3393}" type="pres">
      <dgm:prSet presAssocID="{3EE8403A-CB7C-4815-85BD-AEBCAEB71B37}" presName="conn2-1" presStyleLbl="parChTrans1D2" presStyleIdx="0" presStyleCnt="3"/>
      <dgm:spPr/>
    </dgm:pt>
    <dgm:pt modelId="{69AB0703-9BD3-47D2-BA41-65F4E1AD92E4}" type="pres">
      <dgm:prSet presAssocID="{3EE8403A-CB7C-4815-85BD-AEBCAEB71B37}" presName="connTx" presStyleLbl="parChTrans1D2" presStyleIdx="0" presStyleCnt="3"/>
      <dgm:spPr/>
    </dgm:pt>
    <dgm:pt modelId="{65D8DBAB-2DF2-4AF6-84BA-95CA4A57814E}" type="pres">
      <dgm:prSet presAssocID="{8EA7219F-BDB2-48EB-9EEB-3133522D132E}" presName="root2" presStyleCnt="0"/>
      <dgm:spPr/>
    </dgm:pt>
    <dgm:pt modelId="{843391C6-D6D5-48C4-ADC1-1FB4AF67FBC0}" type="pres">
      <dgm:prSet presAssocID="{8EA7219F-BDB2-48EB-9EEB-3133522D132E}" presName="LevelTwoTextNode" presStyleLbl="node2" presStyleIdx="0" presStyleCnt="3">
        <dgm:presLayoutVars>
          <dgm:chPref val="3"/>
        </dgm:presLayoutVars>
      </dgm:prSet>
      <dgm:spPr/>
    </dgm:pt>
    <dgm:pt modelId="{A8C945D3-E068-45C6-953C-514739C23635}" type="pres">
      <dgm:prSet presAssocID="{8EA7219F-BDB2-48EB-9EEB-3133522D132E}" presName="level3hierChild" presStyleCnt="0"/>
      <dgm:spPr/>
    </dgm:pt>
    <dgm:pt modelId="{80374545-34D5-4D80-91B5-35097BBDB791}" type="pres">
      <dgm:prSet presAssocID="{1441988F-AAA1-489E-9170-F8F553C17D69}" presName="conn2-1" presStyleLbl="parChTrans1D3" presStyleIdx="0" presStyleCnt="3"/>
      <dgm:spPr/>
    </dgm:pt>
    <dgm:pt modelId="{B6D3CCB7-5589-4996-B6E6-14916662D06D}" type="pres">
      <dgm:prSet presAssocID="{1441988F-AAA1-489E-9170-F8F553C17D69}" presName="connTx" presStyleLbl="parChTrans1D3" presStyleIdx="0" presStyleCnt="3"/>
      <dgm:spPr/>
    </dgm:pt>
    <dgm:pt modelId="{315ED92B-2C6F-48E3-B3A4-DC9C1A313C76}" type="pres">
      <dgm:prSet presAssocID="{0A0E61DB-8A10-4B79-92D2-5500D5AEF449}" presName="root2" presStyleCnt="0"/>
      <dgm:spPr/>
    </dgm:pt>
    <dgm:pt modelId="{6D15A5DE-BD96-44C0-926C-8B8708D30B1A}" type="pres">
      <dgm:prSet presAssocID="{0A0E61DB-8A10-4B79-92D2-5500D5AEF449}" presName="LevelTwoTextNode" presStyleLbl="node3" presStyleIdx="0" presStyleCnt="3">
        <dgm:presLayoutVars>
          <dgm:chPref val="3"/>
        </dgm:presLayoutVars>
      </dgm:prSet>
      <dgm:spPr/>
    </dgm:pt>
    <dgm:pt modelId="{0C7791F2-BAE2-4DB9-A44E-FB8947D5F9A2}" type="pres">
      <dgm:prSet presAssocID="{0A0E61DB-8A10-4B79-92D2-5500D5AEF449}" presName="level3hierChild" presStyleCnt="0"/>
      <dgm:spPr/>
    </dgm:pt>
    <dgm:pt modelId="{810BBA6A-1038-45F4-A153-535E9597E0C5}" type="pres">
      <dgm:prSet presAssocID="{AA5859CE-1935-428E-8F3A-D00391A9A382}" presName="conn2-1" presStyleLbl="parChTrans1D3" presStyleIdx="1" presStyleCnt="3"/>
      <dgm:spPr/>
    </dgm:pt>
    <dgm:pt modelId="{4E90C841-8103-479A-94CA-D9D6F315B286}" type="pres">
      <dgm:prSet presAssocID="{AA5859CE-1935-428E-8F3A-D00391A9A382}" presName="connTx" presStyleLbl="parChTrans1D3" presStyleIdx="1" presStyleCnt="3"/>
      <dgm:spPr/>
    </dgm:pt>
    <dgm:pt modelId="{FCD035AC-49FF-44DC-9843-E3BDE7924AE1}" type="pres">
      <dgm:prSet presAssocID="{05FECB41-6D4B-45D2-8EBA-87192101F0F0}" presName="root2" presStyleCnt="0"/>
      <dgm:spPr/>
    </dgm:pt>
    <dgm:pt modelId="{C761961C-D1C6-410C-AD1E-6269378CA873}" type="pres">
      <dgm:prSet presAssocID="{05FECB41-6D4B-45D2-8EBA-87192101F0F0}" presName="LevelTwoTextNode" presStyleLbl="node3" presStyleIdx="1" presStyleCnt="3">
        <dgm:presLayoutVars>
          <dgm:chPref val="3"/>
        </dgm:presLayoutVars>
      </dgm:prSet>
      <dgm:spPr/>
    </dgm:pt>
    <dgm:pt modelId="{68D4C17C-2695-4826-9199-C3F543DA552A}" type="pres">
      <dgm:prSet presAssocID="{05FECB41-6D4B-45D2-8EBA-87192101F0F0}" presName="level3hierChild" presStyleCnt="0"/>
      <dgm:spPr/>
    </dgm:pt>
    <dgm:pt modelId="{AF2E8DCA-E081-4A85-92EA-518560216F52}" type="pres">
      <dgm:prSet presAssocID="{DB656091-8DFF-497F-8BC8-FDE187821C4F}" presName="conn2-1" presStyleLbl="parChTrans1D4" presStyleIdx="0" presStyleCnt="1"/>
      <dgm:spPr/>
    </dgm:pt>
    <dgm:pt modelId="{545F34B4-79FC-41D4-BDF1-00CDE7B3CF6F}" type="pres">
      <dgm:prSet presAssocID="{DB656091-8DFF-497F-8BC8-FDE187821C4F}" presName="connTx" presStyleLbl="parChTrans1D4" presStyleIdx="0" presStyleCnt="1"/>
      <dgm:spPr/>
    </dgm:pt>
    <dgm:pt modelId="{7F922AB4-5CE7-48E6-900B-F7DCA6EDF947}" type="pres">
      <dgm:prSet presAssocID="{93B8E493-EA93-4F7C-8171-98FEF501A448}" presName="root2" presStyleCnt="0"/>
      <dgm:spPr/>
    </dgm:pt>
    <dgm:pt modelId="{E65DBB2F-FB83-45AC-B91F-E2A8C9A92B6E}" type="pres">
      <dgm:prSet presAssocID="{93B8E493-EA93-4F7C-8171-98FEF501A448}" presName="LevelTwoTextNode" presStyleLbl="node4" presStyleIdx="0" presStyleCnt="1">
        <dgm:presLayoutVars>
          <dgm:chPref val="3"/>
        </dgm:presLayoutVars>
      </dgm:prSet>
      <dgm:spPr/>
    </dgm:pt>
    <dgm:pt modelId="{6866FF6A-9E19-45E3-B1C0-B20D25F779EB}" type="pres">
      <dgm:prSet presAssocID="{93B8E493-EA93-4F7C-8171-98FEF501A448}" presName="level3hierChild" presStyleCnt="0"/>
      <dgm:spPr/>
    </dgm:pt>
    <dgm:pt modelId="{498DFF17-358E-44E6-B5F0-6127FD43C36A}" type="pres">
      <dgm:prSet presAssocID="{A13BB1F9-5857-4B43-8BF5-6589AA2CB759}" presName="conn2-1" presStyleLbl="parChTrans1D2" presStyleIdx="1" presStyleCnt="3"/>
      <dgm:spPr/>
    </dgm:pt>
    <dgm:pt modelId="{9FC2BD81-EB06-48A5-B814-4882BE551221}" type="pres">
      <dgm:prSet presAssocID="{A13BB1F9-5857-4B43-8BF5-6589AA2CB759}" presName="connTx" presStyleLbl="parChTrans1D2" presStyleIdx="1" presStyleCnt="3"/>
      <dgm:spPr/>
    </dgm:pt>
    <dgm:pt modelId="{F16CBC03-213A-4C5A-94B3-83B46CC83003}" type="pres">
      <dgm:prSet presAssocID="{3AF880A5-0F00-4315-A5DF-1FE656798601}" presName="root2" presStyleCnt="0"/>
      <dgm:spPr/>
    </dgm:pt>
    <dgm:pt modelId="{416F03A3-777A-4B5E-A456-729D9B3769E5}" type="pres">
      <dgm:prSet presAssocID="{3AF880A5-0F00-4315-A5DF-1FE656798601}" presName="LevelTwoTextNode" presStyleLbl="node2" presStyleIdx="1" presStyleCnt="3">
        <dgm:presLayoutVars>
          <dgm:chPref val="3"/>
        </dgm:presLayoutVars>
      </dgm:prSet>
      <dgm:spPr/>
    </dgm:pt>
    <dgm:pt modelId="{2B03FB15-A378-473A-801E-88E543E884B9}" type="pres">
      <dgm:prSet presAssocID="{3AF880A5-0F00-4315-A5DF-1FE656798601}" presName="level3hierChild" presStyleCnt="0"/>
      <dgm:spPr/>
    </dgm:pt>
    <dgm:pt modelId="{CF68FE17-DE34-4415-A167-D6BBA103B7CB}" type="pres">
      <dgm:prSet presAssocID="{BCC541E2-3A60-4FA0-82BC-A407780EE7DB}" presName="conn2-1" presStyleLbl="parChTrans1D2" presStyleIdx="2" presStyleCnt="3"/>
      <dgm:spPr/>
    </dgm:pt>
    <dgm:pt modelId="{A8FD698B-88C1-45D9-AD9E-E04D557EA571}" type="pres">
      <dgm:prSet presAssocID="{BCC541E2-3A60-4FA0-82BC-A407780EE7DB}" presName="connTx" presStyleLbl="parChTrans1D2" presStyleIdx="2" presStyleCnt="3"/>
      <dgm:spPr/>
    </dgm:pt>
    <dgm:pt modelId="{DC4DD6EF-A69A-438F-BDA5-1A3F8A936A42}" type="pres">
      <dgm:prSet presAssocID="{932A6641-B47E-48FC-963F-311CBB9F360A}" presName="root2" presStyleCnt="0"/>
      <dgm:spPr/>
    </dgm:pt>
    <dgm:pt modelId="{F6DD2FBB-B30C-440E-B785-C6FC86A1CD8B}" type="pres">
      <dgm:prSet presAssocID="{932A6641-B47E-48FC-963F-311CBB9F360A}" presName="LevelTwoTextNode" presStyleLbl="node2" presStyleIdx="2" presStyleCnt="3">
        <dgm:presLayoutVars>
          <dgm:chPref val="3"/>
        </dgm:presLayoutVars>
      </dgm:prSet>
      <dgm:spPr/>
    </dgm:pt>
    <dgm:pt modelId="{5BDC840B-66A1-49C5-882C-825CEC1B2C26}" type="pres">
      <dgm:prSet presAssocID="{932A6641-B47E-48FC-963F-311CBB9F360A}" presName="level3hierChild" presStyleCnt="0"/>
      <dgm:spPr/>
    </dgm:pt>
    <dgm:pt modelId="{88E04DA0-F04A-4227-AD5A-493998C4894F}" type="pres">
      <dgm:prSet presAssocID="{084F8FD6-CAC7-4D0E-8D6F-34C953D0A8B5}" presName="conn2-1" presStyleLbl="parChTrans1D3" presStyleIdx="2" presStyleCnt="3"/>
      <dgm:spPr/>
    </dgm:pt>
    <dgm:pt modelId="{179C2352-74E9-45A4-B121-CA56761EEBFB}" type="pres">
      <dgm:prSet presAssocID="{084F8FD6-CAC7-4D0E-8D6F-34C953D0A8B5}" presName="connTx" presStyleLbl="parChTrans1D3" presStyleIdx="2" presStyleCnt="3"/>
      <dgm:spPr/>
    </dgm:pt>
    <dgm:pt modelId="{78AD5842-7568-4B4D-A375-4D376C768BBD}" type="pres">
      <dgm:prSet presAssocID="{F157024A-F325-4B04-876C-7631430CD8B8}" presName="root2" presStyleCnt="0"/>
      <dgm:spPr/>
    </dgm:pt>
    <dgm:pt modelId="{2101B1CE-062E-4A04-8BFC-54AEF1905BB7}" type="pres">
      <dgm:prSet presAssocID="{F157024A-F325-4B04-876C-7631430CD8B8}" presName="LevelTwoTextNode" presStyleLbl="node3" presStyleIdx="2" presStyleCnt="3">
        <dgm:presLayoutVars>
          <dgm:chPref val="3"/>
        </dgm:presLayoutVars>
      </dgm:prSet>
      <dgm:spPr/>
    </dgm:pt>
    <dgm:pt modelId="{B100DE78-F548-4C7C-B3CB-F148B4B271F3}" type="pres">
      <dgm:prSet presAssocID="{F157024A-F325-4B04-876C-7631430CD8B8}" presName="level3hierChild" presStyleCnt="0"/>
      <dgm:spPr/>
    </dgm:pt>
  </dgm:ptLst>
  <dgm:cxnLst>
    <dgm:cxn modelId="{FD0D0812-3766-4422-AB8F-58752BCDBE07}" srcId="{42D71409-67F9-455C-8C6D-716D284AAA6B}" destId="{932A6641-B47E-48FC-963F-311CBB9F360A}" srcOrd="2" destOrd="0" parTransId="{BCC541E2-3A60-4FA0-82BC-A407780EE7DB}" sibTransId="{0E70FA36-C3C7-4A08-A69A-A16BAA6AE9D9}"/>
    <dgm:cxn modelId="{D646D01C-0C53-447D-AF60-FFEC33D7A89F}" type="presOf" srcId="{B9C32B05-62EA-407A-B21C-2310C7945705}" destId="{82A768D2-CEBA-4D1C-AD1B-70B89A7AD97D}" srcOrd="0" destOrd="0" presId="urn:microsoft.com/office/officeart/2008/layout/HorizontalMultiLevelHierarchy"/>
    <dgm:cxn modelId="{2AA9C11F-1F1D-428E-801A-47EAA766C99D}" srcId="{B9C32B05-62EA-407A-B21C-2310C7945705}" destId="{42D71409-67F9-455C-8C6D-716D284AAA6B}" srcOrd="0" destOrd="0" parTransId="{51680ED1-AF6E-4B28-AE94-92B0EFB0DF7D}" sibTransId="{478B7D3C-9FB4-4BC6-90AC-49960560DECD}"/>
    <dgm:cxn modelId="{849ACF20-6623-411D-B17F-A294F771CB4B}" type="presOf" srcId="{3EE8403A-CB7C-4815-85BD-AEBCAEB71B37}" destId="{5C18B954-3125-4C22-AB57-D0FFBB4B3393}" srcOrd="0" destOrd="0" presId="urn:microsoft.com/office/officeart/2008/layout/HorizontalMultiLevelHierarchy"/>
    <dgm:cxn modelId="{2FEFE325-6B0A-410E-BD8D-70B574AC17FF}" type="presOf" srcId="{DB656091-8DFF-497F-8BC8-FDE187821C4F}" destId="{AF2E8DCA-E081-4A85-92EA-518560216F52}" srcOrd="0" destOrd="0" presId="urn:microsoft.com/office/officeart/2008/layout/HorizontalMultiLevelHierarchy"/>
    <dgm:cxn modelId="{3C496B29-A9E1-4A1A-A48B-9EEC69549197}" srcId="{05FECB41-6D4B-45D2-8EBA-87192101F0F0}" destId="{93B8E493-EA93-4F7C-8171-98FEF501A448}" srcOrd="0" destOrd="0" parTransId="{DB656091-8DFF-497F-8BC8-FDE187821C4F}" sibTransId="{7BDD9460-EE6F-4CF5-8274-75C224AC62C4}"/>
    <dgm:cxn modelId="{0CA10032-F73F-4682-8D83-A8F803495636}" type="presOf" srcId="{3EE8403A-CB7C-4815-85BD-AEBCAEB71B37}" destId="{69AB0703-9BD3-47D2-BA41-65F4E1AD92E4}" srcOrd="1" destOrd="0" presId="urn:microsoft.com/office/officeart/2008/layout/HorizontalMultiLevelHierarchy"/>
    <dgm:cxn modelId="{A48A2D33-4A47-4517-A7A4-26878B511DD4}" srcId="{932A6641-B47E-48FC-963F-311CBB9F360A}" destId="{F157024A-F325-4B04-876C-7631430CD8B8}" srcOrd="0" destOrd="0" parTransId="{084F8FD6-CAC7-4D0E-8D6F-34C953D0A8B5}" sibTransId="{C5411E0A-9D82-4429-8DDC-A5ECA6FFA10D}"/>
    <dgm:cxn modelId="{81284C33-DBF6-436E-88A4-7120961D9484}" type="presOf" srcId="{084F8FD6-CAC7-4D0E-8D6F-34C953D0A8B5}" destId="{179C2352-74E9-45A4-B121-CA56761EEBFB}" srcOrd="1" destOrd="0" presId="urn:microsoft.com/office/officeart/2008/layout/HorizontalMultiLevelHierarchy"/>
    <dgm:cxn modelId="{751B1A3D-4A01-4658-9D77-2443C23D4F4E}" type="presOf" srcId="{BCC541E2-3A60-4FA0-82BC-A407780EE7DB}" destId="{A8FD698B-88C1-45D9-AD9E-E04D557EA571}" srcOrd="1" destOrd="0" presId="urn:microsoft.com/office/officeart/2008/layout/HorizontalMultiLevelHierarchy"/>
    <dgm:cxn modelId="{932EA344-1C65-4A26-9D10-44C73E5DE5A1}" type="presOf" srcId="{AA5859CE-1935-428E-8F3A-D00391A9A382}" destId="{4E90C841-8103-479A-94CA-D9D6F315B286}" srcOrd="1" destOrd="0" presId="urn:microsoft.com/office/officeart/2008/layout/HorizontalMultiLevelHierarchy"/>
    <dgm:cxn modelId="{E65C054B-9B15-4FA5-9C41-E42B668491E6}" srcId="{8EA7219F-BDB2-48EB-9EEB-3133522D132E}" destId="{05FECB41-6D4B-45D2-8EBA-87192101F0F0}" srcOrd="1" destOrd="0" parTransId="{AA5859CE-1935-428E-8F3A-D00391A9A382}" sibTransId="{C5D3D9B1-03B8-4AB8-AB31-9E49A99D6797}"/>
    <dgm:cxn modelId="{BA80634C-E78F-4715-A451-2B09C119AD26}" type="presOf" srcId="{1441988F-AAA1-489E-9170-F8F553C17D69}" destId="{80374545-34D5-4D80-91B5-35097BBDB791}" srcOrd="0" destOrd="0" presId="urn:microsoft.com/office/officeart/2008/layout/HorizontalMultiLevelHierarchy"/>
    <dgm:cxn modelId="{99BA3E51-3ACA-440D-8C64-797D767F18F3}" type="presOf" srcId="{BCC541E2-3A60-4FA0-82BC-A407780EE7DB}" destId="{CF68FE17-DE34-4415-A167-D6BBA103B7CB}" srcOrd="0" destOrd="0" presId="urn:microsoft.com/office/officeart/2008/layout/HorizontalMultiLevelHierarchy"/>
    <dgm:cxn modelId="{22F79F54-06B1-4E48-91D7-42B9646D2830}" type="presOf" srcId="{A13BB1F9-5857-4B43-8BF5-6589AA2CB759}" destId="{9FC2BD81-EB06-48A5-B814-4882BE551221}" srcOrd="1" destOrd="0" presId="urn:microsoft.com/office/officeart/2008/layout/HorizontalMultiLevelHierarchy"/>
    <dgm:cxn modelId="{EE1FAA56-8A76-4C6B-92B9-4F6ADC69FAC2}" type="presOf" srcId="{0A0E61DB-8A10-4B79-92D2-5500D5AEF449}" destId="{6D15A5DE-BD96-44C0-926C-8B8708D30B1A}" srcOrd="0" destOrd="0" presId="urn:microsoft.com/office/officeart/2008/layout/HorizontalMultiLevelHierarchy"/>
    <dgm:cxn modelId="{C4E4097A-6752-4E2A-8579-9968E0889EE5}" type="presOf" srcId="{05FECB41-6D4B-45D2-8EBA-87192101F0F0}" destId="{C761961C-D1C6-410C-AD1E-6269378CA873}" srcOrd="0" destOrd="0" presId="urn:microsoft.com/office/officeart/2008/layout/HorizontalMultiLevelHierarchy"/>
    <dgm:cxn modelId="{D130838A-668E-4124-B928-4460B1AB375B}" type="presOf" srcId="{3AF880A5-0F00-4315-A5DF-1FE656798601}" destId="{416F03A3-777A-4B5E-A456-729D9B3769E5}" srcOrd="0" destOrd="0" presId="urn:microsoft.com/office/officeart/2008/layout/HorizontalMultiLevelHierarchy"/>
    <dgm:cxn modelId="{F04B2692-E568-4FE2-9239-E5297F4B789F}" type="presOf" srcId="{932A6641-B47E-48FC-963F-311CBB9F360A}" destId="{F6DD2FBB-B30C-440E-B785-C6FC86A1CD8B}" srcOrd="0" destOrd="0" presId="urn:microsoft.com/office/officeart/2008/layout/HorizontalMultiLevelHierarchy"/>
    <dgm:cxn modelId="{2F38A49A-850F-43EB-8D14-00A0E8C067C3}" type="presOf" srcId="{084F8FD6-CAC7-4D0E-8D6F-34C953D0A8B5}" destId="{88E04DA0-F04A-4227-AD5A-493998C4894F}" srcOrd="0" destOrd="0" presId="urn:microsoft.com/office/officeart/2008/layout/HorizontalMultiLevelHierarchy"/>
    <dgm:cxn modelId="{C29FC1A0-3F11-4706-86C5-FA4F2A2C0EDB}" type="presOf" srcId="{AA5859CE-1935-428E-8F3A-D00391A9A382}" destId="{810BBA6A-1038-45F4-A153-535E9597E0C5}" srcOrd="0" destOrd="0" presId="urn:microsoft.com/office/officeart/2008/layout/HorizontalMultiLevelHierarchy"/>
    <dgm:cxn modelId="{80246FBC-67C1-4B15-83D0-3B38FB1B6B7A}" type="presOf" srcId="{1441988F-AAA1-489E-9170-F8F553C17D69}" destId="{B6D3CCB7-5589-4996-B6E6-14916662D06D}" srcOrd="1" destOrd="0" presId="urn:microsoft.com/office/officeart/2008/layout/HorizontalMultiLevelHierarchy"/>
    <dgm:cxn modelId="{6F6021C4-9BE5-4A23-B5DD-0D922697120E}" type="presOf" srcId="{8EA7219F-BDB2-48EB-9EEB-3133522D132E}" destId="{843391C6-D6D5-48C4-ADC1-1FB4AF67FBC0}" srcOrd="0" destOrd="0" presId="urn:microsoft.com/office/officeart/2008/layout/HorizontalMultiLevelHierarchy"/>
    <dgm:cxn modelId="{E82059C4-2D23-4B7D-B1A6-48C9187CD97C}" srcId="{8EA7219F-BDB2-48EB-9EEB-3133522D132E}" destId="{0A0E61DB-8A10-4B79-92D2-5500D5AEF449}" srcOrd="0" destOrd="0" parTransId="{1441988F-AAA1-489E-9170-F8F553C17D69}" sibTransId="{E2296C67-3533-41D6-AE9D-C2B4E4E8558A}"/>
    <dgm:cxn modelId="{9E67D6CD-EA56-405A-AF15-9FD6A622699F}" type="presOf" srcId="{A13BB1F9-5857-4B43-8BF5-6589AA2CB759}" destId="{498DFF17-358E-44E6-B5F0-6127FD43C36A}" srcOrd="0" destOrd="0" presId="urn:microsoft.com/office/officeart/2008/layout/HorizontalMultiLevelHierarchy"/>
    <dgm:cxn modelId="{24F8CBE2-5003-4E69-A772-6B98F2B05181}" srcId="{42D71409-67F9-455C-8C6D-716D284AAA6B}" destId="{3AF880A5-0F00-4315-A5DF-1FE656798601}" srcOrd="1" destOrd="0" parTransId="{A13BB1F9-5857-4B43-8BF5-6589AA2CB759}" sibTransId="{C198C41D-2640-4669-83ED-E0CD35701C8E}"/>
    <dgm:cxn modelId="{E52D5DE3-F752-4780-A0E2-925D8F8D589F}" type="presOf" srcId="{93B8E493-EA93-4F7C-8171-98FEF501A448}" destId="{E65DBB2F-FB83-45AC-B91F-E2A8C9A92B6E}" srcOrd="0" destOrd="0" presId="urn:microsoft.com/office/officeart/2008/layout/HorizontalMultiLevelHierarchy"/>
    <dgm:cxn modelId="{6FA6BDE4-676D-424A-8455-692671AAF259}" type="presOf" srcId="{F157024A-F325-4B04-876C-7631430CD8B8}" destId="{2101B1CE-062E-4A04-8BFC-54AEF1905BB7}" srcOrd="0" destOrd="0" presId="urn:microsoft.com/office/officeart/2008/layout/HorizontalMultiLevelHierarchy"/>
    <dgm:cxn modelId="{080A59EA-0251-4AC0-BF5A-F8B0AE18574B}" type="presOf" srcId="{42D71409-67F9-455C-8C6D-716D284AAA6B}" destId="{5BD35378-2616-4061-BE5D-6CBB5F9FA59C}" srcOrd="0" destOrd="0" presId="urn:microsoft.com/office/officeart/2008/layout/HorizontalMultiLevelHierarchy"/>
    <dgm:cxn modelId="{58AD7EEF-D408-406B-87EE-4691D4C30668}" srcId="{42D71409-67F9-455C-8C6D-716D284AAA6B}" destId="{8EA7219F-BDB2-48EB-9EEB-3133522D132E}" srcOrd="0" destOrd="0" parTransId="{3EE8403A-CB7C-4815-85BD-AEBCAEB71B37}" sibTransId="{C94B7947-85DC-4B21-BB99-DF8438356F98}"/>
    <dgm:cxn modelId="{01C024F2-6704-4F77-A9C3-DD8F4A9EA871}" type="presOf" srcId="{DB656091-8DFF-497F-8BC8-FDE187821C4F}" destId="{545F34B4-79FC-41D4-BDF1-00CDE7B3CF6F}" srcOrd="1" destOrd="0" presId="urn:microsoft.com/office/officeart/2008/layout/HorizontalMultiLevelHierarchy"/>
    <dgm:cxn modelId="{C4E9A8E3-1A58-4507-A90A-B6DD6181EEE2}" type="presParOf" srcId="{82A768D2-CEBA-4D1C-AD1B-70B89A7AD97D}" destId="{842FD89A-FB19-473D-BDC6-29B134415096}" srcOrd="0" destOrd="0" presId="urn:microsoft.com/office/officeart/2008/layout/HorizontalMultiLevelHierarchy"/>
    <dgm:cxn modelId="{8E305A74-2843-493A-96E1-B8608D15F0B8}" type="presParOf" srcId="{842FD89A-FB19-473D-BDC6-29B134415096}" destId="{5BD35378-2616-4061-BE5D-6CBB5F9FA59C}" srcOrd="0" destOrd="0" presId="urn:microsoft.com/office/officeart/2008/layout/HorizontalMultiLevelHierarchy"/>
    <dgm:cxn modelId="{63697F6C-7C8B-4F70-8FF3-B58A08C2EF21}" type="presParOf" srcId="{842FD89A-FB19-473D-BDC6-29B134415096}" destId="{5B678B62-C68E-439B-994E-30A84B9D4A48}" srcOrd="1" destOrd="0" presId="urn:microsoft.com/office/officeart/2008/layout/HorizontalMultiLevelHierarchy"/>
    <dgm:cxn modelId="{7210BE3C-D221-4E46-8E45-27FA8D06C3FC}" type="presParOf" srcId="{5B678B62-C68E-439B-994E-30A84B9D4A48}" destId="{5C18B954-3125-4C22-AB57-D0FFBB4B3393}" srcOrd="0" destOrd="0" presId="urn:microsoft.com/office/officeart/2008/layout/HorizontalMultiLevelHierarchy"/>
    <dgm:cxn modelId="{3E1B73CC-1372-4DAF-917E-80403CBC04DB}" type="presParOf" srcId="{5C18B954-3125-4C22-AB57-D0FFBB4B3393}" destId="{69AB0703-9BD3-47D2-BA41-65F4E1AD92E4}" srcOrd="0" destOrd="0" presId="urn:microsoft.com/office/officeart/2008/layout/HorizontalMultiLevelHierarchy"/>
    <dgm:cxn modelId="{B2042D71-6C30-496F-B26B-E61E12F7F3D6}" type="presParOf" srcId="{5B678B62-C68E-439B-994E-30A84B9D4A48}" destId="{65D8DBAB-2DF2-4AF6-84BA-95CA4A57814E}" srcOrd="1" destOrd="0" presId="urn:microsoft.com/office/officeart/2008/layout/HorizontalMultiLevelHierarchy"/>
    <dgm:cxn modelId="{2ACF2BD0-179F-44F8-AC1E-328C13528B8B}" type="presParOf" srcId="{65D8DBAB-2DF2-4AF6-84BA-95CA4A57814E}" destId="{843391C6-D6D5-48C4-ADC1-1FB4AF67FBC0}" srcOrd="0" destOrd="0" presId="urn:microsoft.com/office/officeart/2008/layout/HorizontalMultiLevelHierarchy"/>
    <dgm:cxn modelId="{2454B2F9-A0F7-4D33-AD03-4988AD13F2F9}" type="presParOf" srcId="{65D8DBAB-2DF2-4AF6-84BA-95CA4A57814E}" destId="{A8C945D3-E068-45C6-953C-514739C23635}" srcOrd="1" destOrd="0" presId="urn:microsoft.com/office/officeart/2008/layout/HorizontalMultiLevelHierarchy"/>
    <dgm:cxn modelId="{2660913B-D817-4F53-869F-C07F231E89BB}" type="presParOf" srcId="{A8C945D3-E068-45C6-953C-514739C23635}" destId="{80374545-34D5-4D80-91B5-35097BBDB791}" srcOrd="0" destOrd="0" presId="urn:microsoft.com/office/officeart/2008/layout/HorizontalMultiLevelHierarchy"/>
    <dgm:cxn modelId="{89DCF48B-7627-457E-AFD5-4E191EBEEC8F}" type="presParOf" srcId="{80374545-34D5-4D80-91B5-35097BBDB791}" destId="{B6D3CCB7-5589-4996-B6E6-14916662D06D}" srcOrd="0" destOrd="0" presId="urn:microsoft.com/office/officeart/2008/layout/HorizontalMultiLevelHierarchy"/>
    <dgm:cxn modelId="{B07ED146-632C-4F13-8DEC-CDBC3F2B5C3A}" type="presParOf" srcId="{A8C945D3-E068-45C6-953C-514739C23635}" destId="{315ED92B-2C6F-48E3-B3A4-DC9C1A313C76}" srcOrd="1" destOrd="0" presId="urn:microsoft.com/office/officeart/2008/layout/HorizontalMultiLevelHierarchy"/>
    <dgm:cxn modelId="{277C5E7B-1333-4417-A2EC-47A3A91EBD7A}" type="presParOf" srcId="{315ED92B-2C6F-48E3-B3A4-DC9C1A313C76}" destId="{6D15A5DE-BD96-44C0-926C-8B8708D30B1A}" srcOrd="0" destOrd="0" presId="urn:microsoft.com/office/officeart/2008/layout/HorizontalMultiLevelHierarchy"/>
    <dgm:cxn modelId="{0450809D-08A5-4E01-B826-0DEC4ABB5A41}" type="presParOf" srcId="{315ED92B-2C6F-48E3-B3A4-DC9C1A313C76}" destId="{0C7791F2-BAE2-4DB9-A44E-FB8947D5F9A2}" srcOrd="1" destOrd="0" presId="urn:microsoft.com/office/officeart/2008/layout/HorizontalMultiLevelHierarchy"/>
    <dgm:cxn modelId="{765765B8-7DFD-4495-BFAE-82FC828BB821}" type="presParOf" srcId="{A8C945D3-E068-45C6-953C-514739C23635}" destId="{810BBA6A-1038-45F4-A153-535E9597E0C5}" srcOrd="2" destOrd="0" presId="urn:microsoft.com/office/officeart/2008/layout/HorizontalMultiLevelHierarchy"/>
    <dgm:cxn modelId="{064573EB-24D9-4BCA-90F7-FF0013F81CB8}" type="presParOf" srcId="{810BBA6A-1038-45F4-A153-535E9597E0C5}" destId="{4E90C841-8103-479A-94CA-D9D6F315B286}" srcOrd="0" destOrd="0" presId="urn:microsoft.com/office/officeart/2008/layout/HorizontalMultiLevelHierarchy"/>
    <dgm:cxn modelId="{2999FBB0-DD97-4AA7-9244-5EB3DFCB7D22}" type="presParOf" srcId="{A8C945D3-E068-45C6-953C-514739C23635}" destId="{FCD035AC-49FF-44DC-9843-E3BDE7924AE1}" srcOrd="3" destOrd="0" presId="urn:microsoft.com/office/officeart/2008/layout/HorizontalMultiLevelHierarchy"/>
    <dgm:cxn modelId="{D5F3160C-5EFD-4EEC-82D0-D289322F7448}" type="presParOf" srcId="{FCD035AC-49FF-44DC-9843-E3BDE7924AE1}" destId="{C761961C-D1C6-410C-AD1E-6269378CA873}" srcOrd="0" destOrd="0" presId="urn:microsoft.com/office/officeart/2008/layout/HorizontalMultiLevelHierarchy"/>
    <dgm:cxn modelId="{0953D898-6AEB-40D1-A684-DA0C21342053}" type="presParOf" srcId="{FCD035AC-49FF-44DC-9843-E3BDE7924AE1}" destId="{68D4C17C-2695-4826-9199-C3F543DA552A}" srcOrd="1" destOrd="0" presId="urn:microsoft.com/office/officeart/2008/layout/HorizontalMultiLevelHierarchy"/>
    <dgm:cxn modelId="{55690229-F33C-4596-B247-D523E2482BBF}" type="presParOf" srcId="{68D4C17C-2695-4826-9199-C3F543DA552A}" destId="{AF2E8DCA-E081-4A85-92EA-518560216F52}" srcOrd="0" destOrd="0" presId="urn:microsoft.com/office/officeart/2008/layout/HorizontalMultiLevelHierarchy"/>
    <dgm:cxn modelId="{724302B1-3568-4388-8196-BAC0851FB3E3}" type="presParOf" srcId="{AF2E8DCA-E081-4A85-92EA-518560216F52}" destId="{545F34B4-79FC-41D4-BDF1-00CDE7B3CF6F}" srcOrd="0" destOrd="0" presId="urn:microsoft.com/office/officeart/2008/layout/HorizontalMultiLevelHierarchy"/>
    <dgm:cxn modelId="{31797F55-A8A7-4EF2-8E07-DBE9F3347A7E}" type="presParOf" srcId="{68D4C17C-2695-4826-9199-C3F543DA552A}" destId="{7F922AB4-5CE7-48E6-900B-F7DCA6EDF947}" srcOrd="1" destOrd="0" presId="urn:microsoft.com/office/officeart/2008/layout/HorizontalMultiLevelHierarchy"/>
    <dgm:cxn modelId="{1F52D22B-B9B5-4BC7-AB74-67F1A8044197}" type="presParOf" srcId="{7F922AB4-5CE7-48E6-900B-F7DCA6EDF947}" destId="{E65DBB2F-FB83-45AC-B91F-E2A8C9A92B6E}" srcOrd="0" destOrd="0" presId="urn:microsoft.com/office/officeart/2008/layout/HorizontalMultiLevelHierarchy"/>
    <dgm:cxn modelId="{F1E968A1-6C6C-4CDD-AD09-6C8F45172471}" type="presParOf" srcId="{7F922AB4-5CE7-48E6-900B-F7DCA6EDF947}" destId="{6866FF6A-9E19-45E3-B1C0-B20D25F779EB}" srcOrd="1" destOrd="0" presId="urn:microsoft.com/office/officeart/2008/layout/HorizontalMultiLevelHierarchy"/>
    <dgm:cxn modelId="{A2CDABA7-458C-455E-AF0D-3E0068B0CE0A}" type="presParOf" srcId="{5B678B62-C68E-439B-994E-30A84B9D4A48}" destId="{498DFF17-358E-44E6-B5F0-6127FD43C36A}" srcOrd="2" destOrd="0" presId="urn:microsoft.com/office/officeart/2008/layout/HorizontalMultiLevelHierarchy"/>
    <dgm:cxn modelId="{5487F4DF-3E0E-4958-9591-5B0123BDC8A0}" type="presParOf" srcId="{498DFF17-358E-44E6-B5F0-6127FD43C36A}" destId="{9FC2BD81-EB06-48A5-B814-4882BE551221}" srcOrd="0" destOrd="0" presId="urn:microsoft.com/office/officeart/2008/layout/HorizontalMultiLevelHierarchy"/>
    <dgm:cxn modelId="{78171476-6BA3-4109-9F06-90B737668CA9}" type="presParOf" srcId="{5B678B62-C68E-439B-994E-30A84B9D4A48}" destId="{F16CBC03-213A-4C5A-94B3-83B46CC83003}" srcOrd="3" destOrd="0" presId="urn:microsoft.com/office/officeart/2008/layout/HorizontalMultiLevelHierarchy"/>
    <dgm:cxn modelId="{4E25C527-1CCD-4AB1-8D5E-02FEBB06A7F3}" type="presParOf" srcId="{F16CBC03-213A-4C5A-94B3-83B46CC83003}" destId="{416F03A3-777A-4B5E-A456-729D9B3769E5}" srcOrd="0" destOrd="0" presId="urn:microsoft.com/office/officeart/2008/layout/HorizontalMultiLevelHierarchy"/>
    <dgm:cxn modelId="{9D172631-FE87-4C6F-B7AC-C4327A57E258}" type="presParOf" srcId="{F16CBC03-213A-4C5A-94B3-83B46CC83003}" destId="{2B03FB15-A378-473A-801E-88E543E884B9}" srcOrd="1" destOrd="0" presId="urn:microsoft.com/office/officeart/2008/layout/HorizontalMultiLevelHierarchy"/>
    <dgm:cxn modelId="{860D7011-BCD7-43CD-B973-46075428A411}" type="presParOf" srcId="{5B678B62-C68E-439B-994E-30A84B9D4A48}" destId="{CF68FE17-DE34-4415-A167-D6BBA103B7CB}" srcOrd="4" destOrd="0" presId="urn:microsoft.com/office/officeart/2008/layout/HorizontalMultiLevelHierarchy"/>
    <dgm:cxn modelId="{D3CC0F32-3305-4F02-ABE7-E0DE819E9FF9}" type="presParOf" srcId="{CF68FE17-DE34-4415-A167-D6BBA103B7CB}" destId="{A8FD698B-88C1-45D9-AD9E-E04D557EA571}" srcOrd="0" destOrd="0" presId="urn:microsoft.com/office/officeart/2008/layout/HorizontalMultiLevelHierarchy"/>
    <dgm:cxn modelId="{4DA06F74-78C6-4A65-9CE2-1976B4087714}" type="presParOf" srcId="{5B678B62-C68E-439B-994E-30A84B9D4A48}" destId="{DC4DD6EF-A69A-438F-BDA5-1A3F8A936A42}" srcOrd="5" destOrd="0" presId="urn:microsoft.com/office/officeart/2008/layout/HorizontalMultiLevelHierarchy"/>
    <dgm:cxn modelId="{37FF8C7C-0C2D-48B5-B866-5B7315C7EBBE}" type="presParOf" srcId="{DC4DD6EF-A69A-438F-BDA5-1A3F8A936A42}" destId="{F6DD2FBB-B30C-440E-B785-C6FC86A1CD8B}" srcOrd="0" destOrd="0" presId="urn:microsoft.com/office/officeart/2008/layout/HorizontalMultiLevelHierarchy"/>
    <dgm:cxn modelId="{AFD3F528-144B-4347-AEFE-11F175825DD2}" type="presParOf" srcId="{DC4DD6EF-A69A-438F-BDA5-1A3F8A936A42}" destId="{5BDC840B-66A1-49C5-882C-825CEC1B2C26}" srcOrd="1" destOrd="0" presId="urn:microsoft.com/office/officeart/2008/layout/HorizontalMultiLevelHierarchy"/>
    <dgm:cxn modelId="{195C90BA-7206-4885-AEF8-FDE7B0D03136}" type="presParOf" srcId="{5BDC840B-66A1-49C5-882C-825CEC1B2C26}" destId="{88E04DA0-F04A-4227-AD5A-493998C4894F}" srcOrd="0" destOrd="0" presId="urn:microsoft.com/office/officeart/2008/layout/HorizontalMultiLevelHierarchy"/>
    <dgm:cxn modelId="{21F5C72A-2EC6-4747-911C-D36DB3D8E63B}" type="presParOf" srcId="{88E04DA0-F04A-4227-AD5A-493998C4894F}" destId="{179C2352-74E9-45A4-B121-CA56761EEBFB}" srcOrd="0" destOrd="0" presId="urn:microsoft.com/office/officeart/2008/layout/HorizontalMultiLevelHierarchy"/>
    <dgm:cxn modelId="{6796C06B-66E8-4E50-8192-727E04FFACB8}" type="presParOf" srcId="{5BDC840B-66A1-49C5-882C-825CEC1B2C26}" destId="{78AD5842-7568-4B4D-A375-4D376C768BBD}" srcOrd="1" destOrd="0" presId="urn:microsoft.com/office/officeart/2008/layout/HorizontalMultiLevelHierarchy"/>
    <dgm:cxn modelId="{1C12189E-85A9-436F-A331-25CBBDCA30A4}" type="presParOf" srcId="{78AD5842-7568-4B4D-A375-4D376C768BBD}" destId="{2101B1CE-062E-4A04-8BFC-54AEF1905BB7}" srcOrd="0" destOrd="0" presId="urn:microsoft.com/office/officeart/2008/layout/HorizontalMultiLevelHierarchy"/>
    <dgm:cxn modelId="{3E24E12B-1946-4887-8D7A-3DECBB0C9E4A}" type="presParOf" srcId="{78AD5842-7568-4B4D-A375-4D376C768BBD}" destId="{B100DE78-F548-4C7C-B3CB-F148B4B271F3}" srcOrd="1" destOrd="0" presId="urn:microsoft.com/office/officeart/2008/layout/HorizontalMultiLevelHierarchy"/>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08.xml><?xml version="1.0" encoding="utf-8"?>
<dgm:dataModel xmlns:dgm="http://schemas.openxmlformats.org/drawingml/2006/diagram" xmlns:a="http://schemas.openxmlformats.org/drawingml/2006/main">
  <dgm:ptLst>
    <dgm:pt modelId="{B9C32B05-62EA-407A-B21C-2310C7945705}" type="doc">
      <dgm:prSet loTypeId="urn:microsoft.com/office/officeart/2005/8/layout/hierarchy2" loCatId="hierarchy"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3AF880A5-0F00-4315-A5DF-1FE656798601}">
      <dgm:prSet phldrT="[Text]"/>
      <dgm:spPr/>
      <dgm:t>
        <a:bodyPr/>
        <a:lstStyle/>
        <a:p>
          <a:r>
            <a:rPr lang="en-US" dirty="0"/>
            <a:t>Some text here</a:t>
          </a:r>
        </a:p>
      </dgm:t>
    </dgm:pt>
    <dgm:pt modelId="{A13BB1F9-5857-4B43-8BF5-6589AA2CB759}" type="parTrans" cxnId="{24F8CBE2-5003-4E69-A772-6B98F2B05181}">
      <dgm:prSet/>
      <dgm:spPr/>
      <dgm:t>
        <a:bodyPr/>
        <a:lstStyle/>
        <a:p>
          <a:endParaRPr lang="en-US"/>
        </a:p>
      </dgm:t>
    </dgm:pt>
    <dgm:pt modelId="{C198C41D-2640-4669-83ED-E0CD35701C8E}" type="sibTrans" cxnId="{24F8CBE2-5003-4E69-A772-6B98F2B05181}">
      <dgm:prSet/>
      <dgm:spPr/>
      <dgm:t>
        <a:bodyPr/>
        <a:lstStyle/>
        <a:p>
          <a:endParaRPr lang="en-US"/>
        </a:p>
      </dgm:t>
    </dgm:pt>
    <dgm:pt modelId="{8EA7219F-BDB2-48EB-9EEB-3133522D132E}">
      <dgm:prSet phldrT="[Text]"/>
      <dgm:spPr/>
      <dgm:t>
        <a:bodyPr/>
        <a:lstStyle/>
        <a:p>
          <a:r>
            <a:rPr lang="en-US" dirty="0"/>
            <a:t>Some text here</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932A6641-B47E-48FC-963F-311CBB9F360A}">
      <dgm:prSet phldrT="[Text]"/>
      <dgm:spPr/>
      <dgm:t>
        <a:bodyPr/>
        <a:lstStyle/>
        <a:p>
          <a:r>
            <a:rPr lang="en-US" dirty="0"/>
            <a:t>Some text here</a:t>
          </a:r>
        </a:p>
      </dgm:t>
    </dgm:pt>
    <dgm:pt modelId="{BCC541E2-3A60-4FA0-82BC-A407780EE7DB}" type="parTrans" cxnId="{FD0D0812-3766-4422-AB8F-58752BCDBE07}">
      <dgm:prSet/>
      <dgm:spPr/>
      <dgm:t>
        <a:bodyPr/>
        <a:lstStyle/>
        <a:p>
          <a:endParaRPr lang="en-US"/>
        </a:p>
      </dgm:t>
    </dgm:pt>
    <dgm:pt modelId="{0E70FA36-C3C7-4A08-A69A-A16BAA6AE9D9}" type="sibTrans" cxnId="{FD0D0812-3766-4422-AB8F-58752BCDBE07}">
      <dgm:prSet/>
      <dgm:spPr/>
      <dgm:t>
        <a:bodyPr/>
        <a:lstStyle/>
        <a:p>
          <a:endParaRPr lang="en-US"/>
        </a:p>
      </dgm:t>
    </dgm:pt>
    <dgm:pt modelId="{05FECB41-6D4B-45D2-8EBA-87192101F0F0}">
      <dgm:prSet phldrT="[Text]"/>
      <dgm:spPr/>
      <dgm:t>
        <a:bodyPr/>
        <a:lstStyle/>
        <a:p>
          <a:r>
            <a:rPr lang="en-US" dirty="0"/>
            <a:t>Some text here</a:t>
          </a:r>
        </a:p>
      </dgm:t>
    </dgm:pt>
    <dgm:pt modelId="{AA5859CE-1935-428E-8F3A-D00391A9A382}" type="parTrans" cxnId="{E65C054B-9B15-4FA5-9C41-E42B668491E6}">
      <dgm:prSet/>
      <dgm:spPr/>
      <dgm:t>
        <a:bodyPr/>
        <a:lstStyle/>
        <a:p>
          <a:endParaRPr lang="en-US"/>
        </a:p>
      </dgm:t>
    </dgm:pt>
    <dgm:pt modelId="{C5D3D9B1-03B8-4AB8-AB31-9E49A99D6797}" type="sibTrans" cxnId="{E65C054B-9B15-4FA5-9C41-E42B668491E6}">
      <dgm:prSet/>
      <dgm:spPr/>
      <dgm:t>
        <a:bodyPr/>
        <a:lstStyle/>
        <a:p>
          <a:endParaRPr lang="en-US"/>
        </a:p>
      </dgm:t>
    </dgm:pt>
    <dgm:pt modelId="{0A0E61DB-8A10-4B79-92D2-5500D5AEF449}">
      <dgm:prSet phldrT="[Text]"/>
      <dgm:spPr/>
      <dgm:t>
        <a:bodyPr/>
        <a:lstStyle/>
        <a:p>
          <a:r>
            <a:rPr lang="en-US" dirty="0"/>
            <a:t>Some text here</a:t>
          </a:r>
        </a:p>
      </dgm:t>
    </dgm:pt>
    <dgm:pt modelId="{1441988F-AAA1-489E-9170-F8F553C17D69}" type="parTrans" cxnId="{E82059C4-2D23-4B7D-B1A6-48C9187CD97C}">
      <dgm:prSet/>
      <dgm:spPr/>
      <dgm:t>
        <a:bodyPr/>
        <a:lstStyle/>
        <a:p>
          <a:endParaRPr lang="en-US"/>
        </a:p>
      </dgm:t>
    </dgm:pt>
    <dgm:pt modelId="{E2296C67-3533-41D6-AE9D-C2B4E4E8558A}" type="sibTrans" cxnId="{E82059C4-2D23-4B7D-B1A6-48C9187CD97C}">
      <dgm:prSet/>
      <dgm:spPr/>
      <dgm:t>
        <a:bodyPr/>
        <a:lstStyle/>
        <a:p>
          <a:endParaRPr lang="en-US"/>
        </a:p>
      </dgm:t>
    </dgm:pt>
    <dgm:pt modelId="{F157024A-F325-4B04-876C-7631430CD8B8}">
      <dgm:prSet phldrT="[Text]"/>
      <dgm:spPr/>
      <dgm:t>
        <a:bodyPr/>
        <a:lstStyle/>
        <a:p>
          <a:r>
            <a:rPr lang="en-US" dirty="0"/>
            <a:t>Some text here</a:t>
          </a:r>
        </a:p>
      </dgm:t>
    </dgm:pt>
    <dgm:pt modelId="{084F8FD6-CAC7-4D0E-8D6F-34C953D0A8B5}" type="parTrans" cxnId="{A48A2D33-4A47-4517-A7A4-26878B511DD4}">
      <dgm:prSet/>
      <dgm:spPr/>
      <dgm:t>
        <a:bodyPr/>
        <a:lstStyle/>
        <a:p>
          <a:endParaRPr lang="en-US"/>
        </a:p>
      </dgm:t>
    </dgm:pt>
    <dgm:pt modelId="{C5411E0A-9D82-4429-8DDC-A5ECA6FFA10D}" type="sibTrans" cxnId="{A48A2D33-4A47-4517-A7A4-26878B511DD4}">
      <dgm:prSet/>
      <dgm:spPr/>
      <dgm:t>
        <a:bodyPr/>
        <a:lstStyle/>
        <a:p>
          <a:endParaRPr lang="en-US"/>
        </a:p>
      </dgm:t>
    </dgm:pt>
    <dgm:pt modelId="{93B8E493-EA93-4F7C-8171-98FEF501A448}">
      <dgm:prSet phldrT="[Text]"/>
      <dgm:spPr/>
      <dgm:t>
        <a:bodyPr/>
        <a:lstStyle/>
        <a:p>
          <a:r>
            <a:rPr lang="en-US" dirty="0"/>
            <a:t>Some text here</a:t>
          </a:r>
        </a:p>
      </dgm:t>
    </dgm:pt>
    <dgm:pt modelId="{DB656091-8DFF-497F-8BC8-FDE187821C4F}" type="parTrans" cxnId="{3C496B29-A9E1-4A1A-A48B-9EEC69549197}">
      <dgm:prSet/>
      <dgm:spPr/>
      <dgm:t>
        <a:bodyPr/>
        <a:lstStyle/>
        <a:p>
          <a:endParaRPr lang="en-US"/>
        </a:p>
      </dgm:t>
    </dgm:pt>
    <dgm:pt modelId="{7BDD9460-EE6F-4CF5-8274-75C224AC62C4}" type="sibTrans" cxnId="{3C496B29-A9E1-4A1A-A48B-9EEC69549197}">
      <dgm:prSet/>
      <dgm:spPr/>
      <dgm:t>
        <a:bodyPr/>
        <a:lstStyle/>
        <a:p>
          <a:endParaRPr lang="en-US"/>
        </a:p>
      </dgm:t>
    </dgm:pt>
    <dgm:pt modelId="{68CE107A-5402-4A38-8C1E-4F8082AF84D6}" type="pres">
      <dgm:prSet presAssocID="{B9C32B05-62EA-407A-B21C-2310C7945705}" presName="diagram" presStyleCnt="0">
        <dgm:presLayoutVars>
          <dgm:chPref val="1"/>
          <dgm:dir/>
          <dgm:animOne val="branch"/>
          <dgm:animLvl val="lvl"/>
          <dgm:resizeHandles val="exact"/>
        </dgm:presLayoutVars>
      </dgm:prSet>
      <dgm:spPr/>
    </dgm:pt>
    <dgm:pt modelId="{B6456A4F-C3A1-4DBC-8204-4C6C482624E2}" type="pres">
      <dgm:prSet presAssocID="{42D71409-67F9-455C-8C6D-716D284AAA6B}" presName="root1" presStyleCnt="0"/>
      <dgm:spPr/>
    </dgm:pt>
    <dgm:pt modelId="{6B8625A5-7BD1-4A50-9792-D1394C5CB466}" type="pres">
      <dgm:prSet presAssocID="{42D71409-67F9-455C-8C6D-716D284AAA6B}" presName="LevelOneTextNode" presStyleLbl="node0" presStyleIdx="0" presStyleCnt="1">
        <dgm:presLayoutVars>
          <dgm:chPref val="3"/>
        </dgm:presLayoutVars>
      </dgm:prSet>
      <dgm:spPr/>
    </dgm:pt>
    <dgm:pt modelId="{8F4C5907-DFE0-431A-AF38-CD1197853A1B}" type="pres">
      <dgm:prSet presAssocID="{42D71409-67F9-455C-8C6D-716D284AAA6B}" presName="level2hierChild" presStyleCnt="0"/>
      <dgm:spPr/>
    </dgm:pt>
    <dgm:pt modelId="{E9DFD7BC-1578-44AB-9B5D-6C8B328C7091}" type="pres">
      <dgm:prSet presAssocID="{3EE8403A-CB7C-4815-85BD-AEBCAEB71B37}" presName="conn2-1" presStyleLbl="parChTrans1D2" presStyleIdx="0" presStyleCnt="3"/>
      <dgm:spPr/>
    </dgm:pt>
    <dgm:pt modelId="{FD0A2DF6-6AD6-4F2C-8546-A0E138E3887B}" type="pres">
      <dgm:prSet presAssocID="{3EE8403A-CB7C-4815-85BD-AEBCAEB71B37}" presName="connTx" presStyleLbl="parChTrans1D2" presStyleIdx="0" presStyleCnt="3"/>
      <dgm:spPr/>
    </dgm:pt>
    <dgm:pt modelId="{38B56C1F-7913-4E81-86A9-19E5DE045CCA}" type="pres">
      <dgm:prSet presAssocID="{8EA7219F-BDB2-48EB-9EEB-3133522D132E}" presName="root2" presStyleCnt="0"/>
      <dgm:spPr/>
    </dgm:pt>
    <dgm:pt modelId="{6FD2E465-5ECA-40B5-9257-F9EB9E9E0A1C}" type="pres">
      <dgm:prSet presAssocID="{8EA7219F-BDB2-48EB-9EEB-3133522D132E}" presName="LevelTwoTextNode" presStyleLbl="node2" presStyleIdx="0" presStyleCnt="3">
        <dgm:presLayoutVars>
          <dgm:chPref val="3"/>
        </dgm:presLayoutVars>
      </dgm:prSet>
      <dgm:spPr/>
    </dgm:pt>
    <dgm:pt modelId="{D5B01899-594F-4BDE-A4E6-3797055EF55B}" type="pres">
      <dgm:prSet presAssocID="{8EA7219F-BDB2-48EB-9EEB-3133522D132E}" presName="level3hierChild" presStyleCnt="0"/>
      <dgm:spPr/>
    </dgm:pt>
    <dgm:pt modelId="{43B95903-C81D-4D6E-810B-ACCAA0A12088}" type="pres">
      <dgm:prSet presAssocID="{1441988F-AAA1-489E-9170-F8F553C17D69}" presName="conn2-1" presStyleLbl="parChTrans1D3" presStyleIdx="0" presStyleCnt="3"/>
      <dgm:spPr/>
    </dgm:pt>
    <dgm:pt modelId="{9F6C32C4-6EB9-474A-A654-7DEFC8B4EF5D}" type="pres">
      <dgm:prSet presAssocID="{1441988F-AAA1-489E-9170-F8F553C17D69}" presName="connTx" presStyleLbl="parChTrans1D3" presStyleIdx="0" presStyleCnt="3"/>
      <dgm:spPr/>
    </dgm:pt>
    <dgm:pt modelId="{531CCB46-0B13-4944-A506-B485C55AE267}" type="pres">
      <dgm:prSet presAssocID="{0A0E61DB-8A10-4B79-92D2-5500D5AEF449}" presName="root2" presStyleCnt="0"/>
      <dgm:spPr/>
    </dgm:pt>
    <dgm:pt modelId="{4C176A5B-73F5-402E-9BC2-C93899F2DA78}" type="pres">
      <dgm:prSet presAssocID="{0A0E61DB-8A10-4B79-92D2-5500D5AEF449}" presName="LevelTwoTextNode" presStyleLbl="node3" presStyleIdx="0" presStyleCnt="3">
        <dgm:presLayoutVars>
          <dgm:chPref val="3"/>
        </dgm:presLayoutVars>
      </dgm:prSet>
      <dgm:spPr/>
    </dgm:pt>
    <dgm:pt modelId="{08175AE3-1578-47C5-BAE4-844A90234085}" type="pres">
      <dgm:prSet presAssocID="{0A0E61DB-8A10-4B79-92D2-5500D5AEF449}" presName="level3hierChild" presStyleCnt="0"/>
      <dgm:spPr/>
    </dgm:pt>
    <dgm:pt modelId="{E3E2A99E-F4F3-45CD-81D4-0FC4E5749F5D}" type="pres">
      <dgm:prSet presAssocID="{AA5859CE-1935-428E-8F3A-D00391A9A382}" presName="conn2-1" presStyleLbl="parChTrans1D3" presStyleIdx="1" presStyleCnt="3"/>
      <dgm:spPr/>
    </dgm:pt>
    <dgm:pt modelId="{8FCC0AE5-D79C-478B-B3F5-F387DF57EC30}" type="pres">
      <dgm:prSet presAssocID="{AA5859CE-1935-428E-8F3A-D00391A9A382}" presName="connTx" presStyleLbl="parChTrans1D3" presStyleIdx="1" presStyleCnt="3"/>
      <dgm:spPr/>
    </dgm:pt>
    <dgm:pt modelId="{981402D8-BD73-48D0-AD7D-8CE74DE4A119}" type="pres">
      <dgm:prSet presAssocID="{05FECB41-6D4B-45D2-8EBA-87192101F0F0}" presName="root2" presStyleCnt="0"/>
      <dgm:spPr/>
    </dgm:pt>
    <dgm:pt modelId="{B4C75EAC-41EF-44A9-8316-9270AE889DAA}" type="pres">
      <dgm:prSet presAssocID="{05FECB41-6D4B-45D2-8EBA-87192101F0F0}" presName="LevelTwoTextNode" presStyleLbl="node3" presStyleIdx="1" presStyleCnt="3">
        <dgm:presLayoutVars>
          <dgm:chPref val="3"/>
        </dgm:presLayoutVars>
      </dgm:prSet>
      <dgm:spPr/>
    </dgm:pt>
    <dgm:pt modelId="{E8F202CE-8CC1-43DF-B17A-AE461843B911}" type="pres">
      <dgm:prSet presAssocID="{05FECB41-6D4B-45D2-8EBA-87192101F0F0}" presName="level3hierChild" presStyleCnt="0"/>
      <dgm:spPr/>
    </dgm:pt>
    <dgm:pt modelId="{B70B62B9-0C0F-4F3C-BFC5-5EF43D98BD1D}" type="pres">
      <dgm:prSet presAssocID="{DB656091-8DFF-497F-8BC8-FDE187821C4F}" presName="conn2-1" presStyleLbl="parChTrans1D4" presStyleIdx="0" presStyleCnt="1"/>
      <dgm:spPr/>
    </dgm:pt>
    <dgm:pt modelId="{E6759CFB-3B7B-41AA-A95E-7A302FD84791}" type="pres">
      <dgm:prSet presAssocID="{DB656091-8DFF-497F-8BC8-FDE187821C4F}" presName="connTx" presStyleLbl="parChTrans1D4" presStyleIdx="0" presStyleCnt="1"/>
      <dgm:spPr/>
    </dgm:pt>
    <dgm:pt modelId="{9C05B523-6D2E-4CD2-9451-47834CF10D49}" type="pres">
      <dgm:prSet presAssocID="{93B8E493-EA93-4F7C-8171-98FEF501A448}" presName="root2" presStyleCnt="0"/>
      <dgm:spPr/>
    </dgm:pt>
    <dgm:pt modelId="{96E51315-03D5-4F9C-8F9B-8EE4C7BE0F45}" type="pres">
      <dgm:prSet presAssocID="{93B8E493-EA93-4F7C-8171-98FEF501A448}" presName="LevelTwoTextNode" presStyleLbl="node4" presStyleIdx="0" presStyleCnt="1">
        <dgm:presLayoutVars>
          <dgm:chPref val="3"/>
        </dgm:presLayoutVars>
      </dgm:prSet>
      <dgm:spPr/>
    </dgm:pt>
    <dgm:pt modelId="{513D7236-9F8E-475F-AD8F-356D6DD7A8B1}" type="pres">
      <dgm:prSet presAssocID="{93B8E493-EA93-4F7C-8171-98FEF501A448}" presName="level3hierChild" presStyleCnt="0"/>
      <dgm:spPr/>
    </dgm:pt>
    <dgm:pt modelId="{7DB11040-4A9A-4700-9A0D-6538E50F4C5F}" type="pres">
      <dgm:prSet presAssocID="{A13BB1F9-5857-4B43-8BF5-6589AA2CB759}" presName="conn2-1" presStyleLbl="parChTrans1D2" presStyleIdx="1" presStyleCnt="3"/>
      <dgm:spPr/>
    </dgm:pt>
    <dgm:pt modelId="{24CC8E1B-580A-4A3D-A142-9D0DFE1D3EB5}" type="pres">
      <dgm:prSet presAssocID="{A13BB1F9-5857-4B43-8BF5-6589AA2CB759}" presName="connTx" presStyleLbl="parChTrans1D2" presStyleIdx="1" presStyleCnt="3"/>
      <dgm:spPr/>
    </dgm:pt>
    <dgm:pt modelId="{E5C1A76E-3EFA-4922-93BC-73619C4D702C}" type="pres">
      <dgm:prSet presAssocID="{3AF880A5-0F00-4315-A5DF-1FE656798601}" presName="root2" presStyleCnt="0"/>
      <dgm:spPr/>
    </dgm:pt>
    <dgm:pt modelId="{098B7F3F-6B8B-48F5-A242-843FC0018C64}" type="pres">
      <dgm:prSet presAssocID="{3AF880A5-0F00-4315-A5DF-1FE656798601}" presName="LevelTwoTextNode" presStyleLbl="node2" presStyleIdx="1" presStyleCnt="3">
        <dgm:presLayoutVars>
          <dgm:chPref val="3"/>
        </dgm:presLayoutVars>
      </dgm:prSet>
      <dgm:spPr/>
    </dgm:pt>
    <dgm:pt modelId="{0CBE18BD-2956-4712-A362-381C27FC176F}" type="pres">
      <dgm:prSet presAssocID="{3AF880A5-0F00-4315-A5DF-1FE656798601}" presName="level3hierChild" presStyleCnt="0"/>
      <dgm:spPr/>
    </dgm:pt>
    <dgm:pt modelId="{1538244D-7976-44B0-B31C-0E26F04DFD43}" type="pres">
      <dgm:prSet presAssocID="{BCC541E2-3A60-4FA0-82BC-A407780EE7DB}" presName="conn2-1" presStyleLbl="parChTrans1D2" presStyleIdx="2" presStyleCnt="3"/>
      <dgm:spPr/>
    </dgm:pt>
    <dgm:pt modelId="{9CFFB53A-C6E6-4E32-8FA0-BC92CEDE474E}" type="pres">
      <dgm:prSet presAssocID="{BCC541E2-3A60-4FA0-82BC-A407780EE7DB}" presName="connTx" presStyleLbl="parChTrans1D2" presStyleIdx="2" presStyleCnt="3"/>
      <dgm:spPr/>
    </dgm:pt>
    <dgm:pt modelId="{BF6870B7-DD08-4A51-A3A5-AC1E3BFE643A}" type="pres">
      <dgm:prSet presAssocID="{932A6641-B47E-48FC-963F-311CBB9F360A}" presName="root2" presStyleCnt="0"/>
      <dgm:spPr/>
    </dgm:pt>
    <dgm:pt modelId="{0ECE16BC-D26F-4A47-BA1E-F96A5AE621C1}" type="pres">
      <dgm:prSet presAssocID="{932A6641-B47E-48FC-963F-311CBB9F360A}" presName="LevelTwoTextNode" presStyleLbl="node2" presStyleIdx="2" presStyleCnt="3">
        <dgm:presLayoutVars>
          <dgm:chPref val="3"/>
        </dgm:presLayoutVars>
      </dgm:prSet>
      <dgm:spPr/>
    </dgm:pt>
    <dgm:pt modelId="{9301E079-5729-4CB6-915A-D36AEA22E6C0}" type="pres">
      <dgm:prSet presAssocID="{932A6641-B47E-48FC-963F-311CBB9F360A}" presName="level3hierChild" presStyleCnt="0"/>
      <dgm:spPr/>
    </dgm:pt>
    <dgm:pt modelId="{FFC0B8FD-5DB0-4F78-B836-D7E1EF97572E}" type="pres">
      <dgm:prSet presAssocID="{084F8FD6-CAC7-4D0E-8D6F-34C953D0A8B5}" presName="conn2-1" presStyleLbl="parChTrans1D3" presStyleIdx="2" presStyleCnt="3"/>
      <dgm:spPr/>
    </dgm:pt>
    <dgm:pt modelId="{5506F59F-DE91-41F1-B447-AFBDCC24834E}" type="pres">
      <dgm:prSet presAssocID="{084F8FD6-CAC7-4D0E-8D6F-34C953D0A8B5}" presName="connTx" presStyleLbl="parChTrans1D3" presStyleIdx="2" presStyleCnt="3"/>
      <dgm:spPr/>
    </dgm:pt>
    <dgm:pt modelId="{C6332ADC-BBC8-4E6E-A0A1-1B0942A3443E}" type="pres">
      <dgm:prSet presAssocID="{F157024A-F325-4B04-876C-7631430CD8B8}" presName="root2" presStyleCnt="0"/>
      <dgm:spPr/>
    </dgm:pt>
    <dgm:pt modelId="{1738F2F5-5794-4E8A-9087-ACF3D74A9CA5}" type="pres">
      <dgm:prSet presAssocID="{F157024A-F325-4B04-876C-7631430CD8B8}" presName="LevelTwoTextNode" presStyleLbl="node3" presStyleIdx="2" presStyleCnt="3">
        <dgm:presLayoutVars>
          <dgm:chPref val="3"/>
        </dgm:presLayoutVars>
      </dgm:prSet>
      <dgm:spPr/>
    </dgm:pt>
    <dgm:pt modelId="{1FE8F3CB-4247-4214-80E6-FD475DDCC25C}" type="pres">
      <dgm:prSet presAssocID="{F157024A-F325-4B04-876C-7631430CD8B8}" presName="level3hierChild" presStyleCnt="0"/>
      <dgm:spPr/>
    </dgm:pt>
  </dgm:ptLst>
  <dgm:cxnLst>
    <dgm:cxn modelId="{44E0C106-5506-406F-80AE-36417E81F4E3}" type="presOf" srcId="{084F8FD6-CAC7-4D0E-8D6F-34C953D0A8B5}" destId="{FFC0B8FD-5DB0-4F78-B836-D7E1EF97572E}" srcOrd="0" destOrd="0" presId="urn:microsoft.com/office/officeart/2005/8/layout/hierarchy2"/>
    <dgm:cxn modelId="{B20FB208-536D-4086-858F-68CF45B2510D}" type="presOf" srcId="{084F8FD6-CAC7-4D0E-8D6F-34C953D0A8B5}" destId="{5506F59F-DE91-41F1-B447-AFBDCC24834E}" srcOrd="1" destOrd="0" presId="urn:microsoft.com/office/officeart/2005/8/layout/hierarchy2"/>
    <dgm:cxn modelId="{1DBFBA0A-11EF-44BF-B98E-91005C61658A}" type="presOf" srcId="{3EE8403A-CB7C-4815-85BD-AEBCAEB71B37}" destId="{E9DFD7BC-1578-44AB-9B5D-6C8B328C7091}" srcOrd="0" destOrd="0" presId="urn:microsoft.com/office/officeart/2005/8/layout/hierarchy2"/>
    <dgm:cxn modelId="{FD0D0812-3766-4422-AB8F-58752BCDBE07}" srcId="{42D71409-67F9-455C-8C6D-716D284AAA6B}" destId="{932A6641-B47E-48FC-963F-311CBB9F360A}" srcOrd="2" destOrd="0" parTransId="{BCC541E2-3A60-4FA0-82BC-A407780EE7DB}" sibTransId="{0E70FA36-C3C7-4A08-A69A-A16BAA6AE9D9}"/>
    <dgm:cxn modelId="{31D72516-CF87-4AC3-8EE5-EAD4B6CABFC3}" type="presOf" srcId="{3AF880A5-0F00-4315-A5DF-1FE656798601}" destId="{098B7F3F-6B8B-48F5-A242-843FC0018C64}" srcOrd="0" destOrd="0" presId="urn:microsoft.com/office/officeart/2005/8/layout/hierarchy2"/>
    <dgm:cxn modelId="{2AA9C11F-1F1D-428E-801A-47EAA766C99D}" srcId="{B9C32B05-62EA-407A-B21C-2310C7945705}" destId="{42D71409-67F9-455C-8C6D-716D284AAA6B}" srcOrd="0" destOrd="0" parTransId="{51680ED1-AF6E-4B28-AE94-92B0EFB0DF7D}" sibTransId="{478B7D3C-9FB4-4BC6-90AC-49960560DECD}"/>
    <dgm:cxn modelId="{3C496B29-A9E1-4A1A-A48B-9EEC69549197}" srcId="{05FECB41-6D4B-45D2-8EBA-87192101F0F0}" destId="{93B8E493-EA93-4F7C-8171-98FEF501A448}" srcOrd="0" destOrd="0" parTransId="{DB656091-8DFF-497F-8BC8-FDE187821C4F}" sibTransId="{7BDD9460-EE6F-4CF5-8274-75C224AC62C4}"/>
    <dgm:cxn modelId="{A48A2D33-4A47-4517-A7A4-26878B511DD4}" srcId="{932A6641-B47E-48FC-963F-311CBB9F360A}" destId="{F157024A-F325-4B04-876C-7631430CD8B8}" srcOrd="0" destOrd="0" parTransId="{084F8FD6-CAC7-4D0E-8D6F-34C953D0A8B5}" sibTransId="{C5411E0A-9D82-4429-8DDC-A5ECA6FFA10D}"/>
    <dgm:cxn modelId="{8738AD35-3AE6-4BAB-9ABF-1B84CE244B9A}" type="presOf" srcId="{F157024A-F325-4B04-876C-7631430CD8B8}" destId="{1738F2F5-5794-4E8A-9087-ACF3D74A9CA5}" srcOrd="0" destOrd="0" presId="urn:microsoft.com/office/officeart/2005/8/layout/hierarchy2"/>
    <dgm:cxn modelId="{2BFCEC40-5EBC-43B7-B238-D85195B7F36A}" type="presOf" srcId="{0A0E61DB-8A10-4B79-92D2-5500D5AEF449}" destId="{4C176A5B-73F5-402E-9BC2-C93899F2DA78}" srcOrd="0" destOrd="0" presId="urn:microsoft.com/office/officeart/2005/8/layout/hierarchy2"/>
    <dgm:cxn modelId="{F95A044A-A164-4413-ACC9-BB96F63EAE04}" type="presOf" srcId="{8EA7219F-BDB2-48EB-9EEB-3133522D132E}" destId="{6FD2E465-5ECA-40B5-9257-F9EB9E9E0A1C}" srcOrd="0" destOrd="0" presId="urn:microsoft.com/office/officeart/2005/8/layout/hierarchy2"/>
    <dgm:cxn modelId="{E65C054B-9B15-4FA5-9C41-E42B668491E6}" srcId="{8EA7219F-BDB2-48EB-9EEB-3133522D132E}" destId="{05FECB41-6D4B-45D2-8EBA-87192101F0F0}" srcOrd="1" destOrd="0" parTransId="{AA5859CE-1935-428E-8F3A-D00391A9A382}" sibTransId="{C5D3D9B1-03B8-4AB8-AB31-9E49A99D6797}"/>
    <dgm:cxn modelId="{8174616E-8A47-4328-8419-49E10B4A76DE}" type="presOf" srcId="{BCC541E2-3A60-4FA0-82BC-A407780EE7DB}" destId="{9CFFB53A-C6E6-4E32-8FA0-BC92CEDE474E}" srcOrd="1" destOrd="0" presId="urn:microsoft.com/office/officeart/2005/8/layout/hierarchy2"/>
    <dgm:cxn modelId="{B32EBA6E-B924-44FE-972A-314F933896DC}" type="presOf" srcId="{A13BB1F9-5857-4B43-8BF5-6589AA2CB759}" destId="{24CC8E1B-580A-4A3D-A142-9D0DFE1D3EB5}" srcOrd="1" destOrd="0" presId="urn:microsoft.com/office/officeart/2005/8/layout/hierarchy2"/>
    <dgm:cxn modelId="{06D9F373-60EE-4523-A4F9-9AB2C6CB5B4A}" type="presOf" srcId="{A13BB1F9-5857-4B43-8BF5-6589AA2CB759}" destId="{7DB11040-4A9A-4700-9A0D-6538E50F4C5F}" srcOrd="0" destOrd="0" presId="urn:microsoft.com/office/officeart/2005/8/layout/hierarchy2"/>
    <dgm:cxn modelId="{F1578D7E-B909-4B09-B4D3-7B72CF4D7CF1}" type="presOf" srcId="{932A6641-B47E-48FC-963F-311CBB9F360A}" destId="{0ECE16BC-D26F-4A47-BA1E-F96A5AE621C1}" srcOrd="0" destOrd="0" presId="urn:microsoft.com/office/officeart/2005/8/layout/hierarchy2"/>
    <dgm:cxn modelId="{BC400184-7114-4023-AC69-E324C2F57BFC}" type="presOf" srcId="{BCC541E2-3A60-4FA0-82BC-A407780EE7DB}" destId="{1538244D-7976-44B0-B31C-0E26F04DFD43}" srcOrd="0" destOrd="0" presId="urn:microsoft.com/office/officeart/2005/8/layout/hierarchy2"/>
    <dgm:cxn modelId="{16D9CC87-915E-48C8-B902-BC91EE02970F}" type="presOf" srcId="{DB656091-8DFF-497F-8BC8-FDE187821C4F}" destId="{B70B62B9-0C0F-4F3C-BFC5-5EF43D98BD1D}" srcOrd="0" destOrd="0" presId="urn:microsoft.com/office/officeart/2005/8/layout/hierarchy2"/>
    <dgm:cxn modelId="{C5334F8D-AFC9-49E0-BCF8-1924548C8EC6}" type="presOf" srcId="{93B8E493-EA93-4F7C-8171-98FEF501A448}" destId="{96E51315-03D5-4F9C-8F9B-8EE4C7BE0F45}" srcOrd="0" destOrd="0" presId="urn:microsoft.com/office/officeart/2005/8/layout/hierarchy2"/>
    <dgm:cxn modelId="{113C8596-3C0F-46E7-8DBB-BA63EFA3D461}" type="presOf" srcId="{05FECB41-6D4B-45D2-8EBA-87192101F0F0}" destId="{B4C75EAC-41EF-44A9-8316-9270AE889DAA}" srcOrd="0" destOrd="0" presId="urn:microsoft.com/office/officeart/2005/8/layout/hierarchy2"/>
    <dgm:cxn modelId="{D01914A1-925E-4918-BE3F-C8891E2235F2}" type="presOf" srcId="{42D71409-67F9-455C-8C6D-716D284AAA6B}" destId="{6B8625A5-7BD1-4A50-9792-D1394C5CB466}" srcOrd="0" destOrd="0" presId="urn:microsoft.com/office/officeart/2005/8/layout/hierarchy2"/>
    <dgm:cxn modelId="{02963FB9-1AAA-4E93-B18C-FD7B48744627}" type="presOf" srcId="{AA5859CE-1935-428E-8F3A-D00391A9A382}" destId="{E3E2A99E-F4F3-45CD-81D4-0FC4E5749F5D}" srcOrd="0" destOrd="0" presId="urn:microsoft.com/office/officeart/2005/8/layout/hierarchy2"/>
    <dgm:cxn modelId="{46AF5DBA-966C-49C1-AAB7-0F4AF6BAD67B}" type="presOf" srcId="{1441988F-AAA1-489E-9170-F8F553C17D69}" destId="{43B95903-C81D-4D6E-810B-ACCAA0A12088}" srcOrd="0" destOrd="0" presId="urn:microsoft.com/office/officeart/2005/8/layout/hierarchy2"/>
    <dgm:cxn modelId="{8BA3A1BD-489A-402E-88EF-23D7D2C962CE}" type="presOf" srcId="{1441988F-AAA1-489E-9170-F8F553C17D69}" destId="{9F6C32C4-6EB9-474A-A654-7DEFC8B4EF5D}" srcOrd="1" destOrd="0" presId="urn:microsoft.com/office/officeart/2005/8/layout/hierarchy2"/>
    <dgm:cxn modelId="{E82059C4-2D23-4B7D-B1A6-48C9187CD97C}" srcId="{8EA7219F-BDB2-48EB-9EEB-3133522D132E}" destId="{0A0E61DB-8A10-4B79-92D2-5500D5AEF449}" srcOrd="0" destOrd="0" parTransId="{1441988F-AAA1-489E-9170-F8F553C17D69}" sibTransId="{E2296C67-3533-41D6-AE9D-C2B4E4E8558A}"/>
    <dgm:cxn modelId="{24F8CBE2-5003-4E69-A772-6B98F2B05181}" srcId="{42D71409-67F9-455C-8C6D-716D284AAA6B}" destId="{3AF880A5-0F00-4315-A5DF-1FE656798601}" srcOrd="1" destOrd="0" parTransId="{A13BB1F9-5857-4B43-8BF5-6589AA2CB759}" sibTransId="{C198C41D-2640-4669-83ED-E0CD35701C8E}"/>
    <dgm:cxn modelId="{4B2C71E6-D90E-4F6E-B639-7232A7C79BE4}" type="presOf" srcId="{AA5859CE-1935-428E-8F3A-D00391A9A382}" destId="{8FCC0AE5-D79C-478B-B3F5-F387DF57EC30}" srcOrd="1" destOrd="0" presId="urn:microsoft.com/office/officeart/2005/8/layout/hierarchy2"/>
    <dgm:cxn modelId="{582166EA-8B6C-40CF-9A2B-88BA747ADDD6}" type="presOf" srcId="{3EE8403A-CB7C-4815-85BD-AEBCAEB71B37}" destId="{FD0A2DF6-6AD6-4F2C-8546-A0E138E3887B}" srcOrd="1" destOrd="0" presId="urn:microsoft.com/office/officeart/2005/8/layout/hierarchy2"/>
    <dgm:cxn modelId="{A3ED87ED-BE13-4400-AC12-97950AEC098F}" type="presOf" srcId="{B9C32B05-62EA-407A-B21C-2310C7945705}" destId="{68CE107A-5402-4A38-8C1E-4F8082AF84D6}" srcOrd="0" destOrd="0" presId="urn:microsoft.com/office/officeart/2005/8/layout/hierarchy2"/>
    <dgm:cxn modelId="{58AD7EEF-D408-406B-87EE-4691D4C30668}" srcId="{42D71409-67F9-455C-8C6D-716D284AAA6B}" destId="{8EA7219F-BDB2-48EB-9EEB-3133522D132E}" srcOrd="0" destOrd="0" parTransId="{3EE8403A-CB7C-4815-85BD-AEBCAEB71B37}" sibTransId="{C94B7947-85DC-4B21-BB99-DF8438356F98}"/>
    <dgm:cxn modelId="{040072F6-A08F-4449-A530-9D14EBD23EFE}" type="presOf" srcId="{DB656091-8DFF-497F-8BC8-FDE187821C4F}" destId="{E6759CFB-3B7B-41AA-A95E-7A302FD84791}" srcOrd="1" destOrd="0" presId="urn:microsoft.com/office/officeart/2005/8/layout/hierarchy2"/>
    <dgm:cxn modelId="{74D3D7F8-7BD1-42E7-9E9E-A5446C0E7138}" type="presParOf" srcId="{68CE107A-5402-4A38-8C1E-4F8082AF84D6}" destId="{B6456A4F-C3A1-4DBC-8204-4C6C482624E2}" srcOrd="0" destOrd="0" presId="urn:microsoft.com/office/officeart/2005/8/layout/hierarchy2"/>
    <dgm:cxn modelId="{46B130F5-DB88-4699-B20E-A0380F580872}" type="presParOf" srcId="{B6456A4F-C3A1-4DBC-8204-4C6C482624E2}" destId="{6B8625A5-7BD1-4A50-9792-D1394C5CB466}" srcOrd="0" destOrd="0" presId="urn:microsoft.com/office/officeart/2005/8/layout/hierarchy2"/>
    <dgm:cxn modelId="{3F1E1D05-6B69-46A8-99E8-490C2A005672}" type="presParOf" srcId="{B6456A4F-C3A1-4DBC-8204-4C6C482624E2}" destId="{8F4C5907-DFE0-431A-AF38-CD1197853A1B}" srcOrd="1" destOrd="0" presId="urn:microsoft.com/office/officeart/2005/8/layout/hierarchy2"/>
    <dgm:cxn modelId="{6F42DB6B-08DD-447F-9786-A95A4895A6C5}" type="presParOf" srcId="{8F4C5907-DFE0-431A-AF38-CD1197853A1B}" destId="{E9DFD7BC-1578-44AB-9B5D-6C8B328C7091}" srcOrd="0" destOrd="0" presId="urn:microsoft.com/office/officeart/2005/8/layout/hierarchy2"/>
    <dgm:cxn modelId="{D2E846BE-A8FE-4951-8C4C-19499CB9548E}" type="presParOf" srcId="{E9DFD7BC-1578-44AB-9B5D-6C8B328C7091}" destId="{FD0A2DF6-6AD6-4F2C-8546-A0E138E3887B}" srcOrd="0" destOrd="0" presId="urn:microsoft.com/office/officeart/2005/8/layout/hierarchy2"/>
    <dgm:cxn modelId="{BF100EE1-2784-4CEB-B8D3-F0BAA5F52682}" type="presParOf" srcId="{8F4C5907-DFE0-431A-AF38-CD1197853A1B}" destId="{38B56C1F-7913-4E81-86A9-19E5DE045CCA}" srcOrd="1" destOrd="0" presId="urn:microsoft.com/office/officeart/2005/8/layout/hierarchy2"/>
    <dgm:cxn modelId="{156A0032-E437-4B16-81C8-D8162C3FED76}" type="presParOf" srcId="{38B56C1F-7913-4E81-86A9-19E5DE045CCA}" destId="{6FD2E465-5ECA-40B5-9257-F9EB9E9E0A1C}" srcOrd="0" destOrd="0" presId="urn:microsoft.com/office/officeart/2005/8/layout/hierarchy2"/>
    <dgm:cxn modelId="{5071CAFB-F60D-4EFB-8B7E-429EF9F7066D}" type="presParOf" srcId="{38B56C1F-7913-4E81-86A9-19E5DE045CCA}" destId="{D5B01899-594F-4BDE-A4E6-3797055EF55B}" srcOrd="1" destOrd="0" presId="urn:microsoft.com/office/officeart/2005/8/layout/hierarchy2"/>
    <dgm:cxn modelId="{2D87BEED-49FC-4B91-BB28-15B72AEC92DE}" type="presParOf" srcId="{D5B01899-594F-4BDE-A4E6-3797055EF55B}" destId="{43B95903-C81D-4D6E-810B-ACCAA0A12088}" srcOrd="0" destOrd="0" presId="urn:microsoft.com/office/officeart/2005/8/layout/hierarchy2"/>
    <dgm:cxn modelId="{8622688A-37F7-4DA2-926E-DC58F0E6A277}" type="presParOf" srcId="{43B95903-C81D-4D6E-810B-ACCAA0A12088}" destId="{9F6C32C4-6EB9-474A-A654-7DEFC8B4EF5D}" srcOrd="0" destOrd="0" presId="urn:microsoft.com/office/officeart/2005/8/layout/hierarchy2"/>
    <dgm:cxn modelId="{FCE79BD7-4DB6-495C-A16D-F979788FE0D2}" type="presParOf" srcId="{D5B01899-594F-4BDE-A4E6-3797055EF55B}" destId="{531CCB46-0B13-4944-A506-B485C55AE267}" srcOrd="1" destOrd="0" presId="urn:microsoft.com/office/officeart/2005/8/layout/hierarchy2"/>
    <dgm:cxn modelId="{8F5CADAB-3FA2-495C-8FB9-8B1D0FF0EFC5}" type="presParOf" srcId="{531CCB46-0B13-4944-A506-B485C55AE267}" destId="{4C176A5B-73F5-402E-9BC2-C93899F2DA78}" srcOrd="0" destOrd="0" presId="urn:microsoft.com/office/officeart/2005/8/layout/hierarchy2"/>
    <dgm:cxn modelId="{A4FA497C-6707-4C81-8672-396920558EDF}" type="presParOf" srcId="{531CCB46-0B13-4944-A506-B485C55AE267}" destId="{08175AE3-1578-47C5-BAE4-844A90234085}" srcOrd="1" destOrd="0" presId="urn:microsoft.com/office/officeart/2005/8/layout/hierarchy2"/>
    <dgm:cxn modelId="{24132075-13A2-4531-9053-4AA4A5B81D01}" type="presParOf" srcId="{D5B01899-594F-4BDE-A4E6-3797055EF55B}" destId="{E3E2A99E-F4F3-45CD-81D4-0FC4E5749F5D}" srcOrd="2" destOrd="0" presId="urn:microsoft.com/office/officeart/2005/8/layout/hierarchy2"/>
    <dgm:cxn modelId="{3D998032-30A9-42E2-AB1B-571706FA0864}" type="presParOf" srcId="{E3E2A99E-F4F3-45CD-81D4-0FC4E5749F5D}" destId="{8FCC0AE5-D79C-478B-B3F5-F387DF57EC30}" srcOrd="0" destOrd="0" presId="urn:microsoft.com/office/officeart/2005/8/layout/hierarchy2"/>
    <dgm:cxn modelId="{881880A5-E0B5-4D4F-BB20-E0B708B7FCD2}" type="presParOf" srcId="{D5B01899-594F-4BDE-A4E6-3797055EF55B}" destId="{981402D8-BD73-48D0-AD7D-8CE74DE4A119}" srcOrd="3" destOrd="0" presId="urn:microsoft.com/office/officeart/2005/8/layout/hierarchy2"/>
    <dgm:cxn modelId="{0B2C4960-9B95-4651-91C9-B25A0646AC7B}" type="presParOf" srcId="{981402D8-BD73-48D0-AD7D-8CE74DE4A119}" destId="{B4C75EAC-41EF-44A9-8316-9270AE889DAA}" srcOrd="0" destOrd="0" presId="urn:microsoft.com/office/officeart/2005/8/layout/hierarchy2"/>
    <dgm:cxn modelId="{798C81F1-E8BD-41FD-9036-F50F50950734}" type="presParOf" srcId="{981402D8-BD73-48D0-AD7D-8CE74DE4A119}" destId="{E8F202CE-8CC1-43DF-B17A-AE461843B911}" srcOrd="1" destOrd="0" presId="urn:microsoft.com/office/officeart/2005/8/layout/hierarchy2"/>
    <dgm:cxn modelId="{9498E3DA-AC52-427A-A750-58CF73089B69}" type="presParOf" srcId="{E8F202CE-8CC1-43DF-B17A-AE461843B911}" destId="{B70B62B9-0C0F-4F3C-BFC5-5EF43D98BD1D}" srcOrd="0" destOrd="0" presId="urn:microsoft.com/office/officeart/2005/8/layout/hierarchy2"/>
    <dgm:cxn modelId="{D31082D9-B94F-4E80-B53A-ADB4A3B0BF24}" type="presParOf" srcId="{B70B62B9-0C0F-4F3C-BFC5-5EF43D98BD1D}" destId="{E6759CFB-3B7B-41AA-A95E-7A302FD84791}" srcOrd="0" destOrd="0" presId="urn:microsoft.com/office/officeart/2005/8/layout/hierarchy2"/>
    <dgm:cxn modelId="{FAF4BFC8-5C80-4E71-AFC1-05C27CEC5AE2}" type="presParOf" srcId="{E8F202CE-8CC1-43DF-B17A-AE461843B911}" destId="{9C05B523-6D2E-4CD2-9451-47834CF10D49}" srcOrd="1" destOrd="0" presId="urn:microsoft.com/office/officeart/2005/8/layout/hierarchy2"/>
    <dgm:cxn modelId="{F994DBC2-F871-45CC-AC9E-F15F23287A08}" type="presParOf" srcId="{9C05B523-6D2E-4CD2-9451-47834CF10D49}" destId="{96E51315-03D5-4F9C-8F9B-8EE4C7BE0F45}" srcOrd="0" destOrd="0" presId="urn:microsoft.com/office/officeart/2005/8/layout/hierarchy2"/>
    <dgm:cxn modelId="{01785B9E-C1CE-40F6-A16E-7905C4B70A69}" type="presParOf" srcId="{9C05B523-6D2E-4CD2-9451-47834CF10D49}" destId="{513D7236-9F8E-475F-AD8F-356D6DD7A8B1}" srcOrd="1" destOrd="0" presId="urn:microsoft.com/office/officeart/2005/8/layout/hierarchy2"/>
    <dgm:cxn modelId="{DB31DBA0-0BB0-4681-A98A-C7B5E6D2378C}" type="presParOf" srcId="{8F4C5907-DFE0-431A-AF38-CD1197853A1B}" destId="{7DB11040-4A9A-4700-9A0D-6538E50F4C5F}" srcOrd="2" destOrd="0" presId="urn:microsoft.com/office/officeart/2005/8/layout/hierarchy2"/>
    <dgm:cxn modelId="{0490407C-1075-450B-B387-18057007DF26}" type="presParOf" srcId="{7DB11040-4A9A-4700-9A0D-6538E50F4C5F}" destId="{24CC8E1B-580A-4A3D-A142-9D0DFE1D3EB5}" srcOrd="0" destOrd="0" presId="urn:microsoft.com/office/officeart/2005/8/layout/hierarchy2"/>
    <dgm:cxn modelId="{9232D830-1380-4683-852E-BB30BBF7EC36}" type="presParOf" srcId="{8F4C5907-DFE0-431A-AF38-CD1197853A1B}" destId="{E5C1A76E-3EFA-4922-93BC-73619C4D702C}" srcOrd="3" destOrd="0" presId="urn:microsoft.com/office/officeart/2005/8/layout/hierarchy2"/>
    <dgm:cxn modelId="{AB727C9B-761F-4131-98C7-F66894DEE3C0}" type="presParOf" srcId="{E5C1A76E-3EFA-4922-93BC-73619C4D702C}" destId="{098B7F3F-6B8B-48F5-A242-843FC0018C64}" srcOrd="0" destOrd="0" presId="urn:microsoft.com/office/officeart/2005/8/layout/hierarchy2"/>
    <dgm:cxn modelId="{FDDFACF4-BCA3-4B2D-B859-551943B98AF9}" type="presParOf" srcId="{E5C1A76E-3EFA-4922-93BC-73619C4D702C}" destId="{0CBE18BD-2956-4712-A362-381C27FC176F}" srcOrd="1" destOrd="0" presId="urn:microsoft.com/office/officeart/2005/8/layout/hierarchy2"/>
    <dgm:cxn modelId="{5F3BCDD2-9AB8-4E13-82CF-11F31E581E6F}" type="presParOf" srcId="{8F4C5907-DFE0-431A-AF38-CD1197853A1B}" destId="{1538244D-7976-44B0-B31C-0E26F04DFD43}" srcOrd="4" destOrd="0" presId="urn:microsoft.com/office/officeart/2005/8/layout/hierarchy2"/>
    <dgm:cxn modelId="{63DBC9A9-0F9C-4184-88D1-2413450C4431}" type="presParOf" srcId="{1538244D-7976-44B0-B31C-0E26F04DFD43}" destId="{9CFFB53A-C6E6-4E32-8FA0-BC92CEDE474E}" srcOrd="0" destOrd="0" presId="urn:microsoft.com/office/officeart/2005/8/layout/hierarchy2"/>
    <dgm:cxn modelId="{4D055119-08A6-40A2-AEFB-AF3CB137BC56}" type="presParOf" srcId="{8F4C5907-DFE0-431A-AF38-CD1197853A1B}" destId="{BF6870B7-DD08-4A51-A3A5-AC1E3BFE643A}" srcOrd="5" destOrd="0" presId="urn:microsoft.com/office/officeart/2005/8/layout/hierarchy2"/>
    <dgm:cxn modelId="{A237657D-5ECD-420A-8401-57D6AAF7F458}" type="presParOf" srcId="{BF6870B7-DD08-4A51-A3A5-AC1E3BFE643A}" destId="{0ECE16BC-D26F-4A47-BA1E-F96A5AE621C1}" srcOrd="0" destOrd="0" presId="urn:microsoft.com/office/officeart/2005/8/layout/hierarchy2"/>
    <dgm:cxn modelId="{6AD2E7BD-50DE-448E-8468-27C7FB658476}" type="presParOf" srcId="{BF6870B7-DD08-4A51-A3A5-AC1E3BFE643A}" destId="{9301E079-5729-4CB6-915A-D36AEA22E6C0}" srcOrd="1" destOrd="0" presId="urn:microsoft.com/office/officeart/2005/8/layout/hierarchy2"/>
    <dgm:cxn modelId="{ABB9FCC9-95B7-4985-B983-4939C18FE60F}" type="presParOf" srcId="{9301E079-5729-4CB6-915A-D36AEA22E6C0}" destId="{FFC0B8FD-5DB0-4F78-B836-D7E1EF97572E}" srcOrd="0" destOrd="0" presId="urn:microsoft.com/office/officeart/2005/8/layout/hierarchy2"/>
    <dgm:cxn modelId="{42A120A9-B5D3-4B2C-9EBD-9DEA32B1274B}" type="presParOf" srcId="{FFC0B8FD-5DB0-4F78-B836-D7E1EF97572E}" destId="{5506F59F-DE91-41F1-B447-AFBDCC24834E}" srcOrd="0" destOrd="0" presId="urn:microsoft.com/office/officeart/2005/8/layout/hierarchy2"/>
    <dgm:cxn modelId="{68522756-B53A-4F07-8218-F8B74FAADFD2}" type="presParOf" srcId="{9301E079-5729-4CB6-915A-D36AEA22E6C0}" destId="{C6332ADC-BBC8-4E6E-A0A1-1B0942A3443E}" srcOrd="1" destOrd="0" presId="urn:microsoft.com/office/officeart/2005/8/layout/hierarchy2"/>
    <dgm:cxn modelId="{0D19B86A-7564-4D75-8BCF-392B03928959}" type="presParOf" srcId="{C6332ADC-BBC8-4E6E-A0A1-1B0942A3443E}" destId="{1738F2F5-5794-4E8A-9087-ACF3D74A9CA5}" srcOrd="0" destOrd="0" presId="urn:microsoft.com/office/officeart/2005/8/layout/hierarchy2"/>
    <dgm:cxn modelId="{89A2AF6B-E42D-4E54-9368-001B19102C5F}" type="presParOf" srcId="{C6332ADC-BBC8-4E6E-A0A1-1B0942A3443E}" destId="{1FE8F3CB-4247-4214-80E6-FD475DDCC25C}" srcOrd="1" destOrd="0" presId="urn:microsoft.com/office/officeart/2005/8/layout/hierarchy2"/>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09.xml><?xml version="1.0" encoding="utf-8"?>
<dgm:dataModel xmlns:dgm="http://schemas.openxmlformats.org/drawingml/2006/diagram" xmlns:a="http://schemas.openxmlformats.org/drawingml/2006/main">
  <dgm:ptLst>
    <dgm:pt modelId="{B9C32B05-62EA-407A-B21C-2310C7945705}" type="doc">
      <dgm:prSet loTypeId="urn:microsoft.com/office/officeart/2005/8/layout/hierarchy5" loCatId="hierarchy"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14B6231C-BD14-47A6-9E97-53ADA335E472}">
      <dgm:prSet phldrT="[Text]"/>
      <dgm:spPr/>
      <dgm:t>
        <a:bodyPr/>
        <a:lstStyle/>
        <a:p>
          <a:r>
            <a:rPr lang="en-US" dirty="0"/>
            <a:t>Some text here</a:t>
          </a:r>
        </a:p>
      </dgm:t>
    </dgm:pt>
    <dgm:pt modelId="{86F62D86-AE54-49D6-9912-96C47F425C75}" type="parTrans" cxnId="{100A084D-DA75-4766-9C88-F7589DE6DA8F}">
      <dgm:prSet/>
      <dgm:spPr/>
      <dgm:t>
        <a:bodyPr/>
        <a:lstStyle/>
        <a:p>
          <a:endParaRPr lang="en-US"/>
        </a:p>
      </dgm:t>
    </dgm:pt>
    <dgm:pt modelId="{AD593045-1BED-4871-A2D6-891344801F85}" type="sibTrans" cxnId="{100A084D-DA75-4766-9C88-F7589DE6DA8F}">
      <dgm:prSet/>
      <dgm:spPr/>
      <dgm:t>
        <a:bodyPr/>
        <a:lstStyle/>
        <a:p>
          <a:endParaRPr lang="en-US"/>
        </a:p>
      </dgm:t>
    </dgm:pt>
    <dgm:pt modelId="{A326D9F8-13F0-4A4D-83E0-BD184F66C880}">
      <dgm:prSet phldrT="[Text]"/>
      <dgm:spPr/>
      <dgm:t>
        <a:bodyPr/>
        <a:lstStyle/>
        <a:p>
          <a:r>
            <a:rPr lang="en-US" dirty="0"/>
            <a:t>Some text here</a:t>
          </a:r>
        </a:p>
      </dgm:t>
    </dgm:pt>
    <dgm:pt modelId="{49BF2094-B572-4193-909A-AF182BA8DBB4}" type="parTrans" cxnId="{F6A69F87-85B3-49F6-BFDA-31D250FDA6CB}">
      <dgm:prSet/>
      <dgm:spPr/>
      <dgm:t>
        <a:bodyPr/>
        <a:lstStyle/>
        <a:p>
          <a:endParaRPr lang="en-US"/>
        </a:p>
      </dgm:t>
    </dgm:pt>
    <dgm:pt modelId="{853D4BC2-E6E4-4E8F-AEE5-3406CC130883}" type="sibTrans" cxnId="{F6A69F87-85B3-49F6-BFDA-31D250FDA6CB}">
      <dgm:prSet/>
      <dgm:spPr/>
      <dgm:t>
        <a:bodyPr/>
        <a:lstStyle/>
        <a:p>
          <a:endParaRPr lang="en-US"/>
        </a:p>
      </dgm:t>
    </dgm:pt>
    <dgm:pt modelId="{F6A82A35-0B6D-4FD2-AC48-D5F44AA0E599}">
      <dgm:prSet phldrT="[Text]"/>
      <dgm:spPr/>
      <dgm:t>
        <a:bodyPr/>
        <a:lstStyle/>
        <a:p>
          <a:r>
            <a:rPr lang="en-US" dirty="0"/>
            <a:t>Some text here</a:t>
          </a:r>
        </a:p>
      </dgm:t>
    </dgm:pt>
    <dgm:pt modelId="{755DEF00-30EE-4D8D-A75C-3D6BBF40F27E}" type="parTrans" cxnId="{0DACDFC5-2530-4048-A77E-5D953CEA404E}">
      <dgm:prSet/>
      <dgm:spPr/>
      <dgm:t>
        <a:bodyPr/>
        <a:lstStyle/>
        <a:p>
          <a:endParaRPr lang="en-US"/>
        </a:p>
      </dgm:t>
    </dgm:pt>
    <dgm:pt modelId="{41E56B1A-C092-4A33-B6EF-E5A1C03A1FEF}" type="sibTrans" cxnId="{0DACDFC5-2530-4048-A77E-5D953CEA404E}">
      <dgm:prSet/>
      <dgm:spPr/>
      <dgm:t>
        <a:bodyPr/>
        <a:lstStyle/>
        <a:p>
          <a:endParaRPr lang="en-US"/>
        </a:p>
      </dgm:t>
    </dgm:pt>
    <dgm:pt modelId="{E20AFB12-169F-4146-B884-0381049F1536}">
      <dgm:prSet phldrT="[Text]"/>
      <dgm:spPr/>
      <dgm:t>
        <a:bodyPr/>
        <a:lstStyle/>
        <a:p>
          <a:r>
            <a:rPr lang="en-US" dirty="0"/>
            <a:t>Some text here</a:t>
          </a:r>
        </a:p>
      </dgm:t>
    </dgm:pt>
    <dgm:pt modelId="{A97541AE-120A-4513-94E9-DCA2D571E130}" type="parTrans" cxnId="{D21BE5AA-6F45-4626-B16E-AE344F8CA857}">
      <dgm:prSet/>
      <dgm:spPr/>
      <dgm:t>
        <a:bodyPr/>
        <a:lstStyle/>
        <a:p>
          <a:endParaRPr lang="en-US"/>
        </a:p>
      </dgm:t>
    </dgm:pt>
    <dgm:pt modelId="{0A504F1D-2CDD-4066-B9A2-945D04A4A100}" type="sibTrans" cxnId="{D21BE5AA-6F45-4626-B16E-AE344F8CA857}">
      <dgm:prSet/>
      <dgm:spPr/>
      <dgm:t>
        <a:bodyPr/>
        <a:lstStyle/>
        <a:p>
          <a:endParaRPr lang="en-US"/>
        </a:p>
      </dgm:t>
    </dgm:pt>
    <dgm:pt modelId="{863C8968-11C1-4D51-A6E7-CB29F967213E}">
      <dgm:prSet phldrT="[Text]"/>
      <dgm:spPr/>
      <dgm:t>
        <a:bodyPr/>
        <a:lstStyle/>
        <a:p>
          <a:r>
            <a:rPr lang="en-US" dirty="0"/>
            <a:t>Some text here</a:t>
          </a:r>
        </a:p>
      </dgm:t>
    </dgm:pt>
    <dgm:pt modelId="{1EB099F2-CB75-47D3-83E3-34F8891EE68B}" type="parTrans" cxnId="{614C2C86-97FB-498F-82AB-9E0CA75E5549}">
      <dgm:prSet/>
      <dgm:spPr/>
      <dgm:t>
        <a:bodyPr/>
        <a:lstStyle/>
        <a:p>
          <a:endParaRPr lang="en-US"/>
        </a:p>
      </dgm:t>
    </dgm:pt>
    <dgm:pt modelId="{A6FB4E38-14E2-49A8-BE94-0215DF1907CB}" type="sibTrans" cxnId="{614C2C86-97FB-498F-82AB-9E0CA75E5549}">
      <dgm:prSet/>
      <dgm:spPr/>
      <dgm:t>
        <a:bodyPr/>
        <a:lstStyle/>
        <a:p>
          <a:endParaRPr lang="en-US"/>
        </a:p>
      </dgm:t>
    </dgm:pt>
    <dgm:pt modelId="{7A7AA741-378F-4420-A8B1-DB82303A71DD}">
      <dgm:prSet phldrT="[Text]"/>
      <dgm:spPr/>
      <dgm:t>
        <a:bodyPr/>
        <a:lstStyle/>
        <a:p>
          <a:r>
            <a:rPr lang="en-US" dirty="0"/>
            <a:t>Some text here</a:t>
          </a:r>
        </a:p>
      </dgm:t>
    </dgm:pt>
    <dgm:pt modelId="{CD3BCE52-8E18-4654-9AD9-6C4CE990CD60}" type="parTrans" cxnId="{15A5F7AF-9DBF-4B21-BBF5-A837CD7CA87F}">
      <dgm:prSet/>
      <dgm:spPr/>
      <dgm:t>
        <a:bodyPr/>
        <a:lstStyle/>
        <a:p>
          <a:endParaRPr lang="en-US"/>
        </a:p>
      </dgm:t>
    </dgm:pt>
    <dgm:pt modelId="{99199D9E-E211-4DA3-B49F-F2476217CF10}" type="sibTrans" cxnId="{15A5F7AF-9DBF-4B21-BBF5-A837CD7CA87F}">
      <dgm:prSet/>
      <dgm:spPr/>
      <dgm:t>
        <a:bodyPr/>
        <a:lstStyle/>
        <a:p>
          <a:endParaRPr lang="en-US"/>
        </a:p>
      </dgm:t>
    </dgm:pt>
    <dgm:pt modelId="{2BAF3862-4F51-4B32-9169-0FDBBC2049C7}">
      <dgm:prSet phldrT="[Text]"/>
      <dgm:spPr/>
      <dgm:t>
        <a:bodyPr/>
        <a:lstStyle/>
        <a:p>
          <a:r>
            <a:rPr lang="en-US" dirty="0">
              <a:solidFill>
                <a:schemeClr val="tx2"/>
              </a:solidFill>
            </a:rPr>
            <a:t>Lorem Ipsum</a:t>
          </a:r>
        </a:p>
      </dgm:t>
    </dgm:pt>
    <dgm:pt modelId="{36D1064C-1FCD-450E-8FF2-57D2FE8242D0}" type="parTrans" cxnId="{ACC2A356-EE4D-40E6-A8A6-AF3B80E1793F}">
      <dgm:prSet/>
      <dgm:spPr/>
      <dgm:t>
        <a:bodyPr/>
        <a:lstStyle/>
        <a:p>
          <a:endParaRPr lang="en-US"/>
        </a:p>
      </dgm:t>
    </dgm:pt>
    <dgm:pt modelId="{ECD4FEE5-B941-4BBE-A194-2019FA580B77}" type="sibTrans" cxnId="{ACC2A356-EE4D-40E6-A8A6-AF3B80E1793F}">
      <dgm:prSet/>
      <dgm:spPr/>
      <dgm:t>
        <a:bodyPr/>
        <a:lstStyle/>
        <a:p>
          <a:endParaRPr lang="en-US"/>
        </a:p>
      </dgm:t>
    </dgm:pt>
    <dgm:pt modelId="{C7DABB63-63DA-4670-A185-CA9CFB37D23E}">
      <dgm:prSet phldrT="[Text]"/>
      <dgm:spPr/>
      <dgm:t>
        <a:bodyPr/>
        <a:lstStyle/>
        <a:p>
          <a:r>
            <a:rPr lang="en-US" dirty="0">
              <a:solidFill>
                <a:schemeClr val="tx2"/>
              </a:solidFill>
            </a:rPr>
            <a:t>Some text here</a:t>
          </a:r>
        </a:p>
      </dgm:t>
    </dgm:pt>
    <dgm:pt modelId="{7F597A84-DBB3-414C-A9AC-E3CBF0E721AD}" type="parTrans" cxnId="{D39C51A3-143D-4A0E-B0FB-6828431E2D6E}">
      <dgm:prSet/>
      <dgm:spPr/>
      <dgm:t>
        <a:bodyPr/>
        <a:lstStyle/>
        <a:p>
          <a:endParaRPr lang="en-US"/>
        </a:p>
      </dgm:t>
    </dgm:pt>
    <dgm:pt modelId="{2038276B-1F25-4823-9E9E-343E5DF7CB79}" type="sibTrans" cxnId="{D39C51A3-143D-4A0E-B0FB-6828431E2D6E}">
      <dgm:prSet/>
      <dgm:spPr/>
      <dgm:t>
        <a:bodyPr/>
        <a:lstStyle/>
        <a:p>
          <a:endParaRPr lang="en-US"/>
        </a:p>
      </dgm:t>
    </dgm:pt>
    <dgm:pt modelId="{65C39F5E-9D75-4363-9BC0-0D07AC24DE62}">
      <dgm:prSet phldrT="[Text]"/>
      <dgm:spPr/>
      <dgm:t>
        <a:bodyPr/>
        <a:lstStyle/>
        <a:p>
          <a:r>
            <a:rPr lang="en-US" dirty="0">
              <a:solidFill>
                <a:schemeClr val="tx2"/>
              </a:solidFill>
            </a:rPr>
            <a:t>Some text here</a:t>
          </a:r>
        </a:p>
      </dgm:t>
    </dgm:pt>
    <dgm:pt modelId="{42A14096-5DAA-459C-868C-48426E43FD08}" type="parTrans" cxnId="{EEC1BE5D-A3F5-4395-AF76-F29366398595}">
      <dgm:prSet/>
      <dgm:spPr/>
      <dgm:t>
        <a:bodyPr/>
        <a:lstStyle/>
        <a:p>
          <a:endParaRPr lang="en-US"/>
        </a:p>
      </dgm:t>
    </dgm:pt>
    <dgm:pt modelId="{7A1C9477-556C-4234-B81B-A3E3F72711C8}" type="sibTrans" cxnId="{EEC1BE5D-A3F5-4395-AF76-F29366398595}">
      <dgm:prSet/>
      <dgm:spPr/>
      <dgm:t>
        <a:bodyPr/>
        <a:lstStyle/>
        <a:p>
          <a:endParaRPr lang="en-US"/>
        </a:p>
      </dgm:t>
    </dgm:pt>
    <dgm:pt modelId="{450CA39E-D48A-4492-AAD3-90C3416232A1}">
      <dgm:prSet phldrT="[Text]"/>
      <dgm:spPr/>
      <dgm:t>
        <a:bodyPr/>
        <a:lstStyle/>
        <a:p>
          <a:r>
            <a:rPr lang="en-US" dirty="0">
              <a:solidFill>
                <a:schemeClr val="tx2"/>
              </a:solidFill>
            </a:rPr>
            <a:t>Lorem Ipsum</a:t>
          </a:r>
        </a:p>
      </dgm:t>
    </dgm:pt>
    <dgm:pt modelId="{5239D987-0248-4EC8-83BA-5CF6C9C524D8}" type="parTrans" cxnId="{89146B3B-4DA7-4657-8975-1262BB661D9B}">
      <dgm:prSet/>
      <dgm:spPr/>
      <dgm:t>
        <a:bodyPr/>
        <a:lstStyle/>
        <a:p>
          <a:endParaRPr lang="en-US"/>
        </a:p>
      </dgm:t>
    </dgm:pt>
    <dgm:pt modelId="{2B48B0A5-E360-4117-913E-0B6290860F86}" type="sibTrans" cxnId="{89146B3B-4DA7-4657-8975-1262BB661D9B}">
      <dgm:prSet/>
      <dgm:spPr/>
      <dgm:t>
        <a:bodyPr/>
        <a:lstStyle/>
        <a:p>
          <a:endParaRPr lang="en-US"/>
        </a:p>
      </dgm:t>
    </dgm:pt>
    <dgm:pt modelId="{458D001A-0DF6-402F-A384-754E959B5B0A}">
      <dgm:prSet phldrT="[Text]"/>
      <dgm:spPr/>
      <dgm:t>
        <a:bodyPr/>
        <a:lstStyle/>
        <a:p>
          <a:r>
            <a:rPr lang="en-US" dirty="0">
              <a:solidFill>
                <a:schemeClr val="tx2"/>
              </a:solidFill>
            </a:rPr>
            <a:t>Some text here</a:t>
          </a:r>
        </a:p>
      </dgm:t>
    </dgm:pt>
    <dgm:pt modelId="{4CABD8C4-9735-4C4F-8719-3CF194DC23D4}" type="parTrans" cxnId="{F570A524-E9F1-4F0B-9A3B-84BEFB0A69DE}">
      <dgm:prSet/>
      <dgm:spPr/>
      <dgm:t>
        <a:bodyPr/>
        <a:lstStyle/>
        <a:p>
          <a:endParaRPr lang="en-US"/>
        </a:p>
      </dgm:t>
    </dgm:pt>
    <dgm:pt modelId="{5F22B196-E290-438C-9F1C-0D39D24F417F}" type="sibTrans" cxnId="{F570A524-E9F1-4F0B-9A3B-84BEFB0A69DE}">
      <dgm:prSet/>
      <dgm:spPr/>
      <dgm:t>
        <a:bodyPr/>
        <a:lstStyle/>
        <a:p>
          <a:endParaRPr lang="en-US"/>
        </a:p>
      </dgm:t>
    </dgm:pt>
    <dgm:pt modelId="{E271D197-9910-4CF2-A824-62AABC68A30B}">
      <dgm:prSet phldrT="[Text]"/>
      <dgm:spPr/>
      <dgm:t>
        <a:bodyPr/>
        <a:lstStyle/>
        <a:p>
          <a:r>
            <a:rPr lang="en-US" dirty="0">
              <a:solidFill>
                <a:schemeClr val="tx2"/>
              </a:solidFill>
            </a:rPr>
            <a:t>Some text here</a:t>
          </a:r>
        </a:p>
      </dgm:t>
    </dgm:pt>
    <dgm:pt modelId="{9ABA71AE-8D36-4C63-9711-180D5631D243}" type="parTrans" cxnId="{B68AA696-97F7-4BE2-BDF0-3179D1114B08}">
      <dgm:prSet/>
      <dgm:spPr/>
      <dgm:t>
        <a:bodyPr/>
        <a:lstStyle/>
        <a:p>
          <a:endParaRPr lang="en-US"/>
        </a:p>
      </dgm:t>
    </dgm:pt>
    <dgm:pt modelId="{EA2DE7F7-A263-4DAB-89E5-76A03663D32E}" type="sibTrans" cxnId="{B68AA696-97F7-4BE2-BDF0-3179D1114B08}">
      <dgm:prSet/>
      <dgm:spPr/>
      <dgm:t>
        <a:bodyPr/>
        <a:lstStyle/>
        <a:p>
          <a:endParaRPr lang="en-US"/>
        </a:p>
      </dgm:t>
    </dgm:pt>
    <dgm:pt modelId="{3615CDDF-E2B5-4BD1-9CC7-A11B1E6E74CD}">
      <dgm:prSet phldrT="[Text]"/>
      <dgm:spPr/>
      <dgm:t>
        <a:bodyPr/>
        <a:lstStyle/>
        <a:p>
          <a:r>
            <a:rPr lang="en-US" dirty="0">
              <a:solidFill>
                <a:schemeClr val="tx2"/>
              </a:solidFill>
            </a:rPr>
            <a:t>Some text here</a:t>
          </a:r>
        </a:p>
      </dgm:t>
    </dgm:pt>
    <dgm:pt modelId="{F64AD028-B58A-41F6-BB2D-03F9931AACBD}" type="parTrans" cxnId="{4A50867F-2C42-4264-94C5-1945C06111A7}">
      <dgm:prSet/>
      <dgm:spPr/>
      <dgm:t>
        <a:bodyPr/>
        <a:lstStyle/>
        <a:p>
          <a:endParaRPr lang="en-US"/>
        </a:p>
      </dgm:t>
    </dgm:pt>
    <dgm:pt modelId="{DFD94D88-BD45-4FE8-AC08-100FD77DCF45}" type="sibTrans" cxnId="{4A50867F-2C42-4264-94C5-1945C06111A7}">
      <dgm:prSet/>
      <dgm:spPr/>
      <dgm:t>
        <a:bodyPr/>
        <a:lstStyle/>
        <a:p>
          <a:endParaRPr lang="en-US"/>
        </a:p>
      </dgm:t>
    </dgm:pt>
    <dgm:pt modelId="{0E6818C8-5611-47C8-8ADF-2DC98ACFB2E9}" type="pres">
      <dgm:prSet presAssocID="{B9C32B05-62EA-407A-B21C-2310C7945705}" presName="mainComposite" presStyleCnt="0">
        <dgm:presLayoutVars>
          <dgm:chPref val="1"/>
          <dgm:dir/>
          <dgm:animOne val="branch"/>
          <dgm:animLvl val="lvl"/>
          <dgm:resizeHandles val="exact"/>
        </dgm:presLayoutVars>
      </dgm:prSet>
      <dgm:spPr/>
    </dgm:pt>
    <dgm:pt modelId="{899BE1DD-953F-4753-9019-79DACD55CE2E}" type="pres">
      <dgm:prSet presAssocID="{B9C32B05-62EA-407A-B21C-2310C7945705}" presName="hierFlow" presStyleCnt="0"/>
      <dgm:spPr/>
    </dgm:pt>
    <dgm:pt modelId="{77763E49-D633-443C-9FB9-82BF9039B8A8}" type="pres">
      <dgm:prSet presAssocID="{B9C32B05-62EA-407A-B21C-2310C7945705}" presName="firstBuf" presStyleCnt="0"/>
      <dgm:spPr/>
    </dgm:pt>
    <dgm:pt modelId="{9EDC43AD-3108-454A-B21E-795E43E8C85E}" type="pres">
      <dgm:prSet presAssocID="{B9C32B05-62EA-407A-B21C-2310C7945705}" presName="hierChild1" presStyleCnt="0">
        <dgm:presLayoutVars>
          <dgm:chPref val="1"/>
          <dgm:animOne val="branch"/>
          <dgm:animLvl val="lvl"/>
        </dgm:presLayoutVars>
      </dgm:prSet>
      <dgm:spPr/>
    </dgm:pt>
    <dgm:pt modelId="{654CF051-76D6-4DBE-8E88-DE5635CD9EF6}" type="pres">
      <dgm:prSet presAssocID="{42D71409-67F9-455C-8C6D-716D284AAA6B}" presName="Name17" presStyleCnt="0"/>
      <dgm:spPr/>
    </dgm:pt>
    <dgm:pt modelId="{7B20B280-43B1-4E75-8B07-C5AB6286CEEB}" type="pres">
      <dgm:prSet presAssocID="{42D71409-67F9-455C-8C6D-716D284AAA6B}" presName="level1Shape" presStyleLbl="node0" presStyleIdx="0" presStyleCnt="1">
        <dgm:presLayoutVars>
          <dgm:chPref val="3"/>
        </dgm:presLayoutVars>
      </dgm:prSet>
      <dgm:spPr/>
    </dgm:pt>
    <dgm:pt modelId="{66C55524-C695-4E99-81D6-A1095BF6FC85}" type="pres">
      <dgm:prSet presAssocID="{42D71409-67F9-455C-8C6D-716D284AAA6B}" presName="hierChild2" presStyleCnt="0"/>
      <dgm:spPr/>
    </dgm:pt>
    <dgm:pt modelId="{86AA7929-072D-4107-8F6B-93EF8A599168}" type="pres">
      <dgm:prSet presAssocID="{86F62D86-AE54-49D6-9912-96C47F425C75}" presName="Name25" presStyleLbl="parChTrans1D2" presStyleIdx="0" presStyleCnt="3"/>
      <dgm:spPr/>
    </dgm:pt>
    <dgm:pt modelId="{9E10C9D9-A233-453F-8BBE-A019C791C1F8}" type="pres">
      <dgm:prSet presAssocID="{86F62D86-AE54-49D6-9912-96C47F425C75}" presName="connTx" presStyleLbl="parChTrans1D2" presStyleIdx="0" presStyleCnt="3"/>
      <dgm:spPr/>
    </dgm:pt>
    <dgm:pt modelId="{7E004E40-DF89-4BF6-B83E-ACA2A907C4C8}" type="pres">
      <dgm:prSet presAssocID="{14B6231C-BD14-47A6-9E97-53ADA335E472}" presName="Name30" presStyleCnt="0"/>
      <dgm:spPr/>
    </dgm:pt>
    <dgm:pt modelId="{8F19EEC1-ECC0-42BA-8950-6D2892B1392A}" type="pres">
      <dgm:prSet presAssocID="{14B6231C-BD14-47A6-9E97-53ADA335E472}" presName="level2Shape" presStyleLbl="node2" presStyleIdx="0" presStyleCnt="3"/>
      <dgm:spPr/>
    </dgm:pt>
    <dgm:pt modelId="{7395D5B5-53BA-4F77-BAB9-50AAEC309E0E}" type="pres">
      <dgm:prSet presAssocID="{14B6231C-BD14-47A6-9E97-53ADA335E472}" presName="hierChild3" presStyleCnt="0"/>
      <dgm:spPr/>
    </dgm:pt>
    <dgm:pt modelId="{0ED10829-D680-4173-B373-A8F4D2D9566E}" type="pres">
      <dgm:prSet presAssocID="{49BF2094-B572-4193-909A-AF182BA8DBB4}" presName="Name25" presStyleLbl="parChTrans1D2" presStyleIdx="1" presStyleCnt="3"/>
      <dgm:spPr/>
    </dgm:pt>
    <dgm:pt modelId="{6D4358A7-A199-4C19-9414-64409EBDC2ED}" type="pres">
      <dgm:prSet presAssocID="{49BF2094-B572-4193-909A-AF182BA8DBB4}" presName="connTx" presStyleLbl="parChTrans1D2" presStyleIdx="1" presStyleCnt="3"/>
      <dgm:spPr/>
    </dgm:pt>
    <dgm:pt modelId="{8EE6DCE7-47A8-4867-9ABC-2DE3AF3C781D}" type="pres">
      <dgm:prSet presAssocID="{A326D9F8-13F0-4A4D-83E0-BD184F66C880}" presName="Name30" presStyleCnt="0"/>
      <dgm:spPr/>
    </dgm:pt>
    <dgm:pt modelId="{1A5D0885-231F-4C94-B6F6-ED86D67A435B}" type="pres">
      <dgm:prSet presAssocID="{A326D9F8-13F0-4A4D-83E0-BD184F66C880}" presName="level2Shape" presStyleLbl="node2" presStyleIdx="1" presStyleCnt="3"/>
      <dgm:spPr/>
    </dgm:pt>
    <dgm:pt modelId="{C8F7223D-37A8-4C51-9320-B7C0FD641742}" type="pres">
      <dgm:prSet presAssocID="{A326D9F8-13F0-4A4D-83E0-BD184F66C880}" presName="hierChild3" presStyleCnt="0"/>
      <dgm:spPr/>
    </dgm:pt>
    <dgm:pt modelId="{BAC6F7D5-2148-4452-900C-C8332C613A1E}" type="pres">
      <dgm:prSet presAssocID="{755DEF00-30EE-4D8D-A75C-3D6BBF40F27E}" presName="Name25" presStyleLbl="parChTrans1D3" presStyleIdx="0" presStyleCnt="2"/>
      <dgm:spPr/>
    </dgm:pt>
    <dgm:pt modelId="{0EF381E4-FFD0-494C-8619-FA1BCA3D5E6D}" type="pres">
      <dgm:prSet presAssocID="{755DEF00-30EE-4D8D-A75C-3D6BBF40F27E}" presName="connTx" presStyleLbl="parChTrans1D3" presStyleIdx="0" presStyleCnt="2"/>
      <dgm:spPr/>
    </dgm:pt>
    <dgm:pt modelId="{1C1DFA60-14DB-44D1-B4D1-80A6E7C4BC18}" type="pres">
      <dgm:prSet presAssocID="{F6A82A35-0B6D-4FD2-AC48-D5F44AA0E599}" presName="Name30" presStyleCnt="0"/>
      <dgm:spPr/>
    </dgm:pt>
    <dgm:pt modelId="{0C6F464B-6155-4104-8D4E-181196273457}" type="pres">
      <dgm:prSet presAssocID="{F6A82A35-0B6D-4FD2-AC48-D5F44AA0E599}" presName="level2Shape" presStyleLbl="node3" presStyleIdx="0" presStyleCnt="2"/>
      <dgm:spPr/>
    </dgm:pt>
    <dgm:pt modelId="{02A3462D-6A43-4A56-8405-313B4C4C8EB9}" type="pres">
      <dgm:prSet presAssocID="{F6A82A35-0B6D-4FD2-AC48-D5F44AA0E599}" presName="hierChild3" presStyleCnt="0"/>
      <dgm:spPr/>
    </dgm:pt>
    <dgm:pt modelId="{2DE2F607-5FB2-46EA-8427-29DF67050A81}" type="pres">
      <dgm:prSet presAssocID="{A97541AE-120A-4513-94E9-DCA2D571E130}" presName="Name25" presStyleLbl="parChTrans1D3" presStyleIdx="1" presStyleCnt="2"/>
      <dgm:spPr/>
    </dgm:pt>
    <dgm:pt modelId="{6C7836C2-4DAA-4F78-AC2D-C8FA30DD121A}" type="pres">
      <dgm:prSet presAssocID="{A97541AE-120A-4513-94E9-DCA2D571E130}" presName="connTx" presStyleLbl="parChTrans1D3" presStyleIdx="1" presStyleCnt="2"/>
      <dgm:spPr/>
    </dgm:pt>
    <dgm:pt modelId="{CC853618-AA9E-46EF-A8E3-05537AC78F2D}" type="pres">
      <dgm:prSet presAssocID="{E20AFB12-169F-4146-B884-0381049F1536}" presName="Name30" presStyleCnt="0"/>
      <dgm:spPr/>
    </dgm:pt>
    <dgm:pt modelId="{71395E70-969F-4B04-BF39-794D7093ED57}" type="pres">
      <dgm:prSet presAssocID="{E20AFB12-169F-4146-B884-0381049F1536}" presName="level2Shape" presStyleLbl="node3" presStyleIdx="1" presStyleCnt="2"/>
      <dgm:spPr/>
    </dgm:pt>
    <dgm:pt modelId="{02533C2F-BDC0-4866-BB18-98710185F251}" type="pres">
      <dgm:prSet presAssocID="{E20AFB12-169F-4146-B884-0381049F1536}" presName="hierChild3" presStyleCnt="0"/>
      <dgm:spPr/>
    </dgm:pt>
    <dgm:pt modelId="{F2C35A79-FA10-4F20-9926-8A928F31A041}" type="pres">
      <dgm:prSet presAssocID="{1EB099F2-CB75-47D3-83E3-34F8891EE68B}" presName="Name25" presStyleLbl="parChTrans1D4" presStyleIdx="0" presStyleCnt="1"/>
      <dgm:spPr/>
    </dgm:pt>
    <dgm:pt modelId="{41ACA1A8-DF32-46E0-843D-AFF3F3CE20EF}" type="pres">
      <dgm:prSet presAssocID="{1EB099F2-CB75-47D3-83E3-34F8891EE68B}" presName="connTx" presStyleLbl="parChTrans1D4" presStyleIdx="0" presStyleCnt="1"/>
      <dgm:spPr/>
    </dgm:pt>
    <dgm:pt modelId="{8105E6DD-BA52-49BA-82D1-DA7247061C11}" type="pres">
      <dgm:prSet presAssocID="{863C8968-11C1-4D51-A6E7-CB29F967213E}" presName="Name30" presStyleCnt="0"/>
      <dgm:spPr/>
    </dgm:pt>
    <dgm:pt modelId="{2189380D-BC84-4E57-B24B-760D9B2E501F}" type="pres">
      <dgm:prSet presAssocID="{863C8968-11C1-4D51-A6E7-CB29F967213E}" presName="level2Shape" presStyleLbl="node4" presStyleIdx="0" presStyleCnt="1"/>
      <dgm:spPr/>
    </dgm:pt>
    <dgm:pt modelId="{2916795D-74E5-427F-875A-5C44D547A8A7}" type="pres">
      <dgm:prSet presAssocID="{863C8968-11C1-4D51-A6E7-CB29F967213E}" presName="hierChild3" presStyleCnt="0"/>
      <dgm:spPr/>
    </dgm:pt>
    <dgm:pt modelId="{FA5EE816-EEEA-4698-AF20-485FEB285916}" type="pres">
      <dgm:prSet presAssocID="{CD3BCE52-8E18-4654-9AD9-6C4CE990CD60}" presName="Name25" presStyleLbl="parChTrans1D2" presStyleIdx="2" presStyleCnt="3"/>
      <dgm:spPr/>
    </dgm:pt>
    <dgm:pt modelId="{43AEB1F8-B857-4BC2-A2FE-A724FC89C7A6}" type="pres">
      <dgm:prSet presAssocID="{CD3BCE52-8E18-4654-9AD9-6C4CE990CD60}" presName="connTx" presStyleLbl="parChTrans1D2" presStyleIdx="2" presStyleCnt="3"/>
      <dgm:spPr/>
    </dgm:pt>
    <dgm:pt modelId="{7181D9CB-3CC1-46ED-A605-4D91D8AFA0DC}" type="pres">
      <dgm:prSet presAssocID="{7A7AA741-378F-4420-A8B1-DB82303A71DD}" presName="Name30" presStyleCnt="0"/>
      <dgm:spPr/>
    </dgm:pt>
    <dgm:pt modelId="{4AAB4BE5-BC8F-47BA-B05A-C1BC4CD7AAD6}" type="pres">
      <dgm:prSet presAssocID="{7A7AA741-378F-4420-A8B1-DB82303A71DD}" presName="level2Shape" presStyleLbl="node2" presStyleIdx="2" presStyleCnt="3"/>
      <dgm:spPr/>
    </dgm:pt>
    <dgm:pt modelId="{2DF9DF48-80A8-4B19-9999-19FD24E048FF}" type="pres">
      <dgm:prSet presAssocID="{7A7AA741-378F-4420-A8B1-DB82303A71DD}" presName="hierChild3" presStyleCnt="0"/>
      <dgm:spPr/>
    </dgm:pt>
    <dgm:pt modelId="{D971A49B-86D4-4B4E-809D-EAB7CE26C11E}" type="pres">
      <dgm:prSet presAssocID="{B9C32B05-62EA-407A-B21C-2310C7945705}" presName="bgShapesFlow" presStyleCnt="0"/>
      <dgm:spPr/>
    </dgm:pt>
    <dgm:pt modelId="{710D09EA-C7D2-49EA-BD0E-29DD4A5B210A}" type="pres">
      <dgm:prSet presAssocID="{2BAF3862-4F51-4B32-9169-0FDBBC2049C7}" presName="rectComp" presStyleCnt="0"/>
      <dgm:spPr/>
    </dgm:pt>
    <dgm:pt modelId="{881B1949-2240-4B85-A51F-1EE713B3AF2A}" type="pres">
      <dgm:prSet presAssocID="{2BAF3862-4F51-4B32-9169-0FDBBC2049C7}" presName="bgRect" presStyleLbl="bgShp" presStyleIdx="0" presStyleCnt="2"/>
      <dgm:spPr/>
    </dgm:pt>
    <dgm:pt modelId="{6C5C851A-62B4-4999-B1F8-A22A32A44BCF}" type="pres">
      <dgm:prSet presAssocID="{2BAF3862-4F51-4B32-9169-0FDBBC2049C7}" presName="bgRectTx" presStyleLbl="bgShp" presStyleIdx="0" presStyleCnt="2">
        <dgm:presLayoutVars>
          <dgm:bulletEnabled val="1"/>
        </dgm:presLayoutVars>
      </dgm:prSet>
      <dgm:spPr/>
    </dgm:pt>
    <dgm:pt modelId="{CE236765-4F18-4F02-93F7-34889E82A55F}" type="pres">
      <dgm:prSet presAssocID="{2BAF3862-4F51-4B32-9169-0FDBBC2049C7}" presName="spComp" presStyleCnt="0"/>
      <dgm:spPr/>
    </dgm:pt>
    <dgm:pt modelId="{F4161024-04BA-4437-BA75-DF3B6687039D}" type="pres">
      <dgm:prSet presAssocID="{2BAF3862-4F51-4B32-9169-0FDBBC2049C7}" presName="hSp" presStyleCnt="0"/>
      <dgm:spPr/>
    </dgm:pt>
    <dgm:pt modelId="{9F218959-A781-4784-84CF-300CF057ABEB}" type="pres">
      <dgm:prSet presAssocID="{450CA39E-D48A-4492-AAD3-90C3416232A1}" presName="rectComp" presStyleCnt="0"/>
      <dgm:spPr/>
    </dgm:pt>
    <dgm:pt modelId="{8CCDF153-7F83-4E2A-8305-867469493540}" type="pres">
      <dgm:prSet presAssocID="{450CA39E-D48A-4492-AAD3-90C3416232A1}" presName="bgRect" presStyleLbl="bgShp" presStyleIdx="1" presStyleCnt="2"/>
      <dgm:spPr/>
    </dgm:pt>
    <dgm:pt modelId="{E58412E7-D0A8-4C70-AECB-EEA4D790E431}" type="pres">
      <dgm:prSet presAssocID="{450CA39E-D48A-4492-AAD3-90C3416232A1}" presName="bgRectTx" presStyleLbl="bgShp" presStyleIdx="1" presStyleCnt="2">
        <dgm:presLayoutVars>
          <dgm:bulletEnabled val="1"/>
        </dgm:presLayoutVars>
      </dgm:prSet>
      <dgm:spPr/>
    </dgm:pt>
  </dgm:ptLst>
  <dgm:cxnLst>
    <dgm:cxn modelId="{C68C000D-5E55-4F04-BDA0-68582ED41E64}" type="presOf" srcId="{3615CDDF-E2B5-4BD1-9CC7-A11B1E6E74CD}" destId="{8CCDF153-7F83-4E2A-8305-867469493540}" srcOrd="0" destOrd="3" presId="urn:microsoft.com/office/officeart/2005/8/layout/hierarchy5"/>
    <dgm:cxn modelId="{812AE710-1091-4D7C-8E1C-D993FAE26037}" type="presOf" srcId="{458D001A-0DF6-402F-A384-754E959B5B0A}" destId="{8CCDF153-7F83-4E2A-8305-867469493540}" srcOrd="0" destOrd="1" presId="urn:microsoft.com/office/officeart/2005/8/layout/hierarchy5"/>
    <dgm:cxn modelId="{472DEA13-5986-41F3-9656-41BF1C0BD7AB}" type="presOf" srcId="{755DEF00-30EE-4D8D-A75C-3D6BBF40F27E}" destId="{BAC6F7D5-2148-4452-900C-C8332C613A1E}" srcOrd="0" destOrd="0" presId="urn:microsoft.com/office/officeart/2005/8/layout/hierarchy5"/>
    <dgm:cxn modelId="{D4EFCD1A-574B-4D53-8B42-68AF8AE160FC}" type="presOf" srcId="{755DEF00-30EE-4D8D-A75C-3D6BBF40F27E}" destId="{0EF381E4-FFD0-494C-8619-FA1BCA3D5E6D}" srcOrd="1" destOrd="0" presId="urn:microsoft.com/office/officeart/2005/8/layout/hierarchy5"/>
    <dgm:cxn modelId="{2AA9C11F-1F1D-428E-801A-47EAA766C99D}" srcId="{B9C32B05-62EA-407A-B21C-2310C7945705}" destId="{42D71409-67F9-455C-8C6D-716D284AAA6B}" srcOrd="0" destOrd="0" parTransId="{51680ED1-AF6E-4B28-AE94-92B0EFB0DF7D}" sibTransId="{478B7D3C-9FB4-4BC6-90AC-49960560DECD}"/>
    <dgm:cxn modelId="{38BC6C23-FFEB-440D-9A5E-3782AE94EB26}" type="presOf" srcId="{2BAF3862-4F51-4B32-9169-0FDBBC2049C7}" destId="{6C5C851A-62B4-4999-B1F8-A22A32A44BCF}" srcOrd="1" destOrd="0" presId="urn:microsoft.com/office/officeart/2005/8/layout/hierarchy5"/>
    <dgm:cxn modelId="{F570A524-E9F1-4F0B-9A3B-84BEFB0A69DE}" srcId="{450CA39E-D48A-4492-AAD3-90C3416232A1}" destId="{458D001A-0DF6-402F-A384-754E959B5B0A}" srcOrd="0" destOrd="0" parTransId="{4CABD8C4-9735-4C4F-8719-3CF194DC23D4}" sibTransId="{5F22B196-E290-438C-9F1C-0D39D24F417F}"/>
    <dgm:cxn modelId="{CC0D9F2E-365E-4549-8E86-DB402DC4A448}" type="presOf" srcId="{14B6231C-BD14-47A6-9E97-53ADA335E472}" destId="{8F19EEC1-ECC0-42BA-8950-6D2892B1392A}" srcOrd="0" destOrd="0" presId="urn:microsoft.com/office/officeart/2005/8/layout/hierarchy5"/>
    <dgm:cxn modelId="{F88FFC2E-693D-4880-9F84-70891A62762B}" type="presOf" srcId="{3615CDDF-E2B5-4BD1-9CC7-A11B1E6E74CD}" destId="{E58412E7-D0A8-4C70-AECB-EEA4D790E431}" srcOrd="1" destOrd="3" presId="urn:microsoft.com/office/officeart/2005/8/layout/hierarchy5"/>
    <dgm:cxn modelId="{6F025B3B-F086-4A73-AACD-584C44023790}" type="presOf" srcId="{CD3BCE52-8E18-4654-9AD9-6C4CE990CD60}" destId="{43AEB1F8-B857-4BC2-A2FE-A724FC89C7A6}" srcOrd="1" destOrd="0" presId="urn:microsoft.com/office/officeart/2005/8/layout/hierarchy5"/>
    <dgm:cxn modelId="{89146B3B-4DA7-4657-8975-1262BB661D9B}" srcId="{B9C32B05-62EA-407A-B21C-2310C7945705}" destId="{450CA39E-D48A-4492-AAD3-90C3416232A1}" srcOrd="2" destOrd="0" parTransId="{5239D987-0248-4EC8-83BA-5CF6C9C524D8}" sibTransId="{2B48B0A5-E360-4117-913E-0B6290860F86}"/>
    <dgm:cxn modelId="{F182613F-E05F-45AC-84A8-C184C3118EDE}" type="presOf" srcId="{86F62D86-AE54-49D6-9912-96C47F425C75}" destId="{86AA7929-072D-4107-8F6B-93EF8A599168}" srcOrd="0" destOrd="0" presId="urn:microsoft.com/office/officeart/2005/8/layout/hierarchy5"/>
    <dgm:cxn modelId="{EEC1BE5D-A3F5-4395-AF76-F29366398595}" srcId="{2BAF3862-4F51-4B32-9169-0FDBBC2049C7}" destId="{65C39F5E-9D75-4363-9BC0-0D07AC24DE62}" srcOrd="1" destOrd="0" parTransId="{42A14096-5DAA-459C-868C-48426E43FD08}" sibTransId="{7A1C9477-556C-4234-B81B-A3E3F72711C8}"/>
    <dgm:cxn modelId="{DA96F345-2CA0-48C1-A593-FF97F3CE5B67}" type="presOf" srcId="{F6A82A35-0B6D-4FD2-AC48-D5F44AA0E599}" destId="{0C6F464B-6155-4104-8D4E-181196273457}" srcOrd="0" destOrd="0" presId="urn:microsoft.com/office/officeart/2005/8/layout/hierarchy5"/>
    <dgm:cxn modelId="{CD67574A-0A5F-41AC-B814-E89B9BE32C68}" type="presOf" srcId="{B9C32B05-62EA-407A-B21C-2310C7945705}" destId="{0E6818C8-5611-47C8-8ADF-2DC98ACFB2E9}" srcOrd="0" destOrd="0" presId="urn:microsoft.com/office/officeart/2005/8/layout/hierarchy5"/>
    <dgm:cxn modelId="{100A084D-DA75-4766-9C88-F7589DE6DA8F}" srcId="{42D71409-67F9-455C-8C6D-716D284AAA6B}" destId="{14B6231C-BD14-47A6-9E97-53ADA335E472}" srcOrd="0" destOrd="0" parTransId="{86F62D86-AE54-49D6-9912-96C47F425C75}" sibTransId="{AD593045-1BED-4871-A2D6-891344801F85}"/>
    <dgm:cxn modelId="{86228B52-E87E-45C7-9043-0754075AB26A}" type="presOf" srcId="{458D001A-0DF6-402F-A384-754E959B5B0A}" destId="{E58412E7-D0A8-4C70-AECB-EEA4D790E431}" srcOrd="1" destOrd="1" presId="urn:microsoft.com/office/officeart/2005/8/layout/hierarchy5"/>
    <dgm:cxn modelId="{5ECAD952-ED36-4C2E-ABD9-30713C7BFF8E}" type="presOf" srcId="{65C39F5E-9D75-4363-9BC0-0D07AC24DE62}" destId="{881B1949-2240-4B85-A51F-1EE713B3AF2A}" srcOrd="0" destOrd="2" presId="urn:microsoft.com/office/officeart/2005/8/layout/hierarchy5"/>
    <dgm:cxn modelId="{0C7C7A54-B754-403F-B2CC-A1198EA70A4E}" type="presOf" srcId="{2BAF3862-4F51-4B32-9169-0FDBBC2049C7}" destId="{881B1949-2240-4B85-A51F-1EE713B3AF2A}" srcOrd="0" destOrd="0" presId="urn:microsoft.com/office/officeart/2005/8/layout/hierarchy5"/>
    <dgm:cxn modelId="{09090355-E2A0-4CEC-906C-EE481BF15693}" type="presOf" srcId="{1EB099F2-CB75-47D3-83E3-34F8891EE68B}" destId="{41ACA1A8-DF32-46E0-843D-AFF3F3CE20EF}" srcOrd="1" destOrd="0" presId="urn:microsoft.com/office/officeart/2005/8/layout/hierarchy5"/>
    <dgm:cxn modelId="{65449D56-7791-409A-966D-7F905441CFDF}" type="presOf" srcId="{E20AFB12-169F-4146-B884-0381049F1536}" destId="{71395E70-969F-4B04-BF39-794D7093ED57}" srcOrd="0" destOrd="0" presId="urn:microsoft.com/office/officeart/2005/8/layout/hierarchy5"/>
    <dgm:cxn modelId="{ACC2A356-EE4D-40E6-A8A6-AF3B80E1793F}" srcId="{B9C32B05-62EA-407A-B21C-2310C7945705}" destId="{2BAF3862-4F51-4B32-9169-0FDBBC2049C7}" srcOrd="1" destOrd="0" parTransId="{36D1064C-1FCD-450E-8FF2-57D2FE8242D0}" sibTransId="{ECD4FEE5-B941-4BBE-A194-2019FA580B77}"/>
    <dgm:cxn modelId="{4A50867F-2C42-4264-94C5-1945C06111A7}" srcId="{450CA39E-D48A-4492-AAD3-90C3416232A1}" destId="{3615CDDF-E2B5-4BD1-9CC7-A11B1E6E74CD}" srcOrd="2" destOrd="0" parTransId="{F64AD028-B58A-41F6-BB2D-03F9931AACBD}" sibTransId="{DFD94D88-BD45-4FE8-AC08-100FD77DCF45}"/>
    <dgm:cxn modelId="{ADA14481-C6B4-4175-9770-EAC58F6C20E9}" type="presOf" srcId="{65C39F5E-9D75-4363-9BC0-0D07AC24DE62}" destId="{6C5C851A-62B4-4999-B1F8-A22A32A44BCF}" srcOrd="1" destOrd="2" presId="urn:microsoft.com/office/officeart/2005/8/layout/hierarchy5"/>
    <dgm:cxn modelId="{19C42284-B3AC-47E7-8C46-82BE50040C88}" type="presOf" srcId="{A97541AE-120A-4513-94E9-DCA2D571E130}" destId="{2DE2F607-5FB2-46EA-8427-29DF67050A81}" srcOrd="0" destOrd="0" presId="urn:microsoft.com/office/officeart/2005/8/layout/hierarchy5"/>
    <dgm:cxn modelId="{56233D85-678C-424A-B577-E32DDAD63B94}" type="presOf" srcId="{CD3BCE52-8E18-4654-9AD9-6C4CE990CD60}" destId="{FA5EE816-EEEA-4698-AF20-485FEB285916}" srcOrd="0" destOrd="0" presId="urn:microsoft.com/office/officeart/2005/8/layout/hierarchy5"/>
    <dgm:cxn modelId="{614C2C86-97FB-498F-82AB-9E0CA75E5549}" srcId="{E20AFB12-169F-4146-B884-0381049F1536}" destId="{863C8968-11C1-4D51-A6E7-CB29F967213E}" srcOrd="0" destOrd="0" parTransId="{1EB099F2-CB75-47D3-83E3-34F8891EE68B}" sibTransId="{A6FB4E38-14E2-49A8-BE94-0215DF1907CB}"/>
    <dgm:cxn modelId="{F6A69F87-85B3-49F6-BFDA-31D250FDA6CB}" srcId="{42D71409-67F9-455C-8C6D-716D284AAA6B}" destId="{A326D9F8-13F0-4A4D-83E0-BD184F66C880}" srcOrd="1" destOrd="0" parTransId="{49BF2094-B572-4193-909A-AF182BA8DBB4}" sibTransId="{853D4BC2-E6E4-4E8F-AEE5-3406CC130883}"/>
    <dgm:cxn modelId="{24508D93-2C87-499A-8B4D-A2FD9C5AE422}" type="presOf" srcId="{450CA39E-D48A-4492-AAD3-90C3416232A1}" destId="{8CCDF153-7F83-4E2A-8305-867469493540}" srcOrd="0" destOrd="0" presId="urn:microsoft.com/office/officeart/2005/8/layout/hierarchy5"/>
    <dgm:cxn modelId="{B68AA696-97F7-4BE2-BDF0-3179D1114B08}" srcId="{450CA39E-D48A-4492-AAD3-90C3416232A1}" destId="{E271D197-9910-4CF2-A824-62AABC68A30B}" srcOrd="1" destOrd="0" parTransId="{9ABA71AE-8D36-4C63-9711-180D5631D243}" sibTransId="{EA2DE7F7-A263-4DAB-89E5-76A03663D32E}"/>
    <dgm:cxn modelId="{D39C51A3-143D-4A0E-B0FB-6828431E2D6E}" srcId="{2BAF3862-4F51-4B32-9169-0FDBBC2049C7}" destId="{C7DABB63-63DA-4670-A185-CA9CFB37D23E}" srcOrd="0" destOrd="0" parTransId="{7F597A84-DBB3-414C-A9AC-E3CBF0E721AD}" sibTransId="{2038276B-1F25-4823-9E9E-343E5DF7CB79}"/>
    <dgm:cxn modelId="{7A5F3DA4-0AC6-4D60-B05E-F0A8FE9F0D57}" type="presOf" srcId="{1EB099F2-CB75-47D3-83E3-34F8891EE68B}" destId="{F2C35A79-FA10-4F20-9926-8A928F31A041}" srcOrd="0" destOrd="0" presId="urn:microsoft.com/office/officeart/2005/8/layout/hierarchy5"/>
    <dgm:cxn modelId="{B0E9E2A5-2C6B-496E-94E7-2CD53B88F5C7}" type="presOf" srcId="{450CA39E-D48A-4492-AAD3-90C3416232A1}" destId="{E58412E7-D0A8-4C70-AECB-EEA4D790E431}" srcOrd="1" destOrd="0" presId="urn:microsoft.com/office/officeart/2005/8/layout/hierarchy5"/>
    <dgm:cxn modelId="{D21BE5AA-6F45-4626-B16E-AE344F8CA857}" srcId="{A326D9F8-13F0-4A4D-83E0-BD184F66C880}" destId="{E20AFB12-169F-4146-B884-0381049F1536}" srcOrd="1" destOrd="0" parTransId="{A97541AE-120A-4513-94E9-DCA2D571E130}" sibTransId="{0A504F1D-2CDD-4066-B9A2-945D04A4A100}"/>
    <dgm:cxn modelId="{5445F8AE-2292-4DE8-BCD9-121EA7A9A2D8}" type="presOf" srcId="{7A7AA741-378F-4420-A8B1-DB82303A71DD}" destId="{4AAB4BE5-BC8F-47BA-B05A-C1BC4CD7AAD6}" srcOrd="0" destOrd="0" presId="urn:microsoft.com/office/officeart/2005/8/layout/hierarchy5"/>
    <dgm:cxn modelId="{15A5F7AF-9DBF-4B21-BBF5-A837CD7CA87F}" srcId="{42D71409-67F9-455C-8C6D-716D284AAA6B}" destId="{7A7AA741-378F-4420-A8B1-DB82303A71DD}" srcOrd="2" destOrd="0" parTransId="{CD3BCE52-8E18-4654-9AD9-6C4CE990CD60}" sibTransId="{99199D9E-E211-4DA3-B49F-F2476217CF10}"/>
    <dgm:cxn modelId="{3E8894B8-3E67-4979-AE46-B5D30D0548E8}" type="presOf" srcId="{C7DABB63-63DA-4670-A185-CA9CFB37D23E}" destId="{881B1949-2240-4B85-A51F-1EE713B3AF2A}" srcOrd="0" destOrd="1" presId="urn:microsoft.com/office/officeart/2005/8/layout/hierarchy5"/>
    <dgm:cxn modelId="{1EFD73C0-E912-45B0-A23D-1C790C69C49D}" type="presOf" srcId="{E271D197-9910-4CF2-A824-62AABC68A30B}" destId="{E58412E7-D0A8-4C70-AECB-EEA4D790E431}" srcOrd="1" destOrd="2" presId="urn:microsoft.com/office/officeart/2005/8/layout/hierarchy5"/>
    <dgm:cxn modelId="{8A18D9C1-A3BF-465A-B779-54BA20F4B173}" type="presOf" srcId="{C7DABB63-63DA-4670-A185-CA9CFB37D23E}" destId="{6C5C851A-62B4-4999-B1F8-A22A32A44BCF}" srcOrd="1" destOrd="1" presId="urn:microsoft.com/office/officeart/2005/8/layout/hierarchy5"/>
    <dgm:cxn modelId="{0DACDFC5-2530-4048-A77E-5D953CEA404E}" srcId="{A326D9F8-13F0-4A4D-83E0-BD184F66C880}" destId="{F6A82A35-0B6D-4FD2-AC48-D5F44AA0E599}" srcOrd="0" destOrd="0" parTransId="{755DEF00-30EE-4D8D-A75C-3D6BBF40F27E}" sibTransId="{41E56B1A-C092-4A33-B6EF-E5A1C03A1FEF}"/>
    <dgm:cxn modelId="{E28700C7-1386-4405-B441-929CD887885D}" type="presOf" srcId="{863C8968-11C1-4D51-A6E7-CB29F967213E}" destId="{2189380D-BC84-4E57-B24B-760D9B2E501F}" srcOrd="0" destOrd="0" presId="urn:microsoft.com/office/officeart/2005/8/layout/hierarchy5"/>
    <dgm:cxn modelId="{F9CBD7CE-662F-4F0A-962F-843C7996D503}" type="presOf" srcId="{E271D197-9910-4CF2-A824-62AABC68A30B}" destId="{8CCDF153-7F83-4E2A-8305-867469493540}" srcOrd="0" destOrd="2" presId="urn:microsoft.com/office/officeart/2005/8/layout/hierarchy5"/>
    <dgm:cxn modelId="{DE5287DB-334A-407E-89BA-9E6991DD1783}" type="presOf" srcId="{A97541AE-120A-4513-94E9-DCA2D571E130}" destId="{6C7836C2-4DAA-4F78-AC2D-C8FA30DD121A}" srcOrd="1" destOrd="0" presId="urn:microsoft.com/office/officeart/2005/8/layout/hierarchy5"/>
    <dgm:cxn modelId="{DA1097E3-4811-4A51-A603-A3B5F3321691}" type="presOf" srcId="{49BF2094-B572-4193-909A-AF182BA8DBB4}" destId="{6D4358A7-A199-4C19-9414-64409EBDC2ED}" srcOrd="1" destOrd="0" presId="urn:microsoft.com/office/officeart/2005/8/layout/hierarchy5"/>
    <dgm:cxn modelId="{DAB026EC-15F3-401F-A0D7-2ADCE22BF0F0}" type="presOf" srcId="{42D71409-67F9-455C-8C6D-716D284AAA6B}" destId="{7B20B280-43B1-4E75-8B07-C5AB6286CEEB}" srcOrd="0" destOrd="0" presId="urn:microsoft.com/office/officeart/2005/8/layout/hierarchy5"/>
    <dgm:cxn modelId="{BB946EF8-CDC0-44AC-9077-5F863F2DCF97}" type="presOf" srcId="{86F62D86-AE54-49D6-9912-96C47F425C75}" destId="{9E10C9D9-A233-453F-8BBE-A019C791C1F8}" srcOrd="1" destOrd="0" presId="urn:microsoft.com/office/officeart/2005/8/layout/hierarchy5"/>
    <dgm:cxn modelId="{1DA0DDFC-0E9A-43CA-8E98-5C343A35DD94}" type="presOf" srcId="{A326D9F8-13F0-4A4D-83E0-BD184F66C880}" destId="{1A5D0885-231F-4C94-B6F6-ED86D67A435B}" srcOrd="0" destOrd="0" presId="urn:microsoft.com/office/officeart/2005/8/layout/hierarchy5"/>
    <dgm:cxn modelId="{D0443BFD-422E-4899-8D07-96B00C1D432C}" type="presOf" srcId="{49BF2094-B572-4193-909A-AF182BA8DBB4}" destId="{0ED10829-D680-4173-B373-A8F4D2D9566E}" srcOrd="0" destOrd="0" presId="urn:microsoft.com/office/officeart/2005/8/layout/hierarchy5"/>
    <dgm:cxn modelId="{72ACDD6A-FDA5-4680-85AD-F65097FE1C32}" type="presParOf" srcId="{0E6818C8-5611-47C8-8ADF-2DC98ACFB2E9}" destId="{899BE1DD-953F-4753-9019-79DACD55CE2E}" srcOrd="0" destOrd="0" presId="urn:microsoft.com/office/officeart/2005/8/layout/hierarchy5"/>
    <dgm:cxn modelId="{9E63BDE8-1119-40A3-8837-3D466354DB0E}" type="presParOf" srcId="{899BE1DD-953F-4753-9019-79DACD55CE2E}" destId="{77763E49-D633-443C-9FB9-82BF9039B8A8}" srcOrd="0" destOrd="0" presId="urn:microsoft.com/office/officeart/2005/8/layout/hierarchy5"/>
    <dgm:cxn modelId="{B6042F21-9686-4AD0-9E6E-34A9C91C7818}" type="presParOf" srcId="{899BE1DD-953F-4753-9019-79DACD55CE2E}" destId="{9EDC43AD-3108-454A-B21E-795E43E8C85E}" srcOrd="1" destOrd="0" presId="urn:microsoft.com/office/officeart/2005/8/layout/hierarchy5"/>
    <dgm:cxn modelId="{D3EAA8F6-EA4E-40FF-9496-7BA2B837574F}" type="presParOf" srcId="{9EDC43AD-3108-454A-B21E-795E43E8C85E}" destId="{654CF051-76D6-4DBE-8E88-DE5635CD9EF6}" srcOrd="0" destOrd="0" presId="urn:microsoft.com/office/officeart/2005/8/layout/hierarchy5"/>
    <dgm:cxn modelId="{8866235E-854D-418A-B406-340BB997CAC9}" type="presParOf" srcId="{654CF051-76D6-4DBE-8E88-DE5635CD9EF6}" destId="{7B20B280-43B1-4E75-8B07-C5AB6286CEEB}" srcOrd="0" destOrd="0" presId="urn:microsoft.com/office/officeart/2005/8/layout/hierarchy5"/>
    <dgm:cxn modelId="{360D50CA-04DB-44DB-B441-9F29315F48B5}" type="presParOf" srcId="{654CF051-76D6-4DBE-8E88-DE5635CD9EF6}" destId="{66C55524-C695-4E99-81D6-A1095BF6FC85}" srcOrd="1" destOrd="0" presId="urn:microsoft.com/office/officeart/2005/8/layout/hierarchy5"/>
    <dgm:cxn modelId="{1D61228B-6467-451D-BE84-25617D760732}" type="presParOf" srcId="{66C55524-C695-4E99-81D6-A1095BF6FC85}" destId="{86AA7929-072D-4107-8F6B-93EF8A599168}" srcOrd="0" destOrd="0" presId="urn:microsoft.com/office/officeart/2005/8/layout/hierarchy5"/>
    <dgm:cxn modelId="{4E73C4D2-E375-4C1A-8571-0EB1CD2419FA}" type="presParOf" srcId="{86AA7929-072D-4107-8F6B-93EF8A599168}" destId="{9E10C9D9-A233-453F-8BBE-A019C791C1F8}" srcOrd="0" destOrd="0" presId="urn:microsoft.com/office/officeart/2005/8/layout/hierarchy5"/>
    <dgm:cxn modelId="{F0DB8EF8-94F1-4C6F-98BC-7F68D59C183C}" type="presParOf" srcId="{66C55524-C695-4E99-81D6-A1095BF6FC85}" destId="{7E004E40-DF89-4BF6-B83E-ACA2A907C4C8}" srcOrd="1" destOrd="0" presId="urn:microsoft.com/office/officeart/2005/8/layout/hierarchy5"/>
    <dgm:cxn modelId="{31EF1913-C040-4E96-801C-5BF6D85A5B76}" type="presParOf" srcId="{7E004E40-DF89-4BF6-B83E-ACA2A907C4C8}" destId="{8F19EEC1-ECC0-42BA-8950-6D2892B1392A}" srcOrd="0" destOrd="0" presId="urn:microsoft.com/office/officeart/2005/8/layout/hierarchy5"/>
    <dgm:cxn modelId="{A011FAE3-2135-427A-867B-DD253FAFEEAC}" type="presParOf" srcId="{7E004E40-DF89-4BF6-B83E-ACA2A907C4C8}" destId="{7395D5B5-53BA-4F77-BAB9-50AAEC309E0E}" srcOrd="1" destOrd="0" presId="urn:microsoft.com/office/officeart/2005/8/layout/hierarchy5"/>
    <dgm:cxn modelId="{5278FB7E-AD2E-4ACB-8BE7-366566C080C4}" type="presParOf" srcId="{66C55524-C695-4E99-81D6-A1095BF6FC85}" destId="{0ED10829-D680-4173-B373-A8F4D2D9566E}" srcOrd="2" destOrd="0" presId="urn:microsoft.com/office/officeart/2005/8/layout/hierarchy5"/>
    <dgm:cxn modelId="{365A3766-73A4-45D8-9F02-7FA0359C2190}" type="presParOf" srcId="{0ED10829-D680-4173-B373-A8F4D2D9566E}" destId="{6D4358A7-A199-4C19-9414-64409EBDC2ED}" srcOrd="0" destOrd="0" presId="urn:microsoft.com/office/officeart/2005/8/layout/hierarchy5"/>
    <dgm:cxn modelId="{B40901A0-9A4B-487B-9167-E2E303C5DAF4}" type="presParOf" srcId="{66C55524-C695-4E99-81D6-A1095BF6FC85}" destId="{8EE6DCE7-47A8-4867-9ABC-2DE3AF3C781D}" srcOrd="3" destOrd="0" presId="urn:microsoft.com/office/officeart/2005/8/layout/hierarchy5"/>
    <dgm:cxn modelId="{6DA7EC89-1AC1-4B71-9467-B332F5B1EE87}" type="presParOf" srcId="{8EE6DCE7-47A8-4867-9ABC-2DE3AF3C781D}" destId="{1A5D0885-231F-4C94-B6F6-ED86D67A435B}" srcOrd="0" destOrd="0" presId="urn:microsoft.com/office/officeart/2005/8/layout/hierarchy5"/>
    <dgm:cxn modelId="{D87B8240-5932-4FC1-89A0-6AFD3A919A9B}" type="presParOf" srcId="{8EE6DCE7-47A8-4867-9ABC-2DE3AF3C781D}" destId="{C8F7223D-37A8-4C51-9320-B7C0FD641742}" srcOrd="1" destOrd="0" presId="urn:microsoft.com/office/officeart/2005/8/layout/hierarchy5"/>
    <dgm:cxn modelId="{746377A8-A4B8-4F96-8C3B-F020DEB39D37}" type="presParOf" srcId="{C8F7223D-37A8-4C51-9320-B7C0FD641742}" destId="{BAC6F7D5-2148-4452-900C-C8332C613A1E}" srcOrd="0" destOrd="0" presId="urn:microsoft.com/office/officeart/2005/8/layout/hierarchy5"/>
    <dgm:cxn modelId="{ABB18BC4-BD10-451B-B8FD-42B8797D8C44}" type="presParOf" srcId="{BAC6F7D5-2148-4452-900C-C8332C613A1E}" destId="{0EF381E4-FFD0-494C-8619-FA1BCA3D5E6D}" srcOrd="0" destOrd="0" presId="urn:microsoft.com/office/officeart/2005/8/layout/hierarchy5"/>
    <dgm:cxn modelId="{E24C4DE9-7873-46A6-BDEB-E158587190A4}" type="presParOf" srcId="{C8F7223D-37A8-4C51-9320-B7C0FD641742}" destId="{1C1DFA60-14DB-44D1-B4D1-80A6E7C4BC18}" srcOrd="1" destOrd="0" presId="urn:microsoft.com/office/officeart/2005/8/layout/hierarchy5"/>
    <dgm:cxn modelId="{77EAD6B9-BDD0-41CC-9100-36FAF080BB2F}" type="presParOf" srcId="{1C1DFA60-14DB-44D1-B4D1-80A6E7C4BC18}" destId="{0C6F464B-6155-4104-8D4E-181196273457}" srcOrd="0" destOrd="0" presId="urn:microsoft.com/office/officeart/2005/8/layout/hierarchy5"/>
    <dgm:cxn modelId="{1AA250E7-4DEC-4577-A643-AD874EF1C77D}" type="presParOf" srcId="{1C1DFA60-14DB-44D1-B4D1-80A6E7C4BC18}" destId="{02A3462D-6A43-4A56-8405-313B4C4C8EB9}" srcOrd="1" destOrd="0" presId="urn:microsoft.com/office/officeart/2005/8/layout/hierarchy5"/>
    <dgm:cxn modelId="{D4E45F6F-1A8D-4196-B8C9-FEBFD29239F7}" type="presParOf" srcId="{C8F7223D-37A8-4C51-9320-B7C0FD641742}" destId="{2DE2F607-5FB2-46EA-8427-29DF67050A81}" srcOrd="2" destOrd="0" presId="urn:microsoft.com/office/officeart/2005/8/layout/hierarchy5"/>
    <dgm:cxn modelId="{052E2FB4-677A-4FBF-AEBB-CBAC6F14E968}" type="presParOf" srcId="{2DE2F607-5FB2-46EA-8427-29DF67050A81}" destId="{6C7836C2-4DAA-4F78-AC2D-C8FA30DD121A}" srcOrd="0" destOrd="0" presId="urn:microsoft.com/office/officeart/2005/8/layout/hierarchy5"/>
    <dgm:cxn modelId="{573EE280-BAB9-4E61-8419-0594817F7E35}" type="presParOf" srcId="{C8F7223D-37A8-4C51-9320-B7C0FD641742}" destId="{CC853618-AA9E-46EF-A8E3-05537AC78F2D}" srcOrd="3" destOrd="0" presId="urn:microsoft.com/office/officeart/2005/8/layout/hierarchy5"/>
    <dgm:cxn modelId="{A39DAD16-CE32-4383-869A-5F9FB8437CF8}" type="presParOf" srcId="{CC853618-AA9E-46EF-A8E3-05537AC78F2D}" destId="{71395E70-969F-4B04-BF39-794D7093ED57}" srcOrd="0" destOrd="0" presId="urn:microsoft.com/office/officeart/2005/8/layout/hierarchy5"/>
    <dgm:cxn modelId="{59E6BA41-3654-4FF6-800D-639B598B5114}" type="presParOf" srcId="{CC853618-AA9E-46EF-A8E3-05537AC78F2D}" destId="{02533C2F-BDC0-4866-BB18-98710185F251}" srcOrd="1" destOrd="0" presId="urn:microsoft.com/office/officeart/2005/8/layout/hierarchy5"/>
    <dgm:cxn modelId="{728D0832-7E79-4888-9FED-CE81AC8CCD60}" type="presParOf" srcId="{02533C2F-BDC0-4866-BB18-98710185F251}" destId="{F2C35A79-FA10-4F20-9926-8A928F31A041}" srcOrd="0" destOrd="0" presId="urn:microsoft.com/office/officeart/2005/8/layout/hierarchy5"/>
    <dgm:cxn modelId="{61EB4EA2-5250-453C-BBBE-1F9F0CBF1A59}" type="presParOf" srcId="{F2C35A79-FA10-4F20-9926-8A928F31A041}" destId="{41ACA1A8-DF32-46E0-843D-AFF3F3CE20EF}" srcOrd="0" destOrd="0" presId="urn:microsoft.com/office/officeart/2005/8/layout/hierarchy5"/>
    <dgm:cxn modelId="{EB9FE667-E31C-4EE9-AD91-C66ADA46457E}" type="presParOf" srcId="{02533C2F-BDC0-4866-BB18-98710185F251}" destId="{8105E6DD-BA52-49BA-82D1-DA7247061C11}" srcOrd="1" destOrd="0" presId="urn:microsoft.com/office/officeart/2005/8/layout/hierarchy5"/>
    <dgm:cxn modelId="{80195C4B-F1C9-4D89-AB2C-321BA996E1B3}" type="presParOf" srcId="{8105E6DD-BA52-49BA-82D1-DA7247061C11}" destId="{2189380D-BC84-4E57-B24B-760D9B2E501F}" srcOrd="0" destOrd="0" presId="urn:microsoft.com/office/officeart/2005/8/layout/hierarchy5"/>
    <dgm:cxn modelId="{014D10B0-F35F-4469-9BA4-D4FA3C4A42FB}" type="presParOf" srcId="{8105E6DD-BA52-49BA-82D1-DA7247061C11}" destId="{2916795D-74E5-427F-875A-5C44D547A8A7}" srcOrd="1" destOrd="0" presId="urn:microsoft.com/office/officeart/2005/8/layout/hierarchy5"/>
    <dgm:cxn modelId="{A1EF6EB8-BF9D-4683-B2FC-3F9CFC586D7A}" type="presParOf" srcId="{66C55524-C695-4E99-81D6-A1095BF6FC85}" destId="{FA5EE816-EEEA-4698-AF20-485FEB285916}" srcOrd="4" destOrd="0" presId="urn:microsoft.com/office/officeart/2005/8/layout/hierarchy5"/>
    <dgm:cxn modelId="{60A1B4A9-49FE-4BFB-A1CB-1D067B1FCACF}" type="presParOf" srcId="{FA5EE816-EEEA-4698-AF20-485FEB285916}" destId="{43AEB1F8-B857-4BC2-A2FE-A724FC89C7A6}" srcOrd="0" destOrd="0" presId="urn:microsoft.com/office/officeart/2005/8/layout/hierarchy5"/>
    <dgm:cxn modelId="{2DBEFA83-007D-4259-87B2-AC3C56000902}" type="presParOf" srcId="{66C55524-C695-4E99-81D6-A1095BF6FC85}" destId="{7181D9CB-3CC1-46ED-A605-4D91D8AFA0DC}" srcOrd="5" destOrd="0" presId="urn:microsoft.com/office/officeart/2005/8/layout/hierarchy5"/>
    <dgm:cxn modelId="{1BD9BA2A-865E-47CC-8766-C14F9F2DB5C9}" type="presParOf" srcId="{7181D9CB-3CC1-46ED-A605-4D91D8AFA0DC}" destId="{4AAB4BE5-BC8F-47BA-B05A-C1BC4CD7AAD6}" srcOrd="0" destOrd="0" presId="urn:microsoft.com/office/officeart/2005/8/layout/hierarchy5"/>
    <dgm:cxn modelId="{DAB04A4F-5801-4470-9102-8B49CE80CB69}" type="presParOf" srcId="{7181D9CB-3CC1-46ED-A605-4D91D8AFA0DC}" destId="{2DF9DF48-80A8-4B19-9999-19FD24E048FF}" srcOrd="1" destOrd="0" presId="urn:microsoft.com/office/officeart/2005/8/layout/hierarchy5"/>
    <dgm:cxn modelId="{06D26AC1-C73E-4A3C-B4E5-31D2588C349B}" type="presParOf" srcId="{0E6818C8-5611-47C8-8ADF-2DC98ACFB2E9}" destId="{D971A49B-86D4-4B4E-809D-EAB7CE26C11E}" srcOrd="1" destOrd="0" presId="urn:microsoft.com/office/officeart/2005/8/layout/hierarchy5"/>
    <dgm:cxn modelId="{2F2C1CD6-5B01-4453-98FE-71844FF4A823}" type="presParOf" srcId="{D971A49B-86D4-4B4E-809D-EAB7CE26C11E}" destId="{710D09EA-C7D2-49EA-BD0E-29DD4A5B210A}" srcOrd="0" destOrd="0" presId="urn:microsoft.com/office/officeart/2005/8/layout/hierarchy5"/>
    <dgm:cxn modelId="{D7A0EF14-41F4-4BC4-8B3E-ED85D44A0F6A}" type="presParOf" srcId="{710D09EA-C7D2-49EA-BD0E-29DD4A5B210A}" destId="{881B1949-2240-4B85-A51F-1EE713B3AF2A}" srcOrd="0" destOrd="0" presId="urn:microsoft.com/office/officeart/2005/8/layout/hierarchy5"/>
    <dgm:cxn modelId="{2BCDEA77-3611-4D9D-B742-8803D8644959}" type="presParOf" srcId="{710D09EA-C7D2-49EA-BD0E-29DD4A5B210A}" destId="{6C5C851A-62B4-4999-B1F8-A22A32A44BCF}" srcOrd="1" destOrd="0" presId="urn:microsoft.com/office/officeart/2005/8/layout/hierarchy5"/>
    <dgm:cxn modelId="{D7E567FE-83BC-4016-975B-11186AF1EAA3}" type="presParOf" srcId="{D971A49B-86D4-4B4E-809D-EAB7CE26C11E}" destId="{CE236765-4F18-4F02-93F7-34889E82A55F}" srcOrd="1" destOrd="0" presId="urn:microsoft.com/office/officeart/2005/8/layout/hierarchy5"/>
    <dgm:cxn modelId="{89E173C0-3C87-4E31-8A4D-F98349046ECF}" type="presParOf" srcId="{CE236765-4F18-4F02-93F7-34889E82A55F}" destId="{F4161024-04BA-4437-BA75-DF3B6687039D}" srcOrd="0" destOrd="0" presId="urn:microsoft.com/office/officeart/2005/8/layout/hierarchy5"/>
    <dgm:cxn modelId="{96CC31D1-E7EF-49A0-87CA-F27172D31DCC}" type="presParOf" srcId="{D971A49B-86D4-4B4E-809D-EAB7CE26C11E}" destId="{9F218959-A781-4784-84CF-300CF057ABEB}" srcOrd="2" destOrd="0" presId="urn:microsoft.com/office/officeart/2005/8/layout/hierarchy5"/>
    <dgm:cxn modelId="{6815101C-1BBC-4383-B69B-59E09C0286DE}" type="presParOf" srcId="{9F218959-A781-4784-84CF-300CF057ABEB}" destId="{8CCDF153-7F83-4E2A-8305-867469493540}" srcOrd="0" destOrd="0" presId="urn:microsoft.com/office/officeart/2005/8/layout/hierarchy5"/>
    <dgm:cxn modelId="{178EF054-38CE-4999-A361-18FDEF2B88A6}" type="presParOf" srcId="{9F218959-A781-4784-84CF-300CF057ABEB}" destId="{E58412E7-D0A8-4C70-AECB-EEA4D790E431}" srcOrd="1" destOrd="0" presId="urn:microsoft.com/office/officeart/2005/8/layout/hierarchy5"/>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10.xml><?xml version="1.0" encoding="utf-8"?>
<dgm:dataModel xmlns:dgm="http://schemas.openxmlformats.org/drawingml/2006/diagram" xmlns:a="http://schemas.openxmlformats.org/drawingml/2006/main">
  <dgm:ptLst>
    <dgm:pt modelId="{B9C32B05-62EA-407A-B21C-2310C7945705}" type="doc">
      <dgm:prSet loTypeId="urn:microsoft.com/office/officeart/2005/8/layout/balance1" loCatId="relationship"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dgm:spPr/>
      <dgm:t>
        <a:bodyPr/>
        <a:lstStyle/>
        <a:p>
          <a:r>
            <a:rPr lang="en-US" dirty="0">
              <a:solidFill>
                <a:schemeClr val="tx2"/>
              </a:solidFill>
            </a:rPr>
            <a:t>Lorem Ipsum</a:t>
          </a:r>
        </a:p>
      </dgm:t>
    </dgm:pt>
    <dgm:pt modelId="{51680ED1-AF6E-4B28-AE94-92B0EFB0DF7D}" type="parTrans" cxnId="{2AA9C11F-1F1D-428E-801A-47EAA766C99D}">
      <dgm:prSet/>
      <dgm:spPr/>
      <dgm:t>
        <a:bodyPr/>
        <a:lstStyle/>
        <a:p>
          <a:endParaRPr lang="en-US"/>
        </a:p>
      </dgm:t>
    </dgm:pt>
    <dgm:pt modelId="{478B7D3C-9FB4-4BC6-90AC-49960560DECD}" type="sibTrans" cxnId="{2AA9C11F-1F1D-428E-801A-47EAA766C99D}">
      <dgm:prSet/>
      <dgm:spPr/>
      <dgm:t>
        <a:bodyPr/>
        <a:lstStyle/>
        <a:p>
          <a:endParaRPr lang="en-US"/>
        </a:p>
      </dgm:t>
    </dgm:pt>
    <dgm:pt modelId="{3AF880A5-0F00-4315-A5DF-1FE656798601}">
      <dgm:prSet phldrT="[Text]"/>
      <dgm:spPr/>
      <dgm:t>
        <a:bodyPr/>
        <a:lstStyle/>
        <a:p>
          <a:r>
            <a:rPr lang="en-US" dirty="0"/>
            <a:t>Some text here</a:t>
          </a:r>
        </a:p>
      </dgm:t>
    </dgm:pt>
    <dgm:pt modelId="{A13BB1F9-5857-4B43-8BF5-6589AA2CB759}" type="parTrans" cxnId="{24F8CBE2-5003-4E69-A772-6B98F2B05181}">
      <dgm:prSet/>
      <dgm:spPr/>
      <dgm:t>
        <a:bodyPr/>
        <a:lstStyle/>
        <a:p>
          <a:endParaRPr lang="en-US"/>
        </a:p>
      </dgm:t>
    </dgm:pt>
    <dgm:pt modelId="{C198C41D-2640-4669-83ED-E0CD35701C8E}" type="sibTrans" cxnId="{24F8CBE2-5003-4E69-A772-6B98F2B05181}">
      <dgm:prSet/>
      <dgm:spPr/>
      <dgm:t>
        <a:bodyPr/>
        <a:lstStyle/>
        <a:p>
          <a:endParaRPr lang="en-US"/>
        </a:p>
      </dgm:t>
    </dgm:pt>
    <dgm:pt modelId="{8EA7219F-BDB2-48EB-9EEB-3133522D132E}">
      <dgm:prSet phldrT="[Text]"/>
      <dgm:spPr/>
      <dgm:t>
        <a:bodyPr/>
        <a:lstStyle/>
        <a:p>
          <a:r>
            <a:rPr lang="en-US" dirty="0"/>
            <a:t>Some text here</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932A6641-B47E-48FC-963F-311CBB9F360A}">
      <dgm:prSet phldrT="[Text]"/>
      <dgm:spPr/>
      <dgm:t>
        <a:bodyPr/>
        <a:lstStyle/>
        <a:p>
          <a:r>
            <a:rPr lang="en-US" dirty="0"/>
            <a:t>Some text here</a:t>
          </a:r>
        </a:p>
      </dgm:t>
    </dgm:pt>
    <dgm:pt modelId="{BCC541E2-3A60-4FA0-82BC-A407780EE7DB}" type="parTrans" cxnId="{FD0D0812-3766-4422-AB8F-58752BCDBE07}">
      <dgm:prSet/>
      <dgm:spPr/>
      <dgm:t>
        <a:bodyPr/>
        <a:lstStyle/>
        <a:p>
          <a:endParaRPr lang="en-US"/>
        </a:p>
      </dgm:t>
    </dgm:pt>
    <dgm:pt modelId="{0E70FA36-C3C7-4A08-A69A-A16BAA6AE9D9}" type="sibTrans" cxnId="{FD0D0812-3766-4422-AB8F-58752BCDBE07}">
      <dgm:prSet/>
      <dgm:spPr/>
      <dgm:t>
        <a:bodyPr/>
        <a:lstStyle/>
        <a:p>
          <a:endParaRPr lang="en-US"/>
        </a:p>
      </dgm:t>
    </dgm:pt>
    <dgm:pt modelId="{05FECB41-6D4B-45D2-8EBA-87192101F0F0}">
      <dgm:prSet phldrT="[Text]"/>
      <dgm:spPr/>
      <dgm:t>
        <a:bodyPr/>
        <a:lstStyle/>
        <a:p>
          <a:r>
            <a:rPr lang="en-US" dirty="0"/>
            <a:t>Some text here</a:t>
          </a:r>
        </a:p>
      </dgm:t>
    </dgm:pt>
    <dgm:pt modelId="{AA5859CE-1935-428E-8F3A-D00391A9A382}" type="parTrans" cxnId="{E65C054B-9B15-4FA5-9C41-E42B668491E6}">
      <dgm:prSet/>
      <dgm:spPr/>
      <dgm:t>
        <a:bodyPr/>
        <a:lstStyle/>
        <a:p>
          <a:endParaRPr lang="en-US"/>
        </a:p>
      </dgm:t>
    </dgm:pt>
    <dgm:pt modelId="{C5D3D9B1-03B8-4AB8-AB31-9E49A99D6797}" type="sibTrans" cxnId="{E65C054B-9B15-4FA5-9C41-E42B668491E6}">
      <dgm:prSet/>
      <dgm:spPr/>
      <dgm:t>
        <a:bodyPr/>
        <a:lstStyle/>
        <a:p>
          <a:endParaRPr lang="en-US"/>
        </a:p>
      </dgm:t>
    </dgm:pt>
    <dgm:pt modelId="{0A0E61DB-8A10-4B79-92D2-5500D5AEF449}">
      <dgm:prSet phldrT="[Text]"/>
      <dgm:spPr/>
      <dgm:t>
        <a:bodyPr/>
        <a:lstStyle/>
        <a:p>
          <a:r>
            <a:rPr lang="en-US" dirty="0"/>
            <a:t>Some text here</a:t>
          </a:r>
        </a:p>
      </dgm:t>
    </dgm:pt>
    <dgm:pt modelId="{1441988F-AAA1-489E-9170-F8F553C17D69}" type="parTrans" cxnId="{E82059C4-2D23-4B7D-B1A6-48C9187CD97C}">
      <dgm:prSet/>
      <dgm:spPr/>
      <dgm:t>
        <a:bodyPr/>
        <a:lstStyle/>
        <a:p>
          <a:endParaRPr lang="en-US"/>
        </a:p>
      </dgm:t>
    </dgm:pt>
    <dgm:pt modelId="{E2296C67-3533-41D6-AE9D-C2B4E4E8558A}" type="sibTrans" cxnId="{E82059C4-2D23-4B7D-B1A6-48C9187CD97C}">
      <dgm:prSet/>
      <dgm:spPr/>
      <dgm:t>
        <a:bodyPr/>
        <a:lstStyle/>
        <a:p>
          <a:endParaRPr lang="en-US"/>
        </a:p>
      </dgm:t>
    </dgm:pt>
    <dgm:pt modelId="{F157024A-F325-4B04-876C-7631430CD8B8}">
      <dgm:prSet phldrT="[Text]"/>
      <dgm:spPr/>
      <dgm:t>
        <a:bodyPr/>
        <a:lstStyle/>
        <a:p>
          <a:r>
            <a:rPr lang="en-US" dirty="0"/>
            <a:t>Some text here</a:t>
          </a:r>
        </a:p>
      </dgm:t>
    </dgm:pt>
    <dgm:pt modelId="{084F8FD6-CAC7-4D0E-8D6F-34C953D0A8B5}" type="parTrans" cxnId="{A48A2D33-4A47-4517-A7A4-26878B511DD4}">
      <dgm:prSet/>
      <dgm:spPr/>
      <dgm:t>
        <a:bodyPr/>
        <a:lstStyle/>
        <a:p>
          <a:endParaRPr lang="en-US"/>
        </a:p>
      </dgm:t>
    </dgm:pt>
    <dgm:pt modelId="{C5411E0A-9D82-4429-8DDC-A5ECA6FFA10D}" type="sibTrans" cxnId="{A48A2D33-4A47-4517-A7A4-26878B511DD4}">
      <dgm:prSet/>
      <dgm:spPr/>
      <dgm:t>
        <a:bodyPr/>
        <a:lstStyle/>
        <a:p>
          <a:endParaRPr lang="en-US"/>
        </a:p>
      </dgm:t>
    </dgm:pt>
    <dgm:pt modelId="{92EAAF9D-406D-4A83-A1B3-E4019C316DEE}">
      <dgm:prSet phldrT="[Text]"/>
      <dgm:spPr/>
      <dgm:t>
        <a:bodyPr/>
        <a:lstStyle/>
        <a:p>
          <a:r>
            <a:rPr lang="en-US" dirty="0">
              <a:solidFill>
                <a:schemeClr val="tx2"/>
              </a:solidFill>
            </a:rPr>
            <a:t>Lorem Ipsum</a:t>
          </a:r>
        </a:p>
      </dgm:t>
    </dgm:pt>
    <dgm:pt modelId="{DEF65E7B-BC34-480F-A040-F42666815C1D}" type="parTrans" cxnId="{FFF74E03-31D9-41FB-924C-F3DCDBF13372}">
      <dgm:prSet/>
      <dgm:spPr/>
      <dgm:t>
        <a:bodyPr/>
        <a:lstStyle/>
        <a:p>
          <a:endParaRPr lang="en-US"/>
        </a:p>
      </dgm:t>
    </dgm:pt>
    <dgm:pt modelId="{80C1EE3C-3C68-4AD8-B7EB-77C6DF1FAE50}" type="sibTrans" cxnId="{FFF74E03-31D9-41FB-924C-F3DCDBF13372}">
      <dgm:prSet/>
      <dgm:spPr/>
      <dgm:t>
        <a:bodyPr/>
        <a:lstStyle/>
        <a:p>
          <a:endParaRPr lang="en-US"/>
        </a:p>
      </dgm:t>
    </dgm:pt>
    <dgm:pt modelId="{07DED599-244E-4DB5-9EDD-D8ABB801DE36}">
      <dgm:prSet phldrT="[Text]"/>
      <dgm:spPr/>
      <dgm:t>
        <a:bodyPr/>
        <a:lstStyle/>
        <a:p>
          <a:r>
            <a:rPr lang="en-US" dirty="0"/>
            <a:t>Some text here</a:t>
          </a:r>
        </a:p>
      </dgm:t>
    </dgm:pt>
    <dgm:pt modelId="{F1D549E8-D90B-4F34-A3E3-937C455CD003}" type="parTrans" cxnId="{A1AE6D35-1879-44A0-8AE0-B8C0B885CBF8}">
      <dgm:prSet/>
      <dgm:spPr/>
      <dgm:t>
        <a:bodyPr/>
        <a:lstStyle/>
        <a:p>
          <a:endParaRPr lang="en-US"/>
        </a:p>
      </dgm:t>
    </dgm:pt>
    <dgm:pt modelId="{4A8DDB97-476E-4972-88C5-A9445E377F48}" type="sibTrans" cxnId="{A1AE6D35-1879-44A0-8AE0-B8C0B885CBF8}">
      <dgm:prSet/>
      <dgm:spPr/>
      <dgm:t>
        <a:bodyPr/>
        <a:lstStyle/>
        <a:p>
          <a:endParaRPr lang="en-US"/>
        </a:p>
      </dgm:t>
    </dgm:pt>
    <dgm:pt modelId="{6C17751E-3E77-40D5-BBDC-217D03D6A5D6}">
      <dgm:prSet phldrT="[Text]"/>
      <dgm:spPr/>
      <dgm:t>
        <a:bodyPr/>
        <a:lstStyle/>
        <a:p>
          <a:r>
            <a:rPr lang="en-US" dirty="0"/>
            <a:t>Some text here</a:t>
          </a:r>
        </a:p>
      </dgm:t>
    </dgm:pt>
    <dgm:pt modelId="{20C1C4A7-3249-4E41-931C-382334D76A8A}" type="parTrans" cxnId="{979F88DE-6840-4ED6-A89C-EE33A6613B66}">
      <dgm:prSet/>
      <dgm:spPr/>
      <dgm:t>
        <a:bodyPr/>
        <a:lstStyle/>
        <a:p>
          <a:endParaRPr lang="en-US"/>
        </a:p>
      </dgm:t>
    </dgm:pt>
    <dgm:pt modelId="{09692328-A8DA-4962-9855-5272FB8D6EFE}" type="sibTrans" cxnId="{979F88DE-6840-4ED6-A89C-EE33A6613B66}">
      <dgm:prSet/>
      <dgm:spPr/>
      <dgm:t>
        <a:bodyPr/>
        <a:lstStyle/>
        <a:p>
          <a:endParaRPr lang="en-US"/>
        </a:p>
      </dgm:t>
    </dgm:pt>
    <dgm:pt modelId="{DF9E8A9A-9996-4F95-89B7-1625679B127D}" type="pres">
      <dgm:prSet presAssocID="{B9C32B05-62EA-407A-B21C-2310C7945705}" presName="outerComposite" presStyleCnt="0">
        <dgm:presLayoutVars>
          <dgm:chMax val="2"/>
          <dgm:animLvl val="lvl"/>
          <dgm:resizeHandles val="exact"/>
        </dgm:presLayoutVars>
      </dgm:prSet>
      <dgm:spPr/>
    </dgm:pt>
    <dgm:pt modelId="{C9552443-0AF3-4724-923E-F91E1BEEC543}" type="pres">
      <dgm:prSet presAssocID="{B9C32B05-62EA-407A-B21C-2310C7945705}" presName="dummyMaxCanvas" presStyleCnt="0"/>
      <dgm:spPr/>
    </dgm:pt>
    <dgm:pt modelId="{0810A15B-4F0A-4004-8D26-387854254FB8}" type="pres">
      <dgm:prSet presAssocID="{B9C32B05-62EA-407A-B21C-2310C7945705}" presName="parentComposite" presStyleCnt="0"/>
      <dgm:spPr/>
    </dgm:pt>
    <dgm:pt modelId="{42A6B6C5-2F91-4AA3-AD72-C88797EBA9D8}" type="pres">
      <dgm:prSet presAssocID="{B9C32B05-62EA-407A-B21C-2310C7945705}" presName="parent1" presStyleLbl="alignAccFollowNode1" presStyleIdx="0" presStyleCnt="4">
        <dgm:presLayoutVars>
          <dgm:chMax val="4"/>
        </dgm:presLayoutVars>
      </dgm:prSet>
      <dgm:spPr/>
    </dgm:pt>
    <dgm:pt modelId="{68B9AEA3-651E-45F7-B524-B62417AB45B8}" type="pres">
      <dgm:prSet presAssocID="{B9C32B05-62EA-407A-B21C-2310C7945705}" presName="parent2" presStyleLbl="alignAccFollowNode1" presStyleIdx="1" presStyleCnt="4">
        <dgm:presLayoutVars>
          <dgm:chMax val="4"/>
        </dgm:presLayoutVars>
      </dgm:prSet>
      <dgm:spPr/>
    </dgm:pt>
    <dgm:pt modelId="{836B800C-BC2C-45E7-91DD-FFA96B4C8D9D}" type="pres">
      <dgm:prSet presAssocID="{B9C32B05-62EA-407A-B21C-2310C7945705}" presName="childrenComposite" presStyleCnt="0"/>
      <dgm:spPr/>
    </dgm:pt>
    <dgm:pt modelId="{7600A98A-4575-454B-ADDA-69A247D04BE2}" type="pres">
      <dgm:prSet presAssocID="{B9C32B05-62EA-407A-B21C-2310C7945705}" presName="dummyMaxCanvas_ChildArea" presStyleCnt="0"/>
      <dgm:spPr/>
    </dgm:pt>
    <dgm:pt modelId="{E88C23D7-98F7-4B7C-A4DF-21EB79FC9042}" type="pres">
      <dgm:prSet presAssocID="{B9C32B05-62EA-407A-B21C-2310C7945705}" presName="fulcrum" presStyleLbl="alignAccFollowNode1" presStyleIdx="2" presStyleCnt="4"/>
      <dgm:spPr/>
    </dgm:pt>
    <dgm:pt modelId="{8DE88849-1B95-46E9-95D7-6B29423D067E}" type="pres">
      <dgm:prSet presAssocID="{B9C32B05-62EA-407A-B21C-2310C7945705}" presName="balance_32" presStyleLbl="alignAccFollowNode1" presStyleIdx="3" presStyleCnt="4">
        <dgm:presLayoutVars>
          <dgm:bulletEnabled val="1"/>
        </dgm:presLayoutVars>
      </dgm:prSet>
      <dgm:spPr/>
    </dgm:pt>
    <dgm:pt modelId="{6B993ED0-05F6-4FA4-BA9F-A374CB775617}" type="pres">
      <dgm:prSet presAssocID="{B9C32B05-62EA-407A-B21C-2310C7945705}" presName="left_32_1" presStyleLbl="node1" presStyleIdx="0" presStyleCnt="5">
        <dgm:presLayoutVars>
          <dgm:bulletEnabled val="1"/>
        </dgm:presLayoutVars>
      </dgm:prSet>
      <dgm:spPr/>
    </dgm:pt>
    <dgm:pt modelId="{351892FA-451C-4496-B7B0-B787D94FABB4}" type="pres">
      <dgm:prSet presAssocID="{B9C32B05-62EA-407A-B21C-2310C7945705}" presName="left_32_2" presStyleLbl="node1" presStyleIdx="1" presStyleCnt="5">
        <dgm:presLayoutVars>
          <dgm:bulletEnabled val="1"/>
        </dgm:presLayoutVars>
      </dgm:prSet>
      <dgm:spPr/>
    </dgm:pt>
    <dgm:pt modelId="{DD80B1D2-CB1F-4759-A64A-25EABEC451E2}" type="pres">
      <dgm:prSet presAssocID="{B9C32B05-62EA-407A-B21C-2310C7945705}" presName="left_32_3" presStyleLbl="node1" presStyleIdx="2" presStyleCnt="5">
        <dgm:presLayoutVars>
          <dgm:bulletEnabled val="1"/>
        </dgm:presLayoutVars>
      </dgm:prSet>
      <dgm:spPr/>
    </dgm:pt>
    <dgm:pt modelId="{9DE04418-A2AA-4C0D-9BB3-D133FA7594BB}" type="pres">
      <dgm:prSet presAssocID="{B9C32B05-62EA-407A-B21C-2310C7945705}" presName="right_32_1" presStyleLbl="node1" presStyleIdx="3" presStyleCnt="5">
        <dgm:presLayoutVars>
          <dgm:bulletEnabled val="1"/>
        </dgm:presLayoutVars>
      </dgm:prSet>
      <dgm:spPr/>
    </dgm:pt>
    <dgm:pt modelId="{8A94D61E-BB9F-4697-8152-B9FC80BB473E}" type="pres">
      <dgm:prSet presAssocID="{B9C32B05-62EA-407A-B21C-2310C7945705}" presName="right_32_2" presStyleLbl="node1" presStyleIdx="4" presStyleCnt="5">
        <dgm:presLayoutVars>
          <dgm:bulletEnabled val="1"/>
        </dgm:presLayoutVars>
      </dgm:prSet>
      <dgm:spPr/>
    </dgm:pt>
  </dgm:ptLst>
  <dgm:cxnLst>
    <dgm:cxn modelId="{FFF74E03-31D9-41FB-924C-F3DCDBF13372}" srcId="{B9C32B05-62EA-407A-B21C-2310C7945705}" destId="{92EAAF9D-406D-4A83-A1B3-E4019C316DEE}" srcOrd="1" destOrd="0" parTransId="{DEF65E7B-BC34-480F-A040-F42666815C1D}" sibTransId="{80C1EE3C-3C68-4AD8-B7EB-77C6DF1FAE50}"/>
    <dgm:cxn modelId="{5D63590F-3857-48B9-8F77-26A42BA41C70}" type="presOf" srcId="{92EAAF9D-406D-4A83-A1B3-E4019C316DEE}" destId="{68B9AEA3-651E-45F7-B524-B62417AB45B8}" srcOrd="0" destOrd="0" presId="urn:microsoft.com/office/officeart/2005/8/layout/balance1"/>
    <dgm:cxn modelId="{FD0D0812-3766-4422-AB8F-58752BCDBE07}" srcId="{42D71409-67F9-455C-8C6D-716D284AAA6B}" destId="{932A6641-B47E-48FC-963F-311CBB9F360A}" srcOrd="2" destOrd="0" parTransId="{BCC541E2-3A60-4FA0-82BC-A407780EE7DB}" sibTransId="{0E70FA36-C3C7-4A08-A69A-A16BAA6AE9D9}"/>
    <dgm:cxn modelId="{F4002A1D-9BB6-4409-A9C7-20B520ADF42D}" type="presOf" srcId="{6C17751E-3E77-40D5-BBDC-217D03D6A5D6}" destId="{8A94D61E-BB9F-4697-8152-B9FC80BB473E}" srcOrd="0" destOrd="0" presId="urn:microsoft.com/office/officeart/2005/8/layout/balance1"/>
    <dgm:cxn modelId="{5DB3E11D-5C4F-40D9-8B4A-EC4A53CA0453}" type="presOf" srcId="{F157024A-F325-4B04-876C-7631430CD8B8}" destId="{DD80B1D2-CB1F-4759-A64A-25EABEC451E2}" srcOrd="0" destOrd="1" presId="urn:microsoft.com/office/officeart/2005/8/layout/balance1"/>
    <dgm:cxn modelId="{2AA9C11F-1F1D-428E-801A-47EAA766C99D}" srcId="{B9C32B05-62EA-407A-B21C-2310C7945705}" destId="{42D71409-67F9-455C-8C6D-716D284AAA6B}" srcOrd="0" destOrd="0" parTransId="{51680ED1-AF6E-4B28-AE94-92B0EFB0DF7D}" sibTransId="{478B7D3C-9FB4-4BC6-90AC-49960560DECD}"/>
    <dgm:cxn modelId="{885F052B-15AA-4301-B8D0-5EADDEBFBF29}" type="presOf" srcId="{07DED599-244E-4DB5-9EDD-D8ABB801DE36}" destId="{9DE04418-A2AA-4C0D-9BB3-D133FA7594BB}" srcOrd="0" destOrd="0" presId="urn:microsoft.com/office/officeart/2005/8/layout/balance1"/>
    <dgm:cxn modelId="{3D193E2D-A82D-4F01-9F83-DB0F273198AE}" type="presOf" srcId="{3AF880A5-0F00-4315-A5DF-1FE656798601}" destId="{351892FA-451C-4496-B7B0-B787D94FABB4}" srcOrd="0" destOrd="0" presId="urn:microsoft.com/office/officeart/2005/8/layout/balance1"/>
    <dgm:cxn modelId="{9EE89F31-B39D-458D-97E5-CE070CDBD4F6}" type="presOf" srcId="{0A0E61DB-8A10-4B79-92D2-5500D5AEF449}" destId="{6B993ED0-05F6-4FA4-BA9F-A374CB775617}" srcOrd="0" destOrd="1" presId="urn:microsoft.com/office/officeart/2005/8/layout/balance1"/>
    <dgm:cxn modelId="{A48A2D33-4A47-4517-A7A4-26878B511DD4}" srcId="{932A6641-B47E-48FC-963F-311CBB9F360A}" destId="{F157024A-F325-4B04-876C-7631430CD8B8}" srcOrd="0" destOrd="0" parTransId="{084F8FD6-CAC7-4D0E-8D6F-34C953D0A8B5}" sibTransId="{C5411E0A-9D82-4429-8DDC-A5ECA6FFA10D}"/>
    <dgm:cxn modelId="{A1AE6D35-1879-44A0-8AE0-B8C0B885CBF8}" srcId="{92EAAF9D-406D-4A83-A1B3-E4019C316DEE}" destId="{07DED599-244E-4DB5-9EDD-D8ABB801DE36}" srcOrd="0" destOrd="0" parTransId="{F1D549E8-D90B-4F34-A3E3-937C455CD003}" sibTransId="{4A8DDB97-476E-4972-88C5-A9445E377F48}"/>
    <dgm:cxn modelId="{3CE2C03D-D7C1-42D3-B2AA-DAA36949662B}" type="presOf" srcId="{8EA7219F-BDB2-48EB-9EEB-3133522D132E}" destId="{6B993ED0-05F6-4FA4-BA9F-A374CB775617}" srcOrd="0" destOrd="0" presId="urn:microsoft.com/office/officeart/2005/8/layout/balance1"/>
    <dgm:cxn modelId="{2198B664-15F9-4804-8C89-5B6ED5240DE1}" type="presOf" srcId="{B9C32B05-62EA-407A-B21C-2310C7945705}" destId="{DF9E8A9A-9996-4F95-89B7-1625679B127D}" srcOrd="0" destOrd="0" presId="urn:microsoft.com/office/officeart/2005/8/layout/balance1"/>
    <dgm:cxn modelId="{E65C054B-9B15-4FA5-9C41-E42B668491E6}" srcId="{8EA7219F-BDB2-48EB-9EEB-3133522D132E}" destId="{05FECB41-6D4B-45D2-8EBA-87192101F0F0}" srcOrd="1" destOrd="0" parTransId="{AA5859CE-1935-428E-8F3A-D00391A9A382}" sibTransId="{C5D3D9B1-03B8-4AB8-AB31-9E49A99D6797}"/>
    <dgm:cxn modelId="{C7EABAAD-6B1C-4549-9AB0-078B5F822059}" type="presOf" srcId="{42D71409-67F9-455C-8C6D-716D284AAA6B}" destId="{42A6B6C5-2F91-4AA3-AD72-C88797EBA9D8}" srcOrd="0" destOrd="0" presId="urn:microsoft.com/office/officeart/2005/8/layout/balance1"/>
    <dgm:cxn modelId="{E82059C4-2D23-4B7D-B1A6-48C9187CD97C}" srcId="{8EA7219F-BDB2-48EB-9EEB-3133522D132E}" destId="{0A0E61DB-8A10-4B79-92D2-5500D5AEF449}" srcOrd="0" destOrd="0" parTransId="{1441988F-AAA1-489E-9170-F8F553C17D69}" sibTransId="{E2296C67-3533-41D6-AE9D-C2B4E4E8558A}"/>
    <dgm:cxn modelId="{B138D1D3-A830-4ADE-B79B-13534E390439}" type="presOf" srcId="{05FECB41-6D4B-45D2-8EBA-87192101F0F0}" destId="{6B993ED0-05F6-4FA4-BA9F-A374CB775617}" srcOrd="0" destOrd="2" presId="urn:microsoft.com/office/officeart/2005/8/layout/balance1"/>
    <dgm:cxn modelId="{979F88DE-6840-4ED6-A89C-EE33A6613B66}" srcId="{92EAAF9D-406D-4A83-A1B3-E4019C316DEE}" destId="{6C17751E-3E77-40D5-BBDC-217D03D6A5D6}" srcOrd="1" destOrd="0" parTransId="{20C1C4A7-3249-4E41-931C-382334D76A8A}" sibTransId="{09692328-A8DA-4962-9855-5272FB8D6EFE}"/>
    <dgm:cxn modelId="{24F8CBE2-5003-4E69-A772-6B98F2B05181}" srcId="{42D71409-67F9-455C-8C6D-716D284AAA6B}" destId="{3AF880A5-0F00-4315-A5DF-1FE656798601}" srcOrd="1" destOrd="0" parTransId="{A13BB1F9-5857-4B43-8BF5-6589AA2CB759}" sibTransId="{C198C41D-2640-4669-83ED-E0CD35701C8E}"/>
    <dgm:cxn modelId="{58AD7EEF-D408-406B-87EE-4691D4C30668}" srcId="{42D71409-67F9-455C-8C6D-716D284AAA6B}" destId="{8EA7219F-BDB2-48EB-9EEB-3133522D132E}" srcOrd="0" destOrd="0" parTransId="{3EE8403A-CB7C-4815-85BD-AEBCAEB71B37}" sibTransId="{C94B7947-85DC-4B21-BB99-DF8438356F98}"/>
    <dgm:cxn modelId="{6C8AF2FD-5035-41D5-B8B7-5ED60FFF2B89}" type="presOf" srcId="{932A6641-B47E-48FC-963F-311CBB9F360A}" destId="{DD80B1D2-CB1F-4759-A64A-25EABEC451E2}" srcOrd="0" destOrd="0" presId="urn:microsoft.com/office/officeart/2005/8/layout/balance1"/>
    <dgm:cxn modelId="{EDE6C8E1-1E3B-4ECE-AF14-637718490079}" type="presParOf" srcId="{DF9E8A9A-9996-4F95-89B7-1625679B127D}" destId="{C9552443-0AF3-4724-923E-F91E1BEEC543}" srcOrd="0" destOrd="0" presId="urn:microsoft.com/office/officeart/2005/8/layout/balance1"/>
    <dgm:cxn modelId="{8DFC5775-F814-461E-B649-643DE9486DED}" type="presParOf" srcId="{DF9E8A9A-9996-4F95-89B7-1625679B127D}" destId="{0810A15B-4F0A-4004-8D26-387854254FB8}" srcOrd="1" destOrd="0" presId="urn:microsoft.com/office/officeart/2005/8/layout/balance1"/>
    <dgm:cxn modelId="{44335632-67E2-4BCE-9820-1A998AE28094}" type="presParOf" srcId="{0810A15B-4F0A-4004-8D26-387854254FB8}" destId="{42A6B6C5-2F91-4AA3-AD72-C88797EBA9D8}" srcOrd="0" destOrd="0" presId="urn:microsoft.com/office/officeart/2005/8/layout/balance1"/>
    <dgm:cxn modelId="{3DA5555D-9ECB-498B-BC1E-FEDBF4E2CFBA}" type="presParOf" srcId="{0810A15B-4F0A-4004-8D26-387854254FB8}" destId="{68B9AEA3-651E-45F7-B524-B62417AB45B8}" srcOrd="1" destOrd="0" presId="urn:microsoft.com/office/officeart/2005/8/layout/balance1"/>
    <dgm:cxn modelId="{17018EA4-6C1E-4B81-922A-93C97B36DB3A}" type="presParOf" srcId="{DF9E8A9A-9996-4F95-89B7-1625679B127D}" destId="{836B800C-BC2C-45E7-91DD-FFA96B4C8D9D}" srcOrd="2" destOrd="0" presId="urn:microsoft.com/office/officeart/2005/8/layout/balance1"/>
    <dgm:cxn modelId="{317F40D4-3823-4C72-B48B-41FA5583AB3C}" type="presParOf" srcId="{836B800C-BC2C-45E7-91DD-FFA96B4C8D9D}" destId="{7600A98A-4575-454B-ADDA-69A247D04BE2}" srcOrd="0" destOrd="0" presId="urn:microsoft.com/office/officeart/2005/8/layout/balance1"/>
    <dgm:cxn modelId="{BFC5E1E3-6BBD-4BA2-BB7D-D83519E996C1}" type="presParOf" srcId="{836B800C-BC2C-45E7-91DD-FFA96B4C8D9D}" destId="{E88C23D7-98F7-4B7C-A4DF-21EB79FC9042}" srcOrd="1" destOrd="0" presId="urn:microsoft.com/office/officeart/2005/8/layout/balance1"/>
    <dgm:cxn modelId="{D128B61D-D872-49D8-97DF-482D3262241F}" type="presParOf" srcId="{836B800C-BC2C-45E7-91DD-FFA96B4C8D9D}" destId="{8DE88849-1B95-46E9-95D7-6B29423D067E}" srcOrd="2" destOrd="0" presId="urn:microsoft.com/office/officeart/2005/8/layout/balance1"/>
    <dgm:cxn modelId="{1B14DB04-E9ED-4748-BC6C-EC2C0DB69441}" type="presParOf" srcId="{836B800C-BC2C-45E7-91DD-FFA96B4C8D9D}" destId="{6B993ED0-05F6-4FA4-BA9F-A374CB775617}" srcOrd="3" destOrd="0" presId="urn:microsoft.com/office/officeart/2005/8/layout/balance1"/>
    <dgm:cxn modelId="{794164E9-B7CC-472A-97F6-9129597042FA}" type="presParOf" srcId="{836B800C-BC2C-45E7-91DD-FFA96B4C8D9D}" destId="{351892FA-451C-4496-B7B0-B787D94FABB4}" srcOrd="4" destOrd="0" presId="urn:microsoft.com/office/officeart/2005/8/layout/balance1"/>
    <dgm:cxn modelId="{A481B717-219D-4558-9656-B4EAA354B9BC}" type="presParOf" srcId="{836B800C-BC2C-45E7-91DD-FFA96B4C8D9D}" destId="{DD80B1D2-CB1F-4759-A64A-25EABEC451E2}" srcOrd="5" destOrd="0" presId="urn:microsoft.com/office/officeart/2005/8/layout/balance1"/>
    <dgm:cxn modelId="{CB689063-4D64-45D8-8A32-DEEE58D80368}" type="presParOf" srcId="{836B800C-BC2C-45E7-91DD-FFA96B4C8D9D}" destId="{9DE04418-A2AA-4C0D-9BB3-D133FA7594BB}" srcOrd="6" destOrd="0" presId="urn:microsoft.com/office/officeart/2005/8/layout/balance1"/>
    <dgm:cxn modelId="{5B5BCB36-43D4-4988-8C79-E3E493D1B0B6}" type="presParOf" srcId="{836B800C-BC2C-45E7-91DD-FFA96B4C8D9D}" destId="{8A94D61E-BB9F-4697-8152-B9FC80BB473E}" srcOrd="7" destOrd="0" presId="urn:microsoft.com/office/officeart/2005/8/layout/balance1"/>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11.xml><?xml version="1.0" encoding="utf-8"?>
<dgm:dataModel xmlns:dgm="http://schemas.openxmlformats.org/drawingml/2006/diagram" xmlns:a="http://schemas.openxmlformats.org/drawingml/2006/main">
  <dgm:ptLst>
    <dgm:pt modelId="{B9C32B05-62EA-407A-B21C-2310C7945705}" type="doc">
      <dgm:prSet loTypeId="urn:microsoft.com/office/officeart/2009/3/layout/CircleRelationship" loCatId="relationship" qsTypeId="urn:microsoft.com/office/officeart/2005/8/quickstyle/simple4" qsCatId="simple" csTypeId="urn:microsoft.com/office/officeart/2005/8/colors/colorful1" csCatId="colorful" phldr="1"/>
      <dgm:spPr/>
      <dgm:t>
        <a:bodyPr/>
        <a:lstStyle/>
        <a:p>
          <a:endParaRPr lang="en-US"/>
        </a:p>
      </dgm:t>
    </dgm:pt>
    <dgm:pt modelId="{42D71409-67F9-455C-8C6D-716D284AAA6B}">
      <dgm:prSet phldrT="[Text]" custT="1"/>
      <dgm:spPr/>
      <dgm:t>
        <a:bodyPr/>
        <a:lstStyle/>
        <a:p>
          <a:r>
            <a:rPr lang="en-US" sz="1400" dirty="0"/>
            <a:t>Lorem Ipsum</a:t>
          </a:r>
        </a:p>
      </dgm:t>
    </dgm:pt>
    <dgm:pt modelId="{51680ED1-AF6E-4B28-AE94-92B0EFB0DF7D}" type="parTrans" cxnId="{2AA9C11F-1F1D-428E-801A-47EAA766C99D}">
      <dgm:prSet/>
      <dgm:spPr/>
      <dgm:t>
        <a:bodyPr/>
        <a:lstStyle/>
        <a:p>
          <a:endParaRPr lang="en-US" sz="2000"/>
        </a:p>
      </dgm:t>
    </dgm:pt>
    <dgm:pt modelId="{478B7D3C-9FB4-4BC6-90AC-49960560DECD}" type="sibTrans" cxnId="{2AA9C11F-1F1D-428E-801A-47EAA766C99D}">
      <dgm:prSet/>
      <dgm:spPr/>
      <dgm:t>
        <a:bodyPr/>
        <a:lstStyle/>
        <a:p>
          <a:endParaRPr lang="en-US" sz="2000"/>
        </a:p>
      </dgm:t>
    </dgm:pt>
    <dgm:pt modelId="{3AF880A5-0F00-4315-A5DF-1FE656798601}">
      <dgm:prSet phldrT="[Text]" custT="1"/>
      <dgm:spPr/>
      <dgm:t>
        <a:bodyPr/>
        <a:lstStyle/>
        <a:p>
          <a:r>
            <a:rPr lang="en-US" sz="1400" dirty="0"/>
            <a:t>Some text here</a:t>
          </a:r>
        </a:p>
      </dgm:t>
    </dgm:pt>
    <dgm:pt modelId="{A13BB1F9-5857-4B43-8BF5-6589AA2CB759}" type="parTrans" cxnId="{24F8CBE2-5003-4E69-A772-6B98F2B05181}">
      <dgm:prSet/>
      <dgm:spPr/>
      <dgm:t>
        <a:bodyPr/>
        <a:lstStyle/>
        <a:p>
          <a:endParaRPr lang="en-US" sz="2000"/>
        </a:p>
      </dgm:t>
    </dgm:pt>
    <dgm:pt modelId="{C198C41D-2640-4669-83ED-E0CD35701C8E}" type="sibTrans" cxnId="{24F8CBE2-5003-4E69-A772-6B98F2B05181}">
      <dgm:prSet/>
      <dgm:spPr/>
      <dgm:t>
        <a:bodyPr/>
        <a:lstStyle/>
        <a:p>
          <a:endParaRPr lang="en-US" sz="2000"/>
        </a:p>
      </dgm:t>
    </dgm:pt>
    <dgm:pt modelId="{8EA7219F-BDB2-48EB-9EEB-3133522D132E}">
      <dgm:prSet phldrT="[Text]" custT="1"/>
      <dgm:spPr/>
      <dgm:t>
        <a:bodyPr/>
        <a:lstStyle/>
        <a:p>
          <a:r>
            <a:rPr lang="en-US" sz="1400" dirty="0"/>
            <a:t>Some text here</a:t>
          </a:r>
        </a:p>
      </dgm:t>
    </dgm:pt>
    <dgm:pt modelId="{3EE8403A-CB7C-4815-85BD-AEBCAEB71B37}" type="parTrans" cxnId="{58AD7EEF-D408-406B-87EE-4691D4C30668}">
      <dgm:prSet/>
      <dgm:spPr/>
      <dgm:t>
        <a:bodyPr/>
        <a:lstStyle/>
        <a:p>
          <a:endParaRPr lang="en-US" sz="2000"/>
        </a:p>
      </dgm:t>
    </dgm:pt>
    <dgm:pt modelId="{C94B7947-85DC-4B21-BB99-DF8438356F98}" type="sibTrans" cxnId="{58AD7EEF-D408-406B-87EE-4691D4C30668}">
      <dgm:prSet/>
      <dgm:spPr/>
      <dgm:t>
        <a:bodyPr/>
        <a:lstStyle/>
        <a:p>
          <a:endParaRPr lang="en-US" sz="2000"/>
        </a:p>
      </dgm:t>
    </dgm:pt>
    <dgm:pt modelId="{932A6641-B47E-48FC-963F-311CBB9F360A}">
      <dgm:prSet phldrT="[Text]" custT="1"/>
      <dgm:spPr/>
      <dgm:t>
        <a:bodyPr/>
        <a:lstStyle/>
        <a:p>
          <a:r>
            <a:rPr lang="en-US" sz="1400" dirty="0"/>
            <a:t>Some text here</a:t>
          </a:r>
        </a:p>
      </dgm:t>
    </dgm:pt>
    <dgm:pt modelId="{BCC541E2-3A60-4FA0-82BC-A407780EE7DB}" type="parTrans" cxnId="{FD0D0812-3766-4422-AB8F-58752BCDBE07}">
      <dgm:prSet/>
      <dgm:spPr/>
      <dgm:t>
        <a:bodyPr/>
        <a:lstStyle/>
        <a:p>
          <a:endParaRPr lang="en-US" sz="2000"/>
        </a:p>
      </dgm:t>
    </dgm:pt>
    <dgm:pt modelId="{0E70FA36-C3C7-4A08-A69A-A16BAA6AE9D9}" type="sibTrans" cxnId="{FD0D0812-3766-4422-AB8F-58752BCDBE07}">
      <dgm:prSet/>
      <dgm:spPr/>
      <dgm:t>
        <a:bodyPr/>
        <a:lstStyle/>
        <a:p>
          <a:endParaRPr lang="en-US" sz="2000"/>
        </a:p>
      </dgm:t>
    </dgm:pt>
    <dgm:pt modelId="{F157024A-F325-4B04-876C-7631430CD8B8}">
      <dgm:prSet phldrT="[Text]" custT="1"/>
      <dgm:spPr/>
      <dgm:t>
        <a:bodyPr/>
        <a:lstStyle/>
        <a:p>
          <a:r>
            <a:rPr lang="en-US" sz="1400" dirty="0"/>
            <a:t>Some text here</a:t>
          </a:r>
        </a:p>
      </dgm:t>
    </dgm:pt>
    <dgm:pt modelId="{084F8FD6-CAC7-4D0E-8D6F-34C953D0A8B5}" type="parTrans" cxnId="{A48A2D33-4A47-4517-A7A4-26878B511DD4}">
      <dgm:prSet/>
      <dgm:spPr/>
      <dgm:t>
        <a:bodyPr/>
        <a:lstStyle/>
        <a:p>
          <a:endParaRPr lang="en-US" sz="2000"/>
        </a:p>
      </dgm:t>
    </dgm:pt>
    <dgm:pt modelId="{C5411E0A-9D82-4429-8DDC-A5ECA6FFA10D}" type="sibTrans" cxnId="{A48A2D33-4A47-4517-A7A4-26878B511DD4}">
      <dgm:prSet/>
      <dgm:spPr/>
      <dgm:t>
        <a:bodyPr/>
        <a:lstStyle/>
        <a:p>
          <a:endParaRPr lang="en-US" sz="2000"/>
        </a:p>
      </dgm:t>
    </dgm:pt>
    <dgm:pt modelId="{92EAAF9D-406D-4A83-A1B3-E4019C316DEE}">
      <dgm:prSet phldrT="[Text]" custT="1"/>
      <dgm:spPr/>
      <dgm:t>
        <a:bodyPr/>
        <a:lstStyle/>
        <a:p>
          <a:r>
            <a:rPr lang="en-US" sz="1400" dirty="0"/>
            <a:t>Lorem Ipsum</a:t>
          </a:r>
        </a:p>
      </dgm:t>
    </dgm:pt>
    <dgm:pt modelId="{DEF65E7B-BC34-480F-A040-F42666815C1D}" type="parTrans" cxnId="{FFF74E03-31D9-41FB-924C-F3DCDBF13372}">
      <dgm:prSet/>
      <dgm:spPr/>
      <dgm:t>
        <a:bodyPr/>
        <a:lstStyle/>
        <a:p>
          <a:endParaRPr lang="en-US" sz="2000"/>
        </a:p>
      </dgm:t>
    </dgm:pt>
    <dgm:pt modelId="{80C1EE3C-3C68-4AD8-B7EB-77C6DF1FAE50}" type="sibTrans" cxnId="{FFF74E03-31D9-41FB-924C-F3DCDBF13372}">
      <dgm:prSet/>
      <dgm:spPr/>
      <dgm:t>
        <a:bodyPr/>
        <a:lstStyle/>
        <a:p>
          <a:endParaRPr lang="en-US" sz="2000"/>
        </a:p>
      </dgm:t>
    </dgm:pt>
    <dgm:pt modelId="{10C61313-08C8-4E76-AE10-222DBD7C8A26}" type="pres">
      <dgm:prSet presAssocID="{B9C32B05-62EA-407A-B21C-2310C7945705}" presName="Name0" presStyleCnt="0">
        <dgm:presLayoutVars>
          <dgm:chMax val="1"/>
          <dgm:chPref val="1"/>
        </dgm:presLayoutVars>
      </dgm:prSet>
      <dgm:spPr/>
    </dgm:pt>
    <dgm:pt modelId="{D56B7487-DB96-458C-A13C-F9181F732A91}" type="pres">
      <dgm:prSet presAssocID="{42D71409-67F9-455C-8C6D-716D284AAA6B}" presName="Parent" presStyleLbl="node0" presStyleIdx="0" presStyleCnt="1">
        <dgm:presLayoutVars>
          <dgm:chMax val="5"/>
          <dgm:chPref val="5"/>
        </dgm:presLayoutVars>
      </dgm:prSet>
      <dgm:spPr/>
    </dgm:pt>
    <dgm:pt modelId="{AFCA2E8F-309C-4E63-AF06-41F5EA657CF5}" type="pres">
      <dgm:prSet presAssocID="{42D71409-67F9-455C-8C6D-716D284AAA6B}" presName="Accent2" presStyleLbl="node1" presStyleIdx="0" presStyleCnt="19"/>
      <dgm:spPr/>
    </dgm:pt>
    <dgm:pt modelId="{970DE882-CE27-4644-B9B5-3D51CAF3EF17}" type="pres">
      <dgm:prSet presAssocID="{42D71409-67F9-455C-8C6D-716D284AAA6B}" presName="Accent3" presStyleLbl="node1" presStyleIdx="1" presStyleCnt="19"/>
      <dgm:spPr/>
    </dgm:pt>
    <dgm:pt modelId="{A6A9B69A-8B7D-40E7-879B-FF56A51DB16A}" type="pres">
      <dgm:prSet presAssocID="{42D71409-67F9-455C-8C6D-716D284AAA6B}" presName="Accent4" presStyleLbl="node1" presStyleIdx="2" presStyleCnt="19"/>
      <dgm:spPr/>
    </dgm:pt>
    <dgm:pt modelId="{9E77AEA7-494E-46A8-9455-0CA434F44357}" type="pres">
      <dgm:prSet presAssocID="{42D71409-67F9-455C-8C6D-716D284AAA6B}" presName="Accent5" presStyleLbl="node1" presStyleIdx="3" presStyleCnt="19"/>
      <dgm:spPr/>
    </dgm:pt>
    <dgm:pt modelId="{35D897C7-193A-4333-894E-E8981042C6E1}" type="pres">
      <dgm:prSet presAssocID="{42D71409-67F9-455C-8C6D-716D284AAA6B}" presName="Accent6" presStyleLbl="node1" presStyleIdx="4" presStyleCnt="19"/>
      <dgm:spPr/>
    </dgm:pt>
    <dgm:pt modelId="{B336ACE6-EEB4-4094-A509-29741EB40031}" type="pres">
      <dgm:prSet presAssocID="{8EA7219F-BDB2-48EB-9EEB-3133522D132E}" presName="Child1" presStyleLbl="node1" presStyleIdx="5" presStyleCnt="19">
        <dgm:presLayoutVars>
          <dgm:chMax val="0"/>
          <dgm:chPref val="0"/>
        </dgm:presLayoutVars>
      </dgm:prSet>
      <dgm:spPr/>
    </dgm:pt>
    <dgm:pt modelId="{2EED8ED2-4697-49CD-91E2-117FA7E28335}" type="pres">
      <dgm:prSet presAssocID="{8EA7219F-BDB2-48EB-9EEB-3133522D132E}" presName="Accent7" presStyleCnt="0"/>
      <dgm:spPr/>
    </dgm:pt>
    <dgm:pt modelId="{EDB47510-FFF9-4862-B91A-FDD089E6AD9E}" type="pres">
      <dgm:prSet presAssocID="{8EA7219F-BDB2-48EB-9EEB-3133522D132E}" presName="AccentHold1" presStyleLbl="node1" presStyleIdx="6" presStyleCnt="19"/>
      <dgm:spPr/>
    </dgm:pt>
    <dgm:pt modelId="{D1D1D374-6496-4000-BA46-C6ADED2EC5FF}" type="pres">
      <dgm:prSet presAssocID="{8EA7219F-BDB2-48EB-9EEB-3133522D132E}" presName="Accent8" presStyleCnt="0"/>
      <dgm:spPr/>
    </dgm:pt>
    <dgm:pt modelId="{ED668CFA-5CF9-4BC1-8982-2DD944CA13B8}" type="pres">
      <dgm:prSet presAssocID="{8EA7219F-BDB2-48EB-9EEB-3133522D132E}" presName="AccentHold2" presStyleLbl="node1" presStyleIdx="7" presStyleCnt="19"/>
      <dgm:spPr/>
    </dgm:pt>
    <dgm:pt modelId="{AE5A6287-B969-424A-B702-B31203470799}" type="pres">
      <dgm:prSet presAssocID="{3AF880A5-0F00-4315-A5DF-1FE656798601}" presName="Child2" presStyleLbl="node1" presStyleIdx="8" presStyleCnt="19">
        <dgm:presLayoutVars>
          <dgm:chMax val="0"/>
          <dgm:chPref val="0"/>
        </dgm:presLayoutVars>
      </dgm:prSet>
      <dgm:spPr/>
    </dgm:pt>
    <dgm:pt modelId="{2D2CC20C-8DDE-47A3-8215-62E81A676B4C}" type="pres">
      <dgm:prSet presAssocID="{3AF880A5-0F00-4315-A5DF-1FE656798601}" presName="Accent9" presStyleCnt="0"/>
      <dgm:spPr/>
    </dgm:pt>
    <dgm:pt modelId="{A3695590-AB5E-4228-B1BE-A24097C5F3F6}" type="pres">
      <dgm:prSet presAssocID="{3AF880A5-0F00-4315-A5DF-1FE656798601}" presName="AccentHold1" presStyleLbl="node1" presStyleIdx="9" presStyleCnt="19"/>
      <dgm:spPr/>
    </dgm:pt>
    <dgm:pt modelId="{67535EC6-485F-46F4-B9C9-B4AFBBCA635D}" type="pres">
      <dgm:prSet presAssocID="{3AF880A5-0F00-4315-A5DF-1FE656798601}" presName="Accent10" presStyleCnt="0"/>
      <dgm:spPr/>
    </dgm:pt>
    <dgm:pt modelId="{1549BCE3-E5E1-430F-8529-C37B4681071F}" type="pres">
      <dgm:prSet presAssocID="{3AF880A5-0F00-4315-A5DF-1FE656798601}" presName="AccentHold2" presStyleLbl="node1" presStyleIdx="10" presStyleCnt="19"/>
      <dgm:spPr/>
    </dgm:pt>
    <dgm:pt modelId="{B6E0281B-FF70-4EDA-8CF1-0EF70881AC5F}" type="pres">
      <dgm:prSet presAssocID="{3AF880A5-0F00-4315-A5DF-1FE656798601}" presName="Accent11" presStyleCnt="0"/>
      <dgm:spPr/>
    </dgm:pt>
    <dgm:pt modelId="{B25A3DAD-4A20-4567-A501-E66B586DF45E}" type="pres">
      <dgm:prSet presAssocID="{3AF880A5-0F00-4315-A5DF-1FE656798601}" presName="AccentHold3" presStyleLbl="node1" presStyleIdx="11" presStyleCnt="19"/>
      <dgm:spPr/>
    </dgm:pt>
    <dgm:pt modelId="{DB9E49D5-FFED-4BB7-8031-8477F2DAACC2}" type="pres">
      <dgm:prSet presAssocID="{932A6641-B47E-48FC-963F-311CBB9F360A}" presName="Child3" presStyleLbl="node1" presStyleIdx="12" presStyleCnt="19">
        <dgm:presLayoutVars>
          <dgm:chMax val="0"/>
          <dgm:chPref val="0"/>
        </dgm:presLayoutVars>
      </dgm:prSet>
      <dgm:spPr/>
    </dgm:pt>
    <dgm:pt modelId="{9F47879A-0722-4DFC-A93A-9EA1CD923E28}" type="pres">
      <dgm:prSet presAssocID="{932A6641-B47E-48FC-963F-311CBB9F360A}" presName="Accent12" presStyleCnt="0"/>
      <dgm:spPr/>
    </dgm:pt>
    <dgm:pt modelId="{7E8860F2-B442-4DFB-8775-7D445A298575}" type="pres">
      <dgm:prSet presAssocID="{932A6641-B47E-48FC-963F-311CBB9F360A}" presName="AccentHold1" presStyleLbl="node1" presStyleIdx="13" presStyleCnt="19"/>
      <dgm:spPr/>
    </dgm:pt>
    <dgm:pt modelId="{E24FF6D2-A98F-4420-B6E6-57B5FF90C767}" type="pres">
      <dgm:prSet presAssocID="{F157024A-F325-4B04-876C-7631430CD8B8}" presName="Child4" presStyleLbl="node1" presStyleIdx="14" presStyleCnt="19">
        <dgm:presLayoutVars>
          <dgm:chMax val="0"/>
          <dgm:chPref val="0"/>
        </dgm:presLayoutVars>
      </dgm:prSet>
      <dgm:spPr/>
    </dgm:pt>
    <dgm:pt modelId="{55770649-A170-4A50-BA12-B3D22CDA12CB}" type="pres">
      <dgm:prSet presAssocID="{F157024A-F325-4B04-876C-7631430CD8B8}" presName="Accent13" presStyleCnt="0"/>
      <dgm:spPr/>
    </dgm:pt>
    <dgm:pt modelId="{CE832A80-4DC6-4600-8B77-32A4D8E90CEF}" type="pres">
      <dgm:prSet presAssocID="{F157024A-F325-4B04-876C-7631430CD8B8}" presName="AccentHold1" presStyleLbl="node1" presStyleIdx="15" presStyleCnt="19"/>
      <dgm:spPr/>
    </dgm:pt>
    <dgm:pt modelId="{89D8D69A-F6A1-4255-A954-076C19C41169}" type="pres">
      <dgm:prSet presAssocID="{92EAAF9D-406D-4A83-A1B3-E4019C316DEE}" presName="Child5" presStyleLbl="node1" presStyleIdx="16" presStyleCnt="19">
        <dgm:presLayoutVars>
          <dgm:chMax val="0"/>
          <dgm:chPref val="0"/>
        </dgm:presLayoutVars>
      </dgm:prSet>
      <dgm:spPr/>
    </dgm:pt>
    <dgm:pt modelId="{CCCA4F24-C567-4421-9462-6C5DB5D9371B}" type="pres">
      <dgm:prSet presAssocID="{92EAAF9D-406D-4A83-A1B3-E4019C316DEE}" presName="Accent15" presStyleCnt="0"/>
      <dgm:spPr/>
    </dgm:pt>
    <dgm:pt modelId="{5B32ED89-BD21-490F-A34C-9C47466353DC}" type="pres">
      <dgm:prSet presAssocID="{92EAAF9D-406D-4A83-A1B3-E4019C316DEE}" presName="AccentHold2" presStyleLbl="node1" presStyleIdx="17" presStyleCnt="19"/>
      <dgm:spPr/>
    </dgm:pt>
    <dgm:pt modelId="{2D361F53-A908-4029-B2B9-78949E544A8A}" type="pres">
      <dgm:prSet presAssocID="{92EAAF9D-406D-4A83-A1B3-E4019C316DEE}" presName="Accent16" presStyleCnt="0"/>
      <dgm:spPr/>
    </dgm:pt>
    <dgm:pt modelId="{DEEE149B-DA11-4C04-9249-DE4E16FDE7DD}" type="pres">
      <dgm:prSet presAssocID="{92EAAF9D-406D-4A83-A1B3-E4019C316DEE}" presName="AccentHold3" presStyleLbl="node1" presStyleIdx="18" presStyleCnt="19"/>
      <dgm:spPr/>
    </dgm:pt>
  </dgm:ptLst>
  <dgm:cxnLst>
    <dgm:cxn modelId="{BDB37101-7FCE-45B1-A8C9-8C55420219AA}" type="presOf" srcId="{42D71409-67F9-455C-8C6D-716D284AAA6B}" destId="{D56B7487-DB96-458C-A13C-F9181F732A91}" srcOrd="0" destOrd="0" presId="urn:microsoft.com/office/officeart/2009/3/layout/CircleRelationship"/>
    <dgm:cxn modelId="{FFF74E03-31D9-41FB-924C-F3DCDBF13372}" srcId="{42D71409-67F9-455C-8C6D-716D284AAA6B}" destId="{92EAAF9D-406D-4A83-A1B3-E4019C316DEE}" srcOrd="4" destOrd="0" parTransId="{DEF65E7B-BC34-480F-A040-F42666815C1D}" sibTransId="{80C1EE3C-3C68-4AD8-B7EB-77C6DF1FAE50}"/>
    <dgm:cxn modelId="{FD0D0812-3766-4422-AB8F-58752BCDBE07}" srcId="{42D71409-67F9-455C-8C6D-716D284AAA6B}" destId="{932A6641-B47E-48FC-963F-311CBB9F360A}" srcOrd="2" destOrd="0" parTransId="{BCC541E2-3A60-4FA0-82BC-A407780EE7DB}" sibTransId="{0E70FA36-C3C7-4A08-A69A-A16BAA6AE9D9}"/>
    <dgm:cxn modelId="{8F67081F-64C8-49DD-82C3-5B93B524DB08}" type="presOf" srcId="{932A6641-B47E-48FC-963F-311CBB9F360A}" destId="{DB9E49D5-FFED-4BB7-8031-8477F2DAACC2}" srcOrd="0" destOrd="0" presId="urn:microsoft.com/office/officeart/2009/3/layout/CircleRelationship"/>
    <dgm:cxn modelId="{2AA9C11F-1F1D-428E-801A-47EAA766C99D}" srcId="{B9C32B05-62EA-407A-B21C-2310C7945705}" destId="{42D71409-67F9-455C-8C6D-716D284AAA6B}" srcOrd="0" destOrd="0" parTransId="{51680ED1-AF6E-4B28-AE94-92B0EFB0DF7D}" sibTransId="{478B7D3C-9FB4-4BC6-90AC-49960560DECD}"/>
    <dgm:cxn modelId="{A48A2D33-4A47-4517-A7A4-26878B511DD4}" srcId="{42D71409-67F9-455C-8C6D-716D284AAA6B}" destId="{F157024A-F325-4B04-876C-7631430CD8B8}" srcOrd="3" destOrd="0" parTransId="{084F8FD6-CAC7-4D0E-8D6F-34C953D0A8B5}" sibTransId="{C5411E0A-9D82-4429-8DDC-A5ECA6FFA10D}"/>
    <dgm:cxn modelId="{864D626C-8745-44ED-B9F5-C00320FF93FE}" type="presOf" srcId="{8EA7219F-BDB2-48EB-9EEB-3133522D132E}" destId="{B336ACE6-EEB4-4094-A509-29741EB40031}" srcOrd="0" destOrd="0" presId="urn:microsoft.com/office/officeart/2009/3/layout/CircleRelationship"/>
    <dgm:cxn modelId="{E3025F89-EE6F-452C-8B1B-1D9516883241}" type="presOf" srcId="{92EAAF9D-406D-4A83-A1B3-E4019C316DEE}" destId="{89D8D69A-F6A1-4255-A954-076C19C41169}" srcOrd="0" destOrd="0" presId="urn:microsoft.com/office/officeart/2009/3/layout/CircleRelationship"/>
    <dgm:cxn modelId="{B7AF1C8D-6EFB-4840-B6BB-4C1ECE341473}" type="presOf" srcId="{B9C32B05-62EA-407A-B21C-2310C7945705}" destId="{10C61313-08C8-4E76-AE10-222DBD7C8A26}" srcOrd="0" destOrd="0" presId="urn:microsoft.com/office/officeart/2009/3/layout/CircleRelationship"/>
    <dgm:cxn modelId="{331C6A92-C0BF-4579-9F70-27DE2366F950}" type="presOf" srcId="{F157024A-F325-4B04-876C-7631430CD8B8}" destId="{E24FF6D2-A98F-4420-B6E6-57B5FF90C767}" srcOrd="0" destOrd="0" presId="urn:microsoft.com/office/officeart/2009/3/layout/CircleRelationship"/>
    <dgm:cxn modelId="{9DA244A5-BBDA-4C60-8E40-B942610983A4}" type="presOf" srcId="{3AF880A5-0F00-4315-A5DF-1FE656798601}" destId="{AE5A6287-B969-424A-B702-B31203470799}" srcOrd="0" destOrd="0" presId="urn:microsoft.com/office/officeart/2009/3/layout/CircleRelationship"/>
    <dgm:cxn modelId="{24F8CBE2-5003-4E69-A772-6B98F2B05181}" srcId="{42D71409-67F9-455C-8C6D-716D284AAA6B}" destId="{3AF880A5-0F00-4315-A5DF-1FE656798601}" srcOrd="1" destOrd="0" parTransId="{A13BB1F9-5857-4B43-8BF5-6589AA2CB759}" sibTransId="{C198C41D-2640-4669-83ED-E0CD35701C8E}"/>
    <dgm:cxn modelId="{58AD7EEF-D408-406B-87EE-4691D4C30668}" srcId="{42D71409-67F9-455C-8C6D-716D284AAA6B}" destId="{8EA7219F-BDB2-48EB-9EEB-3133522D132E}" srcOrd="0" destOrd="0" parTransId="{3EE8403A-CB7C-4815-85BD-AEBCAEB71B37}" sibTransId="{C94B7947-85DC-4B21-BB99-DF8438356F98}"/>
    <dgm:cxn modelId="{A9CB6EAC-65EC-4A24-8CD3-16B0B6E339EE}" type="presParOf" srcId="{10C61313-08C8-4E76-AE10-222DBD7C8A26}" destId="{D56B7487-DB96-458C-A13C-F9181F732A91}" srcOrd="0" destOrd="0" presId="urn:microsoft.com/office/officeart/2009/3/layout/CircleRelationship"/>
    <dgm:cxn modelId="{A2359140-6E1B-421C-AC75-CDA5E34142E1}" type="presParOf" srcId="{10C61313-08C8-4E76-AE10-222DBD7C8A26}" destId="{AFCA2E8F-309C-4E63-AF06-41F5EA657CF5}" srcOrd="1" destOrd="0" presId="urn:microsoft.com/office/officeart/2009/3/layout/CircleRelationship"/>
    <dgm:cxn modelId="{91B4FB7B-4B59-42A5-A048-D0A77597C98A}" type="presParOf" srcId="{10C61313-08C8-4E76-AE10-222DBD7C8A26}" destId="{970DE882-CE27-4644-B9B5-3D51CAF3EF17}" srcOrd="2" destOrd="0" presId="urn:microsoft.com/office/officeart/2009/3/layout/CircleRelationship"/>
    <dgm:cxn modelId="{F755B990-C9C0-41A3-AB05-7A86F7124C0D}" type="presParOf" srcId="{10C61313-08C8-4E76-AE10-222DBD7C8A26}" destId="{A6A9B69A-8B7D-40E7-879B-FF56A51DB16A}" srcOrd="3" destOrd="0" presId="urn:microsoft.com/office/officeart/2009/3/layout/CircleRelationship"/>
    <dgm:cxn modelId="{B4E61C65-CACA-46C9-8C55-C5AA68FFE336}" type="presParOf" srcId="{10C61313-08C8-4E76-AE10-222DBD7C8A26}" destId="{9E77AEA7-494E-46A8-9455-0CA434F44357}" srcOrd="4" destOrd="0" presId="urn:microsoft.com/office/officeart/2009/3/layout/CircleRelationship"/>
    <dgm:cxn modelId="{DFB88A0E-462B-4324-9E93-6FE9E27EEB1E}" type="presParOf" srcId="{10C61313-08C8-4E76-AE10-222DBD7C8A26}" destId="{35D897C7-193A-4333-894E-E8981042C6E1}" srcOrd="5" destOrd="0" presId="urn:microsoft.com/office/officeart/2009/3/layout/CircleRelationship"/>
    <dgm:cxn modelId="{3375C509-4DF5-4AE7-AA04-FB26048DEBE4}" type="presParOf" srcId="{10C61313-08C8-4E76-AE10-222DBD7C8A26}" destId="{B336ACE6-EEB4-4094-A509-29741EB40031}" srcOrd="6" destOrd="0" presId="urn:microsoft.com/office/officeart/2009/3/layout/CircleRelationship"/>
    <dgm:cxn modelId="{345A8C68-BC34-403F-88BF-0B3B9DF47D58}" type="presParOf" srcId="{10C61313-08C8-4E76-AE10-222DBD7C8A26}" destId="{2EED8ED2-4697-49CD-91E2-117FA7E28335}" srcOrd="7" destOrd="0" presId="urn:microsoft.com/office/officeart/2009/3/layout/CircleRelationship"/>
    <dgm:cxn modelId="{F8EC19ED-603F-4F26-8700-1CA406763696}" type="presParOf" srcId="{2EED8ED2-4697-49CD-91E2-117FA7E28335}" destId="{EDB47510-FFF9-4862-B91A-FDD089E6AD9E}" srcOrd="0" destOrd="0" presId="urn:microsoft.com/office/officeart/2009/3/layout/CircleRelationship"/>
    <dgm:cxn modelId="{8769F32F-AA5D-4C5C-9FDA-E8A28406771B}" type="presParOf" srcId="{10C61313-08C8-4E76-AE10-222DBD7C8A26}" destId="{D1D1D374-6496-4000-BA46-C6ADED2EC5FF}" srcOrd="8" destOrd="0" presId="urn:microsoft.com/office/officeart/2009/3/layout/CircleRelationship"/>
    <dgm:cxn modelId="{DCA5F723-C7C5-4CFD-A99A-DD4159A3ADEE}" type="presParOf" srcId="{D1D1D374-6496-4000-BA46-C6ADED2EC5FF}" destId="{ED668CFA-5CF9-4BC1-8982-2DD944CA13B8}" srcOrd="0" destOrd="0" presId="urn:microsoft.com/office/officeart/2009/3/layout/CircleRelationship"/>
    <dgm:cxn modelId="{FE72D50C-1DED-483F-9BFD-EE3BE24A4894}" type="presParOf" srcId="{10C61313-08C8-4E76-AE10-222DBD7C8A26}" destId="{AE5A6287-B969-424A-B702-B31203470799}" srcOrd="9" destOrd="0" presId="urn:microsoft.com/office/officeart/2009/3/layout/CircleRelationship"/>
    <dgm:cxn modelId="{92B423EB-D1CF-432C-9003-FBCD5CBF7423}" type="presParOf" srcId="{10C61313-08C8-4E76-AE10-222DBD7C8A26}" destId="{2D2CC20C-8DDE-47A3-8215-62E81A676B4C}" srcOrd="10" destOrd="0" presId="urn:microsoft.com/office/officeart/2009/3/layout/CircleRelationship"/>
    <dgm:cxn modelId="{857A61CB-0E87-4DC1-8BEF-297F824F3ACC}" type="presParOf" srcId="{2D2CC20C-8DDE-47A3-8215-62E81A676B4C}" destId="{A3695590-AB5E-4228-B1BE-A24097C5F3F6}" srcOrd="0" destOrd="0" presId="urn:microsoft.com/office/officeart/2009/3/layout/CircleRelationship"/>
    <dgm:cxn modelId="{18BFE925-98E1-48BC-A068-DA97EACFA1C0}" type="presParOf" srcId="{10C61313-08C8-4E76-AE10-222DBD7C8A26}" destId="{67535EC6-485F-46F4-B9C9-B4AFBBCA635D}" srcOrd="11" destOrd="0" presId="urn:microsoft.com/office/officeart/2009/3/layout/CircleRelationship"/>
    <dgm:cxn modelId="{44075B2C-6D87-40D3-BAF8-AAB187262554}" type="presParOf" srcId="{67535EC6-485F-46F4-B9C9-B4AFBBCA635D}" destId="{1549BCE3-E5E1-430F-8529-C37B4681071F}" srcOrd="0" destOrd="0" presId="urn:microsoft.com/office/officeart/2009/3/layout/CircleRelationship"/>
    <dgm:cxn modelId="{5E65F420-85EB-429B-B3D6-3557E5F0D11E}" type="presParOf" srcId="{10C61313-08C8-4E76-AE10-222DBD7C8A26}" destId="{B6E0281B-FF70-4EDA-8CF1-0EF70881AC5F}" srcOrd="12" destOrd="0" presId="urn:microsoft.com/office/officeart/2009/3/layout/CircleRelationship"/>
    <dgm:cxn modelId="{7290956F-2FE5-4575-A6E2-95B0F5348678}" type="presParOf" srcId="{B6E0281B-FF70-4EDA-8CF1-0EF70881AC5F}" destId="{B25A3DAD-4A20-4567-A501-E66B586DF45E}" srcOrd="0" destOrd="0" presId="urn:microsoft.com/office/officeart/2009/3/layout/CircleRelationship"/>
    <dgm:cxn modelId="{1078EFFE-BF1F-4B21-82A2-DF30DB5698AA}" type="presParOf" srcId="{10C61313-08C8-4E76-AE10-222DBD7C8A26}" destId="{DB9E49D5-FFED-4BB7-8031-8477F2DAACC2}" srcOrd="13" destOrd="0" presId="urn:microsoft.com/office/officeart/2009/3/layout/CircleRelationship"/>
    <dgm:cxn modelId="{0166A516-79F5-41F2-A35F-25361EB53784}" type="presParOf" srcId="{10C61313-08C8-4E76-AE10-222DBD7C8A26}" destId="{9F47879A-0722-4DFC-A93A-9EA1CD923E28}" srcOrd="14" destOrd="0" presId="urn:microsoft.com/office/officeart/2009/3/layout/CircleRelationship"/>
    <dgm:cxn modelId="{1BCBA593-8ABF-4EE7-9C67-A8B241425F03}" type="presParOf" srcId="{9F47879A-0722-4DFC-A93A-9EA1CD923E28}" destId="{7E8860F2-B442-4DFB-8775-7D445A298575}" srcOrd="0" destOrd="0" presId="urn:microsoft.com/office/officeart/2009/3/layout/CircleRelationship"/>
    <dgm:cxn modelId="{CDD73821-314C-4A88-A256-4B0A5A651A35}" type="presParOf" srcId="{10C61313-08C8-4E76-AE10-222DBD7C8A26}" destId="{E24FF6D2-A98F-4420-B6E6-57B5FF90C767}" srcOrd="15" destOrd="0" presId="urn:microsoft.com/office/officeart/2009/3/layout/CircleRelationship"/>
    <dgm:cxn modelId="{DCF2B26A-17C8-4FEA-B18E-B970AAEAAE4A}" type="presParOf" srcId="{10C61313-08C8-4E76-AE10-222DBD7C8A26}" destId="{55770649-A170-4A50-BA12-B3D22CDA12CB}" srcOrd="16" destOrd="0" presId="urn:microsoft.com/office/officeart/2009/3/layout/CircleRelationship"/>
    <dgm:cxn modelId="{0173453B-F8FC-4714-A3DD-03A293469FEC}" type="presParOf" srcId="{55770649-A170-4A50-BA12-B3D22CDA12CB}" destId="{CE832A80-4DC6-4600-8B77-32A4D8E90CEF}" srcOrd="0" destOrd="0" presId="urn:microsoft.com/office/officeart/2009/3/layout/CircleRelationship"/>
    <dgm:cxn modelId="{685A0DEA-511C-4FC4-B5DE-F216F1442995}" type="presParOf" srcId="{10C61313-08C8-4E76-AE10-222DBD7C8A26}" destId="{89D8D69A-F6A1-4255-A954-076C19C41169}" srcOrd="17" destOrd="0" presId="urn:microsoft.com/office/officeart/2009/3/layout/CircleRelationship"/>
    <dgm:cxn modelId="{1E273100-998A-4831-AB63-BE3D0E753DF4}" type="presParOf" srcId="{10C61313-08C8-4E76-AE10-222DBD7C8A26}" destId="{CCCA4F24-C567-4421-9462-6C5DB5D9371B}" srcOrd="18" destOrd="0" presId="urn:microsoft.com/office/officeart/2009/3/layout/CircleRelationship"/>
    <dgm:cxn modelId="{33C4048E-9C9C-4261-965E-72BE0BDDB18D}" type="presParOf" srcId="{CCCA4F24-C567-4421-9462-6C5DB5D9371B}" destId="{5B32ED89-BD21-490F-A34C-9C47466353DC}" srcOrd="0" destOrd="0" presId="urn:microsoft.com/office/officeart/2009/3/layout/CircleRelationship"/>
    <dgm:cxn modelId="{4317C55C-2584-47AB-B028-1393C8EF2369}" type="presParOf" srcId="{10C61313-08C8-4E76-AE10-222DBD7C8A26}" destId="{2D361F53-A908-4029-B2B9-78949E544A8A}" srcOrd="19" destOrd="0" presId="urn:microsoft.com/office/officeart/2009/3/layout/CircleRelationship"/>
    <dgm:cxn modelId="{81FE8915-F4CD-4203-B4DC-C9BBDF6B0EE6}" type="presParOf" srcId="{2D361F53-A908-4029-B2B9-78949E544A8A}" destId="{DEEE149B-DA11-4C04-9249-DE4E16FDE7DD}" srcOrd="0" destOrd="0" presId="urn:microsoft.com/office/officeart/2009/3/layout/CircleRelationship"/>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12.xml><?xml version="1.0" encoding="utf-8"?>
<dgm:dataModel xmlns:dgm="http://schemas.openxmlformats.org/drawingml/2006/diagram" xmlns:a="http://schemas.openxmlformats.org/drawingml/2006/main">
  <dgm:ptLst>
    <dgm:pt modelId="{B9C32B05-62EA-407A-B21C-2310C7945705}" type="doc">
      <dgm:prSet loTypeId="urn:microsoft.com/office/officeart/2005/8/layout/funnel1" loCatId="relationship" qsTypeId="urn:microsoft.com/office/officeart/2005/8/quickstyle/simple4" qsCatId="simple" csTypeId="urn:microsoft.com/office/officeart/2005/8/colors/colorful1" csCatId="colorful" phldr="1"/>
      <dgm:spPr/>
      <dgm:t>
        <a:bodyPr/>
        <a:lstStyle/>
        <a:p>
          <a:endParaRPr lang="en-US"/>
        </a:p>
      </dgm:t>
    </dgm:pt>
    <dgm:pt modelId="{3AF880A5-0F00-4315-A5DF-1FE656798601}">
      <dgm:prSet phldrT="[Text]"/>
      <dgm:spPr/>
      <dgm:t>
        <a:bodyPr/>
        <a:lstStyle/>
        <a:p>
          <a:r>
            <a:rPr lang="en-US" dirty="0"/>
            <a:t>Some text here</a:t>
          </a:r>
        </a:p>
      </dgm:t>
    </dgm:pt>
    <dgm:pt modelId="{A13BB1F9-5857-4B43-8BF5-6589AA2CB759}" type="parTrans" cxnId="{24F8CBE2-5003-4E69-A772-6B98F2B05181}">
      <dgm:prSet/>
      <dgm:spPr/>
      <dgm:t>
        <a:bodyPr/>
        <a:lstStyle/>
        <a:p>
          <a:endParaRPr lang="en-US"/>
        </a:p>
      </dgm:t>
    </dgm:pt>
    <dgm:pt modelId="{C198C41D-2640-4669-83ED-E0CD35701C8E}" type="sibTrans" cxnId="{24F8CBE2-5003-4E69-A772-6B98F2B05181}">
      <dgm:prSet/>
      <dgm:spPr/>
      <dgm:t>
        <a:bodyPr/>
        <a:lstStyle/>
        <a:p>
          <a:endParaRPr lang="en-US"/>
        </a:p>
      </dgm:t>
    </dgm:pt>
    <dgm:pt modelId="{8EA7219F-BDB2-48EB-9EEB-3133522D132E}">
      <dgm:prSet phldrT="[Text]"/>
      <dgm:spPr/>
      <dgm:t>
        <a:bodyPr/>
        <a:lstStyle/>
        <a:p>
          <a:r>
            <a:rPr lang="en-US" dirty="0"/>
            <a:t>Some text here</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932A6641-B47E-48FC-963F-311CBB9F360A}">
      <dgm:prSet phldrT="[Text]"/>
      <dgm:spPr/>
      <dgm:t>
        <a:bodyPr/>
        <a:lstStyle/>
        <a:p>
          <a:r>
            <a:rPr lang="en-US"/>
            <a:t>Lorem Ipsum</a:t>
          </a:r>
          <a:endParaRPr lang="en-US" dirty="0"/>
        </a:p>
      </dgm:t>
    </dgm:pt>
    <dgm:pt modelId="{BCC541E2-3A60-4FA0-82BC-A407780EE7DB}" type="parTrans" cxnId="{FD0D0812-3766-4422-AB8F-58752BCDBE07}">
      <dgm:prSet/>
      <dgm:spPr/>
      <dgm:t>
        <a:bodyPr/>
        <a:lstStyle/>
        <a:p>
          <a:endParaRPr lang="en-US"/>
        </a:p>
      </dgm:t>
    </dgm:pt>
    <dgm:pt modelId="{0E70FA36-C3C7-4A08-A69A-A16BAA6AE9D9}" type="sibTrans" cxnId="{FD0D0812-3766-4422-AB8F-58752BCDBE07}">
      <dgm:prSet/>
      <dgm:spPr/>
      <dgm:t>
        <a:bodyPr/>
        <a:lstStyle/>
        <a:p>
          <a:endParaRPr lang="en-US"/>
        </a:p>
      </dgm:t>
    </dgm:pt>
    <dgm:pt modelId="{92EAAF9D-406D-4A83-A1B3-E4019C316DEE}">
      <dgm:prSet phldrT="[Text]"/>
      <dgm:spPr/>
      <dgm:t>
        <a:bodyPr/>
        <a:lstStyle/>
        <a:p>
          <a:r>
            <a:rPr lang="en-US" dirty="0"/>
            <a:t>Some text here</a:t>
          </a:r>
        </a:p>
      </dgm:t>
    </dgm:pt>
    <dgm:pt modelId="{DEF65E7B-BC34-480F-A040-F42666815C1D}" type="parTrans" cxnId="{FFF74E03-31D9-41FB-924C-F3DCDBF13372}">
      <dgm:prSet/>
      <dgm:spPr/>
      <dgm:t>
        <a:bodyPr/>
        <a:lstStyle/>
        <a:p>
          <a:endParaRPr lang="en-US"/>
        </a:p>
      </dgm:t>
    </dgm:pt>
    <dgm:pt modelId="{80C1EE3C-3C68-4AD8-B7EB-77C6DF1FAE50}" type="sibTrans" cxnId="{FFF74E03-31D9-41FB-924C-F3DCDBF13372}">
      <dgm:prSet/>
      <dgm:spPr/>
      <dgm:t>
        <a:bodyPr/>
        <a:lstStyle/>
        <a:p>
          <a:endParaRPr lang="en-US"/>
        </a:p>
      </dgm:t>
    </dgm:pt>
    <dgm:pt modelId="{27005149-6DC3-45E4-8F46-95E56F5CBB38}">
      <dgm:prSet phldrT="[Text]"/>
      <dgm:spPr/>
      <dgm:t>
        <a:bodyPr/>
        <a:lstStyle/>
        <a:p>
          <a:r>
            <a:rPr lang="en-US" dirty="0"/>
            <a:t>Some text here</a:t>
          </a:r>
        </a:p>
      </dgm:t>
    </dgm:pt>
    <dgm:pt modelId="{ED33CBC5-F933-4BFD-8DAD-7599F90205D8}" type="parTrans" cxnId="{BAA9291E-D17C-48DC-816C-226F2297D32D}">
      <dgm:prSet/>
      <dgm:spPr/>
      <dgm:t>
        <a:bodyPr/>
        <a:lstStyle/>
        <a:p>
          <a:endParaRPr lang="en-US"/>
        </a:p>
      </dgm:t>
    </dgm:pt>
    <dgm:pt modelId="{9618984E-F071-4AAF-88CA-88AD3C37BCA6}" type="sibTrans" cxnId="{BAA9291E-D17C-48DC-816C-226F2297D32D}">
      <dgm:prSet/>
      <dgm:spPr/>
      <dgm:t>
        <a:bodyPr/>
        <a:lstStyle/>
        <a:p>
          <a:endParaRPr lang="en-US"/>
        </a:p>
      </dgm:t>
    </dgm:pt>
    <dgm:pt modelId="{54A10F5D-C417-4F97-8612-CE684295DDDD}">
      <dgm:prSet phldrT="[Text]"/>
      <dgm:spPr/>
      <dgm:t>
        <a:bodyPr/>
        <a:lstStyle/>
        <a:p>
          <a:r>
            <a:rPr lang="en-US"/>
            <a:t>Some </a:t>
          </a:r>
          <a:r>
            <a:rPr lang="en-US" dirty="0"/>
            <a:t>text here</a:t>
          </a:r>
        </a:p>
      </dgm:t>
    </dgm:pt>
    <dgm:pt modelId="{8ABDAA28-1E03-411B-BC21-8D931DE3C43E}" type="parTrans" cxnId="{517AFA30-BB19-43D1-84E3-E6B4C9B9E30A}">
      <dgm:prSet/>
      <dgm:spPr/>
      <dgm:t>
        <a:bodyPr/>
        <a:lstStyle/>
        <a:p>
          <a:endParaRPr lang="en-US"/>
        </a:p>
      </dgm:t>
    </dgm:pt>
    <dgm:pt modelId="{60811977-1F2E-41FC-8E06-EBD37DD18733}" type="sibTrans" cxnId="{517AFA30-BB19-43D1-84E3-E6B4C9B9E30A}">
      <dgm:prSet/>
      <dgm:spPr/>
      <dgm:t>
        <a:bodyPr/>
        <a:lstStyle/>
        <a:p>
          <a:endParaRPr lang="en-US"/>
        </a:p>
      </dgm:t>
    </dgm:pt>
    <dgm:pt modelId="{B8006393-68CF-4ABA-96E1-EE30D5AF7883}" type="pres">
      <dgm:prSet presAssocID="{B9C32B05-62EA-407A-B21C-2310C7945705}" presName="Name0" presStyleCnt="0">
        <dgm:presLayoutVars>
          <dgm:chMax val="4"/>
          <dgm:resizeHandles val="exact"/>
        </dgm:presLayoutVars>
      </dgm:prSet>
      <dgm:spPr/>
    </dgm:pt>
    <dgm:pt modelId="{9850BAC9-2AF6-4DB9-B1DB-5C9991F75A58}" type="pres">
      <dgm:prSet presAssocID="{B9C32B05-62EA-407A-B21C-2310C7945705}" presName="ellipse" presStyleLbl="trBgShp" presStyleIdx="0" presStyleCnt="1"/>
      <dgm:spPr/>
    </dgm:pt>
    <dgm:pt modelId="{AB10ECFE-3E3F-4614-8546-7E715E54C405}" type="pres">
      <dgm:prSet presAssocID="{B9C32B05-62EA-407A-B21C-2310C7945705}" presName="arrow1" presStyleLbl="fgShp" presStyleIdx="0" presStyleCnt="1"/>
      <dgm:spPr/>
    </dgm:pt>
    <dgm:pt modelId="{2D801CD3-F601-42FA-B413-538CF929466A}" type="pres">
      <dgm:prSet presAssocID="{B9C32B05-62EA-407A-B21C-2310C7945705}" presName="rectangle" presStyleLbl="revTx" presStyleIdx="0" presStyleCnt="1">
        <dgm:presLayoutVars>
          <dgm:bulletEnabled val="1"/>
        </dgm:presLayoutVars>
      </dgm:prSet>
      <dgm:spPr/>
    </dgm:pt>
    <dgm:pt modelId="{6D794C03-046D-4B2B-9C9A-63FDE76F2D1A}" type="pres">
      <dgm:prSet presAssocID="{54A10F5D-C417-4F97-8612-CE684295DDDD}" presName="item1" presStyleLbl="node1" presStyleIdx="0" presStyleCnt="3">
        <dgm:presLayoutVars>
          <dgm:bulletEnabled val="1"/>
        </dgm:presLayoutVars>
      </dgm:prSet>
      <dgm:spPr/>
    </dgm:pt>
    <dgm:pt modelId="{978718FD-D9BC-402B-BB74-03371047D615}" type="pres">
      <dgm:prSet presAssocID="{3AF880A5-0F00-4315-A5DF-1FE656798601}" presName="item2" presStyleLbl="node1" presStyleIdx="1" presStyleCnt="3">
        <dgm:presLayoutVars>
          <dgm:bulletEnabled val="1"/>
        </dgm:presLayoutVars>
      </dgm:prSet>
      <dgm:spPr/>
    </dgm:pt>
    <dgm:pt modelId="{B90201F1-428B-44D0-8F51-0865DF989AA3}" type="pres">
      <dgm:prSet presAssocID="{932A6641-B47E-48FC-963F-311CBB9F360A}" presName="item3" presStyleLbl="node1" presStyleIdx="2" presStyleCnt="3">
        <dgm:presLayoutVars>
          <dgm:bulletEnabled val="1"/>
        </dgm:presLayoutVars>
      </dgm:prSet>
      <dgm:spPr/>
    </dgm:pt>
    <dgm:pt modelId="{E565AD71-908A-43E3-9B7C-4658B85D3C72}" type="pres">
      <dgm:prSet presAssocID="{B9C32B05-62EA-407A-B21C-2310C7945705}" presName="funnel" presStyleLbl="trAlignAcc1" presStyleIdx="0" presStyleCnt="1"/>
      <dgm:spPr/>
    </dgm:pt>
  </dgm:ptLst>
  <dgm:cxnLst>
    <dgm:cxn modelId="{FFF74E03-31D9-41FB-924C-F3DCDBF13372}" srcId="{932A6641-B47E-48FC-963F-311CBB9F360A}" destId="{92EAAF9D-406D-4A83-A1B3-E4019C316DEE}" srcOrd="1" destOrd="0" parTransId="{DEF65E7B-BC34-480F-A040-F42666815C1D}" sibTransId="{80C1EE3C-3C68-4AD8-B7EB-77C6DF1FAE50}"/>
    <dgm:cxn modelId="{B5846804-F7D9-4186-BB51-A0C1F2730326}" type="presOf" srcId="{54A10F5D-C417-4F97-8612-CE684295DDDD}" destId="{978718FD-D9BC-402B-BB74-03371047D615}" srcOrd="0" destOrd="0" presId="urn:microsoft.com/office/officeart/2005/8/layout/funnel1"/>
    <dgm:cxn modelId="{FD0D0812-3766-4422-AB8F-58752BCDBE07}" srcId="{B9C32B05-62EA-407A-B21C-2310C7945705}" destId="{932A6641-B47E-48FC-963F-311CBB9F360A}" srcOrd="3" destOrd="0" parTransId="{BCC541E2-3A60-4FA0-82BC-A407780EE7DB}" sibTransId="{0E70FA36-C3C7-4A08-A69A-A16BAA6AE9D9}"/>
    <dgm:cxn modelId="{BAA9291E-D17C-48DC-816C-226F2297D32D}" srcId="{932A6641-B47E-48FC-963F-311CBB9F360A}" destId="{27005149-6DC3-45E4-8F46-95E56F5CBB38}" srcOrd="0" destOrd="0" parTransId="{ED33CBC5-F933-4BFD-8DAD-7599F90205D8}" sibTransId="{9618984E-F071-4AAF-88CA-88AD3C37BCA6}"/>
    <dgm:cxn modelId="{9319732D-0CE7-467A-8505-10531194DAAF}" type="presOf" srcId="{B9C32B05-62EA-407A-B21C-2310C7945705}" destId="{B8006393-68CF-4ABA-96E1-EE30D5AF7883}" srcOrd="0" destOrd="0" presId="urn:microsoft.com/office/officeart/2005/8/layout/funnel1"/>
    <dgm:cxn modelId="{517AFA30-BB19-43D1-84E3-E6B4C9B9E30A}" srcId="{B9C32B05-62EA-407A-B21C-2310C7945705}" destId="{54A10F5D-C417-4F97-8612-CE684295DDDD}" srcOrd="1" destOrd="0" parTransId="{8ABDAA28-1E03-411B-BC21-8D931DE3C43E}" sibTransId="{60811977-1F2E-41FC-8E06-EBD37DD18733}"/>
    <dgm:cxn modelId="{08A6028E-47F5-43E5-94B2-52F74B591447}" type="presOf" srcId="{27005149-6DC3-45E4-8F46-95E56F5CBB38}" destId="{2D801CD3-F601-42FA-B413-538CF929466A}" srcOrd="0" destOrd="1" presId="urn:microsoft.com/office/officeart/2005/8/layout/funnel1"/>
    <dgm:cxn modelId="{D51F988F-60C3-482D-ADA9-126E87F2AE4C}" type="presOf" srcId="{8EA7219F-BDB2-48EB-9EEB-3133522D132E}" destId="{B90201F1-428B-44D0-8F51-0865DF989AA3}" srcOrd="0" destOrd="0" presId="urn:microsoft.com/office/officeart/2005/8/layout/funnel1"/>
    <dgm:cxn modelId="{EE31B8C4-8797-4114-A7FF-CCA9EE3ED0EB}" type="presOf" srcId="{932A6641-B47E-48FC-963F-311CBB9F360A}" destId="{2D801CD3-F601-42FA-B413-538CF929466A}" srcOrd="0" destOrd="0" presId="urn:microsoft.com/office/officeart/2005/8/layout/funnel1"/>
    <dgm:cxn modelId="{49B0E2D8-2163-408D-96BB-4835CD23C5E3}" type="presOf" srcId="{3AF880A5-0F00-4315-A5DF-1FE656798601}" destId="{6D794C03-046D-4B2B-9C9A-63FDE76F2D1A}" srcOrd="0" destOrd="0" presId="urn:microsoft.com/office/officeart/2005/8/layout/funnel1"/>
    <dgm:cxn modelId="{24F8CBE2-5003-4E69-A772-6B98F2B05181}" srcId="{B9C32B05-62EA-407A-B21C-2310C7945705}" destId="{3AF880A5-0F00-4315-A5DF-1FE656798601}" srcOrd="2" destOrd="0" parTransId="{A13BB1F9-5857-4B43-8BF5-6589AA2CB759}" sibTransId="{C198C41D-2640-4669-83ED-E0CD35701C8E}"/>
    <dgm:cxn modelId="{58AD7EEF-D408-406B-87EE-4691D4C30668}" srcId="{B9C32B05-62EA-407A-B21C-2310C7945705}" destId="{8EA7219F-BDB2-48EB-9EEB-3133522D132E}" srcOrd="0" destOrd="0" parTransId="{3EE8403A-CB7C-4815-85BD-AEBCAEB71B37}" sibTransId="{C94B7947-85DC-4B21-BB99-DF8438356F98}"/>
    <dgm:cxn modelId="{9224D2FB-44AA-46AF-A2E6-DA6DBA9E0EE2}" type="presOf" srcId="{92EAAF9D-406D-4A83-A1B3-E4019C316DEE}" destId="{2D801CD3-F601-42FA-B413-538CF929466A}" srcOrd="0" destOrd="2" presId="urn:microsoft.com/office/officeart/2005/8/layout/funnel1"/>
    <dgm:cxn modelId="{AF497A29-03D1-4B81-8454-0A7FA1DB5594}" type="presParOf" srcId="{B8006393-68CF-4ABA-96E1-EE30D5AF7883}" destId="{9850BAC9-2AF6-4DB9-B1DB-5C9991F75A58}" srcOrd="0" destOrd="0" presId="urn:microsoft.com/office/officeart/2005/8/layout/funnel1"/>
    <dgm:cxn modelId="{A95A49B7-B72A-4DCE-ABE7-B9C6519E9EA7}" type="presParOf" srcId="{B8006393-68CF-4ABA-96E1-EE30D5AF7883}" destId="{AB10ECFE-3E3F-4614-8546-7E715E54C405}" srcOrd="1" destOrd="0" presId="urn:microsoft.com/office/officeart/2005/8/layout/funnel1"/>
    <dgm:cxn modelId="{CD2CEE4E-8498-4734-9A96-09E610A933FE}" type="presParOf" srcId="{B8006393-68CF-4ABA-96E1-EE30D5AF7883}" destId="{2D801CD3-F601-42FA-B413-538CF929466A}" srcOrd="2" destOrd="0" presId="urn:microsoft.com/office/officeart/2005/8/layout/funnel1"/>
    <dgm:cxn modelId="{4774AAEA-2D58-4465-A767-5D4CB49CF04C}" type="presParOf" srcId="{B8006393-68CF-4ABA-96E1-EE30D5AF7883}" destId="{6D794C03-046D-4B2B-9C9A-63FDE76F2D1A}" srcOrd="3" destOrd="0" presId="urn:microsoft.com/office/officeart/2005/8/layout/funnel1"/>
    <dgm:cxn modelId="{11089812-4173-48DB-A429-EC4A3F6C1B85}" type="presParOf" srcId="{B8006393-68CF-4ABA-96E1-EE30D5AF7883}" destId="{978718FD-D9BC-402B-BB74-03371047D615}" srcOrd="4" destOrd="0" presId="urn:microsoft.com/office/officeart/2005/8/layout/funnel1"/>
    <dgm:cxn modelId="{674FE400-535D-4EBC-837C-37BA2F0D1D8B}" type="presParOf" srcId="{B8006393-68CF-4ABA-96E1-EE30D5AF7883}" destId="{B90201F1-428B-44D0-8F51-0865DF989AA3}" srcOrd="5" destOrd="0" presId="urn:microsoft.com/office/officeart/2005/8/layout/funnel1"/>
    <dgm:cxn modelId="{13231308-0E65-4860-932B-3BC3FB698181}" type="presParOf" srcId="{B8006393-68CF-4ABA-96E1-EE30D5AF7883}" destId="{E565AD71-908A-43E3-9B7C-4658B85D3C72}" srcOrd="6" destOrd="0" presId="urn:microsoft.com/office/officeart/2005/8/layout/funnel1"/>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13.xml><?xml version="1.0" encoding="utf-8"?>
<dgm:dataModel xmlns:dgm="http://schemas.openxmlformats.org/drawingml/2006/diagram" xmlns:a="http://schemas.openxmlformats.org/drawingml/2006/main">
  <dgm:ptLst>
    <dgm:pt modelId="{B9C32B05-62EA-407A-B21C-2310C7945705}" type="doc">
      <dgm:prSet loTypeId="urn:microsoft.com/office/officeart/2009/3/layout/OpposingIdeas" loCatId="relationship" qsTypeId="urn:microsoft.com/office/officeart/2005/8/quickstyle/simple4" qsCatId="simple" csTypeId="urn:microsoft.com/office/officeart/2005/8/colors/accent3_4" csCatId="accent3" phldr="1"/>
      <dgm:spPr/>
      <dgm:t>
        <a:bodyPr/>
        <a:lstStyle/>
        <a:p>
          <a:endParaRPr lang="en-US"/>
        </a:p>
      </dgm:t>
    </dgm:pt>
    <dgm:pt modelId="{8EA7219F-BDB2-48EB-9EEB-3133522D132E}">
      <dgm:prSet phldrT="[Text]"/>
      <dgm:spPr/>
      <dgm:t>
        <a:bodyPr/>
        <a:lstStyle/>
        <a:p>
          <a:r>
            <a:rPr lang="en-US" dirty="0"/>
            <a:t>Lorem Ipsum</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54A10F5D-C417-4F97-8612-CE684295DDDD}">
      <dgm:prSet phldrT="[Text]"/>
      <dgm:spPr/>
      <dgm:t>
        <a:bodyPr/>
        <a:lstStyle/>
        <a:p>
          <a:r>
            <a:rPr lang="en-US" dirty="0"/>
            <a:t>Lorem Ipsum</a:t>
          </a:r>
        </a:p>
      </dgm:t>
    </dgm:pt>
    <dgm:pt modelId="{8ABDAA28-1E03-411B-BC21-8D931DE3C43E}" type="parTrans" cxnId="{517AFA30-BB19-43D1-84E3-E6B4C9B9E30A}">
      <dgm:prSet/>
      <dgm:spPr/>
      <dgm:t>
        <a:bodyPr/>
        <a:lstStyle/>
        <a:p>
          <a:endParaRPr lang="en-US"/>
        </a:p>
      </dgm:t>
    </dgm:pt>
    <dgm:pt modelId="{60811977-1F2E-41FC-8E06-EBD37DD18733}" type="sibTrans" cxnId="{517AFA30-BB19-43D1-84E3-E6B4C9B9E30A}">
      <dgm:prSet/>
      <dgm:spPr/>
      <dgm:t>
        <a:bodyPr/>
        <a:lstStyle/>
        <a:p>
          <a:endParaRPr lang="en-US"/>
        </a:p>
      </dgm:t>
    </dgm:pt>
    <dgm:pt modelId="{E24B0BE0-F9BD-441E-8A43-546381F5A5ED}">
      <dgm:prSet phldrT="[Text]"/>
      <dgm:spPr/>
      <dgm:t>
        <a:bodyPr/>
        <a:lstStyle/>
        <a:p>
          <a:r>
            <a:rPr lang="en-US" dirty="0">
              <a:solidFill>
                <a:schemeClr val="bg1"/>
              </a:solidFill>
            </a:rPr>
            <a:t>Some text here</a:t>
          </a:r>
        </a:p>
      </dgm:t>
    </dgm:pt>
    <dgm:pt modelId="{AE59E2CD-19FA-48DE-BEA1-C3309FB00450}" type="parTrans" cxnId="{1D3F27C5-9B59-4374-AC1A-2BFC7099AF53}">
      <dgm:prSet/>
      <dgm:spPr/>
      <dgm:t>
        <a:bodyPr/>
        <a:lstStyle/>
        <a:p>
          <a:endParaRPr lang="en-US"/>
        </a:p>
      </dgm:t>
    </dgm:pt>
    <dgm:pt modelId="{2C957F2A-380A-4886-AFDB-DF27C07054F9}" type="sibTrans" cxnId="{1D3F27C5-9B59-4374-AC1A-2BFC7099AF53}">
      <dgm:prSet/>
      <dgm:spPr/>
      <dgm:t>
        <a:bodyPr/>
        <a:lstStyle/>
        <a:p>
          <a:endParaRPr lang="en-US"/>
        </a:p>
      </dgm:t>
    </dgm:pt>
    <dgm:pt modelId="{77FDF799-28F5-4123-946C-DFB5F5BAB670}">
      <dgm:prSet phldrT="[Text]"/>
      <dgm:spPr/>
      <dgm:t>
        <a:bodyPr/>
        <a:lstStyle/>
        <a:p>
          <a:r>
            <a:rPr lang="en-US" dirty="0">
              <a:solidFill>
                <a:schemeClr val="bg1"/>
              </a:solidFill>
            </a:rPr>
            <a:t>Some text here</a:t>
          </a:r>
        </a:p>
      </dgm:t>
    </dgm:pt>
    <dgm:pt modelId="{7D28DA6D-84E4-4085-9F2F-AC8E9E3CFDED}" type="parTrans" cxnId="{15A50854-E1E7-4FE2-B392-5FB2837C9D34}">
      <dgm:prSet/>
      <dgm:spPr/>
      <dgm:t>
        <a:bodyPr/>
        <a:lstStyle/>
        <a:p>
          <a:endParaRPr lang="en-US"/>
        </a:p>
      </dgm:t>
    </dgm:pt>
    <dgm:pt modelId="{DF110F93-02D6-4FC8-BC26-7C5C4D76846C}" type="sibTrans" cxnId="{15A50854-E1E7-4FE2-B392-5FB2837C9D34}">
      <dgm:prSet/>
      <dgm:spPr/>
      <dgm:t>
        <a:bodyPr/>
        <a:lstStyle/>
        <a:p>
          <a:endParaRPr lang="en-US"/>
        </a:p>
      </dgm:t>
    </dgm:pt>
    <dgm:pt modelId="{52960A88-7504-4145-B588-4B3E23EB7E5C}">
      <dgm:prSet phldrT="[Text]"/>
      <dgm:spPr/>
      <dgm:t>
        <a:bodyPr/>
        <a:lstStyle/>
        <a:p>
          <a:r>
            <a:rPr lang="en-US" dirty="0">
              <a:solidFill>
                <a:schemeClr val="bg1"/>
              </a:solidFill>
            </a:rPr>
            <a:t>Some text here</a:t>
          </a:r>
        </a:p>
      </dgm:t>
    </dgm:pt>
    <dgm:pt modelId="{6FA8CAD2-2F61-4819-8E75-5F263AB534EC}" type="parTrans" cxnId="{95230F39-ACC0-40E1-8066-8134AB0404DC}">
      <dgm:prSet/>
      <dgm:spPr/>
      <dgm:t>
        <a:bodyPr/>
        <a:lstStyle/>
        <a:p>
          <a:endParaRPr lang="en-US"/>
        </a:p>
      </dgm:t>
    </dgm:pt>
    <dgm:pt modelId="{DFAACB0D-EA72-4E02-AA08-060FA5237FAA}" type="sibTrans" cxnId="{95230F39-ACC0-40E1-8066-8134AB0404DC}">
      <dgm:prSet/>
      <dgm:spPr/>
      <dgm:t>
        <a:bodyPr/>
        <a:lstStyle/>
        <a:p>
          <a:endParaRPr lang="en-US"/>
        </a:p>
      </dgm:t>
    </dgm:pt>
    <dgm:pt modelId="{4135D9B4-8C50-4336-A0A9-970F017B6C82}">
      <dgm:prSet phldrT="[Text]"/>
      <dgm:spPr/>
      <dgm:t>
        <a:bodyPr/>
        <a:lstStyle/>
        <a:p>
          <a:r>
            <a:rPr lang="en-US" dirty="0">
              <a:solidFill>
                <a:schemeClr val="bg1"/>
              </a:solidFill>
            </a:rPr>
            <a:t>Some text here</a:t>
          </a:r>
        </a:p>
      </dgm:t>
    </dgm:pt>
    <dgm:pt modelId="{9F3E71CD-234B-40D7-B78A-136662A775A2}" type="parTrans" cxnId="{1DB88E22-F528-4BA2-92FB-7F86DFFFB165}">
      <dgm:prSet/>
      <dgm:spPr/>
      <dgm:t>
        <a:bodyPr/>
        <a:lstStyle/>
        <a:p>
          <a:endParaRPr lang="en-US"/>
        </a:p>
      </dgm:t>
    </dgm:pt>
    <dgm:pt modelId="{A93C8654-6FAC-4B52-81D6-29F0D355027D}" type="sibTrans" cxnId="{1DB88E22-F528-4BA2-92FB-7F86DFFFB165}">
      <dgm:prSet/>
      <dgm:spPr/>
      <dgm:t>
        <a:bodyPr/>
        <a:lstStyle/>
        <a:p>
          <a:endParaRPr lang="en-US"/>
        </a:p>
      </dgm:t>
    </dgm:pt>
    <dgm:pt modelId="{5C85ABD5-F35A-4BA5-951B-D0A6A7FBBE29}">
      <dgm:prSet phldrT="[Text]"/>
      <dgm:spPr/>
      <dgm:t>
        <a:bodyPr/>
        <a:lstStyle/>
        <a:p>
          <a:r>
            <a:rPr lang="en-US" dirty="0">
              <a:solidFill>
                <a:schemeClr val="bg1"/>
              </a:solidFill>
            </a:rPr>
            <a:t>Some text here</a:t>
          </a:r>
        </a:p>
      </dgm:t>
    </dgm:pt>
    <dgm:pt modelId="{9A8A73AC-52AF-4039-B210-102513C437B2}" type="parTrans" cxnId="{8EA2C362-4BC5-4F50-9FE0-C339D4DF2231}">
      <dgm:prSet/>
      <dgm:spPr/>
      <dgm:t>
        <a:bodyPr/>
        <a:lstStyle/>
        <a:p>
          <a:endParaRPr lang="en-US"/>
        </a:p>
      </dgm:t>
    </dgm:pt>
    <dgm:pt modelId="{B1969BAB-22AB-44F4-98ED-F9138E9F98B9}" type="sibTrans" cxnId="{8EA2C362-4BC5-4F50-9FE0-C339D4DF2231}">
      <dgm:prSet/>
      <dgm:spPr/>
      <dgm:t>
        <a:bodyPr/>
        <a:lstStyle/>
        <a:p>
          <a:endParaRPr lang="en-US"/>
        </a:p>
      </dgm:t>
    </dgm:pt>
    <dgm:pt modelId="{02475483-3284-40F5-B15A-8FBC9624C0C3}">
      <dgm:prSet phldrT="[Text]"/>
      <dgm:spPr/>
      <dgm:t>
        <a:bodyPr/>
        <a:lstStyle/>
        <a:p>
          <a:r>
            <a:rPr lang="en-US" dirty="0">
              <a:solidFill>
                <a:schemeClr val="bg1"/>
              </a:solidFill>
            </a:rPr>
            <a:t>Some text here</a:t>
          </a:r>
        </a:p>
      </dgm:t>
    </dgm:pt>
    <dgm:pt modelId="{82C2C170-C7F7-4D5F-BD30-01ECE9333E8B}" type="parTrans" cxnId="{DE1E6DA9-05DF-4F78-B1C8-903B48D7721F}">
      <dgm:prSet/>
      <dgm:spPr/>
      <dgm:t>
        <a:bodyPr/>
        <a:lstStyle/>
        <a:p>
          <a:endParaRPr lang="en-US"/>
        </a:p>
      </dgm:t>
    </dgm:pt>
    <dgm:pt modelId="{7949ADFB-89B2-4E48-99F6-70328FC86EFD}" type="sibTrans" cxnId="{DE1E6DA9-05DF-4F78-B1C8-903B48D7721F}">
      <dgm:prSet/>
      <dgm:spPr/>
      <dgm:t>
        <a:bodyPr/>
        <a:lstStyle/>
        <a:p>
          <a:endParaRPr lang="en-US"/>
        </a:p>
      </dgm:t>
    </dgm:pt>
    <dgm:pt modelId="{789C4F08-3495-4232-BF33-CF380B3C4E40}">
      <dgm:prSet phldrT="[Text]"/>
      <dgm:spPr/>
      <dgm:t>
        <a:bodyPr/>
        <a:lstStyle/>
        <a:p>
          <a:r>
            <a:rPr lang="en-US" dirty="0">
              <a:solidFill>
                <a:schemeClr val="bg1"/>
              </a:solidFill>
            </a:rPr>
            <a:t>Some text here</a:t>
          </a:r>
        </a:p>
      </dgm:t>
    </dgm:pt>
    <dgm:pt modelId="{D828FA69-E8EE-46CF-9E4F-CFA56B736C56}" type="parTrans" cxnId="{32745738-0671-4C92-8FF6-8F044E195106}">
      <dgm:prSet/>
      <dgm:spPr/>
      <dgm:t>
        <a:bodyPr/>
        <a:lstStyle/>
        <a:p>
          <a:endParaRPr lang="en-US"/>
        </a:p>
      </dgm:t>
    </dgm:pt>
    <dgm:pt modelId="{3891CB91-3805-4254-AF30-A483B874826A}" type="sibTrans" cxnId="{32745738-0671-4C92-8FF6-8F044E195106}">
      <dgm:prSet/>
      <dgm:spPr/>
      <dgm:t>
        <a:bodyPr/>
        <a:lstStyle/>
        <a:p>
          <a:endParaRPr lang="en-US"/>
        </a:p>
      </dgm:t>
    </dgm:pt>
    <dgm:pt modelId="{77378531-1E59-44A7-9F71-E3CF3A620908}">
      <dgm:prSet phldrT="[Text]"/>
      <dgm:spPr/>
      <dgm:t>
        <a:bodyPr/>
        <a:lstStyle/>
        <a:p>
          <a:r>
            <a:rPr lang="en-US" dirty="0">
              <a:solidFill>
                <a:schemeClr val="bg1"/>
              </a:solidFill>
            </a:rPr>
            <a:t>Some text here</a:t>
          </a:r>
        </a:p>
      </dgm:t>
    </dgm:pt>
    <dgm:pt modelId="{AA0BC408-01E7-4EE2-84B9-3D3A6A4A6975}" type="parTrans" cxnId="{4A7448BA-FF72-4576-90C4-0DC1A4689CCC}">
      <dgm:prSet/>
      <dgm:spPr/>
      <dgm:t>
        <a:bodyPr/>
        <a:lstStyle/>
        <a:p>
          <a:endParaRPr lang="en-US"/>
        </a:p>
      </dgm:t>
    </dgm:pt>
    <dgm:pt modelId="{DA57D881-4998-49D4-8F00-D457ED55882D}" type="sibTrans" cxnId="{4A7448BA-FF72-4576-90C4-0DC1A4689CCC}">
      <dgm:prSet/>
      <dgm:spPr/>
      <dgm:t>
        <a:bodyPr/>
        <a:lstStyle/>
        <a:p>
          <a:endParaRPr lang="en-US"/>
        </a:p>
      </dgm:t>
    </dgm:pt>
    <dgm:pt modelId="{4C39299A-B828-4EFF-B519-77BDC143639A}">
      <dgm:prSet phldrT="[Text]"/>
      <dgm:spPr/>
      <dgm:t>
        <a:bodyPr/>
        <a:lstStyle/>
        <a:p>
          <a:r>
            <a:rPr lang="en-US" dirty="0">
              <a:solidFill>
                <a:schemeClr val="bg1"/>
              </a:solidFill>
            </a:rPr>
            <a:t>Some text here</a:t>
          </a:r>
        </a:p>
      </dgm:t>
    </dgm:pt>
    <dgm:pt modelId="{41B2F508-D720-4890-BCB2-7842D79557F6}" type="parTrans" cxnId="{CBEE10FA-E56A-4DBB-B7AC-1DE56A6D37EF}">
      <dgm:prSet/>
      <dgm:spPr/>
      <dgm:t>
        <a:bodyPr/>
        <a:lstStyle/>
        <a:p>
          <a:endParaRPr lang="en-US"/>
        </a:p>
      </dgm:t>
    </dgm:pt>
    <dgm:pt modelId="{D04F13F5-62BD-429C-A2E8-CEE183B7D78E}" type="sibTrans" cxnId="{CBEE10FA-E56A-4DBB-B7AC-1DE56A6D37EF}">
      <dgm:prSet/>
      <dgm:spPr/>
      <dgm:t>
        <a:bodyPr/>
        <a:lstStyle/>
        <a:p>
          <a:endParaRPr lang="en-US"/>
        </a:p>
      </dgm:t>
    </dgm:pt>
    <dgm:pt modelId="{41B63C57-9E8C-463F-BDB1-8AF40D01A639}">
      <dgm:prSet phldrT="[Text]"/>
      <dgm:spPr/>
      <dgm:t>
        <a:bodyPr/>
        <a:lstStyle/>
        <a:p>
          <a:r>
            <a:rPr lang="en-US" dirty="0">
              <a:solidFill>
                <a:schemeClr val="bg1"/>
              </a:solidFill>
            </a:rPr>
            <a:t>Some text here</a:t>
          </a:r>
        </a:p>
      </dgm:t>
    </dgm:pt>
    <dgm:pt modelId="{9697CE6E-8A18-4FAE-AE1B-59D21AF4F87B}" type="parTrans" cxnId="{14CAC5BA-27CC-4493-AEB3-F85B6892A9C7}">
      <dgm:prSet/>
      <dgm:spPr/>
      <dgm:t>
        <a:bodyPr/>
        <a:lstStyle/>
        <a:p>
          <a:endParaRPr lang="en-US"/>
        </a:p>
      </dgm:t>
    </dgm:pt>
    <dgm:pt modelId="{9C1575C3-4748-4E91-820A-A823CCB92620}" type="sibTrans" cxnId="{14CAC5BA-27CC-4493-AEB3-F85B6892A9C7}">
      <dgm:prSet/>
      <dgm:spPr/>
      <dgm:t>
        <a:bodyPr/>
        <a:lstStyle/>
        <a:p>
          <a:endParaRPr lang="en-US"/>
        </a:p>
      </dgm:t>
    </dgm:pt>
    <dgm:pt modelId="{4770D1D9-0BCD-4CF5-8B79-BC768FE87ACC}" type="pres">
      <dgm:prSet presAssocID="{B9C32B05-62EA-407A-B21C-2310C7945705}" presName="Name0" presStyleCnt="0">
        <dgm:presLayoutVars>
          <dgm:chMax val="2"/>
          <dgm:dir/>
          <dgm:animOne val="branch"/>
          <dgm:animLvl val="lvl"/>
          <dgm:resizeHandles val="exact"/>
        </dgm:presLayoutVars>
      </dgm:prSet>
      <dgm:spPr/>
    </dgm:pt>
    <dgm:pt modelId="{B01225D7-D56F-40B9-9CFC-8C654E7056B1}" type="pres">
      <dgm:prSet presAssocID="{B9C32B05-62EA-407A-B21C-2310C7945705}" presName="Background" presStyleLbl="node1" presStyleIdx="0" presStyleCnt="1"/>
      <dgm:spPr/>
    </dgm:pt>
    <dgm:pt modelId="{59BF7D4A-1F93-4C91-8327-8E385E12C883}" type="pres">
      <dgm:prSet presAssocID="{B9C32B05-62EA-407A-B21C-2310C7945705}" presName="Divider" presStyleLbl="callout" presStyleIdx="0" presStyleCnt="1"/>
      <dgm:spPr/>
    </dgm:pt>
    <dgm:pt modelId="{249FCD8A-9174-4CC1-B577-CDB7646049A4}" type="pres">
      <dgm:prSet presAssocID="{B9C32B05-62EA-407A-B21C-2310C7945705}" presName="ChildText1" presStyleLbl="revTx" presStyleIdx="0" presStyleCnt="0">
        <dgm:presLayoutVars>
          <dgm:chMax val="0"/>
          <dgm:chPref val="0"/>
          <dgm:bulletEnabled val="1"/>
        </dgm:presLayoutVars>
      </dgm:prSet>
      <dgm:spPr/>
    </dgm:pt>
    <dgm:pt modelId="{1577FF02-C735-458A-8E8D-04BC85989956}" type="pres">
      <dgm:prSet presAssocID="{B9C32B05-62EA-407A-B21C-2310C7945705}" presName="ChildText2" presStyleLbl="revTx" presStyleIdx="0" presStyleCnt="0">
        <dgm:presLayoutVars>
          <dgm:chMax val="0"/>
          <dgm:chPref val="0"/>
          <dgm:bulletEnabled val="1"/>
        </dgm:presLayoutVars>
      </dgm:prSet>
      <dgm:spPr/>
    </dgm:pt>
    <dgm:pt modelId="{6F0D3EE6-0F62-4227-831B-3CA630A15FED}" type="pres">
      <dgm:prSet presAssocID="{B9C32B05-62EA-407A-B21C-2310C7945705}" presName="ParentText1" presStyleLbl="revTx" presStyleIdx="0" presStyleCnt="0">
        <dgm:presLayoutVars>
          <dgm:chMax val="1"/>
          <dgm:chPref val="1"/>
        </dgm:presLayoutVars>
      </dgm:prSet>
      <dgm:spPr/>
    </dgm:pt>
    <dgm:pt modelId="{D1645364-10EA-4A08-BF21-FA584B22EF58}" type="pres">
      <dgm:prSet presAssocID="{B9C32B05-62EA-407A-B21C-2310C7945705}" presName="ParentShape1" presStyleLbl="alignImgPlace1" presStyleIdx="0" presStyleCnt="2">
        <dgm:presLayoutVars/>
      </dgm:prSet>
      <dgm:spPr/>
    </dgm:pt>
    <dgm:pt modelId="{CB49E6BF-B221-4BFA-A188-F27C9A9A50C6}" type="pres">
      <dgm:prSet presAssocID="{B9C32B05-62EA-407A-B21C-2310C7945705}" presName="ParentText2" presStyleLbl="revTx" presStyleIdx="0" presStyleCnt="0">
        <dgm:presLayoutVars>
          <dgm:chMax val="1"/>
          <dgm:chPref val="1"/>
        </dgm:presLayoutVars>
      </dgm:prSet>
      <dgm:spPr/>
    </dgm:pt>
    <dgm:pt modelId="{AB6AB444-6E3B-4FDD-BA35-66F0657385C5}" type="pres">
      <dgm:prSet presAssocID="{B9C32B05-62EA-407A-B21C-2310C7945705}" presName="ParentShape2" presStyleLbl="alignImgPlace1" presStyleIdx="1" presStyleCnt="2">
        <dgm:presLayoutVars/>
      </dgm:prSet>
      <dgm:spPr/>
    </dgm:pt>
  </dgm:ptLst>
  <dgm:cxnLst>
    <dgm:cxn modelId="{ED9F1204-DE85-4BF3-85F4-94A603A29531}" type="presOf" srcId="{54A10F5D-C417-4F97-8612-CE684295DDDD}" destId="{AB6AB444-6E3B-4FDD-BA35-66F0657385C5}" srcOrd="1" destOrd="0" presId="urn:microsoft.com/office/officeart/2009/3/layout/OpposingIdeas"/>
    <dgm:cxn modelId="{A43E880E-81DB-48A4-8B25-C66FA601D314}" type="presOf" srcId="{8EA7219F-BDB2-48EB-9EEB-3133522D132E}" destId="{D1645364-10EA-4A08-BF21-FA584B22EF58}" srcOrd="1" destOrd="0" presId="urn:microsoft.com/office/officeart/2009/3/layout/OpposingIdeas"/>
    <dgm:cxn modelId="{1DB88E22-F528-4BA2-92FB-7F86DFFFB165}" srcId="{8EA7219F-BDB2-48EB-9EEB-3133522D132E}" destId="{4135D9B4-8C50-4336-A0A9-970F017B6C82}" srcOrd="3" destOrd="0" parTransId="{9F3E71CD-234B-40D7-B78A-136662A775A2}" sibTransId="{A93C8654-6FAC-4B52-81D6-29F0D355027D}"/>
    <dgm:cxn modelId="{517AFA30-BB19-43D1-84E3-E6B4C9B9E30A}" srcId="{B9C32B05-62EA-407A-B21C-2310C7945705}" destId="{54A10F5D-C417-4F97-8612-CE684295DDDD}" srcOrd="1" destOrd="0" parTransId="{8ABDAA28-1E03-411B-BC21-8D931DE3C43E}" sibTransId="{60811977-1F2E-41FC-8E06-EBD37DD18733}"/>
    <dgm:cxn modelId="{32745738-0671-4C92-8FF6-8F044E195106}" srcId="{54A10F5D-C417-4F97-8612-CE684295DDDD}" destId="{789C4F08-3495-4232-BF33-CF380B3C4E40}" srcOrd="1" destOrd="0" parTransId="{D828FA69-E8EE-46CF-9E4F-CFA56B736C56}" sibTransId="{3891CB91-3805-4254-AF30-A483B874826A}"/>
    <dgm:cxn modelId="{3D24CC38-EAB4-4C26-9027-918B93C8D013}" type="presOf" srcId="{8EA7219F-BDB2-48EB-9EEB-3133522D132E}" destId="{6F0D3EE6-0F62-4227-831B-3CA630A15FED}" srcOrd="0" destOrd="0" presId="urn:microsoft.com/office/officeart/2009/3/layout/OpposingIdeas"/>
    <dgm:cxn modelId="{95230F39-ACC0-40E1-8066-8134AB0404DC}" srcId="{8EA7219F-BDB2-48EB-9EEB-3133522D132E}" destId="{52960A88-7504-4145-B588-4B3E23EB7E5C}" srcOrd="2" destOrd="0" parTransId="{6FA8CAD2-2F61-4819-8E75-5F263AB534EC}" sibTransId="{DFAACB0D-EA72-4E02-AA08-060FA5237FAA}"/>
    <dgm:cxn modelId="{3985673B-A591-4D7A-B885-2CEC40312EF6}" type="presOf" srcId="{52960A88-7504-4145-B588-4B3E23EB7E5C}" destId="{249FCD8A-9174-4CC1-B577-CDB7646049A4}" srcOrd="0" destOrd="2" presId="urn:microsoft.com/office/officeart/2009/3/layout/OpposingIdeas"/>
    <dgm:cxn modelId="{87B8D63C-D2FA-494A-BBAC-25020B5337E0}" type="presOf" srcId="{4135D9B4-8C50-4336-A0A9-970F017B6C82}" destId="{249FCD8A-9174-4CC1-B577-CDB7646049A4}" srcOrd="0" destOrd="3" presId="urn:microsoft.com/office/officeart/2009/3/layout/OpposingIdeas"/>
    <dgm:cxn modelId="{8EA2C362-4BC5-4F50-9FE0-C339D4DF2231}" srcId="{8EA7219F-BDB2-48EB-9EEB-3133522D132E}" destId="{5C85ABD5-F35A-4BA5-951B-D0A6A7FBBE29}" srcOrd="4" destOrd="0" parTransId="{9A8A73AC-52AF-4039-B210-102513C437B2}" sibTransId="{B1969BAB-22AB-44F4-98ED-F9138E9F98B9}"/>
    <dgm:cxn modelId="{959EC443-8A4C-461F-910B-1B2F24FA039B}" type="presOf" srcId="{789C4F08-3495-4232-BF33-CF380B3C4E40}" destId="{1577FF02-C735-458A-8E8D-04BC85989956}" srcOrd="0" destOrd="1" presId="urn:microsoft.com/office/officeart/2009/3/layout/OpposingIdeas"/>
    <dgm:cxn modelId="{15A50854-E1E7-4FE2-B392-5FB2837C9D34}" srcId="{8EA7219F-BDB2-48EB-9EEB-3133522D132E}" destId="{77FDF799-28F5-4123-946C-DFB5F5BAB670}" srcOrd="1" destOrd="0" parTransId="{7D28DA6D-84E4-4085-9F2F-AC8E9E3CFDED}" sibTransId="{DF110F93-02D6-4FC8-BC26-7C5C4D76846C}"/>
    <dgm:cxn modelId="{A9397658-1988-421E-813A-6DFE96A54F68}" type="presOf" srcId="{54A10F5D-C417-4F97-8612-CE684295DDDD}" destId="{CB49E6BF-B221-4BFA-A188-F27C9A9A50C6}" srcOrd="0" destOrd="0" presId="urn:microsoft.com/office/officeart/2009/3/layout/OpposingIdeas"/>
    <dgm:cxn modelId="{DE1E6DA9-05DF-4F78-B1C8-903B48D7721F}" srcId="{54A10F5D-C417-4F97-8612-CE684295DDDD}" destId="{02475483-3284-40F5-B15A-8FBC9624C0C3}" srcOrd="0" destOrd="0" parTransId="{82C2C170-C7F7-4D5F-BD30-01ECE9333E8B}" sibTransId="{7949ADFB-89B2-4E48-99F6-70328FC86EFD}"/>
    <dgm:cxn modelId="{4A7448BA-FF72-4576-90C4-0DC1A4689CCC}" srcId="{54A10F5D-C417-4F97-8612-CE684295DDDD}" destId="{77378531-1E59-44A7-9F71-E3CF3A620908}" srcOrd="2" destOrd="0" parTransId="{AA0BC408-01E7-4EE2-84B9-3D3A6A4A6975}" sibTransId="{DA57D881-4998-49D4-8F00-D457ED55882D}"/>
    <dgm:cxn modelId="{14CAC5BA-27CC-4493-AEB3-F85B6892A9C7}" srcId="{54A10F5D-C417-4F97-8612-CE684295DDDD}" destId="{41B63C57-9E8C-463F-BDB1-8AF40D01A639}" srcOrd="4" destOrd="0" parTransId="{9697CE6E-8A18-4FAE-AE1B-59D21AF4F87B}" sibTransId="{9C1575C3-4748-4E91-820A-A823CCB92620}"/>
    <dgm:cxn modelId="{1D3F27C5-9B59-4374-AC1A-2BFC7099AF53}" srcId="{8EA7219F-BDB2-48EB-9EEB-3133522D132E}" destId="{E24B0BE0-F9BD-441E-8A43-546381F5A5ED}" srcOrd="0" destOrd="0" parTransId="{AE59E2CD-19FA-48DE-BEA1-C3309FB00450}" sibTransId="{2C957F2A-380A-4886-AFDB-DF27C07054F9}"/>
    <dgm:cxn modelId="{4E83EDCA-E17B-4BA3-8F49-8ABC84DFB6DB}" type="presOf" srcId="{41B63C57-9E8C-463F-BDB1-8AF40D01A639}" destId="{1577FF02-C735-458A-8E8D-04BC85989956}" srcOrd="0" destOrd="4" presId="urn:microsoft.com/office/officeart/2009/3/layout/OpposingIdeas"/>
    <dgm:cxn modelId="{C83E1BE7-A69E-4FA7-80E8-F7D411AA404F}" type="presOf" srcId="{77378531-1E59-44A7-9F71-E3CF3A620908}" destId="{1577FF02-C735-458A-8E8D-04BC85989956}" srcOrd="0" destOrd="2" presId="urn:microsoft.com/office/officeart/2009/3/layout/OpposingIdeas"/>
    <dgm:cxn modelId="{18E693E9-9E71-4D19-A657-52A6EF54D37F}" type="presOf" srcId="{E24B0BE0-F9BD-441E-8A43-546381F5A5ED}" destId="{249FCD8A-9174-4CC1-B577-CDB7646049A4}" srcOrd="0" destOrd="0" presId="urn:microsoft.com/office/officeart/2009/3/layout/OpposingIdeas"/>
    <dgm:cxn modelId="{36BD70EC-0437-4625-B4E6-DDDDE46DF46E}" type="presOf" srcId="{77FDF799-28F5-4123-946C-DFB5F5BAB670}" destId="{249FCD8A-9174-4CC1-B577-CDB7646049A4}" srcOrd="0" destOrd="1" presId="urn:microsoft.com/office/officeart/2009/3/layout/OpposingIdeas"/>
    <dgm:cxn modelId="{8F7345EE-EBA4-42A2-9F56-332D3105C977}" type="presOf" srcId="{02475483-3284-40F5-B15A-8FBC9624C0C3}" destId="{1577FF02-C735-458A-8E8D-04BC85989956}" srcOrd="0" destOrd="0" presId="urn:microsoft.com/office/officeart/2009/3/layout/OpposingIdeas"/>
    <dgm:cxn modelId="{6C9F7AEE-CBD9-490E-9B3D-FEA19850A751}" type="presOf" srcId="{B9C32B05-62EA-407A-B21C-2310C7945705}" destId="{4770D1D9-0BCD-4CF5-8B79-BC768FE87ACC}" srcOrd="0" destOrd="0" presId="urn:microsoft.com/office/officeart/2009/3/layout/OpposingIdeas"/>
    <dgm:cxn modelId="{58AD7EEF-D408-406B-87EE-4691D4C30668}" srcId="{B9C32B05-62EA-407A-B21C-2310C7945705}" destId="{8EA7219F-BDB2-48EB-9EEB-3133522D132E}" srcOrd="0" destOrd="0" parTransId="{3EE8403A-CB7C-4815-85BD-AEBCAEB71B37}" sibTransId="{C94B7947-85DC-4B21-BB99-DF8438356F98}"/>
    <dgm:cxn modelId="{BA22BDF5-49AD-454B-B22D-31D9CD664569}" type="presOf" srcId="{5C85ABD5-F35A-4BA5-951B-D0A6A7FBBE29}" destId="{249FCD8A-9174-4CC1-B577-CDB7646049A4}" srcOrd="0" destOrd="4" presId="urn:microsoft.com/office/officeart/2009/3/layout/OpposingIdeas"/>
    <dgm:cxn modelId="{049511F9-CEE2-4299-B207-C4F015C77A50}" type="presOf" srcId="{4C39299A-B828-4EFF-B519-77BDC143639A}" destId="{1577FF02-C735-458A-8E8D-04BC85989956}" srcOrd="0" destOrd="3" presId="urn:microsoft.com/office/officeart/2009/3/layout/OpposingIdeas"/>
    <dgm:cxn modelId="{CBEE10FA-E56A-4DBB-B7AC-1DE56A6D37EF}" srcId="{54A10F5D-C417-4F97-8612-CE684295DDDD}" destId="{4C39299A-B828-4EFF-B519-77BDC143639A}" srcOrd="3" destOrd="0" parTransId="{41B2F508-D720-4890-BCB2-7842D79557F6}" sibTransId="{D04F13F5-62BD-429C-A2E8-CEE183B7D78E}"/>
    <dgm:cxn modelId="{E09DD1AA-DD18-4B16-AF53-4E937A27786B}" type="presParOf" srcId="{4770D1D9-0BCD-4CF5-8B79-BC768FE87ACC}" destId="{B01225D7-D56F-40B9-9CFC-8C654E7056B1}" srcOrd="0" destOrd="0" presId="urn:microsoft.com/office/officeart/2009/3/layout/OpposingIdeas"/>
    <dgm:cxn modelId="{8ADC4238-B151-46DB-A577-B051786ABE75}" type="presParOf" srcId="{4770D1D9-0BCD-4CF5-8B79-BC768FE87ACC}" destId="{59BF7D4A-1F93-4C91-8327-8E385E12C883}" srcOrd="1" destOrd="0" presId="urn:microsoft.com/office/officeart/2009/3/layout/OpposingIdeas"/>
    <dgm:cxn modelId="{8164B388-C9A3-4A05-9884-8A4D0CEC3BD5}" type="presParOf" srcId="{4770D1D9-0BCD-4CF5-8B79-BC768FE87ACC}" destId="{249FCD8A-9174-4CC1-B577-CDB7646049A4}" srcOrd="2" destOrd="0" presId="urn:microsoft.com/office/officeart/2009/3/layout/OpposingIdeas"/>
    <dgm:cxn modelId="{23D18F33-3014-4ABD-AB26-0EE5E7B8EFAB}" type="presParOf" srcId="{4770D1D9-0BCD-4CF5-8B79-BC768FE87ACC}" destId="{1577FF02-C735-458A-8E8D-04BC85989956}" srcOrd="3" destOrd="0" presId="urn:microsoft.com/office/officeart/2009/3/layout/OpposingIdeas"/>
    <dgm:cxn modelId="{80395A25-6FF7-4FC6-A6B3-D05127ECBBD6}" type="presParOf" srcId="{4770D1D9-0BCD-4CF5-8B79-BC768FE87ACC}" destId="{6F0D3EE6-0F62-4227-831B-3CA630A15FED}" srcOrd="4" destOrd="0" presId="urn:microsoft.com/office/officeart/2009/3/layout/OpposingIdeas"/>
    <dgm:cxn modelId="{9A8F987F-6359-4351-804B-A1DC78ECA815}" type="presParOf" srcId="{4770D1D9-0BCD-4CF5-8B79-BC768FE87ACC}" destId="{D1645364-10EA-4A08-BF21-FA584B22EF58}" srcOrd="5" destOrd="0" presId="urn:microsoft.com/office/officeart/2009/3/layout/OpposingIdeas"/>
    <dgm:cxn modelId="{B92E4B08-6D41-4D61-B1A8-3683C05A1B32}" type="presParOf" srcId="{4770D1D9-0BCD-4CF5-8B79-BC768FE87ACC}" destId="{CB49E6BF-B221-4BFA-A188-F27C9A9A50C6}" srcOrd="6" destOrd="0" presId="urn:microsoft.com/office/officeart/2009/3/layout/OpposingIdeas"/>
    <dgm:cxn modelId="{987C292B-E887-40CE-AE6F-4137DFD8F216}" type="presParOf" srcId="{4770D1D9-0BCD-4CF5-8B79-BC768FE87ACC}" destId="{AB6AB444-6E3B-4FDD-BA35-66F0657385C5}" srcOrd="7" destOrd="0" presId="urn:microsoft.com/office/officeart/2009/3/layout/OpposingIdeas"/>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14.xml><?xml version="1.0" encoding="utf-8"?>
<dgm:dataModel xmlns:dgm="http://schemas.openxmlformats.org/drawingml/2006/diagram" xmlns:a="http://schemas.openxmlformats.org/drawingml/2006/main">
  <dgm:ptLst>
    <dgm:pt modelId="{B9C32B05-62EA-407A-B21C-2310C7945705}" type="doc">
      <dgm:prSet loTypeId="urn:microsoft.com/office/officeart/2009/3/layout/PlusandMinus" loCatId="relationship" qsTypeId="urn:microsoft.com/office/officeart/2005/8/quickstyle/simple4" qsCatId="simple" csTypeId="urn:microsoft.com/office/officeart/2005/8/colors/colorful3" csCatId="colorful" phldr="1"/>
      <dgm:spPr/>
      <dgm:t>
        <a:bodyPr/>
        <a:lstStyle/>
        <a:p>
          <a:endParaRPr lang="en-US"/>
        </a:p>
      </dgm:t>
    </dgm:pt>
    <dgm:pt modelId="{8EA7219F-BDB2-48EB-9EEB-3133522D132E}">
      <dgm:prSet phldrT="[Text]"/>
      <dgm:spPr/>
      <dgm:t>
        <a:bodyPr/>
        <a:lstStyle/>
        <a:p>
          <a:r>
            <a:rPr lang="en-US" dirty="0">
              <a:solidFill>
                <a:schemeClr val="accent3">
                  <a:lumMod val="50000"/>
                </a:schemeClr>
              </a:solidFill>
            </a:rPr>
            <a:t>Lorem Ipsum</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54A10F5D-C417-4F97-8612-CE684295DDDD}">
      <dgm:prSet phldrT="[Text]"/>
      <dgm:spPr/>
      <dgm:t>
        <a:bodyPr/>
        <a:lstStyle/>
        <a:p>
          <a:r>
            <a:rPr lang="en-US">
              <a:solidFill>
                <a:schemeClr val="accent4">
                  <a:lumMod val="75000"/>
                </a:schemeClr>
              </a:solidFill>
            </a:rPr>
            <a:t>Lorem Ipsum</a:t>
          </a:r>
          <a:endParaRPr lang="en-US" dirty="0">
            <a:solidFill>
              <a:schemeClr val="accent4">
                <a:lumMod val="75000"/>
              </a:schemeClr>
            </a:solidFill>
          </a:endParaRPr>
        </a:p>
      </dgm:t>
    </dgm:pt>
    <dgm:pt modelId="{8ABDAA28-1E03-411B-BC21-8D931DE3C43E}" type="parTrans" cxnId="{517AFA30-BB19-43D1-84E3-E6B4C9B9E30A}">
      <dgm:prSet/>
      <dgm:spPr/>
      <dgm:t>
        <a:bodyPr/>
        <a:lstStyle/>
        <a:p>
          <a:endParaRPr lang="en-US"/>
        </a:p>
      </dgm:t>
    </dgm:pt>
    <dgm:pt modelId="{60811977-1F2E-41FC-8E06-EBD37DD18733}" type="sibTrans" cxnId="{517AFA30-BB19-43D1-84E3-E6B4C9B9E30A}">
      <dgm:prSet/>
      <dgm:spPr/>
      <dgm:t>
        <a:bodyPr/>
        <a:lstStyle/>
        <a:p>
          <a:endParaRPr lang="en-US"/>
        </a:p>
      </dgm:t>
    </dgm:pt>
    <dgm:pt modelId="{E24B0BE0-F9BD-441E-8A43-546381F5A5ED}">
      <dgm:prSet phldrT="[Text]"/>
      <dgm:spPr/>
      <dgm:t>
        <a:bodyPr/>
        <a:lstStyle/>
        <a:p>
          <a:r>
            <a:rPr lang="en-US" dirty="0">
              <a:solidFill>
                <a:schemeClr val="accent3">
                  <a:lumMod val="50000"/>
                </a:schemeClr>
              </a:solidFill>
            </a:rPr>
            <a:t>Some text here</a:t>
          </a:r>
        </a:p>
      </dgm:t>
    </dgm:pt>
    <dgm:pt modelId="{AE59E2CD-19FA-48DE-BEA1-C3309FB00450}" type="parTrans" cxnId="{1D3F27C5-9B59-4374-AC1A-2BFC7099AF53}">
      <dgm:prSet/>
      <dgm:spPr/>
      <dgm:t>
        <a:bodyPr/>
        <a:lstStyle/>
        <a:p>
          <a:endParaRPr lang="en-US"/>
        </a:p>
      </dgm:t>
    </dgm:pt>
    <dgm:pt modelId="{2C957F2A-380A-4886-AFDB-DF27C07054F9}" type="sibTrans" cxnId="{1D3F27C5-9B59-4374-AC1A-2BFC7099AF53}">
      <dgm:prSet/>
      <dgm:spPr/>
      <dgm:t>
        <a:bodyPr/>
        <a:lstStyle/>
        <a:p>
          <a:endParaRPr lang="en-US"/>
        </a:p>
      </dgm:t>
    </dgm:pt>
    <dgm:pt modelId="{77FDF799-28F5-4123-946C-DFB5F5BAB670}">
      <dgm:prSet phldrT="[Text]"/>
      <dgm:spPr/>
      <dgm:t>
        <a:bodyPr/>
        <a:lstStyle/>
        <a:p>
          <a:r>
            <a:rPr lang="en-US" dirty="0">
              <a:solidFill>
                <a:schemeClr val="accent3">
                  <a:lumMod val="50000"/>
                </a:schemeClr>
              </a:solidFill>
            </a:rPr>
            <a:t>Some text here</a:t>
          </a:r>
        </a:p>
      </dgm:t>
    </dgm:pt>
    <dgm:pt modelId="{7D28DA6D-84E4-4085-9F2F-AC8E9E3CFDED}" type="parTrans" cxnId="{15A50854-E1E7-4FE2-B392-5FB2837C9D34}">
      <dgm:prSet/>
      <dgm:spPr/>
      <dgm:t>
        <a:bodyPr/>
        <a:lstStyle/>
        <a:p>
          <a:endParaRPr lang="en-US"/>
        </a:p>
      </dgm:t>
    </dgm:pt>
    <dgm:pt modelId="{DF110F93-02D6-4FC8-BC26-7C5C4D76846C}" type="sibTrans" cxnId="{15A50854-E1E7-4FE2-B392-5FB2837C9D34}">
      <dgm:prSet/>
      <dgm:spPr/>
      <dgm:t>
        <a:bodyPr/>
        <a:lstStyle/>
        <a:p>
          <a:endParaRPr lang="en-US"/>
        </a:p>
      </dgm:t>
    </dgm:pt>
    <dgm:pt modelId="{52960A88-7504-4145-B588-4B3E23EB7E5C}">
      <dgm:prSet phldrT="[Text]"/>
      <dgm:spPr/>
      <dgm:t>
        <a:bodyPr/>
        <a:lstStyle/>
        <a:p>
          <a:r>
            <a:rPr lang="en-US" dirty="0">
              <a:solidFill>
                <a:schemeClr val="accent3">
                  <a:lumMod val="50000"/>
                </a:schemeClr>
              </a:solidFill>
            </a:rPr>
            <a:t>Some text here</a:t>
          </a:r>
        </a:p>
      </dgm:t>
    </dgm:pt>
    <dgm:pt modelId="{6FA8CAD2-2F61-4819-8E75-5F263AB534EC}" type="parTrans" cxnId="{95230F39-ACC0-40E1-8066-8134AB0404DC}">
      <dgm:prSet/>
      <dgm:spPr/>
      <dgm:t>
        <a:bodyPr/>
        <a:lstStyle/>
        <a:p>
          <a:endParaRPr lang="en-US"/>
        </a:p>
      </dgm:t>
    </dgm:pt>
    <dgm:pt modelId="{DFAACB0D-EA72-4E02-AA08-060FA5237FAA}" type="sibTrans" cxnId="{95230F39-ACC0-40E1-8066-8134AB0404DC}">
      <dgm:prSet/>
      <dgm:spPr/>
      <dgm:t>
        <a:bodyPr/>
        <a:lstStyle/>
        <a:p>
          <a:endParaRPr lang="en-US"/>
        </a:p>
      </dgm:t>
    </dgm:pt>
    <dgm:pt modelId="{4135D9B4-8C50-4336-A0A9-970F017B6C82}">
      <dgm:prSet phldrT="[Text]"/>
      <dgm:spPr/>
      <dgm:t>
        <a:bodyPr/>
        <a:lstStyle/>
        <a:p>
          <a:r>
            <a:rPr lang="en-US" dirty="0">
              <a:solidFill>
                <a:schemeClr val="accent3">
                  <a:lumMod val="50000"/>
                </a:schemeClr>
              </a:solidFill>
            </a:rPr>
            <a:t>Some text here</a:t>
          </a:r>
        </a:p>
      </dgm:t>
    </dgm:pt>
    <dgm:pt modelId="{9F3E71CD-234B-40D7-B78A-136662A775A2}" type="parTrans" cxnId="{1DB88E22-F528-4BA2-92FB-7F86DFFFB165}">
      <dgm:prSet/>
      <dgm:spPr/>
      <dgm:t>
        <a:bodyPr/>
        <a:lstStyle/>
        <a:p>
          <a:endParaRPr lang="en-US"/>
        </a:p>
      </dgm:t>
    </dgm:pt>
    <dgm:pt modelId="{A93C8654-6FAC-4B52-81D6-29F0D355027D}" type="sibTrans" cxnId="{1DB88E22-F528-4BA2-92FB-7F86DFFFB165}">
      <dgm:prSet/>
      <dgm:spPr/>
      <dgm:t>
        <a:bodyPr/>
        <a:lstStyle/>
        <a:p>
          <a:endParaRPr lang="en-US"/>
        </a:p>
      </dgm:t>
    </dgm:pt>
    <dgm:pt modelId="{5C85ABD5-F35A-4BA5-951B-D0A6A7FBBE29}">
      <dgm:prSet phldrT="[Text]"/>
      <dgm:spPr/>
      <dgm:t>
        <a:bodyPr/>
        <a:lstStyle/>
        <a:p>
          <a:r>
            <a:rPr lang="en-US" dirty="0">
              <a:solidFill>
                <a:schemeClr val="accent3">
                  <a:lumMod val="50000"/>
                </a:schemeClr>
              </a:solidFill>
            </a:rPr>
            <a:t>Some text here</a:t>
          </a:r>
        </a:p>
      </dgm:t>
    </dgm:pt>
    <dgm:pt modelId="{9A8A73AC-52AF-4039-B210-102513C437B2}" type="parTrans" cxnId="{8EA2C362-4BC5-4F50-9FE0-C339D4DF2231}">
      <dgm:prSet/>
      <dgm:spPr/>
      <dgm:t>
        <a:bodyPr/>
        <a:lstStyle/>
        <a:p>
          <a:endParaRPr lang="en-US"/>
        </a:p>
      </dgm:t>
    </dgm:pt>
    <dgm:pt modelId="{B1969BAB-22AB-44F4-98ED-F9138E9F98B9}" type="sibTrans" cxnId="{8EA2C362-4BC5-4F50-9FE0-C339D4DF2231}">
      <dgm:prSet/>
      <dgm:spPr/>
      <dgm:t>
        <a:bodyPr/>
        <a:lstStyle/>
        <a:p>
          <a:endParaRPr lang="en-US"/>
        </a:p>
      </dgm:t>
    </dgm:pt>
    <dgm:pt modelId="{02475483-3284-40F5-B15A-8FBC9624C0C3}">
      <dgm:prSet phldrT="[Text]"/>
      <dgm:spPr/>
      <dgm:t>
        <a:bodyPr/>
        <a:lstStyle/>
        <a:p>
          <a:r>
            <a:rPr lang="en-US" dirty="0">
              <a:solidFill>
                <a:schemeClr val="accent4">
                  <a:lumMod val="75000"/>
                </a:schemeClr>
              </a:solidFill>
            </a:rPr>
            <a:t>Some text here</a:t>
          </a:r>
        </a:p>
      </dgm:t>
    </dgm:pt>
    <dgm:pt modelId="{82C2C170-C7F7-4D5F-BD30-01ECE9333E8B}" type="parTrans" cxnId="{DE1E6DA9-05DF-4F78-B1C8-903B48D7721F}">
      <dgm:prSet/>
      <dgm:spPr/>
      <dgm:t>
        <a:bodyPr/>
        <a:lstStyle/>
        <a:p>
          <a:endParaRPr lang="en-US"/>
        </a:p>
      </dgm:t>
    </dgm:pt>
    <dgm:pt modelId="{7949ADFB-89B2-4E48-99F6-70328FC86EFD}" type="sibTrans" cxnId="{DE1E6DA9-05DF-4F78-B1C8-903B48D7721F}">
      <dgm:prSet/>
      <dgm:spPr/>
      <dgm:t>
        <a:bodyPr/>
        <a:lstStyle/>
        <a:p>
          <a:endParaRPr lang="en-US"/>
        </a:p>
      </dgm:t>
    </dgm:pt>
    <dgm:pt modelId="{789C4F08-3495-4232-BF33-CF380B3C4E40}">
      <dgm:prSet phldrT="[Text]"/>
      <dgm:spPr/>
      <dgm:t>
        <a:bodyPr/>
        <a:lstStyle/>
        <a:p>
          <a:r>
            <a:rPr lang="en-US" dirty="0">
              <a:solidFill>
                <a:schemeClr val="accent4">
                  <a:lumMod val="75000"/>
                </a:schemeClr>
              </a:solidFill>
            </a:rPr>
            <a:t>Some text here</a:t>
          </a:r>
        </a:p>
      </dgm:t>
    </dgm:pt>
    <dgm:pt modelId="{D828FA69-E8EE-46CF-9E4F-CFA56B736C56}" type="parTrans" cxnId="{32745738-0671-4C92-8FF6-8F044E195106}">
      <dgm:prSet/>
      <dgm:spPr/>
      <dgm:t>
        <a:bodyPr/>
        <a:lstStyle/>
        <a:p>
          <a:endParaRPr lang="en-US"/>
        </a:p>
      </dgm:t>
    </dgm:pt>
    <dgm:pt modelId="{3891CB91-3805-4254-AF30-A483B874826A}" type="sibTrans" cxnId="{32745738-0671-4C92-8FF6-8F044E195106}">
      <dgm:prSet/>
      <dgm:spPr/>
      <dgm:t>
        <a:bodyPr/>
        <a:lstStyle/>
        <a:p>
          <a:endParaRPr lang="en-US"/>
        </a:p>
      </dgm:t>
    </dgm:pt>
    <dgm:pt modelId="{77378531-1E59-44A7-9F71-E3CF3A620908}">
      <dgm:prSet phldrT="[Text]"/>
      <dgm:spPr/>
      <dgm:t>
        <a:bodyPr/>
        <a:lstStyle/>
        <a:p>
          <a:r>
            <a:rPr lang="en-US" dirty="0">
              <a:solidFill>
                <a:schemeClr val="accent4">
                  <a:lumMod val="75000"/>
                </a:schemeClr>
              </a:solidFill>
            </a:rPr>
            <a:t>Some text here</a:t>
          </a:r>
        </a:p>
      </dgm:t>
    </dgm:pt>
    <dgm:pt modelId="{AA0BC408-01E7-4EE2-84B9-3D3A6A4A6975}" type="parTrans" cxnId="{4A7448BA-FF72-4576-90C4-0DC1A4689CCC}">
      <dgm:prSet/>
      <dgm:spPr/>
      <dgm:t>
        <a:bodyPr/>
        <a:lstStyle/>
        <a:p>
          <a:endParaRPr lang="en-US"/>
        </a:p>
      </dgm:t>
    </dgm:pt>
    <dgm:pt modelId="{DA57D881-4998-49D4-8F00-D457ED55882D}" type="sibTrans" cxnId="{4A7448BA-FF72-4576-90C4-0DC1A4689CCC}">
      <dgm:prSet/>
      <dgm:spPr/>
      <dgm:t>
        <a:bodyPr/>
        <a:lstStyle/>
        <a:p>
          <a:endParaRPr lang="en-US"/>
        </a:p>
      </dgm:t>
    </dgm:pt>
    <dgm:pt modelId="{4C39299A-B828-4EFF-B519-77BDC143639A}">
      <dgm:prSet phldrT="[Text]"/>
      <dgm:spPr/>
      <dgm:t>
        <a:bodyPr/>
        <a:lstStyle/>
        <a:p>
          <a:r>
            <a:rPr lang="en-US" dirty="0">
              <a:solidFill>
                <a:schemeClr val="accent4">
                  <a:lumMod val="75000"/>
                </a:schemeClr>
              </a:solidFill>
            </a:rPr>
            <a:t>Some text here</a:t>
          </a:r>
        </a:p>
      </dgm:t>
    </dgm:pt>
    <dgm:pt modelId="{41B2F508-D720-4890-BCB2-7842D79557F6}" type="parTrans" cxnId="{CBEE10FA-E56A-4DBB-B7AC-1DE56A6D37EF}">
      <dgm:prSet/>
      <dgm:spPr/>
      <dgm:t>
        <a:bodyPr/>
        <a:lstStyle/>
        <a:p>
          <a:endParaRPr lang="en-US"/>
        </a:p>
      </dgm:t>
    </dgm:pt>
    <dgm:pt modelId="{D04F13F5-62BD-429C-A2E8-CEE183B7D78E}" type="sibTrans" cxnId="{CBEE10FA-E56A-4DBB-B7AC-1DE56A6D37EF}">
      <dgm:prSet/>
      <dgm:spPr/>
      <dgm:t>
        <a:bodyPr/>
        <a:lstStyle/>
        <a:p>
          <a:endParaRPr lang="en-US"/>
        </a:p>
      </dgm:t>
    </dgm:pt>
    <dgm:pt modelId="{41B63C57-9E8C-463F-BDB1-8AF40D01A639}">
      <dgm:prSet phldrT="[Text]"/>
      <dgm:spPr/>
      <dgm:t>
        <a:bodyPr/>
        <a:lstStyle/>
        <a:p>
          <a:r>
            <a:rPr lang="en-US" dirty="0">
              <a:solidFill>
                <a:schemeClr val="accent4">
                  <a:lumMod val="75000"/>
                </a:schemeClr>
              </a:solidFill>
            </a:rPr>
            <a:t>Some text here</a:t>
          </a:r>
        </a:p>
      </dgm:t>
    </dgm:pt>
    <dgm:pt modelId="{9697CE6E-8A18-4FAE-AE1B-59D21AF4F87B}" type="parTrans" cxnId="{14CAC5BA-27CC-4493-AEB3-F85B6892A9C7}">
      <dgm:prSet/>
      <dgm:spPr/>
      <dgm:t>
        <a:bodyPr/>
        <a:lstStyle/>
        <a:p>
          <a:endParaRPr lang="en-US"/>
        </a:p>
      </dgm:t>
    </dgm:pt>
    <dgm:pt modelId="{9C1575C3-4748-4E91-820A-A823CCB92620}" type="sibTrans" cxnId="{14CAC5BA-27CC-4493-AEB3-F85B6892A9C7}">
      <dgm:prSet/>
      <dgm:spPr/>
      <dgm:t>
        <a:bodyPr/>
        <a:lstStyle/>
        <a:p>
          <a:endParaRPr lang="en-US"/>
        </a:p>
      </dgm:t>
    </dgm:pt>
    <dgm:pt modelId="{54E583EB-9495-4C8F-960F-64707B986AE4}">
      <dgm:prSet phldrT="[Text]"/>
      <dgm:spPr/>
      <dgm:t>
        <a:bodyPr/>
        <a:lstStyle/>
        <a:p>
          <a:r>
            <a:rPr lang="en-US" dirty="0">
              <a:solidFill>
                <a:schemeClr val="accent3">
                  <a:lumMod val="50000"/>
                </a:schemeClr>
              </a:solidFill>
            </a:rPr>
            <a:t>Some text here</a:t>
          </a:r>
        </a:p>
      </dgm:t>
    </dgm:pt>
    <dgm:pt modelId="{ADD3E2E2-CF4E-49DC-B868-7B473429EAA3}" type="parTrans" cxnId="{38397B59-4E69-4D96-94E9-C301F1A844E7}">
      <dgm:prSet/>
      <dgm:spPr/>
      <dgm:t>
        <a:bodyPr/>
        <a:lstStyle/>
        <a:p>
          <a:endParaRPr lang="en-US"/>
        </a:p>
      </dgm:t>
    </dgm:pt>
    <dgm:pt modelId="{51751EDA-0C24-44D2-B384-427401DC8E12}" type="sibTrans" cxnId="{38397B59-4E69-4D96-94E9-C301F1A844E7}">
      <dgm:prSet/>
      <dgm:spPr/>
      <dgm:t>
        <a:bodyPr/>
        <a:lstStyle/>
        <a:p>
          <a:endParaRPr lang="en-US"/>
        </a:p>
      </dgm:t>
    </dgm:pt>
    <dgm:pt modelId="{3711CBCA-0291-4679-9456-AE9145D105A3}" type="pres">
      <dgm:prSet presAssocID="{B9C32B05-62EA-407A-B21C-2310C7945705}" presName="Name0" presStyleCnt="0">
        <dgm:presLayoutVars>
          <dgm:chMax val="2"/>
          <dgm:chPref val="2"/>
          <dgm:dir/>
          <dgm:animOne/>
          <dgm:resizeHandles val="exact"/>
        </dgm:presLayoutVars>
      </dgm:prSet>
      <dgm:spPr/>
    </dgm:pt>
    <dgm:pt modelId="{DD555F17-199B-45A0-AC5F-C63B90576BD9}" type="pres">
      <dgm:prSet presAssocID="{B9C32B05-62EA-407A-B21C-2310C7945705}" presName="Background" presStyleLbl="bgImgPlace1" presStyleIdx="0" presStyleCnt="1"/>
      <dgm:spPr/>
    </dgm:pt>
    <dgm:pt modelId="{8EA4B859-BA9C-40D1-AD6E-11DD69446633}" type="pres">
      <dgm:prSet presAssocID="{B9C32B05-62EA-407A-B21C-2310C7945705}" presName="ParentText1" presStyleLbl="revTx" presStyleIdx="0" presStyleCnt="2">
        <dgm:presLayoutVars>
          <dgm:chMax val="0"/>
          <dgm:chPref val="0"/>
          <dgm:bulletEnabled val="1"/>
        </dgm:presLayoutVars>
      </dgm:prSet>
      <dgm:spPr/>
    </dgm:pt>
    <dgm:pt modelId="{387F7BB9-3A8C-4788-AAFF-2D32E04FE555}" type="pres">
      <dgm:prSet presAssocID="{B9C32B05-62EA-407A-B21C-2310C7945705}" presName="ParentText2" presStyleLbl="revTx" presStyleIdx="1" presStyleCnt="2">
        <dgm:presLayoutVars>
          <dgm:chMax val="0"/>
          <dgm:chPref val="0"/>
          <dgm:bulletEnabled val="1"/>
        </dgm:presLayoutVars>
      </dgm:prSet>
      <dgm:spPr/>
    </dgm:pt>
    <dgm:pt modelId="{D97FAF85-90ED-403F-AAB0-E34F29BB44FF}" type="pres">
      <dgm:prSet presAssocID="{B9C32B05-62EA-407A-B21C-2310C7945705}" presName="Plus" presStyleLbl="alignNode1" presStyleIdx="0" presStyleCnt="2"/>
      <dgm:spPr/>
    </dgm:pt>
    <dgm:pt modelId="{7260E448-3669-4E8F-B21D-06823C5E73DC}" type="pres">
      <dgm:prSet presAssocID="{B9C32B05-62EA-407A-B21C-2310C7945705}" presName="Minus" presStyleLbl="alignNode1" presStyleIdx="1" presStyleCnt="2"/>
      <dgm:spPr/>
    </dgm:pt>
    <dgm:pt modelId="{841A9C1C-E47A-4CA6-86A3-17BFF2300711}" type="pres">
      <dgm:prSet presAssocID="{B9C32B05-62EA-407A-B21C-2310C7945705}" presName="Divider" presStyleLbl="parChTrans1D1" presStyleIdx="0" presStyleCnt="1"/>
      <dgm:spPr/>
    </dgm:pt>
  </dgm:ptLst>
  <dgm:cxnLst>
    <dgm:cxn modelId="{1DB88E22-F528-4BA2-92FB-7F86DFFFB165}" srcId="{8EA7219F-BDB2-48EB-9EEB-3133522D132E}" destId="{4135D9B4-8C50-4336-A0A9-970F017B6C82}" srcOrd="3" destOrd="0" parTransId="{9F3E71CD-234B-40D7-B78A-136662A775A2}" sibTransId="{A93C8654-6FAC-4B52-81D6-29F0D355027D}"/>
    <dgm:cxn modelId="{A6B81C26-C17E-4444-A076-E97A297F968B}" type="presOf" srcId="{8EA7219F-BDB2-48EB-9EEB-3133522D132E}" destId="{8EA4B859-BA9C-40D1-AD6E-11DD69446633}" srcOrd="0" destOrd="0" presId="urn:microsoft.com/office/officeart/2009/3/layout/PlusandMinus"/>
    <dgm:cxn modelId="{A8742929-3D3C-4B66-96F2-75F354FF7FF4}" type="presOf" srcId="{54A10F5D-C417-4F97-8612-CE684295DDDD}" destId="{387F7BB9-3A8C-4788-AAFF-2D32E04FE555}" srcOrd="0" destOrd="0" presId="urn:microsoft.com/office/officeart/2009/3/layout/PlusandMinus"/>
    <dgm:cxn modelId="{517AFA30-BB19-43D1-84E3-E6B4C9B9E30A}" srcId="{B9C32B05-62EA-407A-B21C-2310C7945705}" destId="{54A10F5D-C417-4F97-8612-CE684295DDDD}" srcOrd="1" destOrd="0" parTransId="{8ABDAA28-1E03-411B-BC21-8D931DE3C43E}" sibTransId="{60811977-1F2E-41FC-8E06-EBD37DD18733}"/>
    <dgm:cxn modelId="{32745738-0671-4C92-8FF6-8F044E195106}" srcId="{54A10F5D-C417-4F97-8612-CE684295DDDD}" destId="{789C4F08-3495-4232-BF33-CF380B3C4E40}" srcOrd="1" destOrd="0" parTransId="{D828FA69-E8EE-46CF-9E4F-CFA56B736C56}" sibTransId="{3891CB91-3805-4254-AF30-A483B874826A}"/>
    <dgm:cxn modelId="{95230F39-ACC0-40E1-8066-8134AB0404DC}" srcId="{8EA7219F-BDB2-48EB-9EEB-3133522D132E}" destId="{52960A88-7504-4145-B588-4B3E23EB7E5C}" srcOrd="2" destOrd="0" parTransId="{6FA8CAD2-2F61-4819-8E75-5F263AB534EC}" sibTransId="{DFAACB0D-EA72-4E02-AA08-060FA5237FAA}"/>
    <dgm:cxn modelId="{8EA2C362-4BC5-4F50-9FE0-C339D4DF2231}" srcId="{8EA7219F-BDB2-48EB-9EEB-3133522D132E}" destId="{5C85ABD5-F35A-4BA5-951B-D0A6A7FBBE29}" srcOrd="4" destOrd="0" parTransId="{9A8A73AC-52AF-4039-B210-102513C437B2}" sibTransId="{B1969BAB-22AB-44F4-98ED-F9138E9F98B9}"/>
    <dgm:cxn modelId="{C7314943-C7BB-4A2B-8771-7E13C9795243}" type="presOf" srcId="{02475483-3284-40F5-B15A-8FBC9624C0C3}" destId="{387F7BB9-3A8C-4788-AAFF-2D32E04FE555}" srcOrd="0" destOrd="1" presId="urn:microsoft.com/office/officeart/2009/3/layout/PlusandMinus"/>
    <dgm:cxn modelId="{481A8B46-9B13-46A3-8E1A-637C570D7C3F}" type="presOf" srcId="{77FDF799-28F5-4123-946C-DFB5F5BAB670}" destId="{8EA4B859-BA9C-40D1-AD6E-11DD69446633}" srcOrd="0" destOrd="2" presId="urn:microsoft.com/office/officeart/2009/3/layout/PlusandMinus"/>
    <dgm:cxn modelId="{6299D047-B542-4F6D-9CC1-C3D91DF235F2}" type="presOf" srcId="{77378531-1E59-44A7-9F71-E3CF3A620908}" destId="{387F7BB9-3A8C-4788-AAFF-2D32E04FE555}" srcOrd="0" destOrd="3" presId="urn:microsoft.com/office/officeart/2009/3/layout/PlusandMinus"/>
    <dgm:cxn modelId="{43B9874B-D061-479F-A831-F0F2CC189B13}" type="presOf" srcId="{4135D9B4-8C50-4336-A0A9-970F017B6C82}" destId="{8EA4B859-BA9C-40D1-AD6E-11DD69446633}" srcOrd="0" destOrd="4" presId="urn:microsoft.com/office/officeart/2009/3/layout/PlusandMinus"/>
    <dgm:cxn modelId="{15A50854-E1E7-4FE2-B392-5FB2837C9D34}" srcId="{8EA7219F-BDB2-48EB-9EEB-3133522D132E}" destId="{77FDF799-28F5-4123-946C-DFB5F5BAB670}" srcOrd="1" destOrd="0" parTransId="{7D28DA6D-84E4-4085-9F2F-AC8E9E3CFDED}" sibTransId="{DF110F93-02D6-4FC8-BC26-7C5C4D76846C}"/>
    <dgm:cxn modelId="{38397B59-4E69-4D96-94E9-C301F1A844E7}" srcId="{8EA7219F-BDB2-48EB-9EEB-3133522D132E}" destId="{54E583EB-9495-4C8F-960F-64707B986AE4}" srcOrd="5" destOrd="0" parTransId="{ADD3E2E2-CF4E-49DC-B868-7B473429EAA3}" sibTransId="{51751EDA-0C24-44D2-B384-427401DC8E12}"/>
    <dgm:cxn modelId="{CDF90B8C-BD69-4D45-8F4F-6133B739825B}" type="presOf" srcId="{E24B0BE0-F9BD-441E-8A43-546381F5A5ED}" destId="{8EA4B859-BA9C-40D1-AD6E-11DD69446633}" srcOrd="0" destOrd="1" presId="urn:microsoft.com/office/officeart/2009/3/layout/PlusandMinus"/>
    <dgm:cxn modelId="{F752D698-E944-4B11-9669-2ED985F999BF}" type="presOf" srcId="{5C85ABD5-F35A-4BA5-951B-D0A6A7FBBE29}" destId="{8EA4B859-BA9C-40D1-AD6E-11DD69446633}" srcOrd="0" destOrd="5" presId="urn:microsoft.com/office/officeart/2009/3/layout/PlusandMinus"/>
    <dgm:cxn modelId="{059AC6A3-3678-4CBE-9A00-F94E68A4E324}" type="presOf" srcId="{4C39299A-B828-4EFF-B519-77BDC143639A}" destId="{387F7BB9-3A8C-4788-AAFF-2D32E04FE555}" srcOrd="0" destOrd="4" presId="urn:microsoft.com/office/officeart/2009/3/layout/PlusandMinus"/>
    <dgm:cxn modelId="{DE1E6DA9-05DF-4F78-B1C8-903B48D7721F}" srcId="{54A10F5D-C417-4F97-8612-CE684295DDDD}" destId="{02475483-3284-40F5-B15A-8FBC9624C0C3}" srcOrd="0" destOrd="0" parTransId="{82C2C170-C7F7-4D5F-BD30-01ECE9333E8B}" sibTransId="{7949ADFB-89B2-4E48-99F6-70328FC86EFD}"/>
    <dgm:cxn modelId="{426283B2-3385-43C5-A9BE-7104112BDCE7}" type="presOf" srcId="{B9C32B05-62EA-407A-B21C-2310C7945705}" destId="{3711CBCA-0291-4679-9456-AE9145D105A3}" srcOrd="0" destOrd="0" presId="urn:microsoft.com/office/officeart/2009/3/layout/PlusandMinus"/>
    <dgm:cxn modelId="{964E65B9-8228-4222-81C8-11CC951AA766}" type="presOf" srcId="{52960A88-7504-4145-B588-4B3E23EB7E5C}" destId="{8EA4B859-BA9C-40D1-AD6E-11DD69446633}" srcOrd="0" destOrd="3" presId="urn:microsoft.com/office/officeart/2009/3/layout/PlusandMinus"/>
    <dgm:cxn modelId="{4A7448BA-FF72-4576-90C4-0DC1A4689CCC}" srcId="{54A10F5D-C417-4F97-8612-CE684295DDDD}" destId="{77378531-1E59-44A7-9F71-E3CF3A620908}" srcOrd="2" destOrd="0" parTransId="{AA0BC408-01E7-4EE2-84B9-3D3A6A4A6975}" sibTransId="{DA57D881-4998-49D4-8F00-D457ED55882D}"/>
    <dgm:cxn modelId="{14CAC5BA-27CC-4493-AEB3-F85B6892A9C7}" srcId="{54A10F5D-C417-4F97-8612-CE684295DDDD}" destId="{41B63C57-9E8C-463F-BDB1-8AF40D01A639}" srcOrd="4" destOrd="0" parTransId="{9697CE6E-8A18-4FAE-AE1B-59D21AF4F87B}" sibTransId="{9C1575C3-4748-4E91-820A-A823CCB92620}"/>
    <dgm:cxn modelId="{1D3F27C5-9B59-4374-AC1A-2BFC7099AF53}" srcId="{8EA7219F-BDB2-48EB-9EEB-3133522D132E}" destId="{E24B0BE0-F9BD-441E-8A43-546381F5A5ED}" srcOrd="0" destOrd="0" parTransId="{AE59E2CD-19FA-48DE-BEA1-C3309FB00450}" sibTransId="{2C957F2A-380A-4886-AFDB-DF27C07054F9}"/>
    <dgm:cxn modelId="{562208C8-7B3E-4D46-8DB5-D7DDE59E8CF2}" type="presOf" srcId="{41B63C57-9E8C-463F-BDB1-8AF40D01A639}" destId="{387F7BB9-3A8C-4788-AAFF-2D32E04FE555}" srcOrd="0" destOrd="5" presId="urn:microsoft.com/office/officeart/2009/3/layout/PlusandMinus"/>
    <dgm:cxn modelId="{B19906EE-4012-4601-B2B3-1B3B9422C501}" type="presOf" srcId="{789C4F08-3495-4232-BF33-CF380B3C4E40}" destId="{387F7BB9-3A8C-4788-AAFF-2D32E04FE555}" srcOrd="0" destOrd="2" presId="urn:microsoft.com/office/officeart/2009/3/layout/PlusandMinus"/>
    <dgm:cxn modelId="{58AD7EEF-D408-406B-87EE-4691D4C30668}" srcId="{B9C32B05-62EA-407A-B21C-2310C7945705}" destId="{8EA7219F-BDB2-48EB-9EEB-3133522D132E}" srcOrd="0" destOrd="0" parTransId="{3EE8403A-CB7C-4815-85BD-AEBCAEB71B37}" sibTransId="{C94B7947-85DC-4B21-BB99-DF8438356F98}"/>
    <dgm:cxn modelId="{CBEE10FA-E56A-4DBB-B7AC-1DE56A6D37EF}" srcId="{54A10F5D-C417-4F97-8612-CE684295DDDD}" destId="{4C39299A-B828-4EFF-B519-77BDC143639A}" srcOrd="3" destOrd="0" parTransId="{41B2F508-D720-4890-BCB2-7842D79557F6}" sibTransId="{D04F13F5-62BD-429C-A2E8-CEE183B7D78E}"/>
    <dgm:cxn modelId="{1EA77EFF-ABBB-4E26-AB3B-412D54AF13A9}" type="presOf" srcId="{54E583EB-9495-4C8F-960F-64707B986AE4}" destId="{8EA4B859-BA9C-40D1-AD6E-11DD69446633}" srcOrd="0" destOrd="6" presId="urn:microsoft.com/office/officeart/2009/3/layout/PlusandMinus"/>
    <dgm:cxn modelId="{49539FBA-2F68-4D5A-AB2E-35A67162A4C4}" type="presParOf" srcId="{3711CBCA-0291-4679-9456-AE9145D105A3}" destId="{DD555F17-199B-45A0-AC5F-C63B90576BD9}" srcOrd="0" destOrd="0" presId="urn:microsoft.com/office/officeart/2009/3/layout/PlusandMinus"/>
    <dgm:cxn modelId="{0132FC23-9D0D-4EB8-960A-0CDBEEA33DDB}" type="presParOf" srcId="{3711CBCA-0291-4679-9456-AE9145D105A3}" destId="{8EA4B859-BA9C-40D1-AD6E-11DD69446633}" srcOrd="1" destOrd="0" presId="urn:microsoft.com/office/officeart/2009/3/layout/PlusandMinus"/>
    <dgm:cxn modelId="{46FFA5E0-0DF4-418E-82A7-462DB8BA8C16}" type="presParOf" srcId="{3711CBCA-0291-4679-9456-AE9145D105A3}" destId="{387F7BB9-3A8C-4788-AAFF-2D32E04FE555}" srcOrd="2" destOrd="0" presId="urn:microsoft.com/office/officeart/2009/3/layout/PlusandMinus"/>
    <dgm:cxn modelId="{33EFA373-179B-444C-A48C-4685A46B16B5}" type="presParOf" srcId="{3711CBCA-0291-4679-9456-AE9145D105A3}" destId="{D97FAF85-90ED-403F-AAB0-E34F29BB44FF}" srcOrd="3" destOrd="0" presId="urn:microsoft.com/office/officeart/2009/3/layout/PlusandMinus"/>
    <dgm:cxn modelId="{8886276C-B6B6-4FDF-8C7F-2D2B61C923D9}" type="presParOf" srcId="{3711CBCA-0291-4679-9456-AE9145D105A3}" destId="{7260E448-3669-4E8F-B21D-06823C5E73DC}" srcOrd="4" destOrd="0" presId="urn:microsoft.com/office/officeart/2009/3/layout/PlusandMinus"/>
    <dgm:cxn modelId="{83618830-3AEB-4202-B147-7D0AE94115A5}" type="presParOf" srcId="{3711CBCA-0291-4679-9456-AE9145D105A3}" destId="{841A9C1C-E47A-4CA6-86A3-17BFF2300711}" srcOrd="5" destOrd="0" presId="urn:microsoft.com/office/officeart/2009/3/layout/PlusandMinus"/>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115.xml><?xml version="1.0" encoding="utf-8"?>
<dgm:dataModel xmlns:dgm="http://schemas.openxmlformats.org/drawingml/2006/diagram" xmlns:a="http://schemas.openxmlformats.org/drawingml/2006/main">
  <dgm:ptLst>
    <dgm:pt modelId="{B9C32B05-62EA-407A-B21C-2310C7945705}" type="doc">
      <dgm:prSet loTypeId="urn:microsoft.com/office/officeart/2009/layout/ReverseList" loCatId="relationship" qsTypeId="urn:microsoft.com/office/officeart/2005/8/quickstyle/simple4" qsCatId="simple" csTypeId="urn:microsoft.com/office/officeart/2005/8/colors/colorful3" csCatId="colorful" phldr="1"/>
      <dgm:spPr/>
      <dgm:t>
        <a:bodyPr/>
        <a:lstStyle/>
        <a:p>
          <a:endParaRPr lang="en-US"/>
        </a:p>
      </dgm:t>
    </dgm:pt>
    <dgm:pt modelId="{8EA7219F-BDB2-48EB-9EEB-3133522D132E}">
      <dgm:prSet phldrT="[Text]"/>
      <dgm:spPr/>
      <dgm:t>
        <a:bodyPr/>
        <a:lstStyle/>
        <a:p>
          <a:r>
            <a:rPr lang="en-US" dirty="0">
              <a:solidFill>
                <a:schemeClr val="accent3">
                  <a:lumMod val="50000"/>
                </a:schemeClr>
              </a:solidFill>
            </a:rPr>
            <a:t>Lorem Ipsum</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54A10F5D-C417-4F97-8612-CE684295DDDD}">
      <dgm:prSet phldrT="[Text]"/>
      <dgm:spPr/>
      <dgm:t>
        <a:bodyPr/>
        <a:lstStyle/>
        <a:p>
          <a:r>
            <a:rPr lang="en-US" dirty="0">
              <a:solidFill>
                <a:schemeClr val="accent4">
                  <a:lumMod val="75000"/>
                </a:schemeClr>
              </a:solidFill>
            </a:rPr>
            <a:t>Lorem Ipsum</a:t>
          </a:r>
        </a:p>
      </dgm:t>
    </dgm:pt>
    <dgm:pt modelId="{8ABDAA28-1E03-411B-BC21-8D931DE3C43E}" type="parTrans" cxnId="{517AFA30-BB19-43D1-84E3-E6B4C9B9E30A}">
      <dgm:prSet/>
      <dgm:spPr/>
      <dgm:t>
        <a:bodyPr/>
        <a:lstStyle/>
        <a:p>
          <a:endParaRPr lang="en-US"/>
        </a:p>
      </dgm:t>
    </dgm:pt>
    <dgm:pt modelId="{60811977-1F2E-41FC-8E06-EBD37DD18733}" type="sibTrans" cxnId="{517AFA30-BB19-43D1-84E3-E6B4C9B9E30A}">
      <dgm:prSet/>
      <dgm:spPr/>
      <dgm:t>
        <a:bodyPr/>
        <a:lstStyle/>
        <a:p>
          <a:endParaRPr lang="en-US"/>
        </a:p>
      </dgm:t>
    </dgm:pt>
    <dgm:pt modelId="{E24B0BE0-F9BD-441E-8A43-546381F5A5ED}">
      <dgm:prSet phldrT="[Text]"/>
      <dgm:spPr/>
      <dgm:t>
        <a:bodyPr/>
        <a:lstStyle/>
        <a:p>
          <a:r>
            <a:rPr lang="en-US" dirty="0">
              <a:solidFill>
                <a:schemeClr val="accent3">
                  <a:lumMod val="50000"/>
                </a:schemeClr>
              </a:solidFill>
            </a:rPr>
            <a:t>Some text here</a:t>
          </a:r>
        </a:p>
      </dgm:t>
    </dgm:pt>
    <dgm:pt modelId="{AE59E2CD-19FA-48DE-BEA1-C3309FB00450}" type="parTrans" cxnId="{1D3F27C5-9B59-4374-AC1A-2BFC7099AF53}">
      <dgm:prSet/>
      <dgm:spPr/>
      <dgm:t>
        <a:bodyPr/>
        <a:lstStyle/>
        <a:p>
          <a:endParaRPr lang="en-US"/>
        </a:p>
      </dgm:t>
    </dgm:pt>
    <dgm:pt modelId="{2C957F2A-380A-4886-AFDB-DF27C07054F9}" type="sibTrans" cxnId="{1D3F27C5-9B59-4374-AC1A-2BFC7099AF53}">
      <dgm:prSet/>
      <dgm:spPr/>
      <dgm:t>
        <a:bodyPr/>
        <a:lstStyle/>
        <a:p>
          <a:endParaRPr lang="en-US"/>
        </a:p>
      </dgm:t>
    </dgm:pt>
    <dgm:pt modelId="{77FDF799-28F5-4123-946C-DFB5F5BAB670}">
      <dgm:prSet phldrT="[Text]"/>
      <dgm:spPr/>
      <dgm:t>
        <a:bodyPr/>
        <a:lstStyle/>
        <a:p>
          <a:r>
            <a:rPr lang="en-US" dirty="0">
              <a:solidFill>
                <a:schemeClr val="accent3">
                  <a:lumMod val="50000"/>
                </a:schemeClr>
              </a:solidFill>
            </a:rPr>
            <a:t>Some text here</a:t>
          </a:r>
        </a:p>
      </dgm:t>
    </dgm:pt>
    <dgm:pt modelId="{7D28DA6D-84E4-4085-9F2F-AC8E9E3CFDED}" type="parTrans" cxnId="{15A50854-E1E7-4FE2-B392-5FB2837C9D34}">
      <dgm:prSet/>
      <dgm:spPr/>
      <dgm:t>
        <a:bodyPr/>
        <a:lstStyle/>
        <a:p>
          <a:endParaRPr lang="en-US"/>
        </a:p>
      </dgm:t>
    </dgm:pt>
    <dgm:pt modelId="{DF110F93-02D6-4FC8-BC26-7C5C4D76846C}" type="sibTrans" cxnId="{15A50854-E1E7-4FE2-B392-5FB2837C9D34}">
      <dgm:prSet/>
      <dgm:spPr/>
      <dgm:t>
        <a:bodyPr/>
        <a:lstStyle/>
        <a:p>
          <a:endParaRPr lang="en-US"/>
        </a:p>
      </dgm:t>
    </dgm:pt>
    <dgm:pt modelId="{52960A88-7504-4145-B588-4B3E23EB7E5C}">
      <dgm:prSet phldrT="[Text]"/>
      <dgm:spPr/>
      <dgm:t>
        <a:bodyPr/>
        <a:lstStyle/>
        <a:p>
          <a:r>
            <a:rPr lang="en-US" dirty="0">
              <a:solidFill>
                <a:schemeClr val="accent3">
                  <a:lumMod val="50000"/>
                </a:schemeClr>
              </a:solidFill>
            </a:rPr>
            <a:t>Some text here</a:t>
          </a:r>
        </a:p>
      </dgm:t>
    </dgm:pt>
    <dgm:pt modelId="{6FA8CAD2-2F61-4819-8E75-5F263AB534EC}" type="parTrans" cxnId="{95230F39-ACC0-40E1-8066-8134AB0404DC}">
      <dgm:prSet/>
      <dgm:spPr/>
      <dgm:t>
        <a:bodyPr/>
        <a:lstStyle/>
        <a:p>
          <a:endParaRPr lang="en-US"/>
        </a:p>
      </dgm:t>
    </dgm:pt>
    <dgm:pt modelId="{DFAACB0D-EA72-4E02-AA08-060FA5237FAA}" type="sibTrans" cxnId="{95230F39-ACC0-40E1-8066-8134AB0404DC}">
      <dgm:prSet/>
      <dgm:spPr/>
      <dgm:t>
        <a:bodyPr/>
        <a:lstStyle/>
        <a:p>
          <a:endParaRPr lang="en-US"/>
        </a:p>
      </dgm:t>
    </dgm:pt>
    <dgm:pt modelId="{4135D9B4-8C50-4336-A0A9-970F017B6C82}">
      <dgm:prSet phldrT="[Text]"/>
      <dgm:spPr/>
      <dgm:t>
        <a:bodyPr/>
        <a:lstStyle/>
        <a:p>
          <a:r>
            <a:rPr lang="en-US" dirty="0">
              <a:solidFill>
                <a:schemeClr val="accent3">
                  <a:lumMod val="50000"/>
                </a:schemeClr>
              </a:solidFill>
            </a:rPr>
            <a:t>Some text here</a:t>
          </a:r>
        </a:p>
      </dgm:t>
    </dgm:pt>
    <dgm:pt modelId="{9F3E71CD-234B-40D7-B78A-136662A775A2}" type="parTrans" cxnId="{1DB88E22-F528-4BA2-92FB-7F86DFFFB165}">
      <dgm:prSet/>
      <dgm:spPr/>
      <dgm:t>
        <a:bodyPr/>
        <a:lstStyle/>
        <a:p>
          <a:endParaRPr lang="en-US"/>
        </a:p>
      </dgm:t>
    </dgm:pt>
    <dgm:pt modelId="{A93C8654-6FAC-4B52-81D6-29F0D355027D}" type="sibTrans" cxnId="{1DB88E22-F528-4BA2-92FB-7F86DFFFB165}">
      <dgm:prSet/>
      <dgm:spPr/>
      <dgm:t>
        <a:bodyPr/>
        <a:lstStyle/>
        <a:p>
          <a:endParaRPr lang="en-US"/>
        </a:p>
      </dgm:t>
    </dgm:pt>
    <dgm:pt modelId="{5C85ABD5-F35A-4BA5-951B-D0A6A7FBBE29}">
      <dgm:prSet phldrT="[Text]"/>
      <dgm:spPr/>
      <dgm:t>
        <a:bodyPr/>
        <a:lstStyle/>
        <a:p>
          <a:r>
            <a:rPr lang="en-US" dirty="0">
              <a:solidFill>
                <a:schemeClr val="accent3">
                  <a:lumMod val="50000"/>
                </a:schemeClr>
              </a:solidFill>
            </a:rPr>
            <a:t>Some text here</a:t>
          </a:r>
        </a:p>
      </dgm:t>
    </dgm:pt>
    <dgm:pt modelId="{9A8A73AC-52AF-4039-B210-102513C437B2}" type="parTrans" cxnId="{8EA2C362-4BC5-4F50-9FE0-C339D4DF2231}">
      <dgm:prSet/>
      <dgm:spPr/>
      <dgm:t>
        <a:bodyPr/>
        <a:lstStyle/>
        <a:p>
          <a:endParaRPr lang="en-US"/>
        </a:p>
      </dgm:t>
    </dgm:pt>
    <dgm:pt modelId="{B1969BAB-22AB-44F4-98ED-F9138E9F98B9}" type="sibTrans" cxnId="{8EA2C362-4BC5-4F50-9FE0-C339D4DF2231}">
      <dgm:prSet/>
      <dgm:spPr/>
      <dgm:t>
        <a:bodyPr/>
        <a:lstStyle/>
        <a:p>
          <a:endParaRPr lang="en-US"/>
        </a:p>
      </dgm:t>
    </dgm:pt>
    <dgm:pt modelId="{02475483-3284-40F5-B15A-8FBC9624C0C3}">
      <dgm:prSet phldrT="[Text]"/>
      <dgm:spPr/>
      <dgm:t>
        <a:bodyPr/>
        <a:lstStyle/>
        <a:p>
          <a:r>
            <a:rPr lang="en-US" dirty="0">
              <a:solidFill>
                <a:schemeClr val="accent4">
                  <a:lumMod val="75000"/>
                </a:schemeClr>
              </a:solidFill>
            </a:rPr>
            <a:t>Some text here</a:t>
          </a:r>
        </a:p>
      </dgm:t>
    </dgm:pt>
    <dgm:pt modelId="{82C2C170-C7F7-4D5F-BD30-01ECE9333E8B}" type="parTrans" cxnId="{DE1E6DA9-05DF-4F78-B1C8-903B48D7721F}">
      <dgm:prSet/>
      <dgm:spPr/>
      <dgm:t>
        <a:bodyPr/>
        <a:lstStyle/>
        <a:p>
          <a:endParaRPr lang="en-US"/>
        </a:p>
      </dgm:t>
    </dgm:pt>
    <dgm:pt modelId="{7949ADFB-89B2-4E48-99F6-70328FC86EFD}" type="sibTrans" cxnId="{DE1E6DA9-05DF-4F78-B1C8-903B48D7721F}">
      <dgm:prSet/>
      <dgm:spPr/>
      <dgm:t>
        <a:bodyPr/>
        <a:lstStyle/>
        <a:p>
          <a:endParaRPr lang="en-US"/>
        </a:p>
      </dgm:t>
    </dgm:pt>
    <dgm:pt modelId="{789C4F08-3495-4232-BF33-CF380B3C4E40}">
      <dgm:prSet phldrT="[Text]"/>
      <dgm:spPr/>
      <dgm:t>
        <a:bodyPr/>
        <a:lstStyle/>
        <a:p>
          <a:r>
            <a:rPr lang="en-US" dirty="0">
              <a:solidFill>
                <a:schemeClr val="accent4">
                  <a:lumMod val="75000"/>
                </a:schemeClr>
              </a:solidFill>
            </a:rPr>
            <a:t>Some text here</a:t>
          </a:r>
        </a:p>
      </dgm:t>
    </dgm:pt>
    <dgm:pt modelId="{D828FA69-E8EE-46CF-9E4F-CFA56B736C56}" type="parTrans" cxnId="{32745738-0671-4C92-8FF6-8F044E195106}">
      <dgm:prSet/>
      <dgm:spPr/>
      <dgm:t>
        <a:bodyPr/>
        <a:lstStyle/>
        <a:p>
          <a:endParaRPr lang="en-US"/>
        </a:p>
      </dgm:t>
    </dgm:pt>
    <dgm:pt modelId="{3891CB91-3805-4254-AF30-A483B874826A}" type="sibTrans" cxnId="{32745738-0671-4C92-8FF6-8F044E195106}">
      <dgm:prSet/>
      <dgm:spPr/>
      <dgm:t>
        <a:bodyPr/>
        <a:lstStyle/>
        <a:p>
          <a:endParaRPr lang="en-US"/>
        </a:p>
      </dgm:t>
    </dgm:pt>
    <dgm:pt modelId="{77378531-1E59-44A7-9F71-E3CF3A620908}">
      <dgm:prSet phldrT="[Text]"/>
      <dgm:spPr/>
      <dgm:t>
        <a:bodyPr/>
        <a:lstStyle/>
        <a:p>
          <a:r>
            <a:rPr lang="en-US" dirty="0">
              <a:solidFill>
                <a:schemeClr val="accent4">
                  <a:lumMod val="75000"/>
                </a:schemeClr>
              </a:solidFill>
            </a:rPr>
            <a:t>Some text here</a:t>
          </a:r>
        </a:p>
      </dgm:t>
    </dgm:pt>
    <dgm:pt modelId="{AA0BC408-01E7-4EE2-84B9-3D3A6A4A6975}" type="parTrans" cxnId="{4A7448BA-FF72-4576-90C4-0DC1A4689CCC}">
      <dgm:prSet/>
      <dgm:spPr/>
      <dgm:t>
        <a:bodyPr/>
        <a:lstStyle/>
        <a:p>
          <a:endParaRPr lang="en-US"/>
        </a:p>
      </dgm:t>
    </dgm:pt>
    <dgm:pt modelId="{DA57D881-4998-49D4-8F00-D457ED55882D}" type="sibTrans" cxnId="{4A7448BA-FF72-4576-90C4-0DC1A4689CCC}">
      <dgm:prSet/>
      <dgm:spPr/>
      <dgm:t>
        <a:bodyPr/>
        <a:lstStyle/>
        <a:p>
          <a:endParaRPr lang="en-US"/>
        </a:p>
      </dgm:t>
    </dgm:pt>
    <dgm:pt modelId="{4C39299A-B828-4EFF-B519-77BDC143639A}">
      <dgm:prSet phldrT="[Text]"/>
      <dgm:spPr/>
      <dgm:t>
        <a:bodyPr/>
        <a:lstStyle/>
        <a:p>
          <a:r>
            <a:rPr lang="en-US" dirty="0">
              <a:solidFill>
                <a:schemeClr val="accent4">
                  <a:lumMod val="75000"/>
                </a:schemeClr>
              </a:solidFill>
            </a:rPr>
            <a:t>Some text here</a:t>
          </a:r>
        </a:p>
      </dgm:t>
    </dgm:pt>
    <dgm:pt modelId="{41B2F508-D720-4890-BCB2-7842D79557F6}" type="parTrans" cxnId="{CBEE10FA-E56A-4DBB-B7AC-1DE56A6D37EF}">
      <dgm:prSet/>
      <dgm:spPr/>
      <dgm:t>
        <a:bodyPr/>
        <a:lstStyle/>
        <a:p>
          <a:endParaRPr lang="en-US"/>
        </a:p>
      </dgm:t>
    </dgm:pt>
    <dgm:pt modelId="{D04F13F5-62BD-429C-A2E8-CEE183B7D78E}" type="sibTrans" cxnId="{CBEE10FA-E56A-4DBB-B7AC-1DE56A6D37EF}">
      <dgm:prSet/>
      <dgm:spPr/>
      <dgm:t>
        <a:bodyPr/>
        <a:lstStyle/>
        <a:p>
          <a:endParaRPr lang="en-US"/>
        </a:p>
      </dgm:t>
    </dgm:pt>
    <dgm:pt modelId="{41B63C57-9E8C-463F-BDB1-8AF40D01A639}">
      <dgm:prSet phldrT="[Text]"/>
      <dgm:spPr/>
      <dgm:t>
        <a:bodyPr/>
        <a:lstStyle/>
        <a:p>
          <a:r>
            <a:rPr lang="en-US" dirty="0">
              <a:solidFill>
                <a:schemeClr val="accent4">
                  <a:lumMod val="75000"/>
                </a:schemeClr>
              </a:solidFill>
            </a:rPr>
            <a:t>Some text here</a:t>
          </a:r>
        </a:p>
      </dgm:t>
    </dgm:pt>
    <dgm:pt modelId="{9697CE6E-8A18-4FAE-AE1B-59D21AF4F87B}" type="parTrans" cxnId="{14CAC5BA-27CC-4493-AEB3-F85B6892A9C7}">
      <dgm:prSet/>
      <dgm:spPr/>
      <dgm:t>
        <a:bodyPr/>
        <a:lstStyle/>
        <a:p>
          <a:endParaRPr lang="en-US"/>
        </a:p>
      </dgm:t>
    </dgm:pt>
    <dgm:pt modelId="{9C1575C3-4748-4E91-820A-A823CCB92620}" type="sibTrans" cxnId="{14CAC5BA-27CC-4493-AEB3-F85B6892A9C7}">
      <dgm:prSet/>
      <dgm:spPr/>
      <dgm:t>
        <a:bodyPr/>
        <a:lstStyle/>
        <a:p>
          <a:endParaRPr lang="en-US"/>
        </a:p>
      </dgm:t>
    </dgm:pt>
    <dgm:pt modelId="{F26566BA-F7AF-451B-B690-A808F7E3DA8E}">
      <dgm:prSet phldrT="[Text]"/>
      <dgm:spPr/>
      <dgm:t>
        <a:bodyPr/>
        <a:lstStyle/>
        <a:p>
          <a:r>
            <a:rPr lang="en-US" dirty="0">
              <a:solidFill>
                <a:schemeClr val="accent3">
                  <a:lumMod val="50000"/>
                </a:schemeClr>
              </a:solidFill>
            </a:rPr>
            <a:t>Some text here</a:t>
          </a:r>
        </a:p>
      </dgm:t>
    </dgm:pt>
    <dgm:pt modelId="{8CD9655A-C6F4-4C7D-81D9-4D256B1030AF}" type="parTrans" cxnId="{BB723E45-D247-41D7-8593-011D5007778A}">
      <dgm:prSet/>
      <dgm:spPr/>
      <dgm:t>
        <a:bodyPr/>
        <a:lstStyle/>
        <a:p>
          <a:endParaRPr lang="en-US"/>
        </a:p>
      </dgm:t>
    </dgm:pt>
    <dgm:pt modelId="{BE0EC267-2AAE-4F51-BE9F-8E54F7882A88}" type="sibTrans" cxnId="{BB723E45-D247-41D7-8593-011D5007778A}">
      <dgm:prSet/>
      <dgm:spPr/>
      <dgm:t>
        <a:bodyPr/>
        <a:lstStyle/>
        <a:p>
          <a:endParaRPr lang="en-US"/>
        </a:p>
      </dgm:t>
    </dgm:pt>
    <dgm:pt modelId="{4735F7D5-C423-46F6-A2D6-A16A7B27AEBA}" type="pres">
      <dgm:prSet presAssocID="{B9C32B05-62EA-407A-B21C-2310C7945705}" presName="Name0" presStyleCnt="0">
        <dgm:presLayoutVars>
          <dgm:chMax val="2"/>
          <dgm:chPref val="2"/>
          <dgm:animLvl val="lvl"/>
        </dgm:presLayoutVars>
      </dgm:prSet>
      <dgm:spPr/>
    </dgm:pt>
    <dgm:pt modelId="{0E16AB51-252C-4E4D-9553-A9BE6ADF5998}" type="pres">
      <dgm:prSet presAssocID="{B9C32B05-62EA-407A-B21C-2310C7945705}" presName="LeftText" presStyleLbl="revTx" presStyleIdx="0" presStyleCnt="0">
        <dgm:presLayoutVars>
          <dgm:bulletEnabled val="1"/>
        </dgm:presLayoutVars>
      </dgm:prSet>
      <dgm:spPr/>
    </dgm:pt>
    <dgm:pt modelId="{E43DDDA5-5E1C-4B04-9947-D6454BB2D673}" type="pres">
      <dgm:prSet presAssocID="{B9C32B05-62EA-407A-B21C-2310C7945705}" presName="LeftNode" presStyleLbl="bgImgPlace1" presStyleIdx="0" presStyleCnt="2">
        <dgm:presLayoutVars>
          <dgm:chMax val="2"/>
          <dgm:chPref val="2"/>
        </dgm:presLayoutVars>
      </dgm:prSet>
      <dgm:spPr/>
    </dgm:pt>
    <dgm:pt modelId="{3DAC24AC-D640-409F-B941-444E3818AE6F}" type="pres">
      <dgm:prSet presAssocID="{B9C32B05-62EA-407A-B21C-2310C7945705}" presName="RightText" presStyleLbl="revTx" presStyleIdx="0" presStyleCnt="0">
        <dgm:presLayoutVars>
          <dgm:bulletEnabled val="1"/>
        </dgm:presLayoutVars>
      </dgm:prSet>
      <dgm:spPr/>
    </dgm:pt>
    <dgm:pt modelId="{F94EB984-6925-4FB4-9F64-BE18EB708490}" type="pres">
      <dgm:prSet presAssocID="{B9C32B05-62EA-407A-B21C-2310C7945705}" presName="RightNode" presStyleLbl="bgImgPlace1" presStyleIdx="1" presStyleCnt="2">
        <dgm:presLayoutVars>
          <dgm:chMax val="0"/>
          <dgm:chPref val="0"/>
        </dgm:presLayoutVars>
      </dgm:prSet>
      <dgm:spPr/>
    </dgm:pt>
    <dgm:pt modelId="{191ED86E-DCC3-46B5-AA55-786B90D34780}" type="pres">
      <dgm:prSet presAssocID="{B9C32B05-62EA-407A-B21C-2310C7945705}" presName="TopArrow" presStyleLbl="node1" presStyleIdx="0" presStyleCnt="2"/>
      <dgm:spPr/>
    </dgm:pt>
    <dgm:pt modelId="{E47994FB-CE8C-42E0-B2E3-7AA50E3E3E16}" type="pres">
      <dgm:prSet presAssocID="{B9C32B05-62EA-407A-B21C-2310C7945705}" presName="BottomArrow" presStyleLbl="node1" presStyleIdx="1" presStyleCnt="2"/>
      <dgm:spPr/>
    </dgm:pt>
  </dgm:ptLst>
  <dgm:cxnLst>
    <dgm:cxn modelId="{2205080A-A137-41DD-A6F3-BD4AB6E4CEF7}" type="presOf" srcId="{02475483-3284-40F5-B15A-8FBC9624C0C3}" destId="{F94EB984-6925-4FB4-9F64-BE18EB708490}" srcOrd="1" destOrd="1" presId="urn:microsoft.com/office/officeart/2009/layout/ReverseList"/>
    <dgm:cxn modelId="{A7E7BE15-0CC0-407C-BCC5-08D28370D3E6}" type="presOf" srcId="{54A10F5D-C417-4F97-8612-CE684295DDDD}" destId="{F94EB984-6925-4FB4-9F64-BE18EB708490}" srcOrd="1" destOrd="0" presId="urn:microsoft.com/office/officeart/2009/layout/ReverseList"/>
    <dgm:cxn modelId="{FDD54917-3915-4464-9F7A-91AB3C05229E}" type="presOf" srcId="{4135D9B4-8C50-4336-A0A9-970F017B6C82}" destId="{E43DDDA5-5E1C-4B04-9947-D6454BB2D673}" srcOrd="1" destOrd="4" presId="urn:microsoft.com/office/officeart/2009/layout/ReverseList"/>
    <dgm:cxn modelId="{BA0FAC1A-7B01-49F7-BFE3-CD2262B9E201}" type="presOf" srcId="{77FDF799-28F5-4123-946C-DFB5F5BAB670}" destId="{E43DDDA5-5E1C-4B04-9947-D6454BB2D673}" srcOrd="1" destOrd="2" presId="urn:microsoft.com/office/officeart/2009/layout/ReverseList"/>
    <dgm:cxn modelId="{EC4B7C21-B260-47EA-BBE6-B568295CF126}" type="presOf" srcId="{52960A88-7504-4145-B588-4B3E23EB7E5C}" destId="{E43DDDA5-5E1C-4B04-9947-D6454BB2D673}" srcOrd="1" destOrd="3" presId="urn:microsoft.com/office/officeart/2009/layout/ReverseList"/>
    <dgm:cxn modelId="{1DB88E22-F528-4BA2-92FB-7F86DFFFB165}" srcId="{8EA7219F-BDB2-48EB-9EEB-3133522D132E}" destId="{4135D9B4-8C50-4336-A0A9-970F017B6C82}" srcOrd="3" destOrd="0" parTransId="{9F3E71CD-234B-40D7-B78A-136662A775A2}" sibTransId="{A93C8654-6FAC-4B52-81D6-29F0D355027D}"/>
    <dgm:cxn modelId="{2DF93430-84C1-4A23-847F-E7DE7190F781}" type="presOf" srcId="{77378531-1E59-44A7-9F71-E3CF3A620908}" destId="{F94EB984-6925-4FB4-9F64-BE18EB708490}" srcOrd="1" destOrd="3" presId="urn:microsoft.com/office/officeart/2009/layout/ReverseList"/>
    <dgm:cxn modelId="{517AFA30-BB19-43D1-84E3-E6B4C9B9E30A}" srcId="{B9C32B05-62EA-407A-B21C-2310C7945705}" destId="{54A10F5D-C417-4F97-8612-CE684295DDDD}" srcOrd="1" destOrd="0" parTransId="{8ABDAA28-1E03-411B-BC21-8D931DE3C43E}" sibTransId="{60811977-1F2E-41FC-8E06-EBD37DD18733}"/>
    <dgm:cxn modelId="{CADDD533-4DF2-4DCE-B060-734FC000AD54}" type="presOf" srcId="{41B63C57-9E8C-463F-BDB1-8AF40D01A639}" destId="{3DAC24AC-D640-409F-B941-444E3818AE6F}" srcOrd="0" destOrd="5" presId="urn:microsoft.com/office/officeart/2009/layout/ReverseList"/>
    <dgm:cxn modelId="{32745738-0671-4C92-8FF6-8F044E195106}" srcId="{54A10F5D-C417-4F97-8612-CE684295DDDD}" destId="{789C4F08-3495-4232-BF33-CF380B3C4E40}" srcOrd="1" destOrd="0" parTransId="{D828FA69-E8EE-46CF-9E4F-CFA56B736C56}" sibTransId="{3891CB91-3805-4254-AF30-A483B874826A}"/>
    <dgm:cxn modelId="{80E6E538-9D87-4E40-B2D2-0C12F0E27058}" type="presOf" srcId="{8EA7219F-BDB2-48EB-9EEB-3133522D132E}" destId="{E43DDDA5-5E1C-4B04-9947-D6454BB2D673}" srcOrd="1" destOrd="0" presId="urn:microsoft.com/office/officeart/2009/layout/ReverseList"/>
    <dgm:cxn modelId="{2EF70839-DB81-4DDC-8D98-60B7C987203B}" type="presOf" srcId="{52960A88-7504-4145-B588-4B3E23EB7E5C}" destId="{0E16AB51-252C-4E4D-9553-A9BE6ADF5998}" srcOrd="0" destOrd="3" presId="urn:microsoft.com/office/officeart/2009/layout/ReverseList"/>
    <dgm:cxn modelId="{95230F39-ACC0-40E1-8066-8134AB0404DC}" srcId="{8EA7219F-BDB2-48EB-9EEB-3133522D132E}" destId="{52960A88-7504-4145-B588-4B3E23EB7E5C}" srcOrd="2" destOrd="0" parTransId="{6FA8CAD2-2F61-4819-8E75-5F263AB534EC}" sibTransId="{DFAACB0D-EA72-4E02-AA08-060FA5237FAA}"/>
    <dgm:cxn modelId="{5600965D-4CCF-41EB-9A58-A0B402BF5D97}" type="presOf" srcId="{F26566BA-F7AF-451B-B690-A808F7E3DA8E}" destId="{0E16AB51-252C-4E4D-9553-A9BE6ADF5998}" srcOrd="0" destOrd="6" presId="urn:microsoft.com/office/officeart/2009/layout/ReverseList"/>
    <dgm:cxn modelId="{7AD4BC61-4A91-46E4-AC5B-D92B43778834}" type="presOf" srcId="{E24B0BE0-F9BD-441E-8A43-546381F5A5ED}" destId="{E43DDDA5-5E1C-4B04-9947-D6454BB2D673}" srcOrd="1" destOrd="1" presId="urn:microsoft.com/office/officeart/2009/layout/ReverseList"/>
    <dgm:cxn modelId="{8EA2C362-4BC5-4F50-9FE0-C339D4DF2231}" srcId="{8EA7219F-BDB2-48EB-9EEB-3133522D132E}" destId="{5C85ABD5-F35A-4BA5-951B-D0A6A7FBBE29}" srcOrd="4" destOrd="0" parTransId="{9A8A73AC-52AF-4039-B210-102513C437B2}" sibTransId="{B1969BAB-22AB-44F4-98ED-F9138E9F98B9}"/>
    <dgm:cxn modelId="{10B88963-4E58-4501-A0CF-4B5BB992A4EA}" type="presOf" srcId="{5C85ABD5-F35A-4BA5-951B-D0A6A7FBBE29}" destId="{E43DDDA5-5E1C-4B04-9947-D6454BB2D673}" srcOrd="1" destOrd="5" presId="urn:microsoft.com/office/officeart/2009/layout/ReverseList"/>
    <dgm:cxn modelId="{BB723E45-D247-41D7-8593-011D5007778A}" srcId="{8EA7219F-BDB2-48EB-9EEB-3133522D132E}" destId="{F26566BA-F7AF-451B-B690-A808F7E3DA8E}" srcOrd="5" destOrd="0" parTransId="{8CD9655A-C6F4-4C7D-81D9-4D256B1030AF}" sibTransId="{BE0EC267-2AAE-4F51-BE9F-8E54F7882A88}"/>
    <dgm:cxn modelId="{2CD62B4A-BE71-4AC6-8BFD-690A96164169}" type="presOf" srcId="{B9C32B05-62EA-407A-B21C-2310C7945705}" destId="{4735F7D5-C423-46F6-A2D6-A16A7B27AEBA}" srcOrd="0" destOrd="0" presId="urn:microsoft.com/office/officeart/2009/layout/ReverseList"/>
    <dgm:cxn modelId="{FC2FBF4C-1449-453A-97DF-575AE85EF632}" type="presOf" srcId="{02475483-3284-40F5-B15A-8FBC9624C0C3}" destId="{3DAC24AC-D640-409F-B941-444E3818AE6F}" srcOrd="0" destOrd="1" presId="urn:microsoft.com/office/officeart/2009/layout/ReverseList"/>
    <dgm:cxn modelId="{96DC8050-1634-4A93-8B2A-597CE9F84D78}" type="presOf" srcId="{77378531-1E59-44A7-9F71-E3CF3A620908}" destId="{3DAC24AC-D640-409F-B941-444E3818AE6F}" srcOrd="0" destOrd="3" presId="urn:microsoft.com/office/officeart/2009/layout/ReverseList"/>
    <dgm:cxn modelId="{45CE5F73-F766-41FC-9DCC-B2C79AC5A325}" type="presOf" srcId="{F26566BA-F7AF-451B-B690-A808F7E3DA8E}" destId="{E43DDDA5-5E1C-4B04-9947-D6454BB2D673}" srcOrd="1" destOrd="6" presId="urn:microsoft.com/office/officeart/2009/layout/ReverseList"/>
    <dgm:cxn modelId="{15A50854-E1E7-4FE2-B392-5FB2837C9D34}" srcId="{8EA7219F-BDB2-48EB-9EEB-3133522D132E}" destId="{77FDF799-28F5-4123-946C-DFB5F5BAB670}" srcOrd="1" destOrd="0" parTransId="{7D28DA6D-84E4-4085-9F2F-AC8E9E3CFDED}" sibTransId="{DF110F93-02D6-4FC8-BC26-7C5C4D76846C}"/>
    <dgm:cxn modelId="{29A1AB94-4798-46A2-B84C-6BC126DCFEF5}" type="presOf" srcId="{4135D9B4-8C50-4336-A0A9-970F017B6C82}" destId="{0E16AB51-252C-4E4D-9553-A9BE6ADF5998}" srcOrd="0" destOrd="4" presId="urn:microsoft.com/office/officeart/2009/layout/ReverseList"/>
    <dgm:cxn modelId="{24D37D98-5DFF-4760-B1A2-D5C9B09AEE94}" type="presOf" srcId="{789C4F08-3495-4232-BF33-CF380B3C4E40}" destId="{3DAC24AC-D640-409F-B941-444E3818AE6F}" srcOrd="0" destOrd="2" presId="urn:microsoft.com/office/officeart/2009/layout/ReverseList"/>
    <dgm:cxn modelId="{BC1A629F-4A95-43C0-ABC1-5F303867D7B7}" type="presOf" srcId="{4C39299A-B828-4EFF-B519-77BDC143639A}" destId="{3DAC24AC-D640-409F-B941-444E3818AE6F}" srcOrd="0" destOrd="4" presId="urn:microsoft.com/office/officeart/2009/layout/ReverseList"/>
    <dgm:cxn modelId="{6F1ECAA6-1409-4EEF-8D53-4DFB0586B4CE}" type="presOf" srcId="{4C39299A-B828-4EFF-B519-77BDC143639A}" destId="{F94EB984-6925-4FB4-9F64-BE18EB708490}" srcOrd="1" destOrd="4" presId="urn:microsoft.com/office/officeart/2009/layout/ReverseList"/>
    <dgm:cxn modelId="{DE1E6DA9-05DF-4F78-B1C8-903B48D7721F}" srcId="{54A10F5D-C417-4F97-8612-CE684295DDDD}" destId="{02475483-3284-40F5-B15A-8FBC9624C0C3}" srcOrd="0" destOrd="0" parTransId="{82C2C170-C7F7-4D5F-BD30-01ECE9333E8B}" sibTransId="{7949ADFB-89B2-4E48-99F6-70328FC86EFD}"/>
    <dgm:cxn modelId="{1BFDE4AE-0945-4C88-908C-3D0D5DC958F1}" type="presOf" srcId="{5C85ABD5-F35A-4BA5-951B-D0A6A7FBBE29}" destId="{0E16AB51-252C-4E4D-9553-A9BE6ADF5998}" srcOrd="0" destOrd="5" presId="urn:microsoft.com/office/officeart/2009/layout/ReverseList"/>
    <dgm:cxn modelId="{E4661FB0-11B7-4F24-813E-A0F414AF4CD4}" type="presOf" srcId="{789C4F08-3495-4232-BF33-CF380B3C4E40}" destId="{F94EB984-6925-4FB4-9F64-BE18EB708490}" srcOrd="1" destOrd="2" presId="urn:microsoft.com/office/officeart/2009/layout/ReverseList"/>
    <dgm:cxn modelId="{8B3D23B9-7DAD-4B91-9D8F-52C4CDCA6BB4}" type="presOf" srcId="{41B63C57-9E8C-463F-BDB1-8AF40D01A639}" destId="{F94EB984-6925-4FB4-9F64-BE18EB708490}" srcOrd="1" destOrd="5" presId="urn:microsoft.com/office/officeart/2009/layout/ReverseList"/>
    <dgm:cxn modelId="{4A7448BA-FF72-4576-90C4-0DC1A4689CCC}" srcId="{54A10F5D-C417-4F97-8612-CE684295DDDD}" destId="{77378531-1E59-44A7-9F71-E3CF3A620908}" srcOrd="2" destOrd="0" parTransId="{AA0BC408-01E7-4EE2-84B9-3D3A6A4A6975}" sibTransId="{DA57D881-4998-49D4-8F00-D457ED55882D}"/>
    <dgm:cxn modelId="{14CAC5BA-27CC-4493-AEB3-F85B6892A9C7}" srcId="{54A10F5D-C417-4F97-8612-CE684295DDDD}" destId="{41B63C57-9E8C-463F-BDB1-8AF40D01A639}" srcOrd="4" destOrd="0" parTransId="{9697CE6E-8A18-4FAE-AE1B-59D21AF4F87B}" sibTransId="{9C1575C3-4748-4E91-820A-A823CCB92620}"/>
    <dgm:cxn modelId="{D3002DBB-900B-4942-9300-CFDAD819B4F3}" type="presOf" srcId="{77FDF799-28F5-4123-946C-DFB5F5BAB670}" destId="{0E16AB51-252C-4E4D-9553-A9BE6ADF5998}" srcOrd="0" destOrd="2" presId="urn:microsoft.com/office/officeart/2009/layout/ReverseList"/>
    <dgm:cxn modelId="{151F68C2-AE36-4744-8F7E-C52547A4B42A}" type="presOf" srcId="{54A10F5D-C417-4F97-8612-CE684295DDDD}" destId="{3DAC24AC-D640-409F-B941-444E3818AE6F}" srcOrd="0" destOrd="0" presId="urn:microsoft.com/office/officeart/2009/layout/ReverseList"/>
    <dgm:cxn modelId="{1D3F27C5-9B59-4374-AC1A-2BFC7099AF53}" srcId="{8EA7219F-BDB2-48EB-9EEB-3133522D132E}" destId="{E24B0BE0-F9BD-441E-8A43-546381F5A5ED}" srcOrd="0" destOrd="0" parTransId="{AE59E2CD-19FA-48DE-BEA1-C3309FB00450}" sibTransId="{2C957F2A-380A-4886-AFDB-DF27C07054F9}"/>
    <dgm:cxn modelId="{83F47CEB-20B3-4178-A8AA-12E088FF03DD}" type="presOf" srcId="{8EA7219F-BDB2-48EB-9EEB-3133522D132E}" destId="{0E16AB51-252C-4E4D-9553-A9BE6ADF5998}" srcOrd="0" destOrd="0" presId="urn:microsoft.com/office/officeart/2009/layout/ReverseList"/>
    <dgm:cxn modelId="{58AD7EEF-D408-406B-87EE-4691D4C30668}" srcId="{B9C32B05-62EA-407A-B21C-2310C7945705}" destId="{8EA7219F-BDB2-48EB-9EEB-3133522D132E}" srcOrd="0" destOrd="0" parTransId="{3EE8403A-CB7C-4815-85BD-AEBCAEB71B37}" sibTransId="{C94B7947-85DC-4B21-BB99-DF8438356F98}"/>
    <dgm:cxn modelId="{B8F236F3-3811-417A-86D3-790A6DE9B581}" type="presOf" srcId="{E24B0BE0-F9BD-441E-8A43-546381F5A5ED}" destId="{0E16AB51-252C-4E4D-9553-A9BE6ADF5998}" srcOrd="0" destOrd="1" presId="urn:microsoft.com/office/officeart/2009/layout/ReverseList"/>
    <dgm:cxn modelId="{CBEE10FA-E56A-4DBB-B7AC-1DE56A6D37EF}" srcId="{54A10F5D-C417-4F97-8612-CE684295DDDD}" destId="{4C39299A-B828-4EFF-B519-77BDC143639A}" srcOrd="3" destOrd="0" parTransId="{41B2F508-D720-4890-BCB2-7842D79557F6}" sibTransId="{D04F13F5-62BD-429C-A2E8-CEE183B7D78E}"/>
    <dgm:cxn modelId="{73A8DC08-FBA0-45D4-8F52-3FFDDBBFAF8D}" type="presParOf" srcId="{4735F7D5-C423-46F6-A2D6-A16A7B27AEBA}" destId="{0E16AB51-252C-4E4D-9553-A9BE6ADF5998}" srcOrd="0" destOrd="0" presId="urn:microsoft.com/office/officeart/2009/layout/ReverseList"/>
    <dgm:cxn modelId="{22013F70-5527-4DB1-9F59-B3B42187E054}" type="presParOf" srcId="{4735F7D5-C423-46F6-A2D6-A16A7B27AEBA}" destId="{E43DDDA5-5E1C-4B04-9947-D6454BB2D673}" srcOrd="1" destOrd="0" presId="urn:microsoft.com/office/officeart/2009/layout/ReverseList"/>
    <dgm:cxn modelId="{6324F17E-85F5-4280-A8BB-5DE60397ABD9}" type="presParOf" srcId="{4735F7D5-C423-46F6-A2D6-A16A7B27AEBA}" destId="{3DAC24AC-D640-409F-B941-444E3818AE6F}" srcOrd="2" destOrd="0" presId="urn:microsoft.com/office/officeart/2009/layout/ReverseList"/>
    <dgm:cxn modelId="{E99CFAFB-E5E7-4298-B71D-4E83686C8F66}" type="presParOf" srcId="{4735F7D5-C423-46F6-A2D6-A16A7B27AEBA}" destId="{F94EB984-6925-4FB4-9F64-BE18EB708490}" srcOrd="3" destOrd="0" presId="urn:microsoft.com/office/officeart/2009/layout/ReverseList"/>
    <dgm:cxn modelId="{7FD93C34-D079-4F77-B612-5BB98140E545}" type="presParOf" srcId="{4735F7D5-C423-46F6-A2D6-A16A7B27AEBA}" destId="{191ED86E-DCC3-46B5-AA55-786B90D34780}" srcOrd="4" destOrd="0" presId="urn:microsoft.com/office/officeart/2009/layout/ReverseList"/>
    <dgm:cxn modelId="{B4FEA452-AAA6-4152-B24D-7034B6FA3015}" type="presParOf" srcId="{4735F7D5-C423-46F6-A2D6-A16A7B27AEBA}" destId="{E47994FB-CE8C-42E0-B2E3-7AA50E3E3E16}" srcOrd="5" destOrd="0" presId="urn:microsoft.com/office/officeart/2009/layout/ReverseList"/>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16.xml><?xml version="1.0" encoding="utf-8"?>
<dgm:dataModel xmlns:dgm="http://schemas.openxmlformats.org/drawingml/2006/diagram" xmlns:a="http://schemas.openxmlformats.org/drawingml/2006/main">
  <dgm:ptLst>
    <dgm:pt modelId="{B9C32B05-62EA-407A-B21C-2310C7945705}" type="doc">
      <dgm:prSet loTypeId="urn:microsoft.com/office/officeart/2005/8/layout/arrow3" loCatId="relationship" qsTypeId="urn:microsoft.com/office/officeart/2005/8/quickstyle/simple4" qsCatId="simple" csTypeId="urn:microsoft.com/office/officeart/2005/8/colors/colorful3" csCatId="colorful" phldr="1"/>
      <dgm:spPr/>
      <dgm:t>
        <a:bodyPr/>
        <a:lstStyle/>
        <a:p>
          <a:endParaRPr lang="en-US"/>
        </a:p>
      </dgm:t>
    </dgm:pt>
    <dgm:pt modelId="{8EA7219F-BDB2-48EB-9EEB-3133522D132E}">
      <dgm:prSet phldrT="[Text]"/>
      <dgm:spPr/>
      <dgm:t>
        <a:bodyPr/>
        <a:lstStyle/>
        <a:p>
          <a:r>
            <a:rPr lang="en-US"/>
            <a:t>Lorem Ipsum</a:t>
          </a:r>
          <a:endParaRPr lang="en-US" dirty="0"/>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54A10F5D-C417-4F97-8612-CE684295DDDD}">
      <dgm:prSet phldrT="[Text]"/>
      <dgm:spPr/>
      <dgm:t>
        <a:bodyPr/>
        <a:lstStyle/>
        <a:p>
          <a:r>
            <a:rPr lang="en-US"/>
            <a:t>Lorem Ipsum</a:t>
          </a:r>
          <a:endParaRPr lang="en-US" dirty="0"/>
        </a:p>
      </dgm:t>
    </dgm:pt>
    <dgm:pt modelId="{8ABDAA28-1E03-411B-BC21-8D931DE3C43E}" type="parTrans" cxnId="{517AFA30-BB19-43D1-84E3-E6B4C9B9E30A}">
      <dgm:prSet/>
      <dgm:spPr/>
      <dgm:t>
        <a:bodyPr/>
        <a:lstStyle/>
        <a:p>
          <a:endParaRPr lang="en-US"/>
        </a:p>
      </dgm:t>
    </dgm:pt>
    <dgm:pt modelId="{60811977-1F2E-41FC-8E06-EBD37DD18733}" type="sibTrans" cxnId="{517AFA30-BB19-43D1-84E3-E6B4C9B9E30A}">
      <dgm:prSet/>
      <dgm:spPr/>
      <dgm:t>
        <a:bodyPr/>
        <a:lstStyle/>
        <a:p>
          <a:endParaRPr lang="en-US"/>
        </a:p>
      </dgm:t>
    </dgm:pt>
    <dgm:pt modelId="{E24B0BE0-F9BD-441E-8A43-546381F5A5ED}">
      <dgm:prSet phldrT="[Text]"/>
      <dgm:spPr/>
      <dgm:t>
        <a:bodyPr/>
        <a:lstStyle/>
        <a:p>
          <a:r>
            <a:rPr lang="en-US"/>
            <a:t>Some text here</a:t>
          </a:r>
          <a:endParaRPr lang="en-US" dirty="0"/>
        </a:p>
      </dgm:t>
    </dgm:pt>
    <dgm:pt modelId="{AE59E2CD-19FA-48DE-BEA1-C3309FB00450}" type="parTrans" cxnId="{1D3F27C5-9B59-4374-AC1A-2BFC7099AF53}">
      <dgm:prSet/>
      <dgm:spPr/>
      <dgm:t>
        <a:bodyPr/>
        <a:lstStyle/>
        <a:p>
          <a:endParaRPr lang="en-US"/>
        </a:p>
      </dgm:t>
    </dgm:pt>
    <dgm:pt modelId="{2C957F2A-380A-4886-AFDB-DF27C07054F9}" type="sibTrans" cxnId="{1D3F27C5-9B59-4374-AC1A-2BFC7099AF53}">
      <dgm:prSet/>
      <dgm:spPr/>
      <dgm:t>
        <a:bodyPr/>
        <a:lstStyle/>
        <a:p>
          <a:endParaRPr lang="en-US"/>
        </a:p>
      </dgm:t>
    </dgm:pt>
    <dgm:pt modelId="{77FDF799-28F5-4123-946C-DFB5F5BAB670}">
      <dgm:prSet phldrT="[Text]"/>
      <dgm:spPr/>
      <dgm:t>
        <a:bodyPr/>
        <a:lstStyle/>
        <a:p>
          <a:r>
            <a:rPr lang="en-US"/>
            <a:t>Some text here</a:t>
          </a:r>
          <a:endParaRPr lang="en-US" dirty="0"/>
        </a:p>
      </dgm:t>
    </dgm:pt>
    <dgm:pt modelId="{7D28DA6D-84E4-4085-9F2F-AC8E9E3CFDED}" type="parTrans" cxnId="{15A50854-E1E7-4FE2-B392-5FB2837C9D34}">
      <dgm:prSet/>
      <dgm:spPr/>
      <dgm:t>
        <a:bodyPr/>
        <a:lstStyle/>
        <a:p>
          <a:endParaRPr lang="en-US"/>
        </a:p>
      </dgm:t>
    </dgm:pt>
    <dgm:pt modelId="{DF110F93-02D6-4FC8-BC26-7C5C4D76846C}" type="sibTrans" cxnId="{15A50854-E1E7-4FE2-B392-5FB2837C9D34}">
      <dgm:prSet/>
      <dgm:spPr/>
      <dgm:t>
        <a:bodyPr/>
        <a:lstStyle/>
        <a:p>
          <a:endParaRPr lang="en-US"/>
        </a:p>
      </dgm:t>
    </dgm:pt>
    <dgm:pt modelId="{52960A88-7504-4145-B588-4B3E23EB7E5C}">
      <dgm:prSet phldrT="[Text]"/>
      <dgm:spPr/>
      <dgm:t>
        <a:bodyPr/>
        <a:lstStyle/>
        <a:p>
          <a:r>
            <a:rPr lang="en-US"/>
            <a:t>Some text here</a:t>
          </a:r>
          <a:endParaRPr lang="en-US" dirty="0"/>
        </a:p>
      </dgm:t>
    </dgm:pt>
    <dgm:pt modelId="{6FA8CAD2-2F61-4819-8E75-5F263AB534EC}" type="parTrans" cxnId="{95230F39-ACC0-40E1-8066-8134AB0404DC}">
      <dgm:prSet/>
      <dgm:spPr/>
      <dgm:t>
        <a:bodyPr/>
        <a:lstStyle/>
        <a:p>
          <a:endParaRPr lang="en-US"/>
        </a:p>
      </dgm:t>
    </dgm:pt>
    <dgm:pt modelId="{DFAACB0D-EA72-4E02-AA08-060FA5237FAA}" type="sibTrans" cxnId="{95230F39-ACC0-40E1-8066-8134AB0404DC}">
      <dgm:prSet/>
      <dgm:spPr/>
      <dgm:t>
        <a:bodyPr/>
        <a:lstStyle/>
        <a:p>
          <a:endParaRPr lang="en-US"/>
        </a:p>
      </dgm:t>
    </dgm:pt>
    <dgm:pt modelId="{4135D9B4-8C50-4336-A0A9-970F017B6C82}">
      <dgm:prSet phldrT="[Text]"/>
      <dgm:spPr/>
      <dgm:t>
        <a:bodyPr/>
        <a:lstStyle/>
        <a:p>
          <a:r>
            <a:rPr lang="en-US"/>
            <a:t>Some text here</a:t>
          </a:r>
          <a:endParaRPr lang="en-US" dirty="0"/>
        </a:p>
      </dgm:t>
    </dgm:pt>
    <dgm:pt modelId="{9F3E71CD-234B-40D7-B78A-136662A775A2}" type="parTrans" cxnId="{1DB88E22-F528-4BA2-92FB-7F86DFFFB165}">
      <dgm:prSet/>
      <dgm:spPr/>
      <dgm:t>
        <a:bodyPr/>
        <a:lstStyle/>
        <a:p>
          <a:endParaRPr lang="en-US"/>
        </a:p>
      </dgm:t>
    </dgm:pt>
    <dgm:pt modelId="{A93C8654-6FAC-4B52-81D6-29F0D355027D}" type="sibTrans" cxnId="{1DB88E22-F528-4BA2-92FB-7F86DFFFB165}">
      <dgm:prSet/>
      <dgm:spPr/>
      <dgm:t>
        <a:bodyPr/>
        <a:lstStyle/>
        <a:p>
          <a:endParaRPr lang="en-US"/>
        </a:p>
      </dgm:t>
    </dgm:pt>
    <dgm:pt modelId="{5C85ABD5-F35A-4BA5-951B-D0A6A7FBBE29}">
      <dgm:prSet phldrT="[Text]"/>
      <dgm:spPr/>
      <dgm:t>
        <a:bodyPr/>
        <a:lstStyle/>
        <a:p>
          <a:r>
            <a:rPr lang="en-US"/>
            <a:t>Some text here</a:t>
          </a:r>
          <a:endParaRPr lang="en-US" dirty="0"/>
        </a:p>
      </dgm:t>
    </dgm:pt>
    <dgm:pt modelId="{9A8A73AC-52AF-4039-B210-102513C437B2}" type="parTrans" cxnId="{8EA2C362-4BC5-4F50-9FE0-C339D4DF2231}">
      <dgm:prSet/>
      <dgm:spPr/>
      <dgm:t>
        <a:bodyPr/>
        <a:lstStyle/>
        <a:p>
          <a:endParaRPr lang="en-US"/>
        </a:p>
      </dgm:t>
    </dgm:pt>
    <dgm:pt modelId="{B1969BAB-22AB-44F4-98ED-F9138E9F98B9}" type="sibTrans" cxnId="{8EA2C362-4BC5-4F50-9FE0-C339D4DF2231}">
      <dgm:prSet/>
      <dgm:spPr/>
      <dgm:t>
        <a:bodyPr/>
        <a:lstStyle/>
        <a:p>
          <a:endParaRPr lang="en-US"/>
        </a:p>
      </dgm:t>
    </dgm:pt>
    <dgm:pt modelId="{02475483-3284-40F5-B15A-8FBC9624C0C3}">
      <dgm:prSet phldrT="[Text]"/>
      <dgm:spPr/>
      <dgm:t>
        <a:bodyPr/>
        <a:lstStyle/>
        <a:p>
          <a:r>
            <a:rPr lang="en-US"/>
            <a:t>Some text here</a:t>
          </a:r>
          <a:endParaRPr lang="en-US" dirty="0"/>
        </a:p>
      </dgm:t>
    </dgm:pt>
    <dgm:pt modelId="{82C2C170-C7F7-4D5F-BD30-01ECE9333E8B}" type="parTrans" cxnId="{DE1E6DA9-05DF-4F78-B1C8-903B48D7721F}">
      <dgm:prSet/>
      <dgm:spPr/>
      <dgm:t>
        <a:bodyPr/>
        <a:lstStyle/>
        <a:p>
          <a:endParaRPr lang="en-US"/>
        </a:p>
      </dgm:t>
    </dgm:pt>
    <dgm:pt modelId="{7949ADFB-89B2-4E48-99F6-70328FC86EFD}" type="sibTrans" cxnId="{DE1E6DA9-05DF-4F78-B1C8-903B48D7721F}">
      <dgm:prSet/>
      <dgm:spPr/>
      <dgm:t>
        <a:bodyPr/>
        <a:lstStyle/>
        <a:p>
          <a:endParaRPr lang="en-US"/>
        </a:p>
      </dgm:t>
    </dgm:pt>
    <dgm:pt modelId="{789C4F08-3495-4232-BF33-CF380B3C4E40}">
      <dgm:prSet phldrT="[Text]"/>
      <dgm:spPr/>
      <dgm:t>
        <a:bodyPr/>
        <a:lstStyle/>
        <a:p>
          <a:r>
            <a:rPr lang="en-US"/>
            <a:t>Some text here</a:t>
          </a:r>
          <a:endParaRPr lang="en-US" dirty="0"/>
        </a:p>
      </dgm:t>
    </dgm:pt>
    <dgm:pt modelId="{D828FA69-E8EE-46CF-9E4F-CFA56B736C56}" type="parTrans" cxnId="{32745738-0671-4C92-8FF6-8F044E195106}">
      <dgm:prSet/>
      <dgm:spPr/>
      <dgm:t>
        <a:bodyPr/>
        <a:lstStyle/>
        <a:p>
          <a:endParaRPr lang="en-US"/>
        </a:p>
      </dgm:t>
    </dgm:pt>
    <dgm:pt modelId="{3891CB91-3805-4254-AF30-A483B874826A}" type="sibTrans" cxnId="{32745738-0671-4C92-8FF6-8F044E195106}">
      <dgm:prSet/>
      <dgm:spPr/>
      <dgm:t>
        <a:bodyPr/>
        <a:lstStyle/>
        <a:p>
          <a:endParaRPr lang="en-US"/>
        </a:p>
      </dgm:t>
    </dgm:pt>
    <dgm:pt modelId="{77378531-1E59-44A7-9F71-E3CF3A620908}">
      <dgm:prSet phldrT="[Text]"/>
      <dgm:spPr/>
      <dgm:t>
        <a:bodyPr/>
        <a:lstStyle/>
        <a:p>
          <a:r>
            <a:rPr lang="en-US"/>
            <a:t>Some text here</a:t>
          </a:r>
          <a:endParaRPr lang="en-US" dirty="0"/>
        </a:p>
      </dgm:t>
    </dgm:pt>
    <dgm:pt modelId="{AA0BC408-01E7-4EE2-84B9-3D3A6A4A6975}" type="parTrans" cxnId="{4A7448BA-FF72-4576-90C4-0DC1A4689CCC}">
      <dgm:prSet/>
      <dgm:spPr/>
      <dgm:t>
        <a:bodyPr/>
        <a:lstStyle/>
        <a:p>
          <a:endParaRPr lang="en-US"/>
        </a:p>
      </dgm:t>
    </dgm:pt>
    <dgm:pt modelId="{DA57D881-4998-49D4-8F00-D457ED55882D}" type="sibTrans" cxnId="{4A7448BA-FF72-4576-90C4-0DC1A4689CCC}">
      <dgm:prSet/>
      <dgm:spPr/>
      <dgm:t>
        <a:bodyPr/>
        <a:lstStyle/>
        <a:p>
          <a:endParaRPr lang="en-US"/>
        </a:p>
      </dgm:t>
    </dgm:pt>
    <dgm:pt modelId="{4C39299A-B828-4EFF-B519-77BDC143639A}">
      <dgm:prSet phldrT="[Text]"/>
      <dgm:spPr/>
      <dgm:t>
        <a:bodyPr/>
        <a:lstStyle/>
        <a:p>
          <a:r>
            <a:rPr lang="en-US"/>
            <a:t>Some text here</a:t>
          </a:r>
          <a:endParaRPr lang="en-US" dirty="0"/>
        </a:p>
      </dgm:t>
    </dgm:pt>
    <dgm:pt modelId="{41B2F508-D720-4890-BCB2-7842D79557F6}" type="parTrans" cxnId="{CBEE10FA-E56A-4DBB-B7AC-1DE56A6D37EF}">
      <dgm:prSet/>
      <dgm:spPr/>
      <dgm:t>
        <a:bodyPr/>
        <a:lstStyle/>
        <a:p>
          <a:endParaRPr lang="en-US"/>
        </a:p>
      </dgm:t>
    </dgm:pt>
    <dgm:pt modelId="{D04F13F5-62BD-429C-A2E8-CEE183B7D78E}" type="sibTrans" cxnId="{CBEE10FA-E56A-4DBB-B7AC-1DE56A6D37EF}">
      <dgm:prSet/>
      <dgm:spPr/>
      <dgm:t>
        <a:bodyPr/>
        <a:lstStyle/>
        <a:p>
          <a:endParaRPr lang="en-US"/>
        </a:p>
      </dgm:t>
    </dgm:pt>
    <dgm:pt modelId="{41B63C57-9E8C-463F-BDB1-8AF40D01A639}">
      <dgm:prSet phldrT="[Text]"/>
      <dgm:spPr/>
      <dgm:t>
        <a:bodyPr/>
        <a:lstStyle/>
        <a:p>
          <a:r>
            <a:rPr lang="en-US"/>
            <a:t>Some text here</a:t>
          </a:r>
          <a:endParaRPr lang="en-US" dirty="0"/>
        </a:p>
      </dgm:t>
    </dgm:pt>
    <dgm:pt modelId="{9697CE6E-8A18-4FAE-AE1B-59D21AF4F87B}" type="parTrans" cxnId="{14CAC5BA-27CC-4493-AEB3-F85B6892A9C7}">
      <dgm:prSet/>
      <dgm:spPr/>
      <dgm:t>
        <a:bodyPr/>
        <a:lstStyle/>
        <a:p>
          <a:endParaRPr lang="en-US"/>
        </a:p>
      </dgm:t>
    </dgm:pt>
    <dgm:pt modelId="{9C1575C3-4748-4E91-820A-A823CCB92620}" type="sibTrans" cxnId="{14CAC5BA-27CC-4493-AEB3-F85B6892A9C7}">
      <dgm:prSet/>
      <dgm:spPr/>
      <dgm:t>
        <a:bodyPr/>
        <a:lstStyle/>
        <a:p>
          <a:endParaRPr lang="en-US"/>
        </a:p>
      </dgm:t>
    </dgm:pt>
    <dgm:pt modelId="{5F7F0BFA-718C-4558-B55B-95490581AD46}" type="pres">
      <dgm:prSet presAssocID="{B9C32B05-62EA-407A-B21C-2310C7945705}" presName="compositeShape" presStyleCnt="0">
        <dgm:presLayoutVars>
          <dgm:chMax val="2"/>
          <dgm:dir/>
          <dgm:resizeHandles val="exact"/>
        </dgm:presLayoutVars>
      </dgm:prSet>
      <dgm:spPr/>
    </dgm:pt>
    <dgm:pt modelId="{DBC3014B-3574-4ED7-89DC-564DD18F75EC}" type="pres">
      <dgm:prSet presAssocID="{B9C32B05-62EA-407A-B21C-2310C7945705}" presName="divider" presStyleLbl="fgShp" presStyleIdx="0" presStyleCnt="1"/>
      <dgm:spPr/>
    </dgm:pt>
    <dgm:pt modelId="{19CA04C1-011E-400B-8073-B57A9E067C29}" type="pres">
      <dgm:prSet presAssocID="{8EA7219F-BDB2-48EB-9EEB-3133522D132E}" presName="downArrow" presStyleLbl="node1" presStyleIdx="0" presStyleCnt="2"/>
      <dgm:spPr/>
    </dgm:pt>
    <dgm:pt modelId="{8A89E930-10AD-4883-9EB9-454DBCD46B14}" type="pres">
      <dgm:prSet presAssocID="{8EA7219F-BDB2-48EB-9EEB-3133522D132E}" presName="downArrowText" presStyleLbl="revTx" presStyleIdx="0" presStyleCnt="2">
        <dgm:presLayoutVars>
          <dgm:bulletEnabled val="1"/>
        </dgm:presLayoutVars>
      </dgm:prSet>
      <dgm:spPr/>
    </dgm:pt>
    <dgm:pt modelId="{A7AE18C7-BEA4-4B06-A731-2CFD8B8394AB}" type="pres">
      <dgm:prSet presAssocID="{54A10F5D-C417-4F97-8612-CE684295DDDD}" presName="upArrow" presStyleLbl="node1" presStyleIdx="1" presStyleCnt="2"/>
      <dgm:spPr/>
    </dgm:pt>
    <dgm:pt modelId="{AEDAA371-C583-4AEC-931C-646E38308C61}" type="pres">
      <dgm:prSet presAssocID="{54A10F5D-C417-4F97-8612-CE684295DDDD}" presName="upArrowText" presStyleLbl="revTx" presStyleIdx="1" presStyleCnt="2">
        <dgm:presLayoutVars>
          <dgm:bulletEnabled val="1"/>
        </dgm:presLayoutVars>
      </dgm:prSet>
      <dgm:spPr/>
    </dgm:pt>
  </dgm:ptLst>
  <dgm:cxnLst>
    <dgm:cxn modelId="{14D03204-6695-46C7-81EB-3F875A82CD1E}" type="presOf" srcId="{02475483-3284-40F5-B15A-8FBC9624C0C3}" destId="{AEDAA371-C583-4AEC-931C-646E38308C61}" srcOrd="0" destOrd="1" presId="urn:microsoft.com/office/officeart/2005/8/layout/arrow3"/>
    <dgm:cxn modelId="{B7E8CC05-6814-4EBB-882C-436B6DEF0430}" type="presOf" srcId="{77378531-1E59-44A7-9F71-E3CF3A620908}" destId="{AEDAA371-C583-4AEC-931C-646E38308C61}" srcOrd="0" destOrd="3" presId="urn:microsoft.com/office/officeart/2005/8/layout/arrow3"/>
    <dgm:cxn modelId="{B9CC620C-BE4F-4D44-9EBD-5E76946874C9}" type="presOf" srcId="{54A10F5D-C417-4F97-8612-CE684295DDDD}" destId="{AEDAA371-C583-4AEC-931C-646E38308C61}" srcOrd="0" destOrd="0" presId="urn:microsoft.com/office/officeart/2005/8/layout/arrow3"/>
    <dgm:cxn modelId="{4900E51A-01FC-49C3-8DAD-68B2BB911989}" type="presOf" srcId="{41B63C57-9E8C-463F-BDB1-8AF40D01A639}" destId="{AEDAA371-C583-4AEC-931C-646E38308C61}" srcOrd="0" destOrd="5" presId="urn:microsoft.com/office/officeart/2005/8/layout/arrow3"/>
    <dgm:cxn modelId="{1DB88E22-F528-4BA2-92FB-7F86DFFFB165}" srcId="{8EA7219F-BDB2-48EB-9EEB-3133522D132E}" destId="{4135D9B4-8C50-4336-A0A9-970F017B6C82}" srcOrd="3" destOrd="0" parTransId="{9F3E71CD-234B-40D7-B78A-136662A775A2}" sibTransId="{A93C8654-6FAC-4B52-81D6-29F0D355027D}"/>
    <dgm:cxn modelId="{517AFA30-BB19-43D1-84E3-E6B4C9B9E30A}" srcId="{B9C32B05-62EA-407A-B21C-2310C7945705}" destId="{54A10F5D-C417-4F97-8612-CE684295DDDD}" srcOrd="1" destOrd="0" parTransId="{8ABDAA28-1E03-411B-BC21-8D931DE3C43E}" sibTransId="{60811977-1F2E-41FC-8E06-EBD37DD18733}"/>
    <dgm:cxn modelId="{32745738-0671-4C92-8FF6-8F044E195106}" srcId="{54A10F5D-C417-4F97-8612-CE684295DDDD}" destId="{789C4F08-3495-4232-BF33-CF380B3C4E40}" srcOrd="1" destOrd="0" parTransId="{D828FA69-E8EE-46CF-9E4F-CFA56B736C56}" sibTransId="{3891CB91-3805-4254-AF30-A483B874826A}"/>
    <dgm:cxn modelId="{95230F39-ACC0-40E1-8066-8134AB0404DC}" srcId="{8EA7219F-BDB2-48EB-9EEB-3133522D132E}" destId="{52960A88-7504-4145-B588-4B3E23EB7E5C}" srcOrd="2" destOrd="0" parTransId="{6FA8CAD2-2F61-4819-8E75-5F263AB534EC}" sibTransId="{DFAACB0D-EA72-4E02-AA08-060FA5237FAA}"/>
    <dgm:cxn modelId="{8EA2C362-4BC5-4F50-9FE0-C339D4DF2231}" srcId="{8EA7219F-BDB2-48EB-9EEB-3133522D132E}" destId="{5C85ABD5-F35A-4BA5-951B-D0A6A7FBBE29}" srcOrd="4" destOrd="0" parTransId="{9A8A73AC-52AF-4039-B210-102513C437B2}" sibTransId="{B1969BAB-22AB-44F4-98ED-F9138E9F98B9}"/>
    <dgm:cxn modelId="{6C45334F-CD14-4B5E-9F01-DF327F7FCE3E}" type="presOf" srcId="{789C4F08-3495-4232-BF33-CF380B3C4E40}" destId="{AEDAA371-C583-4AEC-931C-646E38308C61}" srcOrd="0" destOrd="2" presId="urn:microsoft.com/office/officeart/2005/8/layout/arrow3"/>
    <dgm:cxn modelId="{EA0A6153-66D7-495F-B96F-1699D63CA02B}" type="presOf" srcId="{77FDF799-28F5-4123-946C-DFB5F5BAB670}" destId="{8A89E930-10AD-4883-9EB9-454DBCD46B14}" srcOrd="0" destOrd="2" presId="urn:microsoft.com/office/officeart/2005/8/layout/arrow3"/>
    <dgm:cxn modelId="{15A50854-E1E7-4FE2-B392-5FB2837C9D34}" srcId="{8EA7219F-BDB2-48EB-9EEB-3133522D132E}" destId="{77FDF799-28F5-4123-946C-DFB5F5BAB670}" srcOrd="1" destOrd="0" parTransId="{7D28DA6D-84E4-4085-9F2F-AC8E9E3CFDED}" sibTransId="{DF110F93-02D6-4FC8-BC26-7C5C4D76846C}"/>
    <dgm:cxn modelId="{749C0A82-EDB5-43FD-9317-0C989F50C5E6}" type="presOf" srcId="{52960A88-7504-4145-B588-4B3E23EB7E5C}" destId="{8A89E930-10AD-4883-9EB9-454DBCD46B14}" srcOrd="0" destOrd="3" presId="urn:microsoft.com/office/officeart/2005/8/layout/arrow3"/>
    <dgm:cxn modelId="{2D9DAEA6-3228-47AA-837C-B9894C75A2B9}" type="presOf" srcId="{4C39299A-B828-4EFF-B519-77BDC143639A}" destId="{AEDAA371-C583-4AEC-931C-646E38308C61}" srcOrd="0" destOrd="4" presId="urn:microsoft.com/office/officeart/2005/8/layout/arrow3"/>
    <dgm:cxn modelId="{DE1E6DA9-05DF-4F78-B1C8-903B48D7721F}" srcId="{54A10F5D-C417-4F97-8612-CE684295DDDD}" destId="{02475483-3284-40F5-B15A-8FBC9624C0C3}" srcOrd="0" destOrd="0" parTransId="{82C2C170-C7F7-4D5F-BD30-01ECE9333E8B}" sibTransId="{7949ADFB-89B2-4E48-99F6-70328FC86EFD}"/>
    <dgm:cxn modelId="{3C4257AB-7ECA-4DFB-B859-7855F2E6511A}" type="presOf" srcId="{E24B0BE0-F9BD-441E-8A43-546381F5A5ED}" destId="{8A89E930-10AD-4883-9EB9-454DBCD46B14}" srcOrd="0" destOrd="1" presId="urn:microsoft.com/office/officeart/2005/8/layout/arrow3"/>
    <dgm:cxn modelId="{BC0E63B8-5F3D-4CD1-884A-5F25D1F3EA61}" type="presOf" srcId="{4135D9B4-8C50-4336-A0A9-970F017B6C82}" destId="{8A89E930-10AD-4883-9EB9-454DBCD46B14}" srcOrd="0" destOrd="4" presId="urn:microsoft.com/office/officeart/2005/8/layout/arrow3"/>
    <dgm:cxn modelId="{4A7448BA-FF72-4576-90C4-0DC1A4689CCC}" srcId="{54A10F5D-C417-4F97-8612-CE684295DDDD}" destId="{77378531-1E59-44A7-9F71-E3CF3A620908}" srcOrd="2" destOrd="0" parTransId="{AA0BC408-01E7-4EE2-84B9-3D3A6A4A6975}" sibTransId="{DA57D881-4998-49D4-8F00-D457ED55882D}"/>
    <dgm:cxn modelId="{14CAC5BA-27CC-4493-AEB3-F85B6892A9C7}" srcId="{54A10F5D-C417-4F97-8612-CE684295DDDD}" destId="{41B63C57-9E8C-463F-BDB1-8AF40D01A639}" srcOrd="4" destOrd="0" parTransId="{9697CE6E-8A18-4FAE-AE1B-59D21AF4F87B}" sibTransId="{9C1575C3-4748-4E91-820A-A823CCB92620}"/>
    <dgm:cxn modelId="{47F851C1-DFC2-4BA2-AD95-BC8F850A57C1}" type="presOf" srcId="{8EA7219F-BDB2-48EB-9EEB-3133522D132E}" destId="{8A89E930-10AD-4883-9EB9-454DBCD46B14}" srcOrd="0" destOrd="0" presId="urn:microsoft.com/office/officeart/2005/8/layout/arrow3"/>
    <dgm:cxn modelId="{1D3F27C5-9B59-4374-AC1A-2BFC7099AF53}" srcId="{8EA7219F-BDB2-48EB-9EEB-3133522D132E}" destId="{E24B0BE0-F9BD-441E-8A43-546381F5A5ED}" srcOrd="0" destOrd="0" parTransId="{AE59E2CD-19FA-48DE-BEA1-C3309FB00450}" sibTransId="{2C957F2A-380A-4886-AFDB-DF27C07054F9}"/>
    <dgm:cxn modelId="{B86AB2E9-64C3-4C24-B45B-B477C8432895}" type="presOf" srcId="{B9C32B05-62EA-407A-B21C-2310C7945705}" destId="{5F7F0BFA-718C-4558-B55B-95490581AD46}" srcOrd="0" destOrd="0" presId="urn:microsoft.com/office/officeart/2005/8/layout/arrow3"/>
    <dgm:cxn modelId="{3A4224EC-07AD-4776-9A07-DB5C93F6CA7C}" type="presOf" srcId="{5C85ABD5-F35A-4BA5-951B-D0A6A7FBBE29}" destId="{8A89E930-10AD-4883-9EB9-454DBCD46B14}" srcOrd="0" destOrd="5" presId="urn:microsoft.com/office/officeart/2005/8/layout/arrow3"/>
    <dgm:cxn modelId="{58AD7EEF-D408-406B-87EE-4691D4C30668}" srcId="{B9C32B05-62EA-407A-B21C-2310C7945705}" destId="{8EA7219F-BDB2-48EB-9EEB-3133522D132E}" srcOrd="0" destOrd="0" parTransId="{3EE8403A-CB7C-4815-85BD-AEBCAEB71B37}" sibTransId="{C94B7947-85DC-4B21-BB99-DF8438356F98}"/>
    <dgm:cxn modelId="{CBEE10FA-E56A-4DBB-B7AC-1DE56A6D37EF}" srcId="{54A10F5D-C417-4F97-8612-CE684295DDDD}" destId="{4C39299A-B828-4EFF-B519-77BDC143639A}" srcOrd="3" destOrd="0" parTransId="{41B2F508-D720-4890-BCB2-7842D79557F6}" sibTransId="{D04F13F5-62BD-429C-A2E8-CEE183B7D78E}"/>
    <dgm:cxn modelId="{1AD73DFB-53BF-4A70-B832-9A0FB533398F}" type="presParOf" srcId="{5F7F0BFA-718C-4558-B55B-95490581AD46}" destId="{DBC3014B-3574-4ED7-89DC-564DD18F75EC}" srcOrd="0" destOrd="0" presId="urn:microsoft.com/office/officeart/2005/8/layout/arrow3"/>
    <dgm:cxn modelId="{0AE52041-B4D3-49F8-B377-C459F57E11F1}" type="presParOf" srcId="{5F7F0BFA-718C-4558-B55B-95490581AD46}" destId="{19CA04C1-011E-400B-8073-B57A9E067C29}" srcOrd="1" destOrd="0" presId="urn:microsoft.com/office/officeart/2005/8/layout/arrow3"/>
    <dgm:cxn modelId="{F0E2BA7A-7255-4620-B9C0-C5218D798A5D}" type="presParOf" srcId="{5F7F0BFA-718C-4558-B55B-95490581AD46}" destId="{8A89E930-10AD-4883-9EB9-454DBCD46B14}" srcOrd="2" destOrd="0" presId="urn:microsoft.com/office/officeart/2005/8/layout/arrow3"/>
    <dgm:cxn modelId="{B8F61AE4-D59A-440D-832D-DD9E405BDDEC}" type="presParOf" srcId="{5F7F0BFA-718C-4558-B55B-95490581AD46}" destId="{A7AE18C7-BEA4-4B06-A731-2CFD8B8394AB}" srcOrd="3" destOrd="0" presId="urn:microsoft.com/office/officeart/2005/8/layout/arrow3"/>
    <dgm:cxn modelId="{6E952D3F-3EA3-442F-B44A-C35780F38EEE}" type="presParOf" srcId="{5F7F0BFA-718C-4558-B55B-95490581AD46}" destId="{AEDAA371-C583-4AEC-931C-646E38308C61}" srcOrd="4" destOrd="0" presId="urn:microsoft.com/office/officeart/2005/8/layout/arrow3"/>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17.xml><?xml version="1.0" encoding="utf-8"?>
<dgm:dataModel xmlns:dgm="http://schemas.openxmlformats.org/drawingml/2006/diagram" xmlns:a="http://schemas.openxmlformats.org/drawingml/2006/main">
  <dgm:ptLst>
    <dgm:pt modelId="{B9C32B05-62EA-407A-B21C-2310C7945705}" type="doc">
      <dgm:prSet loTypeId="urn:microsoft.com/office/officeart/2005/8/layout/arrow5" loCatId="relationship" qsTypeId="urn:microsoft.com/office/officeart/2005/8/quickstyle/simple4" qsCatId="simple" csTypeId="urn:microsoft.com/office/officeart/2005/8/colors/colorful1" csCatId="colorful" phldr="1"/>
      <dgm:spPr/>
      <dgm:t>
        <a:bodyPr/>
        <a:lstStyle/>
        <a:p>
          <a:endParaRPr lang="en-US"/>
        </a:p>
      </dgm:t>
    </dgm:pt>
    <dgm:pt modelId="{8EA7219F-BDB2-48EB-9EEB-3133522D132E}">
      <dgm:prSet phldrT="[Text]"/>
      <dgm:spPr/>
      <dgm:t>
        <a:bodyPr/>
        <a:lstStyle/>
        <a:p>
          <a:r>
            <a:rPr lang="en-US" dirty="0"/>
            <a:t>Lorem Ipsum</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54A10F5D-C417-4F97-8612-CE684295DDDD}">
      <dgm:prSet phldrT="[Text]"/>
      <dgm:spPr/>
      <dgm:t>
        <a:bodyPr/>
        <a:lstStyle/>
        <a:p>
          <a:r>
            <a:rPr lang="en-US" dirty="0"/>
            <a:t>Lorem Ipsum</a:t>
          </a:r>
        </a:p>
      </dgm:t>
    </dgm:pt>
    <dgm:pt modelId="{8ABDAA28-1E03-411B-BC21-8D931DE3C43E}" type="parTrans" cxnId="{517AFA30-BB19-43D1-84E3-E6B4C9B9E30A}">
      <dgm:prSet/>
      <dgm:spPr/>
      <dgm:t>
        <a:bodyPr/>
        <a:lstStyle/>
        <a:p>
          <a:endParaRPr lang="en-US"/>
        </a:p>
      </dgm:t>
    </dgm:pt>
    <dgm:pt modelId="{60811977-1F2E-41FC-8E06-EBD37DD18733}" type="sibTrans" cxnId="{517AFA30-BB19-43D1-84E3-E6B4C9B9E30A}">
      <dgm:prSet/>
      <dgm:spPr/>
      <dgm:t>
        <a:bodyPr/>
        <a:lstStyle/>
        <a:p>
          <a:endParaRPr lang="en-US"/>
        </a:p>
      </dgm:t>
    </dgm:pt>
    <dgm:pt modelId="{4135D9B4-8C50-4336-A0A9-970F017B6C82}">
      <dgm:prSet phldrT="[Text]"/>
      <dgm:spPr/>
      <dgm:t>
        <a:bodyPr/>
        <a:lstStyle/>
        <a:p>
          <a:r>
            <a:rPr lang="en-US" dirty="0"/>
            <a:t>Some text here</a:t>
          </a:r>
        </a:p>
      </dgm:t>
    </dgm:pt>
    <dgm:pt modelId="{9F3E71CD-234B-40D7-B78A-136662A775A2}" type="parTrans" cxnId="{1DB88E22-F528-4BA2-92FB-7F86DFFFB165}">
      <dgm:prSet/>
      <dgm:spPr/>
      <dgm:t>
        <a:bodyPr/>
        <a:lstStyle/>
        <a:p>
          <a:endParaRPr lang="en-US"/>
        </a:p>
      </dgm:t>
    </dgm:pt>
    <dgm:pt modelId="{A93C8654-6FAC-4B52-81D6-29F0D355027D}" type="sibTrans" cxnId="{1DB88E22-F528-4BA2-92FB-7F86DFFFB165}">
      <dgm:prSet/>
      <dgm:spPr/>
      <dgm:t>
        <a:bodyPr/>
        <a:lstStyle/>
        <a:p>
          <a:endParaRPr lang="en-US"/>
        </a:p>
      </dgm:t>
    </dgm:pt>
    <dgm:pt modelId="{5C85ABD5-F35A-4BA5-951B-D0A6A7FBBE29}">
      <dgm:prSet phldrT="[Text]"/>
      <dgm:spPr/>
      <dgm:t>
        <a:bodyPr/>
        <a:lstStyle/>
        <a:p>
          <a:r>
            <a:rPr lang="en-US" dirty="0"/>
            <a:t>Some text here</a:t>
          </a:r>
        </a:p>
      </dgm:t>
    </dgm:pt>
    <dgm:pt modelId="{9A8A73AC-52AF-4039-B210-102513C437B2}" type="parTrans" cxnId="{8EA2C362-4BC5-4F50-9FE0-C339D4DF2231}">
      <dgm:prSet/>
      <dgm:spPr/>
      <dgm:t>
        <a:bodyPr/>
        <a:lstStyle/>
        <a:p>
          <a:endParaRPr lang="en-US"/>
        </a:p>
      </dgm:t>
    </dgm:pt>
    <dgm:pt modelId="{B1969BAB-22AB-44F4-98ED-F9138E9F98B9}" type="sibTrans" cxnId="{8EA2C362-4BC5-4F50-9FE0-C339D4DF2231}">
      <dgm:prSet/>
      <dgm:spPr/>
      <dgm:t>
        <a:bodyPr/>
        <a:lstStyle/>
        <a:p>
          <a:endParaRPr lang="en-US"/>
        </a:p>
      </dgm:t>
    </dgm:pt>
    <dgm:pt modelId="{02475483-3284-40F5-B15A-8FBC9624C0C3}">
      <dgm:prSet phldrT="[Text]"/>
      <dgm:spPr/>
      <dgm:t>
        <a:bodyPr/>
        <a:lstStyle/>
        <a:p>
          <a:r>
            <a:rPr lang="en-US" dirty="0"/>
            <a:t>Some text here</a:t>
          </a:r>
        </a:p>
      </dgm:t>
    </dgm:pt>
    <dgm:pt modelId="{82C2C170-C7F7-4D5F-BD30-01ECE9333E8B}" type="parTrans" cxnId="{DE1E6DA9-05DF-4F78-B1C8-903B48D7721F}">
      <dgm:prSet/>
      <dgm:spPr/>
      <dgm:t>
        <a:bodyPr/>
        <a:lstStyle/>
        <a:p>
          <a:endParaRPr lang="en-US"/>
        </a:p>
      </dgm:t>
    </dgm:pt>
    <dgm:pt modelId="{7949ADFB-89B2-4E48-99F6-70328FC86EFD}" type="sibTrans" cxnId="{DE1E6DA9-05DF-4F78-B1C8-903B48D7721F}">
      <dgm:prSet/>
      <dgm:spPr/>
      <dgm:t>
        <a:bodyPr/>
        <a:lstStyle/>
        <a:p>
          <a:endParaRPr lang="en-US"/>
        </a:p>
      </dgm:t>
    </dgm:pt>
    <dgm:pt modelId="{789C4F08-3495-4232-BF33-CF380B3C4E40}">
      <dgm:prSet phldrT="[Text]"/>
      <dgm:spPr/>
      <dgm:t>
        <a:bodyPr/>
        <a:lstStyle/>
        <a:p>
          <a:r>
            <a:rPr lang="en-US" dirty="0"/>
            <a:t>Some text here</a:t>
          </a:r>
        </a:p>
      </dgm:t>
    </dgm:pt>
    <dgm:pt modelId="{D828FA69-E8EE-46CF-9E4F-CFA56B736C56}" type="parTrans" cxnId="{32745738-0671-4C92-8FF6-8F044E195106}">
      <dgm:prSet/>
      <dgm:spPr/>
      <dgm:t>
        <a:bodyPr/>
        <a:lstStyle/>
        <a:p>
          <a:endParaRPr lang="en-US"/>
        </a:p>
      </dgm:t>
    </dgm:pt>
    <dgm:pt modelId="{3891CB91-3805-4254-AF30-A483B874826A}" type="sibTrans" cxnId="{32745738-0671-4C92-8FF6-8F044E195106}">
      <dgm:prSet/>
      <dgm:spPr/>
      <dgm:t>
        <a:bodyPr/>
        <a:lstStyle/>
        <a:p>
          <a:endParaRPr lang="en-US"/>
        </a:p>
      </dgm:t>
    </dgm:pt>
    <dgm:pt modelId="{AB59D0E2-E355-4BC1-A6FD-45ADCA44E174}">
      <dgm:prSet phldrT="[Text]"/>
      <dgm:spPr/>
      <dgm:t>
        <a:bodyPr/>
        <a:lstStyle/>
        <a:p>
          <a:r>
            <a:rPr lang="en-US"/>
            <a:t>Lorem Ipsum</a:t>
          </a:r>
          <a:endParaRPr lang="en-US" dirty="0"/>
        </a:p>
      </dgm:t>
    </dgm:pt>
    <dgm:pt modelId="{6C591C4E-A54E-43D2-B7F6-2275C426FC07}" type="parTrans" cxnId="{8E8084AD-488A-4D7B-A87C-E3D2F4E0BE2D}">
      <dgm:prSet/>
      <dgm:spPr/>
      <dgm:t>
        <a:bodyPr/>
        <a:lstStyle/>
        <a:p>
          <a:endParaRPr lang="en-US"/>
        </a:p>
      </dgm:t>
    </dgm:pt>
    <dgm:pt modelId="{45C38012-EB5B-4976-81DD-3DFFC47DCA66}" type="sibTrans" cxnId="{8E8084AD-488A-4D7B-A87C-E3D2F4E0BE2D}">
      <dgm:prSet/>
      <dgm:spPr/>
      <dgm:t>
        <a:bodyPr/>
        <a:lstStyle/>
        <a:p>
          <a:endParaRPr lang="en-US"/>
        </a:p>
      </dgm:t>
    </dgm:pt>
    <dgm:pt modelId="{8D05FB3E-B599-47A9-9669-36057D0872ED}">
      <dgm:prSet phldrT="[Text]"/>
      <dgm:spPr/>
      <dgm:t>
        <a:bodyPr/>
        <a:lstStyle/>
        <a:p>
          <a:r>
            <a:rPr lang="en-US" dirty="0"/>
            <a:t>Some text here</a:t>
          </a:r>
        </a:p>
      </dgm:t>
    </dgm:pt>
    <dgm:pt modelId="{63C3BE62-F522-4E4D-B81C-927AA856255C}" type="parTrans" cxnId="{94C36EE9-BA4B-4222-A3E3-DC4753929FFB}">
      <dgm:prSet/>
      <dgm:spPr/>
      <dgm:t>
        <a:bodyPr/>
        <a:lstStyle/>
        <a:p>
          <a:endParaRPr lang="en-US"/>
        </a:p>
      </dgm:t>
    </dgm:pt>
    <dgm:pt modelId="{7316E74F-B8DD-4F11-9528-2666E5E275AB}" type="sibTrans" cxnId="{94C36EE9-BA4B-4222-A3E3-DC4753929FFB}">
      <dgm:prSet/>
      <dgm:spPr/>
      <dgm:t>
        <a:bodyPr/>
        <a:lstStyle/>
        <a:p>
          <a:endParaRPr lang="en-US"/>
        </a:p>
      </dgm:t>
    </dgm:pt>
    <dgm:pt modelId="{8DEC4040-57DD-4101-AC1E-0A43CED12626}">
      <dgm:prSet phldrT="[Text]"/>
      <dgm:spPr/>
      <dgm:t>
        <a:bodyPr/>
        <a:lstStyle/>
        <a:p>
          <a:r>
            <a:rPr lang="en-US" dirty="0"/>
            <a:t>Some text here</a:t>
          </a:r>
        </a:p>
      </dgm:t>
    </dgm:pt>
    <dgm:pt modelId="{26A09029-2127-46AB-A2EC-9B2D94DE02D1}" type="parTrans" cxnId="{53C25796-53B5-435E-BBD2-1E7116843C58}">
      <dgm:prSet/>
      <dgm:spPr/>
      <dgm:t>
        <a:bodyPr/>
        <a:lstStyle/>
        <a:p>
          <a:endParaRPr lang="en-US"/>
        </a:p>
      </dgm:t>
    </dgm:pt>
    <dgm:pt modelId="{1FEA5DA8-39AD-42E8-873E-72D4FE97B06E}" type="sibTrans" cxnId="{53C25796-53B5-435E-BBD2-1E7116843C58}">
      <dgm:prSet/>
      <dgm:spPr/>
      <dgm:t>
        <a:bodyPr/>
        <a:lstStyle/>
        <a:p>
          <a:endParaRPr lang="en-US"/>
        </a:p>
      </dgm:t>
    </dgm:pt>
    <dgm:pt modelId="{FD36F223-DCB8-40BC-A5FB-D26267EFC2A5}">
      <dgm:prSet phldrT="[Text]"/>
      <dgm:spPr/>
      <dgm:t>
        <a:bodyPr/>
        <a:lstStyle/>
        <a:p>
          <a:r>
            <a:rPr lang="en-US"/>
            <a:t>Lorem Ipsum</a:t>
          </a:r>
          <a:endParaRPr lang="en-US" dirty="0"/>
        </a:p>
      </dgm:t>
    </dgm:pt>
    <dgm:pt modelId="{988BB5DA-70F4-41DB-ADAE-346A5DFBC6ED}" type="parTrans" cxnId="{54E33939-3FF9-4787-8F00-FA073DADDF3A}">
      <dgm:prSet/>
      <dgm:spPr/>
      <dgm:t>
        <a:bodyPr/>
        <a:lstStyle/>
        <a:p>
          <a:endParaRPr lang="en-US"/>
        </a:p>
      </dgm:t>
    </dgm:pt>
    <dgm:pt modelId="{6B5755B2-7694-48FD-B774-2B8A98421458}" type="sibTrans" cxnId="{54E33939-3FF9-4787-8F00-FA073DADDF3A}">
      <dgm:prSet/>
      <dgm:spPr/>
      <dgm:t>
        <a:bodyPr/>
        <a:lstStyle/>
        <a:p>
          <a:endParaRPr lang="en-US"/>
        </a:p>
      </dgm:t>
    </dgm:pt>
    <dgm:pt modelId="{F036629B-AF39-4E2E-9E3D-1D59E717E576}">
      <dgm:prSet phldrT="[Text]"/>
      <dgm:spPr/>
      <dgm:t>
        <a:bodyPr/>
        <a:lstStyle/>
        <a:p>
          <a:r>
            <a:rPr lang="en-US" dirty="0"/>
            <a:t>Some text here</a:t>
          </a:r>
        </a:p>
      </dgm:t>
    </dgm:pt>
    <dgm:pt modelId="{FBF820FE-BCCA-4455-9108-067769F95EFF}" type="parTrans" cxnId="{130BA213-72D1-4027-A6A8-1533B575B572}">
      <dgm:prSet/>
      <dgm:spPr/>
      <dgm:t>
        <a:bodyPr/>
        <a:lstStyle/>
        <a:p>
          <a:endParaRPr lang="en-US"/>
        </a:p>
      </dgm:t>
    </dgm:pt>
    <dgm:pt modelId="{C3FC614E-F26E-469B-B1E2-C3CD9F69840C}" type="sibTrans" cxnId="{130BA213-72D1-4027-A6A8-1533B575B572}">
      <dgm:prSet/>
      <dgm:spPr/>
      <dgm:t>
        <a:bodyPr/>
        <a:lstStyle/>
        <a:p>
          <a:endParaRPr lang="en-US"/>
        </a:p>
      </dgm:t>
    </dgm:pt>
    <dgm:pt modelId="{E8C31777-02C1-4C82-8D63-696F75BEE5E0}">
      <dgm:prSet phldrT="[Text]"/>
      <dgm:spPr/>
      <dgm:t>
        <a:bodyPr/>
        <a:lstStyle/>
        <a:p>
          <a:r>
            <a:rPr lang="en-US" dirty="0"/>
            <a:t>Some text here</a:t>
          </a:r>
        </a:p>
      </dgm:t>
    </dgm:pt>
    <dgm:pt modelId="{F6014B03-3074-4E67-90CF-627DF6F21FBB}" type="parTrans" cxnId="{4FCEFB78-567E-49C7-8F4E-42A2E8AF3988}">
      <dgm:prSet/>
      <dgm:spPr/>
      <dgm:t>
        <a:bodyPr/>
        <a:lstStyle/>
        <a:p>
          <a:endParaRPr lang="en-US"/>
        </a:p>
      </dgm:t>
    </dgm:pt>
    <dgm:pt modelId="{0288A68F-248B-4A1D-B949-A84D02D8525E}" type="sibTrans" cxnId="{4FCEFB78-567E-49C7-8F4E-42A2E8AF3988}">
      <dgm:prSet/>
      <dgm:spPr/>
      <dgm:t>
        <a:bodyPr/>
        <a:lstStyle/>
        <a:p>
          <a:endParaRPr lang="en-US"/>
        </a:p>
      </dgm:t>
    </dgm:pt>
    <dgm:pt modelId="{963F4C97-EDCA-45F1-8F96-8DECD05A9DEB}" type="pres">
      <dgm:prSet presAssocID="{B9C32B05-62EA-407A-B21C-2310C7945705}" presName="diagram" presStyleCnt="0">
        <dgm:presLayoutVars>
          <dgm:dir/>
          <dgm:resizeHandles val="exact"/>
        </dgm:presLayoutVars>
      </dgm:prSet>
      <dgm:spPr/>
    </dgm:pt>
    <dgm:pt modelId="{8584F7E8-FC32-4046-AFBF-CF7AA2FF94BF}" type="pres">
      <dgm:prSet presAssocID="{8EA7219F-BDB2-48EB-9EEB-3133522D132E}" presName="arrow" presStyleLbl="node1" presStyleIdx="0" presStyleCnt="4">
        <dgm:presLayoutVars>
          <dgm:bulletEnabled val="1"/>
        </dgm:presLayoutVars>
      </dgm:prSet>
      <dgm:spPr/>
    </dgm:pt>
    <dgm:pt modelId="{F02B9CC7-9983-4A34-823F-15A02820507B}" type="pres">
      <dgm:prSet presAssocID="{54A10F5D-C417-4F97-8612-CE684295DDDD}" presName="arrow" presStyleLbl="node1" presStyleIdx="1" presStyleCnt="4">
        <dgm:presLayoutVars>
          <dgm:bulletEnabled val="1"/>
        </dgm:presLayoutVars>
      </dgm:prSet>
      <dgm:spPr/>
    </dgm:pt>
    <dgm:pt modelId="{ADA5D213-276B-4C19-A03E-CA3B0E5C8043}" type="pres">
      <dgm:prSet presAssocID="{AB59D0E2-E355-4BC1-A6FD-45ADCA44E174}" presName="arrow" presStyleLbl="node1" presStyleIdx="2" presStyleCnt="4">
        <dgm:presLayoutVars>
          <dgm:bulletEnabled val="1"/>
        </dgm:presLayoutVars>
      </dgm:prSet>
      <dgm:spPr/>
    </dgm:pt>
    <dgm:pt modelId="{5FEE4537-79F4-444D-AE6A-8714EEB10ADA}" type="pres">
      <dgm:prSet presAssocID="{FD36F223-DCB8-40BC-A5FB-D26267EFC2A5}" presName="arrow" presStyleLbl="node1" presStyleIdx="3" presStyleCnt="4">
        <dgm:presLayoutVars>
          <dgm:bulletEnabled val="1"/>
        </dgm:presLayoutVars>
      </dgm:prSet>
      <dgm:spPr/>
    </dgm:pt>
  </dgm:ptLst>
  <dgm:cxnLst>
    <dgm:cxn modelId="{15910B01-A216-45FD-A024-83F8E9CC57E3}" type="presOf" srcId="{8EA7219F-BDB2-48EB-9EEB-3133522D132E}" destId="{8584F7E8-FC32-4046-AFBF-CF7AA2FF94BF}" srcOrd="0" destOrd="0" presId="urn:microsoft.com/office/officeart/2005/8/layout/arrow5"/>
    <dgm:cxn modelId="{130BA213-72D1-4027-A6A8-1533B575B572}" srcId="{FD36F223-DCB8-40BC-A5FB-D26267EFC2A5}" destId="{F036629B-AF39-4E2E-9E3D-1D59E717E576}" srcOrd="0" destOrd="0" parTransId="{FBF820FE-BCCA-4455-9108-067769F95EFF}" sibTransId="{C3FC614E-F26E-469B-B1E2-C3CD9F69840C}"/>
    <dgm:cxn modelId="{1DB88E22-F528-4BA2-92FB-7F86DFFFB165}" srcId="{8EA7219F-BDB2-48EB-9EEB-3133522D132E}" destId="{4135D9B4-8C50-4336-A0A9-970F017B6C82}" srcOrd="0" destOrd="0" parTransId="{9F3E71CD-234B-40D7-B78A-136662A775A2}" sibTransId="{A93C8654-6FAC-4B52-81D6-29F0D355027D}"/>
    <dgm:cxn modelId="{D361BA29-9FB8-4E72-B125-83852EE3645D}" type="presOf" srcId="{B9C32B05-62EA-407A-B21C-2310C7945705}" destId="{963F4C97-EDCA-45F1-8F96-8DECD05A9DEB}" srcOrd="0" destOrd="0" presId="urn:microsoft.com/office/officeart/2005/8/layout/arrow5"/>
    <dgm:cxn modelId="{517AFA30-BB19-43D1-84E3-E6B4C9B9E30A}" srcId="{B9C32B05-62EA-407A-B21C-2310C7945705}" destId="{54A10F5D-C417-4F97-8612-CE684295DDDD}" srcOrd="1" destOrd="0" parTransId="{8ABDAA28-1E03-411B-BC21-8D931DE3C43E}" sibTransId="{60811977-1F2E-41FC-8E06-EBD37DD18733}"/>
    <dgm:cxn modelId="{32745738-0671-4C92-8FF6-8F044E195106}" srcId="{54A10F5D-C417-4F97-8612-CE684295DDDD}" destId="{789C4F08-3495-4232-BF33-CF380B3C4E40}" srcOrd="1" destOrd="0" parTransId="{D828FA69-E8EE-46CF-9E4F-CFA56B736C56}" sibTransId="{3891CB91-3805-4254-AF30-A483B874826A}"/>
    <dgm:cxn modelId="{54E33939-3FF9-4787-8F00-FA073DADDF3A}" srcId="{B9C32B05-62EA-407A-B21C-2310C7945705}" destId="{FD36F223-DCB8-40BC-A5FB-D26267EFC2A5}" srcOrd="3" destOrd="0" parTransId="{988BB5DA-70F4-41DB-ADAE-346A5DFBC6ED}" sibTransId="{6B5755B2-7694-48FD-B774-2B8A98421458}"/>
    <dgm:cxn modelId="{8107D939-C176-4880-9C98-019E7A0AA33D}" type="presOf" srcId="{02475483-3284-40F5-B15A-8FBC9624C0C3}" destId="{F02B9CC7-9983-4A34-823F-15A02820507B}" srcOrd="0" destOrd="1" presId="urn:microsoft.com/office/officeart/2005/8/layout/arrow5"/>
    <dgm:cxn modelId="{9CC47A5C-E181-44D7-8B15-D25F4802D6AC}" type="presOf" srcId="{FD36F223-DCB8-40BC-A5FB-D26267EFC2A5}" destId="{5FEE4537-79F4-444D-AE6A-8714EEB10ADA}" srcOrd="0" destOrd="0" presId="urn:microsoft.com/office/officeart/2005/8/layout/arrow5"/>
    <dgm:cxn modelId="{8EA2C362-4BC5-4F50-9FE0-C339D4DF2231}" srcId="{8EA7219F-BDB2-48EB-9EEB-3133522D132E}" destId="{5C85ABD5-F35A-4BA5-951B-D0A6A7FBBE29}" srcOrd="1" destOrd="0" parTransId="{9A8A73AC-52AF-4039-B210-102513C437B2}" sibTransId="{B1969BAB-22AB-44F4-98ED-F9138E9F98B9}"/>
    <dgm:cxn modelId="{11A81D4B-43C4-4273-9E78-84112E052C5F}" type="presOf" srcId="{F036629B-AF39-4E2E-9E3D-1D59E717E576}" destId="{5FEE4537-79F4-444D-AE6A-8714EEB10ADA}" srcOrd="0" destOrd="1" presId="urn:microsoft.com/office/officeart/2005/8/layout/arrow5"/>
    <dgm:cxn modelId="{AE98CE72-8756-4BD3-8F0E-6820518C294C}" type="presOf" srcId="{4135D9B4-8C50-4336-A0A9-970F017B6C82}" destId="{8584F7E8-FC32-4046-AFBF-CF7AA2FF94BF}" srcOrd="0" destOrd="1" presId="urn:microsoft.com/office/officeart/2005/8/layout/arrow5"/>
    <dgm:cxn modelId="{4FCEFB78-567E-49C7-8F4E-42A2E8AF3988}" srcId="{FD36F223-DCB8-40BC-A5FB-D26267EFC2A5}" destId="{E8C31777-02C1-4C82-8D63-696F75BEE5E0}" srcOrd="1" destOrd="0" parTransId="{F6014B03-3074-4E67-90CF-627DF6F21FBB}" sibTransId="{0288A68F-248B-4A1D-B949-A84D02D8525E}"/>
    <dgm:cxn modelId="{B65F3E91-7C17-4041-8F44-3EE82E8152B2}" type="presOf" srcId="{8D05FB3E-B599-47A9-9669-36057D0872ED}" destId="{ADA5D213-276B-4C19-A03E-CA3B0E5C8043}" srcOrd="0" destOrd="1" presId="urn:microsoft.com/office/officeart/2005/8/layout/arrow5"/>
    <dgm:cxn modelId="{8C05DC92-AB32-4EAC-A0A7-E05836436379}" type="presOf" srcId="{789C4F08-3495-4232-BF33-CF380B3C4E40}" destId="{F02B9CC7-9983-4A34-823F-15A02820507B}" srcOrd="0" destOrd="2" presId="urn:microsoft.com/office/officeart/2005/8/layout/arrow5"/>
    <dgm:cxn modelId="{53C25796-53B5-435E-BBD2-1E7116843C58}" srcId="{AB59D0E2-E355-4BC1-A6FD-45ADCA44E174}" destId="{8DEC4040-57DD-4101-AC1E-0A43CED12626}" srcOrd="1" destOrd="0" parTransId="{26A09029-2127-46AB-A2EC-9B2D94DE02D1}" sibTransId="{1FEA5DA8-39AD-42E8-873E-72D4FE97B06E}"/>
    <dgm:cxn modelId="{DE1E6DA9-05DF-4F78-B1C8-903B48D7721F}" srcId="{54A10F5D-C417-4F97-8612-CE684295DDDD}" destId="{02475483-3284-40F5-B15A-8FBC9624C0C3}" srcOrd="0" destOrd="0" parTransId="{82C2C170-C7F7-4D5F-BD30-01ECE9333E8B}" sibTransId="{7949ADFB-89B2-4E48-99F6-70328FC86EFD}"/>
    <dgm:cxn modelId="{8E8084AD-488A-4D7B-A87C-E3D2F4E0BE2D}" srcId="{B9C32B05-62EA-407A-B21C-2310C7945705}" destId="{AB59D0E2-E355-4BC1-A6FD-45ADCA44E174}" srcOrd="2" destOrd="0" parTransId="{6C591C4E-A54E-43D2-B7F6-2275C426FC07}" sibTransId="{45C38012-EB5B-4976-81DD-3DFFC47DCA66}"/>
    <dgm:cxn modelId="{C7B680C6-1480-490B-AFAC-A201C9901BD0}" type="presOf" srcId="{54A10F5D-C417-4F97-8612-CE684295DDDD}" destId="{F02B9CC7-9983-4A34-823F-15A02820507B}" srcOrd="0" destOrd="0" presId="urn:microsoft.com/office/officeart/2005/8/layout/arrow5"/>
    <dgm:cxn modelId="{4BE0BDCC-DB31-4627-B562-163EEE8F7281}" type="presOf" srcId="{E8C31777-02C1-4C82-8D63-696F75BEE5E0}" destId="{5FEE4537-79F4-444D-AE6A-8714EEB10ADA}" srcOrd="0" destOrd="2" presId="urn:microsoft.com/office/officeart/2005/8/layout/arrow5"/>
    <dgm:cxn modelId="{433BF5D0-78B5-4990-BD9D-29CD9400879A}" type="presOf" srcId="{8DEC4040-57DD-4101-AC1E-0A43CED12626}" destId="{ADA5D213-276B-4C19-A03E-CA3B0E5C8043}" srcOrd="0" destOrd="2" presId="urn:microsoft.com/office/officeart/2005/8/layout/arrow5"/>
    <dgm:cxn modelId="{BE5763D3-2FC6-4EF6-A9F1-650D799D7930}" type="presOf" srcId="{5C85ABD5-F35A-4BA5-951B-D0A6A7FBBE29}" destId="{8584F7E8-FC32-4046-AFBF-CF7AA2FF94BF}" srcOrd="0" destOrd="2" presId="urn:microsoft.com/office/officeart/2005/8/layout/arrow5"/>
    <dgm:cxn modelId="{94C36EE9-BA4B-4222-A3E3-DC4753929FFB}" srcId="{AB59D0E2-E355-4BC1-A6FD-45ADCA44E174}" destId="{8D05FB3E-B599-47A9-9669-36057D0872ED}" srcOrd="0" destOrd="0" parTransId="{63C3BE62-F522-4E4D-B81C-927AA856255C}" sibTransId="{7316E74F-B8DD-4F11-9528-2666E5E275AB}"/>
    <dgm:cxn modelId="{653829ED-AF72-4BF0-B05F-6E358149E69E}" type="presOf" srcId="{AB59D0E2-E355-4BC1-A6FD-45ADCA44E174}" destId="{ADA5D213-276B-4C19-A03E-CA3B0E5C8043}" srcOrd="0" destOrd="0" presId="urn:microsoft.com/office/officeart/2005/8/layout/arrow5"/>
    <dgm:cxn modelId="{58AD7EEF-D408-406B-87EE-4691D4C30668}" srcId="{B9C32B05-62EA-407A-B21C-2310C7945705}" destId="{8EA7219F-BDB2-48EB-9EEB-3133522D132E}" srcOrd="0" destOrd="0" parTransId="{3EE8403A-CB7C-4815-85BD-AEBCAEB71B37}" sibTransId="{C94B7947-85DC-4B21-BB99-DF8438356F98}"/>
    <dgm:cxn modelId="{20B4D521-851C-4640-B899-95C0C0ED5826}" type="presParOf" srcId="{963F4C97-EDCA-45F1-8F96-8DECD05A9DEB}" destId="{8584F7E8-FC32-4046-AFBF-CF7AA2FF94BF}" srcOrd="0" destOrd="0" presId="urn:microsoft.com/office/officeart/2005/8/layout/arrow5"/>
    <dgm:cxn modelId="{2D220E2D-CBBB-42AC-A4A8-D3CE01E81464}" type="presParOf" srcId="{963F4C97-EDCA-45F1-8F96-8DECD05A9DEB}" destId="{F02B9CC7-9983-4A34-823F-15A02820507B}" srcOrd="1" destOrd="0" presId="urn:microsoft.com/office/officeart/2005/8/layout/arrow5"/>
    <dgm:cxn modelId="{45297615-B8AD-4390-B97C-1D092BA77D15}" type="presParOf" srcId="{963F4C97-EDCA-45F1-8F96-8DECD05A9DEB}" destId="{ADA5D213-276B-4C19-A03E-CA3B0E5C8043}" srcOrd="2" destOrd="0" presId="urn:microsoft.com/office/officeart/2005/8/layout/arrow5"/>
    <dgm:cxn modelId="{3B632EDF-1969-4A26-8AFB-57991B3C1833}" type="presParOf" srcId="{963F4C97-EDCA-45F1-8F96-8DECD05A9DEB}" destId="{5FEE4537-79F4-444D-AE6A-8714EEB10ADA}" srcOrd="3" destOrd="0" presId="urn:microsoft.com/office/officeart/2005/8/layout/arrow5"/>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18.xml><?xml version="1.0" encoding="utf-8"?>
<dgm:dataModel xmlns:dgm="http://schemas.openxmlformats.org/drawingml/2006/diagram" xmlns:a="http://schemas.openxmlformats.org/drawingml/2006/main">
  <dgm:ptLst>
    <dgm:pt modelId="{B9C32B05-62EA-407A-B21C-2310C7945705}" type="doc">
      <dgm:prSet loTypeId="urn:microsoft.com/office/officeart/2005/8/layout/arrow1" loCatId="relationship" qsTypeId="urn:microsoft.com/office/officeart/2005/8/quickstyle/simple4" qsCatId="simple" csTypeId="urn:microsoft.com/office/officeart/2005/8/colors/colorful1" csCatId="colorful" phldr="1"/>
      <dgm:spPr/>
      <dgm:t>
        <a:bodyPr/>
        <a:lstStyle/>
        <a:p>
          <a:endParaRPr lang="en-US"/>
        </a:p>
      </dgm:t>
    </dgm:pt>
    <dgm:pt modelId="{8EA7219F-BDB2-48EB-9EEB-3133522D132E}">
      <dgm:prSet phldrT="[Text]"/>
      <dgm:spPr/>
      <dgm:t>
        <a:bodyPr/>
        <a:lstStyle/>
        <a:p>
          <a:r>
            <a:rPr lang="en-US" dirty="0"/>
            <a:t>Lorem Ipsum</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54A10F5D-C417-4F97-8612-CE684295DDDD}">
      <dgm:prSet phldrT="[Text]"/>
      <dgm:spPr/>
      <dgm:t>
        <a:bodyPr/>
        <a:lstStyle/>
        <a:p>
          <a:r>
            <a:rPr lang="en-US" dirty="0"/>
            <a:t>Lorem Ipsum</a:t>
          </a:r>
        </a:p>
      </dgm:t>
    </dgm:pt>
    <dgm:pt modelId="{8ABDAA28-1E03-411B-BC21-8D931DE3C43E}" type="parTrans" cxnId="{517AFA30-BB19-43D1-84E3-E6B4C9B9E30A}">
      <dgm:prSet/>
      <dgm:spPr/>
      <dgm:t>
        <a:bodyPr/>
        <a:lstStyle/>
        <a:p>
          <a:endParaRPr lang="en-US"/>
        </a:p>
      </dgm:t>
    </dgm:pt>
    <dgm:pt modelId="{60811977-1F2E-41FC-8E06-EBD37DD18733}" type="sibTrans" cxnId="{517AFA30-BB19-43D1-84E3-E6B4C9B9E30A}">
      <dgm:prSet/>
      <dgm:spPr/>
      <dgm:t>
        <a:bodyPr/>
        <a:lstStyle/>
        <a:p>
          <a:endParaRPr lang="en-US"/>
        </a:p>
      </dgm:t>
    </dgm:pt>
    <dgm:pt modelId="{4135D9B4-8C50-4336-A0A9-970F017B6C82}">
      <dgm:prSet phldrT="[Text]"/>
      <dgm:spPr/>
      <dgm:t>
        <a:bodyPr/>
        <a:lstStyle/>
        <a:p>
          <a:r>
            <a:rPr lang="en-US" dirty="0"/>
            <a:t>Some text here</a:t>
          </a:r>
        </a:p>
      </dgm:t>
    </dgm:pt>
    <dgm:pt modelId="{9F3E71CD-234B-40D7-B78A-136662A775A2}" type="parTrans" cxnId="{1DB88E22-F528-4BA2-92FB-7F86DFFFB165}">
      <dgm:prSet/>
      <dgm:spPr/>
      <dgm:t>
        <a:bodyPr/>
        <a:lstStyle/>
        <a:p>
          <a:endParaRPr lang="en-US"/>
        </a:p>
      </dgm:t>
    </dgm:pt>
    <dgm:pt modelId="{A93C8654-6FAC-4B52-81D6-29F0D355027D}" type="sibTrans" cxnId="{1DB88E22-F528-4BA2-92FB-7F86DFFFB165}">
      <dgm:prSet/>
      <dgm:spPr/>
      <dgm:t>
        <a:bodyPr/>
        <a:lstStyle/>
        <a:p>
          <a:endParaRPr lang="en-US"/>
        </a:p>
      </dgm:t>
    </dgm:pt>
    <dgm:pt modelId="{5C85ABD5-F35A-4BA5-951B-D0A6A7FBBE29}">
      <dgm:prSet phldrT="[Text]"/>
      <dgm:spPr/>
      <dgm:t>
        <a:bodyPr/>
        <a:lstStyle/>
        <a:p>
          <a:r>
            <a:rPr lang="en-US" dirty="0"/>
            <a:t>Some text here</a:t>
          </a:r>
        </a:p>
      </dgm:t>
    </dgm:pt>
    <dgm:pt modelId="{9A8A73AC-52AF-4039-B210-102513C437B2}" type="parTrans" cxnId="{8EA2C362-4BC5-4F50-9FE0-C339D4DF2231}">
      <dgm:prSet/>
      <dgm:spPr/>
      <dgm:t>
        <a:bodyPr/>
        <a:lstStyle/>
        <a:p>
          <a:endParaRPr lang="en-US"/>
        </a:p>
      </dgm:t>
    </dgm:pt>
    <dgm:pt modelId="{B1969BAB-22AB-44F4-98ED-F9138E9F98B9}" type="sibTrans" cxnId="{8EA2C362-4BC5-4F50-9FE0-C339D4DF2231}">
      <dgm:prSet/>
      <dgm:spPr/>
      <dgm:t>
        <a:bodyPr/>
        <a:lstStyle/>
        <a:p>
          <a:endParaRPr lang="en-US"/>
        </a:p>
      </dgm:t>
    </dgm:pt>
    <dgm:pt modelId="{02475483-3284-40F5-B15A-8FBC9624C0C3}">
      <dgm:prSet phldrT="[Text]"/>
      <dgm:spPr/>
      <dgm:t>
        <a:bodyPr/>
        <a:lstStyle/>
        <a:p>
          <a:r>
            <a:rPr lang="en-US" dirty="0"/>
            <a:t>Some text here</a:t>
          </a:r>
        </a:p>
      </dgm:t>
    </dgm:pt>
    <dgm:pt modelId="{82C2C170-C7F7-4D5F-BD30-01ECE9333E8B}" type="parTrans" cxnId="{DE1E6DA9-05DF-4F78-B1C8-903B48D7721F}">
      <dgm:prSet/>
      <dgm:spPr/>
      <dgm:t>
        <a:bodyPr/>
        <a:lstStyle/>
        <a:p>
          <a:endParaRPr lang="en-US"/>
        </a:p>
      </dgm:t>
    </dgm:pt>
    <dgm:pt modelId="{7949ADFB-89B2-4E48-99F6-70328FC86EFD}" type="sibTrans" cxnId="{DE1E6DA9-05DF-4F78-B1C8-903B48D7721F}">
      <dgm:prSet/>
      <dgm:spPr/>
      <dgm:t>
        <a:bodyPr/>
        <a:lstStyle/>
        <a:p>
          <a:endParaRPr lang="en-US"/>
        </a:p>
      </dgm:t>
    </dgm:pt>
    <dgm:pt modelId="{789C4F08-3495-4232-BF33-CF380B3C4E40}">
      <dgm:prSet phldrT="[Text]"/>
      <dgm:spPr/>
      <dgm:t>
        <a:bodyPr/>
        <a:lstStyle/>
        <a:p>
          <a:r>
            <a:rPr lang="en-US" dirty="0"/>
            <a:t>Some text here</a:t>
          </a:r>
        </a:p>
      </dgm:t>
    </dgm:pt>
    <dgm:pt modelId="{D828FA69-E8EE-46CF-9E4F-CFA56B736C56}" type="parTrans" cxnId="{32745738-0671-4C92-8FF6-8F044E195106}">
      <dgm:prSet/>
      <dgm:spPr/>
      <dgm:t>
        <a:bodyPr/>
        <a:lstStyle/>
        <a:p>
          <a:endParaRPr lang="en-US"/>
        </a:p>
      </dgm:t>
    </dgm:pt>
    <dgm:pt modelId="{3891CB91-3805-4254-AF30-A483B874826A}" type="sibTrans" cxnId="{32745738-0671-4C92-8FF6-8F044E195106}">
      <dgm:prSet/>
      <dgm:spPr/>
      <dgm:t>
        <a:bodyPr/>
        <a:lstStyle/>
        <a:p>
          <a:endParaRPr lang="en-US"/>
        </a:p>
      </dgm:t>
    </dgm:pt>
    <dgm:pt modelId="{AB59D0E2-E355-4BC1-A6FD-45ADCA44E174}">
      <dgm:prSet phldrT="[Text]"/>
      <dgm:spPr/>
      <dgm:t>
        <a:bodyPr/>
        <a:lstStyle/>
        <a:p>
          <a:r>
            <a:rPr lang="en-US"/>
            <a:t>Lorem Ipsum</a:t>
          </a:r>
          <a:endParaRPr lang="en-US" dirty="0"/>
        </a:p>
      </dgm:t>
    </dgm:pt>
    <dgm:pt modelId="{6C591C4E-A54E-43D2-B7F6-2275C426FC07}" type="parTrans" cxnId="{8E8084AD-488A-4D7B-A87C-E3D2F4E0BE2D}">
      <dgm:prSet/>
      <dgm:spPr/>
      <dgm:t>
        <a:bodyPr/>
        <a:lstStyle/>
        <a:p>
          <a:endParaRPr lang="en-US"/>
        </a:p>
      </dgm:t>
    </dgm:pt>
    <dgm:pt modelId="{45C38012-EB5B-4976-81DD-3DFFC47DCA66}" type="sibTrans" cxnId="{8E8084AD-488A-4D7B-A87C-E3D2F4E0BE2D}">
      <dgm:prSet/>
      <dgm:spPr/>
      <dgm:t>
        <a:bodyPr/>
        <a:lstStyle/>
        <a:p>
          <a:endParaRPr lang="en-US"/>
        </a:p>
      </dgm:t>
    </dgm:pt>
    <dgm:pt modelId="{8D05FB3E-B599-47A9-9669-36057D0872ED}">
      <dgm:prSet phldrT="[Text]"/>
      <dgm:spPr/>
      <dgm:t>
        <a:bodyPr/>
        <a:lstStyle/>
        <a:p>
          <a:r>
            <a:rPr lang="en-US" dirty="0"/>
            <a:t>Some text here</a:t>
          </a:r>
        </a:p>
      </dgm:t>
    </dgm:pt>
    <dgm:pt modelId="{63C3BE62-F522-4E4D-B81C-927AA856255C}" type="parTrans" cxnId="{94C36EE9-BA4B-4222-A3E3-DC4753929FFB}">
      <dgm:prSet/>
      <dgm:spPr/>
      <dgm:t>
        <a:bodyPr/>
        <a:lstStyle/>
        <a:p>
          <a:endParaRPr lang="en-US"/>
        </a:p>
      </dgm:t>
    </dgm:pt>
    <dgm:pt modelId="{7316E74F-B8DD-4F11-9528-2666E5E275AB}" type="sibTrans" cxnId="{94C36EE9-BA4B-4222-A3E3-DC4753929FFB}">
      <dgm:prSet/>
      <dgm:spPr/>
      <dgm:t>
        <a:bodyPr/>
        <a:lstStyle/>
        <a:p>
          <a:endParaRPr lang="en-US"/>
        </a:p>
      </dgm:t>
    </dgm:pt>
    <dgm:pt modelId="{8DEC4040-57DD-4101-AC1E-0A43CED12626}">
      <dgm:prSet phldrT="[Text]"/>
      <dgm:spPr/>
      <dgm:t>
        <a:bodyPr/>
        <a:lstStyle/>
        <a:p>
          <a:r>
            <a:rPr lang="en-US" dirty="0"/>
            <a:t>Some text here</a:t>
          </a:r>
        </a:p>
      </dgm:t>
    </dgm:pt>
    <dgm:pt modelId="{26A09029-2127-46AB-A2EC-9B2D94DE02D1}" type="parTrans" cxnId="{53C25796-53B5-435E-BBD2-1E7116843C58}">
      <dgm:prSet/>
      <dgm:spPr/>
      <dgm:t>
        <a:bodyPr/>
        <a:lstStyle/>
        <a:p>
          <a:endParaRPr lang="en-US"/>
        </a:p>
      </dgm:t>
    </dgm:pt>
    <dgm:pt modelId="{1FEA5DA8-39AD-42E8-873E-72D4FE97B06E}" type="sibTrans" cxnId="{53C25796-53B5-435E-BBD2-1E7116843C58}">
      <dgm:prSet/>
      <dgm:spPr/>
      <dgm:t>
        <a:bodyPr/>
        <a:lstStyle/>
        <a:p>
          <a:endParaRPr lang="en-US"/>
        </a:p>
      </dgm:t>
    </dgm:pt>
    <dgm:pt modelId="{FD36F223-DCB8-40BC-A5FB-D26267EFC2A5}">
      <dgm:prSet phldrT="[Text]"/>
      <dgm:spPr/>
      <dgm:t>
        <a:bodyPr/>
        <a:lstStyle/>
        <a:p>
          <a:r>
            <a:rPr lang="en-US"/>
            <a:t>Lorem Ipsum</a:t>
          </a:r>
          <a:endParaRPr lang="en-US" dirty="0"/>
        </a:p>
      </dgm:t>
    </dgm:pt>
    <dgm:pt modelId="{988BB5DA-70F4-41DB-ADAE-346A5DFBC6ED}" type="parTrans" cxnId="{54E33939-3FF9-4787-8F00-FA073DADDF3A}">
      <dgm:prSet/>
      <dgm:spPr/>
      <dgm:t>
        <a:bodyPr/>
        <a:lstStyle/>
        <a:p>
          <a:endParaRPr lang="en-US"/>
        </a:p>
      </dgm:t>
    </dgm:pt>
    <dgm:pt modelId="{6B5755B2-7694-48FD-B774-2B8A98421458}" type="sibTrans" cxnId="{54E33939-3FF9-4787-8F00-FA073DADDF3A}">
      <dgm:prSet/>
      <dgm:spPr/>
      <dgm:t>
        <a:bodyPr/>
        <a:lstStyle/>
        <a:p>
          <a:endParaRPr lang="en-US"/>
        </a:p>
      </dgm:t>
    </dgm:pt>
    <dgm:pt modelId="{F036629B-AF39-4E2E-9E3D-1D59E717E576}">
      <dgm:prSet phldrT="[Text]"/>
      <dgm:spPr/>
      <dgm:t>
        <a:bodyPr/>
        <a:lstStyle/>
        <a:p>
          <a:r>
            <a:rPr lang="en-US" dirty="0"/>
            <a:t>Some text here</a:t>
          </a:r>
        </a:p>
      </dgm:t>
    </dgm:pt>
    <dgm:pt modelId="{FBF820FE-BCCA-4455-9108-067769F95EFF}" type="parTrans" cxnId="{130BA213-72D1-4027-A6A8-1533B575B572}">
      <dgm:prSet/>
      <dgm:spPr/>
      <dgm:t>
        <a:bodyPr/>
        <a:lstStyle/>
        <a:p>
          <a:endParaRPr lang="en-US"/>
        </a:p>
      </dgm:t>
    </dgm:pt>
    <dgm:pt modelId="{C3FC614E-F26E-469B-B1E2-C3CD9F69840C}" type="sibTrans" cxnId="{130BA213-72D1-4027-A6A8-1533B575B572}">
      <dgm:prSet/>
      <dgm:spPr/>
      <dgm:t>
        <a:bodyPr/>
        <a:lstStyle/>
        <a:p>
          <a:endParaRPr lang="en-US"/>
        </a:p>
      </dgm:t>
    </dgm:pt>
    <dgm:pt modelId="{E8C31777-02C1-4C82-8D63-696F75BEE5E0}">
      <dgm:prSet phldrT="[Text]"/>
      <dgm:spPr/>
      <dgm:t>
        <a:bodyPr/>
        <a:lstStyle/>
        <a:p>
          <a:r>
            <a:rPr lang="en-US" dirty="0"/>
            <a:t>Some text here</a:t>
          </a:r>
        </a:p>
      </dgm:t>
    </dgm:pt>
    <dgm:pt modelId="{F6014B03-3074-4E67-90CF-627DF6F21FBB}" type="parTrans" cxnId="{4FCEFB78-567E-49C7-8F4E-42A2E8AF3988}">
      <dgm:prSet/>
      <dgm:spPr/>
      <dgm:t>
        <a:bodyPr/>
        <a:lstStyle/>
        <a:p>
          <a:endParaRPr lang="en-US"/>
        </a:p>
      </dgm:t>
    </dgm:pt>
    <dgm:pt modelId="{0288A68F-248B-4A1D-B949-A84D02D8525E}" type="sibTrans" cxnId="{4FCEFB78-567E-49C7-8F4E-42A2E8AF3988}">
      <dgm:prSet/>
      <dgm:spPr/>
      <dgm:t>
        <a:bodyPr/>
        <a:lstStyle/>
        <a:p>
          <a:endParaRPr lang="en-US"/>
        </a:p>
      </dgm:t>
    </dgm:pt>
    <dgm:pt modelId="{A762A045-76EF-451E-BF86-ED5C9346596D}" type="pres">
      <dgm:prSet presAssocID="{B9C32B05-62EA-407A-B21C-2310C7945705}" presName="cycle" presStyleCnt="0">
        <dgm:presLayoutVars>
          <dgm:dir/>
          <dgm:resizeHandles val="exact"/>
        </dgm:presLayoutVars>
      </dgm:prSet>
      <dgm:spPr/>
    </dgm:pt>
    <dgm:pt modelId="{9B93CF52-BA0B-4833-A76B-8904B820F204}" type="pres">
      <dgm:prSet presAssocID="{8EA7219F-BDB2-48EB-9EEB-3133522D132E}" presName="arrow" presStyleLbl="node1" presStyleIdx="0" presStyleCnt="4">
        <dgm:presLayoutVars>
          <dgm:bulletEnabled val="1"/>
        </dgm:presLayoutVars>
      </dgm:prSet>
      <dgm:spPr/>
    </dgm:pt>
    <dgm:pt modelId="{C414CCA7-FF86-4597-948A-2EB9085E8BC2}" type="pres">
      <dgm:prSet presAssocID="{54A10F5D-C417-4F97-8612-CE684295DDDD}" presName="arrow" presStyleLbl="node1" presStyleIdx="1" presStyleCnt="4">
        <dgm:presLayoutVars>
          <dgm:bulletEnabled val="1"/>
        </dgm:presLayoutVars>
      </dgm:prSet>
      <dgm:spPr/>
    </dgm:pt>
    <dgm:pt modelId="{2755EF92-D6DB-433B-BF82-DF2106B8DFC6}" type="pres">
      <dgm:prSet presAssocID="{AB59D0E2-E355-4BC1-A6FD-45ADCA44E174}" presName="arrow" presStyleLbl="node1" presStyleIdx="2" presStyleCnt="4">
        <dgm:presLayoutVars>
          <dgm:bulletEnabled val="1"/>
        </dgm:presLayoutVars>
      </dgm:prSet>
      <dgm:spPr/>
    </dgm:pt>
    <dgm:pt modelId="{A43ABCCD-609E-42DB-9315-631E51BDAC31}" type="pres">
      <dgm:prSet presAssocID="{FD36F223-DCB8-40BC-A5FB-D26267EFC2A5}" presName="arrow" presStyleLbl="node1" presStyleIdx="3" presStyleCnt="4">
        <dgm:presLayoutVars>
          <dgm:bulletEnabled val="1"/>
        </dgm:presLayoutVars>
      </dgm:prSet>
      <dgm:spPr/>
    </dgm:pt>
  </dgm:ptLst>
  <dgm:cxnLst>
    <dgm:cxn modelId="{850A5603-9088-4808-8EAD-329E1B31E53E}" type="presOf" srcId="{B9C32B05-62EA-407A-B21C-2310C7945705}" destId="{A762A045-76EF-451E-BF86-ED5C9346596D}" srcOrd="0" destOrd="0" presId="urn:microsoft.com/office/officeart/2005/8/layout/arrow1"/>
    <dgm:cxn modelId="{F39A280A-C4B8-405B-8CB8-D6B548452BD1}" type="presOf" srcId="{8EA7219F-BDB2-48EB-9EEB-3133522D132E}" destId="{9B93CF52-BA0B-4833-A76B-8904B820F204}" srcOrd="0" destOrd="0" presId="urn:microsoft.com/office/officeart/2005/8/layout/arrow1"/>
    <dgm:cxn modelId="{F0999213-76C4-43E5-AAE1-D470BD5AD09C}" type="presOf" srcId="{5C85ABD5-F35A-4BA5-951B-D0A6A7FBBE29}" destId="{9B93CF52-BA0B-4833-A76B-8904B820F204}" srcOrd="0" destOrd="2" presId="urn:microsoft.com/office/officeart/2005/8/layout/arrow1"/>
    <dgm:cxn modelId="{130BA213-72D1-4027-A6A8-1533B575B572}" srcId="{FD36F223-DCB8-40BC-A5FB-D26267EFC2A5}" destId="{F036629B-AF39-4E2E-9E3D-1D59E717E576}" srcOrd="0" destOrd="0" parTransId="{FBF820FE-BCCA-4455-9108-067769F95EFF}" sibTransId="{C3FC614E-F26E-469B-B1E2-C3CD9F69840C}"/>
    <dgm:cxn modelId="{C07D7E19-E67B-45E0-AC71-69C4AE27C7EB}" type="presOf" srcId="{FD36F223-DCB8-40BC-A5FB-D26267EFC2A5}" destId="{A43ABCCD-609E-42DB-9315-631E51BDAC31}" srcOrd="0" destOrd="0" presId="urn:microsoft.com/office/officeart/2005/8/layout/arrow1"/>
    <dgm:cxn modelId="{1DB88E22-F528-4BA2-92FB-7F86DFFFB165}" srcId="{8EA7219F-BDB2-48EB-9EEB-3133522D132E}" destId="{4135D9B4-8C50-4336-A0A9-970F017B6C82}" srcOrd="0" destOrd="0" parTransId="{9F3E71CD-234B-40D7-B78A-136662A775A2}" sibTransId="{A93C8654-6FAC-4B52-81D6-29F0D355027D}"/>
    <dgm:cxn modelId="{59478F28-787A-4C61-80FA-8FEC197D93F9}" type="presOf" srcId="{789C4F08-3495-4232-BF33-CF380B3C4E40}" destId="{C414CCA7-FF86-4597-948A-2EB9085E8BC2}" srcOrd="0" destOrd="2" presId="urn:microsoft.com/office/officeart/2005/8/layout/arrow1"/>
    <dgm:cxn modelId="{517AFA30-BB19-43D1-84E3-E6B4C9B9E30A}" srcId="{B9C32B05-62EA-407A-B21C-2310C7945705}" destId="{54A10F5D-C417-4F97-8612-CE684295DDDD}" srcOrd="1" destOrd="0" parTransId="{8ABDAA28-1E03-411B-BC21-8D931DE3C43E}" sibTransId="{60811977-1F2E-41FC-8E06-EBD37DD18733}"/>
    <dgm:cxn modelId="{007AA932-A88C-4442-B46A-3F745F7443EB}" type="presOf" srcId="{E8C31777-02C1-4C82-8D63-696F75BEE5E0}" destId="{A43ABCCD-609E-42DB-9315-631E51BDAC31}" srcOrd="0" destOrd="2" presId="urn:microsoft.com/office/officeart/2005/8/layout/arrow1"/>
    <dgm:cxn modelId="{32745738-0671-4C92-8FF6-8F044E195106}" srcId="{54A10F5D-C417-4F97-8612-CE684295DDDD}" destId="{789C4F08-3495-4232-BF33-CF380B3C4E40}" srcOrd="1" destOrd="0" parTransId="{D828FA69-E8EE-46CF-9E4F-CFA56B736C56}" sibTransId="{3891CB91-3805-4254-AF30-A483B874826A}"/>
    <dgm:cxn modelId="{54E33939-3FF9-4787-8F00-FA073DADDF3A}" srcId="{B9C32B05-62EA-407A-B21C-2310C7945705}" destId="{FD36F223-DCB8-40BC-A5FB-D26267EFC2A5}" srcOrd="3" destOrd="0" parTransId="{988BB5DA-70F4-41DB-ADAE-346A5DFBC6ED}" sibTransId="{6B5755B2-7694-48FD-B774-2B8A98421458}"/>
    <dgm:cxn modelId="{8EA2C362-4BC5-4F50-9FE0-C339D4DF2231}" srcId="{8EA7219F-BDB2-48EB-9EEB-3133522D132E}" destId="{5C85ABD5-F35A-4BA5-951B-D0A6A7FBBE29}" srcOrd="1" destOrd="0" parTransId="{9A8A73AC-52AF-4039-B210-102513C437B2}" sibTransId="{B1969BAB-22AB-44F4-98ED-F9138E9F98B9}"/>
    <dgm:cxn modelId="{69137245-35C0-4BB5-87E0-5A7B4B5AEF8D}" type="presOf" srcId="{AB59D0E2-E355-4BC1-A6FD-45ADCA44E174}" destId="{2755EF92-D6DB-433B-BF82-DF2106B8DFC6}" srcOrd="0" destOrd="0" presId="urn:microsoft.com/office/officeart/2005/8/layout/arrow1"/>
    <dgm:cxn modelId="{4FCEFB78-567E-49C7-8F4E-42A2E8AF3988}" srcId="{FD36F223-DCB8-40BC-A5FB-D26267EFC2A5}" destId="{E8C31777-02C1-4C82-8D63-696F75BEE5E0}" srcOrd="1" destOrd="0" parTransId="{F6014B03-3074-4E67-90CF-627DF6F21FBB}" sibTransId="{0288A68F-248B-4A1D-B949-A84D02D8525E}"/>
    <dgm:cxn modelId="{53C25796-53B5-435E-BBD2-1E7116843C58}" srcId="{AB59D0E2-E355-4BC1-A6FD-45ADCA44E174}" destId="{8DEC4040-57DD-4101-AC1E-0A43CED12626}" srcOrd="1" destOrd="0" parTransId="{26A09029-2127-46AB-A2EC-9B2D94DE02D1}" sibTransId="{1FEA5DA8-39AD-42E8-873E-72D4FE97B06E}"/>
    <dgm:cxn modelId="{38156BA9-1AE7-4EBB-99D6-4A541CECD812}" type="presOf" srcId="{02475483-3284-40F5-B15A-8FBC9624C0C3}" destId="{C414CCA7-FF86-4597-948A-2EB9085E8BC2}" srcOrd="0" destOrd="1" presId="urn:microsoft.com/office/officeart/2005/8/layout/arrow1"/>
    <dgm:cxn modelId="{DE1E6DA9-05DF-4F78-B1C8-903B48D7721F}" srcId="{54A10F5D-C417-4F97-8612-CE684295DDDD}" destId="{02475483-3284-40F5-B15A-8FBC9624C0C3}" srcOrd="0" destOrd="0" parTransId="{82C2C170-C7F7-4D5F-BD30-01ECE9333E8B}" sibTransId="{7949ADFB-89B2-4E48-99F6-70328FC86EFD}"/>
    <dgm:cxn modelId="{8E8084AD-488A-4D7B-A87C-E3D2F4E0BE2D}" srcId="{B9C32B05-62EA-407A-B21C-2310C7945705}" destId="{AB59D0E2-E355-4BC1-A6FD-45ADCA44E174}" srcOrd="2" destOrd="0" parTransId="{6C591C4E-A54E-43D2-B7F6-2275C426FC07}" sibTransId="{45C38012-EB5B-4976-81DD-3DFFC47DCA66}"/>
    <dgm:cxn modelId="{28AB4EBC-5C26-4FC3-9BE7-EB39FD45A2C8}" type="presOf" srcId="{54A10F5D-C417-4F97-8612-CE684295DDDD}" destId="{C414CCA7-FF86-4597-948A-2EB9085E8BC2}" srcOrd="0" destOrd="0" presId="urn:microsoft.com/office/officeart/2005/8/layout/arrow1"/>
    <dgm:cxn modelId="{A7C7F0C3-C6A6-409C-BCBA-DCDDFECB1949}" type="presOf" srcId="{F036629B-AF39-4E2E-9E3D-1D59E717E576}" destId="{A43ABCCD-609E-42DB-9315-631E51BDAC31}" srcOrd="0" destOrd="1" presId="urn:microsoft.com/office/officeart/2005/8/layout/arrow1"/>
    <dgm:cxn modelId="{AB2432CB-447B-4060-A6C5-E509C3D085A1}" type="presOf" srcId="{8DEC4040-57DD-4101-AC1E-0A43CED12626}" destId="{2755EF92-D6DB-433B-BF82-DF2106B8DFC6}" srcOrd="0" destOrd="2" presId="urn:microsoft.com/office/officeart/2005/8/layout/arrow1"/>
    <dgm:cxn modelId="{82D1F6E4-4CA5-4A5D-AEB4-A128C1DBB22D}" type="presOf" srcId="{4135D9B4-8C50-4336-A0A9-970F017B6C82}" destId="{9B93CF52-BA0B-4833-A76B-8904B820F204}" srcOrd="0" destOrd="1" presId="urn:microsoft.com/office/officeart/2005/8/layout/arrow1"/>
    <dgm:cxn modelId="{0BC280E8-A31F-4EFD-8E44-BC3D6D4E3CC3}" type="presOf" srcId="{8D05FB3E-B599-47A9-9669-36057D0872ED}" destId="{2755EF92-D6DB-433B-BF82-DF2106B8DFC6}" srcOrd="0" destOrd="1" presId="urn:microsoft.com/office/officeart/2005/8/layout/arrow1"/>
    <dgm:cxn modelId="{94C36EE9-BA4B-4222-A3E3-DC4753929FFB}" srcId="{AB59D0E2-E355-4BC1-A6FD-45ADCA44E174}" destId="{8D05FB3E-B599-47A9-9669-36057D0872ED}" srcOrd="0" destOrd="0" parTransId="{63C3BE62-F522-4E4D-B81C-927AA856255C}" sibTransId="{7316E74F-B8DD-4F11-9528-2666E5E275AB}"/>
    <dgm:cxn modelId="{58AD7EEF-D408-406B-87EE-4691D4C30668}" srcId="{B9C32B05-62EA-407A-B21C-2310C7945705}" destId="{8EA7219F-BDB2-48EB-9EEB-3133522D132E}" srcOrd="0" destOrd="0" parTransId="{3EE8403A-CB7C-4815-85BD-AEBCAEB71B37}" sibTransId="{C94B7947-85DC-4B21-BB99-DF8438356F98}"/>
    <dgm:cxn modelId="{6285FC85-87C7-48C5-AA98-B1EE8BFDD62C}" type="presParOf" srcId="{A762A045-76EF-451E-BF86-ED5C9346596D}" destId="{9B93CF52-BA0B-4833-A76B-8904B820F204}" srcOrd="0" destOrd="0" presId="urn:microsoft.com/office/officeart/2005/8/layout/arrow1"/>
    <dgm:cxn modelId="{010E9747-96AA-42A4-A87D-26D1942AE189}" type="presParOf" srcId="{A762A045-76EF-451E-BF86-ED5C9346596D}" destId="{C414CCA7-FF86-4597-948A-2EB9085E8BC2}" srcOrd="1" destOrd="0" presId="urn:microsoft.com/office/officeart/2005/8/layout/arrow1"/>
    <dgm:cxn modelId="{1389EE7C-A96A-46E3-A3AC-94DF63D711EE}" type="presParOf" srcId="{A762A045-76EF-451E-BF86-ED5C9346596D}" destId="{2755EF92-D6DB-433B-BF82-DF2106B8DFC6}" srcOrd="2" destOrd="0" presId="urn:microsoft.com/office/officeart/2005/8/layout/arrow1"/>
    <dgm:cxn modelId="{0646AE44-0B74-4A4D-8EF7-B89C4663D6BC}" type="presParOf" srcId="{A762A045-76EF-451E-BF86-ED5C9346596D}" destId="{A43ABCCD-609E-42DB-9315-631E51BDAC31}" srcOrd="3" destOrd="0" presId="urn:microsoft.com/office/officeart/2005/8/layout/arrow1"/>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19.xml><?xml version="1.0" encoding="utf-8"?>
<dgm:dataModel xmlns:dgm="http://schemas.openxmlformats.org/drawingml/2006/diagram" xmlns:a="http://schemas.openxmlformats.org/drawingml/2006/main">
  <dgm:ptLst>
    <dgm:pt modelId="{B9C32B05-62EA-407A-B21C-2310C7945705}" type="doc">
      <dgm:prSet loTypeId="urn:microsoft.com/office/officeart/2005/8/layout/arrow4" loCatId="relationship" qsTypeId="urn:microsoft.com/office/officeart/2005/8/quickstyle/simple4" qsCatId="simple" csTypeId="urn:microsoft.com/office/officeart/2005/8/colors/colorful4" csCatId="colorful" phldr="1"/>
      <dgm:spPr/>
      <dgm:t>
        <a:bodyPr/>
        <a:lstStyle/>
        <a:p>
          <a:endParaRPr lang="en-US"/>
        </a:p>
      </dgm:t>
    </dgm:pt>
    <dgm:pt modelId="{8EA7219F-BDB2-48EB-9EEB-3133522D132E}">
      <dgm:prSet phldrT="[Text]"/>
      <dgm:spPr/>
      <dgm:t>
        <a:bodyPr/>
        <a:lstStyle/>
        <a:p>
          <a:r>
            <a:rPr lang="en-US" b="1" dirty="0">
              <a:solidFill>
                <a:schemeClr val="tx2"/>
              </a:solidFill>
            </a:rPr>
            <a:t>Lorem Ipsum</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54A10F5D-C417-4F97-8612-CE684295DDDD}">
      <dgm:prSet phldrT="[Text]"/>
      <dgm:spPr/>
      <dgm:t>
        <a:bodyPr/>
        <a:lstStyle/>
        <a:p>
          <a:r>
            <a:rPr lang="en-US" b="1" dirty="0">
              <a:solidFill>
                <a:schemeClr val="tx2"/>
              </a:solidFill>
            </a:rPr>
            <a:t>Lorem Ipsum</a:t>
          </a:r>
        </a:p>
      </dgm:t>
    </dgm:pt>
    <dgm:pt modelId="{8ABDAA28-1E03-411B-BC21-8D931DE3C43E}" type="parTrans" cxnId="{517AFA30-BB19-43D1-84E3-E6B4C9B9E30A}">
      <dgm:prSet/>
      <dgm:spPr/>
      <dgm:t>
        <a:bodyPr/>
        <a:lstStyle/>
        <a:p>
          <a:endParaRPr lang="en-US"/>
        </a:p>
      </dgm:t>
    </dgm:pt>
    <dgm:pt modelId="{60811977-1F2E-41FC-8E06-EBD37DD18733}" type="sibTrans" cxnId="{517AFA30-BB19-43D1-84E3-E6B4C9B9E30A}">
      <dgm:prSet/>
      <dgm:spPr/>
      <dgm:t>
        <a:bodyPr/>
        <a:lstStyle/>
        <a:p>
          <a:endParaRPr lang="en-US"/>
        </a:p>
      </dgm:t>
    </dgm:pt>
    <dgm:pt modelId="{4135D9B4-8C50-4336-A0A9-970F017B6C82}">
      <dgm:prSet phldrT="[Text]"/>
      <dgm:spPr/>
      <dgm:t>
        <a:bodyPr/>
        <a:lstStyle/>
        <a:p>
          <a:r>
            <a:rPr lang="en-US" dirty="0">
              <a:solidFill>
                <a:schemeClr val="tx2"/>
              </a:solidFill>
            </a:rPr>
            <a:t>Some text here</a:t>
          </a:r>
        </a:p>
      </dgm:t>
    </dgm:pt>
    <dgm:pt modelId="{9F3E71CD-234B-40D7-B78A-136662A775A2}" type="parTrans" cxnId="{1DB88E22-F528-4BA2-92FB-7F86DFFFB165}">
      <dgm:prSet/>
      <dgm:spPr/>
      <dgm:t>
        <a:bodyPr/>
        <a:lstStyle/>
        <a:p>
          <a:endParaRPr lang="en-US"/>
        </a:p>
      </dgm:t>
    </dgm:pt>
    <dgm:pt modelId="{A93C8654-6FAC-4B52-81D6-29F0D355027D}" type="sibTrans" cxnId="{1DB88E22-F528-4BA2-92FB-7F86DFFFB165}">
      <dgm:prSet/>
      <dgm:spPr/>
      <dgm:t>
        <a:bodyPr/>
        <a:lstStyle/>
        <a:p>
          <a:endParaRPr lang="en-US"/>
        </a:p>
      </dgm:t>
    </dgm:pt>
    <dgm:pt modelId="{02475483-3284-40F5-B15A-8FBC9624C0C3}">
      <dgm:prSet phldrT="[Text]"/>
      <dgm:spPr/>
      <dgm:t>
        <a:bodyPr/>
        <a:lstStyle/>
        <a:p>
          <a:r>
            <a:rPr lang="en-US" dirty="0">
              <a:solidFill>
                <a:schemeClr val="tx2"/>
              </a:solidFill>
            </a:rPr>
            <a:t>Some text here</a:t>
          </a:r>
        </a:p>
      </dgm:t>
    </dgm:pt>
    <dgm:pt modelId="{82C2C170-C7F7-4D5F-BD30-01ECE9333E8B}" type="parTrans" cxnId="{DE1E6DA9-05DF-4F78-B1C8-903B48D7721F}">
      <dgm:prSet/>
      <dgm:spPr/>
      <dgm:t>
        <a:bodyPr/>
        <a:lstStyle/>
        <a:p>
          <a:endParaRPr lang="en-US"/>
        </a:p>
      </dgm:t>
    </dgm:pt>
    <dgm:pt modelId="{7949ADFB-89B2-4E48-99F6-70328FC86EFD}" type="sibTrans" cxnId="{DE1E6DA9-05DF-4F78-B1C8-903B48D7721F}">
      <dgm:prSet/>
      <dgm:spPr/>
      <dgm:t>
        <a:bodyPr/>
        <a:lstStyle/>
        <a:p>
          <a:endParaRPr lang="en-US"/>
        </a:p>
      </dgm:t>
    </dgm:pt>
    <dgm:pt modelId="{789C4F08-3495-4232-BF33-CF380B3C4E40}">
      <dgm:prSet phldrT="[Text]"/>
      <dgm:spPr/>
      <dgm:t>
        <a:bodyPr/>
        <a:lstStyle/>
        <a:p>
          <a:r>
            <a:rPr lang="en-US" dirty="0">
              <a:solidFill>
                <a:schemeClr val="tx2"/>
              </a:solidFill>
            </a:rPr>
            <a:t>Some text here</a:t>
          </a:r>
        </a:p>
      </dgm:t>
    </dgm:pt>
    <dgm:pt modelId="{D828FA69-E8EE-46CF-9E4F-CFA56B736C56}" type="parTrans" cxnId="{32745738-0671-4C92-8FF6-8F044E195106}">
      <dgm:prSet/>
      <dgm:spPr/>
      <dgm:t>
        <a:bodyPr/>
        <a:lstStyle/>
        <a:p>
          <a:endParaRPr lang="en-US"/>
        </a:p>
      </dgm:t>
    </dgm:pt>
    <dgm:pt modelId="{3891CB91-3805-4254-AF30-A483B874826A}" type="sibTrans" cxnId="{32745738-0671-4C92-8FF6-8F044E195106}">
      <dgm:prSet/>
      <dgm:spPr/>
      <dgm:t>
        <a:bodyPr/>
        <a:lstStyle/>
        <a:p>
          <a:endParaRPr lang="en-US"/>
        </a:p>
      </dgm:t>
    </dgm:pt>
    <dgm:pt modelId="{FA52A589-00CA-414B-97B1-6C56E9DE9982}">
      <dgm:prSet phldrT="[Text]"/>
      <dgm:spPr/>
      <dgm:t>
        <a:bodyPr/>
        <a:lstStyle/>
        <a:p>
          <a:r>
            <a:rPr lang="en-US" dirty="0">
              <a:solidFill>
                <a:schemeClr val="tx2"/>
              </a:solidFill>
            </a:rPr>
            <a:t>Some text here</a:t>
          </a:r>
        </a:p>
      </dgm:t>
    </dgm:pt>
    <dgm:pt modelId="{437A10C6-AE07-4AD5-BEA3-418D744D3078}" type="parTrans" cxnId="{9EA42059-4B98-4C0F-B500-4CFEA5689C56}">
      <dgm:prSet/>
      <dgm:spPr/>
      <dgm:t>
        <a:bodyPr/>
        <a:lstStyle/>
        <a:p>
          <a:endParaRPr lang="en-US"/>
        </a:p>
      </dgm:t>
    </dgm:pt>
    <dgm:pt modelId="{7E4920A8-2DA2-457D-B7CF-1F3922D9C286}" type="sibTrans" cxnId="{9EA42059-4B98-4C0F-B500-4CFEA5689C56}">
      <dgm:prSet/>
      <dgm:spPr/>
      <dgm:t>
        <a:bodyPr/>
        <a:lstStyle/>
        <a:p>
          <a:endParaRPr lang="en-US"/>
        </a:p>
      </dgm:t>
    </dgm:pt>
    <dgm:pt modelId="{60D7C7F9-4C60-4D25-814F-ADE01FFCA99B}">
      <dgm:prSet phldrT="[Text]"/>
      <dgm:spPr/>
      <dgm:t>
        <a:bodyPr/>
        <a:lstStyle/>
        <a:p>
          <a:r>
            <a:rPr lang="en-US" dirty="0">
              <a:solidFill>
                <a:schemeClr val="tx2"/>
              </a:solidFill>
            </a:rPr>
            <a:t>Some text here</a:t>
          </a:r>
        </a:p>
      </dgm:t>
    </dgm:pt>
    <dgm:pt modelId="{F350885D-B016-417B-9473-86F4EAFD85E7}" type="parTrans" cxnId="{DC94C707-F1E1-4FA6-843B-311B5504EBA0}">
      <dgm:prSet/>
      <dgm:spPr/>
      <dgm:t>
        <a:bodyPr/>
        <a:lstStyle/>
        <a:p>
          <a:endParaRPr lang="en-US"/>
        </a:p>
      </dgm:t>
    </dgm:pt>
    <dgm:pt modelId="{DA4791EB-E5CD-4ECF-9FFE-49A2F29576C7}" type="sibTrans" cxnId="{DC94C707-F1E1-4FA6-843B-311B5504EBA0}">
      <dgm:prSet/>
      <dgm:spPr/>
      <dgm:t>
        <a:bodyPr/>
        <a:lstStyle/>
        <a:p>
          <a:endParaRPr lang="en-US"/>
        </a:p>
      </dgm:t>
    </dgm:pt>
    <dgm:pt modelId="{3E28F9B0-1D6E-45FE-95E0-D25CB05EB7A6}">
      <dgm:prSet phldrT="[Text]"/>
      <dgm:spPr/>
      <dgm:t>
        <a:bodyPr/>
        <a:lstStyle/>
        <a:p>
          <a:r>
            <a:rPr lang="en-US">
              <a:solidFill>
                <a:schemeClr val="tx2"/>
              </a:solidFill>
            </a:rPr>
            <a:t>Some </a:t>
          </a:r>
          <a:r>
            <a:rPr lang="en-US" dirty="0">
              <a:solidFill>
                <a:schemeClr val="tx2"/>
              </a:solidFill>
            </a:rPr>
            <a:t>text here</a:t>
          </a:r>
        </a:p>
      </dgm:t>
    </dgm:pt>
    <dgm:pt modelId="{A0B89D3F-C050-40CF-BEAD-E479B9AA2595}" type="parTrans" cxnId="{9D4AB9D8-15FF-41E5-A8DF-47C8911588C6}">
      <dgm:prSet/>
      <dgm:spPr/>
      <dgm:t>
        <a:bodyPr/>
        <a:lstStyle/>
        <a:p>
          <a:endParaRPr lang="en-US"/>
        </a:p>
      </dgm:t>
    </dgm:pt>
    <dgm:pt modelId="{9A6756CB-F7F0-4488-8A10-081A924D9428}" type="sibTrans" cxnId="{9D4AB9D8-15FF-41E5-A8DF-47C8911588C6}">
      <dgm:prSet/>
      <dgm:spPr/>
      <dgm:t>
        <a:bodyPr/>
        <a:lstStyle/>
        <a:p>
          <a:endParaRPr lang="en-US"/>
        </a:p>
      </dgm:t>
    </dgm:pt>
    <dgm:pt modelId="{99AB3F04-1B5A-4C7F-A59A-5C1CDC8C955C}">
      <dgm:prSet phldrT="[Text]"/>
      <dgm:spPr/>
      <dgm:t>
        <a:bodyPr/>
        <a:lstStyle/>
        <a:p>
          <a:r>
            <a:rPr lang="en-US">
              <a:solidFill>
                <a:schemeClr val="tx2"/>
              </a:solidFill>
            </a:rPr>
            <a:t>Some text here</a:t>
          </a:r>
          <a:endParaRPr lang="en-US" dirty="0">
            <a:solidFill>
              <a:schemeClr val="tx2"/>
            </a:solidFill>
          </a:endParaRPr>
        </a:p>
      </dgm:t>
    </dgm:pt>
    <dgm:pt modelId="{0242414D-B9A4-49E9-84D8-483186CA903A}" type="parTrans" cxnId="{157C9816-CC14-462D-A086-A29F74275651}">
      <dgm:prSet/>
      <dgm:spPr/>
      <dgm:t>
        <a:bodyPr/>
        <a:lstStyle/>
        <a:p>
          <a:endParaRPr lang="en-US"/>
        </a:p>
      </dgm:t>
    </dgm:pt>
    <dgm:pt modelId="{E3F33252-6AD9-45E7-8E9B-895B7EEF5491}" type="sibTrans" cxnId="{157C9816-CC14-462D-A086-A29F74275651}">
      <dgm:prSet/>
      <dgm:spPr/>
      <dgm:t>
        <a:bodyPr/>
        <a:lstStyle/>
        <a:p>
          <a:endParaRPr lang="en-US"/>
        </a:p>
      </dgm:t>
    </dgm:pt>
    <dgm:pt modelId="{2B248E3F-FAA4-46D0-A355-5B6E8527C2CE}">
      <dgm:prSet phldrT="[Text]"/>
      <dgm:spPr/>
      <dgm:t>
        <a:bodyPr/>
        <a:lstStyle/>
        <a:p>
          <a:r>
            <a:rPr lang="en-US" dirty="0">
              <a:solidFill>
                <a:schemeClr val="tx2"/>
              </a:solidFill>
            </a:rPr>
            <a:t>Some text here</a:t>
          </a:r>
        </a:p>
      </dgm:t>
    </dgm:pt>
    <dgm:pt modelId="{FD79AF9D-BF78-4156-A918-828A2671971E}" type="parTrans" cxnId="{AD0FD9DD-2469-4200-A695-49CFE0E7981A}">
      <dgm:prSet/>
      <dgm:spPr/>
      <dgm:t>
        <a:bodyPr/>
        <a:lstStyle/>
        <a:p>
          <a:endParaRPr lang="en-US"/>
        </a:p>
      </dgm:t>
    </dgm:pt>
    <dgm:pt modelId="{5EA71F70-65F4-4CDB-A2A1-A20BF12C8DD4}" type="sibTrans" cxnId="{AD0FD9DD-2469-4200-A695-49CFE0E7981A}">
      <dgm:prSet/>
      <dgm:spPr/>
      <dgm:t>
        <a:bodyPr/>
        <a:lstStyle/>
        <a:p>
          <a:endParaRPr lang="en-US"/>
        </a:p>
      </dgm:t>
    </dgm:pt>
    <dgm:pt modelId="{9AE3B800-B48B-4786-9075-4F38A2611F9A}">
      <dgm:prSet phldrT="[Text]"/>
      <dgm:spPr/>
      <dgm:t>
        <a:bodyPr/>
        <a:lstStyle/>
        <a:p>
          <a:r>
            <a:rPr lang="en-US" dirty="0">
              <a:solidFill>
                <a:schemeClr val="tx2"/>
              </a:solidFill>
            </a:rPr>
            <a:t>Some text here</a:t>
          </a:r>
        </a:p>
      </dgm:t>
    </dgm:pt>
    <dgm:pt modelId="{EA33A1DC-076A-4683-A028-91B1815FCB6B}" type="parTrans" cxnId="{F327F44D-16A7-4083-87A5-59E401C28793}">
      <dgm:prSet/>
      <dgm:spPr/>
      <dgm:t>
        <a:bodyPr/>
        <a:lstStyle/>
        <a:p>
          <a:endParaRPr lang="en-US"/>
        </a:p>
      </dgm:t>
    </dgm:pt>
    <dgm:pt modelId="{733AFE8E-B556-4296-A584-009EE9AFD587}" type="sibTrans" cxnId="{F327F44D-16A7-4083-87A5-59E401C28793}">
      <dgm:prSet/>
      <dgm:spPr/>
      <dgm:t>
        <a:bodyPr/>
        <a:lstStyle/>
        <a:p>
          <a:endParaRPr lang="en-US"/>
        </a:p>
      </dgm:t>
    </dgm:pt>
    <dgm:pt modelId="{0C8C77CB-BF45-4275-AFAB-FBD622787E7E}" type="pres">
      <dgm:prSet presAssocID="{B9C32B05-62EA-407A-B21C-2310C7945705}" presName="compositeShape" presStyleCnt="0">
        <dgm:presLayoutVars>
          <dgm:chMax val="2"/>
          <dgm:dir/>
          <dgm:resizeHandles val="exact"/>
        </dgm:presLayoutVars>
      </dgm:prSet>
      <dgm:spPr/>
    </dgm:pt>
    <dgm:pt modelId="{1316A1AA-2637-4D83-BBFD-E9869DA12015}" type="pres">
      <dgm:prSet presAssocID="{8EA7219F-BDB2-48EB-9EEB-3133522D132E}" presName="upArrow" presStyleLbl="node1" presStyleIdx="0" presStyleCnt="2"/>
      <dgm:spPr/>
    </dgm:pt>
    <dgm:pt modelId="{D388B73A-94CB-4A86-929B-D1C22476650B}" type="pres">
      <dgm:prSet presAssocID="{8EA7219F-BDB2-48EB-9EEB-3133522D132E}" presName="upArrowText" presStyleLbl="revTx" presStyleIdx="0" presStyleCnt="2">
        <dgm:presLayoutVars>
          <dgm:chMax val="0"/>
          <dgm:bulletEnabled val="1"/>
        </dgm:presLayoutVars>
      </dgm:prSet>
      <dgm:spPr/>
    </dgm:pt>
    <dgm:pt modelId="{B6DE930F-E814-44FC-87E5-6B18F538AC1F}" type="pres">
      <dgm:prSet presAssocID="{54A10F5D-C417-4F97-8612-CE684295DDDD}" presName="downArrow" presStyleLbl="node1" presStyleIdx="1" presStyleCnt="2"/>
      <dgm:spPr/>
    </dgm:pt>
    <dgm:pt modelId="{279B1B86-339B-4A06-A871-70F157216021}" type="pres">
      <dgm:prSet presAssocID="{54A10F5D-C417-4F97-8612-CE684295DDDD}" presName="downArrowText" presStyleLbl="revTx" presStyleIdx="1" presStyleCnt="2">
        <dgm:presLayoutVars>
          <dgm:chMax val="0"/>
          <dgm:bulletEnabled val="1"/>
        </dgm:presLayoutVars>
      </dgm:prSet>
      <dgm:spPr/>
    </dgm:pt>
  </dgm:ptLst>
  <dgm:cxnLst>
    <dgm:cxn modelId="{DC94C707-F1E1-4FA6-843B-311B5504EBA0}" srcId="{8EA7219F-BDB2-48EB-9EEB-3133522D132E}" destId="{60D7C7F9-4C60-4D25-814F-ADE01FFCA99B}" srcOrd="3" destOrd="0" parTransId="{F350885D-B016-417B-9473-86F4EAFD85E7}" sibTransId="{DA4791EB-E5CD-4ECF-9FFE-49A2F29576C7}"/>
    <dgm:cxn modelId="{CDE2400B-3BF5-43FF-AB4B-0C80A40456AB}" type="presOf" srcId="{9AE3B800-B48B-4786-9075-4F38A2611F9A}" destId="{D388B73A-94CB-4A86-929B-D1C22476650B}" srcOrd="0" destOrd="5" presId="urn:microsoft.com/office/officeart/2005/8/layout/arrow4"/>
    <dgm:cxn modelId="{157C9816-CC14-462D-A086-A29F74275651}" srcId="{54A10F5D-C417-4F97-8612-CE684295DDDD}" destId="{99AB3F04-1B5A-4C7F-A59A-5C1CDC8C955C}" srcOrd="2" destOrd="0" parTransId="{0242414D-B9A4-49E9-84D8-483186CA903A}" sibTransId="{E3F33252-6AD9-45E7-8E9B-895B7EEF5491}"/>
    <dgm:cxn modelId="{1DB88E22-F528-4BA2-92FB-7F86DFFFB165}" srcId="{8EA7219F-BDB2-48EB-9EEB-3133522D132E}" destId="{4135D9B4-8C50-4336-A0A9-970F017B6C82}" srcOrd="0" destOrd="0" parTransId="{9F3E71CD-234B-40D7-B78A-136662A775A2}" sibTransId="{A93C8654-6FAC-4B52-81D6-29F0D355027D}"/>
    <dgm:cxn modelId="{E53CF626-8905-4256-B4F9-FAA6FABBF085}" type="presOf" srcId="{60D7C7F9-4C60-4D25-814F-ADE01FFCA99B}" destId="{D388B73A-94CB-4A86-929B-D1C22476650B}" srcOrd="0" destOrd="4" presId="urn:microsoft.com/office/officeart/2005/8/layout/arrow4"/>
    <dgm:cxn modelId="{CC809F2F-A71F-432F-91BA-2F264FFB327F}" type="presOf" srcId="{02475483-3284-40F5-B15A-8FBC9624C0C3}" destId="{279B1B86-339B-4A06-A871-70F157216021}" srcOrd="0" destOrd="1" presId="urn:microsoft.com/office/officeart/2005/8/layout/arrow4"/>
    <dgm:cxn modelId="{517AFA30-BB19-43D1-84E3-E6B4C9B9E30A}" srcId="{B9C32B05-62EA-407A-B21C-2310C7945705}" destId="{54A10F5D-C417-4F97-8612-CE684295DDDD}" srcOrd="1" destOrd="0" parTransId="{8ABDAA28-1E03-411B-BC21-8D931DE3C43E}" sibTransId="{60811977-1F2E-41FC-8E06-EBD37DD18733}"/>
    <dgm:cxn modelId="{32745738-0671-4C92-8FF6-8F044E195106}" srcId="{54A10F5D-C417-4F97-8612-CE684295DDDD}" destId="{789C4F08-3495-4232-BF33-CF380B3C4E40}" srcOrd="1" destOrd="0" parTransId="{D828FA69-E8EE-46CF-9E4F-CFA56B736C56}" sibTransId="{3891CB91-3805-4254-AF30-A483B874826A}"/>
    <dgm:cxn modelId="{D356D049-A919-4B3B-9C7A-3DAB51A810D5}" type="presOf" srcId="{4135D9B4-8C50-4336-A0A9-970F017B6C82}" destId="{D388B73A-94CB-4A86-929B-D1C22476650B}" srcOrd="0" destOrd="1" presId="urn:microsoft.com/office/officeart/2005/8/layout/arrow4"/>
    <dgm:cxn modelId="{6595D84D-7677-4D02-99EF-4E60DB81634F}" type="presOf" srcId="{3E28F9B0-1D6E-45FE-95E0-D25CB05EB7A6}" destId="{D388B73A-94CB-4A86-929B-D1C22476650B}" srcOrd="0" destOrd="3" presId="urn:microsoft.com/office/officeart/2005/8/layout/arrow4"/>
    <dgm:cxn modelId="{F327F44D-16A7-4083-87A5-59E401C28793}" srcId="{8EA7219F-BDB2-48EB-9EEB-3133522D132E}" destId="{9AE3B800-B48B-4786-9075-4F38A2611F9A}" srcOrd="4" destOrd="0" parTransId="{EA33A1DC-076A-4683-A028-91B1815FCB6B}" sibTransId="{733AFE8E-B556-4296-A584-009EE9AFD587}"/>
    <dgm:cxn modelId="{9EA42059-4B98-4C0F-B500-4CFEA5689C56}" srcId="{8EA7219F-BDB2-48EB-9EEB-3133522D132E}" destId="{FA52A589-00CA-414B-97B1-6C56E9DE9982}" srcOrd="1" destOrd="0" parTransId="{437A10C6-AE07-4AD5-BEA3-418D744D3078}" sibTransId="{7E4920A8-2DA2-457D-B7CF-1F3922D9C286}"/>
    <dgm:cxn modelId="{82D3AD8B-8013-4722-AE16-5A054485772B}" type="presOf" srcId="{FA52A589-00CA-414B-97B1-6C56E9DE9982}" destId="{D388B73A-94CB-4A86-929B-D1C22476650B}" srcOrd="0" destOrd="2" presId="urn:microsoft.com/office/officeart/2005/8/layout/arrow4"/>
    <dgm:cxn modelId="{D7B26599-C833-43A8-8879-9A90C586B1A2}" type="presOf" srcId="{B9C32B05-62EA-407A-B21C-2310C7945705}" destId="{0C8C77CB-BF45-4275-AFAB-FBD622787E7E}" srcOrd="0" destOrd="0" presId="urn:microsoft.com/office/officeart/2005/8/layout/arrow4"/>
    <dgm:cxn modelId="{DE1E6DA9-05DF-4F78-B1C8-903B48D7721F}" srcId="{54A10F5D-C417-4F97-8612-CE684295DDDD}" destId="{02475483-3284-40F5-B15A-8FBC9624C0C3}" srcOrd="0" destOrd="0" parTransId="{82C2C170-C7F7-4D5F-BD30-01ECE9333E8B}" sibTransId="{7949ADFB-89B2-4E48-99F6-70328FC86EFD}"/>
    <dgm:cxn modelId="{1DA35EAD-5B44-417F-8719-110B8B629921}" type="presOf" srcId="{8EA7219F-BDB2-48EB-9EEB-3133522D132E}" destId="{D388B73A-94CB-4A86-929B-D1C22476650B}" srcOrd="0" destOrd="0" presId="urn:microsoft.com/office/officeart/2005/8/layout/arrow4"/>
    <dgm:cxn modelId="{2B9459B0-8976-4B0B-9A1C-72CFF57313B2}" type="presOf" srcId="{99AB3F04-1B5A-4C7F-A59A-5C1CDC8C955C}" destId="{279B1B86-339B-4A06-A871-70F157216021}" srcOrd="0" destOrd="3" presId="urn:microsoft.com/office/officeart/2005/8/layout/arrow4"/>
    <dgm:cxn modelId="{AA3422BA-04C6-4698-9A8E-2739B5D81C8A}" type="presOf" srcId="{2B248E3F-FAA4-46D0-A355-5B6E8527C2CE}" destId="{279B1B86-339B-4A06-A871-70F157216021}" srcOrd="0" destOrd="4" presId="urn:microsoft.com/office/officeart/2005/8/layout/arrow4"/>
    <dgm:cxn modelId="{C79AB9C4-651E-4B47-852E-4DB5E48CAF7F}" type="presOf" srcId="{54A10F5D-C417-4F97-8612-CE684295DDDD}" destId="{279B1B86-339B-4A06-A871-70F157216021}" srcOrd="0" destOrd="0" presId="urn:microsoft.com/office/officeart/2005/8/layout/arrow4"/>
    <dgm:cxn modelId="{9D4AB9D8-15FF-41E5-A8DF-47C8911588C6}" srcId="{8EA7219F-BDB2-48EB-9EEB-3133522D132E}" destId="{3E28F9B0-1D6E-45FE-95E0-D25CB05EB7A6}" srcOrd="2" destOrd="0" parTransId="{A0B89D3F-C050-40CF-BEAD-E479B9AA2595}" sibTransId="{9A6756CB-F7F0-4488-8A10-081A924D9428}"/>
    <dgm:cxn modelId="{AD0FD9DD-2469-4200-A695-49CFE0E7981A}" srcId="{54A10F5D-C417-4F97-8612-CE684295DDDD}" destId="{2B248E3F-FAA4-46D0-A355-5B6E8527C2CE}" srcOrd="3" destOrd="0" parTransId="{FD79AF9D-BF78-4156-A918-828A2671971E}" sibTransId="{5EA71F70-65F4-4CDB-A2A1-A20BF12C8DD4}"/>
    <dgm:cxn modelId="{D7A8F7DE-4FD8-4143-AB4A-FDC6E76AD6CE}" type="presOf" srcId="{789C4F08-3495-4232-BF33-CF380B3C4E40}" destId="{279B1B86-339B-4A06-A871-70F157216021}" srcOrd="0" destOrd="2" presId="urn:microsoft.com/office/officeart/2005/8/layout/arrow4"/>
    <dgm:cxn modelId="{58AD7EEF-D408-406B-87EE-4691D4C30668}" srcId="{B9C32B05-62EA-407A-B21C-2310C7945705}" destId="{8EA7219F-BDB2-48EB-9EEB-3133522D132E}" srcOrd="0" destOrd="0" parTransId="{3EE8403A-CB7C-4815-85BD-AEBCAEB71B37}" sibTransId="{C94B7947-85DC-4B21-BB99-DF8438356F98}"/>
    <dgm:cxn modelId="{9697DA46-D04E-44AE-BED6-D8A0177C3288}" type="presParOf" srcId="{0C8C77CB-BF45-4275-AFAB-FBD622787E7E}" destId="{1316A1AA-2637-4D83-BBFD-E9869DA12015}" srcOrd="0" destOrd="0" presId="urn:microsoft.com/office/officeart/2005/8/layout/arrow4"/>
    <dgm:cxn modelId="{A9E95111-A819-4D42-9112-CAAF210923CB}" type="presParOf" srcId="{0C8C77CB-BF45-4275-AFAB-FBD622787E7E}" destId="{D388B73A-94CB-4A86-929B-D1C22476650B}" srcOrd="1" destOrd="0" presId="urn:microsoft.com/office/officeart/2005/8/layout/arrow4"/>
    <dgm:cxn modelId="{843C0504-D5F4-4AB4-85A7-5CB74DB15133}" type="presParOf" srcId="{0C8C77CB-BF45-4275-AFAB-FBD622787E7E}" destId="{B6DE930F-E814-44FC-87E5-6B18F538AC1F}" srcOrd="2" destOrd="0" presId="urn:microsoft.com/office/officeart/2005/8/layout/arrow4"/>
    <dgm:cxn modelId="{10D32E8C-CDF1-4F22-9ACC-01DD791E36AC}" type="presParOf" srcId="{0C8C77CB-BF45-4275-AFAB-FBD622787E7E}" destId="{279B1B86-339B-4A06-A871-70F157216021}" srcOrd="3" destOrd="0" presId="urn:microsoft.com/office/officeart/2005/8/layout/arrow4"/>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20.xml><?xml version="1.0" encoding="utf-8"?>
<dgm:dataModel xmlns:dgm="http://schemas.openxmlformats.org/drawingml/2006/diagram" xmlns:a="http://schemas.openxmlformats.org/drawingml/2006/main">
  <dgm:ptLst>
    <dgm:pt modelId="{B9C32B05-62EA-407A-B21C-2310C7945705}" type="doc">
      <dgm:prSet loTypeId="urn:diagrams.loki3.com/TabbedArc+Icon" loCatId="officeonline" qsTypeId="urn:microsoft.com/office/officeart/2005/8/quickstyle/simple4" qsCatId="simple" csTypeId="urn:microsoft.com/office/officeart/2005/8/colors/colorful1" csCatId="colorful" phldr="1"/>
      <dgm:spPr/>
      <dgm:t>
        <a:bodyPr/>
        <a:lstStyle/>
        <a:p>
          <a:endParaRPr lang="en-US"/>
        </a:p>
      </dgm:t>
    </dgm:pt>
    <dgm:pt modelId="{8EA7219F-BDB2-48EB-9EEB-3133522D132E}">
      <dgm:prSet phldrT="[Text]"/>
      <dgm:spPr>
        <a:effectLst/>
      </dgm:spPr>
      <dgm:t>
        <a:bodyPr/>
        <a:lstStyle/>
        <a:p>
          <a:r>
            <a:rPr lang="en-US" dirty="0"/>
            <a:t>Lorem Ipsum</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DDE0D928-D49D-4A27-8E92-3130B9320568}">
      <dgm:prSet phldrT="[Text]"/>
      <dgm:spPr>
        <a:effectLst/>
      </dgm:spPr>
      <dgm:t>
        <a:bodyPr/>
        <a:lstStyle/>
        <a:p>
          <a:r>
            <a:rPr lang="en-US" dirty="0"/>
            <a:t>Some text here</a:t>
          </a:r>
        </a:p>
      </dgm:t>
    </dgm:pt>
    <dgm:pt modelId="{BD8A01E6-DCFB-4634-AA12-EAF5B15F9CCB}" type="parTrans" cxnId="{2709EABC-E6A1-4AF4-BB66-635BCC932127}">
      <dgm:prSet/>
      <dgm:spPr/>
      <dgm:t>
        <a:bodyPr/>
        <a:lstStyle/>
        <a:p>
          <a:endParaRPr lang="en-US"/>
        </a:p>
      </dgm:t>
    </dgm:pt>
    <dgm:pt modelId="{4311EAF2-34EE-4C77-BBCA-D60A3715C931}" type="sibTrans" cxnId="{2709EABC-E6A1-4AF4-BB66-635BCC932127}">
      <dgm:prSet/>
      <dgm:spPr/>
      <dgm:t>
        <a:bodyPr/>
        <a:lstStyle/>
        <a:p>
          <a:endParaRPr lang="en-US"/>
        </a:p>
      </dgm:t>
    </dgm:pt>
    <dgm:pt modelId="{B541EF06-6AA3-4CD0-BE10-9D0721126465}">
      <dgm:prSet phldrT="[Text]"/>
      <dgm:spPr>
        <a:effectLst/>
      </dgm:spPr>
      <dgm:t>
        <a:bodyPr/>
        <a:lstStyle/>
        <a:p>
          <a:r>
            <a:rPr lang="en-US" dirty="0"/>
            <a:t>Some text here</a:t>
          </a:r>
        </a:p>
      </dgm:t>
    </dgm:pt>
    <dgm:pt modelId="{D3B9F6DE-F355-4438-B611-99DABECA3CA7}" type="parTrans" cxnId="{DB22639E-D3D1-4F31-9B13-E8C39C3DCCCA}">
      <dgm:prSet/>
      <dgm:spPr/>
      <dgm:t>
        <a:bodyPr/>
        <a:lstStyle/>
        <a:p>
          <a:endParaRPr lang="en-US"/>
        </a:p>
      </dgm:t>
    </dgm:pt>
    <dgm:pt modelId="{12DEBDC3-2F5F-4250-A604-E7BE4C84BAFB}" type="sibTrans" cxnId="{DB22639E-D3D1-4F31-9B13-E8C39C3DCCCA}">
      <dgm:prSet/>
      <dgm:spPr/>
      <dgm:t>
        <a:bodyPr/>
        <a:lstStyle/>
        <a:p>
          <a:endParaRPr lang="en-US"/>
        </a:p>
      </dgm:t>
    </dgm:pt>
    <dgm:pt modelId="{F31073FB-4DE8-464D-9820-AF4A4FCE948E}">
      <dgm:prSet phldrT="[Text]"/>
      <dgm:spPr>
        <a:effectLst/>
      </dgm:spPr>
      <dgm:t>
        <a:bodyPr/>
        <a:lstStyle/>
        <a:p>
          <a:r>
            <a:rPr lang="en-US" dirty="0"/>
            <a:t>Some text here</a:t>
          </a:r>
        </a:p>
      </dgm:t>
    </dgm:pt>
    <dgm:pt modelId="{2466C803-23FE-4986-B400-AE9AC9B0E46B}" type="parTrans" cxnId="{D5C184B1-1C37-4901-BCB8-582F9B7E7986}">
      <dgm:prSet/>
      <dgm:spPr/>
      <dgm:t>
        <a:bodyPr/>
        <a:lstStyle/>
        <a:p>
          <a:endParaRPr lang="en-US"/>
        </a:p>
      </dgm:t>
    </dgm:pt>
    <dgm:pt modelId="{F9FE457D-D34B-470C-A01A-52558BE72AF2}" type="sibTrans" cxnId="{D5C184B1-1C37-4901-BCB8-582F9B7E7986}">
      <dgm:prSet/>
      <dgm:spPr/>
      <dgm:t>
        <a:bodyPr/>
        <a:lstStyle/>
        <a:p>
          <a:endParaRPr lang="en-US"/>
        </a:p>
      </dgm:t>
    </dgm:pt>
    <dgm:pt modelId="{F3FA86F7-575E-4FDD-B637-1D7276F725A4}">
      <dgm:prSet phldrT="[Text]"/>
      <dgm:spPr>
        <a:effectLst/>
      </dgm:spPr>
      <dgm:t>
        <a:bodyPr/>
        <a:lstStyle/>
        <a:p>
          <a:r>
            <a:rPr lang="en-US"/>
            <a:t>Lorem Ipsum</a:t>
          </a:r>
          <a:endParaRPr lang="en-US" dirty="0"/>
        </a:p>
      </dgm:t>
    </dgm:pt>
    <dgm:pt modelId="{192CD16B-FA85-49AB-96EA-80094BA41ED5}" type="parTrans" cxnId="{B38DB338-3B1E-4324-A45E-8025E9D81450}">
      <dgm:prSet/>
      <dgm:spPr/>
      <dgm:t>
        <a:bodyPr/>
        <a:lstStyle/>
        <a:p>
          <a:endParaRPr lang="en-US"/>
        </a:p>
      </dgm:t>
    </dgm:pt>
    <dgm:pt modelId="{BEF45895-E33A-456A-85CE-5D5DFC2CF2C9}" type="sibTrans" cxnId="{B38DB338-3B1E-4324-A45E-8025E9D81450}">
      <dgm:prSet/>
      <dgm:spPr/>
      <dgm:t>
        <a:bodyPr/>
        <a:lstStyle/>
        <a:p>
          <a:endParaRPr lang="en-US"/>
        </a:p>
      </dgm:t>
    </dgm:pt>
    <dgm:pt modelId="{8BA28110-3C4D-4B65-A456-1880B9B8C044}">
      <dgm:prSet phldrT="[Text]"/>
      <dgm:spPr>
        <a:effectLst/>
      </dgm:spPr>
      <dgm:t>
        <a:bodyPr/>
        <a:lstStyle/>
        <a:p>
          <a:r>
            <a:rPr lang="en-US" dirty="0"/>
            <a:t>Some text here</a:t>
          </a:r>
        </a:p>
      </dgm:t>
    </dgm:pt>
    <dgm:pt modelId="{92633400-0D09-4796-9848-67220ABE14A1}" type="parTrans" cxnId="{1D896142-E250-41E4-8577-114DB897E5B3}">
      <dgm:prSet/>
      <dgm:spPr/>
      <dgm:t>
        <a:bodyPr/>
        <a:lstStyle/>
        <a:p>
          <a:endParaRPr lang="en-US"/>
        </a:p>
      </dgm:t>
    </dgm:pt>
    <dgm:pt modelId="{AADC4A7F-BF6D-4764-B281-1669C0CA9F6D}" type="sibTrans" cxnId="{1D896142-E250-41E4-8577-114DB897E5B3}">
      <dgm:prSet/>
      <dgm:spPr/>
      <dgm:t>
        <a:bodyPr/>
        <a:lstStyle/>
        <a:p>
          <a:endParaRPr lang="en-US"/>
        </a:p>
      </dgm:t>
    </dgm:pt>
    <dgm:pt modelId="{4BB72ECC-9A10-4422-873F-F9D2190BC89D}">
      <dgm:prSet phldrT="[Text]"/>
      <dgm:spPr>
        <a:effectLst/>
      </dgm:spPr>
      <dgm:t>
        <a:bodyPr/>
        <a:lstStyle/>
        <a:p>
          <a:r>
            <a:rPr lang="en-US" dirty="0"/>
            <a:t>Some text here</a:t>
          </a:r>
        </a:p>
      </dgm:t>
    </dgm:pt>
    <dgm:pt modelId="{4EA7BD02-E357-415A-AEC5-B9804F405522}" type="parTrans" cxnId="{FE6E4ECC-0578-4941-A413-24B2649ADBD2}">
      <dgm:prSet/>
      <dgm:spPr/>
      <dgm:t>
        <a:bodyPr/>
        <a:lstStyle/>
        <a:p>
          <a:endParaRPr lang="en-US"/>
        </a:p>
      </dgm:t>
    </dgm:pt>
    <dgm:pt modelId="{BE158219-2DEC-4CC5-92AC-DC280F738D1B}" type="sibTrans" cxnId="{FE6E4ECC-0578-4941-A413-24B2649ADBD2}">
      <dgm:prSet/>
      <dgm:spPr/>
      <dgm:t>
        <a:bodyPr/>
        <a:lstStyle/>
        <a:p>
          <a:endParaRPr lang="en-US"/>
        </a:p>
      </dgm:t>
    </dgm:pt>
    <dgm:pt modelId="{8F5F7A12-F3C5-450F-873B-BA0A586AD6D2}">
      <dgm:prSet phldrT="[Text]"/>
      <dgm:spPr>
        <a:effectLst/>
      </dgm:spPr>
      <dgm:t>
        <a:bodyPr/>
        <a:lstStyle/>
        <a:p>
          <a:r>
            <a:rPr lang="en-US" dirty="0"/>
            <a:t>Some text here</a:t>
          </a:r>
        </a:p>
      </dgm:t>
    </dgm:pt>
    <dgm:pt modelId="{827354CD-87F6-4B67-BCDA-B80B618796FF}" type="parTrans" cxnId="{4C62A048-69B6-411A-9836-A7D7DB9461E3}">
      <dgm:prSet/>
      <dgm:spPr/>
      <dgm:t>
        <a:bodyPr/>
        <a:lstStyle/>
        <a:p>
          <a:endParaRPr lang="en-US"/>
        </a:p>
      </dgm:t>
    </dgm:pt>
    <dgm:pt modelId="{93D68E33-C66F-45D0-AC53-74CEE70C5804}" type="sibTrans" cxnId="{4C62A048-69B6-411A-9836-A7D7DB9461E3}">
      <dgm:prSet/>
      <dgm:spPr/>
      <dgm:t>
        <a:bodyPr/>
        <a:lstStyle/>
        <a:p>
          <a:endParaRPr lang="en-US"/>
        </a:p>
      </dgm:t>
    </dgm:pt>
    <dgm:pt modelId="{8D3744A8-1883-4930-8E0D-B57E26D003C6}">
      <dgm:prSet phldrT="[Text]"/>
      <dgm:spPr>
        <a:effectLst/>
      </dgm:spPr>
      <dgm:t>
        <a:bodyPr/>
        <a:lstStyle/>
        <a:p>
          <a:r>
            <a:rPr lang="en-US"/>
            <a:t>Lorem Ipsum</a:t>
          </a:r>
          <a:endParaRPr lang="en-US" dirty="0"/>
        </a:p>
      </dgm:t>
    </dgm:pt>
    <dgm:pt modelId="{AC9EAF57-EBF1-4FB7-8ED0-6ECFF59ADE74}" type="parTrans" cxnId="{C8FCCD3C-805E-4A27-964D-25DE1206ADCA}">
      <dgm:prSet/>
      <dgm:spPr/>
      <dgm:t>
        <a:bodyPr/>
        <a:lstStyle/>
        <a:p>
          <a:endParaRPr lang="en-US"/>
        </a:p>
      </dgm:t>
    </dgm:pt>
    <dgm:pt modelId="{D40CF7D9-D0C3-4084-8D2D-359654C28D0F}" type="sibTrans" cxnId="{C8FCCD3C-805E-4A27-964D-25DE1206ADCA}">
      <dgm:prSet/>
      <dgm:spPr/>
      <dgm:t>
        <a:bodyPr/>
        <a:lstStyle/>
        <a:p>
          <a:endParaRPr lang="en-US"/>
        </a:p>
      </dgm:t>
    </dgm:pt>
    <dgm:pt modelId="{D8973F44-FCAF-442F-8783-A2866965AAB6}">
      <dgm:prSet phldrT="[Text]"/>
      <dgm:spPr>
        <a:effectLst/>
      </dgm:spPr>
      <dgm:t>
        <a:bodyPr/>
        <a:lstStyle/>
        <a:p>
          <a:r>
            <a:rPr lang="en-US" dirty="0"/>
            <a:t>Some text here</a:t>
          </a:r>
        </a:p>
      </dgm:t>
    </dgm:pt>
    <dgm:pt modelId="{9EAF4DA5-D298-43E0-A006-BCCDFAE7E227}" type="parTrans" cxnId="{415456D2-5524-4ED8-BB57-0C45DD400A8A}">
      <dgm:prSet/>
      <dgm:spPr/>
      <dgm:t>
        <a:bodyPr/>
        <a:lstStyle/>
        <a:p>
          <a:endParaRPr lang="en-US"/>
        </a:p>
      </dgm:t>
    </dgm:pt>
    <dgm:pt modelId="{CB1C23B7-F69D-48F6-BA22-0FD16D3A82BE}" type="sibTrans" cxnId="{415456D2-5524-4ED8-BB57-0C45DD400A8A}">
      <dgm:prSet/>
      <dgm:spPr/>
      <dgm:t>
        <a:bodyPr/>
        <a:lstStyle/>
        <a:p>
          <a:endParaRPr lang="en-US"/>
        </a:p>
      </dgm:t>
    </dgm:pt>
    <dgm:pt modelId="{15827902-481B-4BC7-9742-1424127F80C7}">
      <dgm:prSet phldrT="[Text]"/>
      <dgm:spPr>
        <a:effectLst/>
      </dgm:spPr>
      <dgm:t>
        <a:bodyPr/>
        <a:lstStyle/>
        <a:p>
          <a:r>
            <a:rPr lang="en-US" dirty="0"/>
            <a:t>Some text here</a:t>
          </a:r>
        </a:p>
      </dgm:t>
    </dgm:pt>
    <dgm:pt modelId="{218CE1A8-CAC8-40C9-AB4A-0EC10272E613}" type="parTrans" cxnId="{B54F029F-6D1A-4B09-BE05-DCCE6E369E78}">
      <dgm:prSet/>
      <dgm:spPr/>
      <dgm:t>
        <a:bodyPr/>
        <a:lstStyle/>
        <a:p>
          <a:endParaRPr lang="en-US"/>
        </a:p>
      </dgm:t>
    </dgm:pt>
    <dgm:pt modelId="{2064A3C4-F1F9-41C6-8921-0C5E729B95C7}" type="sibTrans" cxnId="{B54F029F-6D1A-4B09-BE05-DCCE6E369E78}">
      <dgm:prSet/>
      <dgm:spPr/>
      <dgm:t>
        <a:bodyPr/>
        <a:lstStyle/>
        <a:p>
          <a:endParaRPr lang="en-US"/>
        </a:p>
      </dgm:t>
    </dgm:pt>
    <dgm:pt modelId="{C75C0193-7917-453C-A980-7A8298437657}">
      <dgm:prSet phldrT="[Text]"/>
      <dgm:spPr>
        <a:effectLst/>
      </dgm:spPr>
      <dgm:t>
        <a:bodyPr/>
        <a:lstStyle/>
        <a:p>
          <a:r>
            <a:rPr lang="en-US" dirty="0"/>
            <a:t>Some text here</a:t>
          </a:r>
        </a:p>
      </dgm:t>
    </dgm:pt>
    <dgm:pt modelId="{038C8C10-BB59-4124-99E8-F8D05DDECC53}" type="parTrans" cxnId="{196E93E5-2489-4910-89A7-29DD6C91275B}">
      <dgm:prSet/>
      <dgm:spPr/>
      <dgm:t>
        <a:bodyPr/>
        <a:lstStyle/>
        <a:p>
          <a:endParaRPr lang="en-US"/>
        </a:p>
      </dgm:t>
    </dgm:pt>
    <dgm:pt modelId="{DF7405E6-F1E4-47A6-9C7F-01999F9F25F0}" type="sibTrans" cxnId="{196E93E5-2489-4910-89A7-29DD6C91275B}">
      <dgm:prSet/>
      <dgm:spPr/>
      <dgm:t>
        <a:bodyPr/>
        <a:lstStyle/>
        <a:p>
          <a:endParaRPr lang="en-US"/>
        </a:p>
      </dgm:t>
    </dgm:pt>
    <dgm:pt modelId="{BB36F745-62BA-4892-99D7-E4239B0F3843}">
      <dgm:prSet phldrT="[Text]"/>
      <dgm:spPr>
        <a:effectLst/>
      </dgm:spPr>
      <dgm:t>
        <a:bodyPr/>
        <a:lstStyle/>
        <a:p>
          <a:r>
            <a:rPr lang="en-US" dirty="0"/>
            <a:t>Lorem Ipsum</a:t>
          </a:r>
        </a:p>
      </dgm:t>
    </dgm:pt>
    <dgm:pt modelId="{CE269D49-A2E4-44F1-A948-9BE1FE5D6140}" type="parTrans" cxnId="{C96A1F07-338B-48CD-B344-80BE34A6C9DF}">
      <dgm:prSet/>
      <dgm:spPr/>
      <dgm:t>
        <a:bodyPr/>
        <a:lstStyle/>
        <a:p>
          <a:endParaRPr lang="en-US"/>
        </a:p>
      </dgm:t>
    </dgm:pt>
    <dgm:pt modelId="{5CE5B550-A310-4948-9BA1-267AF81C5FA4}" type="sibTrans" cxnId="{C96A1F07-338B-48CD-B344-80BE34A6C9DF}">
      <dgm:prSet/>
      <dgm:spPr/>
      <dgm:t>
        <a:bodyPr/>
        <a:lstStyle/>
        <a:p>
          <a:endParaRPr lang="en-US"/>
        </a:p>
      </dgm:t>
    </dgm:pt>
    <dgm:pt modelId="{B0A5C91A-6241-4BED-82F0-B735EBACD6B9}">
      <dgm:prSet phldrT="[Text]"/>
      <dgm:spPr>
        <a:effectLst/>
      </dgm:spPr>
      <dgm:t>
        <a:bodyPr/>
        <a:lstStyle/>
        <a:p>
          <a:r>
            <a:rPr lang="en-US" dirty="0"/>
            <a:t>Some text here</a:t>
          </a:r>
        </a:p>
      </dgm:t>
    </dgm:pt>
    <dgm:pt modelId="{11A957F9-0D29-4041-BB96-258FC96AFB4D}" type="parTrans" cxnId="{E39A793C-A4E9-4DE4-882C-FEA2BEB8896B}">
      <dgm:prSet/>
      <dgm:spPr/>
      <dgm:t>
        <a:bodyPr/>
        <a:lstStyle/>
        <a:p>
          <a:endParaRPr lang="en-US"/>
        </a:p>
      </dgm:t>
    </dgm:pt>
    <dgm:pt modelId="{80537C20-BA35-41C8-987F-0C39B9782FD4}" type="sibTrans" cxnId="{E39A793C-A4E9-4DE4-882C-FEA2BEB8896B}">
      <dgm:prSet/>
      <dgm:spPr/>
      <dgm:t>
        <a:bodyPr/>
        <a:lstStyle/>
        <a:p>
          <a:endParaRPr lang="en-US"/>
        </a:p>
      </dgm:t>
    </dgm:pt>
    <dgm:pt modelId="{84392BDD-B9A6-4322-BDAF-479CDA7E2872}">
      <dgm:prSet phldrT="[Text]"/>
      <dgm:spPr>
        <a:effectLst/>
      </dgm:spPr>
      <dgm:t>
        <a:bodyPr/>
        <a:lstStyle/>
        <a:p>
          <a:r>
            <a:rPr lang="en-US" dirty="0"/>
            <a:t>Some text here</a:t>
          </a:r>
        </a:p>
      </dgm:t>
    </dgm:pt>
    <dgm:pt modelId="{A2A9E81C-34C6-43FB-A3D8-DC62DB0EE13E}" type="parTrans" cxnId="{50942319-E7A4-4A2C-91C6-CA4C21A1044C}">
      <dgm:prSet/>
      <dgm:spPr/>
      <dgm:t>
        <a:bodyPr/>
        <a:lstStyle/>
        <a:p>
          <a:endParaRPr lang="en-US"/>
        </a:p>
      </dgm:t>
    </dgm:pt>
    <dgm:pt modelId="{85BB70D0-AB27-4990-BD8D-D4B81FFE3328}" type="sibTrans" cxnId="{50942319-E7A4-4A2C-91C6-CA4C21A1044C}">
      <dgm:prSet/>
      <dgm:spPr/>
      <dgm:t>
        <a:bodyPr/>
        <a:lstStyle/>
        <a:p>
          <a:endParaRPr lang="en-US"/>
        </a:p>
      </dgm:t>
    </dgm:pt>
    <dgm:pt modelId="{3D66B052-6203-4E3F-80B6-7ECC2EDA49A4}">
      <dgm:prSet phldrT="[Text]"/>
      <dgm:spPr>
        <a:effectLst/>
      </dgm:spPr>
      <dgm:t>
        <a:bodyPr/>
        <a:lstStyle/>
        <a:p>
          <a:r>
            <a:rPr lang="en-US" dirty="0"/>
            <a:t>Some text here</a:t>
          </a:r>
        </a:p>
      </dgm:t>
    </dgm:pt>
    <dgm:pt modelId="{EFB28557-D8D6-4DDE-A896-5F13EB5BA849}" type="parTrans" cxnId="{FF6784C2-A2C9-4778-94B1-50E85D4629F0}">
      <dgm:prSet/>
      <dgm:spPr/>
      <dgm:t>
        <a:bodyPr/>
        <a:lstStyle/>
        <a:p>
          <a:endParaRPr lang="en-US"/>
        </a:p>
      </dgm:t>
    </dgm:pt>
    <dgm:pt modelId="{D9C60591-0FD9-4663-8376-7F3BD831B3D7}" type="sibTrans" cxnId="{FF6784C2-A2C9-4778-94B1-50E85D4629F0}">
      <dgm:prSet/>
      <dgm:spPr/>
      <dgm:t>
        <a:bodyPr/>
        <a:lstStyle/>
        <a:p>
          <a:endParaRPr lang="en-US"/>
        </a:p>
      </dgm:t>
    </dgm:pt>
    <dgm:pt modelId="{637B66CC-A29A-4168-B6C1-C796BF166632}" type="pres">
      <dgm:prSet presAssocID="{B9C32B05-62EA-407A-B21C-2310C7945705}" presName="Name0" presStyleCnt="0">
        <dgm:presLayoutVars>
          <dgm:dir/>
          <dgm:resizeHandles val="exact"/>
        </dgm:presLayoutVars>
      </dgm:prSet>
      <dgm:spPr/>
    </dgm:pt>
    <dgm:pt modelId="{BF9165EC-8022-491D-A4D2-5EAA40ECD36E}" type="pres">
      <dgm:prSet presAssocID="{8EA7219F-BDB2-48EB-9EEB-3133522D132E}" presName="twoplus" presStyleLbl="node1" presStyleIdx="0" presStyleCnt="4">
        <dgm:presLayoutVars>
          <dgm:bulletEnabled val="1"/>
        </dgm:presLayoutVars>
      </dgm:prSet>
      <dgm:spPr/>
    </dgm:pt>
    <dgm:pt modelId="{F2134DF1-7576-4215-830D-406346823582}" type="pres">
      <dgm:prSet presAssocID="{F3FA86F7-575E-4FDD-B637-1D7276F725A4}" presName="twoplus" presStyleLbl="node1" presStyleIdx="1" presStyleCnt="4">
        <dgm:presLayoutVars>
          <dgm:bulletEnabled val="1"/>
        </dgm:presLayoutVars>
      </dgm:prSet>
      <dgm:spPr/>
    </dgm:pt>
    <dgm:pt modelId="{BE712746-488B-4A1E-80B5-5115F6AB5EB2}" type="pres">
      <dgm:prSet presAssocID="{8D3744A8-1883-4930-8E0D-B57E26D003C6}" presName="twoplus" presStyleLbl="node1" presStyleIdx="2" presStyleCnt="4">
        <dgm:presLayoutVars>
          <dgm:bulletEnabled val="1"/>
        </dgm:presLayoutVars>
      </dgm:prSet>
      <dgm:spPr/>
    </dgm:pt>
    <dgm:pt modelId="{AD75F90F-B3E0-4464-A5CD-931FF33C970A}" type="pres">
      <dgm:prSet presAssocID="{BB36F745-62BA-4892-99D7-E4239B0F3843}" presName="twoplus" presStyleLbl="node1" presStyleIdx="3" presStyleCnt="4">
        <dgm:presLayoutVars>
          <dgm:bulletEnabled val="1"/>
        </dgm:presLayoutVars>
      </dgm:prSet>
      <dgm:spPr/>
    </dgm:pt>
  </dgm:ptLst>
  <dgm:cxnLst>
    <dgm:cxn modelId="{C96A1F07-338B-48CD-B344-80BE34A6C9DF}" srcId="{B9C32B05-62EA-407A-B21C-2310C7945705}" destId="{BB36F745-62BA-4892-99D7-E4239B0F3843}" srcOrd="3" destOrd="0" parTransId="{CE269D49-A2E4-44F1-A948-9BE1FE5D6140}" sibTransId="{5CE5B550-A310-4948-9BA1-267AF81C5FA4}"/>
    <dgm:cxn modelId="{50942319-E7A4-4A2C-91C6-CA4C21A1044C}" srcId="{BB36F745-62BA-4892-99D7-E4239B0F3843}" destId="{84392BDD-B9A6-4322-BDAF-479CDA7E2872}" srcOrd="1" destOrd="0" parTransId="{A2A9E81C-34C6-43FB-A3D8-DC62DB0EE13E}" sibTransId="{85BB70D0-AB27-4990-BD8D-D4B81FFE3328}"/>
    <dgm:cxn modelId="{B38DB338-3B1E-4324-A45E-8025E9D81450}" srcId="{B9C32B05-62EA-407A-B21C-2310C7945705}" destId="{F3FA86F7-575E-4FDD-B637-1D7276F725A4}" srcOrd="1" destOrd="0" parTransId="{192CD16B-FA85-49AB-96EA-80094BA41ED5}" sibTransId="{BEF45895-E33A-456A-85CE-5D5DFC2CF2C9}"/>
    <dgm:cxn modelId="{4C61CA38-F7B0-4B5D-B632-86DB015FBF08}" type="presOf" srcId="{3D66B052-6203-4E3F-80B6-7ECC2EDA49A4}" destId="{AD75F90F-B3E0-4464-A5CD-931FF33C970A}" srcOrd="0" destOrd="3" presId="urn:diagrams.loki3.com/TabbedArc+Icon"/>
    <dgm:cxn modelId="{E39A793C-A4E9-4DE4-882C-FEA2BEB8896B}" srcId="{BB36F745-62BA-4892-99D7-E4239B0F3843}" destId="{B0A5C91A-6241-4BED-82F0-B735EBACD6B9}" srcOrd="0" destOrd="0" parTransId="{11A957F9-0D29-4041-BB96-258FC96AFB4D}" sibTransId="{80537C20-BA35-41C8-987F-0C39B9782FD4}"/>
    <dgm:cxn modelId="{C8FCCD3C-805E-4A27-964D-25DE1206ADCA}" srcId="{B9C32B05-62EA-407A-B21C-2310C7945705}" destId="{8D3744A8-1883-4930-8E0D-B57E26D003C6}" srcOrd="2" destOrd="0" parTransId="{AC9EAF57-EBF1-4FB7-8ED0-6ECFF59ADE74}" sibTransId="{D40CF7D9-D0C3-4084-8D2D-359654C28D0F}"/>
    <dgm:cxn modelId="{23301E3E-4666-41C2-AB85-EC13154404A6}" type="presOf" srcId="{8BA28110-3C4D-4B65-A456-1880B9B8C044}" destId="{F2134DF1-7576-4215-830D-406346823582}" srcOrd="0" destOrd="1" presId="urn:diagrams.loki3.com/TabbedArc+Icon"/>
    <dgm:cxn modelId="{1D896142-E250-41E4-8577-114DB897E5B3}" srcId="{F3FA86F7-575E-4FDD-B637-1D7276F725A4}" destId="{8BA28110-3C4D-4B65-A456-1880B9B8C044}" srcOrd="0" destOrd="0" parTransId="{92633400-0D09-4796-9848-67220ABE14A1}" sibTransId="{AADC4A7F-BF6D-4764-B281-1669C0CA9F6D}"/>
    <dgm:cxn modelId="{541D7D44-D047-4FE8-8B6C-68871F5FF9CC}" type="presOf" srcId="{DDE0D928-D49D-4A27-8E92-3130B9320568}" destId="{BF9165EC-8022-491D-A4D2-5EAA40ECD36E}" srcOrd="0" destOrd="1" presId="urn:diagrams.loki3.com/TabbedArc+Icon"/>
    <dgm:cxn modelId="{EC98E147-DDC7-4964-8C6B-541CBFF5965A}" type="presOf" srcId="{BB36F745-62BA-4892-99D7-E4239B0F3843}" destId="{AD75F90F-B3E0-4464-A5CD-931FF33C970A}" srcOrd="0" destOrd="0" presId="urn:diagrams.loki3.com/TabbedArc+Icon"/>
    <dgm:cxn modelId="{4C62A048-69B6-411A-9836-A7D7DB9461E3}" srcId="{F3FA86F7-575E-4FDD-B637-1D7276F725A4}" destId="{8F5F7A12-F3C5-450F-873B-BA0A586AD6D2}" srcOrd="2" destOrd="0" parTransId="{827354CD-87F6-4B67-BCDA-B80B618796FF}" sibTransId="{93D68E33-C66F-45D0-AC53-74CEE70C5804}"/>
    <dgm:cxn modelId="{8159AA4D-B258-4FB3-B49A-0381A57C445F}" type="presOf" srcId="{15827902-481B-4BC7-9742-1424127F80C7}" destId="{BE712746-488B-4A1E-80B5-5115F6AB5EB2}" srcOrd="0" destOrd="2" presId="urn:diagrams.loki3.com/TabbedArc+Icon"/>
    <dgm:cxn modelId="{3C38646F-D752-4804-A5D4-E4FAC669A26A}" type="presOf" srcId="{F3FA86F7-575E-4FDD-B637-1D7276F725A4}" destId="{F2134DF1-7576-4215-830D-406346823582}" srcOrd="0" destOrd="0" presId="urn:diagrams.loki3.com/TabbedArc+Icon"/>
    <dgm:cxn modelId="{97F92A86-BB3F-426B-9E9B-95E1678FECDF}" type="presOf" srcId="{B541EF06-6AA3-4CD0-BE10-9D0721126465}" destId="{BF9165EC-8022-491D-A4D2-5EAA40ECD36E}" srcOrd="0" destOrd="2" presId="urn:diagrams.loki3.com/TabbedArc+Icon"/>
    <dgm:cxn modelId="{D23B0290-B95A-4EC2-9C86-6457449B2804}" type="presOf" srcId="{8EA7219F-BDB2-48EB-9EEB-3133522D132E}" destId="{BF9165EC-8022-491D-A4D2-5EAA40ECD36E}" srcOrd="0" destOrd="0" presId="urn:diagrams.loki3.com/TabbedArc+Icon"/>
    <dgm:cxn modelId="{49D8569B-F4C1-4F9B-99EF-57228A74A4C6}" type="presOf" srcId="{B9C32B05-62EA-407A-B21C-2310C7945705}" destId="{637B66CC-A29A-4168-B6C1-C796BF166632}" srcOrd="0" destOrd="0" presId="urn:diagrams.loki3.com/TabbedArc+Icon"/>
    <dgm:cxn modelId="{DB22639E-D3D1-4F31-9B13-E8C39C3DCCCA}" srcId="{8EA7219F-BDB2-48EB-9EEB-3133522D132E}" destId="{B541EF06-6AA3-4CD0-BE10-9D0721126465}" srcOrd="1" destOrd="0" parTransId="{D3B9F6DE-F355-4438-B611-99DABECA3CA7}" sibTransId="{12DEBDC3-2F5F-4250-A604-E7BE4C84BAFB}"/>
    <dgm:cxn modelId="{B54F029F-6D1A-4B09-BE05-DCCE6E369E78}" srcId="{8D3744A8-1883-4930-8E0D-B57E26D003C6}" destId="{15827902-481B-4BC7-9742-1424127F80C7}" srcOrd="1" destOrd="0" parTransId="{218CE1A8-CAC8-40C9-AB4A-0EC10272E613}" sibTransId="{2064A3C4-F1F9-41C6-8921-0C5E729B95C7}"/>
    <dgm:cxn modelId="{87DBC7AE-B463-49CC-B83B-F269FE41A70E}" type="presOf" srcId="{8F5F7A12-F3C5-450F-873B-BA0A586AD6D2}" destId="{F2134DF1-7576-4215-830D-406346823582}" srcOrd="0" destOrd="3" presId="urn:diagrams.loki3.com/TabbedArc+Icon"/>
    <dgm:cxn modelId="{D5C184B1-1C37-4901-BCB8-582F9B7E7986}" srcId="{8EA7219F-BDB2-48EB-9EEB-3133522D132E}" destId="{F31073FB-4DE8-464D-9820-AF4A4FCE948E}" srcOrd="2" destOrd="0" parTransId="{2466C803-23FE-4986-B400-AE9AC9B0E46B}" sibTransId="{F9FE457D-D34B-470C-A01A-52558BE72AF2}"/>
    <dgm:cxn modelId="{D54DF5B3-496A-4EA1-AB33-3CDDB1E55890}" type="presOf" srcId="{C75C0193-7917-453C-A980-7A8298437657}" destId="{BE712746-488B-4A1E-80B5-5115F6AB5EB2}" srcOrd="0" destOrd="3" presId="urn:diagrams.loki3.com/TabbedArc+Icon"/>
    <dgm:cxn modelId="{0AF86CB9-4E28-4BB5-9801-E08AF43D265A}" type="presOf" srcId="{84392BDD-B9A6-4322-BDAF-479CDA7E2872}" destId="{AD75F90F-B3E0-4464-A5CD-931FF33C970A}" srcOrd="0" destOrd="2" presId="urn:diagrams.loki3.com/TabbedArc+Icon"/>
    <dgm:cxn modelId="{2709EABC-E6A1-4AF4-BB66-635BCC932127}" srcId="{8EA7219F-BDB2-48EB-9EEB-3133522D132E}" destId="{DDE0D928-D49D-4A27-8E92-3130B9320568}" srcOrd="0" destOrd="0" parTransId="{BD8A01E6-DCFB-4634-AA12-EAF5B15F9CCB}" sibTransId="{4311EAF2-34EE-4C77-BBCA-D60A3715C931}"/>
    <dgm:cxn modelId="{FF6784C2-A2C9-4778-94B1-50E85D4629F0}" srcId="{BB36F745-62BA-4892-99D7-E4239B0F3843}" destId="{3D66B052-6203-4E3F-80B6-7ECC2EDA49A4}" srcOrd="2" destOrd="0" parTransId="{EFB28557-D8D6-4DDE-A896-5F13EB5BA849}" sibTransId="{D9C60591-0FD9-4663-8376-7F3BD831B3D7}"/>
    <dgm:cxn modelId="{FE6E4ECC-0578-4941-A413-24B2649ADBD2}" srcId="{F3FA86F7-575E-4FDD-B637-1D7276F725A4}" destId="{4BB72ECC-9A10-4422-873F-F9D2190BC89D}" srcOrd="1" destOrd="0" parTransId="{4EA7BD02-E357-415A-AEC5-B9804F405522}" sibTransId="{BE158219-2DEC-4CC5-92AC-DC280F738D1B}"/>
    <dgm:cxn modelId="{A4F7EECE-6A9A-431D-8254-A5E31A5A9086}" type="presOf" srcId="{8D3744A8-1883-4930-8E0D-B57E26D003C6}" destId="{BE712746-488B-4A1E-80B5-5115F6AB5EB2}" srcOrd="0" destOrd="0" presId="urn:diagrams.loki3.com/TabbedArc+Icon"/>
    <dgm:cxn modelId="{415456D2-5524-4ED8-BB57-0C45DD400A8A}" srcId="{8D3744A8-1883-4930-8E0D-B57E26D003C6}" destId="{D8973F44-FCAF-442F-8783-A2866965AAB6}" srcOrd="0" destOrd="0" parTransId="{9EAF4DA5-D298-43E0-A006-BCCDFAE7E227}" sibTransId="{CB1C23B7-F69D-48F6-BA22-0FD16D3A82BE}"/>
    <dgm:cxn modelId="{196E93E5-2489-4910-89A7-29DD6C91275B}" srcId="{8D3744A8-1883-4930-8E0D-B57E26D003C6}" destId="{C75C0193-7917-453C-A980-7A8298437657}" srcOrd="2" destOrd="0" parTransId="{038C8C10-BB59-4124-99E8-F8D05DDECC53}" sibTransId="{DF7405E6-F1E4-47A6-9C7F-01999F9F25F0}"/>
    <dgm:cxn modelId="{3CFBCEEB-2521-4A9F-BE86-21A6E7B63559}" type="presOf" srcId="{B0A5C91A-6241-4BED-82F0-B735EBACD6B9}" destId="{AD75F90F-B3E0-4464-A5CD-931FF33C970A}" srcOrd="0" destOrd="1" presId="urn:diagrams.loki3.com/TabbedArc+Icon"/>
    <dgm:cxn modelId="{4051A7ED-D70D-4294-8056-2A534085CA46}" type="presOf" srcId="{D8973F44-FCAF-442F-8783-A2866965AAB6}" destId="{BE712746-488B-4A1E-80B5-5115F6AB5EB2}" srcOrd="0" destOrd="1" presId="urn:diagrams.loki3.com/TabbedArc+Icon"/>
    <dgm:cxn modelId="{58AD7EEF-D408-406B-87EE-4691D4C30668}" srcId="{B9C32B05-62EA-407A-B21C-2310C7945705}" destId="{8EA7219F-BDB2-48EB-9EEB-3133522D132E}" srcOrd="0" destOrd="0" parTransId="{3EE8403A-CB7C-4815-85BD-AEBCAEB71B37}" sibTransId="{C94B7947-85DC-4B21-BB99-DF8438356F98}"/>
    <dgm:cxn modelId="{F6CA10F2-C657-4A92-844E-231DA4B2535A}" type="presOf" srcId="{F31073FB-4DE8-464D-9820-AF4A4FCE948E}" destId="{BF9165EC-8022-491D-A4D2-5EAA40ECD36E}" srcOrd="0" destOrd="3" presId="urn:diagrams.loki3.com/TabbedArc+Icon"/>
    <dgm:cxn modelId="{306E1AF5-2976-438D-B5E5-EC483480E802}" type="presOf" srcId="{4BB72ECC-9A10-4422-873F-F9D2190BC89D}" destId="{F2134DF1-7576-4215-830D-406346823582}" srcOrd="0" destOrd="2" presId="urn:diagrams.loki3.com/TabbedArc+Icon"/>
    <dgm:cxn modelId="{2376397B-A7F5-4851-8EE2-DCA4E5238053}" type="presParOf" srcId="{637B66CC-A29A-4168-B6C1-C796BF166632}" destId="{BF9165EC-8022-491D-A4D2-5EAA40ECD36E}" srcOrd="0" destOrd="0" presId="urn:diagrams.loki3.com/TabbedArc+Icon"/>
    <dgm:cxn modelId="{5F3246E0-D3CC-4D81-A137-C59B6262367A}" type="presParOf" srcId="{637B66CC-A29A-4168-B6C1-C796BF166632}" destId="{F2134DF1-7576-4215-830D-406346823582}" srcOrd="1" destOrd="0" presId="urn:diagrams.loki3.com/TabbedArc+Icon"/>
    <dgm:cxn modelId="{1E215872-79C9-474F-8EA0-85120FFDC3DB}" type="presParOf" srcId="{637B66CC-A29A-4168-B6C1-C796BF166632}" destId="{BE712746-488B-4A1E-80B5-5115F6AB5EB2}" srcOrd="2" destOrd="0" presId="urn:diagrams.loki3.com/TabbedArc+Icon"/>
    <dgm:cxn modelId="{28395907-D952-479B-95F6-098BC475B39E}" type="presParOf" srcId="{637B66CC-A29A-4168-B6C1-C796BF166632}" destId="{AD75F90F-B3E0-4464-A5CD-931FF33C970A}" srcOrd="3" destOrd="0" presId="urn:diagrams.loki3.com/TabbedArc+Icon"/>
  </dgm:cxnLst>
  <dgm:bg>
    <a:noFill/>
    <a:effect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21.xml><?xml version="1.0" encoding="utf-8"?>
<dgm:dataModel xmlns:dgm="http://schemas.openxmlformats.org/drawingml/2006/diagram" xmlns:a="http://schemas.openxmlformats.org/drawingml/2006/main">
  <dgm:ptLst>
    <dgm:pt modelId="{B9C32B05-62EA-407A-B21C-2310C7945705}" type="doc">
      <dgm:prSet loTypeId="urn:microsoft.com/office/officeart/2005/8/layout/target1" loCatId="relationship" qsTypeId="urn:microsoft.com/office/officeart/2005/8/quickstyle/simple5" qsCatId="simple" csTypeId="urn:microsoft.com/office/officeart/2005/8/colors/colorful5" csCatId="colorful" phldr="1"/>
      <dgm:spPr/>
      <dgm:t>
        <a:bodyPr/>
        <a:lstStyle/>
        <a:p>
          <a:endParaRPr lang="en-US"/>
        </a:p>
      </dgm:t>
    </dgm:pt>
    <dgm:pt modelId="{8EA7219F-BDB2-48EB-9EEB-3133522D132E}">
      <dgm:prSet phldrT="[Text]"/>
      <dgm:spPr/>
      <dgm:t>
        <a:bodyPr/>
        <a:lstStyle/>
        <a:p>
          <a:r>
            <a:rPr lang="en-US" dirty="0">
              <a:solidFill>
                <a:schemeClr val="tx2"/>
              </a:solidFill>
            </a:rPr>
            <a:t>Lorem Ipsum</a:t>
          </a:r>
        </a:p>
      </dgm:t>
    </dgm:pt>
    <dgm:pt modelId="{3EE8403A-CB7C-4815-85BD-AEBCAEB71B37}" type="parTrans" cxnId="{58AD7EEF-D408-406B-87EE-4691D4C30668}">
      <dgm:prSet/>
      <dgm:spPr/>
      <dgm:t>
        <a:bodyPr/>
        <a:lstStyle/>
        <a:p>
          <a:endParaRPr lang="en-US">
            <a:solidFill>
              <a:schemeClr val="tx2"/>
            </a:solidFill>
          </a:endParaRPr>
        </a:p>
      </dgm:t>
    </dgm:pt>
    <dgm:pt modelId="{C94B7947-85DC-4B21-BB99-DF8438356F98}" type="sibTrans" cxnId="{58AD7EEF-D408-406B-87EE-4691D4C30668}">
      <dgm:prSet/>
      <dgm:spPr/>
      <dgm:t>
        <a:bodyPr/>
        <a:lstStyle/>
        <a:p>
          <a:endParaRPr lang="en-US">
            <a:solidFill>
              <a:schemeClr val="tx2"/>
            </a:solidFill>
          </a:endParaRPr>
        </a:p>
      </dgm:t>
    </dgm:pt>
    <dgm:pt modelId="{54A10F5D-C417-4F97-8612-CE684295DDDD}">
      <dgm:prSet phldrT="[Text]"/>
      <dgm:spPr/>
      <dgm:t>
        <a:bodyPr/>
        <a:lstStyle/>
        <a:p>
          <a:r>
            <a:rPr lang="en-US" dirty="0">
              <a:solidFill>
                <a:schemeClr val="tx2"/>
              </a:solidFill>
            </a:rPr>
            <a:t>Lorem Ipsum</a:t>
          </a:r>
        </a:p>
      </dgm:t>
    </dgm:pt>
    <dgm:pt modelId="{8ABDAA28-1E03-411B-BC21-8D931DE3C43E}" type="parTrans" cxnId="{517AFA30-BB19-43D1-84E3-E6B4C9B9E30A}">
      <dgm:prSet/>
      <dgm:spPr/>
      <dgm:t>
        <a:bodyPr/>
        <a:lstStyle/>
        <a:p>
          <a:endParaRPr lang="en-US">
            <a:solidFill>
              <a:schemeClr val="tx2"/>
            </a:solidFill>
          </a:endParaRPr>
        </a:p>
      </dgm:t>
    </dgm:pt>
    <dgm:pt modelId="{60811977-1F2E-41FC-8E06-EBD37DD18733}" type="sibTrans" cxnId="{517AFA30-BB19-43D1-84E3-E6B4C9B9E30A}">
      <dgm:prSet/>
      <dgm:spPr/>
      <dgm:t>
        <a:bodyPr/>
        <a:lstStyle/>
        <a:p>
          <a:endParaRPr lang="en-US">
            <a:solidFill>
              <a:schemeClr val="tx2"/>
            </a:solidFill>
          </a:endParaRPr>
        </a:p>
      </dgm:t>
    </dgm:pt>
    <dgm:pt modelId="{4135D9B4-8C50-4336-A0A9-970F017B6C82}">
      <dgm:prSet phldrT="[Text]"/>
      <dgm:spPr/>
      <dgm:t>
        <a:bodyPr/>
        <a:lstStyle/>
        <a:p>
          <a:r>
            <a:rPr lang="en-US" dirty="0">
              <a:solidFill>
                <a:schemeClr val="tx2"/>
              </a:solidFill>
            </a:rPr>
            <a:t>Some text here</a:t>
          </a:r>
        </a:p>
      </dgm:t>
    </dgm:pt>
    <dgm:pt modelId="{9F3E71CD-234B-40D7-B78A-136662A775A2}" type="parTrans" cxnId="{1DB88E22-F528-4BA2-92FB-7F86DFFFB165}">
      <dgm:prSet/>
      <dgm:spPr/>
      <dgm:t>
        <a:bodyPr/>
        <a:lstStyle/>
        <a:p>
          <a:endParaRPr lang="en-US">
            <a:solidFill>
              <a:schemeClr val="tx2"/>
            </a:solidFill>
          </a:endParaRPr>
        </a:p>
      </dgm:t>
    </dgm:pt>
    <dgm:pt modelId="{A93C8654-6FAC-4B52-81D6-29F0D355027D}" type="sibTrans" cxnId="{1DB88E22-F528-4BA2-92FB-7F86DFFFB165}">
      <dgm:prSet/>
      <dgm:spPr/>
      <dgm:t>
        <a:bodyPr/>
        <a:lstStyle/>
        <a:p>
          <a:endParaRPr lang="en-US">
            <a:solidFill>
              <a:schemeClr val="tx2"/>
            </a:solidFill>
          </a:endParaRPr>
        </a:p>
      </dgm:t>
    </dgm:pt>
    <dgm:pt modelId="{02475483-3284-40F5-B15A-8FBC9624C0C3}">
      <dgm:prSet phldrT="[Text]"/>
      <dgm:spPr/>
      <dgm:t>
        <a:bodyPr/>
        <a:lstStyle/>
        <a:p>
          <a:r>
            <a:rPr lang="en-US" dirty="0">
              <a:solidFill>
                <a:schemeClr val="tx2"/>
              </a:solidFill>
            </a:rPr>
            <a:t>Some text here</a:t>
          </a:r>
        </a:p>
      </dgm:t>
    </dgm:pt>
    <dgm:pt modelId="{82C2C170-C7F7-4D5F-BD30-01ECE9333E8B}" type="parTrans" cxnId="{DE1E6DA9-05DF-4F78-B1C8-903B48D7721F}">
      <dgm:prSet/>
      <dgm:spPr/>
      <dgm:t>
        <a:bodyPr/>
        <a:lstStyle/>
        <a:p>
          <a:endParaRPr lang="en-US">
            <a:solidFill>
              <a:schemeClr val="tx2"/>
            </a:solidFill>
          </a:endParaRPr>
        </a:p>
      </dgm:t>
    </dgm:pt>
    <dgm:pt modelId="{7949ADFB-89B2-4E48-99F6-70328FC86EFD}" type="sibTrans" cxnId="{DE1E6DA9-05DF-4F78-B1C8-903B48D7721F}">
      <dgm:prSet/>
      <dgm:spPr/>
      <dgm:t>
        <a:bodyPr/>
        <a:lstStyle/>
        <a:p>
          <a:endParaRPr lang="en-US">
            <a:solidFill>
              <a:schemeClr val="tx2"/>
            </a:solidFill>
          </a:endParaRPr>
        </a:p>
      </dgm:t>
    </dgm:pt>
    <dgm:pt modelId="{789C4F08-3495-4232-BF33-CF380B3C4E40}">
      <dgm:prSet phldrT="[Text]"/>
      <dgm:spPr/>
      <dgm:t>
        <a:bodyPr/>
        <a:lstStyle/>
        <a:p>
          <a:r>
            <a:rPr lang="en-US" dirty="0">
              <a:solidFill>
                <a:schemeClr val="tx2"/>
              </a:solidFill>
            </a:rPr>
            <a:t>Some text here</a:t>
          </a:r>
        </a:p>
      </dgm:t>
    </dgm:pt>
    <dgm:pt modelId="{D828FA69-E8EE-46CF-9E4F-CFA56B736C56}" type="parTrans" cxnId="{32745738-0671-4C92-8FF6-8F044E195106}">
      <dgm:prSet/>
      <dgm:spPr/>
      <dgm:t>
        <a:bodyPr/>
        <a:lstStyle/>
        <a:p>
          <a:endParaRPr lang="en-US">
            <a:solidFill>
              <a:schemeClr val="tx2"/>
            </a:solidFill>
          </a:endParaRPr>
        </a:p>
      </dgm:t>
    </dgm:pt>
    <dgm:pt modelId="{3891CB91-3805-4254-AF30-A483B874826A}" type="sibTrans" cxnId="{32745738-0671-4C92-8FF6-8F044E195106}">
      <dgm:prSet/>
      <dgm:spPr/>
      <dgm:t>
        <a:bodyPr/>
        <a:lstStyle/>
        <a:p>
          <a:endParaRPr lang="en-US">
            <a:solidFill>
              <a:schemeClr val="tx2"/>
            </a:solidFill>
          </a:endParaRPr>
        </a:p>
      </dgm:t>
    </dgm:pt>
    <dgm:pt modelId="{FA52A589-00CA-414B-97B1-6C56E9DE9982}">
      <dgm:prSet phldrT="[Text]"/>
      <dgm:spPr/>
      <dgm:t>
        <a:bodyPr/>
        <a:lstStyle/>
        <a:p>
          <a:r>
            <a:rPr lang="en-US" dirty="0">
              <a:solidFill>
                <a:schemeClr val="tx2"/>
              </a:solidFill>
            </a:rPr>
            <a:t>Some text here</a:t>
          </a:r>
        </a:p>
      </dgm:t>
    </dgm:pt>
    <dgm:pt modelId="{437A10C6-AE07-4AD5-BEA3-418D744D3078}" type="parTrans" cxnId="{9EA42059-4B98-4C0F-B500-4CFEA5689C56}">
      <dgm:prSet/>
      <dgm:spPr/>
      <dgm:t>
        <a:bodyPr/>
        <a:lstStyle/>
        <a:p>
          <a:endParaRPr lang="en-US">
            <a:solidFill>
              <a:schemeClr val="tx2"/>
            </a:solidFill>
          </a:endParaRPr>
        </a:p>
      </dgm:t>
    </dgm:pt>
    <dgm:pt modelId="{7E4920A8-2DA2-457D-B7CF-1F3922D9C286}" type="sibTrans" cxnId="{9EA42059-4B98-4C0F-B500-4CFEA5689C56}">
      <dgm:prSet/>
      <dgm:spPr/>
      <dgm:t>
        <a:bodyPr/>
        <a:lstStyle/>
        <a:p>
          <a:endParaRPr lang="en-US">
            <a:solidFill>
              <a:schemeClr val="tx2"/>
            </a:solidFill>
          </a:endParaRPr>
        </a:p>
      </dgm:t>
    </dgm:pt>
    <dgm:pt modelId="{6AE49727-F1EE-4322-A9E8-6D8BD588DA28}">
      <dgm:prSet phldrT="[Text]"/>
      <dgm:spPr/>
      <dgm:t>
        <a:bodyPr/>
        <a:lstStyle/>
        <a:p>
          <a:r>
            <a:rPr lang="en-US">
              <a:solidFill>
                <a:schemeClr val="tx2"/>
              </a:solidFill>
            </a:rPr>
            <a:t>Lorem Ipsum</a:t>
          </a:r>
          <a:endParaRPr lang="en-US" dirty="0">
            <a:solidFill>
              <a:schemeClr val="tx2"/>
            </a:solidFill>
          </a:endParaRPr>
        </a:p>
      </dgm:t>
    </dgm:pt>
    <dgm:pt modelId="{A368C715-F314-40A5-8FB2-0D8C4609A5B2}" type="parTrans" cxnId="{C23F4798-1782-47D2-864C-5258EB8E5224}">
      <dgm:prSet/>
      <dgm:spPr/>
      <dgm:t>
        <a:bodyPr/>
        <a:lstStyle/>
        <a:p>
          <a:endParaRPr lang="en-US">
            <a:solidFill>
              <a:schemeClr val="tx2"/>
            </a:solidFill>
          </a:endParaRPr>
        </a:p>
      </dgm:t>
    </dgm:pt>
    <dgm:pt modelId="{8D800EE2-5FA9-4090-865F-475ED124815A}" type="sibTrans" cxnId="{C23F4798-1782-47D2-864C-5258EB8E5224}">
      <dgm:prSet/>
      <dgm:spPr/>
      <dgm:t>
        <a:bodyPr/>
        <a:lstStyle/>
        <a:p>
          <a:endParaRPr lang="en-US">
            <a:solidFill>
              <a:schemeClr val="tx2"/>
            </a:solidFill>
          </a:endParaRPr>
        </a:p>
      </dgm:t>
    </dgm:pt>
    <dgm:pt modelId="{BE5820D3-2BE7-4BFE-8CF0-2CAEDA87DF47}">
      <dgm:prSet phldrT="[Text]"/>
      <dgm:spPr/>
      <dgm:t>
        <a:bodyPr/>
        <a:lstStyle/>
        <a:p>
          <a:r>
            <a:rPr lang="en-US" dirty="0">
              <a:solidFill>
                <a:schemeClr val="tx2"/>
              </a:solidFill>
            </a:rPr>
            <a:t>Some text here</a:t>
          </a:r>
        </a:p>
      </dgm:t>
    </dgm:pt>
    <dgm:pt modelId="{A9227B1F-B69A-4584-883C-85452389F72F}" type="parTrans" cxnId="{BAD75DA3-BDB2-4326-8285-46B24A408DE9}">
      <dgm:prSet/>
      <dgm:spPr/>
      <dgm:t>
        <a:bodyPr/>
        <a:lstStyle/>
        <a:p>
          <a:endParaRPr lang="en-US">
            <a:solidFill>
              <a:schemeClr val="tx2"/>
            </a:solidFill>
          </a:endParaRPr>
        </a:p>
      </dgm:t>
    </dgm:pt>
    <dgm:pt modelId="{7C78DB15-0EF7-422B-83E3-B18BFC923D0F}" type="sibTrans" cxnId="{BAD75DA3-BDB2-4326-8285-46B24A408DE9}">
      <dgm:prSet/>
      <dgm:spPr/>
      <dgm:t>
        <a:bodyPr/>
        <a:lstStyle/>
        <a:p>
          <a:endParaRPr lang="en-US">
            <a:solidFill>
              <a:schemeClr val="tx2"/>
            </a:solidFill>
          </a:endParaRPr>
        </a:p>
      </dgm:t>
    </dgm:pt>
    <dgm:pt modelId="{AB46BB0B-FC4E-4419-B9D9-CEFF8EE19485}">
      <dgm:prSet phldrT="[Text]"/>
      <dgm:spPr/>
      <dgm:t>
        <a:bodyPr/>
        <a:lstStyle/>
        <a:p>
          <a:r>
            <a:rPr lang="en-US" dirty="0">
              <a:solidFill>
                <a:schemeClr val="tx2"/>
              </a:solidFill>
            </a:rPr>
            <a:t>Some text here</a:t>
          </a:r>
        </a:p>
      </dgm:t>
    </dgm:pt>
    <dgm:pt modelId="{B3735B36-4DD9-4384-BEA1-26F33F2E4AF7}" type="parTrans" cxnId="{F6BB42BD-F4F7-428A-96DB-ABB5BB43364F}">
      <dgm:prSet/>
      <dgm:spPr/>
      <dgm:t>
        <a:bodyPr/>
        <a:lstStyle/>
        <a:p>
          <a:endParaRPr lang="en-US">
            <a:solidFill>
              <a:schemeClr val="tx2"/>
            </a:solidFill>
          </a:endParaRPr>
        </a:p>
      </dgm:t>
    </dgm:pt>
    <dgm:pt modelId="{CBEB982D-280E-4FC6-BADA-57B5A78DD62A}" type="sibTrans" cxnId="{F6BB42BD-F4F7-428A-96DB-ABB5BB43364F}">
      <dgm:prSet/>
      <dgm:spPr/>
      <dgm:t>
        <a:bodyPr/>
        <a:lstStyle/>
        <a:p>
          <a:endParaRPr lang="en-US">
            <a:solidFill>
              <a:schemeClr val="tx2"/>
            </a:solidFill>
          </a:endParaRPr>
        </a:p>
      </dgm:t>
    </dgm:pt>
    <dgm:pt modelId="{2445DAFE-CD18-4928-9C37-2E376DB00464}">
      <dgm:prSet phldrT="[Text]"/>
      <dgm:spPr/>
      <dgm:t>
        <a:bodyPr/>
        <a:lstStyle/>
        <a:p>
          <a:r>
            <a:rPr lang="en-US">
              <a:solidFill>
                <a:schemeClr val="tx2"/>
              </a:solidFill>
            </a:rPr>
            <a:t>Lorem Ipsum</a:t>
          </a:r>
          <a:endParaRPr lang="en-US" dirty="0">
            <a:solidFill>
              <a:schemeClr val="tx2"/>
            </a:solidFill>
          </a:endParaRPr>
        </a:p>
      </dgm:t>
    </dgm:pt>
    <dgm:pt modelId="{FDCAA9DB-109D-4C58-BE5B-CD56DEAD3883}" type="parTrans" cxnId="{3CB63E18-A0CD-4A44-A319-36B9A4AB653B}">
      <dgm:prSet/>
      <dgm:spPr/>
      <dgm:t>
        <a:bodyPr/>
        <a:lstStyle/>
        <a:p>
          <a:endParaRPr lang="en-US">
            <a:solidFill>
              <a:schemeClr val="tx2"/>
            </a:solidFill>
          </a:endParaRPr>
        </a:p>
      </dgm:t>
    </dgm:pt>
    <dgm:pt modelId="{CF4DBC20-EE82-4629-A48E-640C2D08C427}" type="sibTrans" cxnId="{3CB63E18-A0CD-4A44-A319-36B9A4AB653B}">
      <dgm:prSet/>
      <dgm:spPr/>
      <dgm:t>
        <a:bodyPr/>
        <a:lstStyle/>
        <a:p>
          <a:endParaRPr lang="en-US">
            <a:solidFill>
              <a:schemeClr val="tx2"/>
            </a:solidFill>
          </a:endParaRPr>
        </a:p>
      </dgm:t>
    </dgm:pt>
    <dgm:pt modelId="{116EB635-BD67-4DD4-B810-A6F0691F7945}">
      <dgm:prSet phldrT="[Text]"/>
      <dgm:spPr/>
      <dgm:t>
        <a:bodyPr/>
        <a:lstStyle/>
        <a:p>
          <a:r>
            <a:rPr lang="en-US" dirty="0">
              <a:solidFill>
                <a:schemeClr val="tx2"/>
              </a:solidFill>
            </a:rPr>
            <a:t>Some text here</a:t>
          </a:r>
        </a:p>
      </dgm:t>
    </dgm:pt>
    <dgm:pt modelId="{FAAC2750-1C49-4EB9-8820-3B5E9846BF7C}" type="parTrans" cxnId="{ACBB9420-CD0D-4EB2-A0C5-A0C3BDDFA40E}">
      <dgm:prSet/>
      <dgm:spPr/>
      <dgm:t>
        <a:bodyPr/>
        <a:lstStyle/>
        <a:p>
          <a:endParaRPr lang="en-US">
            <a:solidFill>
              <a:schemeClr val="tx2"/>
            </a:solidFill>
          </a:endParaRPr>
        </a:p>
      </dgm:t>
    </dgm:pt>
    <dgm:pt modelId="{A13C71FC-8772-4610-852E-7564C13EA343}" type="sibTrans" cxnId="{ACBB9420-CD0D-4EB2-A0C5-A0C3BDDFA40E}">
      <dgm:prSet/>
      <dgm:spPr/>
      <dgm:t>
        <a:bodyPr/>
        <a:lstStyle/>
        <a:p>
          <a:endParaRPr lang="en-US">
            <a:solidFill>
              <a:schemeClr val="tx2"/>
            </a:solidFill>
          </a:endParaRPr>
        </a:p>
      </dgm:t>
    </dgm:pt>
    <dgm:pt modelId="{580410B0-55CA-4A72-A46A-B977AA94E4D7}">
      <dgm:prSet phldrT="[Text]"/>
      <dgm:spPr/>
      <dgm:t>
        <a:bodyPr/>
        <a:lstStyle/>
        <a:p>
          <a:r>
            <a:rPr lang="en-US" dirty="0">
              <a:solidFill>
                <a:schemeClr val="tx2"/>
              </a:solidFill>
            </a:rPr>
            <a:t>Some text here</a:t>
          </a:r>
        </a:p>
      </dgm:t>
    </dgm:pt>
    <dgm:pt modelId="{425B2E87-68EA-4C85-93F9-E393C45D0C4F}" type="parTrans" cxnId="{833E9D48-5170-498F-9D15-F2F259476347}">
      <dgm:prSet/>
      <dgm:spPr/>
      <dgm:t>
        <a:bodyPr/>
        <a:lstStyle/>
        <a:p>
          <a:endParaRPr lang="en-US">
            <a:solidFill>
              <a:schemeClr val="tx2"/>
            </a:solidFill>
          </a:endParaRPr>
        </a:p>
      </dgm:t>
    </dgm:pt>
    <dgm:pt modelId="{B8867042-A1FB-49E7-B7C6-7D4C63612428}" type="sibTrans" cxnId="{833E9D48-5170-498F-9D15-F2F259476347}">
      <dgm:prSet/>
      <dgm:spPr/>
      <dgm:t>
        <a:bodyPr/>
        <a:lstStyle/>
        <a:p>
          <a:endParaRPr lang="en-US">
            <a:solidFill>
              <a:schemeClr val="tx2"/>
            </a:solidFill>
          </a:endParaRPr>
        </a:p>
      </dgm:t>
    </dgm:pt>
    <dgm:pt modelId="{043A0841-865D-44C3-8E5B-F4ABADB7AEC4}" type="pres">
      <dgm:prSet presAssocID="{B9C32B05-62EA-407A-B21C-2310C7945705}" presName="composite" presStyleCnt="0">
        <dgm:presLayoutVars>
          <dgm:chMax val="5"/>
          <dgm:dir/>
          <dgm:resizeHandles val="exact"/>
        </dgm:presLayoutVars>
      </dgm:prSet>
      <dgm:spPr/>
    </dgm:pt>
    <dgm:pt modelId="{2F45AF08-0CC2-44F2-B92C-F69769D77B69}" type="pres">
      <dgm:prSet presAssocID="{8EA7219F-BDB2-48EB-9EEB-3133522D132E}" presName="circle1" presStyleLbl="lnNode1" presStyleIdx="0" presStyleCnt="4"/>
      <dgm:spPr/>
    </dgm:pt>
    <dgm:pt modelId="{6169D297-2457-4ECF-8D77-A95DF11A3D87}" type="pres">
      <dgm:prSet presAssocID="{8EA7219F-BDB2-48EB-9EEB-3133522D132E}" presName="text1" presStyleLbl="revTx" presStyleIdx="0" presStyleCnt="4">
        <dgm:presLayoutVars>
          <dgm:bulletEnabled val="1"/>
        </dgm:presLayoutVars>
      </dgm:prSet>
      <dgm:spPr/>
    </dgm:pt>
    <dgm:pt modelId="{9D3703A1-5972-4100-B560-87720CB2B339}" type="pres">
      <dgm:prSet presAssocID="{8EA7219F-BDB2-48EB-9EEB-3133522D132E}" presName="line1" presStyleLbl="callout" presStyleIdx="0" presStyleCnt="8"/>
      <dgm:spPr/>
    </dgm:pt>
    <dgm:pt modelId="{BC71565E-ACCD-400B-BED9-9EE71C31A5FA}" type="pres">
      <dgm:prSet presAssocID="{8EA7219F-BDB2-48EB-9EEB-3133522D132E}" presName="d1" presStyleLbl="callout" presStyleIdx="1" presStyleCnt="8"/>
      <dgm:spPr/>
    </dgm:pt>
    <dgm:pt modelId="{45EE1046-0288-43A1-B98B-37AE4184A80F}" type="pres">
      <dgm:prSet presAssocID="{54A10F5D-C417-4F97-8612-CE684295DDDD}" presName="circle2" presStyleLbl="lnNode1" presStyleIdx="1" presStyleCnt="4"/>
      <dgm:spPr/>
    </dgm:pt>
    <dgm:pt modelId="{3C32F0BF-AC1E-4AFA-ADAF-A8D186B41C70}" type="pres">
      <dgm:prSet presAssocID="{54A10F5D-C417-4F97-8612-CE684295DDDD}" presName="text2" presStyleLbl="revTx" presStyleIdx="1" presStyleCnt="4">
        <dgm:presLayoutVars>
          <dgm:bulletEnabled val="1"/>
        </dgm:presLayoutVars>
      </dgm:prSet>
      <dgm:spPr/>
    </dgm:pt>
    <dgm:pt modelId="{95448552-2543-49AD-8317-7E21D2FFCC92}" type="pres">
      <dgm:prSet presAssocID="{54A10F5D-C417-4F97-8612-CE684295DDDD}" presName="line2" presStyleLbl="callout" presStyleIdx="2" presStyleCnt="8"/>
      <dgm:spPr/>
    </dgm:pt>
    <dgm:pt modelId="{5CFB8CDE-655D-465A-A357-EC1BEA8578DD}" type="pres">
      <dgm:prSet presAssocID="{54A10F5D-C417-4F97-8612-CE684295DDDD}" presName="d2" presStyleLbl="callout" presStyleIdx="3" presStyleCnt="8"/>
      <dgm:spPr/>
    </dgm:pt>
    <dgm:pt modelId="{6841BA8B-7CD5-4DEE-B87D-7490E11AA662}" type="pres">
      <dgm:prSet presAssocID="{6AE49727-F1EE-4322-A9E8-6D8BD588DA28}" presName="circle3" presStyleLbl="lnNode1" presStyleIdx="2" presStyleCnt="4"/>
      <dgm:spPr/>
    </dgm:pt>
    <dgm:pt modelId="{5E9A0055-4AA8-4ADB-9872-BE1DB636EB41}" type="pres">
      <dgm:prSet presAssocID="{6AE49727-F1EE-4322-A9E8-6D8BD588DA28}" presName="text3" presStyleLbl="revTx" presStyleIdx="2" presStyleCnt="4">
        <dgm:presLayoutVars>
          <dgm:bulletEnabled val="1"/>
        </dgm:presLayoutVars>
      </dgm:prSet>
      <dgm:spPr/>
    </dgm:pt>
    <dgm:pt modelId="{5B38579C-91AC-4A15-913F-B1B09DEC9E63}" type="pres">
      <dgm:prSet presAssocID="{6AE49727-F1EE-4322-A9E8-6D8BD588DA28}" presName="line3" presStyleLbl="callout" presStyleIdx="4" presStyleCnt="8"/>
      <dgm:spPr/>
    </dgm:pt>
    <dgm:pt modelId="{69805CA4-7DDC-4B75-B810-15212E1F28C0}" type="pres">
      <dgm:prSet presAssocID="{6AE49727-F1EE-4322-A9E8-6D8BD588DA28}" presName="d3" presStyleLbl="callout" presStyleIdx="5" presStyleCnt="8"/>
      <dgm:spPr/>
    </dgm:pt>
    <dgm:pt modelId="{7D81A18F-EC74-46A2-9D5B-1D7E841FEE17}" type="pres">
      <dgm:prSet presAssocID="{2445DAFE-CD18-4928-9C37-2E376DB00464}" presName="circle4" presStyleLbl="lnNode1" presStyleIdx="3" presStyleCnt="4"/>
      <dgm:spPr/>
    </dgm:pt>
    <dgm:pt modelId="{F91716BB-E564-4F7C-A1DD-8537C4646F4D}" type="pres">
      <dgm:prSet presAssocID="{2445DAFE-CD18-4928-9C37-2E376DB00464}" presName="text4" presStyleLbl="revTx" presStyleIdx="3" presStyleCnt="4">
        <dgm:presLayoutVars>
          <dgm:bulletEnabled val="1"/>
        </dgm:presLayoutVars>
      </dgm:prSet>
      <dgm:spPr/>
    </dgm:pt>
    <dgm:pt modelId="{7B66E715-C5B0-494D-82E9-7470D3B41135}" type="pres">
      <dgm:prSet presAssocID="{2445DAFE-CD18-4928-9C37-2E376DB00464}" presName="line4" presStyleLbl="callout" presStyleIdx="6" presStyleCnt="8"/>
      <dgm:spPr/>
    </dgm:pt>
    <dgm:pt modelId="{0FA6ED59-FC51-41EA-A821-9DB606632702}" type="pres">
      <dgm:prSet presAssocID="{2445DAFE-CD18-4928-9C37-2E376DB00464}" presName="d4" presStyleLbl="callout" presStyleIdx="7" presStyleCnt="8"/>
      <dgm:spPr/>
    </dgm:pt>
  </dgm:ptLst>
  <dgm:cxnLst>
    <dgm:cxn modelId="{3CB63E18-A0CD-4A44-A319-36B9A4AB653B}" srcId="{B9C32B05-62EA-407A-B21C-2310C7945705}" destId="{2445DAFE-CD18-4928-9C37-2E376DB00464}" srcOrd="3" destOrd="0" parTransId="{FDCAA9DB-109D-4C58-BE5B-CD56DEAD3883}" sibTransId="{CF4DBC20-EE82-4629-A48E-640C2D08C427}"/>
    <dgm:cxn modelId="{ACBB9420-CD0D-4EB2-A0C5-A0C3BDDFA40E}" srcId="{2445DAFE-CD18-4928-9C37-2E376DB00464}" destId="{116EB635-BD67-4DD4-B810-A6F0691F7945}" srcOrd="0" destOrd="0" parTransId="{FAAC2750-1C49-4EB9-8820-3B5E9846BF7C}" sibTransId="{A13C71FC-8772-4610-852E-7564C13EA343}"/>
    <dgm:cxn modelId="{1DB88E22-F528-4BA2-92FB-7F86DFFFB165}" srcId="{8EA7219F-BDB2-48EB-9EEB-3133522D132E}" destId="{4135D9B4-8C50-4336-A0A9-970F017B6C82}" srcOrd="0" destOrd="0" parTransId="{9F3E71CD-234B-40D7-B78A-136662A775A2}" sibTransId="{A93C8654-6FAC-4B52-81D6-29F0D355027D}"/>
    <dgm:cxn modelId="{517AFA30-BB19-43D1-84E3-E6B4C9B9E30A}" srcId="{B9C32B05-62EA-407A-B21C-2310C7945705}" destId="{54A10F5D-C417-4F97-8612-CE684295DDDD}" srcOrd="1" destOrd="0" parTransId="{8ABDAA28-1E03-411B-BC21-8D931DE3C43E}" sibTransId="{60811977-1F2E-41FC-8E06-EBD37DD18733}"/>
    <dgm:cxn modelId="{32745738-0671-4C92-8FF6-8F044E195106}" srcId="{54A10F5D-C417-4F97-8612-CE684295DDDD}" destId="{789C4F08-3495-4232-BF33-CF380B3C4E40}" srcOrd="1" destOrd="0" parTransId="{D828FA69-E8EE-46CF-9E4F-CFA56B736C56}" sibTransId="{3891CB91-3805-4254-AF30-A483B874826A}"/>
    <dgm:cxn modelId="{489BB445-38AC-4872-B093-628F5B846E80}" type="presOf" srcId="{FA52A589-00CA-414B-97B1-6C56E9DE9982}" destId="{6169D297-2457-4ECF-8D77-A95DF11A3D87}" srcOrd="0" destOrd="2" presId="urn:microsoft.com/office/officeart/2005/8/layout/target1"/>
    <dgm:cxn modelId="{833E9D48-5170-498F-9D15-F2F259476347}" srcId="{2445DAFE-CD18-4928-9C37-2E376DB00464}" destId="{580410B0-55CA-4A72-A46A-B977AA94E4D7}" srcOrd="1" destOrd="0" parTransId="{425B2E87-68EA-4C85-93F9-E393C45D0C4F}" sibTransId="{B8867042-A1FB-49E7-B7C6-7D4C63612428}"/>
    <dgm:cxn modelId="{9AE3A24A-29C1-4A39-8538-BEDBD71B22C2}" type="presOf" srcId="{6AE49727-F1EE-4322-A9E8-6D8BD588DA28}" destId="{5E9A0055-4AA8-4ADB-9872-BE1DB636EB41}" srcOrd="0" destOrd="0" presId="urn:microsoft.com/office/officeart/2005/8/layout/target1"/>
    <dgm:cxn modelId="{39CE8C4D-89B3-4CD5-ACD1-CFBA139A09A5}" type="presOf" srcId="{2445DAFE-CD18-4928-9C37-2E376DB00464}" destId="{F91716BB-E564-4F7C-A1DD-8537C4646F4D}" srcOrd="0" destOrd="0" presId="urn:microsoft.com/office/officeart/2005/8/layout/target1"/>
    <dgm:cxn modelId="{A3D8BB4D-6EFD-4033-A258-7ACA010128ED}" type="presOf" srcId="{580410B0-55CA-4A72-A46A-B977AA94E4D7}" destId="{F91716BB-E564-4F7C-A1DD-8537C4646F4D}" srcOrd="0" destOrd="2" presId="urn:microsoft.com/office/officeart/2005/8/layout/target1"/>
    <dgm:cxn modelId="{730A9F55-424A-4169-956C-2A8D7083BFDE}" type="presOf" srcId="{8EA7219F-BDB2-48EB-9EEB-3133522D132E}" destId="{6169D297-2457-4ECF-8D77-A95DF11A3D87}" srcOrd="0" destOrd="0" presId="urn:microsoft.com/office/officeart/2005/8/layout/target1"/>
    <dgm:cxn modelId="{9EA42059-4B98-4C0F-B500-4CFEA5689C56}" srcId="{8EA7219F-BDB2-48EB-9EEB-3133522D132E}" destId="{FA52A589-00CA-414B-97B1-6C56E9DE9982}" srcOrd="1" destOrd="0" parTransId="{437A10C6-AE07-4AD5-BEA3-418D744D3078}" sibTransId="{7E4920A8-2DA2-457D-B7CF-1F3922D9C286}"/>
    <dgm:cxn modelId="{F1D14E7A-8B83-497E-951E-1565CF19A2DA}" type="presOf" srcId="{B9C32B05-62EA-407A-B21C-2310C7945705}" destId="{043A0841-865D-44C3-8E5B-F4ABADB7AEC4}" srcOrd="0" destOrd="0" presId="urn:microsoft.com/office/officeart/2005/8/layout/target1"/>
    <dgm:cxn modelId="{C23F4798-1782-47D2-864C-5258EB8E5224}" srcId="{B9C32B05-62EA-407A-B21C-2310C7945705}" destId="{6AE49727-F1EE-4322-A9E8-6D8BD588DA28}" srcOrd="2" destOrd="0" parTransId="{A368C715-F314-40A5-8FB2-0D8C4609A5B2}" sibTransId="{8D800EE2-5FA9-4090-865F-475ED124815A}"/>
    <dgm:cxn modelId="{BAD75DA3-BDB2-4326-8285-46B24A408DE9}" srcId="{6AE49727-F1EE-4322-A9E8-6D8BD588DA28}" destId="{BE5820D3-2BE7-4BFE-8CF0-2CAEDA87DF47}" srcOrd="0" destOrd="0" parTransId="{A9227B1F-B69A-4584-883C-85452389F72F}" sibTransId="{7C78DB15-0EF7-422B-83E3-B18BFC923D0F}"/>
    <dgm:cxn modelId="{DE1E6DA9-05DF-4F78-B1C8-903B48D7721F}" srcId="{54A10F5D-C417-4F97-8612-CE684295DDDD}" destId="{02475483-3284-40F5-B15A-8FBC9624C0C3}" srcOrd="0" destOrd="0" parTransId="{82C2C170-C7F7-4D5F-BD30-01ECE9333E8B}" sibTransId="{7949ADFB-89B2-4E48-99F6-70328FC86EFD}"/>
    <dgm:cxn modelId="{B8D458B3-EB16-4A35-A698-4C97680F577A}" type="presOf" srcId="{116EB635-BD67-4DD4-B810-A6F0691F7945}" destId="{F91716BB-E564-4F7C-A1DD-8537C4646F4D}" srcOrd="0" destOrd="1" presId="urn:microsoft.com/office/officeart/2005/8/layout/target1"/>
    <dgm:cxn modelId="{E05933B7-D7C8-412D-811C-1EF27D16FC1D}" type="presOf" srcId="{54A10F5D-C417-4F97-8612-CE684295DDDD}" destId="{3C32F0BF-AC1E-4AFA-ADAF-A8D186B41C70}" srcOrd="0" destOrd="0" presId="urn:microsoft.com/office/officeart/2005/8/layout/target1"/>
    <dgm:cxn modelId="{F6BB42BD-F4F7-428A-96DB-ABB5BB43364F}" srcId="{6AE49727-F1EE-4322-A9E8-6D8BD588DA28}" destId="{AB46BB0B-FC4E-4419-B9D9-CEFF8EE19485}" srcOrd="1" destOrd="0" parTransId="{B3735B36-4DD9-4384-BEA1-26F33F2E4AF7}" sibTransId="{CBEB982D-280E-4FC6-BADA-57B5A78DD62A}"/>
    <dgm:cxn modelId="{2D605FC5-8C8F-4D4C-8098-26EA2F1AF0FA}" type="presOf" srcId="{4135D9B4-8C50-4336-A0A9-970F017B6C82}" destId="{6169D297-2457-4ECF-8D77-A95DF11A3D87}" srcOrd="0" destOrd="1" presId="urn:microsoft.com/office/officeart/2005/8/layout/target1"/>
    <dgm:cxn modelId="{266888CE-3543-4D58-BAF0-0E59F8FA749B}" type="presOf" srcId="{AB46BB0B-FC4E-4419-B9D9-CEFF8EE19485}" destId="{5E9A0055-4AA8-4ADB-9872-BE1DB636EB41}" srcOrd="0" destOrd="2" presId="urn:microsoft.com/office/officeart/2005/8/layout/target1"/>
    <dgm:cxn modelId="{8B6EAED0-DFBF-4317-A061-24042EED3E75}" type="presOf" srcId="{789C4F08-3495-4232-BF33-CF380B3C4E40}" destId="{3C32F0BF-AC1E-4AFA-ADAF-A8D186B41C70}" srcOrd="0" destOrd="2" presId="urn:microsoft.com/office/officeart/2005/8/layout/target1"/>
    <dgm:cxn modelId="{7CCBABE3-CDAA-4F15-B224-F84F32C08F3B}" type="presOf" srcId="{02475483-3284-40F5-B15A-8FBC9624C0C3}" destId="{3C32F0BF-AC1E-4AFA-ADAF-A8D186B41C70}" srcOrd="0" destOrd="1" presId="urn:microsoft.com/office/officeart/2005/8/layout/target1"/>
    <dgm:cxn modelId="{58AD7EEF-D408-406B-87EE-4691D4C30668}" srcId="{B9C32B05-62EA-407A-B21C-2310C7945705}" destId="{8EA7219F-BDB2-48EB-9EEB-3133522D132E}" srcOrd="0" destOrd="0" parTransId="{3EE8403A-CB7C-4815-85BD-AEBCAEB71B37}" sibTransId="{C94B7947-85DC-4B21-BB99-DF8438356F98}"/>
    <dgm:cxn modelId="{9FDA61F1-30DD-4AD3-9D96-2145201297E9}" type="presOf" srcId="{BE5820D3-2BE7-4BFE-8CF0-2CAEDA87DF47}" destId="{5E9A0055-4AA8-4ADB-9872-BE1DB636EB41}" srcOrd="0" destOrd="1" presId="urn:microsoft.com/office/officeart/2005/8/layout/target1"/>
    <dgm:cxn modelId="{438E085D-2D26-475C-8C30-6F145AD202E1}" type="presParOf" srcId="{043A0841-865D-44C3-8E5B-F4ABADB7AEC4}" destId="{2F45AF08-0CC2-44F2-B92C-F69769D77B69}" srcOrd="0" destOrd="0" presId="urn:microsoft.com/office/officeart/2005/8/layout/target1"/>
    <dgm:cxn modelId="{BFED45AA-5622-4C7D-BFD3-254B27990194}" type="presParOf" srcId="{043A0841-865D-44C3-8E5B-F4ABADB7AEC4}" destId="{6169D297-2457-4ECF-8D77-A95DF11A3D87}" srcOrd="1" destOrd="0" presId="urn:microsoft.com/office/officeart/2005/8/layout/target1"/>
    <dgm:cxn modelId="{0BD86C29-6C1F-42AA-AD6A-4CAD788CCE1A}" type="presParOf" srcId="{043A0841-865D-44C3-8E5B-F4ABADB7AEC4}" destId="{9D3703A1-5972-4100-B560-87720CB2B339}" srcOrd="2" destOrd="0" presId="urn:microsoft.com/office/officeart/2005/8/layout/target1"/>
    <dgm:cxn modelId="{BBBB1206-60F4-4275-AF58-0D00EA43E4CD}" type="presParOf" srcId="{043A0841-865D-44C3-8E5B-F4ABADB7AEC4}" destId="{BC71565E-ACCD-400B-BED9-9EE71C31A5FA}" srcOrd="3" destOrd="0" presId="urn:microsoft.com/office/officeart/2005/8/layout/target1"/>
    <dgm:cxn modelId="{BC23D80F-F85F-43D4-B0C0-A3B58106C363}" type="presParOf" srcId="{043A0841-865D-44C3-8E5B-F4ABADB7AEC4}" destId="{45EE1046-0288-43A1-B98B-37AE4184A80F}" srcOrd="4" destOrd="0" presId="urn:microsoft.com/office/officeart/2005/8/layout/target1"/>
    <dgm:cxn modelId="{5512B97C-6EFD-4D06-BAC9-D93561E34E27}" type="presParOf" srcId="{043A0841-865D-44C3-8E5B-F4ABADB7AEC4}" destId="{3C32F0BF-AC1E-4AFA-ADAF-A8D186B41C70}" srcOrd="5" destOrd="0" presId="urn:microsoft.com/office/officeart/2005/8/layout/target1"/>
    <dgm:cxn modelId="{283676E0-B924-4123-9130-9E94EA9C6AA4}" type="presParOf" srcId="{043A0841-865D-44C3-8E5B-F4ABADB7AEC4}" destId="{95448552-2543-49AD-8317-7E21D2FFCC92}" srcOrd="6" destOrd="0" presId="urn:microsoft.com/office/officeart/2005/8/layout/target1"/>
    <dgm:cxn modelId="{C15D8C78-B146-4623-818D-A9C916358854}" type="presParOf" srcId="{043A0841-865D-44C3-8E5B-F4ABADB7AEC4}" destId="{5CFB8CDE-655D-465A-A357-EC1BEA8578DD}" srcOrd="7" destOrd="0" presId="urn:microsoft.com/office/officeart/2005/8/layout/target1"/>
    <dgm:cxn modelId="{491CFA4E-77F3-41D6-9DA0-76A6948D0806}" type="presParOf" srcId="{043A0841-865D-44C3-8E5B-F4ABADB7AEC4}" destId="{6841BA8B-7CD5-4DEE-B87D-7490E11AA662}" srcOrd="8" destOrd="0" presId="urn:microsoft.com/office/officeart/2005/8/layout/target1"/>
    <dgm:cxn modelId="{7EBF561B-C7C1-42F5-98E6-6327BC6D66C1}" type="presParOf" srcId="{043A0841-865D-44C3-8E5B-F4ABADB7AEC4}" destId="{5E9A0055-4AA8-4ADB-9872-BE1DB636EB41}" srcOrd="9" destOrd="0" presId="urn:microsoft.com/office/officeart/2005/8/layout/target1"/>
    <dgm:cxn modelId="{99659610-F590-4618-BD57-CF9C5360BA21}" type="presParOf" srcId="{043A0841-865D-44C3-8E5B-F4ABADB7AEC4}" destId="{5B38579C-91AC-4A15-913F-B1B09DEC9E63}" srcOrd="10" destOrd="0" presId="urn:microsoft.com/office/officeart/2005/8/layout/target1"/>
    <dgm:cxn modelId="{77A64581-3CE4-4BFA-929B-824D4EB696E1}" type="presParOf" srcId="{043A0841-865D-44C3-8E5B-F4ABADB7AEC4}" destId="{69805CA4-7DDC-4B75-B810-15212E1F28C0}" srcOrd="11" destOrd="0" presId="urn:microsoft.com/office/officeart/2005/8/layout/target1"/>
    <dgm:cxn modelId="{9C8D1172-FB25-4833-8428-C4FE10AAF487}" type="presParOf" srcId="{043A0841-865D-44C3-8E5B-F4ABADB7AEC4}" destId="{7D81A18F-EC74-46A2-9D5B-1D7E841FEE17}" srcOrd="12" destOrd="0" presId="urn:microsoft.com/office/officeart/2005/8/layout/target1"/>
    <dgm:cxn modelId="{FBE4A7E6-2679-4B09-AEA2-98086EB57A69}" type="presParOf" srcId="{043A0841-865D-44C3-8E5B-F4ABADB7AEC4}" destId="{F91716BB-E564-4F7C-A1DD-8537C4646F4D}" srcOrd="13" destOrd="0" presId="urn:microsoft.com/office/officeart/2005/8/layout/target1"/>
    <dgm:cxn modelId="{7951FC13-02EE-4F65-9110-611EC3DD8628}" type="presParOf" srcId="{043A0841-865D-44C3-8E5B-F4ABADB7AEC4}" destId="{7B66E715-C5B0-494D-82E9-7470D3B41135}" srcOrd="14" destOrd="0" presId="urn:microsoft.com/office/officeart/2005/8/layout/target1"/>
    <dgm:cxn modelId="{5DEA7A4C-8B81-4A11-B9AA-585F23AA0F08}" type="presParOf" srcId="{043A0841-865D-44C3-8E5B-F4ABADB7AEC4}" destId="{0FA6ED59-FC51-41EA-A821-9DB606632702}" srcOrd="15" destOrd="0" presId="urn:microsoft.com/office/officeart/2005/8/layout/target1"/>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22.xml><?xml version="1.0" encoding="utf-8"?>
<dgm:dataModel xmlns:dgm="http://schemas.openxmlformats.org/drawingml/2006/diagram" xmlns:a="http://schemas.openxmlformats.org/drawingml/2006/main">
  <dgm:ptLst>
    <dgm:pt modelId="{B9C32B05-62EA-407A-B21C-2310C7945705}" type="doc">
      <dgm:prSet loTypeId="urn:microsoft.com/office/officeart/2005/8/layout/venn1" loCatId="relationship" qsTypeId="urn:microsoft.com/office/officeart/2005/8/quickstyle/simple4" qsCatId="simple" csTypeId="urn:microsoft.com/office/officeart/2005/8/colors/colorful1" csCatId="colorful" phldr="1"/>
      <dgm:spPr/>
      <dgm:t>
        <a:bodyPr/>
        <a:lstStyle/>
        <a:p>
          <a:endParaRPr lang="en-US"/>
        </a:p>
      </dgm:t>
    </dgm:pt>
    <dgm:pt modelId="{8EA7219F-BDB2-48EB-9EEB-3133522D132E}">
      <dgm:prSet phldrT="[Text]" custT="1"/>
      <dgm:spPr/>
      <dgm:t>
        <a:bodyPr/>
        <a:lstStyle/>
        <a:p>
          <a:r>
            <a:rPr lang="en-US" sz="1400" dirty="0">
              <a:solidFill>
                <a:schemeClr val="tx2"/>
              </a:solidFill>
            </a:rPr>
            <a:t>Lorem Ipsum</a:t>
          </a:r>
        </a:p>
      </dgm:t>
    </dgm:pt>
    <dgm:pt modelId="{3EE8403A-CB7C-4815-85BD-AEBCAEB71B37}" type="parTrans" cxnId="{58AD7EEF-D408-406B-87EE-4691D4C30668}">
      <dgm:prSet/>
      <dgm:spPr/>
      <dgm:t>
        <a:bodyPr/>
        <a:lstStyle/>
        <a:p>
          <a:endParaRPr lang="en-US" sz="2000">
            <a:solidFill>
              <a:schemeClr val="tx2"/>
            </a:solidFill>
          </a:endParaRPr>
        </a:p>
      </dgm:t>
    </dgm:pt>
    <dgm:pt modelId="{C94B7947-85DC-4B21-BB99-DF8438356F98}" type="sibTrans" cxnId="{58AD7EEF-D408-406B-87EE-4691D4C30668}">
      <dgm:prSet/>
      <dgm:spPr/>
      <dgm:t>
        <a:bodyPr/>
        <a:lstStyle/>
        <a:p>
          <a:endParaRPr lang="en-US" sz="2000">
            <a:solidFill>
              <a:schemeClr val="tx2"/>
            </a:solidFill>
          </a:endParaRPr>
        </a:p>
      </dgm:t>
    </dgm:pt>
    <dgm:pt modelId="{54A10F5D-C417-4F97-8612-CE684295DDDD}">
      <dgm:prSet phldrT="[Text]" custT="1"/>
      <dgm:spPr/>
      <dgm:t>
        <a:bodyPr/>
        <a:lstStyle/>
        <a:p>
          <a:r>
            <a:rPr lang="en-US" sz="1400" dirty="0">
              <a:solidFill>
                <a:schemeClr val="tx2"/>
              </a:solidFill>
            </a:rPr>
            <a:t>Lorem Ipsum</a:t>
          </a:r>
        </a:p>
      </dgm:t>
    </dgm:pt>
    <dgm:pt modelId="{8ABDAA28-1E03-411B-BC21-8D931DE3C43E}" type="parTrans" cxnId="{517AFA30-BB19-43D1-84E3-E6B4C9B9E30A}">
      <dgm:prSet/>
      <dgm:spPr/>
      <dgm:t>
        <a:bodyPr/>
        <a:lstStyle/>
        <a:p>
          <a:endParaRPr lang="en-US" sz="2000">
            <a:solidFill>
              <a:schemeClr val="tx2"/>
            </a:solidFill>
          </a:endParaRPr>
        </a:p>
      </dgm:t>
    </dgm:pt>
    <dgm:pt modelId="{60811977-1F2E-41FC-8E06-EBD37DD18733}" type="sibTrans" cxnId="{517AFA30-BB19-43D1-84E3-E6B4C9B9E30A}">
      <dgm:prSet/>
      <dgm:spPr/>
      <dgm:t>
        <a:bodyPr/>
        <a:lstStyle/>
        <a:p>
          <a:endParaRPr lang="en-US" sz="2000">
            <a:solidFill>
              <a:schemeClr val="tx2"/>
            </a:solidFill>
          </a:endParaRPr>
        </a:p>
      </dgm:t>
    </dgm:pt>
    <dgm:pt modelId="{4135D9B4-8C50-4336-A0A9-970F017B6C82}">
      <dgm:prSet phldrT="[Text]" custT="1"/>
      <dgm:spPr/>
      <dgm:t>
        <a:bodyPr/>
        <a:lstStyle/>
        <a:p>
          <a:r>
            <a:rPr lang="en-US" sz="1000" dirty="0">
              <a:solidFill>
                <a:schemeClr val="tx2"/>
              </a:solidFill>
            </a:rPr>
            <a:t>Some text here</a:t>
          </a:r>
        </a:p>
      </dgm:t>
    </dgm:pt>
    <dgm:pt modelId="{9F3E71CD-234B-40D7-B78A-136662A775A2}" type="parTrans" cxnId="{1DB88E22-F528-4BA2-92FB-7F86DFFFB165}">
      <dgm:prSet/>
      <dgm:spPr/>
      <dgm:t>
        <a:bodyPr/>
        <a:lstStyle/>
        <a:p>
          <a:endParaRPr lang="en-US" sz="2000">
            <a:solidFill>
              <a:schemeClr val="tx2"/>
            </a:solidFill>
          </a:endParaRPr>
        </a:p>
      </dgm:t>
    </dgm:pt>
    <dgm:pt modelId="{A93C8654-6FAC-4B52-81D6-29F0D355027D}" type="sibTrans" cxnId="{1DB88E22-F528-4BA2-92FB-7F86DFFFB165}">
      <dgm:prSet/>
      <dgm:spPr/>
      <dgm:t>
        <a:bodyPr/>
        <a:lstStyle/>
        <a:p>
          <a:endParaRPr lang="en-US" sz="2000">
            <a:solidFill>
              <a:schemeClr val="tx2"/>
            </a:solidFill>
          </a:endParaRPr>
        </a:p>
      </dgm:t>
    </dgm:pt>
    <dgm:pt modelId="{02475483-3284-40F5-B15A-8FBC9624C0C3}">
      <dgm:prSet phldrT="[Text]" custT="1"/>
      <dgm:spPr/>
      <dgm:t>
        <a:bodyPr/>
        <a:lstStyle/>
        <a:p>
          <a:r>
            <a:rPr lang="en-US" sz="1000" dirty="0">
              <a:solidFill>
                <a:schemeClr val="tx2"/>
              </a:solidFill>
            </a:rPr>
            <a:t>Some text here</a:t>
          </a:r>
        </a:p>
      </dgm:t>
    </dgm:pt>
    <dgm:pt modelId="{82C2C170-C7F7-4D5F-BD30-01ECE9333E8B}" type="parTrans" cxnId="{DE1E6DA9-05DF-4F78-B1C8-903B48D7721F}">
      <dgm:prSet/>
      <dgm:spPr/>
      <dgm:t>
        <a:bodyPr/>
        <a:lstStyle/>
        <a:p>
          <a:endParaRPr lang="en-US" sz="2000">
            <a:solidFill>
              <a:schemeClr val="tx2"/>
            </a:solidFill>
          </a:endParaRPr>
        </a:p>
      </dgm:t>
    </dgm:pt>
    <dgm:pt modelId="{7949ADFB-89B2-4E48-99F6-70328FC86EFD}" type="sibTrans" cxnId="{DE1E6DA9-05DF-4F78-B1C8-903B48D7721F}">
      <dgm:prSet/>
      <dgm:spPr/>
      <dgm:t>
        <a:bodyPr/>
        <a:lstStyle/>
        <a:p>
          <a:endParaRPr lang="en-US" sz="2000">
            <a:solidFill>
              <a:schemeClr val="tx2"/>
            </a:solidFill>
          </a:endParaRPr>
        </a:p>
      </dgm:t>
    </dgm:pt>
    <dgm:pt modelId="{789C4F08-3495-4232-BF33-CF380B3C4E40}">
      <dgm:prSet phldrT="[Text]" custT="1"/>
      <dgm:spPr/>
      <dgm:t>
        <a:bodyPr/>
        <a:lstStyle/>
        <a:p>
          <a:r>
            <a:rPr lang="en-US" sz="1000" dirty="0">
              <a:solidFill>
                <a:schemeClr val="tx2"/>
              </a:solidFill>
            </a:rPr>
            <a:t>Some text here</a:t>
          </a:r>
        </a:p>
      </dgm:t>
    </dgm:pt>
    <dgm:pt modelId="{D828FA69-E8EE-46CF-9E4F-CFA56B736C56}" type="parTrans" cxnId="{32745738-0671-4C92-8FF6-8F044E195106}">
      <dgm:prSet/>
      <dgm:spPr/>
      <dgm:t>
        <a:bodyPr/>
        <a:lstStyle/>
        <a:p>
          <a:endParaRPr lang="en-US" sz="2000">
            <a:solidFill>
              <a:schemeClr val="tx2"/>
            </a:solidFill>
          </a:endParaRPr>
        </a:p>
      </dgm:t>
    </dgm:pt>
    <dgm:pt modelId="{3891CB91-3805-4254-AF30-A483B874826A}" type="sibTrans" cxnId="{32745738-0671-4C92-8FF6-8F044E195106}">
      <dgm:prSet/>
      <dgm:spPr/>
      <dgm:t>
        <a:bodyPr/>
        <a:lstStyle/>
        <a:p>
          <a:endParaRPr lang="en-US" sz="2000">
            <a:solidFill>
              <a:schemeClr val="tx2"/>
            </a:solidFill>
          </a:endParaRPr>
        </a:p>
      </dgm:t>
    </dgm:pt>
    <dgm:pt modelId="{FA52A589-00CA-414B-97B1-6C56E9DE9982}">
      <dgm:prSet phldrT="[Text]" custT="1"/>
      <dgm:spPr/>
      <dgm:t>
        <a:bodyPr/>
        <a:lstStyle/>
        <a:p>
          <a:r>
            <a:rPr lang="en-US" sz="1000" dirty="0">
              <a:solidFill>
                <a:schemeClr val="tx2"/>
              </a:solidFill>
            </a:rPr>
            <a:t>Some text here</a:t>
          </a:r>
        </a:p>
      </dgm:t>
    </dgm:pt>
    <dgm:pt modelId="{437A10C6-AE07-4AD5-BEA3-418D744D3078}" type="parTrans" cxnId="{9EA42059-4B98-4C0F-B500-4CFEA5689C56}">
      <dgm:prSet/>
      <dgm:spPr/>
      <dgm:t>
        <a:bodyPr/>
        <a:lstStyle/>
        <a:p>
          <a:endParaRPr lang="en-US" sz="2000">
            <a:solidFill>
              <a:schemeClr val="tx2"/>
            </a:solidFill>
          </a:endParaRPr>
        </a:p>
      </dgm:t>
    </dgm:pt>
    <dgm:pt modelId="{7E4920A8-2DA2-457D-B7CF-1F3922D9C286}" type="sibTrans" cxnId="{9EA42059-4B98-4C0F-B500-4CFEA5689C56}">
      <dgm:prSet/>
      <dgm:spPr/>
      <dgm:t>
        <a:bodyPr/>
        <a:lstStyle/>
        <a:p>
          <a:endParaRPr lang="en-US" sz="2000">
            <a:solidFill>
              <a:schemeClr val="tx2"/>
            </a:solidFill>
          </a:endParaRPr>
        </a:p>
      </dgm:t>
    </dgm:pt>
    <dgm:pt modelId="{3E28F9B0-1D6E-45FE-95E0-D25CB05EB7A6}">
      <dgm:prSet phldrT="[Text]" custT="1"/>
      <dgm:spPr/>
      <dgm:t>
        <a:bodyPr/>
        <a:lstStyle/>
        <a:p>
          <a:r>
            <a:rPr lang="en-US" sz="1000" dirty="0">
              <a:solidFill>
                <a:schemeClr val="tx2"/>
              </a:solidFill>
            </a:rPr>
            <a:t>Some text here</a:t>
          </a:r>
        </a:p>
      </dgm:t>
    </dgm:pt>
    <dgm:pt modelId="{A0B89D3F-C050-40CF-BEAD-E479B9AA2595}" type="parTrans" cxnId="{9D4AB9D8-15FF-41E5-A8DF-47C8911588C6}">
      <dgm:prSet/>
      <dgm:spPr/>
      <dgm:t>
        <a:bodyPr/>
        <a:lstStyle/>
        <a:p>
          <a:endParaRPr lang="en-US" sz="2000">
            <a:solidFill>
              <a:schemeClr val="tx2"/>
            </a:solidFill>
          </a:endParaRPr>
        </a:p>
      </dgm:t>
    </dgm:pt>
    <dgm:pt modelId="{9A6756CB-F7F0-4488-8A10-081A924D9428}" type="sibTrans" cxnId="{9D4AB9D8-15FF-41E5-A8DF-47C8911588C6}">
      <dgm:prSet/>
      <dgm:spPr/>
      <dgm:t>
        <a:bodyPr/>
        <a:lstStyle/>
        <a:p>
          <a:endParaRPr lang="en-US" sz="2000">
            <a:solidFill>
              <a:schemeClr val="tx2"/>
            </a:solidFill>
          </a:endParaRPr>
        </a:p>
      </dgm:t>
    </dgm:pt>
    <dgm:pt modelId="{99AB3F04-1B5A-4C7F-A59A-5C1CDC8C955C}">
      <dgm:prSet phldrT="[Text]" custT="1"/>
      <dgm:spPr/>
      <dgm:t>
        <a:bodyPr/>
        <a:lstStyle/>
        <a:p>
          <a:r>
            <a:rPr lang="en-US" sz="1000" dirty="0">
              <a:solidFill>
                <a:schemeClr val="tx2"/>
              </a:solidFill>
            </a:rPr>
            <a:t>Some text here</a:t>
          </a:r>
        </a:p>
      </dgm:t>
    </dgm:pt>
    <dgm:pt modelId="{0242414D-B9A4-49E9-84D8-483186CA903A}" type="parTrans" cxnId="{157C9816-CC14-462D-A086-A29F74275651}">
      <dgm:prSet/>
      <dgm:spPr/>
      <dgm:t>
        <a:bodyPr/>
        <a:lstStyle/>
        <a:p>
          <a:endParaRPr lang="en-US" sz="2000">
            <a:solidFill>
              <a:schemeClr val="tx2"/>
            </a:solidFill>
          </a:endParaRPr>
        </a:p>
      </dgm:t>
    </dgm:pt>
    <dgm:pt modelId="{E3F33252-6AD9-45E7-8E9B-895B7EEF5491}" type="sibTrans" cxnId="{157C9816-CC14-462D-A086-A29F74275651}">
      <dgm:prSet/>
      <dgm:spPr/>
      <dgm:t>
        <a:bodyPr/>
        <a:lstStyle/>
        <a:p>
          <a:endParaRPr lang="en-US" sz="2000">
            <a:solidFill>
              <a:schemeClr val="tx2"/>
            </a:solidFill>
          </a:endParaRPr>
        </a:p>
      </dgm:t>
    </dgm:pt>
    <dgm:pt modelId="{6AE49727-F1EE-4322-A9E8-6D8BD588DA28}">
      <dgm:prSet phldrT="[Text]" custT="1"/>
      <dgm:spPr/>
      <dgm:t>
        <a:bodyPr/>
        <a:lstStyle/>
        <a:p>
          <a:r>
            <a:rPr lang="en-US" sz="1400">
              <a:solidFill>
                <a:schemeClr val="tx2"/>
              </a:solidFill>
            </a:rPr>
            <a:t>Lorem Ipsum</a:t>
          </a:r>
          <a:endParaRPr lang="en-US" sz="1400" dirty="0">
            <a:solidFill>
              <a:schemeClr val="tx2"/>
            </a:solidFill>
          </a:endParaRPr>
        </a:p>
      </dgm:t>
    </dgm:pt>
    <dgm:pt modelId="{A368C715-F314-40A5-8FB2-0D8C4609A5B2}" type="parTrans" cxnId="{C23F4798-1782-47D2-864C-5258EB8E5224}">
      <dgm:prSet/>
      <dgm:spPr/>
      <dgm:t>
        <a:bodyPr/>
        <a:lstStyle/>
        <a:p>
          <a:endParaRPr lang="en-US" sz="2000">
            <a:solidFill>
              <a:schemeClr val="tx2"/>
            </a:solidFill>
          </a:endParaRPr>
        </a:p>
      </dgm:t>
    </dgm:pt>
    <dgm:pt modelId="{8D800EE2-5FA9-4090-865F-475ED124815A}" type="sibTrans" cxnId="{C23F4798-1782-47D2-864C-5258EB8E5224}">
      <dgm:prSet/>
      <dgm:spPr/>
      <dgm:t>
        <a:bodyPr/>
        <a:lstStyle/>
        <a:p>
          <a:endParaRPr lang="en-US" sz="2000">
            <a:solidFill>
              <a:schemeClr val="tx2"/>
            </a:solidFill>
          </a:endParaRPr>
        </a:p>
      </dgm:t>
    </dgm:pt>
    <dgm:pt modelId="{BE5820D3-2BE7-4BFE-8CF0-2CAEDA87DF47}">
      <dgm:prSet phldrT="[Text]" custT="1"/>
      <dgm:spPr/>
      <dgm:t>
        <a:bodyPr/>
        <a:lstStyle/>
        <a:p>
          <a:r>
            <a:rPr lang="en-US" sz="1000" dirty="0">
              <a:solidFill>
                <a:schemeClr val="tx2"/>
              </a:solidFill>
            </a:rPr>
            <a:t>Some text here</a:t>
          </a:r>
        </a:p>
      </dgm:t>
    </dgm:pt>
    <dgm:pt modelId="{A9227B1F-B69A-4584-883C-85452389F72F}" type="parTrans" cxnId="{BAD75DA3-BDB2-4326-8285-46B24A408DE9}">
      <dgm:prSet/>
      <dgm:spPr/>
      <dgm:t>
        <a:bodyPr/>
        <a:lstStyle/>
        <a:p>
          <a:endParaRPr lang="en-US" sz="2000">
            <a:solidFill>
              <a:schemeClr val="tx2"/>
            </a:solidFill>
          </a:endParaRPr>
        </a:p>
      </dgm:t>
    </dgm:pt>
    <dgm:pt modelId="{7C78DB15-0EF7-422B-83E3-B18BFC923D0F}" type="sibTrans" cxnId="{BAD75DA3-BDB2-4326-8285-46B24A408DE9}">
      <dgm:prSet/>
      <dgm:spPr/>
      <dgm:t>
        <a:bodyPr/>
        <a:lstStyle/>
        <a:p>
          <a:endParaRPr lang="en-US" sz="2000">
            <a:solidFill>
              <a:schemeClr val="tx2"/>
            </a:solidFill>
          </a:endParaRPr>
        </a:p>
      </dgm:t>
    </dgm:pt>
    <dgm:pt modelId="{AB46BB0B-FC4E-4419-B9D9-CEFF8EE19485}">
      <dgm:prSet phldrT="[Text]" custT="1"/>
      <dgm:spPr/>
      <dgm:t>
        <a:bodyPr/>
        <a:lstStyle/>
        <a:p>
          <a:r>
            <a:rPr lang="en-US" sz="1000" dirty="0">
              <a:solidFill>
                <a:schemeClr val="tx2"/>
              </a:solidFill>
            </a:rPr>
            <a:t>Some text here</a:t>
          </a:r>
        </a:p>
      </dgm:t>
    </dgm:pt>
    <dgm:pt modelId="{B3735B36-4DD9-4384-BEA1-26F33F2E4AF7}" type="parTrans" cxnId="{F6BB42BD-F4F7-428A-96DB-ABB5BB43364F}">
      <dgm:prSet/>
      <dgm:spPr/>
      <dgm:t>
        <a:bodyPr/>
        <a:lstStyle/>
        <a:p>
          <a:endParaRPr lang="en-US" sz="2000">
            <a:solidFill>
              <a:schemeClr val="tx2"/>
            </a:solidFill>
          </a:endParaRPr>
        </a:p>
      </dgm:t>
    </dgm:pt>
    <dgm:pt modelId="{CBEB982D-280E-4FC6-BADA-57B5A78DD62A}" type="sibTrans" cxnId="{F6BB42BD-F4F7-428A-96DB-ABB5BB43364F}">
      <dgm:prSet/>
      <dgm:spPr/>
      <dgm:t>
        <a:bodyPr/>
        <a:lstStyle/>
        <a:p>
          <a:endParaRPr lang="en-US" sz="2000">
            <a:solidFill>
              <a:schemeClr val="tx2"/>
            </a:solidFill>
          </a:endParaRPr>
        </a:p>
      </dgm:t>
    </dgm:pt>
    <dgm:pt modelId="{88BCF39E-70CC-4970-BA37-708E0CCCF627}">
      <dgm:prSet phldrT="[Text]" custT="1"/>
      <dgm:spPr/>
      <dgm:t>
        <a:bodyPr/>
        <a:lstStyle/>
        <a:p>
          <a:r>
            <a:rPr lang="en-US" sz="1000" dirty="0">
              <a:solidFill>
                <a:schemeClr val="tx2"/>
              </a:solidFill>
            </a:rPr>
            <a:t>Some text here</a:t>
          </a:r>
        </a:p>
      </dgm:t>
    </dgm:pt>
    <dgm:pt modelId="{CFE25BED-0A0A-47F3-9C3E-6D996835112C}" type="parTrans" cxnId="{E6C3053E-EE2F-4588-952A-5539F313A364}">
      <dgm:prSet/>
      <dgm:spPr/>
      <dgm:t>
        <a:bodyPr/>
        <a:lstStyle/>
        <a:p>
          <a:endParaRPr lang="en-US" sz="2000">
            <a:solidFill>
              <a:schemeClr val="tx2"/>
            </a:solidFill>
          </a:endParaRPr>
        </a:p>
      </dgm:t>
    </dgm:pt>
    <dgm:pt modelId="{22875752-AD5B-4C44-8AD7-0D9B3348EFC2}" type="sibTrans" cxnId="{E6C3053E-EE2F-4588-952A-5539F313A364}">
      <dgm:prSet/>
      <dgm:spPr/>
      <dgm:t>
        <a:bodyPr/>
        <a:lstStyle/>
        <a:p>
          <a:endParaRPr lang="en-US" sz="2000">
            <a:solidFill>
              <a:schemeClr val="tx2"/>
            </a:solidFill>
          </a:endParaRPr>
        </a:p>
      </dgm:t>
    </dgm:pt>
    <dgm:pt modelId="{2445DAFE-CD18-4928-9C37-2E376DB00464}">
      <dgm:prSet phldrT="[Text]" custT="1"/>
      <dgm:spPr/>
      <dgm:t>
        <a:bodyPr/>
        <a:lstStyle/>
        <a:p>
          <a:r>
            <a:rPr lang="en-US" sz="1400">
              <a:solidFill>
                <a:schemeClr val="tx2"/>
              </a:solidFill>
            </a:rPr>
            <a:t>Lorem Ipsum</a:t>
          </a:r>
          <a:endParaRPr lang="en-US" sz="1400" dirty="0">
            <a:solidFill>
              <a:schemeClr val="tx2"/>
            </a:solidFill>
          </a:endParaRPr>
        </a:p>
      </dgm:t>
    </dgm:pt>
    <dgm:pt modelId="{FDCAA9DB-109D-4C58-BE5B-CD56DEAD3883}" type="parTrans" cxnId="{3CB63E18-A0CD-4A44-A319-36B9A4AB653B}">
      <dgm:prSet/>
      <dgm:spPr/>
      <dgm:t>
        <a:bodyPr/>
        <a:lstStyle/>
        <a:p>
          <a:endParaRPr lang="en-US" sz="2000">
            <a:solidFill>
              <a:schemeClr val="tx2"/>
            </a:solidFill>
          </a:endParaRPr>
        </a:p>
      </dgm:t>
    </dgm:pt>
    <dgm:pt modelId="{CF4DBC20-EE82-4629-A48E-640C2D08C427}" type="sibTrans" cxnId="{3CB63E18-A0CD-4A44-A319-36B9A4AB653B}">
      <dgm:prSet/>
      <dgm:spPr/>
      <dgm:t>
        <a:bodyPr/>
        <a:lstStyle/>
        <a:p>
          <a:endParaRPr lang="en-US" sz="2000">
            <a:solidFill>
              <a:schemeClr val="tx2"/>
            </a:solidFill>
          </a:endParaRPr>
        </a:p>
      </dgm:t>
    </dgm:pt>
    <dgm:pt modelId="{116EB635-BD67-4DD4-B810-A6F0691F7945}">
      <dgm:prSet phldrT="[Text]" custT="1"/>
      <dgm:spPr/>
      <dgm:t>
        <a:bodyPr/>
        <a:lstStyle/>
        <a:p>
          <a:r>
            <a:rPr lang="en-US" sz="1000" dirty="0">
              <a:solidFill>
                <a:schemeClr val="tx2"/>
              </a:solidFill>
            </a:rPr>
            <a:t>Some text here</a:t>
          </a:r>
        </a:p>
      </dgm:t>
    </dgm:pt>
    <dgm:pt modelId="{FAAC2750-1C49-4EB9-8820-3B5E9846BF7C}" type="parTrans" cxnId="{ACBB9420-CD0D-4EB2-A0C5-A0C3BDDFA40E}">
      <dgm:prSet/>
      <dgm:spPr/>
      <dgm:t>
        <a:bodyPr/>
        <a:lstStyle/>
        <a:p>
          <a:endParaRPr lang="en-US" sz="2000">
            <a:solidFill>
              <a:schemeClr val="tx2"/>
            </a:solidFill>
          </a:endParaRPr>
        </a:p>
      </dgm:t>
    </dgm:pt>
    <dgm:pt modelId="{A13C71FC-8772-4610-852E-7564C13EA343}" type="sibTrans" cxnId="{ACBB9420-CD0D-4EB2-A0C5-A0C3BDDFA40E}">
      <dgm:prSet/>
      <dgm:spPr/>
      <dgm:t>
        <a:bodyPr/>
        <a:lstStyle/>
        <a:p>
          <a:endParaRPr lang="en-US" sz="2000">
            <a:solidFill>
              <a:schemeClr val="tx2"/>
            </a:solidFill>
          </a:endParaRPr>
        </a:p>
      </dgm:t>
    </dgm:pt>
    <dgm:pt modelId="{580410B0-55CA-4A72-A46A-B977AA94E4D7}">
      <dgm:prSet phldrT="[Text]" custT="1"/>
      <dgm:spPr/>
      <dgm:t>
        <a:bodyPr/>
        <a:lstStyle/>
        <a:p>
          <a:r>
            <a:rPr lang="en-US" sz="1000" dirty="0">
              <a:solidFill>
                <a:schemeClr val="tx2"/>
              </a:solidFill>
            </a:rPr>
            <a:t>Some text here</a:t>
          </a:r>
        </a:p>
      </dgm:t>
    </dgm:pt>
    <dgm:pt modelId="{425B2E87-68EA-4C85-93F9-E393C45D0C4F}" type="parTrans" cxnId="{833E9D48-5170-498F-9D15-F2F259476347}">
      <dgm:prSet/>
      <dgm:spPr/>
      <dgm:t>
        <a:bodyPr/>
        <a:lstStyle/>
        <a:p>
          <a:endParaRPr lang="en-US" sz="2000">
            <a:solidFill>
              <a:schemeClr val="tx2"/>
            </a:solidFill>
          </a:endParaRPr>
        </a:p>
      </dgm:t>
    </dgm:pt>
    <dgm:pt modelId="{B8867042-A1FB-49E7-B7C6-7D4C63612428}" type="sibTrans" cxnId="{833E9D48-5170-498F-9D15-F2F259476347}">
      <dgm:prSet/>
      <dgm:spPr/>
      <dgm:t>
        <a:bodyPr/>
        <a:lstStyle/>
        <a:p>
          <a:endParaRPr lang="en-US" sz="2000">
            <a:solidFill>
              <a:schemeClr val="tx2"/>
            </a:solidFill>
          </a:endParaRPr>
        </a:p>
      </dgm:t>
    </dgm:pt>
    <dgm:pt modelId="{AE6F42AA-1524-4748-863B-3D2744D64508}">
      <dgm:prSet phldrT="[Text]" custT="1"/>
      <dgm:spPr/>
      <dgm:t>
        <a:bodyPr/>
        <a:lstStyle/>
        <a:p>
          <a:r>
            <a:rPr lang="en-US" sz="1000" dirty="0">
              <a:solidFill>
                <a:schemeClr val="tx2"/>
              </a:solidFill>
            </a:rPr>
            <a:t>Some text here</a:t>
          </a:r>
        </a:p>
      </dgm:t>
    </dgm:pt>
    <dgm:pt modelId="{D5DD7D17-B493-4D75-96EE-43898362A609}" type="parTrans" cxnId="{26155CA0-CB59-4FDA-B949-93FEC0A5ACB0}">
      <dgm:prSet/>
      <dgm:spPr/>
      <dgm:t>
        <a:bodyPr/>
        <a:lstStyle/>
        <a:p>
          <a:endParaRPr lang="en-US" sz="2000">
            <a:solidFill>
              <a:schemeClr val="tx2"/>
            </a:solidFill>
          </a:endParaRPr>
        </a:p>
      </dgm:t>
    </dgm:pt>
    <dgm:pt modelId="{444DDB25-BB06-440A-AB15-486C866EE5AD}" type="sibTrans" cxnId="{26155CA0-CB59-4FDA-B949-93FEC0A5ACB0}">
      <dgm:prSet/>
      <dgm:spPr/>
      <dgm:t>
        <a:bodyPr/>
        <a:lstStyle/>
        <a:p>
          <a:endParaRPr lang="en-US" sz="2000">
            <a:solidFill>
              <a:schemeClr val="tx2"/>
            </a:solidFill>
          </a:endParaRPr>
        </a:p>
      </dgm:t>
    </dgm:pt>
    <dgm:pt modelId="{C62F76A6-6D22-4022-9832-39F652C316A8}" type="pres">
      <dgm:prSet presAssocID="{B9C32B05-62EA-407A-B21C-2310C7945705}" presName="compositeShape" presStyleCnt="0">
        <dgm:presLayoutVars>
          <dgm:chMax val="7"/>
          <dgm:dir/>
          <dgm:resizeHandles val="exact"/>
        </dgm:presLayoutVars>
      </dgm:prSet>
      <dgm:spPr/>
    </dgm:pt>
    <dgm:pt modelId="{D7B8423C-74B2-4B76-BF19-F4E9A5598F7B}" type="pres">
      <dgm:prSet presAssocID="{8EA7219F-BDB2-48EB-9EEB-3133522D132E}" presName="circ1" presStyleLbl="vennNode1" presStyleIdx="0" presStyleCnt="4"/>
      <dgm:spPr/>
    </dgm:pt>
    <dgm:pt modelId="{C23E0F3B-B5EF-46F8-B401-B329F72EB159}" type="pres">
      <dgm:prSet presAssocID="{8EA7219F-BDB2-48EB-9EEB-3133522D132E}" presName="circ1Tx" presStyleLbl="revTx" presStyleIdx="0" presStyleCnt="0">
        <dgm:presLayoutVars>
          <dgm:chMax val="0"/>
          <dgm:chPref val="0"/>
          <dgm:bulletEnabled val="1"/>
        </dgm:presLayoutVars>
      </dgm:prSet>
      <dgm:spPr/>
    </dgm:pt>
    <dgm:pt modelId="{A9B69F65-B050-406D-A21B-8F07D095748C}" type="pres">
      <dgm:prSet presAssocID="{54A10F5D-C417-4F97-8612-CE684295DDDD}" presName="circ2" presStyleLbl="vennNode1" presStyleIdx="1" presStyleCnt="4"/>
      <dgm:spPr/>
    </dgm:pt>
    <dgm:pt modelId="{31615D8F-09FA-49CD-9B7E-E749139C9109}" type="pres">
      <dgm:prSet presAssocID="{54A10F5D-C417-4F97-8612-CE684295DDDD}" presName="circ2Tx" presStyleLbl="revTx" presStyleIdx="0" presStyleCnt="0">
        <dgm:presLayoutVars>
          <dgm:chMax val="0"/>
          <dgm:chPref val="0"/>
          <dgm:bulletEnabled val="1"/>
        </dgm:presLayoutVars>
      </dgm:prSet>
      <dgm:spPr/>
    </dgm:pt>
    <dgm:pt modelId="{0069A1E3-A968-47C1-97DE-7FABE47E1E2F}" type="pres">
      <dgm:prSet presAssocID="{6AE49727-F1EE-4322-A9E8-6D8BD588DA28}" presName="circ3" presStyleLbl="vennNode1" presStyleIdx="2" presStyleCnt="4"/>
      <dgm:spPr/>
    </dgm:pt>
    <dgm:pt modelId="{60900299-B34E-4A45-9D20-33D7BDD6F9BE}" type="pres">
      <dgm:prSet presAssocID="{6AE49727-F1EE-4322-A9E8-6D8BD588DA28}" presName="circ3Tx" presStyleLbl="revTx" presStyleIdx="0" presStyleCnt="0">
        <dgm:presLayoutVars>
          <dgm:chMax val="0"/>
          <dgm:chPref val="0"/>
          <dgm:bulletEnabled val="1"/>
        </dgm:presLayoutVars>
      </dgm:prSet>
      <dgm:spPr/>
    </dgm:pt>
    <dgm:pt modelId="{2F3BB79C-0412-4C53-B2D1-2A27E857FE10}" type="pres">
      <dgm:prSet presAssocID="{2445DAFE-CD18-4928-9C37-2E376DB00464}" presName="circ4" presStyleLbl="vennNode1" presStyleIdx="3" presStyleCnt="4"/>
      <dgm:spPr/>
    </dgm:pt>
    <dgm:pt modelId="{9CF9BAC7-F99B-4769-ACFE-6AC0615A97C9}" type="pres">
      <dgm:prSet presAssocID="{2445DAFE-CD18-4928-9C37-2E376DB00464}" presName="circ4Tx" presStyleLbl="revTx" presStyleIdx="0" presStyleCnt="0">
        <dgm:presLayoutVars>
          <dgm:chMax val="0"/>
          <dgm:chPref val="0"/>
          <dgm:bulletEnabled val="1"/>
        </dgm:presLayoutVars>
      </dgm:prSet>
      <dgm:spPr/>
    </dgm:pt>
  </dgm:ptLst>
  <dgm:cxnLst>
    <dgm:cxn modelId="{08E0510D-0E48-4FB6-A958-716191423AEB}" type="presOf" srcId="{02475483-3284-40F5-B15A-8FBC9624C0C3}" destId="{31615D8F-09FA-49CD-9B7E-E749139C9109}" srcOrd="1" destOrd="1" presId="urn:microsoft.com/office/officeart/2005/8/layout/venn1"/>
    <dgm:cxn modelId="{FC284B11-389E-4A6A-90DC-DFF3DF37DEAC}" type="presOf" srcId="{2445DAFE-CD18-4928-9C37-2E376DB00464}" destId="{2F3BB79C-0412-4C53-B2D1-2A27E857FE10}" srcOrd="0" destOrd="0" presId="urn:microsoft.com/office/officeart/2005/8/layout/venn1"/>
    <dgm:cxn modelId="{84CF4C15-7739-4517-BAC9-F21CC10C6118}" type="presOf" srcId="{B9C32B05-62EA-407A-B21C-2310C7945705}" destId="{C62F76A6-6D22-4022-9832-39F652C316A8}" srcOrd="0" destOrd="0" presId="urn:microsoft.com/office/officeart/2005/8/layout/venn1"/>
    <dgm:cxn modelId="{157C9816-CC14-462D-A086-A29F74275651}" srcId="{54A10F5D-C417-4F97-8612-CE684295DDDD}" destId="{99AB3F04-1B5A-4C7F-A59A-5C1CDC8C955C}" srcOrd="2" destOrd="0" parTransId="{0242414D-B9A4-49E9-84D8-483186CA903A}" sibTransId="{E3F33252-6AD9-45E7-8E9B-895B7EEF5491}"/>
    <dgm:cxn modelId="{3CB63E18-A0CD-4A44-A319-36B9A4AB653B}" srcId="{B9C32B05-62EA-407A-B21C-2310C7945705}" destId="{2445DAFE-CD18-4928-9C37-2E376DB00464}" srcOrd="3" destOrd="0" parTransId="{FDCAA9DB-109D-4C58-BE5B-CD56DEAD3883}" sibTransId="{CF4DBC20-EE82-4629-A48E-640C2D08C427}"/>
    <dgm:cxn modelId="{ACBB9420-CD0D-4EB2-A0C5-A0C3BDDFA40E}" srcId="{2445DAFE-CD18-4928-9C37-2E376DB00464}" destId="{116EB635-BD67-4DD4-B810-A6F0691F7945}" srcOrd="0" destOrd="0" parTransId="{FAAC2750-1C49-4EB9-8820-3B5E9846BF7C}" sibTransId="{A13C71FC-8772-4610-852E-7564C13EA343}"/>
    <dgm:cxn modelId="{1DB88E22-F528-4BA2-92FB-7F86DFFFB165}" srcId="{8EA7219F-BDB2-48EB-9EEB-3133522D132E}" destId="{4135D9B4-8C50-4336-A0A9-970F017B6C82}" srcOrd="0" destOrd="0" parTransId="{9F3E71CD-234B-40D7-B78A-136662A775A2}" sibTransId="{A93C8654-6FAC-4B52-81D6-29F0D355027D}"/>
    <dgm:cxn modelId="{34C6FE22-FBD8-4C4E-A9B3-58E635F92CE9}" type="presOf" srcId="{BE5820D3-2BE7-4BFE-8CF0-2CAEDA87DF47}" destId="{0069A1E3-A968-47C1-97DE-7FABE47E1E2F}" srcOrd="0" destOrd="1" presId="urn:microsoft.com/office/officeart/2005/8/layout/venn1"/>
    <dgm:cxn modelId="{796BEB2B-A5BB-4593-9CDA-129054865DE6}" type="presOf" srcId="{4135D9B4-8C50-4336-A0A9-970F017B6C82}" destId="{C23E0F3B-B5EF-46F8-B401-B329F72EB159}" srcOrd="1" destOrd="1" presId="urn:microsoft.com/office/officeart/2005/8/layout/venn1"/>
    <dgm:cxn modelId="{CA9ACC2D-5383-42FB-BE8C-42C84CC41E27}" type="presOf" srcId="{4135D9B4-8C50-4336-A0A9-970F017B6C82}" destId="{D7B8423C-74B2-4B76-BF19-F4E9A5598F7B}" srcOrd="0" destOrd="1" presId="urn:microsoft.com/office/officeart/2005/8/layout/venn1"/>
    <dgm:cxn modelId="{517AFA30-BB19-43D1-84E3-E6B4C9B9E30A}" srcId="{B9C32B05-62EA-407A-B21C-2310C7945705}" destId="{54A10F5D-C417-4F97-8612-CE684295DDDD}" srcOrd="1" destOrd="0" parTransId="{8ABDAA28-1E03-411B-BC21-8D931DE3C43E}" sibTransId="{60811977-1F2E-41FC-8E06-EBD37DD18733}"/>
    <dgm:cxn modelId="{B4E78E33-294D-45A8-A209-6B21F7B39B41}" type="presOf" srcId="{116EB635-BD67-4DD4-B810-A6F0691F7945}" destId="{2F3BB79C-0412-4C53-B2D1-2A27E857FE10}" srcOrd="0" destOrd="1" presId="urn:microsoft.com/office/officeart/2005/8/layout/venn1"/>
    <dgm:cxn modelId="{32745738-0671-4C92-8FF6-8F044E195106}" srcId="{54A10F5D-C417-4F97-8612-CE684295DDDD}" destId="{789C4F08-3495-4232-BF33-CF380B3C4E40}" srcOrd="1" destOrd="0" parTransId="{D828FA69-E8EE-46CF-9E4F-CFA56B736C56}" sibTransId="{3891CB91-3805-4254-AF30-A483B874826A}"/>
    <dgm:cxn modelId="{E6C3053E-EE2F-4588-952A-5539F313A364}" srcId="{6AE49727-F1EE-4322-A9E8-6D8BD588DA28}" destId="{88BCF39E-70CC-4970-BA37-708E0CCCF627}" srcOrd="2" destOrd="0" parTransId="{CFE25BED-0A0A-47F3-9C3E-6D996835112C}" sibTransId="{22875752-AD5B-4C44-8AD7-0D9B3348EFC2}"/>
    <dgm:cxn modelId="{30DF6740-5F28-4E1A-987B-E1C14B507FF1}" type="presOf" srcId="{FA52A589-00CA-414B-97B1-6C56E9DE9982}" destId="{D7B8423C-74B2-4B76-BF19-F4E9A5598F7B}" srcOrd="0" destOrd="2" presId="urn:microsoft.com/office/officeart/2005/8/layout/venn1"/>
    <dgm:cxn modelId="{BC758860-A80C-4483-82D6-AF4990081081}" type="presOf" srcId="{AE6F42AA-1524-4748-863B-3D2744D64508}" destId="{9CF9BAC7-F99B-4769-ACFE-6AC0615A97C9}" srcOrd="1" destOrd="3" presId="urn:microsoft.com/office/officeart/2005/8/layout/venn1"/>
    <dgm:cxn modelId="{B14AF060-C728-4345-89B0-F379AE5D9E88}" type="presOf" srcId="{99AB3F04-1B5A-4C7F-A59A-5C1CDC8C955C}" destId="{A9B69F65-B050-406D-A21B-8F07D095748C}" srcOrd="0" destOrd="3" presId="urn:microsoft.com/office/officeart/2005/8/layout/venn1"/>
    <dgm:cxn modelId="{AA07A547-0930-4CEA-8381-6E41DC18C269}" type="presOf" srcId="{3E28F9B0-1D6E-45FE-95E0-D25CB05EB7A6}" destId="{D7B8423C-74B2-4B76-BF19-F4E9A5598F7B}" srcOrd="0" destOrd="3" presId="urn:microsoft.com/office/officeart/2005/8/layout/venn1"/>
    <dgm:cxn modelId="{833E9D48-5170-498F-9D15-F2F259476347}" srcId="{2445DAFE-CD18-4928-9C37-2E376DB00464}" destId="{580410B0-55CA-4A72-A46A-B977AA94E4D7}" srcOrd="1" destOrd="0" parTransId="{425B2E87-68EA-4C85-93F9-E393C45D0C4F}" sibTransId="{B8867042-A1FB-49E7-B7C6-7D4C63612428}"/>
    <dgm:cxn modelId="{06E0FE69-E6C2-4548-957E-D8084EEF7EDF}" type="presOf" srcId="{6AE49727-F1EE-4322-A9E8-6D8BD588DA28}" destId="{0069A1E3-A968-47C1-97DE-7FABE47E1E2F}" srcOrd="0" destOrd="0" presId="urn:microsoft.com/office/officeart/2005/8/layout/venn1"/>
    <dgm:cxn modelId="{5BF8D350-121C-453E-85BA-9D244E8C1F2A}" type="presOf" srcId="{6AE49727-F1EE-4322-A9E8-6D8BD588DA28}" destId="{60900299-B34E-4A45-9D20-33D7BDD6F9BE}" srcOrd="1" destOrd="0" presId="urn:microsoft.com/office/officeart/2005/8/layout/venn1"/>
    <dgm:cxn modelId="{CCAAD551-3DAD-462C-B919-FD84786674F0}" type="presOf" srcId="{AE6F42AA-1524-4748-863B-3D2744D64508}" destId="{2F3BB79C-0412-4C53-B2D1-2A27E857FE10}" srcOrd="0" destOrd="3" presId="urn:microsoft.com/office/officeart/2005/8/layout/venn1"/>
    <dgm:cxn modelId="{E4671354-B713-4178-861F-CD67C4603ACD}" type="presOf" srcId="{3E28F9B0-1D6E-45FE-95E0-D25CB05EB7A6}" destId="{C23E0F3B-B5EF-46F8-B401-B329F72EB159}" srcOrd="1" destOrd="3" presId="urn:microsoft.com/office/officeart/2005/8/layout/venn1"/>
    <dgm:cxn modelId="{067E3575-68A2-4553-B0D5-53DA8E69F446}" type="presOf" srcId="{580410B0-55CA-4A72-A46A-B977AA94E4D7}" destId="{2F3BB79C-0412-4C53-B2D1-2A27E857FE10}" srcOrd="0" destOrd="2" presId="urn:microsoft.com/office/officeart/2005/8/layout/venn1"/>
    <dgm:cxn modelId="{08BD1577-D064-41A7-B334-06DA24E3403C}" type="presOf" srcId="{BE5820D3-2BE7-4BFE-8CF0-2CAEDA87DF47}" destId="{60900299-B34E-4A45-9D20-33D7BDD6F9BE}" srcOrd="1" destOrd="1" presId="urn:microsoft.com/office/officeart/2005/8/layout/venn1"/>
    <dgm:cxn modelId="{9EA42059-4B98-4C0F-B500-4CFEA5689C56}" srcId="{8EA7219F-BDB2-48EB-9EEB-3133522D132E}" destId="{FA52A589-00CA-414B-97B1-6C56E9DE9982}" srcOrd="1" destOrd="0" parTransId="{437A10C6-AE07-4AD5-BEA3-418D744D3078}" sibTransId="{7E4920A8-2DA2-457D-B7CF-1F3922D9C286}"/>
    <dgm:cxn modelId="{1AA3687C-835D-40D5-8993-F25802A8C56F}" type="presOf" srcId="{54A10F5D-C417-4F97-8612-CE684295DDDD}" destId="{31615D8F-09FA-49CD-9B7E-E749139C9109}" srcOrd="1" destOrd="0" presId="urn:microsoft.com/office/officeart/2005/8/layout/venn1"/>
    <dgm:cxn modelId="{4B74D482-7E28-4B1B-B24A-CF09426B7800}" type="presOf" srcId="{2445DAFE-CD18-4928-9C37-2E376DB00464}" destId="{9CF9BAC7-F99B-4769-ACFE-6AC0615A97C9}" srcOrd="1" destOrd="0" presId="urn:microsoft.com/office/officeart/2005/8/layout/venn1"/>
    <dgm:cxn modelId="{513D1F87-730C-4088-AA2B-1F84A81C64F0}" type="presOf" srcId="{580410B0-55CA-4A72-A46A-B977AA94E4D7}" destId="{9CF9BAC7-F99B-4769-ACFE-6AC0615A97C9}" srcOrd="1" destOrd="2" presId="urn:microsoft.com/office/officeart/2005/8/layout/venn1"/>
    <dgm:cxn modelId="{A3530C97-B6F0-42C7-ACB2-B7D9187386D8}" type="presOf" srcId="{8EA7219F-BDB2-48EB-9EEB-3133522D132E}" destId="{C23E0F3B-B5EF-46F8-B401-B329F72EB159}" srcOrd="1" destOrd="0" presId="urn:microsoft.com/office/officeart/2005/8/layout/venn1"/>
    <dgm:cxn modelId="{C23F4798-1782-47D2-864C-5258EB8E5224}" srcId="{B9C32B05-62EA-407A-B21C-2310C7945705}" destId="{6AE49727-F1EE-4322-A9E8-6D8BD588DA28}" srcOrd="2" destOrd="0" parTransId="{A368C715-F314-40A5-8FB2-0D8C4609A5B2}" sibTransId="{8D800EE2-5FA9-4090-865F-475ED124815A}"/>
    <dgm:cxn modelId="{8C5432A0-CF3B-4E5C-BF20-CCC2791C77B5}" type="presOf" srcId="{54A10F5D-C417-4F97-8612-CE684295DDDD}" destId="{A9B69F65-B050-406D-A21B-8F07D095748C}" srcOrd="0" destOrd="0" presId="urn:microsoft.com/office/officeart/2005/8/layout/venn1"/>
    <dgm:cxn modelId="{26155CA0-CB59-4FDA-B949-93FEC0A5ACB0}" srcId="{2445DAFE-CD18-4928-9C37-2E376DB00464}" destId="{AE6F42AA-1524-4748-863B-3D2744D64508}" srcOrd="2" destOrd="0" parTransId="{D5DD7D17-B493-4D75-96EE-43898362A609}" sibTransId="{444DDB25-BB06-440A-AB15-486C866EE5AD}"/>
    <dgm:cxn modelId="{BAD75DA3-BDB2-4326-8285-46B24A408DE9}" srcId="{6AE49727-F1EE-4322-A9E8-6D8BD588DA28}" destId="{BE5820D3-2BE7-4BFE-8CF0-2CAEDA87DF47}" srcOrd="0" destOrd="0" parTransId="{A9227B1F-B69A-4584-883C-85452389F72F}" sibTransId="{7C78DB15-0EF7-422B-83E3-B18BFC923D0F}"/>
    <dgm:cxn modelId="{DE1E6DA9-05DF-4F78-B1C8-903B48D7721F}" srcId="{54A10F5D-C417-4F97-8612-CE684295DDDD}" destId="{02475483-3284-40F5-B15A-8FBC9624C0C3}" srcOrd="0" destOrd="0" parTransId="{82C2C170-C7F7-4D5F-BD30-01ECE9333E8B}" sibTransId="{7949ADFB-89B2-4E48-99F6-70328FC86EFD}"/>
    <dgm:cxn modelId="{7CA17BAE-AB1C-4A6A-BCD9-136A534878DD}" type="presOf" srcId="{88BCF39E-70CC-4970-BA37-708E0CCCF627}" destId="{0069A1E3-A968-47C1-97DE-7FABE47E1E2F}" srcOrd="0" destOrd="3" presId="urn:microsoft.com/office/officeart/2005/8/layout/venn1"/>
    <dgm:cxn modelId="{1E2084B0-D719-4A0B-A85C-1FF1A57244AC}" type="presOf" srcId="{AB46BB0B-FC4E-4419-B9D9-CEFF8EE19485}" destId="{60900299-B34E-4A45-9D20-33D7BDD6F9BE}" srcOrd="1" destOrd="2" presId="urn:microsoft.com/office/officeart/2005/8/layout/venn1"/>
    <dgm:cxn modelId="{F6BB42BD-F4F7-428A-96DB-ABB5BB43364F}" srcId="{6AE49727-F1EE-4322-A9E8-6D8BD588DA28}" destId="{AB46BB0B-FC4E-4419-B9D9-CEFF8EE19485}" srcOrd="1" destOrd="0" parTransId="{B3735B36-4DD9-4384-BEA1-26F33F2E4AF7}" sibTransId="{CBEB982D-280E-4FC6-BADA-57B5A78DD62A}"/>
    <dgm:cxn modelId="{5D8311C9-D001-4EFA-8114-64827A166009}" type="presOf" srcId="{789C4F08-3495-4232-BF33-CF380B3C4E40}" destId="{31615D8F-09FA-49CD-9B7E-E749139C9109}" srcOrd="1" destOrd="2" presId="urn:microsoft.com/office/officeart/2005/8/layout/venn1"/>
    <dgm:cxn modelId="{9D4AB9D8-15FF-41E5-A8DF-47C8911588C6}" srcId="{8EA7219F-BDB2-48EB-9EEB-3133522D132E}" destId="{3E28F9B0-1D6E-45FE-95E0-D25CB05EB7A6}" srcOrd="2" destOrd="0" parTransId="{A0B89D3F-C050-40CF-BEAD-E479B9AA2595}" sibTransId="{9A6756CB-F7F0-4488-8A10-081A924D9428}"/>
    <dgm:cxn modelId="{EB1399D9-C311-4BCA-8320-8040D6E02DC7}" type="presOf" srcId="{99AB3F04-1B5A-4C7F-A59A-5C1CDC8C955C}" destId="{31615D8F-09FA-49CD-9B7E-E749139C9109}" srcOrd="1" destOrd="3" presId="urn:microsoft.com/office/officeart/2005/8/layout/venn1"/>
    <dgm:cxn modelId="{BD1ACFD9-AF7F-4DCE-A847-192D9914623C}" type="presOf" srcId="{789C4F08-3495-4232-BF33-CF380B3C4E40}" destId="{A9B69F65-B050-406D-A21B-8F07D095748C}" srcOrd="0" destOrd="2" presId="urn:microsoft.com/office/officeart/2005/8/layout/venn1"/>
    <dgm:cxn modelId="{45E712DE-265A-4C05-BE11-162D33C058E7}" type="presOf" srcId="{FA52A589-00CA-414B-97B1-6C56E9DE9982}" destId="{C23E0F3B-B5EF-46F8-B401-B329F72EB159}" srcOrd="1" destOrd="2" presId="urn:microsoft.com/office/officeart/2005/8/layout/venn1"/>
    <dgm:cxn modelId="{26EEAEDE-433A-423A-B5AD-5F914DFF5FB4}" type="presOf" srcId="{02475483-3284-40F5-B15A-8FBC9624C0C3}" destId="{A9B69F65-B050-406D-A21B-8F07D095748C}" srcOrd="0" destOrd="1" presId="urn:microsoft.com/office/officeart/2005/8/layout/venn1"/>
    <dgm:cxn modelId="{615A92E4-CD6A-4790-B1F4-48E67B52EC56}" type="presOf" srcId="{8EA7219F-BDB2-48EB-9EEB-3133522D132E}" destId="{D7B8423C-74B2-4B76-BF19-F4E9A5598F7B}" srcOrd="0" destOrd="0" presId="urn:microsoft.com/office/officeart/2005/8/layout/venn1"/>
    <dgm:cxn modelId="{D27CE8EC-3EDB-4372-9CFE-FF734F3318F9}" type="presOf" srcId="{116EB635-BD67-4DD4-B810-A6F0691F7945}" destId="{9CF9BAC7-F99B-4769-ACFE-6AC0615A97C9}" srcOrd="1" destOrd="1" presId="urn:microsoft.com/office/officeart/2005/8/layout/venn1"/>
    <dgm:cxn modelId="{6FC1FFED-B3FB-4C5B-85FF-714EE76D824D}" type="presOf" srcId="{88BCF39E-70CC-4970-BA37-708E0CCCF627}" destId="{60900299-B34E-4A45-9D20-33D7BDD6F9BE}" srcOrd="1" destOrd="3" presId="urn:microsoft.com/office/officeart/2005/8/layout/venn1"/>
    <dgm:cxn modelId="{58AD7EEF-D408-406B-87EE-4691D4C30668}" srcId="{B9C32B05-62EA-407A-B21C-2310C7945705}" destId="{8EA7219F-BDB2-48EB-9EEB-3133522D132E}" srcOrd="0" destOrd="0" parTransId="{3EE8403A-CB7C-4815-85BD-AEBCAEB71B37}" sibTransId="{C94B7947-85DC-4B21-BB99-DF8438356F98}"/>
    <dgm:cxn modelId="{FB6064F0-9BA3-4E75-AA8E-364425DBF218}" type="presOf" srcId="{AB46BB0B-FC4E-4419-B9D9-CEFF8EE19485}" destId="{0069A1E3-A968-47C1-97DE-7FABE47E1E2F}" srcOrd="0" destOrd="2" presId="urn:microsoft.com/office/officeart/2005/8/layout/venn1"/>
    <dgm:cxn modelId="{0B5E306B-D7DB-41DD-9C2C-DFC76275D3BB}" type="presParOf" srcId="{C62F76A6-6D22-4022-9832-39F652C316A8}" destId="{D7B8423C-74B2-4B76-BF19-F4E9A5598F7B}" srcOrd="0" destOrd="0" presId="urn:microsoft.com/office/officeart/2005/8/layout/venn1"/>
    <dgm:cxn modelId="{7395B8BB-DAE2-4C64-B615-B92D5F908679}" type="presParOf" srcId="{C62F76A6-6D22-4022-9832-39F652C316A8}" destId="{C23E0F3B-B5EF-46F8-B401-B329F72EB159}" srcOrd="1" destOrd="0" presId="urn:microsoft.com/office/officeart/2005/8/layout/venn1"/>
    <dgm:cxn modelId="{DC7FB853-C3CD-4DE4-9E3D-717094C0132C}" type="presParOf" srcId="{C62F76A6-6D22-4022-9832-39F652C316A8}" destId="{A9B69F65-B050-406D-A21B-8F07D095748C}" srcOrd="2" destOrd="0" presId="urn:microsoft.com/office/officeart/2005/8/layout/venn1"/>
    <dgm:cxn modelId="{ADBBD045-CE1E-4A80-A888-8AC2841169F7}" type="presParOf" srcId="{C62F76A6-6D22-4022-9832-39F652C316A8}" destId="{31615D8F-09FA-49CD-9B7E-E749139C9109}" srcOrd="3" destOrd="0" presId="urn:microsoft.com/office/officeart/2005/8/layout/venn1"/>
    <dgm:cxn modelId="{B7675AEC-AA23-4C9D-8056-FC47DA4D731A}" type="presParOf" srcId="{C62F76A6-6D22-4022-9832-39F652C316A8}" destId="{0069A1E3-A968-47C1-97DE-7FABE47E1E2F}" srcOrd="4" destOrd="0" presId="urn:microsoft.com/office/officeart/2005/8/layout/venn1"/>
    <dgm:cxn modelId="{8198D856-6083-4514-8429-B774E39ECD44}" type="presParOf" srcId="{C62F76A6-6D22-4022-9832-39F652C316A8}" destId="{60900299-B34E-4A45-9D20-33D7BDD6F9BE}" srcOrd="5" destOrd="0" presId="urn:microsoft.com/office/officeart/2005/8/layout/venn1"/>
    <dgm:cxn modelId="{802A9D24-F74A-476C-8E89-C0722DDCADCE}" type="presParOf" srcId="{C62F76A6-6D22-4022-9832-39F652C316A8}" destId="{2F3BB79C-0412-4C53-B2D1-2A27E857FE10}" srcOrd="6" destOrd="0" presId="urn:microsoft.com/office/officeart/2005/8/layout/venn1"/>
    <dgm:cxn modelId="{EBAD4B8F-DDF9-4280-9CA1-509BFA75A371}" type="presParOf" srcId="{C62F76A6-6D22-4022-9832-39F652C316A8}" destId="{9CF9BAC7-F99B-4769-ACFE-6AC0615A97C9}" srcOrd="7" destOrd="0" presId="urn:microsoft.com/office/officeart/2005/8/layout/venn1"/>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23.xml><?xml version="1.0" encoding="utf-8"?>
<dgm:dataModel xmlns:dgm="http://schemas.openxmlformats.org/drawingml/2006/diagram" xmlns:a="http://schemas.openxmlformats.org/drawingml/2006/main">
  <dgm:ptLst>
    <dgm:pt modelId="{B9C32B05-62EA-407A-B21C-2310C7945705}" type="doc">
      <dgm:prSet loTypeId="urn:microsoft.com/office/officeart/2005/8/layout/venn3" loCatId="relationship" qsTypeId="urn:microsoft.com/office/officeart/2005/8/quickstyle/simple4" qsCatId="simple" csTypeId="urn:microsoft.com/office/officeart/2005/8/colors/colorful1" csCatId="colorful" phldr="1"/>
      <dgm:spPr/>
      <dgm:t>
        <a:bodyPr/>
        <a:lstStyle/>
        <a:p>
          <a:endParaRPr lang="en-US"/>
        </a:p>
      </dgm:t>
    </dgm:pt>
    <dgm:pt modelId="{8EA7219F-BDB2-48EB-9EEB-3133522D132E}">
      <dgm:prSet phldrT="[Text]"/>
      <dgm:spPr/>
      <dgm:t>
        <a:bodyPr/>
        <a:lstStyle/>
        <a:p>
          <a:r>
            <a:rPr lang="en-US" dirty="0">
              <a:solidFill>
                <a:schemeClr val="tx2"/>
              </a:solidFill>
            </a:rPr>
            <a:t>Lorem Ipsum</a:t>
          </a:r>
        </a:p>
      </dgm:t>
    </dgm:pt>
    <dgm:pt modelId="{3EE8403A-CB7C-4815-85BD-AEBCAEB71B37}" type="parTrans" cxnId="{58AD7EEF-D408-406B-87EE-4691D4C30668}">
      <dgm:prSet/>
      <dgm:spPr/>
      <dgm:t>
        <a:bodyPr/>
        <a:lstStyle/>
        <a:p>
          <a:endParaRPr lang="en-US">
            <a:solidFill>
              <a:schemeClr val="tx2"/>
            </a:solidFill>
          </a:endParaRPr>
        </a:p>
      </dgm:t>
    </dgm:pt>
    <dgm:pt modelId="{C94B7947-85DC-4B21-BB99-DF8438356F98}" type="sibTrans" cxnId="{58AD7EEF-D408-406B-87EE-4691D4C30668}">
      <dgm:prSet/>
      <dgm:spPr/>
      <dgm:t>
        <a:bodyPr/>
        <a:lstStyle/>
        <a:p>
          <a:endParaRPr lang="en-US">
            <a:solidFill>
              <a:schemeClr val="tx2"/>
            </a:solidFill>
          </a:endParaRPr>
        </a:p>
      </dgm:t>
    </dgm:pt>
    <dgm:pt modelId="{54A10F5D-C417-4F97-8612-CE684295DDDD}">
      <dgm:prSet phldrT="[Text]"/>
      <dgm:spPr/>
      <dgm:t>
        <a:bodyPr/>
        <a:lstStyle/>
        <a:p>
          <a:r>
            <a:rPr lang="en-US" dirty="0">
              <a:solidFill>
                <a:schemeClr val="tx2"/>
              </a:solidFill>
            </a:rPr>
            <a:t>Lorem Ipsum</a:t>
          </a:r>
        </a:p>
      </dgm:t>
    </dgm:pt>
    <dgm:pt modelId="{8ABDAA28-1E03-411B-BC21-8D931DE3C43E}" type="parTrans" cxnId="{517AFA30-BB19-43D1-84E3-E6B4C9B9E30A}">
      <dgm:prSet/>
      <dgm:spPr/>
      <dgm:t>
        <a:bodyPr/>
        <a:lstStyle/>
        <a:p>
          <a:endParaRPr lang="en-US">
            <a:solidFill>
              <a:schemeClr val="tx2"/>
            </a:solidFill>
          </a:endParaRPr>
        </a:p>
      </dgm:t>
    </dgm:pt>
    <dgm:pt modelId="{60811977-1F2E-41FC-8E06-EBD37DD18733}" type="sibTrans" cxnId="{517AFA30-BB19-43D1-84E3-E6B4C9B9E30A}">
      <dgm:prSet/>
      <dgm:spPr/>
      <dgm:t>
        <a:bodyPr/>
        <a:lstStyle/>
        <a:p>
          <a:endParaRPr lang="en-US">
            <a:solidFill>
              <a:schemeClr val="tx2"/>
            </a:solidFill>
          </a:endParaRPr>
        </a:p>
      </dgm:t>
    </dgm:pt>
    <dgm:pt modelId="{4135D9B4-8C50-4336-A0A9-970F017B6C82}">
      <dgm:prSet phldrT="[Text]"/>
      <dgm:spPr/>
      <dgm:t>
        <a:bodyPr/>
        <a:lstStyle/>
        <a:p>
          <a:r>
            <a:rPr lang="en-US" dirty="0">
              <a:solidFill>
                <a:schemeClr val="tx2"/>
              </a:solidFill>
            </a:rPr>
            <a:t>Some text here</a:t>
          </a:r>
        </a:p>
      </dgm:t>
    </dgm:pt>
    <dgm:pt modelId="{9F3E71CD-234B-40D7-B78A-136662A775A2}" type="parTrans" cxnId="{1DB88E22-F528-4BA2-92FB-7F86DFFFB165}">
      <dgm:prSet/>
      <dgm:spPr/>
      <dgm:t>
        <a:bodyPr/>
        <a:lstStyle/>
        <a:p>
          <a:endParaRPr lang="en-US">
            <a:solidFill>
              <a:schemeClr val="tx2"/>
            </a:solidFill>
          </a:endParaRPr>
        </a:p>
      </dgm:t>
    </dgm:pt>
    <dgm:pt modelId="{A93C8654-6FAC-4B52-81D6-29F0D355027D}" type="sibTrans" cxnId="{1DB88E22-F528-4BA2-92FB-7F86DFFFB165}">
      <dgm:prSet/>
      <dgm:spPr/>
      <dgm:t>
        <a:bodyPr/>
        <a:lstStyle/>
        <a:p>
          <a:endParaRPr lang="en-US">
            <a:solidFill>
              <a:schemeClr val="tx2"/>
            </a:solidFill>
          </a:endParaRPr>
        </a:p>
      </dgm:t>
    </dgm:pt>
    <dgm:pt modelId="{02475483-3284-40F5-B15A-8FBC9624C0C3}">
      <dgm:prSet phldrT="[Text]"/>
      <dgm:spPr/>
      <dgm:t>
        <a:bodyPr/>
        <a:lstStyle/>
        <a:p>
          <a:r>
            <a:rPr lang="en-US" dirty="0">
              <a:solidFill>
                <a:schemeClr val="tx2"/>
              </a:solidFill>
            </a:rPr>
            <a:t>Some text here</a:t>
          </a:r>
        </a:p>
      </dgm:t>
    </dgm:pt>
    <dgm:pt modelId="{82C2C170-C7F7-4D5F-BD30-01ECE9333E8B}" type="parTrans" cxnId="{DE1E6DA9-05DF-4F78-B1C8-903B48D7721F}">
      <dgm:prSet/>
      <dgm:spPr/>
      <dgm:t>
        <a:bodyPr/>
        <a:lstStyle/>
        <a:p>
          <a:endParaRPr lang="en-US">
            <a:solidFill>
              <a:schemeClr val="tx2"/>
            </a:solidFill>
          </a:endParaRPr>
        </a:p>
      </dgm:t>
    </dgm:pt>
    <dgm:pt modelId="{7949ADFB-89B2-4E48-99F6-70328FC86EFD}" type="sibTrans" cxnId="{DE1E6DA9-05DF-4F78-B1C8-903B48D7721F}">
      <dgm:prSet/>
      <dgm:spPr/>
      <dgm:t>
        <a:bodyPr/>
        <a:lstStyle/>
        <a:p>
          <a:endParaRPr lang="en-US">
            <a:solidFill>
              <a:schemeClr val="tx2"/>
            </a:solidFill>
          </a:endParaRPr>
        </a:p>
      </dgm:t>
    </dgm:pt>
    <dgm:pt modelId="{789C4F08-3495-4232-BF33-CF380B3C4E40}">
      <dgm:prSet phldrT="[Text]"/>
      <dgm:spPr/>
      <dgm:t>
        <a:bodyPr/>
        <a:lstStyle/>
        <a:p>
          <a:r>
            <a:rPr lang="en-US" dirty="0">
              <a:solidFill>
                <a:schemeClr val="tx2"/>
              </a:solidFill>
            </a:rPr>
            <a:t>Some text here</a:t>
          </a:r>
        </a:p>
      </dgm:t>
    </dgm:pt>
    <dgm:pt modelId="{D828FA69-E8EE-46CF-9E4F-CFA56B736C56}" type="parTrans" cxnId="{32745738-0671-4C92-8FF6-8F044E195106}">
      <dgm:prSet/>
      <dgm:spPr/>
      <dgm:t>
        <a:bodyPr/>
        <a:lstStyle/>
        <a:p>
          <a:endParaRPr lang="en-US">
            <a:solidFill>
              <a:schemeClr val="tx2"/>
            </a:solidFill>
          </a:endParaRPr>
        </a:p>
      </dgm:t>
    </dgm:pt>
    <dgm:pt modelId="{3891CB91-3805-4254-AF30-A483B874826A}" type="sibTrans" cxnId="{32745738-0671-4C92-8FF6-8F044E195106}">
      <dgm:prSet/>
      <dgm:spPr/>
      <dgm:t>
        <a:bodyPr/>
        <a:lstStyle/>
        <a:p>
          <a:endParaRPr lang="en-US">
            <a:solidFill>
              <a:schemeClr val="tx2"/>
            </a:solidFill>
          </a:endParaRPr>
        </a:p>
      </dgm:t>
    </dgm:pt>
    <dgm:pt modelId="{FA52A589-00CA-414B-97B1-6C56E9DE9982}">
      <dgm:prSet phldrT="[Text]"/>
      <dgm:spPr/>
      <dgm:t>
        <a:bodyPr/>
        <a:lstStyle/>
        <a:p>
          <a:r>
            <a:rPr lang="en-US" dirty="0">
              <a:solidFill>
                <a:schemeClr val="tx2"/>
              </a:solidFill>
            </a:rPr>
            <a:t>Some text here</a:t>
          </a:r>
        </a:p>
      </dgm:t>
    </dgm:pt>
    <dgm:pt modelId="{437A10C6-AE07-4AD5-BEA3-418D744D3078}" type="parTrans" cxnId="{9EA42059-4B98-4C0F-B500-4CFEA5689C56}">
      <dgm:prSet/>
      <dgm:spPr/>
      <dgm:t>
        <a:bodyPr/>
        <a:lstStyle/>
        <a:p>
          <a:endParaRPr lang="en-US">
            <a:solidFill>
              <a:schemeClr val="tx2"/>
            </a:solidFill>
          </a:endParaRPr>
        </a:p>
      </dgm:t>
    </dgm:pt>
    <dgm:pt modelId="{7E4920A8-2DA2-457D-B7CF-1F3922D9C286}" type="sibTrans" cxnId="{9EA42059-4B98-4C0F-B500-4CFEA5689C56}">
      <dgm:prSet/>
      <dgm:spPr/>
      <dgm:t>
        <a:bodyPr/>
        <a:lstStyle/>
        <a:p>
          <a:endParaRPr lang="en-US">
            <a:solidFill>
              <a:schemeClr val="tx2"/>
            </a:solidFill>
          </a:endParaRPr>
        </a:p>
      </dgm:t>
    </dgm:pt>
    <dgm:pt modelId="{3E28F9B0-1D6E-45FE-95E0-D25CB05EB7A6}">
      <dgm:prSet phldrT="[Text]"/>
      <dgm:spPr/>
      <dgm:t>
        <a:bodyPr/>
        <a:lstStyle/>
        <a:p>
          <a:r>
            <a:rPr lang="en-US" dirty="0">
              <a:solidFill>
                <a:schemeClr val="tx2"/>
              </a:solidFill>
            </a:rPr>
            <a:t>Some text here</a:t>
          </a:r>
        </a:p>
      </dgm:t>
    </dgm:pt>
    <dgm:pt modelId="{A0B89D3F-C050-40CF-BEAD-E479B9AA2595}" type="parTrans" cxnId="{9D4AB9D8-15FF-41E5-A8DF-47C8911588C6}">
      <dgm:prSet/>
      <dgm:spPr/>
      <dgm:t>
        <a:bodyPr/>
        <a:lstStyle/>
        <a:p>
          <a:endParaRPr lang="en-US">
            <a:solidFill>
              <a:schemeClr val="tx2"/>
            </a:solidFill>
          </a:endParaRPr>
        </a:p>
      </dgm:t>
    </dgm:pt>
    <dgm:pt modelId="{9A6756CB-F7F0-4488-8A10-081A924D9428}" type="sibTrans" cxnId="{9D4AB9D8-15FF-41E5-A8DF-47C8911588C6}">
      <dgm:prSet/>
      <dgm:spPr/>
      <dgm:t>
        <a:bodyPr/>
        <a:lstStyle/>
        <a:p>
          <a:endParaRPr lang="en-US">
            <a:solidFill>
              <a:schemeClr val="tx2"/>
            </a:solidFill>
          </a:endParaRPr>
        </a:p>
      </dgm:t>
    </dgm:pt>
    <dgm:pt modelId="{99AB3F04-1B5A-4C7F-A59A-5C1CDC8C955C}">
      <dgm:prSet phldrT="[Text]"/>
      <dgm:spPr/>
      <dgm:t>
        <a:bodyPr/>
        <a:lstStyle/>
        <a:p>
          <a:r>
            <a:rPr lang="en-US" dirty="0">
              <a:solidFill>
                <a:schemeClr val="tx2"/>
              </a:solidFill>
            </a:rPr>
            <a:t>Some text here</a:t>
          </a:r>
        </a:p>
      </dgm:t>
    </dgm:pt>
    <dgm:pt modelId="{0242414D-B9A4-49E9-84D8-483186CA903A}" type="parTrans" cxnId="{157C9816-CC14-462D-A086-A29F74275651}">
      <dgm:prSet/>
      <dgm:spPr/>
      <dgm:t>
        <a:bodyPr/>
        <a:lstStyle/>
        <a:p>
          <a:endParaRPr lang="en-US">
            <a:solidFill>
              <a:schemeClr val="tx2"/>
            </a:solidFill>
          </a:endParaRPr>
        </a:p>
      </dgm:t>
    </dgm:pt>
    <dgm:pt modelId="{E3F33252-6AD9-45E7-8E9B-895B7EEF5491}" type="sibTrans" cxnId="{157C9816-CC14-462D-A086-A29F74275651}">
      <dgm:prSet/>
      <dgm:spPr/>
      <dgm:t>
        <a:bodyPr/>
        <a:lstStyle/>
        <a:p>
          <a:endParaRPr lang="en-US">
            <a:solidFill>
              <a:schemeClr val="tx2"/>
            </a:solidFill>
          </a:endParaRPr>
        </a:p>
      </dgm:t>
    </dgm:pt>
    <dgm:pt modelId="{6AE49727-F1EE-4322-A9E8-6D8BD588DA28}">
      <dgm:prSet phldrT="[Text]"/>
      <dgm:spPr/>
      <dgm:t>
        <a:bodyPr/>
        <a:lstStyle/>
        <a:p>
          <a:r>
            <a:rPr lang="en-US">
              <a:solidFill>
                <a:schemeClr val="tx2"/>
              </a:solidFill>
            </a:rPr>
            <a:t>Lorem Ipsum</a:t>
          </a:r>
          <a:endParaRPr lang="en-US" dirty="0">
            <a:solidFill>
              <a:schemeClr val="tx2"/>
            </a:solidFill>
          </a:endParaRPr>
        </a:p>
      </dgm:t>
    </dgm:pt>
    <dgm:pt modelId="{A368C715-F314-40A5-8FB2-0D8C4609A5B2}" type="parTrans" cxnId="{C23F4798-1782-47D2-864C-5258EB8E5224}">
      <dgm:prSet/>
      <dgm:spPr/>
      <dgm:t>
        <a:bodyPr/>
        <a:lstStyle/>
        <a:p>
          <a:endParaRPr lang="en-US">
            <a:solidFill>
              <a:schemeClr val="tx2"/>
            </a:solidFill>
          </a:endParaRPr>
        </a:p>
      </dgm:t>
    </dgm:pt>
    <dgm:pt modelId="{8D800EE2-5FA9-4090-865F-475ED124815A}" type="sibTrans" cxnId="{C23F4798-1782-47D2-864C-5258EB8E5224}">
      <dgm:prSet/>
      <dgm:spPr/>
      <dgm:t>
        <a:bodyPr/>
        <a:lstStyle/>
        <a:p>
          <a:endParaRPr lang="en-US">
            <a:solidFill>
              <a:schemeClr val="tx2"/>
            </a:solidFill>
          </a:endParaRPr>
        </a:p>
      </dgm:t>
    </dgm:pt>
    <dgm:pt modelId="{BE5820D3-2BE7-4BFE-8CF0-2CAEDA87DF47}">
      <dgm:prSet phldrT="[Text]"/>
      <dgm:spPr/>
      <dgm:t>
        <a:bodyPr/>
        <a:lstStyle/>
        <a:p>
          <a:r>
            <a:rPr lang="en-US" dirty="0">
              <a:solidFill>
                <a:schemeClr val="tx2"/>
              </a:solidFill>
            </a:rPr>
            <a:t>Some text here</a:t>
          </a:r>
        </a:p>
      </dgm:t>
    </dgm:pt>
    <dgm:pt modelId="{A9227B1F-B69A-4584-883C-85452389F72F}" type="parTrans" cxnId="{BAD75DA3-BDB2-4326-8285-46B24A408DE9}">
      <dgm:prSet/>
      <dgm:spPr/>
      <dgm:t>
        <a:bodyPr/>
        <a:lstStyle/>
        <a:p>
          <a:endParaRPr lang="en-US">
            <a:solidFill>
              <a:schemeClr val="tx2"/>
            </a:solidFill>
          </a:endParaRPr>
        </a:p>
      </dgm:t>
    </dgm:pt>
    <dgm:pt modelId="{7C78DB15-0EF7-422B-83E3-B18BFC923D0F}" type="sibTrans" cxnId="{BAD75DA3-BDB2-4326-8285-46B24A408DE9}">
      <dgm:prSet/>
      <dgm:spPr/>
      <dgm:t>
        <a:bodyPr/>
        <a:lstStyle/>
        <a:p>
          <a:endParaRPr lang="en-US">
            <a:solidFill>
              <a:schemeClr val="tx2"/>
            </a:solidFill>
          </a:endParaRPr>
        </a:p>
      </dgm:t>
    </dgm:pt>
    <dgm:pt modelId="{AB46BB0B-FC4E-4419-B9D9-CEFF8EE19485}">
      <dgm:prSet phldrT="[Text]"/>
      <dgm:spPr/>
      <dgm:t>
        <a:bodyPr/>
        <a:lstStyle/>
        <a:p>
          <a:r>
            <a:rPr lang="en-US" dirty="0">
              <a:solidFill>
                <a:schemeClr val="tx2"/>
              </a:solidFill>
            </a:rPr>
            <a:t>Some text here</a:t>
          </a:r>
        </a:p>
      </dgm:t>
    </dgm:pt>
    <dgm:pt modelId="{B3735B36-4DD9-4384-BEA1-26F33F2E4AF7}" type="parTrans" cxnId="{F6BB42BD-F4F7-428A-96DB-ABB5BB43364F}">
      <dgm:prSet/>
      <dgm:spPr/>
      <dgm:t>
        <a:bodyPr/>
        <a:lstStyle/>
        <a:p>
          <a:endParaRPr lang="en-US">
            <a:solidFill>
              <a:schemeClr val="tx2"/>
            </a:solidFill>
          </a:endParaRPr>
        </a:p>
      </dgm:t>
    </dgm:pt>
    <dgm:pt modelId="{CBEB982D-280E-4FC6-BADA-57B5A78DD62A}" type="sibTrans" cxnId="{F6BB42BD-F4F7-428A-96DB-ABB5BB43364F}">
      <dgm:prSet/>
      <dgm:spPr/>
      <dgm:t>
        <a:bodyPr/>
        <a:lstStyle/>
        <a:p>
          <a:endParaRPr lang="en-US">
            <a:solidFill>
              <a:schemeClr val="tx2"/>
            </a:solidFill>
          </a:endParaRPr>
        </a:p>
      </dgm:t>
    </dgm:pt>
    <dgm:pt modelId="{88BCF39E-70CC-4970-BA37-708E0CCCF627}">
      <dgm:prSet phldrT="[Text]"/>
      <dgm:spPr/>
      <dgm:t>
        <a:bodyPr/>
        <a:lstStyle/>
        <a:p>
          <a:r>
            <a:rPr lang="en-US" dirty="0">
              <a:solidFill>
                <a:schemeClr val="tx2"/>
              </a:solidFill>
            </a:rPr>
            <a:t>Some text here</a:t>
          </a:r>
        </a:p>
      </dgm:t>
    </dgm:pt>
    <dgm:pt modelId="{CFE25BED-0A0A-47F3-9C3E-6D996835112C}" type="parTrans" cxnId="{E6C3053E-EE2F-4588-952A-5539F313A364}">
      <dgm:prSet/>
      <dgm:spPr/>
      <dgm:t>
        <a:bodyPr/>
        <a:lstStyle/>
        <a:p>
          <a:endParaRPr lang="en-US">
            <a:solidFill>
              <a:schemeClr val="tx2"/>
            </a:solidFill>
          </a:endParaRPr>
        </a:p>
      </dgm:t>
    </dgm:pt>
    <dgm:pt modelId="{22875752-AD5B-4C44-8AD7-0D9B3348EFC2}" type="sibTrans" cxnId="{E6C3053E-EE2F-4588-952A-5539F313A364}">
      <dgm:prSet/>
      <dgm:spPr/>
      <dgm:t>
        <a:bodyPr/>
        <a:lstStyle/>
        <a:p>
          <a:endParaRPr lang="en-US">
            <a:solidFill>
              <a:schemeClr val="tx2"/>
            </a:solidFill>
          </a:endParaRPr>
        </a:p>
      </dgm:t>
    </dgm:pt>
    <dgm:pt modelId="{2445DAFE-CD18-4928-9C37-2E376DB00464}">
      <dgm:prSet phldrT="[Text]"/>
      <dgm:spPr/>
      <dgm:t>
        <a:bodyPr/>
        <a:lstStyle/>
        <a:p>
          <a:r>
            <a:rPr lang="en-US">
              <a:solidFill>
                <a:schemeClr val="tx2"/>
              </a:solidFill>
            </a:rPr>
            <a:t>Lorem Ipsum</a:t>
          </a:r>
          <a:endParaRPr lang="en-US" dirty="0">
            <a:solidFill>
              <a:schemeClr val="tx2"/>
            </a:solidFill>
          </a:endParaRPr>
        </a:p>
      </dgm:t>
    </dgm:pt>
    <dgm:pt modelId="{FDCAA9DB-109D-4C58-BE5B-CD56DEAD3883}" type="parTrans" cxnId="{3CB63E18-A0CD-4A44-A319-36B9A4AB653B}">
      <dgm:prSet/>
      <dgm:spPr/>
      <dgm:t>
        <a:bodyPr/>
        <a:lstStyle/>
        <a:p>
          <a:endParaRPr lang="en-US">
            <a:solidFill>
              <a:schemeClr val="tx2"/>
            </a:solidFill>
          </a:endParaRPr>
        </a:p>
      </dgm:t>
    </dgm:pt>
    <dgm:pt modelId="{CF4DBC20-EE82-4629-A48E-640C2D08C427}" type="sibTrans" cxnId="{3CB63E18-A0CD-4A44-A319-36B9A4AB653B}">
      <dgm:prSet/>
      <dgm:spPr/>
      <dgm:t>
        <a:bodyPr/>
        <a:lstStyle/>
        <a:p>
          <a:endParaRPr lang="en-US">
            <a:solidFill>
              <a:schemeClr val="tx2"/>
            </a:solidFill>
          </a:endParaRPr>
        </a:p>
      </dgm:t>
    </dgm:pt>
    <dgm:pt modelId="{116EB635-BD67-4DD4-B810-A6F0691F7945}">
      <dgm:prSet phldrT="[Text]"/>
      <dgm:spPr/>
      <dgm:t>
        <a:bodyPr/>
        <a:lstStyle/>
        <a:p>
          <a:r>
            <a:rPr lang="en-US" dirty="0">
              <a:solidFill>
                <a:schemeClr val="tx2"/>
              </a:solidFill>
            </a:rPr>
            <a:t>Some text here</a:t>
          </a:r>
        </a:p>
      </dgm:t>
    </dgm:pt>
    <dgm:pt modelId="{FAAC2750-1C49-4EB9-8820-3B5E9846BF7C}" type="parTrans" cxnId="{ACBB9420-CD0D-4EB2-A0C5-A0C3BDDFA40E}">
      <dgm:prSet/>
      <dgm:spPr/>
      <dgm:t>
        <a:bodyPr/>
        <a:lstStyle/>
        <a:p>
          <a:endParaRPr lang="en-US">
            <a:solidFill>
              <a:schemeClr val="tx2"/>
            </a:solidFill>
          </a:endParaRPr>
        </a:p>
      </dgm:t>
    </dgm:pt>
    <dgm:pt modelId="{A13C71FC-8772-4610-852E-7564C13EA343}" type="sibTrans" cxnId="{ACBB9420-CD0D-4EB2-A0C5-A0C3BDDFA40E}">
      <dgm:prSet/>
      <dgm:spPr/>
      <dgm:t>
        <a:bodyPr/>
        <a:lstStyle/>
        <a:p>
          <a:endParaRPr lang="en-US">
            <a:solidFill>
              <a:schemeClr val="tx2"/>
            </a:solidFill>
          </a:endParaRPr>
        </a:p>
      </dgm:t>
    </dgm:pt>
    <dgm:pt modelId="{580410B0-55CA-4A72-A46A-B977AA94E4D7}">
      <dgm:prSet phldrT="[Text]"/>
      <dgm:spPr/>
      <dgm:t>
        <a:bodyPr/>
        <a:lstStyle/>
        <a:p>
          <a:r>
            <a:rPr lang="en-US" dirty="0">
              <a:solidFill>
                <a:schemeClr val="tx2"/>
              </a:solidFill>
            </a:rPr>
            <a:t>Some text here</a:t>
          </a:r>
        </a:p>
      </dgm:t>
    </dgm:pt>
    <dgm:pt modelId="{425B2E87-68EA-4C85-93F9-E393C45D0C4F}" type="parTrans" cxnId="{833E9D48-5170-498F-9D15-F2F259476347}">
      <dgm:prSet/>
      <dgm:spPr/>
      <dgm:t>
        <a:bodyPr/>
        <a:lstStyle/>
        <a:p>
          <a:endParaRPr lang="en-US">
            <a:solidFill>
              <a:schemeClr val="tx2"/>
            </a:solidFill>
          </a:endParaRPr>
        </a:p>
      </dgm:t>
    </dgm:pt>
    <dgm:pt modelId="{B8867042-A1FB-49E7-B7C6-7D4C63612428}" type="sibTrans" cxnId="{833E9D48-5170-498F-9D15-F2F259476347}">
      <dgm:prSet/>
      <dgm:spPr/>
      <dgm:t>
        <a:bodyPr/>
        <a:lstStyle/>
        <a:p>
          <a:endParaRPr lang="en-US">
            <a:solidFill>
              <a:schemeClr val="tx2"/>
            </a:solidFill>
          </a:endParaRPr>
        </a:p>
      </dgm:t>
    </dgm:pt>
    <dgm:pt modelId="{AE6F42AA-1524-4748-863B-3D2744D64508}">
      <dgm:prSet phldrT="[Text]"/>
      <dgm:spPr/>
      <dgm:t>
        <a:bodyPr/>
        <a:lstStyle/>
        <a:p>
          <a:r>
            <a:rPr lang="en-US" dirty="0">
              <a:solidFill>
                <a:schemeClr val="tx2"/>
              </a:solidFill>
            </a:rPr>
            <a:t>Some text here</a:t>
          </a:r>
        </a:p>
      </dgm:t>
    </dgm:pt>
    <dgm:pt modelId="{D5DD7D17-B493-4D75-96EE-43898362A609}" type="parTrans" cxnId="{26155CA0-CB59-4FDA-B949-93FEC0A5ACB0}">
      <dgm:prSet/>
      <dgm:spPr/>
      <dgm:t>
        <a:bodyPr/>
        <a:lstStyle/>
        <a:p>
          <a:endParaRPr lang="en-US">
            <a:solidFill>
              <a:schemeClr val="tx2"/>
            </a:solidFill>
          </a:endParaRPr>
        </a:p>
      </dgm:t>
    </dgm:pt>
    <dgm:pt modelId="{444DDB25-BB06-440A-AB15-486C866EE5AD}" type="sibTrans" cxnId="{26155CA0-CB59-4FDA-B949-93FEC0A5ACB0}">
      <dgm:prSet/>
      <dgm:spPr/>
      <dgm:t>
        <a:bodyPr/>
        <a:lstStyle/>
        <a:p>
          <a:endParaRPr lang="en-US">
            <a:solidFill>
              <a:schemeClr val="tx2"/>
            </a:solidFill>
          </a:endParaRPr>
        </a:p>
      </dgm:t>
    </dgm:pt>
    <dgm:pt modelId="{BB2E7D61-FAE1-4189-8B45-9FB5BB1C6D16}" type="pres">
      <dgm:prSet presAssocID="{B9C32B05-62EA-407A-B21C-2310C7945705}" presName="Name0" presStyleCnt="0">
        <dgm:presLayoutVars>
          <dgm:dir/>
          <dgm:resizeHandles val="exact"/>
        </dgm:presLayoutVars>
      </dgm:prSet>
      <dgm:spPr/>
    </dgm:pt>
    <dgm:pt modelId="{5841E8E3-F2DC-48FE-B8DB-BABB55C4BAF1}" type="pres">
      <dgm:prSet presAssocID="{8EA7219F-BDB2-48EB-9EEB-3133522D132E}" presName="Name5" presStyleLbl="vennNode1" presStyleIdx="0" presStyleCnt="4">
        <dgm:presLayoutVars>
          <dgm:bulletEnabled val="1"/>
        </dgm:presLayoutVars>
      </dgm:prSet>
      <dgm:spPr/>
    </dgm:pt>
    <dgm:pt modelId="{27A579DC-FC4A-4F31-8918-6103F62FC75D}" type="pres">
      <dgm:prSet presAssocID="{C94B7947-85DC-4B21-BB99-DF8438356F98}" presName="space" presStyleCnt="0"/>
      <dgm:spPr/>
    </dgm:pt>
    <dgm:pt modelId="{E8C547DD-E668-4A3C-829E-AF9075B83A2E}" type="pres">
      <dgm:prSet presAssocID="{54A10F5D-C417-4F97-8612-CE684295DDDD}" presName="Name5" presStyleLbl="vennNode1" presStyleIdx="1" presStyleCnt="4">
        <dgm:presLayoutVars>
          <dgm:bulletEnabled val="1"/>
        </dgm:presLayoutVars>
      </dgm:prSet>
      <dgm:spPr/>
    </dgm:pt>
    <dgm:pt modelId="{6B26630A-6FA8-42B7-8DA6-595C76856006}" type="pres">
      <dgm:prSet presAssocID="{60811977-1F2E-41FC-8E06-EBD37DD18733}" presName="space" presStyleCnt="0"/>
      <dgm:spPr/>
    </dgm:pt>
    <dgm:pt modelId="{05B8BB52-968D-4723-A65D-9E190D9B6E95}" type="pres">
      <dgm:prSet presAssocID="{6AE49727-F1EE-4322-A9E8-6D8BD588DA28}" presName="Name5" presStyleLbl="vennNode1" presStyleIdx="2" presStyleCnt="4">
        <dgm:presLayoutVars>
          <dgm:bulletEnabled val="1"/>
        </dgm:presLayoutVars>
      </dgm:prSet>
      <dgm:spPr/>
    </dgm:pt>
    <dgm:pt modelId="{D89AB8A2-AA66-41A7-9D27-304999D07D45}" type="pres">
      <dgm:prSet presAssocID="{8D800EE2-5FA9-4090-865F-475ED124815A}" presName="space" presStyleCnt="0"/>
      <dgm:spPr/>
    </dgm:pt>
    <dgm:pt modelId="{A51985FB-4B06-4AD0-BDC3-DCEA7F415993}" type="pres">
      <dgm:prSet presAssocID="{2445DAFE-CD18-4928-9C37-2E376DB00464}" presName="Name5" presStyleLbl="vennNode1" presStyleIdx="3" presStyleCnt="4">
        <dgm:presLayoutVars>
          <dgm:bulletEnabled val="1"/>
        </dgm:presLayoutVars>
      </dgm:prSet>
      <dgm:spPr/>
    </dgm:pt>
  </dgm:ptLst>
  <dgm:cxnLst>
    <dgm:cxn modelId="{32C5D004-40A8-4C56-BA36-660B9C8F0512}" type="presOf" srcId="{99AB3F04-1B5A-4C7F-A59A-5C1CDC8C955C}" destId="{E8C547DD-E668-4A3C-829E-AF9075B83A2E}" srcOrd="0" destOrd="3" presId="urn:microsoft.com/office/officeart/2005/8/layout/venn3"/>
    <dgm:cxn modelId="{E5A1210D-E559-4BA3-A4E8-BDAF2D603B87}" type="presOf" srcId="{580410B0-55CA-4A72-A46A-B977AA94E4D7}" destId="{A51985FB-4B06-4AD0-BDC3-DCEA7F415993}" srcOrd="0" destOrd="2" presId="urn:microsoft.com/office/officeart/2005/8/layout/venn3"/>
    <dgm:cxn modelId="{157C9816-CC14-462D-A086-A29F74275651}" srcId="{54A10F5D-C417-4F97-8612-CE684295DDDD}" destId="{99AB3F04-1B5A-4C7F-A59A-5C1CDC8C955C}" srcOrd="2" destOrd="0" parTransId="{0242414D-B9A4-49E9-84D8-483186CA903A}" sibTransId="{E3F33252-6AD9-45E7-8E9B-895B7EEF5491}"/>
    <dgm:cxn modelId="{3CB63E18-A0CD-4A44-A319-36B9A4AB653B}" srcId="{B9C32B05-62EA-407A-B21C-2310C7945705}" destId="{2445DAFE-CD18-4928-9C37-2E376DB00464}" srcOrd="3" destOrd="0" parTransId="{FDCAA9DB-109D-4C58-BE5B-CD56DEAD3883}" sibTransId="{CF4DBC20-EE82-4629-A48E-640C2D08C427}"/>
    <dgm:cxn modelId="{ACBB9420-CD0D-4EB2-A0C5-A0C3BDDFA40E}" srcId="{2445DAFE-CD18-4928-9C37-2E376DB00464}" destId="{116EB635-BD67-4DD4-B810-A6F0691F7945}" srcOrd="0" destOrd="0" parTransId="{FAAC2750-1C49-4EB9-8820-3B5E9846BF7C}" sibTransId="{A13C71FC-8772-4610-852E-7564C13EA343}"/>
    <dgm:cxn modelId="{1FD2AE20-840F-4FD2-9CDC-7E32A50F38BE}" type="presOf" srcId="{2445DAFE-CD18-4928-9C37-2E376DB00464}" destId="{A51985FB-4B06-4AD0-BDC3-DCEA7F415993}" srcOrd="0" destOrd="0" presId="urn:microsoft.com/office/officeart/2005/8/layout/venn3"/>
    <dgm:cxn modelId="{1DB88E22-F528-4BA2-92FB-7F86DFFFB165}" srcId="{8EA7219F-BDB2-48EB-9EEB-3133522D132E}" destId="{4135D9B4-8C50-4336-A0A9-970F017B6C82}" srcOrd="0" destOrd="0" parTransId="{9F3E71CD-234B-40D7-B78A-136662A775A2}" sibTransId="{A93C8654-6FAC-4B52-81D6-29F0D355027D}"/>
    <dgm:cxn modelId="{77F49426-D97B-419D-9F64-43423DEAB056}" type="presOf" srcId="{3E28F9B0-1D6E-45FE-95E0-D25CB05EB7A6}" destId="{5841E8E3-F2DC-48FE-B8DB-BABB55C4BAF1}" srcOrd="0" destOrd="3" presId="urn:microsoft.com/office/officeart/2005/8/layout/venn3"/>
    <dgm:cxn modelId="{517AFA30-BB19-43D1-84E3-E6B4C9B9E30A}" srcId="{B9C32B05-62EA-407A-B21C-2310C7945705}" destId="{54A10F5D-C417-4F97-8612-CE684295DDDD}" srcOrd="1" destOrd="0" parTransId="{8ABDAA28-1E03-411B-BC21-8D931DE3C43E}" sibTransId="{60811977-1F2E-41FC-8E06-EBD37DD18733}"/>
    <dgm:cxn modelId="{32745738-0671-4C92-8FF6-8F044E195106}" srcId="{54A10F5D-C417-4F97-8612-CE684295DDDD}" destId="{789C4F08-3495-4232-BF33-CF380B3C4E40}" srcOrd="1" destOrd="0" parTransId="{D828FA69-E8EE-46CF-9E4F-CFA56B736C56}" sibTransId="{3891CB91-3805-4254-AF30-A483B874826A}"/>
    <dgm:cxn modelId="{E6C3053E-EE2F-4588-952A-5539F313A364}" srcId="{6AE49727-F1EE-4322-A9E8-6D8BD588DA28}" destId="{88BCF39E-70CC-4970-BA37-708E0CCCF627}" srcOrd="2" destOrd="0" parTransId="{CFE25BED-0A0A-47F3-9C3E-6D996835112C}" sibTransId="{22875752-AD5B-4C44-8AD7-0D9B3348EFC2}"/>
    <dgm:cxn modelId="{833E9D48-5170-498F-9D15-F2F259476347}" srcId="{2445DAFE-CD18-4928-9C37-2E376DB00464}" destId="{580410B0-55CA-4A72-A46A-B977AA94E4D7}" srcOrd="1" destOrd="0" parTransId="{425B2E87-68EA-4C85-93F9-E393C45D0C4F}" sibTransId="{B8867042-A1FB-49E7-B7C6-7D4C63612428}"/>
    <dgm:cxn modelId="{3AB7DB50-3D26-4DFB-B678-5C859BF9D65C}" type="presOf" srcId="{AB46BB0B-FC4E-4419-B9D9-CEFF8EE19485}" destId="{05B8BB52-968D-4723-A65D-9E190D9B6E95}" srcOrd="0" destOrd="2" presId="urn:microsoft.com/office/officeart/2005/8/layout/venn3"/>
    <dgm:cxn modelId="{9EA42059-4B98-4C0F-B500-4CFEA5689C56}" srcId="{8EA7219F-BDB2-48EB-9EEB-3133522D132E}" destId="{FA52A589-00CA-414B-97B1-6C56E9DE9982}" srcOrd="1" destOrd="0" parTransId="{437A10C6-AE07-4AD5-BEA3-418D744D3078}" sibTransId="{7E4920A8-2DA2-457D-B7CF-1F3922D9C286}"/>
    <dgm:cxn modelId="{AB3CD179-B6B5-4E48-88E0-7C94E62366FC}" type="presOf" srcId="{116EB635-BD67-4DD4-B810-A6F0691F7945}" destId="{A51985FB-4B06-4AD0-BDC3-DCEA7F415993}" srcOrd="0" destOrd="1" presId="urn:microsoft.com/office/officeart/2005/8/layout/venn3"/>
    <dgm:cxn modelId="{619ACB82-D2F4-470D-9F6B-D5913D7ABB5D}" type="presOf" srcId="{8EA7219F-BDB2-48EB-9EEB-3133522D132E}" destId="{5841E8E3-F2DC-48FE-B8DB-BABB55C4BAF1}" srcOrd="0" destOrd="0" presId="urn:microsoft.com/office/officeart/2005/8/layout/venn3"/>
    <dgm:cxn modelId="{E2EFB391-C879-4199-ADDF-ECA23353BF7C}" type="presOf" srcId="{54A10F5D-C417-4F97-8612-CE684295DDDD}" destId="{E8C547DD-E668-4A3C-829E-AF9075B83A2E}" srcOrd="0" destOrd="0" presId="urn:microsoft.com/office/officeart/2005/8/layout/venn3"/>
    <dgm:cxn modelId="{C23F4798-1782-47D2-864C-5258EB8E5224}" srcId="{B9C32B05-62EA-407A-B21C-2310C7945705}" destId="{6AE49727-F1EE-4322-A9E8-6D8BD588DA28}" srcOrd="2" destOrd="0" parTransId="{A368C715-F314-40A5-8FB2-0D8C4609A5B2}" sibTransId="{8D800EE2-5FA9-4090-865F-475ED124815A}"/>
    <dgm:cxn modelId="{26155CA0-CB59-4FDA-B949-93FEC0A5ACB0}" srcId="{2445DAFE-CD18-4928-9C37-2E376DB00464}" destId="{AE6F42AA-1524-4748-863B-3D2744D64508}" srcOrd="2" destOrd="0" parTransId="{D5DD7D17-B493-4D75-96EE-43898362A609}" sibTransId="{444DDB25-BB06-440A-AB15-486C866EE5AD}"/>
    <dgm:cxn modelId="{9C5921A3-D552-4CF7-81DF-C90DC6D7B0A2}" type="presOf" srcId="{AE6F42AA-1524-4748-863B-3D2744D64508}" destId="{A51985FB-4B06-4AD0-BDC3-DCEA7F415993}" srcOrd="0" destOrd="3" presId="urn:microsoft.com/office/officeart/2005/8/layout/venn3"/>
    <dgm:cxn modelId="{BAD75DA3-BDB2-4326-8285-46B24A408DE9}" srcId="{6AE49727-F1EE-4322-A9E8-6D8BD588DA28}" destId="{BE5820D3-2BE7-4BFE-8CF0-2CAEDA87DF47}" srcOrd="0" destOrd="0" parTransId="{A9227B1F-B69A-4584-883C-85452389F72F}" sibTransId="{7C78DB15-0EF7-422B-83E3-B18BFC923D0F}"/>
    <dgm:cxn modelId="{DE1E6DA9-05DF-4F78-B1C8-903B48D7721F}" srcId="{54A10F5D-C417-4F97-8612-CE684295DDDD}" destId="{02475483-3284-40F5-B15A-8FBC9624C0C3}" srcOrd="0" destOrd="0" parTransId="{82C2C170-C7F7-4D5F-BD30-01ECE9333E8B}" sibTransId="{7949ADFB-89B2-4E48-99F6-70328FC86EFD}"/>
    <dgm:cxn modelId="{901FC6B1-6CC6-47EC-A624-342F59D60262}" type="presOf" srcId="{02475483-3284-40F5-B15A-8FBC9624C0C3}" destId="{E8C547DD-E668-4A3C-829E-AF9075B83A2E}" srcOrd="0" destOrd="1" presId="urn:microsoft.com/office/officeart/2005/8/layout/venn3"/>
    <dgm:cxn modelId="{B81C53B4-F8FB-4FC1-8653-E28D297C5DEB}" type="presOf" srcId="{4135D9B4-8C50-4336-A0A9-970F017B6C82}" destId="{5841E8E3-F2DC-48FE-B8DB-BABB55C4BAF1}" srcOrd="0" destOrd="1" presId="urn:microsoft.com/office/officeart/2005/8/layout/venn3"/>
    <dgm:cxn modelId="{27475EB7-3229-4BE2-B5E6-9C81949292F2}" type="presOf" srcId="{B9C32B05-62EA-407A-B21C-2310C7945705}" destId="{BB2E7D61-FAE1-4189-8B45-9FB5BB1C6D16}" srcOrd="0" destOrd="0" presId="urn:microsoft.com/office/officeart/2005/8/layout/venn3"/>
    <dgm:cxn modelId="{F6BB42BD-F4F7-428A-96DB-ABB5BB43364F}" srcId="{6AE49727-F1EE-4322-A9E8-6D8BD588DA28}" destId="{AB46BB0B-FC4E-4419-B9D9-CEFF8EE19485}" srcOrd="1" destOrd="0" parTransId="{B3735B36-4DD9-4384-BEA1-26F33F2E4AF7}" sibTransId="{CBEB982D-280E-4FC6-BADA-57B5A78DD62A}"/>
    <dgm:cxn modelId="{9D4AB9D8-15FF-41E5-A8DF-47C8911588C6}" srcId="{8EA7219F-BDB2-48EB-9EEB-3133522D132E}" destId="{3E28F9B0-1D6E-45FE-95E0-D25CB05EB7A6}" srcOrd="2" destOrd="0" parTransId="{A0B89D3F-C050-40CF-BEAD-E479B9AA2595}" sibTransId="{9A6756CB-F7F0-4488-8A10-081A924D9428}"/>
    <dgm:cxn modelId="{58AD7EEF-D408-406B-87EE-4691D4C30668}" srcId="{B9C32B05-62EA-407A-B21C-2310C7945705}" destId="{8EA7219F-BDB2-48EB-9EEB-3133522D132E}" srcOrd="0" destOrd="0" parTransId="{3EE8403A-CB7C-4815-85BD-AEBCAEB71B37}" sibTransId="{C94B7947-85DC-4B21-BB99-DF8438356F98}"/>
    <dgm:cxn modelId="{8893D9F2-19F7-451E-8061-DC6A3F146B41}" type="presOf" srcId="{789C4F08-3495-4232-BF33-CF380B3C4E40}" destId="{E8C547DD-E668-4A3C-829E-AF9075B83A2E}" srcOrd="0" destOrd="2" presId="urn:microsoft.com/office/officeart/2005/8/layout/venn3"/>
    <dgm:cxn modelId="{689F51F4-FEB1-473C-9AA0-78F575B9E506}" type="presOf" srcId="{88BCF39E-70CC-4970-BA37-708E0CCCF627}" destId="{05B8BB52-968D-4723-A65D-9E190D9B6E95}" srcOrd="0" destOrd="3" presId="urn:microsoft.com/office/officeart/2005/8/layout/venn3"/>
    <dgm:cxn modelId="{CE3DE0FA-414C-4A8A-B9A5-71A4D182521A}" type="presOf" srcId="{6AE49727-F1EE-4322-A9E8-6D8BD588DA28}" destId="{05B8BB52-968D-4723-A65D-9E190D9B6E95}" srcOrd="0" destOrd="0" presId="urn:microsoft.com/office/officeart/2005/8/layout/venn3"/>
    <dgm:cxn modelId="{9C1000FD-7154-40BE-ADDD-78FD8E1BBBC3}" type="presOf" srcId="{FA52A589-00CA-414B-97B1-6C56E9DE9982}" destId="{5841E8E3-F2DC-48FE-B8DB-BABB55C4BAF1}" srcOrd="0" destOrd="2" presId="urn:microsoft.com/office/officeart/2005/8/layout/venn3"/>
    <dgm:cxn modelId="{26CF70FF-783D-438D-9080-AB04DE3F750F}" type="presOf" srcId="{BE5820D3-2BE7-4BFE-8CF0-2CAEDA87DF47}" destId="{05B8BB52-968D-4723-A65D-9E190D9B6E95}" srcOrd="0" destOrd="1" presId="urn:microsoft.com/office/officeart/2005/8/layout/venn3"/>
    <dgm:cxn modelId="{ABD0ABF2-D3AB-442B-ABC7-59D070245CBE}" type="presParOf" srcId="{BB2E7D61-FAE1-4189-8B45-9FB5BB1C6D16}" destId="{5841E8E3-F2DC-48FE-B8DB-BABB55C4BAF1}" srcOrd="0" destOrd="0" presId="urn:microsoft.com/office/officeart/2005/8/layout/venn3"/>
    <dgm:cxn modelId="{D6C9E2D1-7251-4FB0-97C5-1C88CC2C8E26}" type="presParOf" srcId="{BB2E7D61-FAE1-4189-8B45-9FB5BB1C6D16}" destId="{27A579DC-FC4A-4F31-8918-6103F62FC75D}" srcOrd="1" destOrd="0" presId="urn:microsoft.com/office/officeart/2005/8/layout/venn3"/>
    <dgm:cxn modelId="{3CB628DB-2DB2-4C1D-8251-F70EB9F15825}" type="presParOf" srcId="{BB2E7D61-FAE1-4189-8B45-9FB5BB1C6D16}" destId="{E8C547DD-E668-4A3C-829E-AF9075B83A2E}" srcOrd="2" destOrd="0" presId="urn:microsoft.com/office/officeart/2005/8/layout/venn3"/>
    <dgm:cxn modelId="{EAFF62C7-5EE2-4FBB-91BF-03C785D5E3B7}" type="presParOf" srcId="{BB2E7D61-FAE1-4189-8B45-9FB5BB1C6D16}" destId="{6B26630A-6FA8-42B7-8DA6-595C76856006}" srcOrd="3" destOrd="0" presId="urn:microsoft.com/office/officeart/2005/8/layout/venn3"/>
    <dgm:cxn modelId="{DEEAEA85-86F5-499D-926D-655F83B13FF1}" type="presParOf" srcId="{BB2E7D61-FAE1-4189-8B45-9FB5BB1C6D16}" destId="{05B8BB52-968D-4723-A65D-9E190D9B6E95}" srcOrd="4" destOrd="0" presId="urn:microsoft.com/office/officeart/2005/8/layout/venn3"/>
    <dgm:cxn modelId="{7ADFDA05-7E33-49F2-96E1-BD265500AFB9}" type="presParOf" srcId="{BB2E7D61-FAE1-4189-8B45-9FB5BB1C6D16}" destId="{D89AB8A2-AA66-41A7-9D27-304999D07D45}" srcOrd="5" destOrd="0" presId="urn:microsoft.com/office/officeart/2005/8/layout/venn3"/>
    <dgm:cxn modelId="{1E8F56D0-2BF7-4986-8F1B-151FB1AE68FB}" type="presParOf" srcId="{BB2E7D61-FAE1-4189-8B45-9FB5BB1C6D16}" destId="{A51985FB-4B06-4AD0-BDC3-DCEA7F415993}" srcOrd="6" destOrd="0" presId="urn:microsoft.com/office/officeart/2005/8/layout/venn3"/>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24.xml><?xml version="1.0" encoding="utf-8"?>
<dgm:dataModel xmlns:dgm="http://schemas.openxmlformats.org/drawingml/2006/diagram" xmlns:a="http://schemas.openxmlformats.org/drawingml/2006/main">
  <dgm:ptLst>
    <dgm:pt modelId="{B9C32B05-62EA-407A-B21C-2310C7945705}" type="doc">
      <dgm:prSet loTypeId="urn:microsoft.com/office/officeart/2005/8/layout/venn2" loCatId="relationship" qsTypeId="urn:microsoft.com/office/officeart/2005/8/quickstyle/simple4" qsCatId="simple" csTypeId="urn:microsoft.com/office/officeart/2005/8/colors/colorful1" csCatId="colorful" phldr="1"/>
      <dgm:spPr/>
      <dgm:t>
        <a:bodyPr/>
        <a:lstStyle/>
        <a:p>
          <a:endParaRPr lang="en-US"/>
        </a:p>
      </dgm:t>
    </dgm:pt>
    <dgm:pt modelId="{8EA7219F-BDB2-48EB-9EEB-3133522D132E}">
      <dgm:prSet phldrT="[Text]" custT="1"/>
      <dgm:spPr/>
      <dgm:t>
        <a:bodyPr/>
        <a:lstStyle/>
        <a:p>
          <a:r>
            <a:rPr lang="en-US" sz="1800" dirty="0"/>
            <a:t>Lorem Ipsum</a:t>
          </a:r>
        </a:p>
      </dgm:t>
    </dgm:pt>
    <dgm:pt modelId="{3EE8403A-CB7C-4815-85BD-AEBCAEB71B37}" type="parTrans" cxnId="{58AD7EEF-D408-406B-87EE-4691D4C30668}">
      <dgm:prSet/>
      <dgm:spPr/>
      <dgm:t>
        <a:bodyPr/>
        <a:lstStyle/>
        <a:p>
          <a:endParaRPr lang="en-US" sz="2400"/>
        </a:p>
      </dgm:t>
    </dgm:pt>
    <dgm:pt modelId="{C94B7947-85DC-4B21-BB99-DF8438356F98}" type="sibTrans" cxnId="{58AD7EEF-D408-406B-87EE-4691D4C30668}">
      <dgm:prSet/>
      <dgm:spPr/>
      <dgm:t>
        <a:bodyPr/>
        <a:lstStyle/>
        <a:p>
          <a:endParaRPr lang="en-US" sz="2400"/>
        </a:p>
      </dgm:t>
    </dgm:pt>
    <dgm:pt modelId="{54A10F5D-C417-4F97-8612-CE684295DDDD}">
      <dgm:prSet phldrT="[Text]" custT="1"/>
      <dgm:spPr/>
      <dgm:t>
        <a:bodyPr/>
        <a:lstStyle/>
        <a:p>
          <a:r>
            <a:rPr lang="en-US" sz="1800" dirty="0"/>
            <a:t>Lorem Ipsum</a:t>
          </a:r>
        </a:p>
      </dgm:t>
    </dgm:pt>
    <dgm:pt modelId="{8ABDAA28-1E03-411B-BC21-8D931DE3C43E}" type="parTrans" cxnId="{517AFA30-BB19-43D1-84E3-E6B4C9B9E30A}">
      <dgm:prSet/>
      <dgm:spPr/>
      <dgm:t>
        <a:bodyPr/>
        <a:lstStyle/>
        <a:p>
          <a:endParaRPr lang="en-US" sz="2400"/>
        </a:p>
      </dgm:t>
    </dgm:pt>
    <dgm:pt modelId="{60811977-1F2E-41FC-8E06-EBD37DD18733}" type="sibTrans" cxnId="{517AFA30-BB19-43D1-84E3-E6B4C9B9E30A}">
      <dgm:prSet/>
      <dgm:spPr/>
      <dgm:t>
        <a:bodyPr/>
        <a:lstStyle/>
        <a:p>
          <a:endParaRPr lang="en-US" sz="2400"/>
        </a:p>
      </dgm:t>
    </dgm:pt>
    <dgm:pt modelId="{6AE49727-F1EE-4322-A9E8-6D8BD588DA28}">
      <dgm:prSet phldrT="[Text]" custT="1"/>
      <dgm:spPr/>
      <dgm:t>
        <a:bodyPr/>
        <a:lstStyle/>
        <a:p>
          <a:r>
            <a:rPr lang="en-US" sz="1800" dirty="0"/>
            <a:t>Lorem Ipsum</a:t>
          </a:r>
        </a:p>
      </dgm:t>
    </dgm:pt>
    <dgm:pt modelId="{A368C715-F314-40A5-8FB2-0D8C4609A5B2}" type="parTrans" cxnId="{C23F4798-1782-47D2-864C-5258EB8E5224}">
      <dgm:prSet/>
      <dgm:spPr/>
      <dgm:t>
        <a:bodyPr/>
        <a:lstStyle/>
        <a:p>
          <a:endParaRPr lang="en-US" sz="2400"/>
        </a:p>
      </dgm:t>
    </dgm:pt>
    <dgm:pt modelId="{8D800EE2-5FA9-4090-865F-475ED124815A}" type="sibTrans" cxnId="{C23F4798-1782-47D2-864C-5258EB8E5224}">
      <dgm:prSet/>
      <dgm:spPr/>
      <dgm:t>
        <a:bodyPr/>
        <a:lstStyle/>
        <a:p>
          <a:endParaRPr lang="en-US" sz="2400"/>
        </a:p>
      </dgm:t>
    </dgm:pt>
    <dgm:pt modelId="{2445DAFE-CD18-4928-9C37-2E376DB00464}">
      <dgm:prSet phldrT="[Text]" custT="1"/>
      <dgm:spPr/>
      <dgm:t>
        <a:bodyPr/>
        <a:lstStyle/>
        <a:p>
          <a:r>
            <a:rPr lang="en-US" sz="1800" dirty="0"/>
            <a:t>Lorem Ipsum</a:t>
          </a:r>
        </a:p>
      </dgm:t>
    </dgm:pt>
    <dgm:pt modelId="{FDCAA9DB-109D-4C58-BE5B-CD56DEAD3883}" type="parTrans" cxnId="{3CB63E18-A0CD-4A44-A319-36B9A4AB653B}">
      <dgm:prSet/>
      <dgm:spPr/>
      <dgm:t>
        <a:bodyPr/>
        <a:lstStyle/>
        <a:p>
          <a:endParaRPr lang="en-US" sz="2400"/>
        </a:p>
      </dgm:t>
    </dgm:pt>
    <dgm:pt modelId="{CF4DBC20-EE82-4629-A48E-640C2D08C427}" type="sibTrans" cxnId="{3CB63E18-A0CD-4A44-A319-36B9A4AB653B}">
      <dgm:prSet/>
      <dgm:spPr/>
      <dgm:t>
        <a:bodyPr/>
        <a:lstStyle/>
        <a:p>
          <a:endParaRPr lang="en-US" sz="2400"/>
        </a:p>
      </dgm:t>
    </dgm:pt>
    <dgm:pt modelId="{7B0EB2D2-67E5-491D-BAB6-811F173DCE9A}" type="pres">
      <dgm:prSet presAssocID="{B9C32B05-62EA-407A-B21C-2310C7945705}" presName="Name0" presStyleCnt="0">
        <dgm:presLayoutVars>
          <dgm:chMax val="7"/>
          <dgm:resizeHandles val="exact"/>
        </dgm:presLayoutVars>
      </dgm:prSet>
      <dgm:spPr/>
    </dgm:pt>
    <dgm:pt modelId="{4F794DAD-1C88-45D3-9716-6014128A5B90}" type="pres">
      <dgm:prSet presAssocID="{B9C32B05-62EA-407A-B21C-2310C7945705}" presName="comp1" presStyleCnt="0"/>
      <dgm:spPr/>
    </dgm:pt>
    <dgm:pt modelId="{65FC41D9-D5C6-49E1-9B96-B8E8FBCCF82F}" type="pres">
      <dgm:prSet presAssocID="{B9C32B05-62EA-407A-B21C-2310C7945705}" presName="circle1" presStyleLbl="node1" presStyleIdx="0" presStyleCnt="4"/>
      <dgm:spPr/>
    </dgm:pt>
    <dgm:pt modelId="{830FECD2-98B8-4F49-A73B-29C3BA30AAF7}" type="pres">
      <dgm:prSet presAssocID="{B9C32B05-62EA-407A-B21C-2310C7945705}" presName="c1text" presStyleLbl="node1" presStyleIdx="0" presStyleCnt="4">
        <dgm:presLayoutVars>
          <dgm:bulletEnabled val="1"/>
        </dgm:presLayoutVars>
      </dgm:prSet>
      <dgm:spPr/>
    </dgm:pt>
    <dgm:pt modelId="{FA0DF2C6-DAA6-4934-A3F7-9C980E098DDC}" type="pres">
      <dgm:prSet presAssocID="{B9C32B05-62EA-407A-B21C-2310C7945705}" presName="comp2" presStyleCnt="0"/>
      <dgm:spPr/>
    </dgm:pt>
    <dgm:pt modelId="{F9FB2F4B-0224-4C33-82C7-B1E17952B325}" type="pres">
      <dgm:prSet presAssocID="{B9C32B05-62EA-407A-B21C-2310C7945705}" presName="circle2" presStyleLbl="node1" presStyleIdx="1" presStyleCnt="4"/>
      <dgm:spPr/>
    </dgm:pt>
    <dgm:pt modelId="{09EE0689-6BEA-4006-9BF8-5635274C03C1}" type="pres">
      <dgm:prSet presAssocID="{B9C32B05-62EA-407A-B21C-2310C7945705}" presName="c2text" presStyleLbl="node1" presStyleIdx="1" presStyleCnt="4">
        <dgm:presLayoutVars>
          <dgm:bulletEnabled val="1"/>
        </dgm:presLayoutVars>
      </dgm:prSet>
      <dgm:spPr/>
    </dgm:pt>
    <dgm:pt modelId="{70570EB2-4265-4F6D-9F83-54CFCEC0069F}" type="pres">
      <dgm:prSet presAssocID="{B9C32B05-62EA-407A-B21C-2310C7945705}" presName="comp3" presStyleCnt="0"/>
      <dgm:spPr/>
    </dgm:pt>
    <dgm:pt modelId="{6201655A-0FE0-42B9-AA34-2790BF97D596}" type="pres">
      <dgm:prSet presAssocID="{B9C32B05-62EA-407A-B21C-2310C7945705}" presName="circle3" presStyleLbl="node1" presStyleIdx="2" presStyleCnt="4"/>
      <dgm:spPr/>
    </dgm:pt>
    <dgm:pt modelId="{9A048DB9-9379-43C7-9EB2-19D4C0B32B47}" type="pres">
      <dgm:prSet presAssocID="{B9C32B05-62EA-407A-B21C-2310C7945705}" presName="c3text" presStyleLbl="node1" presStyleIdx="2" presStyleCnt="4">
        <dgm:presLayoutVars>
          <dgm:bulletEnabled val="1"/>
        </dgm:presLayoutVars>
      </dgm:prSet>
      <dgm:spPr/>
    </dgm:pt>
    <dgm:pt modelId="{7227EA36-CDB9-4061-A0FC-030561BBE5C2}" type="pres">
      <dgm:prSet presAssocID="{B9C32B05-62EA-407A-B21C-2310C7945705}" presName="comp4" presStyleCnt="0"/>
      <dgm:spPr/>
    </dgm:pt>
    <dgm:pt modelId="{985EE765-5E7A-4C75-B6A0-350188B8C303}" type="pres">
      <dgm:prSet presAssocID="{B9C32B05-62EA-407A-B21C-2310C7945705}" presName="circle4" presStyleLbl="node1" presStyleIdx="3" presStyleCnt="4"/>
      <dgm:spPr/>
    </dgm:pt>
    <dgm:pt modelId="{6A4397B4-B68D-4593-AF24-57B9B02888F6}" type="pres">
      <dgm:prSet presAssocID="{B9C32B05-62EA-407A-B21C-2310C7945705}" presName="c4text" presStyleLbl="node1" presStyleIdx="3" presStyleCnt="4">
        <dgm:presLayoutVars>
          <dgm:bulletEnabled val="1"/>
        </dgm:presLayoutVars>
      </dgm:prSet>
      <dgm:spPr/>
    </dgm:pt>
  </dgm:ptLst>
  <dgm:cxnLst>
    <dgm:cxn modelId="{3CB63E18-A0CD-4A44-A319-36B9A4AB653B}" srcId="{B9C32B05-62EA-407A-B21C-2310C7945705}" destId="{2445DAFE-CD18-4928-9C37-2E376DB00464}" srcOrd="3" destOrd="0" parTransId="{FDCAA9DB-109D-4C58-BE5B-CD56DEAD3883}" sibTransId="{CF4DBC20-EE82-4629-A48E-640C2D08C427}"/>
    <dgm:cxn modelId="{517AFA30-BB19-43D1-84E3-E6B4C9B9E30A}" srcId="{B9C32B05-62EA-407A-B21C-2310C7945705}" destId="{54A10F5D-C417-4F97-8612-CE684295DDDD}" srcOrd="1" destOrd="0" parTransId="{8ABDAA28-1E03-411B-BC21-8D931DE3C43E}" sibTransId="{60811977-1F2E-41FC-8E06-EBD37DD18733}"/>
    <dgm:cxn modelId="{18C94A33-4E7F-4630-BD6B-BF091F03F55A}" type="presOf" srcId="{B9C32B05-62EA-407A-B21C-2310C7945705}" destId="{7B0EB2D2-67E5-491D-BAB6-811F173DCE9A}" srcOrd="0" destOrd="0" presId="urn:microsoft.com/office/officeart/2005/8/layout/venn2"/>
    <dgm:cxn modelId="{D589D536-E1EE-4D60-9432-4DCB76875384}" type="presOf" srcId="{54A10F5D-C417-4F97-8612-CE684295DDDD}" destId="{F9FB2F4B-0224-4C33-82C7-B1E17952B325}" srcOrd="0" destOrd="0" presId="urn:microsoft.com/office/officeart/2005/8/layout/venn2"/>
    <dgm:cxn modelId="{C23F4798-1782-47D2-864C-5258EB8E5224}" srcId="{B9C32B05-62EA-407A-B21C-2310C7945705}" destId="{6AE49727-F1EE-4322-A9E8-6D8BD588DA28}" srcOrd="2" destOrd="0" parTransId="{A368C715-F314-40A5-8FB2-0D8C4609A5B2}" sibTransId="{8D800EE2-5FA9-4090-865F-475ED124815A}"/>
    <dgm:cxn modelId="{B73A82AB-85A7-4C05-BB55-635FA0D369EA}" type="presOf" srcId="{8EA7219F-BDB2-48EB-9EEB-3133522D132E}" destId="{65FC41D9-D5C6-49E1-9B96-B8E8FBCCF82F}" srcOrd="0" destOrd="0" presId="urn:microsoft.com/office/officeart/2005/8/layout/venn2"/>
    <dgm:cxn modelId="{D44A3FAC-9935-4D9E-A2DB-E4408E66508E}" type="presOf" srcId="{2445DAFE-CD18-4928-9C37-2E376DB00464}" destId="{6A4397B4-B68D-4593-AF24-57B9B02888F6}" srcOrd="1" destOrd="0" presId="urn:microsoft.com/office/officeart/2005/8/layout/venn2"/>
    <dgm:cxn modelId="{916AF7B3-1403-40AF-877C-A98E690A8A18}" type="presOf" srcId="{6AE49727-F1EE-4322-A9E8-6D8BD588DA28}" destId="{9A048DB9-9379-43C7-9EB2-19D4C0B32B47}" srcOrd="1" destOrd="0" presId="urn:microsoft.com/office/officeart/2005/8/layout/venn2"/>
    <dgm:cxn modelId="{61D591B6-11CF-486E-B1C0-C7196CD9811C}" type="presOf" srcId="{6AE49727-F1EE-4322-A9E8-6D8BD588DA28}" destId="{6201655A-0FE0-42B9-AA34-2790BF97D596}" srcOrd="0" destOrd="0" presId="urn:microsoft.com/office/officeart/2005/8/layout/venn2"/>
    <dgm:cxn modelId="{1CF9D4D3-7016-4C7E-A382-7CD992C13142}" type="presOf" srcId="{2445DAFE-CD18-4928-9C37-2E376DB00464}" destId="{985EE765-5E7A-4C75-B6A0-350188B8C303}" srcOrd="0" destOrd="0" presId="urn:microsoft.com/office/officeart/2005/8/layout/venn2"/>
    <dgm:cxn modelId="{182B2FE5-C66F-4A7A-A2C2-D7EF0A90F186}" type="presOf" srcId="{54A10F5D-C417-4F97-8612-CE684295DDDD}" destId="{09EE0689-6BEA-4006-9BF8-5635274C03C1}" srcOrd="1" destOrd="0" presId="urn:microsoft.com/office/officeart/2005/8/layout/venn2"/>
    <dgm:cxn modelId="{58AD7EEF-D408-406B-87EE-4691D4C30668}" srcId="{B9C32B05-62EA-407A-B21C-2310C7945705}" destId="{8EA7219F-BDB2-48EB-9EEB-3133522D132E}" srcOrd="0" destOrd="0" parTransId="{3EE8403A-CB7C-4815-85BD-AEBCAEB71B37}" sibTransId="{C94B7947-85DC-4B21-BB99-DF8438356F98}"/>
    <dgm:cxn modelId="{73B46DF1-18B7-4F3C-AE55-225F83B7F49D}" type="presOf" srcId="{8EA7219F-BDB2-48EB-9EEB-3133522D132E}" destId="{830FECD2-98B8-4F49-A73B-29C3BA30AAF7}" srcOrd="1" destOrd="0" presId="urn:microsoft.com/office/officeart/2005/8/layout/venn2"/>
    <dgm:cxn modelId="{E5CBA0FE-AEB2-4125-BF8A-C8C8DCBE2812}" type="presParOf" srcId="{7B0EB2D2-67E5-491D-BAB6-811F173DCE9A}" destId="{4F794DAD-1C88-45D3-9716-6014128A5B90}" srcOrd="0" destOrd="0" presId="urn:microsoft.com/office/officeart/2005/8/layout/venn2"/>
    <dgm:cxn modelId="{AFFB436C-EE4A-4518-AA53-7081D06D6752}" type="presParOf" srcId="{4F794DAD-1C88-45D3-9716-6014128A5B90}" destId="{65FC41D9-D5C6-49E1-9B96-B8E8FBCCF82F}" srcOrd="0" destOrd="0" presId="urn:microsoft.com/office/officeart/2005/8/layout/venn2"/>
    <dgm:cxn modelId="{1533B2DB-A6D8-4FF0-813C-E642808C8F54}" type="presParOf" srcId="{4F794DAD-1C88-45D3-9716-6014128A5B90}" destId="{830FECD2-98B8-4F49-A73B-29C3BA30AAF7}" srcOrd="1" destOrd="0" presId="urn:microsoft.com/office/officeart/2005/8/layout/venn2"/>
    <dgm:cxn modelId="{A02C875F-4955-4D3C-B7E5-551C2B677673}" type="presParOf" srcId="{7B0EB2D2-67E5-491D-BAB6-811F173DCE9A}" destId="{FA0DF2C6-DAA6-4934-A3F7-9C980E098DDC}" srcOrd="1" destOrd="0" presId="urn:microsoft.com/office/officeart/2005/8/layout/venn2"/>
    <dgm:cxn modelId="{CB302E5F-1C14-4377-91A0-30E6770C4A40}" type="presParOf" srcId="{FA0DF2C6-DAA6-4934-A3F7-9C980E098DDC}" destId="{F9FB2F4B-0224-4C33-82C7-B1E17952B325}" srcOrd="0" destOrd="0" presId="urn:microsoft.com/office/officeart/2005/8/layout/venn2"/>
    <dgm:cxn modelId="{E6ADC547-C3A1-44B4-B6C8-7B09440732BA}" type="presParOf" srcId="{FA0DF2C6-DAA6-4934-A3F7-9C980E098DDC}" destId="{09EE0689-6BEA-4006-9BF8-5635274C03C1}" srcOrd="1" destOrd="0" presId="urn:microsoft.com/office/officeart/2005/8/layout/venn2"/>
    <dgm:cxn modelId="{45376881-55EE-43BB-AE28-058A76E02C4E}" type="presParOf" srcId="{7B0EB2D2-67E5-491D-BAB6-811F173DCE9A}" destId="{70570EB2-4265-4F6D-9F83-54CFCEC0069F}" srcOrd="2" destOrd="0" presId="urn:microsoft.com/office/officeart/2005/8/layout/venn2"/>
    <dgm:cxn modelId="{18A9B0FE-D9B0-4CA9-9B9C-EE1407AA8E4A}" type="presParOf" srcId="{70570EB2-4265-4F6D-9F83-54CFCEC0069F}" destId="{6201655A-0FE0-42B9-AA34-2790BF97D596}" srcOrd="0" destOrd="0" presId="urn:microsoft.com/office/officeart/2005/8/layout/venn2"/>
    <dgm:cxn modelId="{3163FD2E-F19B-4E36-8D22-D06FE0BB5571}" type="presParOf" srcId="{70570EB2-4265-4F6D-9F83-54CFCEC0069F}" destId="{9A048DB9-9379-43C7-9EB2-19D4C0B32B47}" srcOrd="1" destOrd="0" presId="urn:microsoft.com/office/officeart/2005/8/layout/venn2"/>
    <dgm:cxn modelId="{7936EF19-9EFC-44A2-9E5A-5945D719012D}" type="presParOf" srcId="{7B0EB2D2-67E5-491D-BAB6-811F173DCE9A}" destId="{7227EA36-CDB9-4061-A0FC-030561BBE5C2}" srcOrd="3" destOrd="0" presId="urn:microsoft.com/office/officeart/2005/8/layout/venn2"/>
    <dgm:cxn modelId="{1208660D-7202-4005-8F3A-1A3D6206300F}" type="presParOf" srcId="{7227EA36-CDB9-4061-A0FC-030561BBE5C2}" destId="{985EE765-5E7A-4C75-B6A0-350188B8C303}" srcOrd="0" destOrd="0" presId="urn:microsoft.com/office/officeart/2005/8/layout/venn2"/>
    <dgm:cxn modelId="{3FB33577-7B45-4E7D-A8E3-83AAADDB6DA8}" type="presParOf" srcId="{7227EA36-CDB9-4061-A0FC-030561BBE5C2}" destId="{6A4397B4-B68D-4593-AF24-57B9B02888F6}" srcOrd="1" destOrd="0" presId="urn:microsoft.com/office/officeart/2005/8/layout/venn2"/>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25.xml><?xml version="1.0" encoding="utf-8"?>
<dgm:dataModel xmlns:dgm="http://schemas.openxmlformats.org/drawingml/2006/diagram" xmlns:a="http://schemas.openxmlformats.org/drawingml/2006/main">
  <dgm:ptLst>
    <dgm:pt modelId="{B9C32B05-62EA-407A-B21C-2310C7945705}" type="doc">
      <dgm:prSet loTypeId="urn:microsoft.com/office/officeart/2005/8/layout/rings+Icon" loCatId="relationship" qsTypeId="urn:microsoft.com/office/officeart/2005/8/quickstyle/simple4" qsCatId="simple" csTypeId="urn:microsoft.com/office/officeart/2005/8/colors/colorful1" csCatId="colorful" phldr="1"/>
      <dgm:spPr/>
      <dgm:t>
        <a:bodyPr/>
        <a:lstStyle/>
        <a:p>
          <a:endParaRPr lang="en-US"/>
        </a:p>
      </dgm:t>
    </dgm:pt>
    <dgm:pt modelId="{8EA7219F-BDB2-48EB-9EEB-3133522D132E}">
      <dgm:prSet phldrT="[Text]"/>
      <dgm:spPr/>
      <dgm:t>
        <a:bodyPr/>
        <a:lstStyle/>
        <a:p>
          <a:r>
            <a:rPr lang="en-US" dirty="0">
              <a:solidFill>
                <a:schemeClr val="tx2"/>
              </a:solidFill>
            </a:rPr>
            <a:t>Lorem Ipsum</a:t>
          </a:r>
        </a:p>
      </dgm:t>
    </dgm:pt>
    <dgm:pt modelId="{3EE8403A-CB7C-4815-85BD-AEBCAEB71B37}" type="parTrans" cxnId="{58AD7EEF-D408-406B-87EE-4691D4C30668}">
      <dgm:prSet/>
      <dgm:spPr/>
      <dgm:t>
        <a:bodyPr/>
        <a:lstStyle/>
        <a:p>
          <a:endParaRPr lang="en-US">
            <a:solidFill>
              <a:schemeClr val="tx2"/>
            </a:solidFill>
          </a:endParaRPr>
        </a:p>
      </dgm:t>
    </dgm:pt>
    <dgm:pt modelId="{C94B7947-85DC-4B21-BB99-DF8438356F98}" type="sibTrans" cxnId="{58AD7EEF-D408-406B-87EE-4691D4C30668}">
      <dgm:prSet/>
      <dgm:spPr/>
      <dgm:t>
        <a:bodyPr/>
        <a:lstStyle/>
        <a:p>
          <a:endParaRPr lang="en-US">
            <a:solidFill>
              <a:schemeClr val="tx2"/>
            </a:solidFill>
          </a:endParaRPr>
        </a:p>
      </dgm:t>
    </dgm:pt>
    <dgm:pt modelId="{443C2B76-8EF9-4C56-AFB1-7A0AA12087AE}">
      <dgm:prSet phldrT="[Text]"/>
      <dgm:spPr/>
      <dgm:t>
        <a:bodyPr/>
        <a:lstStyle/>
        <a:p>
          <a:r>
            <a:rPr lang="en-US" dirty="0">
              <a:solidFill>
                <a:schemeClr val="tx2"/>
              </a:solidFill>
            </a:rPr>
            <a:t>Lorem Ipsum</a:t>
          </a:r>
        </a:p>
      </dgm:t>
    </dgm:pt>
    <dgm:pt modelId="{A3EF0A8A-09C7-49CA-8152-173A60E62E1C}" type="parTrans" cxnId="{C79DAC70-3565-4418-A55F-FC1534A579E2}">
      <dgm:prSet/>
      <dgm:spPr/>
      <dgm:t>
        <a:bodyPr/>
        <a:lstStyle/>
        <a:p>
          <a:endParaRPr lang="en-US">
            <a:solidFill>
              <a:schemeClr val="tx2"/>
            </a:solidFill>
          </a:endParaRPr>
        </a:p>
      </dgm:t>
    </dgm:pt>
    <dgm:pt modelId="{EF5B6333-E667-483E-BA4E-4DA0F6B24E7E}" type="sibTrans" cxnId="{C79DAC70-3565-4418-A55F-FC1534A579E2}">
      <dgm:prSet/>
      <dgm:spPr/>
      <dgm:t>
        <a:bodyPr/>
        <a:lstStyle/>
        <a:p>
          <a:endParaRPr lang="en-US">
            <a:solidFill>
              <a:schemeClr val="tx2"/>
            </a:solidFill>
          </a:endParaRPr>
        </a:p>
      </dgm:t>
    </dgm:pt>
    <dgm:pt modelId="{C8C47177-D78F-4E10-AED3-738FE6109A6A}">
      <dgm:prSet phldrT="[Text]"/>
      <dgm:spPr/>
      <dgm:t>
        <a:bodyPr/>
        <a:lstStyle/>
        <a:p>
          <a:r>
            <a:rPr lang="en-US" dirty="0">
              <a:solidFill>
                <a:schemeClr val="tx2"/>
              </a:solidFill>
            </a:rPr>
            <a:t>Some text here</a:t>
          </a:r>
        </a:p>
      </dgm:t>
    </dgm:pt>
    <dgm:pt modelId="{7D49F393-8497-4691-89E9-3F76BFAA95E2}" type="parTrans" cxnId="{787E0E6B-B8C3-4DFE-8A36-971DFBFB9355}">
      <dgm:prSet/>
      <dgm:spPr/>
      <dgm:t>
        <a:bodyPr/>
        <a:lstStyle/>
        <a:p>
          <a:endParaRPr lang="en-US">
            <a:solidFill>
              <a:schemeClr val="tx2"/>
            </a:solidFill>
          </a:endParaRPr>
        </a:p>
      </dgm:t>
    </dgm:pt>
    <dgm:pt modelId="{3C62A67B-62DA-46B3-8AEE-8485DF5E5FBD}" type="sibTrans" cxnId="{787E0E6B-B8C3-4DFE-8A36-971DFBFB9355}">
      <dgm:prSet/>
      <dgm:spPr/>
      <dgm:t>
        <a:bodyPr/>
        <a:lstStyle/>
        <a:p>
          <a:endParaRPr lang="en-US">
            <a:solidFill>
              <a:schemeClr val="tx2"/>
            </a:solidFill>
          </a:endParaRPr>
        </a:p>
      </dgm:t>
    </dgm:pt>
    <dgm:pt modelId="{B4609447-CE5E-4B16-BA7A-C9FA332A1A62}">
      <dgm:prSet phldrT="[Text]"/>
      <dgm:spPr/>
      <dgm:t>
        <a:bodyPr/>
        <a:lstStyle/>
        <a:p>
          <a:r>
            <a:rPr lang="en-US" dirty="0">
              <a:solidFill>
                <a:schemeClr val="tx2"/>
              </a:solidFill>
            </a:rPr>
            <a:t>Some text here</a:t>
          </a:r>
        </a:p>
      </dgm:t>
    </dgm:pt>
    <dgm:pt modelId="{40E6296C-92BD-45ED-B8A7-2DD13E71E6CC}" type="parTrans" cxnId="{61951E32-2E74-4B45-9591-9E1133C918B8}">
      <dgm:prSet/>
      <dgm:spPr/>
      <dgm:t>
        <a:bodyPr/>
        <a:lstStyle/>
        <a:p>
          <a:endParaRPr lang="en-US">
            <a:solidFill>
              <a:schemeClr val="tx2"/>
            </a:solidFill>
          </a:endParaRPr>
        </a:p>
      </dgm:t>
    </dgm:pt>
    <dgm:pt modelId="{D3E47367-6164-46B2-A888-E58A5FB252B4}" type="sibTrans" cxnId="{61951E32-2E74-4B45-9591-9E1133C918B8}">
      <dgm:prSet/>
      <dgm:spPr/>
      <dgm:t>
        <a:bodyPr/>
        <a:lstStyle/>
        <a:p>
          <a:endParaRPr lang="en-US">
            <a:solidFill>
              <a:schemeClr val="tx2"/>
            </a:solidFill>
          </a:endParaRPr>
        </a:p>
      </dgm:t>
    </dgm:pt>
    <dgm:pt modelId="{64DF024E-3758-4711-B36D-1A27439A31F4}">
      <dgm:prSet phldrT="[Text]"/>
      <dgm:spPr/>
      <dgm:t>
        <a:bodyPr/>
        <a:lstStyle/>
        <a:p>
          <a:r>
            <a:rPr lang="en-US" dirty="0">
              <a:solidFill>
                <a:schemeClr val="tx2"/>
              </a:solidFill>
            </a:rPr>
            <a:t>Some text here</a:t>
          </a:r>
        </a:p>
      </dgm:t>
    </dgm:pt>
    <dgm:pt modelId="{6E81E591-BE57-48B3-B8A3-76BA17D4E72D}" type="parTrans" cxnId="{9CB4D6E8-A7D9-4485-B279-77396776DD9F}">
      <dgm:prSet/>
      <dgm:spPr/>
      <dgm:t>
        <a:bodyPr/>
        <a:lstStyle/>
        <a:p>
          <a:endParaRPr lang="en-US">
            <a:solidFill>
              <a:schemeClr val="tx2"/>
            </a:solidFill>
          </a:endParaRPr>
        </a:p>
      </dgm:t>
    </dgm:pt>
    <dgm:pt modelId="{4B325220-465E-4F12-AD90-3985E23A5DB9}" type="sibTrans" cxnId="{9CB4D6E8-A7D9-4485-B279-77396776DD9F}">
      <dgm:prSet/>
      <dgm:spPr/>
      <dgm:t>
        <a:bodyPr/>
        <a:lstStyle/>
        <a:p>
          <a:endParaRPr lang="en-US">
            <a:solidFill>
              <a:schemeClr val="tx2"/>
            </a:solidFill>
          </a:endParaRPr>
        </a:p>
      </dgm:t>
    </dgm:pt>
    <dgm:pt modelId="{DDE0D928-D49D-4A27-8E92-3130B9320568}">
      <dgm:prSet phldrT="[Text]"/>
      <dgm:spPr/>
      <dgm:t>
        <a:bodyPr/>
        <a:lstStyle/>
        <a:p>
          <a:r>
            <a:rPr lang="en-US" dirty="0">
              <a:solidFill>
                <a:schemeClr val="tx2"/>
              </a:solidFill>
            </a:rPr>
            <a:t>Some text here</a:t>
          </a:r>
        </a:p>
      </dgm:t>
    </dgm:pt>
    <dgm:pt modelId="{BD8A01E6-DCFB-4634-AA12-EAF5B15F9CCB}" type="parTrans" cxnId="{2709EABC-E6A1-4AF4-BB66-635BCC932127}">
      <dgm:prSet/>
      <dgm:spPr/>
      <dgm:t>
        <a:bodyPr/>
        <a:lstStyle/>
        <a:p>
          <a:endParaRPr lang="en-US">
            <a:solidFill>
              <a:schemeClr val="tx2"/>
            </a:solidFill>
          </a:endParaRPr>
        </a:p>
      </dgm:t>
    </dgm:pt>
    <dgm:pt modelId="{4311EAF2-34EE-4C77-BBCA-D60A3715C931}" type="sibTrans" cxnId="{2709EABC-E6A1-4AF4-BB66-635BCC932127}">
      <dgm:prSet/>
      <dgm:spPr/>
      <dgm:t>
        <a:bodyPr/>
        <a:lstStyle/>
        <a:p>
          <a:endParaRPr lang="en-US">
            <a:solidFill>
              <a:schemeClr val="tx2"/>
            </a:solidFill>
          </a:endParaRPr>
        </a:p>
      </dgm:t>
    </dgm:pt>
    <dgm:pt modelId="{2CFC764E-E417-4FA7-92FC-889DCCBAC0AF}">
      <dgm:prSet phldrT="[Text]"/>
      <dgm:spPr/>
      <dgm:t>
        <a:bodyPr/>
        <a:lstStyle/>
        <a:p>
          <a:r>
            <a:rPr lang="en-US" dirty="0">
              <a:solidFill>
                <a:schemeClr val="tx2"/>
              </a:solidFill>
            </a:rPr>
            <a:t>Some text here</a:t>
          </a:r>
        </a:p>
      </dgm:t>
    </dgm:pt>
    <dgm:pt modelId="{C7C9DFEF-1EB9-40CA-9FF0-138D67AAEEBF}" type="parTrans" cxnId="{2D78AD32-2F25-49F7-BE66-DC601CE1D4FD}">
      <dgm:prSet/>
      <dgm:spPr/>
      <dgm:t>
        <a:bodyPr/>
        <a:lstStyle/>
        <a:p>
          <a:endParaRPr lang="en-US">
            <a:solidFill>
              <a:schemeClr val="tx2"/>
            </a:solidFill>
          </a:endParaRPr>
        </a:p>
      </dgm:t>
    </dgm:pt>
    <dgm:pt modelId="{47E9B72E-D102-4745-AAB1-A07A87214690}" type="sibTrans" cxnId="{2D78AD32-2F25-49F7-BE66-DC601CE1D4FD}">
      <dgm:prSet/>
      <dgm:spPr/>
      <dgm:t>
        <a:bodyPr/>
        <a:lstStyle/>
        <a:p>
          <a:endParaRPr lang="en-US">
            <a:solidFill>
              <a:schemeClr val="tx2"/>
            </a:solidFill>
          </a:endParaRPr>
        </a:p>
      </dgm:t>
    </dgm:pt>
    <dgm:pt modelId="{486CE084-C32C-4939-B03C-288FB9EFCD9F}">
      <dgm:prSet phldrT="[Text]"/>
      <dgm:spPr/>
      <dgm:t>
        <a:bodyPr/>
        <a:lstStyle/>
        <a:p>
          <a:r>
            <a:rPr lang="en-US" dirty="0">
              <a:solidFill>
                <a:schemeClr val="tx2"/>
              </a:solidFill>
            </a:rPr>
            <a:t>Some text here</a:t>
          </a:r>
        </a:p>
      </dgm:t>
    </dgm:pt>
    <dgm:pt modelId="{B5011683-9257-4C35-A951-9C8A07975FD2}" type="parTrans" cxnId="{72DEAAC2-49DE-4910-90CF-0C493E4DB55E}">
      <dgm:prSet/>
      <dgm:spPr/>
      <dgm:t>
        <a:bodyPr/>
        <a:lstStyle/>
        <a:p>
          <a:endParaRPr lang="en-US">
            <a:solidFill>
              <a:schemeClr val="tx2"/>
            </a:solidFill>
          </a:endParaRPr>
        </a:p>
      </dgm:t>
    </dgm:pt>
    <dgm:pt modelId="{AD348FFC-4947-46BD-873B-71307A2369D8}" type="sibTrans" cxnId="{72DEAAC2-49DE-4910-90CF-0C493E4DB55E}">
      <dgm:prSet/>
      <dgm:spPr/>
      <dgm:t>
        <a:bodyPr/>
        <a:lstStyle/>
        <a:p>
          <a:endParaRPr lang="en-US">
            <a:solidFill>
              <a:schemeClr val="tx2"/>
            </a:solidFill>
          </a:endParaRPr>
        </a:p>
      </dgm:t>
    </dgm:pt>
    <dgm:pt modelId="{DC4A1D4A-C4B3-4812-861E-7C76AFEB7982}">
      <dgm:prSet phldrT="[Text]"/>
      <dgm:spPr/>
      <dgm:t>
        <a:bodyPr/>
        <a:lstStyle/>
        <a:p>
          <a:r>
            <a:rPr lang="en-US">
              <a:solidFill>
                <a:schemeClr val="tx2"/>
              </a:solidFill>
            </a:rPr>
            <a:t>Lorem Ipsum</a:t>
          </a:r>
          <a:endParaRPr lang="en-US" dirty="0">
            <a:solidFill>
              <a:schemeClr val="tx2"/>
            </a:solidFill>
          </a:endParaRPr>
        </a:p>
      </dgm:t>
    </dgm:pt>
    <dgm:pt modelId="{B1185B1B-5835-4FE6-AB39-15A8F89C2143}" type="parTrans" cxnId="{ADD0D05D-E24A-4BF8-9059-5C18E7F97F69}">
      <dgm:prSet/>
      <dgm:spPr/>
      <dgm:t>
        <a:bodyPr/>
        <a:lstStyle/>
        <a:p>
          <a:endParaRPr lang="en-US">
            <a:solidFill>
              <a:schemeClr val="tx2"/>
            </a:solidFill>
          </a:endParaRPr>
        </a:p>
      </dgm:t>
    </dgm:pt>
    <dgm:pt modelId="{9BCCC147-0E31-456B-8C4C-F6AA8E81EA53}" type="sibTrans" cxnId="{ADD0D05D-E24A-4BF8-9059-5C18E7F97F69}">
      <dgm:prSet/>
      <dgm:spPr/>
      <dgm:t>
        <a:bodyPr/>
        <a:lstStyle/>
        <a:p>
          <a:endParaRPr lang="en-US">
            <a:solidFill>
              <a:schemeClr val="tx2"/>
            </a:solidFill>
          </a:endParaRPr>
        </a:p>
      </dgm:t>
    </dgm:pt>
    <dgm:pt modelId="{83F49570-35E2-457E-A640-6C2F6FC5F9DF}">
      <dgm:prSet phldrT="[Text]"/>
      <dgm:spPr/>
      <dgm:t>
        <a:bodyPr/>
        <a:lstStyle/>
        <a:p>
          <a:r>
            <a:rPr lang="en-US" dirty="0">
              <a:solidFill>
                <a:schemeClr val="tx2"/>
              </a:solidFill>
            </a:rPr>
            <a:t>Some text here</a:t>
          </a:r>
        </a:p>
      </dgm:t>
    </dgm:pt>
    <dgm:pt modelId="{7E463D0A-FE98-445F-B4BA-82D2E2A80D12}" type="parTrans" cxnId="{A7309314-7743-453C-9871-FB4ED97114E4}">
      <dgm:prSet/>
      <dgm:spPr/>
      <dgm:t>
        <a:bodyPr/>
        <a:lstStyle/>
        <a:p>
          <a:endParaRPr lang="en-US">
            <a:solidFill>
              <a:schemeClr val="tx2"/>
            </a:solidFill>
          </a:endParaRPr>
        </a:p>
      </dgm:t>
    </dgm:pt>
    <dgm:pt modelId="{4C757E48-2653-4ABA-861C-968DD72BA271}" type="sibTrans" cxnId="{A7309314-7743-453C-9871-FB4ED97114E4}">
      <dgm:prSet/>
      <dgm:spPr/>
      <dgm:t>
        <a:bodyPr/>
        <a:lstStyle/>
        <a:p>
          <a:endParaRPr lang="en-US">
            <a:solidFill>
              <a:schemeClr val="tx2"/>
            </a:solidFill>
          </a:endParaRPr>
        </a:p>
      </dgm:t>
    </dgm:pt>
    <dgm:pt modelId="{9C125C99-BAD5-4A40-BC47-FCF2C425B62F}">
      <dgm:prSet phldrT="[Text]"/>
      <dgm:spPr/>
      <dgm:t>
        <a:bodyPr/>
        <a:lstStyle/>
        <a:p>
          <a:r>
            <a:rPr lang="en-US" dirty="0">
              <a:solidFill>
                <a:schemeClr val="tx2"/>
              </a:solidFill>
            </a:rPr>
            <a:t>Some text here</a:t>
          </a:r>
        </a:p>
      </dgm:t>
    </dgm:pt>
    <dgm:pt modelId="{F28C7742-73B4-42FA-9268-B8D98449A00E}" type="parTrans" cxnId="{1210679E-54D1-4891-94D3-2000CD53278B}">
      <dgm:prSet/>
      <dgm:spPr/>
      <dgm:t>
        <a:bodyPr/>
        <a:lstStyle/>
        <a:p>
          <a:endParaRPr lang="en-US">
            <a:solidFill>
              <a:schemeClr val="tx2"/>
            </a:solidFill>
          </a:endParaRPr>
        </a:p>
      </dgm:t>
    </dgm:pt>
    <dgm:pt modelId="{3DDF9E8D-0049-48E2-B2C1-58772A391CDB}" type="sibTrans" cxnId="{1210679E-54D1-4891-94D3-2000CD53278B}">
      <dgm:prSet/>
      <dgm:spPr/>
      <dgm:t>
        <a:bodyPr/>
        <a:lstStyle/>
        <a:p>
          <a:endParaRPr lang="en-US">
            <a:solidFill>
              <a:schemeClr val="tx2"/>
            </a:solidFill>
          </a:endParaRPr>
        </a:p>
      </dgm:t>
    </dgm:pt>
    <dgm:pt modelId="{C7D1582F-7749-4EB6-95E1-C7874C541152}">
      <dgm:prSet phldrT="[Text]"/>
      <dgm:spPr/>
      <dgm:t>
        <a:bodyPr/>
        <a:lstStyle/>
        <a:p>
          <a:r>
            <a:rPr lang="en-US" dirty="0">
              <a:solidFill>
                <a:schemeClr val="tx2"/>
              </a:solidFill>
            </a:rPr>
            <a:t>Some text here</a:t>
          </a:r>
        </a:p>
      </dgm:t>
    </dgm:pt>
    <dgm:pt modelId="{6659F6E1-B647-47D3-9C82-2A731D57F3D3}" type="parTrans" cxnId="{21329681-02E1-460A-9EE3-A451A0834791}">
      <dgm:prSet/>
      <dgm:spPr/>
      <dgm:t>
        <a:bodyPr/>
        <a:lstStyle/>
        <a:p>
          <a:endParaRPr lang="en-US">
            <a:solidFill>
              <a:schemeClr val="tx2"/>
            </a:solidFill>
          </a:endParaRPr>
        </a:p>
      </dgm:t>
    </dgm:pt>
    <dgm:pt modelId="{F2353373-7E71-417E-B90E-428841B2B28E}" type="sibTrans" cxnId="{21329681-02E1-460A-9EE3-A451A0834791}">
      <dgm:prSet/>
      <dgm:spPr/>
      <dgm:t>
        <a:bodyPr/>
        <a:lstStyle/>
        <a:p>
          <a:endParaRPr lang="en-US">
            <a:solidFill>
              <a:schemeClr val="tx2"/>
            </a:solidFill>
          </a:endParaRPr>
        </a:p>
      </dgm:t>
    </dgm:pt>
    <dgm:pt modelId="{103CBF64-CDB2-4339-81CD-24B7C063FC60}">
      <dgm:prSet phldrT="[Text]"/>
      <dgm:spPr/>
      <dgm:t>
        <a:bodyPr/>
        <a:lstStyle/>
        <a:p>
          <a:r>
            <a:rPr lang="en-US">
              <a:solidFill>
                <a:schemeClr val="tx2"/>
              </a:solidFill>
            </a:rPr>
            <a:t>Lorem Ipsum</a:t>
          </a:r>
          <a:endParaRPr lang="en-US" dirty="0">
            <a:solidFill>
              <a:schemeClr val="tx2"/>
            </a:solidFill>
          </a:endParaRPr>
        </a:p>
      </dgm:t>
    </dgm:pt>
    <dgm:pt modelId="{D803935B-F3B6-4A9F-8B8B-E92996310E4F}" type="parTrans" cxnId="{1A8690C7-CA65-450F-8361-884C7E855A1F}">
      <dgm:prSet/>
      <dgm:spPr/>
      <dgm:t>
        <a:bodyPr/>
        <a:lstStyle/>
        <a:p>
          <a:endParaRPr lang="en-US">
            <a:solidFill>
              <a:schemeClr val="tx2"/>
            </a:solidFill>
          </a:endParaRPr>
        </a:p>
      </dgm:t>
    </dgm:pt>
    <dgm:pt modelId="{C7F90B7F-B9D5-4878-A14E-6E7C00BD8E9A}" type="sibTrans" cxnId="{1A8690C7-CA65-450F-8361-884C7E855A1F}">
      <dgm:prSet/>
      <dgm:spPr/>
      <dgm:t>
        <a:bodyPr/>
        <a:lstStyle/>
        <a:p>
          <a:endParaRPr lang="en-US">
            <a:solidFill>
              <a:schemeClr val="tx2"/>
            </a:solidFill>
          </a:endParaRPr>
        </a:p>
      </dgm:t>
    </dgm:pt>
    <dgm:pt modelId="{D37D8CD1-C843-4AFB-B91C-021D966AE54C}">
      <dgm:prSet phldrT="[Text]"/>
      <dgm:spPr/>
      <dgm:t>
        <a:bodyPr/>
        <a:lstStyle/>
        <a:p>
          <a:r>
            <a:rPr lang="en-US" dirty="0">
              <a:solidFill>
                <a:schemeClr val="tx2"/>
              </a:solidFill>
            </a:rPr>
            <a:t>Some text here</a:t>
          </a:r>
        </a:p>
      </dgm:t>
    </dgm:pt>
    <dgm:pt modelId="{A36BEEE6-307A-4228-A4CF-04384BE75FE2}" type="parTrans" cxnId="{09D9F218-F774-419F-8076-17035E2D7185}">
      <dgm:prSet/>
      <dgm:spPr/>
      <dgm:t>
        <a:bodyPr/>
        <a:lstStyle/>
        <a:p>
          <a:endParaRPr lang="en-US">
            <a:solidFill>
              <a:schemeClr val="tx2"/>
            </a:solidFill>
          </a:endParaRPr>
        </a:p>
      </dgm:t>
    </dgm:pt>
    <dgm:pt modelId="{05F6EF45-F3F4-4141-A3C1-6F9CDA9A2352}" type="sibTrans" cxnId="{09D9F218-F774-419F-8076-17035E2D7185}">
      <dgm:prSet/>
      <dgm:spPr/>
      <dgm:t>
        <a:bodyPr/>
        <a:lstStyle/>
        <a:p>
          <a:endParaRPr lang="en-US">
            <a:solidFill>
              <a:schemeClr val="tx2"/>
            </a:solidFill>
          </a:endParaRPr>
        </a:p>
      </dgm:t>
    </dgm:pt>
    <dgm:pt modelId="{CE7AC5B3-0A40-4DDE-9268-23AB90689905}">
      <dgm:prSet phldrT="[Text]"/>
      <dgm:spPr/>
      <dgm:t>
        <a:bodyPr/>
        <a:lstStyle/>
        <a:p>
          <a:r>
            <a:rPr lang="en-US" dirty="0">
              <a:solidFill>
                <a:schemeClr val="tx2"/>
              </a:solidFill>
            </a:rPr>
            <a:t>Some text here</a:t>
          </a:r>
        </a:p>
      </dgm:t>
    </dgm:pt>
    <dgm:pt modelId="{5CB965B9-3933-4FD9-94D2-1E4E93AFD474}" type="parTrans" cxnId="{116B0644-7B2C-448F-BF00-12DC4A98CF48}">
      <dgm:prSet/>
      <dgm:spPr/>
      <dgm:t>
        <a:bodyPr/>
        <a:lstStyle/>
        <a:p>
          <a:endParaRPr lang="en-US">
            <a:solidFill>
              <a:schemeClr val="tx2"/>
            </a:solidFill>
          </a:endParaRPr>
        </a:p>
      </dgm:t>
    </dgm:pt>
    <dgm:pt modelId="{1E910D50-FA70-48F4-921B-F8320102751E}" type="sibTrans" cxnId="{116B0644-7B2C-448F-BF00-12DC4A98CF48}">
      <dgm:prSet/>
      <dgm:spPr/>
      <dgm:t>
        <a:bodyPr/>
        <a:lstStyle/>
        <a:p>
          <a:endParaRPr lang="en-US">
            <a:solidFill>
              <a:schemeClr val="tx2"/>
            </a:solidFill>
          </a:endParaRPr>
        </a:p>
      </dgm:t>
    </dgm:pt>
    <dgm:pt modelId="{FE125691-F62C-4051-9398-9E8B4B9DAAC6}">
      <dgm:prSet phldrT="[Text]"/>
      <dgm:spPr/>
      <dgm:t>
        <a:bodyPr/>
        <a:lstStyle/>
        <a:p>
          <a:r>
            <a:rPr lang="en-US" dirty="0">
              <a:solidFill>
                <a:schemeClr val="tx2"/>
              </a:solidFill>
            </a:rPr>
            <a:t>Some text here</a:t>
          </a:r>
        </a:p>
      </dgm:t>
    </dgm:pt>
    <dgm:pt modelId="{ED1C4A88-8A77-4A49-BC56-B087FD0B7DFA}" type="parTrans" cxnId="{31A2BEC6-492A-4967-BBCB-9CC6D4F70750}">
      <dgm:prSet/>
      <dgm:spPr/>
      <dgm:t>
        <a:bodyPr/>
        <a:lstStyle/>
        <a:p>
          <a:endParaRPr lang="en-US">
            <a:solidFill>
              <a:schemeClr val="tx2"/>
            </a:solidFill>
          </a:endParaRPr>
        </a:p>
      </dgm:t>
    </dgm:pt>
    <dgm:pt modelId="{007B9233-CD26-4F9F-85E3-99D2DF934DB2}" type="sibTrans" cxnId="{31A2BEC6-492A-4967-BBCB-9CC6D4F70750}">
      <dgm:prSet/>
      <dgm:spPr/>
      <dgm:t>
        <a:bodyPr/>
        <a:lstStyle/>
        <a:p>
          <a:endParaRPr lang="en-US">
            <a:solidFill>
              <a:schemeClr val="tx2"/>
            </a:solidFill>
          </a:endParaRPr>
        </a:p>
      </dgm:t>
    </dgm:pt>
    <dgm:pt modelId="{06A90AAC-D256-49FD-B4B5-2B262A54A8AC}">
      <dgm:prSet phldrT="[Text]"/>
      <dgm:spPr/>
      <dgm:t>
        <a:bodyPr/>
        <a:lstStyle/>
        <a:p>
          <a:r>
            <a:rPr lang="en-US" dirty="0">
              <a:solidFill>
                <a:schemeClr val="tx2"/>
              </a:solidFill>
            </a:rPr>
            <a:t>Lorem Ipsum</a:t>
          </a:r>
        </a:p>
      </dgm:t>
    </dgm:pt>
    <dgm:pt modelId="{4D2C173D-971D-4883-8E24-0847854D4D00}" type="parTrans" cxnId="{3AC25985-0288-416E-A4ED-0C50E5FA2312}">
      <dgm:prSet/>
      <dgm:spPr/>
      <dgm:t>
        <a:bodyPr/>
        <a:lstStyle/>
        <a:p>
          <a:endParaRPr lang="en-US">
            <a:solidFill>
              <a:schemeClr val="tx2"/>
            </a:solidFill>
          </a:endParaRPr>
        </a:p>
      </dgm:t>
    </dgm:pt>
    <dgm:pt modelId="{35E58202-8B2A-4084-9689-D7102B95095D}" type="sibTrans" cxnId="{3AC25985-0288-416E-A4ED-0C50E5FA2312}">
      <dgm:prSet/>
      <dgm:spPr/>
      <dgm:t>
        <a:bodyPr/>
        <a:lstStyle/>
        <a:p>
          <a:endParaRPr lang="en-US">
            <a:solidFill>
              <a:schemeClr val="tx2"/>
            </a:solidFill>
          </a:endParaRPr>
        </a:p>
      </dgm:t>
    </dgm:pt>
    <dgm:pt modelId="{6AF37AC7-80FA-423C-B681-1E25AE91A50B}">
      <dgm:prSet phldrT="[Text]"/>
      <dgm:spPr/>
      <dgm:t>
        <a:bodyPr/>
        <a:lstStyle/>
        <a:p>
          <a:r>
            <a:rPr lang="en-US" dirty="0">
              <a:solidFill>
                <a:schemeClr val="tx2"/>
              </a:solidFill>
            </a:rPr>
            <a:t>Some text here</a:t>
          </a:r>
        </a:p>
      </dgm:t>
    </dgm:pt>
    <dgm:pt modelId="{A1DAE13C-A17D-441F-AAAC-F1BF3F2B80E2}" type="parTrans" cxnId="{0B30F9DE-3E39-464C-BB3D-D458A6552735}">
      <dgm:prSet/>
      <dgm:spPr/>
      <dgm:t>
        <a:bodyPr/>
        <a:lstStyle/>
        <a:p>
          <a:endParaRPr lang="en-US">
            <a:solidFill>
              <a:schemeClr val="tx2"/>
            </a:solidFill>
          </a:endParaRPr>
        </a:p>
      </dgm:t>
    </dgm:pt>
    <dgm:pt modelId="{B0E4BE0A-16FB-4A15-8E9E-E80A6DE105F4}" type="sibTrans" cxnId="{0B30F9DE-3E39-464C-BB3D-D458A6552735}">
      <dgm:prSet/>
      <dgm:spPr/>
      <dgm:t>
        <a:bodyPr/>
        <a:lstStyle/>
        <a:p>
          <a:endParaRPr lang="en-US">
            <a:solidFill>
              <a:schemeClr val="tx2"/>
            </a:solidFill>
          </a:endParaRPr>
        </a:p>
      </dgm:t>
    </dgm:pt>
    <dgm:pt modelId="{976974F5-1B50-4419-8984-094A869137C5}">
      <dgm:prSet phldrT="[Text]"/>
      <dgm:spPr/>
      <dgm:t>
        <a:bodyPr/>
        <a:lstStyle/>
        <a:p>
          <a:r>
            <a:rPr lang="en-US" dirty="0">
              <a:solidFill>
                <a:schemeClr val="tx2"/>
              </a:solidFill>
            </a:rPr>
            <a:t>Some text here</a:t>
          </a:r>
        </a:p>
      </dgm:t>
    </dgm:pt>
    <dgm:pt modelId="{1F9E3053-4F55-4F75-8E43-1553A953A5AD}" type="parTrans" cxnId="{E871BFEA-FD29-4D89-88C3-93A1B5C05DDA}">
      <dgm:prSet/>
      <dgm:spPr/>
      <dgm:t>
        <a:bodyPr/>
        <a:lstStyle/>
        <a:p>
          <a:endParaRPr lang="en-US">
            <a:solidFill>
              <a:schemeClr val="tx2"/>
            </a:solidFill>
          </a:endParaRPr>
        </a:p>
      </dgm:t>
    </dgm:pt>
    <dgm:pt modelId="{E162DB79-1106-4B83-BA06-77722CE56EBC}" type="sibTrans" cxnId="{E871BFEA-FD29-4D89-88C3-93A1B5C05DDA}">
      <dgm:prSet/>
      <dgm:spPr/>
      <dgm:t>
        <a:bodyPr/>
        <a:lstStyle/>
        <a:p>
          <a:endParaRPr lang="en-US">
            <a:solidFill>
              <a:schemeClr val="tx2"/>
            </a:solidFill>
          </a:endParaRPr>
        </a:p>
      </dgm:t>
    </dgm:pt>
    <dgm:pt modelId="{8AA36CD8-3082-4E92-8042-A385962C5B51}">
      <dgm:prSet phldrT="[Text]"/>
      <dgm:spPr/>
      <dgm:t>
        <a:bodyPr/>
        <a:lstStyle/>
        <a:p>
          <a:r>
            <a:rPr lang="en-US" dirty="0">
              <a:solidFill>
                <a:schemeClr val="tx2"/>
              </a:solidFill>
            </a:rPr>
            <a:t>Some text here</a:t>
          </a:r>
        </a:p>
      </dgm:t>
    </dgm:pt>
    <dgm:pt modelId="{69878734-35C1-4950-9451-AD7CA27589D9}" type="parTrans" cxnId="{7F98A67B-89EB-484F-B8D6-A292856C2901}">
      <dgm:prSet/>
      <dgm:spPr/>
      <dgm:t>
        <a:bodyPr/>
        <a:lstStyle/>
        <a:p>
          <a:endParaRPr lang="en-US">
            <a:solidFill>
              <a:schemeClr val="tx2"/>
            </a:solidFill>
          </a:endParaRPr>
        </a:p>
      </dgm:t>
    </dgm:pt>
    <dgm:pt modelId="{87917C9A-0D91-489D-AF17-22E40BAB3DDC}" type="sibTrans" cxnId="{7F98A67B-89EB-484F-B8D6-A292856C2901}">
      <dgm:prSet/>
      <dgm:spPr/>
      <dgm:t>
        <a:bodyPr/>
        <a:lstStyle/>
        <a:p>
          <a:endParaRPr lang="en-US">
            <a:solidFill>
              <a:schemeClr val="tx2"/>
            </a:solidFill>
          </a:endParaRPr>
        </a:p>
      </dgm:t>
    </dgm:pt>
    <dgm:pt modelId="{5C5748D3-8712-4951-A939-97FAB9A4D41E}" type="pres">
      <dgm:prSet presAssocID="{B9C32B05-62EA-407A-B21C-2310C7945705}" presName="Name0" presStyleCnt="0">
        <dgm:presLayoutVars>
          <dgm:chMax val="7"/>
          <dgm:dir/>
          <dgm:resizeHandles val="exact"/>
        </dgm:presLayoutVars>
      </dgm:prSet>
      <dgm:spPr/>
    </dgm:pt>
    <dgm:pt modelId="{55466EC6-31DD-4CAB-9FC8-154C1AAA4E91}" type="pres">
      <dgm:prSet presAssocID="{B9C32B05-62EA-407A-B21C-2310C7945705}" presName="ellipse1" presStyleLbl="vennNode1" presStyleIdx="0" presStyleCnt="5">
        <dgm:presLayoutVars>
          <dgm:bulletEnabled val="1"/>
        </dgm:presLayoutVars>
      </dgm:prSet>
      <dgm:spPr/>
    </dgm:pt>
    <dgm:pt modelId="{89AA0001-53DF-4E74-BA55-C8324EBB5F27}" type="pres">
      <dgm:prSet presAssocID="{B9C32B05-62EA-407A-B21C-2310C7945705}" presName="ellipse2" presStyleLbl="vennNode1" presStyleIdx="1" presStyleCnt="5">
        <dgm:presLayoutVars>
          <dgm:bulletEnabled val="1"/>
        </dgm:presLayoutVars>
      </dgm:prSet>
      <dgm:spPr/>
    </dgm:pt>
    <dgm:pt modelId="{7EE7E7DC-AA37-4BF4-8B05-59860A2202AA}" type="pres">
      <dgm:prSet presAssocID="{B9C32B05-62EA-407A-B21C-2310C7945705}" presName="ellipse3" presStyleLbl="vennNode1" presStyleIdx="2" presStyleCnt="5">
        <dgm:presLayoutVars>
          <dgm:bulletEnabled val="1"/>
        </dgm:presLayoutVars>
      </dgm:prSet>
      <dgm:spPr/>
    </dgm:pt>
    <dgm:pt modelId="{61B7D573-077C-4A72-A053-42A3061B5CCC}" type="pres">
      <dgm:prSet presAssocID="{B9C32B05-62EA-407A-B21C-2310C7945705}" presName="ellipse4" presStyleLbl="vennNode1" presStyleIdx="3" presStyleCnt="5">
        <dgm:presLayoutVars>
          <dgm:bulletEnabled val="1"/>
        </dgm:presLayoutVars>
      </dgm:prSet>
      <dgm:spPr/>
    </dgm:pt>
    <dgm:pt modelId="{D58DCFBC-93CE-4770-8C0B-177886CF1F2C}" type="pres">
      <dgm:prSet presAssocID="{B9C32B05-62EA-407A-B21C-2310C7945705}" presName="ellipse5" presStyleLbl="vennNode1" presStyleIdx="4" presStyleCnt="5">
        <dgm:presLayoutVars>
          <dgm:bulletEnabled val="1"/>
        </dgm:presLayoutVars>
      </dgm:prSet>
      <dgm:spPr/>
    </dgm:pt>
  </dgm:ptLst>
  <dgm:cxnLst>
    <dgm:cxn modelId="{A7309314-7743-453C-9871-FB4ED97114E4}" srcId="{DC4A1D4A-C4B3-4812-861E-7C76AFEB7982}" destId="{83F49570-35E2-457E-A640-6C2F6FC5F9DF}" srcOrd="0" destOrd="0" parTransId="{7E463D0A-FE98-445F-B4BA-82D2E2A80D12}" sibTransId="{4C757E48-2653-4ABA-861C-968DD72BA271}"/>
    <dgm:cxn modelId="{09D9F218-F774-419F-8076-17035E2D7185}" srcId="{103CBF64-CDB2-4339-81CD-24B7C063FC60}" destId="{D37D8CD1-C843-4AFB-B91C-021D966AE54C}" srcOrd="0" destOrd="0" parTransId="{A36BEEE6-307A-4228-A4CF-04384BE75FE2}" sibTransId="{05F6EF45-F3F4-4141-A3C1-6F9CDA9A2352}"/>
    <dgm:cxn modelId="{FC73011C-B14D-4B03-B496-9BB58373F15D}" type="presOf" srcId="{C8C47177-D78F-4E10-AED3-738FE6109A6A}" destId="{89AA0001-53DF-4E74-BA55-C8324EBB5F27}" srcOrd="0" destOrd="1" presId="urn:microsoft.com/office/officeart/2005/8/layout/rings+Icon"/>
    <dgm:cxn modelId="{EB68601F-5F06-4A4C-8E52-93B47E7E5392}" type="presOf" srcId="{64DF024E-3758-4711-B36D-1A27439A31F4}" destId="{89AA0001-53DF-4E74-BA55-C8324EBB5F27}" srcOrd="0" destOrd="3" presId="urn:microsoft.com/office/officeart/2005/8/layout/rings+Icon"/>
    <dgm:cxn modelId="{1E35B327-28D6-459C-8422-80F1EA22D284}" type="presOf" srcId="{C7D1582F-7749-4EB6-95E1-C7874C541152}" destId="{7EE7E7DC-AA37-4BF4-8B05-59860A2202AA}" srcOrd="0" destOrd="3" presId="urn:microsoft.com/office/officeart/2005/8/layout/rings+Icon"/>
    <dgm:cxn modelId="{54694131-8A81-41B9-A513-AB931E691607}" type="presOf" srcId="{CE7AC5B3-0A40-4DDE-9268-23AB90689905}" destId="{61B7D573-077C-4A72-A053-42A3061B5CCC}" srcOrd="0" destOrd="2" presId="urn:microsoft.com/office/officeart/2005/8/layout/rings+Icon"/>
    <dgm:cxn modelId="{61951E32-2E74-4B45-9591-9E1133C918B8}" srcId="{443C2B76-8EF9-4C56-AFB1-7A0AA12087AE}" destId="{B4609447-CE5E-4B16-BA7A-C9FA332A1A62}" srcOrd="1" destOrd="0" parTransId="{40E6296C-92BD-45ED-B8A7-2DD13E71E6CC}" sibTransId="{D3E47367-6164-46B2-A888-E58A5FB252B4}"/>
    <dgm:cxn modelId="{2D78AD32-2F25-49F7-BE66-DC601CE1D4FD}" srcId="{8EA7219F-BDB2-48EB-9EEB-3133522D132E}" destId="{2CFC764E-E417-4FA7-92FC-889DCCBAC0AF}" srcOrd="1" destOrd="0" parTransId="{C7C9DFEF-1EB9-40CA-9FF0-138D67AAEEBF}" sibTransId="{47E9B72E-D102-4745-AAB1-A07A87214690}"/>
    <dgm:cxn modelId="{ADD0D05D-E24A-4BF8-9059-5C18E7F97F69}" srcId="{B9C32B05-62EA-407A-B21C-2310C7945705}" destId="{DC4A1D4A-C4B3-4812-861E-7C76AFEB7982}" srcOrd="2" destOrd="0" parTransId="{B1185B1B-5835-4FE6-AB39-15A8F89C2143}" sibTransId="{9BCCC147-0E31-456B-8C4C-F6AA8E81EA53}"/>
    <dgm:cxn modelId="{116B0644-7B2C-448F-BF00-12DC4A98CF48}" srcId="{103CBF64-CDB2-4339-81CD-24B7C063FC60}" destId="{CE7AC5B3-0A40-4DDE-9268-23AB90689905}" srcOrd="1" destOrd="0" parTransId="{5CB965B9-3933-4FD9-94D2-1E4E93AFD474}" sibTransId="{1E910D50-FA70-48F4-921B-F8320102751E}"/>
    <dgm:cxn modelId="{CBF27765-B54A-49D9-94B4-72205FD2551C}" type="presOf" srcId="{486CE084-C32C-4939-B03C-288FB9EFCD9F}" destId="{55466EC6-31DD-4CAB-9FC8-154C1AAA4E91}" srcOrd="0" destOrd="3" presId="urn:microsoft.com/office/officeart/2005/8/layout/rings+Icon"/>
    <dgm:cxn modelId="{95F9BB46-F189-4CAF-90A8-FD06F5ABDF20}" type="presOf" srcId="{DDE0D928-D49D-4A27-8E92-3130B9320568}" destId="{55466EC6-31DD-4CAB-9FC8-154C1AAA4E91}" srcOrd="0" destOrd="1" presId="urn:microsoft.com/office/officeart/2005/8/layout/rings+Icon"/>
    <dgm:cxn modelId="{23326F47-BA3F-481B-B3DE-72D11CD3B23D}" type="presOf" srcId="{8EA7219F-BDB2-48EB-9EEB-3133522D132E}" destId="{55466EC6-31DD-4CAB-9FC8-154C1AAA4E91}" srcOrd="0" destOrd="0" presId="urn:microsoft.com/office/officeart/2005/8/layout/rings+Icon"/>
    <dgm:cxn modelId="{787E0E6B-B8C3-4DFE-8A36-971DFBFB9355}" srcId="{443C2B76-8EF9-4C56-AFB1-7A0AA12087AE}" destId="{C8C47177-D78F-4E10-AED3-738FE6109A6A}" srcOrd="0" destOrd="0" parTransId="{7D49F393-8497-4691-89E9-3F76BFAA95E2}" sibTransId="{3C62A67B-62DA-46B3-8AEE-8485DF5E5FBD}"/>
    <dgm:cxn modelId="{E433454D-0D94-44A0-A034-95A3CC52A70D}" type="presOf" srcId="{D37D8CD1-C843-4AFB-B91C-021D966AE54C}" destId="{61B7D573-077C-4A72-A053-42A3061B5CCC}" srcOrd="0" destOrd="1" presId="urn:microsoft.com/office/officeart/2005/8/layout/rings+Icon"/>
    <dgm:cxn modelId="{C79DAC70-3565-4418-A55F-FC1534A579E2}" srcId="{B9C32B05-62EA-407A-B21C-2310C7945705}" destId="{443C2B76-8EF9-4C56-AFB1-7A0AA12087AE}" srcOrd="1" destOrd="0" parTransId="{A3EF0A8A-09C7-49CA-8152-173A60E62E1C}" sibTransId="{EF5B6333-E667-483E-BA4E-4DA0F6B24E7E}"/>
    <dgm:cxn modelId="{7F98A67B-89EB-484F-B8D6-A292856C2901}" srcId="{06A90AAC-D256-49FD-B4B5-2B262A54A8AC}" destId="{8AA36CD8-3082-4E92-8042-A385962C5B51}" srcOrd="2" destOrd="0" parTransId="{69878734-35C1-4950-9451-AD7CA27589D9}" sibTransId="{87917C9A-0D91-489D-AF17-22E40BAB3DDC}"/>
    <dgm:cxn modelId="{21329681-02E1-460A-9EE3-A451A0834791}" srcId="{DC4A1D4A-C4B3-4812-861E-7C76AFEB7982}" destId="{C7D1582F-7749-4EB6-95E1-C7874C541152}" srcOrd="2" destOrd="0" parTransId="{6659F6E1-B647-47D3-9C82-2A731D57F3D3}" sibTransId="{F2353373-7E71-417E-B90E-428841B2B28E}"/>
    <dgm:cxn modelId="{7DE8C884-18FE-4649-88B1-094318992AD7}" type="presOf" srcId="{103CBF64-CDB2-4339-81CD-24B7C063FC60}" destId="{61B7D573-077C-4A72-A053-42A3061B5CCC}" srcOrd="0" destOrd="0" presId="urn:microsoft.com/office/officeart/2005/8/layout/rings+Icon"/>
    <dgm:cxn modelId="{3AC25985-0288-416E-A4ED-0C50E5FA2312}" srcId="{B9C32B05-62EA-407A-B21C-2310C7945705}" destId="{06A90AAC-D256-49FD-B4B5-2B262A54A8AC}" srcOrd="4" destOrd="0" parTransId="{4D2C173D-971D-4883-8E24-0847854D4D00}" sibTransId="{35E58202-8B2A-4084-9689-D7102B95095D}"/>
    <dgm:cxn modelId="{42A60991-5810-46EB-A79F-8CF38D71B7A3}" type="presOf" srcId="{DC4A1D4A-C4B3-4812-861E-7C76AFEB7982}" destId="{7EE7E7DC-AA37-4BF4-8B05-59860A2202AA}" srcOrd="0" destOrd="0" presId="urn:microsoft.com/office/officeart/2005/8/layout/rings+Icon"/>
    <dgm:cxn modelId="{1210679E-54D1-4891-94D3-2000CD53278B}" srcId="{DC4A1D4A-C4B3-4812-861E-7C76AFEB7982}" destId="{9C125C99-BAD5-4A40-BC47-FCF2C425B62F}" srcOrd="1" destOrd="0" parTransId="{F28C7742-73B4-42FA-9268-B8D98449A00E}" sibTransId="{3DDF9E8D-0049-48E2-B2C1-58772A391CDB}"/>
    <dgm:cxn modelId="{CAB69CB9-94AF-41BF-A75B-BB711BBB45D5}" type="presOf" srcId="{B4609447-CE5E-4B16-BA7A-C9FA332A1A62}" destId="{89AA0001-53DF-4E74-BA55-C8324EBB5F27}" srcOrd="0" destOrd="2" presId="urn:microsoft.com/office/officeart/2005/8/layout/rings+Icon"/>
    <dgm:cxn modelId="{2709EABC-E6A1-4AF4-BB66-635BCC932127}" srcId="{8EA7219F-BDB2-48EB-9EEB-3133522D132E}" destId="{DDE0D928-D49D-4A27-8E92-3130B9320568}" srcOrd="0" destOrd="0" parTransId="{BD8A01E6-DCFB-4634-AA12-EAF5B15F9CCB}" sibTransId="{4311EAF2-34EE-4C77-BBCA-D60A3715C931}"/>
    <dgm:cxn modelId="{01BC10BD-1C49-4528-BCF5-D1F7C11A86CA}" type="presOf" srcId="{9C125C99-BAD5-4A40-BC47-FCF2C425B62F}" destId="{7EE7E7DC-AA37-4BF4-8B05-59860A2202AA}" srcOrd="0" destOrd="2" presId="urn:microsoft.com/office/officeart/2005/8/layout/rings+Icon"/>
    <dgm:cxn modelId="{4700ACC1-3DE2-4CE9-A9ED-83959A456E7F}" type="presOf" srcId="{06A90AAC-D256-49FD-B4B5-2B262A54A8AC}" destId="{D58DCFBC-93CE-4770-8C0B-177886CF1F2C}" srcOrd="0" destOrd="0" presId="urn:microsoft.com/office/officeart/2005/8/layout/rings+Icon"/>
    <dgm:cxn modelId="{72DEAAC2-49DE-4910-90CF-0C493E4DB55E}" srcId="{8EA7219F-BDB2-48EB-9EEB-3133522D132E}" destId="{486CE084-C32C-4939-B03C-288FB9EFCD9F}" srcOrd="2" destOrd="0" parTransId="{B5011683-9257-4C35-A951-9C8A07975FD2}" sibTransId="{AD348FFC-4947-46BD-873B-71307A2369D8}"/>
    <dgm:cxn modelId="{61E00AC4-FA0C-4ECB-BC9A-1E888F108643}" type="presOf" srcId="{443C2B76-8EF9-4C56-AFB1-7A0AA12087AE}" destId="{89AA0001-53DF-4E74-BA55-C8324EBB5F27}" srcOrd="0" destOrd="0" presId="urn:microsoft.com/office/officeart/2005/8/layout/rings+Icon"/>
    <dgm:cxn modelId="{E42307C6-4E5D-4A87-B858-9C0145CFEE3B}" type="presOf" srcId="{976974F5-1B50-4419-8984-094A869137C5}" destId="{D58DCFBC-93CE-4770-8C0B-177886CF1F2C}" srcOrd="0" destOrd="2" presId="urn:microsoft.com/office/officeart/2005/8/layout/rings+Icon"/>
    <dgm:cxn modelId="{31A2BEC6-492A-4967-BBCB-9CC6D4F70750}" srcId="{103CBF64-CDB2-4339-81CD-24B7C063FC60}" destId="{FE125691-F62C-4051-9398-9E8B4B9DAAC6}" srcOrd="2" destOrd="0" parTransId="{ED1C4A88-8A77-4A49-BC56-B087FD0B7DFA}" sibTransId="{007B9233-CD26-4F9F-85E3-99D2DF934DB2}"/>
    <dgm:cxn modelId="{1A8690C7-CA65-450F-8361-884C7E855A1F}" srcId="{B9C32B05-62EA-407A-B21C-2310C7945705}" destId="{103CBF64-CDB2-4339-81CD-24B7C063FC60}" srcOrd="3" destOrd="0" parTransId="{D803935B-F3B6-4A9F-8B8B-E92996310E4F}" sibTransId="{C7F90B7F-B9D5-4878-A14E-6E7C00BD8E9A}"/>
    <dgm:cxn modelId="{84B594CD-04D0-415B-BEE0-56E2EFAE6905}" type="presOf" srcId="{6AF37AC7-80FA-423C-B681-1E25AE91A50B}" destId="{D58DCFBC-93CE-4770-8C0B-177886CF1F2C}" srcOrd="0" destOrd="1" presId="urn:microsoft.com/office/officeart/2005/8/layout/rings+Icon"/>
    <dgm:cxn modelId="{823AA5D6-4A15-4A6F-BDEC-72727B403EE4}" type="presOf" srcId="{B9C32B05-62EA-407A-B21C-2310C7945705}" destId="{5C5748D3-8712-4951-A939-97FAB9A4D41E}" srcOrd="0" destOrd="0" presId="urn:microsoft.com/office/officeart/2005/8/layout/rings+Icon"/>
    <dgm:cxn modelId="{0B30F9DE-3E39-464C-BB3D-D458A6552735}" srcId="{06A90AAC-D256-49FD-B4B5-2B262A54A8AC}" destId="{6AF37AC7-80FA-423C-B681-1E25AE91A50B}" srcOrd="0" destOrd="0" parTransId="{A1DAE13C-A17D-441F-AAAC-F1BF3F2B80E2}" sibTransId="{B0E4BE0A-16FB-4A15-8E9E-E80A6DE105F4}"/>
    <dgm:cxn modelId="{A58693E0-9EC7-4B43-863B-064C63D61E6F}" type="presOf" srcId="{83F49570-35E2-457E-A640-6C2F6FC5F9DF}" destId="{7EE7E7DC-AA37-4BF4-8B05-59860A2202AA}" srcOrd="0" destOrd="1" presId="urn:microsoft.com/office/officeart/2005/8/layout/rings+Icon"/>
    <dgm:cxn modelId="{9CB4D6E8-A7D9-4485-B279-77396776DD9F}" srcId="{443C2B76-8EF9-4C56-AFB1-7A0AA12087AE}" destId="{64DF024E-3758-4711-B36D-1A27439A31F4}" srcOrd="2" destOrd="0" parTransId="{6E81E591-BE57-48B3-B8A3-76BA17D4E72D}" sibTransId="{4B325220-465E-4F12-AD90-3985E23A5DB9}"/>
    <dgm:cxn modelId="{E871BFEA-FD29-4D89-88C3-93A1B5C05DDA}" srcId="{06A90AAC-D256-49FD-B4B5-2B262A54A8AC}" destId="{976974F5-1B50-4419-8984-094A869137C5}" srcOrd="1" destOrd="0" parTransId="{1F9E3053-4F55-4F75-8E43-1553A953A5AD}" sibTransId="{E162DB79-1106-4B83-BA06-77722CE56EBC}"/>
    <dgm:cxn modelId="{58AD7EEF-D408-406B-87EE-4691D4C30668}" srcId="{B9C32B05-62EA-407A-B21C-2310C7945705}" destId="{8EA7219F-BDB2-48EB-9EEB-3133522D132E}" srcOrd="0" destOrd="0" parTransId="{3EE8403A-CB7C-4815-85BD-AEBCAEB71B37}" sibTransId="{C94B7947-85DC-4B21-BB99-DF8438356F98}"/>
    <dgm:cxn modelId="{23E71AF7-F626-432E-BF84-E9EBE454F5E3}" type="presOf" srcId="{8AA36CD8-3082-4E92-8042-A385962C5B51}" destId="{D58DCFBC-93CE-4770-8C0B-177886CF1F2C}" srcOrd="0" destOrd="3" presId="urn:microsoft.com/office/officeart/2005/8/layout/rings+Icon"/>
    <dgm:cxn modelId="{672D21FA-A93E-4F7A-B023-51585E43850F}" type="presOf" srcId="{FE125691-F62C-4051-9398-9E8B4B9DAAC6}" destId="{61B7D573-077C-4A72-A053-42A3061B5CCC}" srcOrd="0" destOrd="3" presId="urn:microsoft.com/office/officeart/2005/8/layout/rings+Icon"/>
    <dgm:cxn modelId="{7E4856FE-4AB5-4D2A-B547-F9C40CDC9FA8}" type="presOf" srcId="{2CFC764E-E417-4FA7-92FC-889DCCBAC0AF}" destId="{55466EC6-31DD-4CAB-9FC8-154C1AAA4E91}" srcOrd="0" destOrd="2" presId="urn:microsoft.com/office/officeart/2005/8/layout/rings+Icon"/>
    <dgm:cxn modelId="{8BA0AA3C-3A2A-4D13-9DA8-CC072EC3ABBF}" type="presParOf" srcId="{5C5748D3-8712-4951-A939-97FAB9A4D41E}" destId="{55466EC6-31DD-4CAB-9FC8-154C1AAA4E91}" srcOrd="0" destOrd="0" presId="urn:microsoft.com/office/officeart/2005/8/layout/rings+Icon"/>
    <dgm:cxn modelId="{B2E62144-EBF6-4A07-BF83-1C00AA75CD79}" type="presParOf" srcId="{5C5748D3-8712-4951-A939-97FAB9A4D41E}" destId="{89AA0001-53DF-4E74-BA55-C8324EBB5F27}" srcOrd="1" destOrd="0" presId="urn:microsoft.com/office/officeart/2005/8/layout/rings+Icon"/>
    <dgm:cxn modelId="{5F571C07-F498-486B-84FA-50B90A914684}" type="presParOf" srcId="{5C5748D3-8712-4951-A939-97FAB9A4D41E}" destId="{7EE7E7DC-AA37-4BF4-8B05-59860A2202AA}" srcOrd="2" destOrd="0" presId="urn:microsoft.com/office/officeart/2005/8/layout/rings+Icon"/>
    <dgm:cxn modelId="{CAAC53E3-1764-473A-9A13-94C2CDD11F86}" type="presParOf" srcId="{5C5748D3-8712-4951-A939-97FAB9A4D41E}" destId="{61B7D573-077C-4A72-A053-42A3061B5CCC}" srcOrd="3" destOrd="0" presId="urn:microsoft.com/office/officeart/2005/8/layout/rings+Icon"/>
    <dgm:cxn modelId="{01E1204A-E175-4223-BE80-AE423DE0E442}" type="presParOf" srcId="{5C5748D3-8712-4951-A939-97FAB9A4D41E}" destId="{D58DCFBC-93CE-4770-8C0B-177886CF1F2C}" srcOrd="4" destOrd="0" presId="urn:microsoft.com/office/officeart/2005/8/layout/rings+Icon"/>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26.xml><?xml version="1.0" encoding="utf-8"?>
<dgm:dataModel xmlns:dgm="http://schemas.openxmlformats.org/drawingml/2006/diagram" xmlns:a="http://schemas.openxmlformats.org/drawingml/2006/main">
  <dgm:ptLst>
    <dgm:pt modelId="{B9C32B05-62EA-407A-B21C-2310C7945705}" type="doc">
      <dgm:prSet loTypeId="urn:microsoft.com/office/officeart/2005/8/layout/radial4" loCatId="relationship" qsTypeId="urn:microsoft.com/office/officeart/2005/8/quickstyle/simple4" qsCatId="simple" csTypeId="urn:microsoft.com/office/officeart/2005/8/colors/colorful1" csCatId="colorful" phldr="1"/>
      <dgm:spPr/>
      <dgm:t>
        <a:bodyPr/>
        <a:lstStyle/>
        <a:p>
          <a:endParaRPr lang="en-US"/>
        </a:p>
      </dgm:t>
    </dgm:pt>
    <dgm:pt modelId="{8EA7219F-BDB2-48EB-9EEB-3133522D132E}">
      <dgm:prSet phldrT="[Text]"/>
      <dgm:spPr/>
      <dgm:t>
        <a:bodyPr/>
        <a:lstStyle/>
        <a:p>
          <a:r>
            <a:rPr lang="en-US" dirty="0"/>
            <a:t>Lorem Ipsum</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F25EA818-E4C8-4E9C-8509-8C9CFC1F8413}">
      <dgm:prSet phldrT="[Text]"/>
      <dgm:spPr/>
      <dgm:t>
        <a:bodyPr/>
        <a:lstStyle/>
        <a:p>
          <a:r>
            <a:rPr lang="en-US" dirty="0"/>
            <a:t>Lorem Ipsum</a:t>
          </a:r>
        </a:p>
      </dgm:t>
    </dgm:pt>
    <dgm:pt modelId="{9FB1BA88-67BA-43FF-974C-0877B686E038}" type="parTrans" cxnId="{3B22761D-104F-4D20-B71D-744949AC1A7F}">
      <dgm:prSet/>
      <dgm:spPr/>
      <dgm:t>
        <a:bodyPr/>
        <a:lstStyle/>
        <a:p>
          <a:endParaRPr lang="en-US"/>
        </a:p>
      </dgm:t>
    </dgm:pt>
    <dgm:pt modelId="{D33D473D-FCF3-481E-9BAE-BD9D5D92F0B8}" type="sibTrans" cxnId="{3B22761D-104F-4D20-B71D-744949AC1A7F}">
      <dgm:prSet/>
      <dgm:spPr/>
      <dgm:t>
        <a:bodyPr/>
        <a:lstStyle/>
        <a:p>
          <a:endParaRPr lang="en-US"/>
        </a:p>
      </dgm:t>
    </dgm:pt>
    <dgm:pt modelId="{22066B05-7936-4AD2-AD19-79221A59097D}">
      <dgm:prSet phldrT="[Text]"/>
      <dgm:spPr/>
      <dgm:t>
        <a:bodyPr/>
        <a:lstStyle/>
        <a:p>
          <a:r>
            <a:rPr lang="en-US" dirty="0"/>
            <a:t>Lorem Ipsum</a:t>
          </a:r>
        </a:p>
      </dgm:t>
    </dgm:pt>
    <dgm:pt modelId="{A8FDAD3A-506B-423F-B43E-052CAD55E363}" type="parTrans" cxnId="{AC57EECA-896B-43AA-916E-63AD7AA7FE93}">
      <dgm:prSet/>
      <dgm:spPr/>
      <dgm:t>
        <a:bodyPr/>
        <a:lstStyle/>
        <a:p>
          <a:endParaRPr lang="en-US"/>
        </a:p>
      </dgm:t>
    </dgm:pt>
    <dgm:pt modelId="{C39FBF2E-0701-40C4-A52C-9D0D093033A9}" type="sibTrans" cxnId="{AC57EECA-896B-43AA-916E-63AD7AA7FE93}">
      <dgm:prSet/>
      <dgm:spPr/>
      <dgm:t>
        <a:bodyPr/>
        <a:lstStyle/>
        <a:p>
          <a:endParaRPr lang="en-US"/>
        </a:p>
      </dgm:t>
    </dgm:pt>
    <dgm:pt modelId="{01553A5B-5758-4E44-A17A-8E874D35545D}">
      <dgm:prSet phldrT="[Text]"/>
      <dgm:spPr/>
      <dgm:t>
        <a:bodyPr/>
        <a:lstStyle/>
        <a:p>
          <a:r>
            <a:rPr lang="en-US" dirty="0"/>
            <a:t>Lorem Ipsum</a:t>
          </a:r>
        </a:p>
      </dgm:t>
    </dgm:pt>
    <dgm:pt modelId="{A953E2BD-5A20-41DB-A71F-420412D95C05}" type="parTrans" cxnId="{B19A3819-BDD5-419F-AA2D-B7E8D0B08E28}">
      <dgm:prSet/>
      <dgm:spPr/>
      <dgm:t>
        <a:bodyPr/>
        <a:lstStyle/>
        <a:p>
          <a:endParaRPr lang="en-US"/>
        </a:p>
      </dgm:t>
    </dgm:pt>
    <dgm:pt modelId="{B3ABC105-4B89-427C-A226-E353EA22B275}" type="sibTrans" cxnId="{B19A3819-BDD5-419F-AA2D-B7E8D0B08E28}">
      <dgm:prSet/>
      <dgm:spPr/>
      <dgm:t>
        <a:bodyPr/>
        <a:lstStyle/>
        <a:p>
          <a:endParaRPr lang="en-US"/>
        </a:p>
      </dgm:t>
    </dgm:pt>
    <dgm:pt modelId="{20428226-921A-4238-97F4-87DB176DF4B8}">
      <dgm:prSet phldrT="[Text]"/>
      <dgm:spPr/>
      <dgm:t>
        <a:bodyPr/>
        <a:lstStyle/>
        <a:p>
          <a:r>
            <a:rPr lang="en-US" dirty="0"/>
            <a:t>Lorem Ipsum</a:t>
          </a:r>
        </a:p>
      </dgm:t>
    </dgm:pt>
    <dgm:pt modelId="{B719DF13-D5E6-494A-A3C4-8435A2E9DA56}" type="parTrans" cxnId="{BC546625-C721-4731-BD46-6AA93CBCEF38}">
      <dgm:prSet/>
      <dgm:spPr/>
      <dgm:t>
        <a:bodyPr/>
        <a:lstStyle/>
        <a:p>
          <a:endParaRPr lang="en-US"/>
        </a:p>
      </dgm:t>
    </dgm:pt>
    <dgm:pt modelId="{36910B73-7D74-4978-B378-CA45C71225F6}" type="sibTrans" cxnId="{BC546625-C721-4731-BD46-6AA93CBCEF38}">
      <dgm:prSet/>
      <dgm:spPr/>
      <dgm:t>
        <a:bodyPr/>
        <a:lstStyle/>
        <a:p>
          <a:endParaRPr lang="en-US"/>
        </a:p>
      </dgm:t>
    </dgm:pt>
    <dgm:pt modelId="{C5E5A7A1-22BA-460C-9297-04E48EC4C5B1}">
      <dgm:prSet phldrT="[Text]"/>
      <dgm:spPr/>
      <dgm:t>
        <a:bodyPr/>
        <a:lstStyle/>
        <a:p>
          <a:r>
            <a:rPr lang="en-US" dirty="0"/>
            <a:t>Lorem Ipsum</a:t>
          </a:r>
        </a:p>
      </dgm:t>
    </dgm:pt>
    <dgm:pt modelId="{AE001CF0-0E59-413C-8EB5-7D093570FD33}" type="parTrans" cxnId="{6B80B44E-8B21-47A6-8A55-8A49449C4D61}">
      <dgm:prSet/>
      <dgm:spPr/>
      <dgm:t>
        <a:bodyPr/>
        <a:lstStyle/>
        <a:p>
          <a:endParaRPr lang="en-US"/>
        </a:p>
      </dgm:t>
    </dgm:pt>
    <dgm:pt modelId="{F734571E-C0D8-4BD6-A7DE-1C05A9C42F04}" type="sibTrans" cxnId="{6B80B44E-8B21-47A6-8A55-8A49449C4D61}">
      <dgm:prSet/>
      <dgm:spPr/>
      <dgm:t>
        <a:bodyPr/>
        <a:lstStyle/>
        <a:p>
          <a:endParaRPr lang="en-US"/>
        </a:p>
      </dgm:t>
    </dgm:pt>
    <dgm:pt modelId="{CA1F29D6-2031-4D62-9FFC-06E232DB8967}">
      <dgm:prSet phldrT="[Text]"/>
      <dgm:spPr/>
      <dgm:t>
        <a:bodyPr/>
        <a:lstStyle/>
        <a:p>
          <a:r>
            <a:rPr lang="en-US">
              <a:solidFill>
                <a:schemeClr val="tx2"/>
              </a:solidFill>
            </a:rPr>
            <a:t>Some text here</a:t>
          </a:r>
          <a:endParaRPr lang="en-US" dirty="0"/>
        </a:p>
      </dgm:t>
    </dgm:pt>
    <dgm:pt modelId="{93A419B2-87E4-4FA2-809C-4B670B8688EA}" type="parTrans" cxnId="{CCC6BFC2-CF95-4736-9739-3A1680A8AC6F}">
      <dgm:prSet/>
      <dgm:spPr/>
      <dgm:t>
        <a:bodyPr/>
        <a:lstStyle/>
        <a:p>
          <a:endParaRPr lang="en-US"/>
        </a:p>
      </dgm:t>
    </dgm:pt>
    <dgm:pt modelId="{89085CBF-271E-4680-A16D-7AF62DF62F7E}" type="sibTrans" cxnId="{CCC6BFC2-CF95-4736-9739-3A1680A8AC6F}">
      <dgm:prSet/>
      <dgm:spPr/>
      <dgm:t>
        <a:bodyPr/>
        <a:lstStyle/>
        <a:p>
          <a:endParaRPr lang="en-US"/>
        </a:p>
      </dgm:t>
    </dgm:pt>
    <dgm:pt modelId="{145584DA-14B5-463B-BCC0-B3A353324865}">
      <dgm:prSet phldrT="[Text]"/>
      <dgm:spPr/>
      <dgm:t>
        <a:bodyPr/>
        <a:lstStyle/>
        <a:p>
          <a:r>
            <a:rPr lang="en-US">
              <a:solidFill>
                <a:schemeClr val="tx2"/>
              </a:solidFill>
            </a:rPr>
            <a:t>Some text here</a:t>
          </a:r>
          <a:endParaRPr lang="en-US" dirty="0"/>
        </a:p>
      </dgm:t>
    </dgm:pt>
    <dgm:pt modelId="{64ACDE6D-B751-442B-9597-CBA007D0B662}" type="parTrans" cxnId="{52B86BAA-A81D-491C-BD29-62E92B0B4BE2}">
      <dgm:prSet/>
      <dgm:spPr/>
      <dgm:t>
        <a:bodyPr/>
        <a:lstStyle/>
        <a:p>
          <a:endParaRPr lang="en-US"/>
        </a:p>
      </dgm:t>
    </dgm:pt>
    <dgm:pt modelId="{1CE1BC8C-7E85-4222-8F3E-1F545482ED7F}" type="sibTrans" cxnId="{52B86BAA-A81D-491C-BD29-62E92B0B4BE2}">
      <dgm:prSet/>
      <dgm:spPr/>
      <dgm:t>
        <a:bodyPr/>
        <a:lstStyle/>
        <a:p>
          <a:endParaRPr lang="en-US"/>
        </a:p>
      </dgm:t>
    </dgm:pt>
    <dgm:pt modelId="{C0276806-1A2B-4DAD-9BD0-7BF92D5D6948}">
      <dgm:prSet phldrT="[Text]"/>
      <dgm:spPr/>
      <dgm:t>
        <a:bodyPr/>
        <a:lstStyle/>
        <a:p>
          <a:r>
            <a:rPr lang="en-US">
              <a:solidFill>
                <a:schemeClr val="tx2"/>
              </a:solidFill>
            </a:rPr>
            <a:t>Some text here</a:t>
          </a:r>
          <a:endParaRPr lang="en-US" dirty="0"/>
        </a:p>
      </dgm:t>
    </dgm:pt>
    <dgm:pt modelId="{68B7A0A3-E574-4782-816E-19B746206877}" type="parTrans" cxnId="{E027AAF2-FDEC-42CB-B056-FC98AC2EECC9}">
      <dgm:prSet/>
      <dgm:spPr/>
      <dgm:t>
        <a:bodyPr/>
        <a:lstStyle/>
        <a:p>
          <a:endParaRPr lang="en-US"/>
        </a:p>
      </dgm:t>
    </dgm:pt>
    <dgm:pt modelId="{8A9B5B7B-EB35-4F3F-949B-D2D5B0C1BB7D}" type="sibTrans" cxnId="{E027AAF2-FDEC-42CB-B056-FC98AC2EECC9}">
      <dgm:prSet/>
      <dgm:spPr/>
      <dgm:t>
        <a:bodyPr/>
        <a:lstStyle/>
        <a:p>
          <a:endParaRPr lang="en-US"/>
        </a:p>
      </dgm:t>
    </dgm:pt>
    <dgm:pt modelId="{85FEE2B2-F01F-4E07-8A59-82D34EA29FAA}">
      <dgm:prSet phldrT="[Text]"/>
      <dgm:spPr/>
      <dgm:t>
        <a:bodyPr/>
        <a:lstStyle/>
        <a:p>
          <a:r>
            <a:rPr lang="en-US">
              <a:solidFill>
                <a:schemeClr val="tx2"/>
              </a:solidFill>
            </a:rPr>
            <a:t>Some text here</a:t>
          </a:r>
          <a:endParaRPr lang="en-US" dirty="0"/>
        </a:p>
      </dgm:t>
    </dgm:pt>
    <dgm:pt modelId="{F7B83FEF-5FC9-4D91-AEF4-ADA905CEA234}" type="parTrans" cxnId="{CE95F66E-0013-4699-B716-27BC81F4983D}">
      <dgm:prSet/>
      <dgm:spPr/>
      <dgm:t>
        <a:bodyPr/>
        <a:lstStyle/>
        <a:p>
          <a:endParaRPr lang="en-US"/>
        </a:p>
      </dgm:t>
    </dgm:pt>
    <dgm:pt modelId="{ED812E37-F1C9-49D4-B5CE-724B1D414595}" type="sibTrans" cxnId="{CE95F66E-0013-4699-B716-27BC81F4983D}">
      <dgm:prSet/>
      <dgm:spPr/>
      <dgm:t>
        <a:bodyPr/>
        <a:lstStyle/>
        <a:p>
          <a:endParaRPr lang="en-US"/>
        </a:p>
      </dgm:t>
    </dgm:pt>
    <dgm:pt modelId="{A49BECBC-BB39-4FEA-8BBA-F582F4EDDE39}">
      <dgm:prSet phldrT="[Text]"/>
      <dgm:spPr/>
      <dgm:t>
        <a:bodyPr/>
        <a:lstStyle/>
        <a:p>
          <a:r>
            <a:rPr lang="en-US">
              <a:solidFill>
                <a:schemeClr val="tx2"/>
              </a:solidFill>
            </a:rPr>
            <a:t>Some text here</a:t>
          </a:r>
          <a:endParaRPr lang="en-US" dirty="0"/>
        </a:p>
      </dgm:t>
    </dgm:pt>
    <dgm:pt modelId="{7B00A184-D90F-4F28-B386-1E90613B3889}" type="parTrans" cxnId="{347256F0-8076-4DF0-967A-CB14BCAE58B6}">
      <dgm:prSet/>
      <dgm:spPr/>
      <dgm:t>
        <a:bodyPr/>
        <a:lstStyle/>
        <a:p>
          <a:endParaRPr lang="en-US"/>
        </a:p>
      </dgm:t>
    </dgm:pt>
    <dgm:pt modelId="{1C9527D9-913B-40DF-A1A0-48FECFEE53CE}" type="sibTrans" cxnId="{347256F0-8076-4DF0-967A-CB14BCAE58B6}">
      <dgm:prSet/>
      <dgm:spPr/>
      <dgm:t>
        <a:bodyPr/>
        <a:lstStyle/>
        <a:p>
          <a:endParaRPr lang="en-US"/>
        </a:p>
      </dgm:t>
    </dgm:pt>
    <dgm:pt modelId="{72A895BE-4E2A-4546-A5B4-77166B755811}">
      <dgm:prSet phldrT="[Text]"/>
      <dgm:spPr/>
      <dgm:t>
        <a:bodyPr/>
        <a:lstStyle/>
        <a:p>
          <a:r>
            <a:rPr lang="en-US" dirty="0">
              <a:solidFill>
                <a:schemeClr val="tx2"/>
              </a:solidFill>
            </a:rPr>
            <a:t>Some text here</a:t>
          </a:r>
          <a:endParaRPr lang="en-US" dirty="0"/>
        </a:p>
      </dgm:t>
    </dgm:pt>
    <dgm:pt modelId="{059D6869-A92A-4652-9D7D-C550ECFF0CD0}" type="parTrans" cxnId="{1C409E6A-E1C2-459A-9385-ACE774BD865A}">
      <dgm:prSet/>
      <dgm:spPr/>
      <dgm:t>
        <a:bodyPr/>
        <a:lstStyle/>
        <a:p>
          <a:endParaRPr lang="en-US"/>
        </a:p>
      </dgm:t>
    </dgm:pt>
    <dgm:pt modelId="{6D1CCEFF-C87A-4B55-9AC0-25EE0981BCFE}" type="sibTrans" cxnId="{1C409E6A-E1C2-459A-9385-ACE774BD865A}">
      <dgm:prSet/>
      <dgm:spPr/>
      <dgm:t>
        <a:bodyPr/>
        <a:lstStyle/>
        <a:p>
          <a:endParaRPr lang="en-US"/>
        </a:p>
      </dgm:t>
    </dgm:pt>
    <dgm:pt modelId="{B80B81CA-760B-4245-A7D1-0A00B472BEAB}">
      <dgm:prSet phldrT="[Text]"/>
      <dgm:spPr/>
      <dgm:t>
        <a:bodyPr/>
        <a:lstStyle/>
        <a:p>
          <a:r>
            <a:rPr lang="en-US" dirty="0">
              <a:solidFill>
                <a:schemeClr val="bg1"/>
              </a:solidFill>
            </a:rPr>
            <a:t>Some text here</a:t>
          </a:r>
        </a:p>
      </dgm:t>
    </dgm:pt>
    <dgm:pt modelId="{D8874EB9-8DF2-4D2B-A2C3-B90FD6997E08}" type="parTrans" cxnId="{A49A8FD9-103E-4948-B893-101476CFE0A9}">
      <dgm:prSet/>
      <dgm:spPr/>
      <dgm:t>
        <a:bodyPr/>
        <a:lstStyle/>
        <a:p>
          <a:endParaRPr lang="en-US"/>
        </a:p>
      </dgm:t>
    </dgm:pt>
    <dgm:pt modelId="{80F07E4D-E1A4-4847-AFFB-6CCBD91CC61D}" type="sibTrans" cxnId="{A49A8FD9-103E-4948-B893-101476CFE0A9}">
      <dgm:prSet/>
      <dgm:spPr/>
      <dgm:t>
        <a:bodyPr/>
        <a:lstStyle/>
        <a:p>
          <a:endParaRPr lang="en-US"/>
        </a:p>
      </dgm:t>
    </dgm:pt>
    <dgm:pt modelId="{D3E54D1A-00A4-4C26-89FD-005212C5E9F9}">
      <dgm:prSet phldrT="[Text]"/>
      <dgm:spPr/>
      <dgm:t>
        <a:bodyPr/>
        <a:lstStyle/>
        <a:p>
          <a:r>
            <a:rPr lang="en-US" dirty="0">
              <a:solidFill>
                <a:schemeClr val="bg1"/>
              </a:solidFill>
            </a:rPr>
            <a:t>Some text here</a:t>
          </a:r>
        </a:p>
      </dgm:t>
    </dgm:pt>
    <dgm:pt modelId="{66A695DD-66B2-47A0-9800-70E16E0EFD86}" type="parTrans" cxnId="{20EFF60C-3BE8-44D6-A991-808EB4865879}">
      <dgm:prSet/>
      <dgm:spPr/>
      <dgm:t>
        <a:bodyPr/>
        <a:lstStyle/>
        <a:p>
          <a:endParaRPr lang="en-US"/>
        </a:p>
      </dgm:t>
    </dgm:pt>
    <dgm:pt modelId="{ED9D0C83-FB68-42F7-B8E6-0931C28DF569}" type="sibTrans" cxnId="{20EFF60C-3BE8-44D6-A991-808EB4865879}">
      <dgm:prSet/>
      <dgm:spPr/>
      <dgm:t>
        <a:bodyPr/>
        <a:lstStyle/>
        <a:p>
          <a:endParaRPr lang="en-US"/>
        </a:p>
      </dgm:t>
    </dgm:pt>
    <dgm:pt modelId="{DF8AB61E-15B3-4B31-A9E3-510B1785FA00}">
      <dgm:prSet phldrT="[Text]"/>
      <dgm:spPr/>
      <dgm:t>
        <a:bodyPr/>
        <a:lstStyle/>
        <a:p>
          <a:r>
            <a:rPr lang="en-US" dirty="0">
              <a:solidFill>
                <a:schemeClr val="tx2"/>
              </a:solidFill>
            </a:rPr>
            <a:t>Some text here</a:t>
          </a:r>
          <a:endParaRPr lang="en-US" dirty="0"/>
        </a:p>
      </dgm:t>
    </dgm:pt>
    <dgm:pt modelId="{121B86B5-52AC-47EF-A781-A2E59D89C20B}" type="parTrans" cxnId="{0D89E4BB-F507-43B7-9F84-AC9BD6766432}">
      <dgm:prSet/>
      <dgm:spPr/>
      <dgm:t>
        <a:bodyPr/>
        <a:lstStyle/>
        <a:p>
          <a:endParaRPr lang="en-US"/>
        </a:p>
      </dgm:t>
    </dgm:pt>
    <dgm:pt modelId="{1B48DE17-18CB-4322-B4A2-C5271BBEBA63}" type="sibTrans" cxnId="{0D89E4BB-F507-43B7-9F84-AC9BD6766432}">
      <dgm:prSet/>
      <dgm:spPr/>
      <dgm:t>
        <a:bodyPr/>
        <a:lstStyle/>
        <a:p>
          <a:endParaRPr lang="en-US"/>
        </a:p>
      </dgm:t>
    </dgm:pt>
    <dgm:pt modelId="{44B4F0FF-F1FC-43F4-8941-3198569C1C54}" type="pres">
      <dgm:prSet presAssocID="{B9C32B05-62EA-407A-B21C-2310C7945705}" presName="cycle" presStyleCnt="0">
        <dgm:presLayoutVars>
          <dgm:chMax val="1"/>
          <dgm:dir/>
          <dgm:animLvl val="ctr"/>
          <dgm:resizeHandles val="exact"/>
        </dgm:presLayoutVars>
      </dgm:prSet>
      <dgm:spPr/>
    </dgm:pt>
    <dgm:pt modelId="{68481BEC-770B-4849-A60F-46789AA2D16F}" type="pres">
      <dgm:prSet presAssocID="{8EA7219F-BDB2-48EB-9EEB-3133522D132E}" presName="centerShape" presStyleLbl="node0" presStyleIdx="0" presStyleCnt="1"/>
      <dgm:spPr/>
    </dgm:pt>
    <dgm:pt modelId="{BFD06722-1D97-4323-B1C5-CB35683E2423}" type="pres">
      <dgm:prSet presAssocID="{9FB1BA88-67BA-43FF-974C-0877B686E038}" presName="parTrans" presStyleLbl="bgSibTrans2D1" presStyleIdx="0" presStyleCnt="5"/>
      <dgm:spPr/>
    </dgm:pt>
    <dgm:pt modelId="{C16B9463-FE2B-4688-9A5A-516F3FAC63F7}" type="pres">
      <dgm:prSet presAssocID="{F25EA818-E4C8-4E9C-8509-8C9CFC1F8413}" presName="node" presStyleLbl="node1" presStyleIdx="0" presStyleCnt="5">
        <dgm:presLayoutVars>
          <dgm:bulletEnabled val="1"/>
        </dgm:presLayoutVars>
      </dgm:prSet>
      <dgm:spPr/>
    </dgm:pt>
    <dgm:pt modelId="{70238519-B417-4790-9F08-912AA10B3CB9}" type="pres">
      <dgm:prSet presAssocID="{A8FDAD3A-506B-423F-B43E-052CAD55E363}" presName="parTrans" presStyleLbl="bgSibTrans2D1" presStyleIdx="1" presStyleCnt="5"/>
      <dgm:spPr/>
    </dgm:pt>
    <dgm:pt modelId="{0FCDCBE9-0F2A-465F-A2F8-D8CC3A4A4826}" type="pres">
      <dgm:prSet presAssocID="{22066B05-7936-4AD2-AD19-79221A59097D}" presName="node" presStyleLbl="node1" presStyleIdx="1" presStyleCnt="5">
        <dgm:presLayoutVars>
          <dgm:bulletEnabled val="1"/>
        </dgm:presLayoutVars>
      </dgm:prSet>
      <dgm:spPr/>
    </dgm:pt>
    <dgm:pt modelId="{CFD5D2F6-416D-45B5-9ABB-F4293970FF42}" type="pres">
      <dgm:prSet presAssocID="{A953E2BD-5A20-41DB-A71F-420412D95C05}" presName="parTrans" presStyleLbl="bgSibTrans2D1" presStyleIdx="2" presStyleCnt="5"/>
      <dgm:spPr/>
    </dgm:pt>
    <dgm:pt modelId="{065BB2D8-A1DD-4C1B-B13F-D9F4874EE717}" type="pres">
      <dgm:prSet presAssocID="{01553A5B-5758-4E44-A17A-8E874D35545D}" presName="node" presStyleLbl="node1" presStyleIdx="2" presStyleCnt="5">
        <dgm:presLayoutVars>
          <dgm:bulletEnabled val="1"/>
        </dgm:presLayoutVars>
      </dgm:prSet>
      <dgm:spPr/>
    </dgm:pt>
    <dgm:pt modelId="{75468D84-5EED-4D3C-808A-60063859D1B3}" type="pres">
      <dgm:prSet presAssocID="{B719DF13-D5E6-494A-A3C4-8435A2E9DA56}" presName="parTrans" presStyleLbl="bgSibTrans2D1" presStyleIdx="3" presStyleCnt="5"/>
      <dgm:spPr/>
    </dgm:pt>
    <dgm:pt modelId="{4AE746EE-6656-461B-893B-49C37E936CB0}" type="pres">
      <dgm:prSet presAssocID="{20428226-921A-4238-97F4-87DB176DF4B8}" presName="node" presStyleLbl="node1" presStyleIdx="3" presStyleCnt="5">
        <dgm:presLayoutVars>
          <dgm:bulletEnabled val="1"/>
        </dgm:presLayoutVars>
      </dgm:prSet>
      <dgm:spPr/>
    </dgm:pt>
    <dgm:pt modelId="{246650F8-A893-44D2-B20F-080539F25E83}" type="pres">
      <dgm:prSet presAssocID="{AE001CF0-0E59-413C-8EB5-7D093570FD33}" presName="parTrans" presStyleLbl="bgSibTrans2D1" presStyleIdx="4" presStyleCnt="5"/>
      <dgm:spPr/>
    </dgm:pt>
    <dgm:pt modelId="{7D8394C4-47D4-4954-838D-3DC13A96033C}" type="pres">
      <dgm:prSet presAssocID="{C5E5A7A1-22BA-460C-9297-04E48EC4C5B1}" presName="node" presStyleLbl="node1" presStyleIdx="4" presStyleCnt="5">
        <dgm:presLayoutVars>
          <dgm:bulletEnabled val="1"/>
        </dgm:presLayoutVars>
      </dgm:prSet>
      <dgm:spPr/>
    </dgm:pt>
  </dgm:ptLst>
  <dgm:cxnLst>
    <dgm:cxn modelId="{20EFF60C-3BE8-44D6-A991-808EB4865879}" srcId="{C5E5A7A1-22BA-460C-9297-04E48EC4C5B1}" destId="{D3E54D1A-00A4-4C26-89FD-005212C5E9F9}" srcOrd="1" destOrd="0" parTransId="{66A695DD-66B2-47A0-9800-70E16E0EFD86}" sibTransId="{ED9D0C83-FB68-42F7-B8E6-0931C28DF569}"/>
    <dgm:cxn modelId="{B19A3819-BDD5-419F-AA2D-B7E8D0B08E28}" srcId="{8EA7219F-BDB2-48EB-9EEB-3133522D132E}" destId="{01553A5B-5758-4E44-A17A-8E874D35545D}" srcOrd="2" destOrd="0" parTransId="{A953E2BD-5A20-41DB-A71F-420412D95C05}" sibTransId="{B3ABC105-4B89-427C-A226-E353EA22B275}"/>
    <dgm:cxn modelId="{53E3861A-7D84-46E6-8866-B320428B9F97}" type="presOf" srcId="{C5E5A7A1-22BA-460C-9297-04E48EC4C5B1}" destId="{7D8394C4-47D4-4954-838D-3DC13A96033C}" srcOrd="0" destOrd="0" presId="urn:microsoft.com/office/officeart/2005/8/layout/radial4"/>
    <dgm:cxn modelId="{3B22761D-104F-4D20-B71D-744949AC1A7F}" srcId="{8EA7219F-BDB2-48EB-9EEB-3133522D132E}" destId="{F25EA818-E4C8-4E9C-8509-8C9CFC1F8413}" srcOrd="0" destOrd="0" parTransId="{9FB1BA88-67BA-43FF-974C-0877B686E038}" sibTransId="{D33D473D-FCF3-481E-9BAE-BD9D5D92F0B8}"/>
    <dgm:cxn modelId="{BC546625-C721-4731-BD46-6AA93CBCEF38}" srcId="{8EA7219F-BDB2-48EB-9EEB-3133522D132E}" destId="{20428226-921A-4238-97F4-87DB176DF4B8}" srcOrd="3" destOrd="0" parTransId="{B719DF13-D5E6-494A-A3C4-8435A2E9DA56}" sibTransId="{36910B73-7D74-4978-B378-CA45C71225F6}"/>
    <dgm:cxn modelId="{5280B526-D093-4021-882F-66DF400DCC7F}" type="presOf" srcId="{A8FDAD3A-506B-423F-B43E-052CAD55E363}" destId="{70238519-B417-4790-9F08-912AA10B3CB9}" srcOrd="0" destOrd="0" presId="urn:microsoft.com/office/officeart/2005/8/layout/radial4"/>
    <dgm:cxn modelId="{51583535-0026-4177-A125-D64CD1ECDD8E}" type="presOf" srcId="{A953E2BD-5A20-41DB-A71F-420412D95C05}" destId="{CFD5D2F6-416D-45B5-9ABB-F4293970FF42}" srcOrd="0" destOrd="0" presId="urn:microsoft.com/office/officeart/2005/8/layout/radial4"/>
    <dgm:cxn modelId="{601FE536-C60B-42C7-B51E-8ADE5203BDBE}" type="presOf" srcId="{85FEE2B2-F01F-4E07-8A59-82D34EA29FAA}" destId="{C16B9463-FE2B-4688-9A5A-516F3FAC63F7}" srcOrd="0" destOrd="2" presId="urn:microsoft.com/office/officeart/2005/8/layout/radial4"/>
    <dgm:cxn modelId="{C2A3363E-CC3A-4162-BAC0-730EB8C059CD}" type="presOf" srcId="{CA1F29D6-2031-4D62-9FFC-06E232DB8967}" destId="{0FCDCBE9-0F2A-465F-A2F8-D8CC3A4A4826}" srcOrd="0" destOrd="1" presId="urn:microsoft.com/office/officeart/2005/8/layout/radial4"/>
    <dgm:cxn modelId="{325BF93E-87FF-41C0-94D3-3D41B58C1ED6}" type="presOf" srcId="{72A895BE-4E2A-4546-A5B4-77166B755811}" destId="{065BB2D8-A1DD-4C1B-B13F-D9F4874EE717}" srcOrd="0" destOrd="2" presId="urn:microsoft.com/office/officeart/2005/8/layout/radial4"/>
    <dgm:cxn modelId="{2FEFB460-3B3D-4DBC-A665-A16B72163D73}" type="presOf" srcId="{20428226-921A-4238-97F4-87DB176DF4B8}" destId="{4AE746EE-6656-461B-893B-49C37E936CB0}" srcOrd="0" destOrd="0" presId="urn:microsoft.com/office/officeart/2005/8/layout/radial4"/>
    <dgm:cxn modelId="{76C93F43-33CB-4EFA-9680-AA0808FEA58F}" type="presOf" srcId="{145584DA-14B5-463B-BCC0-B3A353324865}" destId="{0FCDCBE9-0F2A-465F-A2F8-D8CC3A4A4826}" srcOrd="0" destOrd="2" presId="urn:microsoft.com/office/officeart/2005/8/layout/radial4"/>
    <dgm:cxn modelId="{1C409E6A-E1C2-459A-9385-ACE774BD865A}" srcId="{01553A5B-5758-4E44-A17A-8E874D35545D}" destId="{72A895BE-4E2A-4546-A5B4-77166B755811}" srcOrd="1" destOrd="0" parTransId="{059D6869-A92A-4652-9D7D-C550ECFF0CD0}" sibTransId="{6D1CCEFF-C87A-4B55-9AC0-25EE0981BCFE}"/>
    <dgm:cxn modelId="{26D1066B-0DB2-412B-B6F9-5738B6BDE1FA}" type="presOf" srcId="{01553A5B-5758-4E44-A17A-8E874D35545D}" destId="{065BB2D8-A1DD-4C1B-B13F-D9F4874EE717}" srcOrd="0" destOrd="0" presId="urn:microsoft.com/office/officeart/2005/8/layout/radial4"/>
    <dgm:cxn modelId="{6B80B44E-8B21-47A6-8A55-8A49449C4D61}" srcId="{8EA7219F-BDB2-48EB-9EEB-3133522D132E}" destId="{C5E5A7A1-22BA-460C-9297-04E48EC4C5B1}" srcOrd="4" destOrd="0" parTransId="{AE001CF0-0E59-413C-8EB5-7D093570FD33}" sibTransId="{F734571E-C0D8-4BD6-A7DE-1C05A9C42F04}"/>
    <dgm:cxn modelId="{CE95F66E-0013-4699-B716-27BC81F4983D}" srcId="{F25EA818-E4C8-4E9C-8509-8C9CFC1F8413}" destId="{85FEE2B2-F01F-4E07-8A59-82D34EA29FAA}" srcOrd="1" destOrd="0" parTransId="{F7B83FEF-5FC9-4D91-AEF4-ADA905CEA234}" sibTransId="{ED812E37-F1C9-49D4-B5CE-724B1D414595}"/>
    <dgm:cxn modelId="{2E6E5453-6292-41BA-8F6F-EA2869233A9E}" type="presOf" srcId="{DF8AB61E-15B3-4B31-A9E3-510B1785FA00}" destId="{065BB2D8-A1DD-4C1B-B13F-D9F4874EE717}" srcOrd="0" destOrd="3" presId="urn:microsoft.com/office/officeart/2005/8/layout/radial4"/>
    <dgm:cxn modelId="{36676875-A465-4D32-9783-26B5DCC13153}" type="presOf" srcId="{8EA7219F-BDB2-48EB-9EEB-3133522D132E}" destId="{68481BEC-770B-4849-A60F-46789AA2D16F}" srcOrd="0" destOrd="0" presId="urn:microsoft.com/office/officeart/2005/8/layout/radial4"/>
    <dgm:cxn modelId="{AAB26D81-6AF7-40C9-A370-F8E67ED9B4DB}" type="presOf" srcId="{A49BECBC-BB39-4FEA-8BBA-F582F4EDDE39}" destId="{065BB2D8-A1DD-4C1B-B13F-D9F4874EE717}" srcOrd="0" destOrd="1" presId="urn:microsoft.com/office/officeart/2005/8/layout/radial4"/>
    <dgm:cxn modelId="{1DA1828F-C7BD-474C-9276-E5D9D2863F87}" type="presOf" srcId="{AE001CF0-0E59-413C-8EB5-7D093570FD33}" destId="{246650F8-A893-44D2-B20F-080539F25E83}" srcOrd="0" destOrd="0" presId="urn:microsoft.com/office/officeart/2005/8/layout/radial4"/>
    <dgm:cxn modelId="{52B86BAA-A81D-491C-BD29-62E92B0B4BE2}" srcId="{22066B05-7936-4AD2-AD19-79221A59097D}" destId="{145584DA-14B5-463B-BCC0-B3A353324865}" srcOrd="1" destOrd="0" parTransId="{64ACDE6D-B751-442B-9597-CBA007D0B662}" sibTransId="{1CE1BC8C-7E85-4222-8F3E-1F545482ED7F}"/>
    <dgm:cxn modelId="{3C5F37B5-DF59-4CE7-943B-7FB46EE6784D}" type="presOf" srcId="{22066B05-7936-4AD2-AD19-79221A59097D}" destId="{0FCDCBE9-0F2A-465F-A2F8-D8CC3A4A4826}" srcOrd="0" destOrd="0" presId="urn:microsoft.com/office/officeart/2005/8/layout/radial4"/>
    <dgm:cxn modelId="{432C8AB6-94F1-49D7-8A15-5C078417D987}" type="presOf" srcId="{9FB1BA88-67BA-43FF-974C-0877B686E038}" destId="{BFD06722-1D97-4323-B1C5-CB35683E2423}" srcOrd="0" destOrd="0" presId="urn:microsoft.com/office/officeart/2005/8/layout/radial4"/>
    <dgm:cxn modelId="{2DB1B8BA-2D02-446B-BA0F-5A8D9828C1E9}" type="presOf" srcId="{D3E54D1A-00A4-4C26-89FD-005212C5E9F9}" destId="{7D8394C4-47D4-4954-838D-3DC13A96033C}" srcOrd="0" destOrd="2" presId="urn:microsoft.com/office/officeart/2005/8/layout/radial4"/>
    <dgm:cxn modelId="{0D89E4BB-F507-43B7-9F84-AC9BD6766432}" srcId="{01553A5B-5758-4E44-A17A-8E874D35545D}" destId="{DF8AB61E-15B3-4B31-A9E3-510B1785FA00}" srcOrd="2" destOrd="0" parTransId="{121B86B5-52AC-47EF-A781-A2E59D89C20B}" sibTransId="{1B48DE17-18CB-4322-B4A2-C5271BBEBA63}"/>
    <dgm:cxn modelId="{CCC6BFC2-CF95-4736-9739-3A1680A8AC6F}" srcId="{22066B05-7936-4AD2-AD19-79221A59097D}" destId="{CA1F29D6-2031-4D62-9FFC-06E232DB8967}" srcOrd="0" destOrd="0" parTransId="{93A419B2-87E4-4FA2-809C-4B670B8688EA}" sibTransId="{89085CBF-271E-4680-A16D-7AF62DF62F7E}"/>
    <dgm:cxn modelId="{AC57EECA-896B-43AA-916E-63AD7AA7FE93}" srcId="{8EA7219F-BDB2-48EB-9EEB-3133522D132E}" destId="{22066B05-7936-4AD2-AD19-79221A59097D}" srcOrd="1" destOrd="0" parTransId="{A8FDAD3A-506B-423F-B43E-052CAD55E363}" sibTransId="{C39FBF2E-0701-40C4-A52C-9D0D093033A9}"/>
    <dgm:cxn modelId="{FE0B32CB-B6F2-4AF9-B1B8-9E3631551F6A}" type="presOf" srcId="{C0276806-1A2B-4DAD-9BD0-7BF92D5D6948}" destId="{C16B9463-FE2B-4688-9A5A-516F3FAC63F7}" srcOrd="0" destOrd="1" presId="urn:microsoft.com/office/officeart/2005/8/layout/radial4"/>
    <dgm:cxn modelId="{A49A8FD9-103E-4948-B893-101476CFE0A9}" srcId="{C5E5A7A1-22BA-460C-9297-04E48EC4C5B1}" destId="{B80B81CA-760B-4245-A7D1-0A00B472BEAB}" srcOrd="0" destOrd="0" parTransId="{D8874EB9-8DF2-4D2B-A2C3-B90FD6997E08}" sibTransId="{80F07E4D-E1A4-4847-AFFB-6CCBD91CC61D}"/>
    <dgm:cxn modelId="{E68BC5E6-AFD3-4776-895A-30B500F55326}" type="presOf" srcId="{B719DF13-D5E6-494A-A3C4-8435A2E9DA56}" destId="{75468D84-5EED-4D3C-808A-60063859D1B3}" srcOrd="0" destOrd="0" presId="urn:microsoft.com/office/officeart/2005/8/layout/radial4"/>
    <dgm:cxn modelId="{BE9685ED-5315-4FE7-B451-208B7D1CEFEE}" type="presOf" srcId="{B80B81CA-760B-4245-A7D1-0A00B472BEAB}" destId="{7D8394C4-47D4-4954-838D-3DC13A96033C}" srcOrd="0" destOrd="1" presId="urn:microsoft.com/office/officeart/2005/8/layout/radial4"/>
    <dgm:cxn modelId="{9A11B7EE-A13B-49DE-A3EC-8ECB87AD80B6}" type="presOf" srcId="{F25EA818-E4C8-4E9C-8509-8C9CFC1F8413}" destId="{C16B9463-FE2B-4688-9A5A-516F3FAC63F7}" srcOrd="0" destOrd="0" presId="urn:microsoft.com/office/officeart/2005/8/layout/radial4"/>
    <dgm:cxn modelId="{58AD7EEF-D408-406B-87EE-4691D4C30668}" srcId="{B9C32B05-62EA-407A-B21C-2310C7945705}" destId="{8EA7219F-BDB2-48EB-9EEB-3133522D132E}" srcOrd="0" destOrd="0" parTransId="{3EE8403A-CB7C-4815-85BD-AEBCAEB71B37}" sibTransId="{C94B7947-85DC-4B21-BB99-DF8438356F98}"/>
    <dgm:cxn modelId="{347256F0-8076-4DF0-967A-CB14BCAE58B6}" srcId="{01553A5B-5758-4E44-A17A-8E874D35545D}" destId="{A49BECBC-BB39-4FEA-8BBA-F582F4EDDE39}" srcOrd="0" destOrd="0" parTransId="{7B00A184-D90F-4F28-B386-1E90613B3889}" sibTransId="{1C9527D9-913B-40DF-A1A0-48FECFEE53CE}"/>
    <dgm:cxn modelId="{E027AAF2-FDEC-42CB-B056-FC98AC2EECC9}" srcId="{F25EA818-E4C8-4E9C-8509-8C9CFC1F8413}" destId="{C0276806-1A2B-4DAD-9BD0-7BF92D5D6948}" srcOrd="0" destOrd="0" parTransId="{68B7A0A3-E574-4782-816E-19B746206877}" sibTransId="{8A9B5B7B-EB35-4F3F-949B-D2D5B0C1BB7D}"/>
    <dgm:cxn modelId="{17F049FD-FF5B-4FA3-B723-DDC2CA76D9A9}" type="presOf" srcId="{B9C32B05-62EA-407A-B21C-2310C7945705}" destId="{44B4F0FF-F1FC-43F4-8941-3198569C1C54}" srcOrd="0" destOrd="0" presId="urn:microsoft.com/office/officeart/2005/8/layout/radial4"/>
    <dgm:cxn modelId="{1A24BA08-9B33-4295-9FBB-93395900C96A}" type="presParOf" srcId="{44B4F0FF-F1FC-43F4-8941-3198569C1C54}" destId="{68481BEC-770B-4849-A60F-46789AA2D16F}" srcOrd="0" destOrd="0" presId="urn:microsoft.com/office/officeart/2005/8/layout/radial4"/>
    <dgm:cxn modelId="{171DB69C-C3EB-4231-A72E-A695C6D38D21}" type="presParOf" srcId="{44B4F0FF-F1FC-43F4-8941-3198569C1C54}" destId="{BFD06722-1D97-4323-B1C5-CB35683E2423}" srcOrd="1" destOrd="0" presId="urn:microsoft.com/office/officeart/2005/8/layout/radial4"/>
    <dgm:cxn modelId="{6A6F0F9F-9425-47FA-9D48-2C5172CEC776}" type="presParOf" srcId="{44B4F0FF-F1FC-43F4-8941-3198569C1C54}" destId="{C16B9463-FE2B-4688-9A5A-516F3FAC63F7}" srcOrd="2" destOrd="0" presId="urn:microsoft.com/office/officeart/2005/8/layout/radial4"/>
    <dgm:cxn modelId="{E4F34D44-26FB-4E52-B468-27BB54B1BAF2}" type="presParOf" srcId="{44B4F0FF-F1FC-43F4-8941-3198569C1C54}" destId="{70238519-B417-4790-9F08-912AA10B3CB9}" srcOrd="3" destOrd="0" presId="urn:microsoft.com/office/officeart/2005/8/layout/radial4"/>
    <dgm:cxn modelId="{5C6EDCA8-C990-4D9E-994F-FD7CE4ED8BBA}" type="presParOf" srcId="{44B4F0FF-F1FC-43F4-8941-3198569C1C54}" destId="{0FCDCBE9-0F2A-465F-A2F8-D8CC3A4A4826}" srcOrd="4" destOrd="0" presId="urn:microsoft.com/office/officeart/2005/8/layout/radial4"/>
    <dgm:cxn modelId="{3AB52B2E-BFD7-47FA-A403-BFD1EA92F2B9}" type="presParOf" srcId="{44B4F0FF-F1FC-43F4-8941-3198569C1C54}" destId="{CFD5D2F6-416D-45B5-9ABB-F4293970FF42}" srcOrd="5" destOrd="0" presId="urn:microsoft.com/office/officeart/2005/8/layout/radial4"/>
    <dgm:cxn modelId="{54C77AF7-4B60-4C09-9E0F-964C4FD8AD92}" type="presParOf" srcId="{44B4F0FF-F1FC-43F4-8941-3198569C1C54}" destId="{065BB2D8-A1DD-4C1B-B13F-D9F4874EE717}" srcOrd="6" destOrd="0" presId="urn:microsoft.com/office/officeart/2005/8/layout/radial4"/>
    <dgm:cxn modelId="{A14EF1F1-6573-4C88-8ECA-53E87636CF93}" type="presParOf" srcId="{44B4F0FF-F1FC-43F4-8941-3198569C1C54}" destId="{75468D84-5EED-4D3C-808A-60063859D1B3}" srcOrd="7" destOrd="0" presId="urn:microsoft.com/office/officeart/2005/8/layout/radial4"/>
    <dgm:cxn modelId="{DF066CD3-0C35-40EF-A536-CE5A9C916DEB}" type="presParOf" srcId="{44B4F0FF-F1FC-43F4-8941-3198569C1C54}" destId="{4AE746EE-6656-461B-893B-49C37E936CB0}" srcOrd="8" destOrd="0" presId="urn:microsoft.com/office/officeart/2005/8/layout/radial4"/>
    <dgm:cxn modelId="{74036452-A9BA-4C33-9320-6942C56CAF5E}" type="presParOf" srcId="{44B4F0FF-F1FC-43F4-8941-3198569C1C54}" destId="{246650F8-A893-44D2-B20F-080539F25E83}" srcOrd="9" destOrd="0" presId="urn:microsoft.com/office/officeart/2005/8/layout/radial4"/>
    <dgm:cxn modelId="{23C5884A-AB69-4422-B9C3-56F60A9B9557}" type="presParOf" srcId="{44B4F0FF-F1FC-43F4-8941-3198569C1C54}" destId="{7D8394C4-47D4-4954-838D-3DC13A96033C}" srcOrd="10" destOrd="0" presId="urn:microsoft.com/office/officeart/2005/8/layout/radial4"/>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27.xml><?xml version="1.0" encoding="utf-8"?>
<dgm:dataModel xmlns:dgm="http://schemas.openxmlformats.org/drawingml/2006/diagram" xmlns:a="http://schemas.openxmlformats.org/drawingml/2006/main">
  <dgm:ptLst>
    <dgm:pt modelId="{B9C32B05-62EA-407A-B21C-2310C7945705}" type="doc">
      <dgm:prSet loTypeId="urn:microsoft.com/office/officeart/2005/8/layout/radial2" loCatId="relationship" qsTypeId="urn:microsoft.com/office/officeart/2005/8/quickstyle/simple4" qsCatId="simple" csTypeId="urn:microsoft.com/office/officeart/2005/8/colors/colorful1" csCatId="colorful" phldr="1"/>
      <dgm:spPr/>
      <dgm:t>
        <a:bodyPr/>
        <a:lstStyle/>
        <a:p>
          <a:endParaRPr lang="en-US"/>
        </a:p>
      </dgm:t>
    </dgm:pt>
    <dgm:pt modelId="{8EA7219F-BDB2-48EB-9EEB-3133522D132E}">
      <dgm:prSet phldrT="[Text]"/>
      <dgm:spPr/>
      <dgm:t>
        <a:bodyPr/>
        <a:lstStyle/>
        <a:p>
          <a:r>
            <a:rPr lang="en-US" dirty="0"/>
            <a:t>Lorem Ipsum</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F3FA86F7-575E-4FDD-B637-1D7276F725A4}">
      <dgm:prSet phldrT="[Text]"/>
      <dgm:spPr/>
      <dgm:t>
        <a:bodyPr/>
        <a:lstStyle/>
        <a:p>
          <a:r>
            <a:rPr lang="en-US"/>
            <a:t>Lorem Ipsum</a:t>
          </a:r>
          <a:endParaRPr lang="en-US" dirty="0"/>
        </a:p>
      </dgm:t>
    </dgm:pt>
    <dgm:pt modelId="{192CD16B-FA85-49AB-96EA-80094BA41ED5}" type="parTrans" cxnId="{B38DB338-3B1E-4324-A45E-8025E9D81450}">
      <dgm:prSet/>
      <dgm:spPr/>
      <dgm:t>
        <a:bodyPr/>
        <a:lstStyle/>
        <a:p>
          <a:endParaRPr lang="en-US"/>
        </a:p>
      </dgm:t>
    </dgm:pt>
    <dgm:pt modelId="{BEF45895-E33A-456A-85CE-5D5DFC2CF2C9}" type="sibTrans" cxnId="{B38DB338-3B1E-4324-A45E-8025E9D81450}">
      <dgm:prSet/>
      <dgm:spPr/>
      <dgm:t>
        <a:bodyPr/>
        <a:lstStyle/>
        <a:p>
          <a:endParaRPr lang="en-US"/>
        </a:p>
      </dgm:t>
    </dgm:pt>
    <dgm:pt modelId="{8D3744A8-1883-4930-8E0D-B57E26D003C6}">
      <dgm:prSet phldrT="[Text]"/>
      <dgm:spPr/>
      <dgm:t>
        <a:bodyPr/>
        <a:lstStyle/>
        <a:p>
          <a:r>
            <a:rPr lang="en-US" dirty="0"/>
            <a:t>Lorem Ipsum</a:t>
          </a:r>
        </a:p>
      </dgm:t>
    </dgm:pt>
    <dgm:pt modelId="{AC9EAF57-EBF1-4FB7-8ED0-6ECFF59ADE74}" type="parTrans" cxnId="{C8FCCD3C-805E-4A27-964D-25DE1206ADCA}">
      <dgm:prSet/>
      <dgm:spPr/>
      <dgm:t>
        <a:bodyPr/>
        <a:lstStyle/>
        <a:p>
          <a:endParaRPr lang="en-US"/>
        </a:p>
      </dgm:t>
    </dgm:pt>
    <dgm:pt modelId="{D40CF7D9-D0C3-4084-8D2D-359654C28D0F}" type="sibTrans" cxnId="{C8FCCD3C-805E-4A27-964D-25DE1206ADCA}">
      <dgm:prSet/>
      <dgm:spPr/>
      <dgm:t>
        <a:bodyPr/>
        <a:lstStyle/>
        <a:p>
          <a:endParaRPr lang="en-US"/>
        </a:p>
      </dgm:t>
    </dgm:pt>
    <dgm:pt modelId="{C9AAC837-F2B0-40E5-8679-D365145CD32D}">
      <dgm:prSet phldrT="[Text]"/>
      <dgm:spPr/>
      <dgm:t>
        <a:bodyPr/>
        <a:lstStyle/>
        <a:p>
          <a:r>
            <a:rPr lang="en-US" dirty="0"/>
            <a:t>Lorem Ipsum</a:t>
          </a:r>
        </a:p>
      </dgm:t>
    </dgm:pt>
    <dgm:pt modelId="{BF762BC7-3A73-465D-85A6-3BCDF9B94784}" type="parTrans" cxnId="{D2F8513A-5886-4FAB-9494-6D284BD96A29}">
      <dgm:prSet/>
      <dgm:spPr/>
      <dgm:t>
        <a:bodyPr/>
        <a:lstStyle/>
        <a:p>
          <a:endParaRPr lang="en-US"/>
        </a:p>
      </dgm:t>
    </dgm:pt>
    <dgm:pt modelId="{0CEADA81-66C0-4096-BEDE-B88D7687450C}" type="sibTrans" cxnId="{D2F8513A-5886-4FAB-9494-6D284BD96A29}">
      <dgm:prSet/>
      <dgm:spPr/>
      <dgm:t>
        <a:bodyPr/>
        <a:lstStyle/>
        <a:p>
          <a:endParaRPr lang="en-US"/>
        </a:p>
      </dgm:t>
    </dgm:pt>
    <dgm:pt modelId="{F33837D8-860A-4545-ADC7-8BA770473D14}">
      <dgm:prSet phldrT="[Text]"/>
      <dgm:spPr/>
      <dgm:t>
        <a:bodyPr/>
        <a:lstStyle/>
        <a:p>
          <a:r>
            <a:rPr lang="en-US">
              <a:solidFill>
                <a:schemeClr val="tx2"/>
              </a:solidFill>
            </a:rPr>
            <a:t>Some text here</a:t>
          </a:r>
          <a:endParaRPr lang="en-US" dirty="0"/>
        </a:p>
      </dgm:t>
    </dgm:pt>
    <dgm:pt modelId="{3BFCB7AE-9FB7-4F0B-85FB-122E9A06CC9A}" type="parTrans" cxnId="{9F70DF72-6140-4D9F-B706-173950BA6814}">
      <dgm:prSet/>
      <dgm:spPr/>
      <dgm:t>
        <a:bodyPr/>
        <a:lstStyle/>
        <a:p>
          <a:endParaRPr lang="en-US"/>
        </a:p>
      </dgm:t>
    </dgm:pt>
    <dgm:pt modelId="{286A992C-DCFE-4028-870B-44C77891799D}" type="sibTrans" cxnId="{9F70DF72-6140-4D9F-B706-173950BA6814}">
      <dgm:prSet/>
      <dgm:spPr/>
      <dgm:t>
        <a:bodyPr/>
        <a:lstStyle/>
        <a:p>
          <a:endParaRPr lang="en-US"/>
        </a:p>
      </dgm:t>
    </dgm:pt>
    <dgm:pt modelId="{672D3B32-F87C-426C-912C-18E925076DA8}">
      <dgm:prSet phldrT="[Text]"/>
      <dgm:spPr/>
      <dgm:t>
        <a:bodyPr/>
        <a:lstStyle/>
        <a:p>
          <a:r>
            <a:rPr lang="en-US">
              <a:solidFill>
                <a:schemeClr val="tx2"/>
              </a:solidFill>
            </a:rPr>
            <a:t>Some text here</a:t>
          </a:r>
          <a:endParaRPr lang="en-US" dirty="0"/>
        </a:p>
      </dgm:t>
    </dgm:pt>
    <dgm:pt modelId="{1EBF8D19-45EF-4B86-9D89-5540D67252DA}" type="parTrans" cxnId="{9702332B-33AA-428C-A3AC-D17512271111}">
      <dgm:prSet/>
      <dgm:spPr/>
      <dgm:t>
        <a:bodyPr/>
        <a:lstStyle/>
        <a:p>
          <a:endParaRPr lang="en-US"/>
        </a:p>
      </dgm:t>
    </dgm:pt>
    <dgm:pt modelId="{BC927D92-0EE5-409F-8007-0B04908DA44D}" type="sibTrans" cxnId="{9702332B-33AA-428C-A3AC-D17512271111}">
      <dgm:prSet/>
      <dgm:spPr/>
      <dgm:t>
        <a:bodyPr/>
        <a:lstStyle/>
        <a:p>
          <a:endParaRPr lang="en-US"/>
        </a:p>
      </dgm:t>
    </dgm:pt>
    <dgm:pt modelId="{A4CEF0C3-CD64-402F-8875-F9493F63A70A}">
      <dgm:prSet phldrT="[Text]"/>
      <dgm:spPr/>
      <dgm:t>
        <a:bodyPr/>
        <a:lstStyle/>
        <a:p>
          <a:r>
            <a:rPr lang="en-US">
              <a:solidFill>
                <a:schemeClr val="tx2"/>
              </a:solidFill>
            </a:rPr>
            <a:t>Some text here</a:t>
          </a:r>
          <a:endParaRPr lang="en-US" dirty="0"/>
        </a:p>
      </dgm:t>
    </dgm:pt>
    <dgm:pt modelId="{31BA8810-B932-4C11-B989-40423ABBB94C}" type="parTrans" cxnId="{97B45F83-2552-4BB8-8805-C12AD3F8B702}">
      <dgm:prSet/>
      <dgm:spPr/>
      <dgm:t>
        <a:bodyPr/>
        <a:lstStyle/>
        <a:p>
          <a:endParaRPr lang="en-US"/>
        </a:p>
      </dgm:t>
    </dgm:pt>
    <dgm:pt modelId="{69BFCF76-7410-4637-B5AC-13A29E714F6E}" type="sibTrans" cxnId="{97B45F83-2552-4BB8-8805-C12AD3F8B702}">
      <dgm:prSet/>
      <dgm:spPr/>
      <dgm:t>
        <a:bodyPr/>
        <a:lstStyle/>
        <a:p>
          <a:endParaRPr lang="en-US"/>
        </a:p>
      </dgm:t>
    </dgm:pt>
    <dgm:pt modelId="{6122CA03-3931-4EC7-B9EC-9F443F9C5416}">
      <dgm:prSet phldrT="[Text]"/>
      <dgm:spPr/>
      <dgm:t>
        <a:bodyPr/>
        <a:lstStyle/>
        <a:p>
          <a:r>
            <a:rPr lang="en-US">
              <a:solidFill>
                <a:schemeClr val="tx2"/>
              </a:solidFill>
            </a:rPr>
            <a:t>Some text here</a:t>
          </a:r>
          <a:endParaRPr lang="en-US" dirty="0"/>
        </a:p>
      </dgm:t>
    </dgm:pt>
    <dgm:pt modelId="{A6CD1FE8-E57B-4F0B-89CA-C2B7D18DB278}" type="parTrans" cxnId="{A051A973-7337-4A64-9FC5-0F1C3B206243}">
      <dgm:prSet/>
      <dgm:spPr/>
      <dgm:t>
        <a:bodyPr/>
        <a:lstStyle/>
        <a:p>
          <a:endParaRPr lang="en-US"/>
        </a:p>
      </dgm:t>
    </dgm:pt>
    <dgm:pt modelId="{0AC78725-81A2-49E6-AE6C-1E9A2A79D3E8}" type="sibTrans" cxnId="{A051A973-7337-4A64-9FC5-0F1C3B206243}">
      <dgm:prSet/>
      <dgm:spPr/>
      <dgm:t>
        <a:bodyPr/>
        <a:lstStyle/>
        <a:p>
          <a:endParaRPr lang="en-US"/>
        </a:p>
      </dgm:t>
    </dgm:pt>
    <dgm:pt modelId="{918E9709-4617-4CE1-B31B-EAB38918AAFF}">
      <dgm:prSet phldrT="[Text]"/>
      <dgm:spPr/>
      <dgm:t>
        <a:bodyPr/>
        <a:lstStyle/>
        <a:p>
          <a:r>
            <a:rPr lang="en-US">
              <a:solidFill>
                <a:schemeClr val="tx2"/>
              </a:solidFill>
            </a:rPr>
            <a:t>Some text here</a:t>
          </a:r>
          <a:endParaRPr lang="en-US" dirty="0"/>
        </a:p>
      </dgm:t>
    </dgm:pt>
    <dgm:pt modelId="{FAFC9944-799F-45ED-90DA-4436D42B4AF8}" type="parTrans" cxnId="{08E35970-291D-4639-9D91-67D99F81C25B}">
      <dgm:prSet/>
      <dgm:spPr/>
      <dgm:t>
        <a:bodyPr/>
        <a:lstStyle/>
        <a:p>
          <a:endParaRPr lang="en-US"/>
        </a:p>
      </dgm:t>
    </dgm:pt>
    <dgm:pt modelId="{3175D23F-8F1D-4280-ACEC-98FB93809731}" type="sibTrans" cxnId="{08E35970-291D-4639-9D91-67D99F81C25B}">
      <dgm:prSet/>
      <dgm:spPr/>
      <dgm:t>
        <a:bodyPr/>
        <a:lstStyle/>
        <a:p>
          <a:endParaRPr lang="en-US"/>
        </a:p>
      </dgm:t>
    </dgm:pt>
    <dgm:pt modelId="{FA1445BE-C2B2-4CD4-AEF7-8DD34A3C20F6}">
      <dgm:prSet phldrT="[Text]"/>
      <dgm:spPr/>
      <dgm:t>
        <a:bodyPr/>
        <a:lstStyle/>
        <a:p>
          <a:r>
            <a:rPr lang="en-US">
              <a:solidFill>
                <a:schemeClr val="tx2"/>
              </a:solidFill>
            </a:rPr>
            <a:t>Some text here</a:t>
          </a:r>
          <a:endParaRPr lang="en-US" dirty="0"/>
        </a:p>
      </dgm:t>
    </dgm:pt>
    <dgm:pt modelId="{44804A1B-4724-458D-A6F7-035771783EDD}" type="parTrans" cxnId="{E2305A60-3A0A-4A4E-83D8-BC6432276966}">
      <dgm:prSet/>
      <dgm:spPr/>
      <dgm:t>
        <a:bodyPr/>
        <a:lstStyle/>
        <a:p>
          <a:endParaRPr lang="en-US"/>
        </a:p>
      </dgm:t>
    </dgm:pt>
    <dgm:pt modelId="{2440005B-C942-436C-B9EA-7C9B66B2CA2F}" type="sibTrans" cxnId="{E2305A60-3A0A-4A4E-83D8-BC6432276966}">
      <dgm:prSet/>
      <dgm:spPr/>
      <dgm:t>
        <a:bodyPr/>
        <a:lstStyle/>
        <a:p>
          <a:endParaRPr lang="en-US"/>
        </a:p>
      </dgm:t>
    </dgm:pt>
    <dgm:pt modelId="{245A1136-3BF8-47DA-A925-B34F0ED5F610}" type="pres">
      <dgm:prSet presAssocID="{B9C32B05-62EA-407A-B21C-2310C7945705}" presName="composite" presStyleCnt="0">
        <dgm:presLayoutVars>
          <dgm:chMax val="5"/>
          <dgm:dir/>
          <dgm:animLvl val="ctr"/>
          <dgm:resizeHandles val="exact"/>
        </dgm:presLayoutVars>
      </dgm:prSet>
      <dgm:spPr/>
    </dgm:pt>
    <dgm:pt modelId="{9D3C2AA1-DD1A-4DBC-BD93-D5F8F8EAB6D9}" type="pres">
      <dgm:prSet presAssocID="{B9C32B05-62EA-407A-B21C-2310C7945705}" presName="cycle" presStyleCnt="0"/>
      <dgm:spPr/>
    </dgm:pt>
    <dgm:pt modelId="{2EF62885-B4B2-4F30-9C82-74074C0BD1C0}" type="pres">
      <dgm:prSet presAssocID="{B9C32B05-62EA-407A-B21C-2310C7945705}" presName="centerShape" presStyleCnt="0"/>
      <dgm:spPr/>
    </dgm:pt>
    <dgm:pt modelId="{6F1A5D1D-DE3B-4D6C-8979-DC97A314279E}" type="pres">
      <dgm:prSet presAssocID="{B9C32B05-62EA-407A-B21C-2310C7945705}" presName="connSite" presStyleLbl="node1" presStyleIdx="0" presStyleCnt="5"/>
      <dgm:spPr/>
    </dgm:pt>
    <dgm:pt modelId="{E89AA1EA-438F-4545-BE1C-29D5B7BFD565}" type="pres">
      <dgm:prSet presAssocID="{B9C32B05-62EA-407A-B21C-2310C7945705}" presName="visible" presStyleLbl="node1" presStyleIdx="0" presStyleCnt="5"/>
      <dgm:spPr/>
    </dgm:pt>
    <dgm:pt modelId="{37A8A02E-83DD-4BB4-9DD0-668771DDDDEA}" type="pres">
      <dgm:prSet presAssocID="{3EE8403A-CB7C-4815-85BD-AEBCAEB71B37}" presName="Name25" presStyleLbl="parChTrans1D1" presStyleIdx="0" presStyleCnt="4"/>
      <dgm:spPr/>
    </dgm:pt>
    <dgm:pt modelId="{DACE59EB-1F35-444A-A301-53D0DC7A57D5}" type="pres">
      <dgm:prSet presAssocID="{8EA7219F-BDB2-48EB-9EEB-3133522D132E}" presName="node" presStyleCnt="0"/>
      <dgm:spPr/>
    </dgm:pt>
    <dgm:pt modelId="{F0F2B497-BFE1-4706-B91F-B57B378DE5D6}" type="pres">
      <dgm:prSet presAssocID="{8EA7219F-BDB2-48EB-9EEB-3133522D132E}" presName="parentNode" presStyleLbl="node1" presStyleIdx="1" presStyleCnt="5">
        <dgm:presLayoutVars>
          <dgm:chMax val="1"/>
          <dgm:bulletEnabled val="1"/>
        </dgm:presLayoutVars>
      </dgm:prSet>
      <dgm:spPr/>
    </dgm:pt>
    <dgm:pt modelId="{5AE72C6C-7F13-49D6-91CE-E17A2E45FB45}" type="pres">
      <dgm:prSet presAssocID="{8EA7219F-BDB2-48EB-9EEB-3133522D132E}" presName="childNode" presStyleLbl="revTx" presStyleIdx="0" presStyleCnt="3">
        <dgm:presLayoutVars>
          <dgm:bulletEnabled val="1"/>
        </dgm:presLayoutVars>
      </dgm:prSet>
      <dgm:spPr/>
    </dgm:pt>
    <dgm:pt modelId="{0ECFECA0-CE39-4654-8031-59BBE2B67470}" type="pres">
      <dgm:prSet presAssocID="{192CD16B-FA85-49AB-96EA-80094BA41ED5}" presName="Name25" presStyleLbl="parChTrans1D1" presStyleIdx="1" presStyleCnt="4"/>
      <dgm:spPr/>
    </dgm:pt>
    <dgm:pt modelId="{1FDAF4F5-66A0-48B4-9BCA-96A0CEA4AB02}" type="pres">
      <dgm:prSet presAssocID="{F3FA86F7-575E-4FDD-B637-1D7276F725A4}" presName="node" presStyleCnt="0"/>
      <dgm:spPr/>
    </dgm:pt>
    <dgm:pt modelId="{EF88F0B0-975F-488F-A4D6-C3FBA316D2F7}" type="pres">
      <dgm:prSet presAssocID="{F3FA86F7-575E-4FDD-B637-1D7276F725A4}" presName="parentNode" presStyleLbl="node1" presStyleIdx="2" presStyleCnt="5">
        <dgm:presLayoutVars>
          <dgm:chMax val="1"/>
          <dgm:bulletEnabled val="1"/>
        </dgm:presLayoutVars>
      </dgm:prSet>
      <dgm:spPr/>
    </dgm:pt>
    <dgm:pt modelId="{F458EAA1-6D7E-4F6F-A987-14A5DD857563}" type="pres">
      <dgm:prSet presAssocID="{F3FA86F7-575E-4FDD-B637-1D7276F725A4}" presName="childNode" presStyleLbl="revTx" presStyleIdx="0" presStyleCnt="3">
        <dgm:presLayoutVars>
          <dgm:bulletEnabled val="1"/>
        </dgm:presLayoutVars>
      </dgm:prSet>
      <dgm:spPr/>
    </dgm:pt>
    <dgm:pt modelId="{832CF619-5C63-4096-A110-A3568F39379D}" type="pres">
      <dgm:prSet presAssocID="{AC9EAF57-EBF1-4FB7-8ED0-6ECFF59ADE74}" presName="Name25" presStyleLbl="parChTrans1D1" presStyleIdx="2" presStyleCnt="4"/>
      <dgm:spPr/>
    </dgm:pt>
    <dgm:pt modelId="{D45E960B-B935-4742-8513-412E29BE9436}" type="pres">
      <dgm:prSet presAssocID="{8D3744A8-1883-4930-8E0D-B57E26D003C6}" presName="node" presStyleCnt="0"/>
      <dgm:spPr/>
    </dgm:pt>
    <dgm:pt modelId="{C9FE3BC1-412D-4AA1-A462-085C379A274C}" type="pres">
      <dgm:prSet presAssocID="{8D3744A8-1883-4930-8E0D-B57E26D003C6}" presName="parentNode" presStyleLbl="node1" presStyleIdx="3" presStyleCnt="5">
        <dgm:presLayoutVars>
          <dgm:chMax val="1"/>
          <dgm:bulletEnabled val="1"/>
        </dgm:presLayoutVars>
      </dgm:prSet>
      <dgm:spPr/>
    </dgm:pt>
    <dgm:pt modelId="{0D519756-BE68-449D-A2BC-13BC2C23FD37}" type="pres">
      <dgm:prSet presAssocID="{8D3744A8-1883-4930-8E0D-B57E26D003C6}" presName="childNode" presStyleLbl="revTx" presStyleIdx="1" presStyleCnt="3">
        <dgm:presLayoutVars>
          <dgm:bulletEnabled val="1"/>
        </dgm:presLayoutVars>
      </dgm:prSet>
      <dgm:spPr/>
    </dgm:pt>
    <dgm:pt modelId="{F6B95F5D-852A-4FAC-A6A3-CF66267D9794}" type="pres">
      <dgm:prSet presAssocID="{BF762BC7-3A73-465D-85A6-3BCDF9B94784}" presName="Name25" presStyleLbl="parChTrans1D1" presStyleIdx="3" presStyleCnt="4"/>
      <dgm:spPr/>
    </dgm:pt>
    <dgm:pt modelId="{0F5E1572-06E4-4834-AEA3-BF3D1C88924F}" type="pres">
      <dgm:prSet presAssocID="{C9AAC837-F2B0-40E5-8679-D365145CD32D}" presName="node" presStyleCnt="0"/>
      <dgm:spPr/>
    </dgm:pt>
    <dgm:pt modelId="{A4435533-85E2-4EBF-9BA5-DEA7D434D9FF}" type="pres">
      <dgm:prSet presAssocID="{C9AAC837-F2B0-40E5-8679-D365145CD32D}" presName="parentNode" presStyleLbl="node1" presStyleIdx="4" presStyleCnt="5">
        <dgm:presLayoutVars>
          <dgm:chMax val="1"/>
          <dgm:bulletEnabled val="1"/>
        </dgm:presLayoutVars>
      </dgm:prSet>
      <dgm:spPr/>
    </dgm:pt>
    <dgm:pt modelId="{4212D24C-7D2B-478B-A4F8-E5EDFA50EF05}" type="pres">
      <dgm:prSet presAssocID="{C9AAC837-F2B0-40E5-8679-D365145CD32D}" presName="childNode" presStyleLbl="revTx" presStyleIdx="2" presStyleCnt="3">
        <dgm:presLayoutVars>
          <dgm:bulletEnabled val="1"/>
        </dgm:presLayoutVars>
      </dgm:prSet>
      <dgm:spPr/>
    </dgm:pt>
  </dgm:ptLst>
  <dgm:cxnLst>
    <dgm:cxn modelId="{5AC6B908-6606-4F4E-A8D7-581825FD1AFD}" type="presOf" srcId="{F33837D8-860A-4545-ADC7-8BA770473D14}" destId="{5AE72C6C-7F13-49D6-91CE-E17A2E45FB45}" srcOrd="0" destOrd="0" presId="urn:microsoft.com/office/officeart/2005/8/layout/radial2"/>
    <dgm:cxn modelId="{1558F012-9256-421E-8726-7C1CBBC81511}" type="presOf" srcId="{8D3744A8-1883-4930-8E0D-B57E26D003C6}" destId="{C9FE3BC1-412D-4AA1-A462-085C379A274C}" srcOrd="0" destOrd="0" presId="urn:microsoft.com/office/officeart/2005/8/layout/radial2"/>
    <dgm:cxn modelId="{01E14E13-3BB1-4C10-A988-06FD5D36BDAD}" type="presOf" srcId="{B9C32B05-62EA-407A-B21C-2310C7945705}" destId="{245A1136-3BF8-47DA-A925-B34F0ED5F610}" srcOrd="0" destOrd="0" presId="urn:microsoft.com/office/officeart/2005/8/layout/radial2"/>
    <dgm:cxn modelId="{74C39515-8F94-4BD4-A9E6-4311104604CB}" type="presOf" srcId="{918E9709-4617-4CE1-B31B-EAB38918AAFF}" destId="{0D519756-BE68-449D-A2BC-13BC2C23FD37}" srcOrd="0" destOrd="1" presId="urn:microsoft.com/office/officeart/2005/8/layout/radial2"/>
    <dgm:cxn modelId="{9AAE891F-E9BD-4C5C-B8CB-975E7562F64D}" type="presOf" srcId="{8EA7219F-BDB2-48EB-9EEB-3133522D132E}" destId="{F0F2B497-BFE1-4706-B91F-B57B378DE5D6}" srcOrd="0" destOrd="0" presId="urn:microsoft.com/office/officeart/2005/8/layout/radial2"/>
    <dgm:cxn modelId="{9702332B-33AA-428C-A3AC-D17512271111}" srcId="{8EA7219F-BDB2-48EB-9EEB-3133522D132E}" destId="{672D3B32-F87C-426C-912C-18E925076DA8}" srcOrd="1" destOrd="0" parTransId="{1EBF8D19-45EF-4B86-9D89-5540D67252DA}" sibTransId="{BC927D92-0EE5-409F-8007-0B04908DA44D}"/>
    <dgm:cxn modelId="{F50FFC31-1950-4A1B-BB20-045D9C64E326}" type="presOf" srcId="{192CD16B-FA85-49AB-96EA-80094BA41ED5}" destId="{0ECFECA0-CE39-4654-8031-59BBE2B67470}" srcOrd="0" destOrd="0" presId="urn:microsoft.com/office/officeart/2005/8/layout/radial2"/>
    <dgm:cxn modelId="{B38DB338-3B1E-4324-A45E-8025E9D81450}" srcId="{B9C32B05-62EA-407A-B21C-2310C7945705}" destId="{F3FA86F7-575E-4FDD-B637-1D7276F725A4}" srcOrd="1" destOrd="0" parTransId="{192CD16B-FA85-49AB-96EA-80094BA41ED5}" sibTransId="{BEF45895-E33A-456A-85CE-5D5DFC2CF2C9}"/>
    <dgm:cxn modelId="{D2F8513A-5886-4FAB-9494-6D284BD96A29}" srcId="{B9C32B05-62EA-407A-B21C-2310C7945705}" destId="{C9AAC837-F2B0-40E5-8679-D365145CD32D}" srcOrd="3" destOrd="0" parTransId="{BF762BC7-3A73-465D-85A6-3BCDF9B94784}" sibTransId="{0CEADA81-66C0-4096-BEDE-B88D7687450C}"/>
    <dgm:cxn modelId="{C8FCCD3C-805E-4A27-964D-25DE1206ADCA}" srcId="{B9C32B05-62EA-407A-B21C-2310C7945705}" destId="{8D3744A8-1883-4930-8E0D-B57E26D003C6}" srcOrd="2" destOrd="0" parTransId="{AC9EAF57-EBF1-4FB7-8ED0-6ECFF59ADE74}" sibTransId="{D40CF7D9-D0C3-4084-8D2D-359654C28D0F}"/>
    <dgm:cxn modelId="{E2305A60-3A0A-4A4E-83D8-BC6432276966}" srcId="{C9AAC837-F2B0-40E5-8679-D365145CD32D}" destId="{FA1445BE-C2B2-4CD4-AEF7-8DD34A3C20F6}" srcOrd="0" destOrd="0" parTransId="{44804A1B-4724-458D-A6F7-035771783EDD}" sibTransId="{2440005B-C942-436C-B9EA-7C9B66B2CA2F}"/>
    <dgm:cxn modelId="{08E35970-291D-4639-9D91-67D99F81C25B}" srcId="{8D3744A8-1883-4930-8E0D-B57E26D003C6}" destId="{918E9709-4617-4CE1-B31B-EAB38918AAFF}" srcOrd="1" destOrd="0" parTransId="{FAFC9944-799F-45ED-90DA-4436D42B4AF8}" sibTransId="{3175D23F-8F1D-4280-ACEC-98FB93809731}"/>
    <dgm:cxn modelId="{9F70DF72-6140-4D9F-B706-173950BA6814}" srcId="{8EA7219F-BDB2-48EB-9EEB-3133522D132E}" destId="{F33837D8-860A-4545-ADC7-8BA770473D14}" srcOrd="0" destOrd="0" parTransId="{3BFCB7AE-9FB7-4F0B-85FB-122E9A06CC9A}" sibTransId="{286A992C-DCFE-4028-870B-44C77891799D}"/>
    <dgm:cxn modelId="{A051A973-7337-4A64-9FC5-0F1C3B206243}" srcId="{8D3744A8-1883-4930-8E0D-B57E26D003C6}" destId="{6122CA03-3931-4EC7-B9EC-9F443F9C5416}" srcOrd="0" destOrd="0" parTransId="{A6CD1FE8-E57B-4F0B-89CA-C2B7D18DB278}" sibTransId="{0AC78725-81A2-49E6-AE6C-1E9A2A79D3E8}"/>
    <dgm:cxn modelId="{7B28C278-B599-4A05-8589-C2FF5807AA61}" type="presOf" srcId="{672D3B32-F87C-426C-912C-18E925076DA8}" destId="{5AE72C6C-7F13-49D6-91CE-E17A2E45FB45}" srcOrd="0" destOrd="1" presId="urn:microsoft.com/office/officeart/2005/8/layout/radial2"/>
    <dgm:cxn modelId="{D3C9807A-9C13-4C37-B033-91CCC94869B3}" type="presOf" srcId="{6122CA03-3931-4EC7-B9EC-9F443F9C5416}" destId="{0D519756-BE68-449D-A2BC-13BC2C23FD37}" srcOrd="0" destOrd="0" presId="urn:microsoft.com/office/officeart/2005/8/layout/radial2"/>
    <dgm:cxn modelId="{97B45F83-2552-4BB8-8805-C12AD3F8B702}" srcId="{8EA7219F-BDB2-48EB-9EEB-3133522D132E}" destId="{A4CEF0C3-CD64-402F-8875-F9493F63A70A}" srcOrd="2" destOrd="0" parTransId="{31BA8810-B932-4C11-B989-40423ABBB94C}" sibTransId="{69BFCF76-7410-4637-B5AC-13A29E714F6E}"/>
    <dgm:cxn modelId="{7858A689-174C-4F1F-AABE-1FC38A25C95B}" type="presOf" srcId="{A4CEF0C3-CD64-402F-8875-F9493F63A70A}" destId="{5AE72C6C-7F13-49D6-91CE-E17A2E45FB45}" srcOrd="0" destOrd="2" presId="urn:microsoft.com/office/officeart/2005/8/layout/radial2"/>
    <dgm:cxn modelId="{960928A0-504C-4C37-80A7-46FF0477A344}" type="presOf" srcId="{AC9EAF57-EBF1-4FB7-8ED0-6ECFF59ADE74}" destId="{832CF619-5C63-4096-A110-A3568F39379D}" srcOrd="0" destOrd="0" presId="urn:microsoft.com/office/officeart/2005/8/layout/radial2"/>
    <dgm:cxn modelId="{8E7834AD-C6ED-49F0-9E11-E4820E3B42AB}" type="presOf" srcId="{FA1445BE-C2B2-4CD4-AEF7-8DD34A3C20F6}" destId="{4212D24C-7D2B-478B-A4F8-E5EDFA50EF05}" srcOrd="0" destOrd="0" presId="urn:microsoft.com/office/officeart/2005/8/layout/radial2"/>
    <dgm:cxn modelId="{19CBB3E1-E05D-4BDF-811E-EE3F3DEE16CE}" type="presOf" srcId="{3EE8403A-CB7C-4815-85BD-AEBCAEB71B37}" destId="{37A8A02E-83DD-4BB4-9DD0-668771DDDDEA}" srcOrd="0" destOrd="0" presId="urn:microsoft.com/office/officeart/2005/8/layout/radial2"/>
    <dgm:cxn modelId="{18C6D8E1-B5A7-45AE-AB28-D9D213DCAC9F}" type="presOf" srcId="{BF762BC7-3A73-465D-85A6-3BCDF9B94784}" destId="{F6B95F5D-852A-4FAC-A6A3-CF66267D9794}" srcOrd="0" destOrd="0" presId="urn:microsoft.com/office/officeart/2005/8/layout/radial2"/>
    <dgm:cxn modelId="{38EE88EB-8F08-4162-8B8B-C18D3F37DB21}" type="presOf" srcId="{F3FA86F7-575E-4FDD-B637-1D7276F725A4}" destId="{EF88F0B0-975F-488F-A4D6-C3FBA316D2F7}" srcOrd="0" destOrd="0" presId="urn:microsoft.com/office/officeart/2005/8/layout/radial2"/>
    <dgm:cxn modelId="{272F9BEB-F4CD-4933-9862-4AE946DBFEF4}" type="presOf" srcId="{C9AAC837-F2B0-40E5-8679-D365145CD32D}" destId="{A4435533-85E2-4EBF-9BA5-DEA7D434D9FF}" srcOrd="0" destOrd="0" presId="urn:microsoft.com/office/officeart/2005/8/layout/radial2"/>
    <dgm:cxn modelId="{58AD7EEF-D408-406B-87EE-4691D4C30668}" srcId="{B9C32B05-62EA-407A-B21C-2310C7945705}" destId="{8EA7219F-BDB2-48EB-9EEB-3133522D132E}" srcOrd="0" destOrd="0" parTransId="{3EE8403A-CB7C-4815-85BD-AEBCAEB71B37}" sibTransId="{C94B7947-85DC-4B21-BB99-DF8438356F98}"/>
    <dgm:cxn modelId="{BC2E2180-3035-4F4F-A1E1-2161DA1DCC93}" type="presParOf" srcId="{245A1136-3BF8-47DA-A925-B34F0ED5F610}" destId="{9D3C2AA1-DD1A-4DBC-BD93-D5F8F8EAB6D9}" srcOrd="0" destOrd="0" presId="urn:microsoft.com/office/officeart/2005/8/layout/radial2"/>
    <dgm:cxn modelId="{3F3AC710-D532-4F37-8BB9-160F12810BDB}" type="presParOf" srcId="{9D3C2AA1-DD1A-4DBC-BD93-D5F8F8EAB6D9}" destId="{2EF62885-B4B2-4F30-9C82-74074C0BD1C0}" srcOrd="0" destOrd="0" presId="urn:microsoft.com/office/officeart/2005/8/layout/radial2"/>
    <dgm:cxn modelId="{51014E81-3D36-454E-920E-C72462916CAB}" type="presParOf" srcId="{2EF62885-B4B2-4F30-9C82-74074C0BD1C0}" destId="{6F1A5D1D-DE3B-4D6C-8979-DC97A314279E}" srcOrd="0" destOrd="0" presId="urn:microsoft.com/office/officeart/2005/8/layout/radial2"/>
    <dgm:cxn modelId="{84908068-B0F8-46DF-8ADA-67BB21E17252}" type="presParOf" srcId="{2EF62885-B4B2-4F30-9C82-74074C0BD1C0}" destId="{E89AA1EA-438F-4545-BE1C-29D5B7BFD565}" srcOrd="1" destOrd="0" presId="urn:microsoft.com/office/officeart/2005/8/layout/radial2"/>
    <dgm:cxn modelId="{848B0F0A-69A6-49F3-A607-7D534DC9F9CD}" type="presParOf" srcId="{9D3C2AA1-DD1A-4DBC-BD93-D5F8F8EAB6D9}" destId="{37A8A02E-83DD-4BB4-9DD0-668771DDDDEA}" srcOrd="1" destOrd="0" presId="urn:microsoft.com/office/officeart/2005/8/layout/radial2"/>
    <dgm:cxn modelId="{ED5568BD-4E23-4726-A2C6-2918DA389CCC}" type="presParOf" srcId="{9D3C2AA1-DD1A-4DBC-BD93-D5F8F8EAB6D9}" destId="{DACE59EB-1F35-444A-A301-53D0DC7A57D5}" srcOrd="2" destOrd="0" presId="urn:microsoft.com/office/officeart/2005/8/layout/radial2"/>
    <dgm:cxn modelId="{81E260A9-0FE0-4405-9555-16F205744B9E}" type="presParOf" srcId="{DACE59EB-1F35-444A-A301-53D0DC7A57D5}" destId="{F0F2B497-BFE1-4706-B91F-B57B378DE5D6}" srcOrd="0" destOrd="0" presId="urn:microsoft.com/office/officeart/2005/8/layout/radial2"/>
    <dgm:cxn modelId="{44C9473F-FBCA-47FF-A05A-C4395ED136CA}" type="presParOf" srcId="{DACE59EB-1F35-444A-A301-53D0DC7A57D5}" destId="{5AE72C6C-7F13-49D6-91CE-E17A2E45FB45}" srcOrd="1" destOrd="0" presId="urn:microsoft.com/office/officeart/2005/8/layout/radial2"/>
    <dgm:cxn modelId="{79471FA7-CD2C-4DC3-B903-82BB7A8661DA}" type="presParOf" srcId="{9D3C2AA1-DD1A-4DBC-BD93-D5F8F8EAB6D9}" destId="{0ECFECA0-CE39-4654-8031-59BBE2B67470}" srcOrd="3" destOrd="0" presId="urn:microsoft.com/office/officeart/2005/8/layout/radial2"/>
    <dgm:cxn modelId="{E636D664-ECF3-4257-B9C0-223491A07FF3}" type="presParOf" srcId="{9D3C2AA1-DD1A-4DBC-BD93-D5F8F8EAB6D9}" destId="{1FDAF4F5-66A0-48B4-9BCA-96A0CEA4AB02}" srcOrd="4" destOrd="0" presId="urn:microsoft.com/office/officeart/2005/8/layout/radial2"/>
    <dgm:cxn modelId="{6A75B449-B5C4-44B3-B9CE-8FC759CF264C}" type="presParOf" srcId="{1FDAF4F5-66A0-48B4-9BCA-96A0CEA4AB02}" destId="{EF88F0B0-975F-488F-A4D6-C3FBA316D2F7}" srcOrd="0" destOrd="0" presId="urn:microsoft.com/office/officeart/2005/8/layout/radial2"/>
    <dgm:cxn modelId="{8B3D853B-7DDA-46E5-A4E7-897AF3F8EFDE}" type="presParOf" srcId="{1FDAF4F5-66A0-48B4-9BCA-96A0CEA4AB02}" destId="{F458EAA1-6D7E-4F6F-A987-14A5DD857563}" srcOrd="1" destOrd="0" presId="urn:microsoft.com/office/officeart/2005/8/layout/radial2"/>
    <dgm:cxn modelId="{85BDAEEB-4F26-42F0-ABE2-B403B3E8DACE}" type="presParOf" srcId="{9D3C2AA1-DD1A-4DBC-BD93-D5F8F8EAB6D9}" destId="{832CF619-5C63-4096-A110-A3568F39379D}" srcOrd="5" destOrd="0" presId="urn:microsoft.com/office/officeart/2005/8/layout/radial2"/>
    <dgm:cxn modelId="{CB0C2472-007E-4291-93C9-62C196382B47}" type="presParOf" srcId="{9D3C2AA1-DD1A-4DBC-BD93-D5F8F8EAB6D9}" destId="{D45E960B-B935-4742-8513-412E29BE9436}" srcOrd="6" destOrd="0" presId="urn:microsoft.com/office/officeart/2005/8/layout/radial2"/>
    <dgm:cxn modelId="{FDC1F0F8-7826-428C-962A-B7004E8CE58A}" type="presParOf" srcId="{D45E960B-B935-4742-8513-412E29BE9436}" destId="{C9FE3BC1-412D-4AA1-A462-085C379A274C}" srcOrd="0" destOrd="0" presId="urn:microsoft.com/office/officeart/2005/8/layout/radial2"/>
    <dgm:cxn modelId="{C17C4978-92BB-435E-8ECB-B5C01174884D}" type="presParOf" srcId="{D45E960B-B935-4742-8513-412E29BE9436}" destId="{0D519756-BE68-449D-A2BC-13BC2C23FD37}" srcOrd="1" destOrd="0" presId="urn:microsoft.com/office/officeart/2005/8/layout/radial2"/>
    <dgm:cxn modelId="{AD02F2B4-BF92-44D3-9863-43C6BF43B604}" type="presParOf" srcId="{9D3C2AA1-DD1A-4DBC-BD93-D5F8F8EAB6D9}" destId="{F6B95F5D-852A-4FAC-A6A3-CF66267D9794}" srcOrd="7" destOrd="0" presId="urn:microsoft.com/office/officeart/2005/8/layout/radial2"/>
    <dgm:cxn modelId="{25932837-1225-43FB-A6C4-5A263F3B9632}" type="presParOf" srcId="{9D3C2AA1-DD1A-4DBC-BD93-D5F8F8EAB6D9}" destId="{0F5E1572-06E4-4834-AEA3-BF3D1C88924F}" srcOrd="8" destOrd="0" presId="urn:microsoft.com/office/officeart/2005/8/layout/radial2"/>
    <dgm:cxn modelId="{70CF196E-C61C-49FB-A496-7CE1BA98C393}" type="presParOf" srcId="{0F5E1572-06E4-4834-AEA3-BF3D1C88924F}" destId="{A4435533-85E2-4EBF-9BA5-DEA7D434D9FF}" srcOrd="0" destOrd="0" presId="urn:microsoft.com/office/officeart/2005/8/layout/radial2"/>
    <dgm:cxn modelId="{62633395-A7F4-456A-8B3F-7EA1ED324D47}" type="presParOf" srcId="{0F5E1572-06E4-4834-AEA3-BF3D1C88924F}" destId="{4212D24C-7D2B-478B-A4F8-E5EDFA50EF05}" srcOrd="1" destOrd="0" presId="urn:microsoft.com/office/officeart/2005/8/layout/radial2"/>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28.xml><?xml version="1.0" encoding="utf-8"?>
<dgm:dataModel xmlns:dgm="http://schemas.openxmlformats.org/drawingml/2006/diagram" xmlns:a="http://schemas.openxmlformats.org/drawingml/2006/main">
  <dgm:ptLst>
    <dgm:pt modelId="{B9C32B05-62EA-407A-B21C-2310C7945705}" type="doc">
      <dgm:prSet loTypeId="urn:microsoft.com/office/officeart/2005/8/layout/matrix3" loCatId="matrix" qsTypeId="urn:microsoft.com/office/officeart/2005/8/quickstyle/simple4" qsCatId="simple" csTypeId="urn:microsoft.com/office/officeart/2005/8/colors/colorful1" csCatId="colorful" phldr="1"/>
      <dgm:spPr/>
      <dgm:t>
        <a:bodyPr/>
        <a:lstStyle/>
        <a:p>
          <a:endParaRPr lang="en-US"/>
        </a:p>
      </dgm:t>
    </dgm:pt>
    <dgm:pt modelId="{8EA7219F-BDB2-48EB-9EEB-3133522D132E}">
      <dgm:prSet phldrT="[Text]"/>
      <dgm:spPr/>
      <dgm:t>
        <a:bodyPr/>
        <a:lstStyle/>
        <a:p>
          <a:r>
            <a:rPr lang="en-US" dirty="0"/>
            <a:t>Lorem Ipsum</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443C2B76-8EF9-4C56-AFB1-7A0AA12087AE}">
      <dgm:prSet phldrT="[Text]"/>
      <dgm:spPr/>
      <dgm:t>
        <a:bodyPr/>
        <a:lstStyle/>
        <a:p>
          <a:r>
            <a:rPr lang="en-US" dirty="0"/>
            <a:t>Lorem Ipsum</a:t>
          </a:r>
        </a:p>
      </dgm:t>
    </dgm:pt>
    <dgm:pt modelId="{A3EF0A8A-09C7-49CA-8152-173A60E62E1C}" type="parTrans" cxnId="{C79DAC70-3565-4418-A55F-FC1534A579E2}">
      <dgm:prSet/>
      <dgm:spPr/>
      <dgm:t>
        <a:bodyPr/>
        <a:lstStyle/>
        <a:p>
          <a:endParaRPr lang="en-US"/>
        </a:p>
      </dgm:t>
    </dgm:pt>
    <dgm:pt modelId="{EF5B6333-E667-483E-BA4E-4DA0F6B24E7E}" type="sibTrans" cxnId="{C79DAC70-3565-4418-A55F-FC1534A579E2}">
      <dgm:prSet/>
      <dgm:spPr/>
      <dgm:t>
        <a:bodyPr/>
        <a:lstStyle/>
        <a:p>
          <a:endParaRPr lang="en-US"/>
        </a:p>
      </dgm:t>
    </dgm:pt>
    <dgm:pt modelId="{C8C47177-D78F-4E10-AED3-738FE6109A6A}">
      <dgm:prSet phldrT="[Text]"/>
      <dgm:spPr/>
      <dgm:t>
        <a:bodyPr/>
        <a:lstStyle/>
        <a:p>
          <a:r>
            <a:rPr lang="en-US" dirty="0"/>
            <a:t>Some text here</a:t>
          </a:r>
        </a:p>
      </dgm:t>
    </dgm:pt>
    <dgm:pt modelId="{7D49F393-8497-4691-89E9-3F76BFAA95E2}" type="parTrans" cxnId="{787E0E6B-B8C3-4DFE-8A36-971DFBFB9355}">
      <dgm:prSet/>
      <dgm:spPr/>
      <dgm:t>
        <a:bodyPr/>
        <a:lstStyle/>
        <a:p>
          <a:endParaRPr lang="en-US"/>
        </a:p>
      </dgm:t>
    </dgm:pt>
    <dgm:pt modelId="{3C62A67B-62DA-46B3-8AEE-8485DF5E5FBD}" type="sibTrans" cxnId="{787E0E6B-B8C3-4DFE-8A36-971DFBFB9355}">
      <dgm:prSet/>
      <dgm:spPr/>
      <dgm:t>
        <a:bodyPr/>
        <a:lstStyle/>
        <a:p>
          <a:endParaRPr lang="en-US"/>
        </a:p>
      </dgm:t>
    </dgm:pt>
    <dgm:pt modelId="{B4609447-CE5E-4B16-BA7A-C9FA332A1A62}">
      <dgm:prSet phldrT="[Text]"/>
      <dgm:spPr/>
      <dgm:t>
        <a:bodyPr/>
        <a:lstStyle/>
        <a:p>
          <a:r>
            <a:rPr lang="en-US" dirty="0"/>
            <a:t>Some text here</a:t>
          </a:r>
        </a:p>
      </dgm:t>
    </dgm:pt>
    <dgm:pt modelId="{40E6296C-92BD-45ED-B8A7-2DD13E71E6CC}" type="parTrans" cxnId="{61951E32-2E74-4B45-9591-9E1133C918B8}">
      <dgm:prSet/>
      <dgm:spPr/>
      <dgm:t>
        <a:bodyPr/>
        <a:lstStyle/>
        <a:p>
          <a:endParaRPr lang="en-US"/>
        </a:p>
      </dgm:t>
    </dgm:pt>
    <dgm:pt modelId="{D3E47367-6164-46B2-A888-E58A5FB252B4}" type="sibTrans" cxnId="{61951E32-2E74-4B45-9591-9E1133C918B8}">
      <dgm:prSet/>
      <dgm:spPr/>
      <dgm:t>
        <a:bodyPr/>
        <a:lstStyle/>
        <a:p>
          <a:endParaRPr lang="en-US"/>
        </a:p>
      </dgm:t>
    </dgm:pt>
    <dgm:pt modelId="{64DF024E-3758-4711-B36D-1A27439A31F4}">
      <dgm:prSet phldrT="[Text]"/>
      <dgm:spPr/>
      <dgm:t>
        <a:bodyPr/>
        <a:lstStyle/>
        <a:p>
          <a:r>
            <a:rPr lang="en-US" dirty="0"/>
            <a:t>Some text here</a:t>
          </a:r>
        </a:p>
      </dgm:t>
    </dgm:pt>
    <dgm:pt modelId="{6E81E591-BE57-48B3-B8A3-76BA17D4E72D}" type="parTrans" cxnId="{9CB4D6E8-A7D9-4485-B279-77396776DD9F}">
      <dgm:prSet/>
      <dgm:spPr/>
      <dgm:t>
        <a:bodyPr/>
        <a:lstStyle/>
        <a:p>
          <a:endParaRPr lang="en-US"/>
        </a:p>
      </dgm:t>
    </dgm:pt>
    <dgm:pt modelId="{4B325220-465E-4F12-AD90-3985E23A5DB9}" type="sibTrans" cxnId="{9CB4D6E8-A7D9-4485-B279-77396776DD9F}">
      <dgm:prSet/>
      <dgm:spPr/>
      <dgm:t>
        <a:bodyPr/>
        <a:lstStyle/>
        <a:p>
          <a:endParaRPr lang="en-US"/>
        </a:p>
      </dgm:t>
    </dgm:pt>
    <dgm:pt modelId="{DDE0D928-D49D-4A27-8E92-3130B9320568}">
      <dgm:prSet phldrT="[Text]"/>
      <dgm:spPr/>
      <dgm:t>
        <a:bodyPr/>
        <a:lstStyle/>
        <a:p>
          <a:r>
            <a:rPr lang="en-US" dirty="0"/>
            <a:t>Some text here</a:t>
          </a:r>
        </a:p>
      </dgm:t>
    </dgm:pt>
    <dgm:pt modelId="{BD8A01E6-DCFB-4634-AA12-EAF5B15F9CCB}" type="parTrans" cxnId="{2709EABC-E6A1-4AF4-BB66-635BCC932127}">
      <dgm:prSet/>
      <dgm:spPr/>
      <dgm:t>
        <a:bodyPr/>
        <a:lstStyle/>
        <a:p>
          <a:endParaRPr lang="en-US"/>
        </a:p>
      </dgm:t>
    </dgm:pt>
    <dgm:pt modelId="{4311EAF2-34EE-4C77-BBCA-D60A3715C931}" type="sibTrans" cxnId="{2709EABC-E6A1-4AF4-BB66-635BCC932127}">
      <dgm:prSet/>
      <dgm:spPr/>
      <dgm:t>
        <a:bodyPr/>
        <a:lstStyle/>
        <a:p>
          <a:endParaRPr lang="en-US"/>
        </a:p>
      </dgm:t>
    </dgm:pt>
    <dgm:pt modelId="{2CFC764E-E417-4FA7-92FC-889DCCBAC0AF}">
      <dgm:prSet phldrT="[Text]"/>
      <dgm:spPr/>
      <dgm:t>
        <a:bodyPr/>
        <a:lstStyle/>
        <a:p>
          <a:r>
            <a:rPr lang="en-US" dirty="0"/>
            <a:t>Some text here</a:t>
          </a:r>
        </a:p>
      </dgm:t>
    </dgm:pt>
    <dgm:pt modelId="{C7C9DFEF-1EB9-40CA-9FF0-138D67AAEEBF}" type="parTrans" cxnId="{2D78AD32-2F25-49F7-BE66-DC601CE1D4FD}">
      <dgm:prSet/>
      <dgm:spPr/>
      <dgm:t>
        <a:bodyPr/>
        <a:lstStyle/>
        <a:p>
          <a:endParaRPr lang="en-US"/>
        </a:p>
      </dgm:t>
    </dgm:pt>
    <dgm:pt modelId="{47E9B72E-D102-4745-AAB1-A07A87214690}" type="sibTrans" cxnId="{2D78AD32-2F25-49F7-BE66-DC601CE1D4FD}">
      <dgm:prSet/>
      <dgm:spPr/>
      <dgm:t>
        <a:bodyPr/>
        <a:lstStyle/>
        <a:p>
          <a:endParaRPr lang="en-US"/>
        </a:p>
      </dgm:t>
    </dgm:pt>
    <dgm:pt modelId="{486CE084-C32C-4939-B03C-288FB9EFCD9F}">
      <dgm:prSet phldrT="[Text]"/>
      <dgm:spPr/>
      <dgm:t>
        <a:bodyPr/>
        <a:lstStyle/>
        <a:p>
          <a:r>
            <a:rPr lang="en-US" dirty="0"/>
            <a:t>Some text here</a:t>
          </a:r>
        </a:p>
      </dgm:t>
    </dgm:pt>
    <dgm:pt modelId="{B5011683-9257-4C35-A951-9C8A07975FD2}" type="parTrans" cxnId="{72DEAAC2-49DE-4910-90CF-0C493E4DB55E}">
      <dgm:prSet/>
      <dgm:spPr/>
      <dgm:t>
        <a:bodyPr/>
        <a:lstStyle/>
        <a:p>
          <a:endParaRPr lang="en-US"/>
        </a:p>
      </dgm:t>
    </dgm:pt>
    <dgm:pt modelId="{AD348FFC-4947-46BD-873B-71307A2369D8}" type="sibTrans" cxnId="{72DEAAC2-49DE-4910-90CF-0C493E4DB55E}">
      <dgm:prSet/>
      <dgm:spPr/>
      <dgm:t>
        <a:bodyPr/>
        <a:lstStyle/>
        <a:p>
          <a:endParaRPr lang="en-US"/>
        </a:p>
      </dgm:t>
    </dgm:pt>
    <dgm:pt modelId="{DC4A1D4A-C4B3-4812-861E-7C76AFEB7982}">
      <dgm:prSet phldrT="[Text]"/>
      <dgm:spPr/>
      <dgm:t>
        <a:bodyPr/>
        <a:lstStyle/>
        <a:p>
          <a:r>
            <a:rPr lang="en-US"/>
            <a:t>Lorem Ipsum</a:t>
          </a:r>
          <a:endParaRPr lang="en-US" dirty="0"/>
        </a:p>
      </dgm:t>
    </dgm:pt>
    <dgm:pt modelId="{B1185B1B-5835-4FE6-AB39-15A8F89C2143}" type="parTrans" cxnId="{ADD0D05D-E24A-4BF8-9059-5C18E7F97F69}">
      <dgm:prSet/>
      <dgm:spPr/>
      <dgm:t>
        <a:bodyPr/>
        <a:lstStyle/>
        <a:p>
          <a:endParaRPr lang="en-US"/>
        </a:p>
      </dgm:t>
    </dgm:pt>
    <dgm:pt modelId="{9BCCC147-0E31-456B-8C4C-F6AA8E81EA53}" type="sibTrans" cxnId="{ADD0D05D-E24A-4BF8-9059-5C18E7F97F69}">
      <dgm:prSet/>
      <dgm:spPr/>
      <dgm:t>
        <a:bodyPr/>
        <a:lstStyle/>
        <a:p>
          <a:endParaRPr lang="en-US"/>
        </a:p>
      </dgm:t>
    </dgm:pt>
    <dgm:pt modelId="{83F49570-35E2-457E-A640-6C2F6FC5F9DF}">
      <dgm:prSet phldrT="[Text]"/>
      <dgm:spPr/>
      <dgm:t>
        <a:bodyPr/>
        <a:lstStyle/>
        <a:p>
          <a:r>
            <a:rPr lang="en-US" dirty="0"/>
            <a:t>Some text here</a:t>
          </a:r>
        </a:p>
      </dgm:t>
    </dgm:pt>
    <dgm:pt modelId="{7E463D0A-FE98-445F-B4BA-82D2E2A80D12}" type="parTrans" cxnId="{A7309314-7743-453C-9871-FB4ED97114E4}">
      <dgm:prSet/>
      <dgm:spPr/>
      <dgm:t>
        <a:bodyPr/>
        <a:lstStyle/>
        <a:p>
          <a:endParaRPr lang="en-US"/>
        </a:p>
      </dgm:t>
    </dgm:pt>
    <dgm:pt modelId="{4C757E48-2653-4ABA-861C-968DD72BA271}" type="sibTrans" cxnId="{A7309314-7743-453C-9871-FB4ED97114E4}">
      <dgm:prSet/>
      <dgm:spPr/>
      <dgm:t>
        <a:bodyPr/>
        <a:lstStyle/>
        <a:p>
          <a:endParaRPr lang="en-US"/>
        </a:p>
      </dgm:t>
    </dgm:pt>
    <dgm:pt modelId="{9C125C99-BAD5-4A40-BC47-FCF2C425B62F}">
      <dgm:prSet phldrT="[Text]"/>
      <dgm:spPr/>
      <dgm:t>
        <a:bodyPr/>
        <a:lstStyle/>
        <a:p>
          <a:r>
            <a:rPr lang="en-US" dirty="0"/>
            <a:t>Some text here</a:t>
          </a:r>
        </a:p>
      </dgm:t>
    </dgm:pt>
    <dgm:pt modelId="{F28C7742-73B4-42FA-9268-B8D98449A00E}" type="parTrans" cxnId="{1210679E-54D1-4891-94D3-2000CD53278B}">
      <dgm:prSet/>
      <dgm:spPr/>
      <dgm:t>
        <a:bodyPr/>
        <a:lstStyle/>
        <a:p>
          <a:endParaRPr lang="en-US"/>
        </a:p>
      </dgm:t>
    </dgm:pt>
    <dgm:pt modelId="{3DDF9E8D-0049-48E2-B2C1-58772A391CDB}" type="sibTrans" cxnId="{1210679E-54D1-4891-94D3-2000CD53278B}">
      <dgm:prSet/>
      <dgm:spPr/>
      <dgm:t>
        <a:bodyPr/>
        <a:lstStyle/>
        <a:p>
          <a:endParaRPr lang="en-US"/>
        </a:p>
      </dgm:t>
    </dgm:pt>
    <dgm:pt modelId="{C7D1582F-7749-4EB6-95E1-C7874C541152}">
      <dgm:prSet phldrT="[Text]"/>
      <dgm:spPr/>
      <dgm:t>
        <a:bodyPr/>
        <a:lstStyle/>
        <a:p>
          <a:r>
            <a:rPr lang="en-US" dirty="0"/>
            <a:t>Some text here</a:t>
          </a:r>
        </a:p>
      </dgm:t>
    </dgm:pt>
    <dgm:pt modelId="{6659F6E1-B647-47D3-9C82-2A731D57F3D3}" type="parTrans" cxnId="{21329681-02E1-460A-9EE3-A451A0834791}">
      <dgm:prSet/>
      <dgm:spPr/>
      <dgm:t>
        <a:bodyPr/>
        <a:lstStyle/>
        <a:p>
          <a:endParaRPr lang="en-US"/>
        </a:p>
      </dgm:t>
    </dgm:pt>
    <dgm:pt modelId="{F2353373-7E71-417E-B90E-428841B2B28E}" type="sibTrans" cxnId="{21329681-02E1-460A-9EE3-A451A0834791}">
      <dgm:prSet/>
      <dgm:spPr/>
      <dgm:t>
        <a:bodyPr/>
        <a:lstStyle/>
        <a:p>
          <a:endParaRPr lang="en-US"/>
        </a:p>
      </dgm:t>
    </dgm:pt>
    <dgm:pt modelId="{103CBF64-CDB2-4339-81CD-24B7C063FC60}">
      <dgm:prSet phldrT="[Text]"/>
      <dgm:spPr/>
      <dgm:t>
        <a:bodyPr/>
        <a:lstStyle/>
        <a:p>
          <a:r>
            <a:rPr lang="en-US"/>
            <a:t>Lorem Ipsum</a:t>
          </a:r>
          <a:endParaRPr lang="en-US" dirty="0"/>
        </a:p>
      </dgm:t>
    </dgm:pt>
    <dgm:pt modelId="{D803935B-F3B6-4A9F-8B8B-E92996310E4F}" type="parTrans" cxnId="{1A8690C7-CA65-450F-8361-884C7E855A1F}">
      <dgm:prSet/>
      <dgm:spPr/>
      <dgm:t>
        <a:bodyPr/>
        <a:lstStyle/>
        <a:p>
          <a:endParaRPr lang="en-US"/>
        </a:p>
      </dgm:t>
    </dgm:pt>
    <dgm:pt modelId="{C7F90B7F-B9D5-4878-A14E-6E7C00BD8E9A}" type="sibTrans" cxnId="{1A8690C7-CA65-450F-8361-884C7E855A1F}">
      <dgm:prSet/>
      <dgm:spPr/>
      <dgm:t>
        <a:bodyPr/>
        <a:lstStyle/>
        <a:p>
          <a:endParaRPr lang="en-US"/>
        </a:p>
      </dgm:t>
    </dgm:pt>
    <dgm:pt modelId="{D37D8CD1-C843-4AFB-B91C-021D966AE54C}">
      <dgm:prSet phldrT="[Text]"/>
      <dgm:spPr/>
      <dgm:t>
        <a:bodyPr/>
        <a:lstStyle/>
        <a:p>
          <a:r>
            <a:rPr lang="en-US" dirty="0"/>
            <a:t>Some text here</a:t>
          </a:r>
        </a:p>
      </dgm:t>
    </dgm:pt>
    <dgm:pt modelId="{A36BEEE6-307A-4228-A4CF-04384BE75FE2}" type="parTrans" cxnId="{09D9F218-F774-419F-8076-17035E2D7185}">
      <dgm:prSet/>
      <dgm:spPr/>
      <dgm:t>
        <a:bodyPr/>
        <a:lstStyle/>
        <a:p>
          <a:endParaRPr lang="en-US"/>
        </a:p>
      </dgm:t>
    </dgm:pt>
    <dgm:pt modelId="{05F6EF45-F3F4-4141-A3C1-6F9CDA9A2352}" type="sibTrans" cxnId="{09D9F218-F774-419F-8076-17035E2D7185}">
      <dgm:prSet/>
      <dgm:spPr/>
      <dgm:t>
        <a:bodyPr/>
        <a:lstStyle/>
        <a:p>
          <a:endParaRPr lang="en-US"/>
        </a:p>
      </dgm:t>
    </dgm:pt>
    <dgm:pt modelId="{CE7AC5B3-0A40-4DDE-9268-23AB90689905}">
      <dgm:prSet phldrT="[Text]"/>
      <dgm:spPr/>
      <dgm:t>
        <a:bodyPr/>
        <a:lstStyle/>
        <a:p>
          <a:r>
            <a:rPr lang="en-US" dirty="0"/>
            <a:t>Some text here</a:t>
          </a:r>
        </a:p>
      </dgm:t>
    </dgm:pt>
    <dgm:pt modelId="{5CB965B9-3933-4FD9-94D2-1E4E93AFD474}" type="parTrans" cxnId="{116B0644-7B2C-448F-BF00-12DC4A98CF48}">
      <dgm:prSet/>
      <dgm:spPr/>
      <dgm:t>
        <a:bodyPr/>
        <a:lstStyle/>
        <a:p>
          <a:endParaRPr lang="en-US"/>
        </a:p>
      </dgm:t>
    </dgm:pt>
    <dgm:pt modelId="{1E910D50-FA70-48F4-921B-F8320102751E}" type="sibTrans" cxnId="{116B0644-7B2C-448F-BF00-12DC4A98CF48}">
      <dgm:prSet/>
      <dgm:spPr/>
      <dgm:t>
        <a:bodyPr/>
        <a:lstStyle/>
        <a:p>
          <a:endParaRPr lang="en-US"/>
        </a:p>
      </dgm:t>
    </dgm:pt>
    <dgm:pt modelId="{FE125691-F62C-4051-9398-9E8B4B9DAAC6}">
      <dgm:prSet phldrT="[Text]"/>
      <dgm:spPr/>
      <dgm:t>
        <a:bodyPr/>
        <a:lstStyle/>
        <a:p>
          <a:r>
            <a:rPr lang="en-US" dirty="0"/>
            <a:t>Some </a:t>
          </a:r>
          <a:r>
            <a:rPr lang="en-US"/>
            <a:t>text here</a:t>
          </a:r>
          <a:endParaRPr lang="en-US" dirty="0"/>
        </a:p>
      </dgm:t>
    </dgm:pt>
    <dgm:pt modelId="{ED1C4A88-8A77-4A49-BC56-B087FD0B7DFA}" type="parTrans" cxnId="{31A2BEC6-492A-4967-BBCB-9CC6D4F70750}">
      <dgm:prSet/>
      <dgm:spPr/>
      <dgm:t>
        <a:bodyPr/>
        <a:lstStyle/>
        <a:p>
          <a:endParaRPr lang="en-US"/>
        </a:p>
      </dgm:t>
    </dgm:pt>
    <dgm:pt modelId="{007B9233-CD26-4F9F-85E3-99D2DF934DB2}" type="sibTrans" cxnId="{31A2BEC6-492A-4967-BBCB-9CC6D4F70750}">
      <dgm:prSet/>
      <dgm:spPr/>
      <dgm:t>
        <a:bodyPr/>
        <a:lstStyle/>
        <a:p>
          <a:endParaRPr lang="en-US"/>
        </a:p>
      </dgm:t>
    </dgm:pt>
    <dgm:pt modelId="{C9CA4349-F099-4883-AA5F-8186FE142AB1}" type="pres">
      <dgm:prSet presAssocID="{B9C32B05-62EA-407A-B21C-2310C7945705}" presName="matrix" presStyleCnt="0">
        <dgm:presLayoutVars>
          <dgm:chMax val="1"/>
          <dgm:dir/>
          <dgm:resizeHandles val="exact"/>
        </dgm:presLayoutVars>
      </dgm:prSet>
      <dgm:spPr/>
    </dgm:pt>
    <dgm:pt modelId="{E0E82C73-59F6-43D2-82C0-20167ED4D3E6}" type="pres">
      <dgm:prSet presAssocID="{B9C32B05-62EA-407A-B21C-2310C7945705}" presName="diamond" presStyleLbl="bgShp" presStyleIdx="0" presStyleCnt="1"/>
      <dgm:spPr/>
    </dgm:pt>
    <dgm:pt modelId="{49B75420-437D-42E1-86E5-3DACD5FA1A2A}" type="pres">
      <dgm:prSet presAssocID="{B9C32B05-62EA-407A-B21C-2310C7945705}" presName="quad1" presStyleLbl="node1" presStyleIdx="0" presStyleCnt="4">
        <dgm:presLayoutVars>
          <dgm:chMax val="0"/>
          <dgm:chPref val="0"/>
          <dgm:bulletEnabled val="1"/>
        </dgm:presLayoutVars>
      </dgm:prSet>
      <dgm:spPr/>
    </dgm:pt>
    <dgm:pt modelId="{F0BF9AAB-0341-4C91-8567-E662902B81F2}" type="pres">
      <dgm:prSet presAssocID="{B9C32B05-62EA-407A-B21C-2310C7945705}" presName="quad2" presStyleLbl="node1" presStyleIdx="1" presStyleCnt="4">
        <dgm:presLayoutVars>
          <dgm:chMax val="0"/>
          <dgm:chPref val="0"/>
          <dgm:bulletEnabled val="1"/>
        </dgm:presLayoutVars>
      </dgm:prSet>
      <dgm:spPr/>
    </dgm:pt>
    <dgm:pt modelId="{52C03680-7487-4C47-AC49-72BB5F3980AC}" type="pres">
      <dgm:prSet presAssocID="{B9C32B05-62EA-407A-B21C-2310C7945705}" presName="quad3" presStyleLbl="node1" presStyleIdx="2" presStyleCnt="4">
        <dgm:presLayoutVars>
          <dgm:chMax val="0"/>
          <dgm:chPref val="0"/>
          <dgm:bulletEnabled val="1"/>
        </dgm:presLayoutVars>
      </dgm:prSet>
      <dgm:spPr/>
    </dgm:pt>
    <dgm:pt modelId="{9E0BFD25-7085-484C-BD18-872A771E42D1}" type="pres">
      <dgm:prSet presAssocID="{B9C32B05-62EA-407A-B21C-2310C7945705}" presName="quad4" presStyleLbl="node1" presStyleIdx="3" presStyleCnt="4">
        <dgm:presLayoutVars>
          <dgm:chMax val="0"/>
          <dgm:chPref val="0"/>
          <dgm:bulletEnabled val="1"/>
        </dgm:presLayoutVars>
      </dgm:prSet>
      <dgm:spPr/>
    </dgm:pt>
  </dgm:ptLst>
  <dgm:cxnLst>
    <dgm:cxn modelId="{75E1ED12-153E-44F4-8B4C-0453EA544753}" type="presOf" srcId="{FE125691-F62C-4051-9398-9E8B4B9DAAC6}" destId="{9E0BFD25-7085-484C-BD18-872A771E42D1}" srcOrd="0" destOrd="3" presId="urn:microsoft.com/office/officeart/2005/8/layout/matrix3"/>
    <dgm:cxn modelId="{A7309314-7743-453C-9871-FB4ED97114E4}" srcId="{DC4A1D4A-C4B3-4812-861E-7C76AFEB7982}" destId="{83F49570-35E2-457E-A640-6C2F6FC5F9DF}" srcOrd="0" destOrd="0" parTransId="{7E463D0A-FE98-445F-B4BA-82D2E2A80D12}" sibTransId="{4C757E48-2653-4ABA-861C-968DD72BA271}"/>
    <dgm:cxn modelId="{09D9F218-F774-419F-8076-17035E2D7185}" srcId="{103CBF64-CDB2-4339-81CD-24B7C063FC60}" destId="{D37D8CD1-C843-4AFB-B91C-021D966AE54C}" srcOrd="0" destOrd="0" parTransId="{A36BEEE6-307A-4228-A4CF-04384BE75FE2}" sibTransId="{05F6EF45-F3F4-4141-A3C1-6F9CDA9A2352}"/>
    <dgm:cxn modelId="{61951E32-2E74-4B45-9591-9E1133C918B8}" srcId="{443C2B76-8EF9-4C56-AFB1-7A0AA12087AE}" destId="{B4609447-CE5E-4B16-BA7A-C9FA332A1A62}" srcOrd="1" destOrd="0" parTransId="{40E6296C-92BD-45ED-B8A7-2DD13E71E6CC}" sibTransId="{D3E47367-6164-46B2-A888-E58A5FB252B4}"/>
    <dgm:cxn modelId="{2D78AD32-2F25-49F7-BE66-DC601CE1D4FD}" srcId="{8EA7219F-BDB2-48EB-9EEB-3133522D132E}" destId="{2CFC764E-E417-4FA7-92FC-889DCCBAC0AF}" srcOrd="1" destOrd="0" parTransId="{C7C9DFEF-1EB9-40CA-9FF0-138D67AAEEBF}" sibTransId="{47E9B72E-D102-4745-AAB1-A07A87214690}"/>
    <dgm:cxn modelId="{CDB4B537-CA22-4593-A5A5-69B5D4910456}" type="presOf" srcId="{9C125C99-BAD5-4A40-BC47-FCF2C425B62F}" destId="{52C03680-7487-4C47-AC49-72BB5F3980AC}" srcOrd="0" destOrd="2" presId="urn:microsoft.com/office/officeart/2005/8/layout/matrix3"/>
    <dgm:cxn modelId="{6543A13B-7CFB-4BE6-B273-F0649F96FE83}" type="presOf" srcId="{DC4A1D4A-C4B3-4812-861E-7C76AFEB7982}" destId="{52C03680-7487-4C47-AC49-72BB5F3980AC}" srcOrd="0" destOrd="0" presId="urn:microsoft.com/office/officeart/2005/8/layout/matrix3"/>
    <dgm:cxn modelId="{51ADB75D-9B16-4DDE-9C07-AAB61EB957D3}" type="presOf" srcId="{103CBF64-CDB2-4339-81CD-24B7C063FC60}" destId="{9E0BFD25-7085-484C-BD18-872A771E42D1}" srcOrd="0" destOrd="0" presId="urn:microsoft.com/office/officeart/2005/8/layout/matrix3"/>
    <dgm:cxn modelId="{ADD0D05D-E24A-4BF8-9059-5C18E7F97F69}" srcId="{B9C32B05-62EA-407A-B21C-2310C7945705}" destId="{DC4A1D4A-C4B3-4812-861E-7C76AFEB7982}" srcOrd="2" destOrd="0" parTransId="{B1185B1B-5835-4FE6-AB39-15A8F89C2143}" sibTransId="{9BCCC147-0E31-456B-8C4C-F6AA8E81EA53}"/>
    <dgm:cxn modelId="{116B0644-7B2C-448F-BF00-12DC4A98CF48}" srcId="{103CBF64-CDB2-4339-81CD-24B7C063FC60}" destId="{CE7AC5B3-0A40-4DDE-9268-23AB90689905}" srcOrd="1" destOrd="0" parTransId="{5CB965B9-3933-4FD9-94D2-1E4E93AFD474}" sibTransId="{1E910D50-FA70-48F4-921B-F8320102751E}"/>
    <dgm:cxn modelId="{787E0E6B-B8C3-4DFE-8A36-971DFBFB9355}" srcId="{443C2B76-8EF9-4C56-AFB1-7A0AA12087AE}" destId="{C8C47177-D78F-4E10-AED3-738FE6109A6A}" srcOrd="0" destOrd="0" parTransId="{7D49F393-8497-4691-89E9-3F76BFAA95E2}" sibTransId="{3C62A67B-62DA-46B3-8AEE-8485DF5E5FBD}"/>
    <dgm:cxn modelId="{C79DAC70-3565-4418-A55F-FC1534A579E2}" srcId="{B9C32B05-62EA-407A-B21C-2310C7945705}" destId="{443C2B76-8EF9-4C56-AFB1-7A0AA12087AE}" srcOrd="1" destOrd="0" parTransId="{A3EF0A8A-09C7-49CA-8152-173A60E62E1C}" sibTransId="{EF5B6333-E667-483E-BA4E-4DA0F6B24E7E}"/>
    <dgm:cxn modelId="{5246367E-2957-4FD9-A915-C310F4304BB3}" type="presOf" srcId="{443C2B76-8EF9-4C56-AFB1-7A0AA12087AE}" destId="{F0BF9AAB-0341-4C91-8567-E662902B81F2}" srcOrd="0" destOrd="0" presId="urn:microsoft.com/office/officeart/2005/8/layout/matrix3"/>
    <dgm:cxn modelId="{C5BB5A80-BDCD-4672-B36D-D30A6299FC2D}" type="presOf" srcId="{C7D1582F-7749-4EB6-95E1-C7874C541152}" destId="{52C03680-7487-4C47-AC49-72BB5F3980AC}" srcOrd="0" destOrd="3" presId="urn:microsoft.com/office/officeart/2005/8/layout/matrix3"/>
    <dgm:cxn modelId="{21329681-02E1-460A-9EE3-A451A0834791}" srcId="{DC4A1D4A-C4B3-4812-861E-7C76AFEB7982}" destId="{C7D1582F-7749-4EB6-95E1-C7874C541152}" srcOrd="2" destOrd="0" parTransId="{6659F6E1-B647-47D3-9C82-2A731D57F3D3}" sibTransId="{F2353373-7E71-417E-B90E-428841B2B28E}"/>
    <dgm:cxn modelId="{60FD0786-2DB3-4592-B8CE-532F9BA8178C}" type="presOf" srcId="{CE7AC5B3-0A40-4DDE-9268-23AB90689905}" destId="{9E0BFD25-7085-484C-BD18-872A771E42D1}" srcOrd="0" destOrd="2" presId="urn:microsoft.com/office/officeart/2005/8/layout/matrix3"/>
    <dgm:cxn modelId="{0F6A8E87-6433-4B2C-8653-31765A68923C}" type="presOf" srcId="{64DF024E-3758-4711-B36D-1A27439A31F4}" destId="{F0BF9AAB-0341-4C91-8567-E662902B81F2}" srcOrd="0" destOrd="3" presId="urn:microsoft.com/office/officeart/2005/8/layout/matrix3"/>
    <dgm:cxn modelId="{316BF48B-485B-44C2-B990-C41B2C661CCD}" type="presOf" srcId="{D37D8CD1-C843-4AFB-B91C-021D966AE54C}" destId="{9E0BFD25-7085-484C-BD18-872A771E42D1}" srcOrd="0" destOrd="1" presId="urn:microsoft.com/office/officeart/2005/8/layout/matrix3"/>
    <dgm:cxn modelId="{78D6319B-C079-487C-9A9E-015DC53D0D60}" type="presOf" srcId="{B4609447-CE5E-4B16-BA7A-C9FA332A1A62}" destId="{F0BF9AAB-0341-4C91-8567-E662902B81F2}" srcOrd="0" destOrd="2" presId="urn:microsoft.com/office/officeart/2005/8/layout/matrix3"/>
    <dgm:cxn modelId="{D6DC969C-0DD8-4580-8A88-805FF6EC5249}" type="presOf" srcId="{B9C32B05-62EA-407A-B21C-2310C7945705}" destId="{C9CA4349-F099-4883-AA5F-8186FE142AB1}" srcOrd="0" destOrd="0" presId="urn:microsoft.com/office/officeart/2005/8/layout/matrix3"/>
    <dgm:cxn modelId="{E8AD279D-D48D-4CD0-A723-A6AC1854B4EE}" type="presOf" srcId="{8EA7219F-BDB2-48EB-9EEB-3133522D132E}" destId="{49B75420-437D-42E1-86E5-3DACD5FA1A2A}" srcOrd="0" destOrd="0" presId="urn:microsoft.com/office/officeart/2005/8/layout/matrix3"/>
    <dgm:cxn modelId="{1210679E-54D1-4891-94D3-2000CD53278B}" srcId="{DC4A1D4A-C4B3-4812-861E-7C76AFEB7982}" destId="{9C125C99-BAD5-4A40-BC47-FCF2C425B62F}" srcOrd="1" destOrd="0" parTransId="{F28C7742-73B4-42FA-9268-B8D98449A00E}" sibTransId="{3DDF9E8D-0049-48E2-B2C1-58772A391CDB}"/>
    <dgm:cxn modelId="{81C792AD-3243-459F-A6D6-531C5B70EBAB}" type="presOf" srcId="{83F49570-35E2-457E-A640-6C2F6FC5F9DF}" destId="{52C03680-7487-4C47-AC49-72BB5F3980AC}" srcOrd="0" destOrd="1" presId="urn:microsoft.com/office/officeart/2005/8/layout/matrix3"/>
    <dgm:cxn modelId="{2709EABC-E6A1-4AF4-BB66-635BCC932127}" srcId="{8EA7219F-BDB2-48EB-9EEB-3133522D132E}" destId="{DDE0D928-D49D-4A27-8E92-3130B9320568}" srcOrd="0" destOrd="0" parTransId="{BD8A01E6-DCFB-4634-AA12-EAF5B15F9CCB}" sibTransId="{4311EAF2-34EE-4C77-BBCA-D60A3715C931}"/>
    <dgm:cxn modelId="{72DEAAC2-49DE-4910-90CF-0C493E4DB55E}" srcId="{8EA7219F-BDB2-48EB-9EEB-3133522D132E}" destId="{486CE084-C32C-4939-B03C-288FB9EFCD9F}" srcOrd="2" destOrd="0" parTransId="{B5011683-9257-4C35-A951-9C8A07975FD2}" sibTransId="{AD348FFC-4947-46BD-873B-71307A2369D8}"/>
    <dgm:cxn modelId="{55368CC3-F734-4C0C-B769-689D55C2EBCE}" type="presOf" srcId="{DDE0D928-D49D-4A27-8E92-3130B9320568}" destId="{49B75420-437D-42E1-86E5-3DACD5FA1A2A}" srcOrd="0" destOrd="1" presId="urn:microsoft.com/office/officeart/2005/8/layout/matrix3"/>
    <dgm:cxn modelId="{AA642DC6-81A3-4BC7-A365-F30D05DAF187}" type="presOf" srcId="{2CFC764E-E417-4FA7-92FC-889DCCBAC0AF}" destId="{49B75420-437D-42E1-86E5-3DACD5FA1A2A}" srcOrd="0" destOrd="2" presId="urn:microsoft.com/office/officeart/2005/8/layout/matrix3"/>
    <dgm:cxn modelId="{31A2BEC6-492A-4967-BBCB-9CC6D4F70750}" srcId="{103CBF64-CDB2-4339-81CD-24B7C063FC60}" destId="{FE125691-F62C-4051-9398-9E8B4B9DAAC6}" srcOrd="2" destOrd="0" parTransId="{ED1C4A88-8A77-4A49-BC56-B087FD0B7DFA}" sibTransId="{007B9233-CD26-4F9F-85E3-99D2DF934DB2}"/>
    <dgm:cxn modelId="{1A8690C7-CA65-450F-8361-884C7E855A1F}" srcId="{B9C32B05-62EA-407A-B21C-2310C7945705}" destId="{103CBF64-CDB2-4339-81CD-24B7C063FC60}" srcOrd="3" destOrd="0" parTransId="{D803935B-F3B6-4A9F-8B8B-E92996310E4F}" sibTransId="{C7F90B7F-B9D5-4878-A14E-6E7C00BD8E9A}"/>
    <dgm:cxn modelId="{819F97C9-DE1E-4490-89B3-421F619083DE}" type="presOf" srcId="{486CE084-C32C-4939-B03C-288FB9EFCD9F}" destId="{49B75420-437D-42E1-86E5-3DACD5FA1A2A}" srcOrd="0" destOrd="3" presId="urn:microsoft.com/office/officeart/2005/8/layout/matrix3"/>
    <dgm:cxn modelId="{9CB4D6E8-A7D9-4485-B279-77396776DD9F}" srcId="{443C2B76-8EF9-4C56-AFB1-7A0AA12087AE}" destId="{64DF024E-3758-4711-B36D-1A27439A31F4}" srcOrd="2" destOrd="0" parTransId="{6E81E591-BE57-48B3-B8A3-76BA17D4E72D}" sibTransId="{4B325220-465E-4F12-AD90-3985E23A5DB9}"/>
    <dgm:cxn modelId="{58AD7EEF-D408-406B-87EE-4691D4C30668}" srcId="{B9C32B05-62EA-407A-B21C-2310C7945705}" destId="{8EA7219F-BDB2-48EB-9EEB-3133522D132E}" srcOrd="0" destOrd="0" parTransId="{3EE8403A-CB7C-4815-85BD-AEBCAEB71B37}" sibTransId="{C94B7947-85DC-4B21-BB99-DF8438356F98}"/>
    <dgm:cxn modelId="{444886FA-18D1-41D0-B010-A2AC446AD098}" type="presOf" srcId="{C8C47177-D78F-4E10-AED3-738FE6109A6A}" destId="{F0BF9AAB-0341-4C91-8567-E662902B81F2}" srcOrd="0" destOrd="1" presId="urn:microsoft.com/office/officeart/2005/8/layout/matrix3"/>
    <dgm:cxn modelId="{1E3A0272-7278-4209-B1E7-A0BDBBC13A28}" type="presParOf" srcId="{C9CA4349-F099-4883-AA5F-8186FE142AB1}" destId="{E0E82C73-59F6-43D2-82C0-20167ED4D3E6}" srcOrd="0" destOrd="0" presId="urn:microsoft.com/office/officeart/2005/8/layout/matrix3"/>
    <dgm:cxn modelId="{E73A58E0-29A2-4A6B-AB47-9FB52BE02C19}" type="presParOf" srcId="{C9CA4349-F099-4883-AA5F-8186FE142AB1}" destId="{49B75420-437D-42E1-86E5-3DACD5FA1A2A}" srcOrd="1" destOrd="0" presId="urn:microsoft.com/office/officeart/2005/8/layout/matrix3"/>
    <dgm:cxn modelId="{0B0D18AE-5CFD-4B5F-A3DA-2E32D3260157}" type="presParOf" srcId="{C9CA4349-F099-4883-AA5F-8186FE142AB1}" destId="{F0BF9AAB-0341-4C91-8567-E662902B81F2}" srcOrd="2" destOrd="0" presId="urn:microsoft.com/office/officeart/2005/8/layout/matrix3"/>
    <dgm:cxn modelId="{B59DB4CD-434C-4789-8E60-DD9A6B2F967B}" type="presParOf" srcId="{C9CA4349-F099-4883-AA5F-8186FE142AB1}" destId="{52C03680-7487-4C47-AC49-72BB5F3980AC}" srcOrd="3" destOrd="0" presId="urn:microsoft.com/office/officeart/2005/8/layout/matrix3"/>
    <dgm:cxn modelId="{FDE34A64-96B8-408B-8BF9-EF796FE6A359}" type="presParOf" srcId="{C9CA4349-F099-4883-AA5F-8186FE142AB1}" destId="{9E0BFD25-7085-484C-BD18-872A771E42D1}" srcOrd="4" destOrd="0" presId="urn:microsoft.com/office/officeart/2005/8/layout/matrix3"/>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29.xml><?xml version="1.0" encoding="utf-8"?>
<dgm:dataModel xmlns:dgm="http://schemas.openxmlformats.org/drawingml/2006/diagram" xmlns:a="http://schemas.openxmlformats.org/drawingml/2006/main">
  <dgm:ptLst>
    <dgm:pt modelId="{B9C32B05-62EA-407A-B21C-2310C7945705}" type="doc">
      <dgm:prSet loTypeId="urn:microsoft.com/office/officeart/2005/8/layout/matrix1" loCatId="matrix" qsTypeId="urn:microsoft.com/office/officeart/2005/8/quickstyle/simple4" qsCatId="simple" csTypeId="urn:microsoft.com/office/officeart/2005/8/colors/colorful1" csCatId="colorful" phldr="1"/>
      <dgm:spPr/>
      <dgm:t>
        <a:bodyPr/>
        <a:lstStyle/>
        <a:p>
          <a:endParaRPr lang="en-US"/>
        </a:p>
      </dgm:t>
    </dgm:pt>
    <dgm:pt modelId="{8EA7219F-BDB2-48EB-9EEB-3133522D132E}">
      <dgm:prSet phldrT="[Text]" custT="1"/>
      <dgm:spPr/>
      <dgm:t>
        <a:bodyPr/>
        <a:lstStyle/>
        <a:p>
          <a:r>
            <a:rPr lang="en-US" sz="3600" dirty="0">
              <a:solidFill>
                <a:schemeClr val="tx2"/>
              </a:solidFill>
            </a:rPr>
            <a:t>Lorem Ipsum</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DDE0D928-D49D-4A27-8E92-3130B9320568}">
      <dgm:prSet phldrT="[Text]"/>
      <dgm:spPr/>
      <dgm:t>
        <a:bodyPr/>
        <a:lstStyle/>
        <a:p>
          <a:r>
            <a:rPr lang="en-US" dirty="0"/>
            <a:t>Some text here</a:t>
          </a:r>
        </a:p>
      </dgm:t>
    </dgm:pt>
    <dgm:pt modelId="{BD8A01E6-DCFB-4634-AA12-EAF5B15F9CCB}" type="parTrans" cxnId="{2709EABC-E6A1-4AF4-BB66-635BCC932127}">
      <dgm:prSet/>
      <dgm:spPr/>
      <dgm:t>
        <a:bodyPr/>
        <a:lstStyle/>
        <a:p>
          <a:endParaRPr lang="en-US"/>
        </a:p>
      </dgm:t>
    </dgm:pt>
    <dgm:pt modelId="{4311EAF2-34EE-4C77-BBCA-D60A3715C931}" type="sibTrans" cxnId="{2709EABC-E6A1-4AF4-BB66-635BCC932127}">
      <dgm:prSet/>
      <dgm:spPr/>
      <dgm:t>
        <a:bodyPr/>
        <a:lstStyle/>
        <a:p>
          <a:endParaRPr lang="en-US"/>
        </a:p>
      </dgm:t>
    </dgm:pt>
    <dgm:pt modelId="{2CFC764E-E417-4FA7-92FC-889DCCBAC0AF}">
      <dgm:prSet phldrT="[Text]"/>
      <dgm:spPr/>
      <dgm:t>
        <a:bodyPr/>
        <a:lstStyle/>
        <a:p>
          <a:r>
            <a:rPr lang="en-US"/>
            <a:t>Some text here</a:t>
          </a:r>
          <a:endParaRPr lang="en-US" dirty="0"/>
        </a:p>
      </dgm:t>
    </dgm:pt>
    <dgm:pt modelId="{C7C9DFEF-1EB9-40CA-9FF0-138D67AAEEBF}" type="parTrans" cxnId="{2D78AD32-2F25-49F7-BE66-DC601CE1D4FD}">
      <dgm:prSet/>
      <dgm:spPr/>
      <dgm:t>
        <a:bodyPr/>
        <a:lstStyle/>
        <a:p>
          <a:endParaRPr lang="en-US"/>
        </a:p>
      </dgm:t>
    </dgm:pt>
    <dgm:pt modelId="{47E9B72E-D102-4745-AAB1-A07A87214690}" type="sibTrans" cxnId="{2D78AD32-2F25-49F7-BE66-DC601CE1D4FD}">
      <dgm:prSet/>
      <dgm:spPr/>
      <dgm:t>
        <a:bodyPr/>
        <a:lstStyle/>
        <a:p>
          <a:endParaRPr lang="en-US"/>
        </a:p>
      </dgm:t>
    </dgm:pt>
    <dgm:pt modelId="{486CE084-C32C-4939-B03C-288FB9EFCD9F}">
      <dgm:prSet phldrT="[Text]"/>
      <dgm:spPr/>
      <dgm:t>
        <a:bodyPr/>
        <a:lstStyle/>
        <a:p>
          <a:r>
            <a:rPr lang="en-US"/>
            <a:t>Some text here</a:t>
          </a:r>
          <a:endParaRPr lang="en-US" dirty="0"/>
        </a:p>
      </dgm:t>
    </dgm:pt>
    <dgm:pt modelId="{B5011683-9257-4C35-A951-9C8A07975FD2}" type="parTrans" cxnId="{72DEAAC2-49DE-4910-90CF-0C493E4DB55E}">
      <dgm:prSet/>
      <dgm:spPr/>
      <dgm:t>
        <a:bodyPr/>
        <a:lstStyle/>
        <a:p>
          <a:endParaRPr lang="en-US"/>
        </a:p>
      </dgm:t>
    </dgm:pt>
    <dgm:pt modelId="{AD348FFC-4947-46BD-873B-71307A2369D8}" type="sibTrans" cxnId="{72DEAAC2-49DE-4910-90CF-0C493E4DB55E}">
      <dgm:prSet/>
      <dgm:spPr/>
      <dgm:t>
        <a:bodyPr/>
        <a:lstStyle/>
        <a:p>
          <a:endParaRPr lang="en-US"/>
        </a:p>
      </dgm:t>
    </dgm:pt>
    <dgm:pt modelId="{5733A9CD-F089-4AA2-9B47-06D37522AF64}">
      <dgm:prSet phldrT="[Text]"/>
      <dgm:spPr/>
      <dgm:t>
        <a:bodyPr/>
        <a:lstStyle/>
        <a:p>
          <a:r>
            <a:rPr lang="en-US" dirty="0"/>
            <a:t>Some text here</a:t>
          </a:r>
        </a:p>
      </dgm:t>
    </dgm:pt>
    <dgm:pt modelId="{2737EC72-D065-4748-A3F5-C1E6805B6CDB}" type="parTrans" cxnId="{5209579E-8F09-4B98-87B5-BDB67358BD43}">
      <dgm:prSet/>
      <dgm:spPr/>
      <dgm:t>
        <a:bodyPr/>
        <a:lstStyle/>
        <a:p>
          <a:endParaRPr lang="en-US"/>
        </a:p>
      </dgm:t>
    </dgm:pt>
    <dgm:pt modelId="{7B4DACDF-8A90-4C26-83D7-400F1F6BEB7F}" type="sibTrans" cxnId="{5209579E-8F09-4B98-87B5-BDB67358BD43}">
      <dgm:prSet/>
      <dgm:spPr/>
      <dgm:t>
        <a:bodyPr/>
        <a:lstStyle/>
        <a:p>
          <a:endParaRPr lang="en-US"/>
        </a:p>
      </dgm:t>
    </dgm:pt>
    <dgm:pt modelId="{0AD63CC4-E5B2-4CAD-AFD0-1DF649307225}">
      <dgm:prSet phldrT="[Text]"/>
      <dgm:spPr/>
      <dgm:t>
        <a:bodyPr/>
        <a:lstStyle/>
        <a:p>
          <a:r>
            <a:rPr lang="en-US" dirty="0"/>
            <a:t>Some text here</a:t>
          </a:r>
        </a:p>
      </dgm:t>
    </dgm:pt>
    <dgm:pt modelId="{B1663898-BE36-413B-9077-1C50EA9E0695}" type="parTrans" cxnId="{3C3817E5-1EAE-4EC4-AF3C-090994098414}">
      <dgm:prSet/>
      <dgm:spPr/>
      <dgm:t>
        <a:bodyPr/>
        <a:lstStyle/>
        <a:p>
          <a:endParaRPr lang="en-US"/>
        </a:p>
      </dgm:t>
    </dgm:pt>
    <dgm:pt modelId="{BE0E3EC5-DFB8-4983-BE02-AE7D2453252A}" type="sibTrans" cxnId="{3C3817E5-1EAE-4EC4-AF3C-090994098414}">
      <dgm:prSet/>
      <dgm:spPr/>
      <dgm:t>
        <a:bodyPr/>
        <a:lstStyle/>
        <a:p>
          <a:endParaRPr lang="en-US"/>
        </a:p>
      </dgm:t>
    </dgm:pt>
    <dgm:pt modelId="{F86EC7B0-870C-41B8-A226-2C304994C663}">
      <dgm:prSet phldrT="[Text]"/>
      <dgm:spPr/>
      <dgm:t>
        <a:bodyPr/>
        <a:lstStyle/>
        <a:p>
          <a:r>
            <a:rPr lang="en-US" dirty="0"/>
            <a:t>Some text here</a:t>
          </a:r>
        </a:p>
      </dgm:t>
    </dgm:pt>
    <dgm:pt modelId="{72BC5657-8FA6-4DA3-BB23-1B6CA0C30565}" type="parTrans" cxnId="{7088A3A1-2060-4609-A7F9-2904A30971E5}">
      <dgm:prSet/>
      <dgm:spPr/>
      <dgm:t>
        <a:bodyPr/>
        <a:lstStyle/>
        <a:p>
          <a:endParaRPr lang="en-US"/>
        </a:p>
      </dgm:t>
    </dgm:pt>
    <dgm:pt modelId="{0C878B92-DDD2-4389-B2B7-19C52EAE0FD9}" type="sibTrans" cxnId="{7088A3A1-2060-4609-A7F9-2904A30971E5}">
      <dgm:prSet/>
      <dgm:spPr/>
      <dgm:t>
        <a:bodyPr/>
        <a:lstStyle/>
        <a:p>
          <a:endParaRPr lang="en-US"/>
        </a:p>
      </dgm:t>
    </dgm:pt>
    <dgm:pt modelId="{4C23D2D7-E3C3-439D-9FFB-9861B70E3E5E}">
      <dgm:prSet phldrT="[Text]"/>
      <dgm:spPr/>
      <dgm:t>
        <a:bodyPr/>
        <a:lstStyle/>
        <a:p>
          <a:r>
            <a:rPr lang="en-US" dirty="0"/>
            <a:t>Some text here</a:t>
          </a:r>
        </a:p>
      </dgm:t>
    </dgm:pt>
    <dgm:pt modelId="{BD080729-449F-426B-B5E9-950748BB3BEE}" type="parTrans" cxnId="{767C0885-E96B-43D2-A6CA-5F322D50AE82}">
      <dgm:prSet/>
      <dgm:spPr/>
      <dgm:t>
        <a:bodyPr/>
        <a:lstStyle/>
        <a:p>
          <a:endParaRPr lang="en-US"/>
        </a:p>
      </dgm:t>
    </dgm:pt>
    <dgm:pt modelId="{663FECEC-BEBC-4612-8645-12AB5851BB9D}" type="sibTrans" cxnId="{767C0885-E96B-43D2-A6CA-5F322D50AE82}">
      <dgm:prSet/>
      <dgm:spPr/>
      <dgm:t>
        <a:bodyPr/>
        <a:lstStyle/>
        <a:p>
          <a:endParaRPr lang="en-US"/>
        </a:p>
      </dgm:t>
    </dgm:pt>
    <dgm:pt modelId="{2159B2F4-9587-4C35-99AB-02467AFB07D3}">
      <dgm:prSet phldrT="[Text]"/>
      <dgm:spPr/>
      <dgm:t>
        <a:bodyPr/>
        <a:lstStyle/>
        <a:p>
          <a:r>
            <a:rPr lang="en-US" dirty="0"/>
            <a:t>Some text here</a:t>
          </a:r>
        </a:p>
      </dgm:t>
    </dgm:pt>
    <dgm:pt modelId="{136031A4-77F4-47FC-B9A7-BF2791ADA160}" type="parTrans" cxnId="{0F7D32D4-1B26-4F4A-A028-73A74ADFFF8A}">
      <dgm:prSet/>
      <dgm:spPr/>
      <dgm:t>
        <a:bodyPr/>
        <a:lstStyle/>
        <a:p>
          <a:endParaRPr lang="en-US"/>
        </a:p>
      </dgm:t>
    </dgm:pt>
    <dgm:pt modelId="{57B33440-266A-4B63-9DA4-02DE4808020B}" type="sibTrans" cxnId="{0F7D32D4-1B26-4F4A-A028-73A74ADFFF8A}">
      <dgm:prSet/>
      <dgm:spPr/>
      <dgm:t>
        <a:bodyPr/>
        <a:lstStyle/>
        <a:p>
          <a:endParaRPr lang="en-US"/>
        </a:p>
      </dgm:t>
    </dgm:pt>
    <dgm:pt modelId="{508D7C43-B546-4774-B341-036353BD7125}">
      <dgm:prSet phldrT="[Text]"/>
      <dgm:spPr/>
      <dgm:t>
        <a:bodyPr/>
        <a:lstStyle/>
        <a:p>
          <a:r>
            <a:rPr lang="en-US" dirty="0"/>
            <a:t>Some text here</a:t>
          </a:r>
        </a:p>
      </dgm:t>
    </dgm:pt>
    <dgm:pt modelId="{72543145-CF34-418A-BEAA-33B838A462CD}" type="parTrans" cxnId="{DFB63353-82A4-4366-8CCB-F9CC58B1C98F}">
      <dgm:prSet/>
      <dgm:spPr/>
      <dgm:t>
        <a:bodyPr/>
        <a:lstStyle/>
        <a:p>
          <a:endParaRPr lang="en-US"/>
        </a:p>
      </dgm:t>
    </dgm:pt>
    <dgm:pt modelId="{F7B121B3-2AC0-48AD-B66A-E2AA3435A18B}" type="sibTrans" cxnId="{DFB63353-82A4-4366-8CCB-F9CC58B1C98F}">
      <dgm:prSet/>
      <dgm:spPr/>
      <dgm:t>
        <a:bodyPr/>
        <a:lstStyle/>
        <a:p>
          <a:endParaRPr lang="en-US"/>
        </a:p>
      </dgm:t>
    </dgm:pt>
    <dgm:pt modelId="{94197F4E-30DA-4563-9458-D4727F333B75}">
      <dgm:prSet phldrT="[Text]"/>
      <dgm:spPr/>
      <dgm:t>
        <a:bodyPr/>
        <a:lstStyle/>
        <a:p>
          <a:r>
            <a:rPr lang="en-US" dirty="0"/>
            <a:t>Some text here</a:t>
          </a:r>
        </a:p>
      </dgm:t>
    </dgm:pt>
    <dgm:pt modelId="{C7D29C0E-6CF5-423E-94B1-5109DB9BC616}" type="parTrans" cxnId="{3B6C03CC-D434-4312-8ECA-9D54994089AD}">
      <dgm:prSet/>
      <dgm:spPr/>
      <dgm:t>
        <a:bodyPr/>
        <a:lstStyle/>
        <a:p>
          <a:endParaRPr lang="en-US"/>
        </a:p>
      </dgm:t>
    </dgm:pt>
    <dgm:pt modelId="{CF8BBD55-5188-4048-95E2-72EF0711751D}" type="sibTrans" cxnId="{3B6C03CC-D434-4312-8ECA-9D54994089AD}">
      <dgm:prSet/>
      <dgm:spPr/>
      <dgm:t>
        <a:bodyPr/>
        <a:lstStyle/>
        <a:p>
          <a:endParaRPr lang="en-US"/>
        </a:p>
      </dgm:t>
    </dgm:pt>
    <dgm:pt modelId="{BB33E209-0ECA-444B-981C-7B721250D5A7}">
      <dgm:prSet phldrT="[Text]"/>
      <dgm:spPr/>
      <dgm:t>
        <a:bodyPr/>
        <a:lstStyle/>
        <a:p>
          <a:r>
            <a:rPr lang="en-US" dirty="0"/>
            <a:t>Some text here</a:t>
          </a:r>
        </a:p>
      </dgm:t>
    </dgm:pt>
    <dgm:pt modelId="{53D36965-D6BC-4F43-8AB0-E7DF9DFC6E80}" type="parTrans" cxnId="{8C60EB0D-55AF-483C-B855-232326E727BE}">
      <dgm:prSet/>
      <dgm:spPr/>
      <dgm:t>
        <a:bodyPr/>
        <a:lstStyle/>
        <a:p>
          <a:endParaRPr lang="en-US"/>
        </a:p>
      </dgm:t>
    </dgm:pt>
    <dgm:pt modelId="{009AC4E6-2883-4CE5-AA50-4F9D4EB674B8}" type="sibTrans" cxnId="{8C60EB0D-55AF-483C-B855-232326E727BE}">
      <dgm:prSet/>
      <dgm:spPr/>
      <dgm:t>
        <a:bodyPr/>
        <a:lstStyle/>
        <a:p>
          <a:endParaRPr lang="en-US"/>
        </a:p>
      </dgm:t>
    </dgm:pt>
    <dgm:pt modelId="{03979AB3-3864-4D08-922C-BC01BE58DBA6}">
      <dgm:prSet phldrT="[Text]"/>
      <dgm:spPr/>
      <dgm:t>
        <a:bodyPr/>
        <a:lstStyle/>
        <a:p>
          <a:r>
            <a:rPr lang="en-US" dirty="0"/>
            <a:t>Some text here</a:t>
          </a:r>
        </a:p>
      </dgm:t>
    </dgm:pt>
    <dgm:pt modelId="{42EA90C7-33C9-430D-ACBD-A0607F484853}" type="parTrans" cxnId="{873772FA-91A4-4BB0-8209-B921A70A9CB1}">
      <dgm:prSet/>
      <dgm:spPr/>
      <dgm:t>
        <a:bodyPr/>
        <a:lstStyle/>
        <a:p>
          <a:endParaRPr lang="en-US"/>
        </a:p>
      </dgm:t>
    </dgm:pt>
    <dgm:pt modelId="{DD2AE5CF-FC94-4C48-9452-9FA15DBEB1DC}" type="sibTrans" cxnId="{873772FA-91A4-4BB0-8209-B921A70A9CB1}">
      <dgm:prSet/>
      <dgm:spPr/>
      <dgm:t>
        <a:bodyPr/>
        <a:lstStyle/>
        <a:p>
          <a:endParaRPr lang="en-US"/>
        </a:p>
      </dgm:t>
    </dgm:pt>
    <dgm:pt modelId="{DDF83123-620E-4995-9476-0FEAC17DF2CC}">
      <dgm:prSet phldrT="[Text]"/>
      <dgm:spPr/>
      <dgm:t>
        <a:bodyPr/>
        <a:lstStyle/>
        <a:p>
          <a:r>
            <a:rPr lang="en-US" dirty="0"/>
            <a:t>Some text here</a:t>
          </a:r>
        </a:p>
      </dgm:t>
    </dgm:pt>
    <dgm:pt modelId="{70FDCDC0-22B5-4A1C-AB6D-FCF85324B110}" type="parTrans" cxnId="{792C6926-8810-41E6-AD6E-86DA1A9C79E6}">
      <dgm:prSet/>
      <dgm:spPr/>
      <dgm:t>
        <a:bodyPr/>
        <a:lstStyle/>
        <a:p>
          <a:endParaRPr lang="en-US"/>
        </a:p>
      </dgm:t>
    </dgm:pt>
    <dgm:pt modelId="{BAABC3A4-2E3C-410B-8F0E-4096CB77A2E3}" type="sibTrans" cxnId="{792C6926-8810-41E6-AD6E-86DA1A9C79E6}">
      <dgm:prSet/>
      <dgm:spPr/>
      <dgm:t>
        <a:bodyPr/>
        <a:lstStyle/>
        <a:p>
          <a:endParaRPr lang="en-US"/>
        </a:p>
      </dgm:t>
    </dgm:pt>
    <dgm:pt modelId="{4E16DE3B-C4F5-4A42-9CF7-9C6E3F12C5EA}">
      <dgm:prSet phldrT="[Text]"/>
      <dgm:spPr/>
      <dgm:t>
        <a:bodyPr/>
        <a:lstStyle/>
        <a:p>
          <a:r>
            <a:rPr lang="en-US" dirty="0"/>
            <a:t>Some text here</a:t>
          </a:r>
        </a:p>
      </dgm:t>
    </dgm:pt>
    <dgm:pt modelId="{968E676D-D27D-418E-AFE2-F9DB84EE9182}" type="parTrans" cxnId="{DFFC163B-CCE0-41D6-AC9F-994041687DDC}">
      <dgm:prSet/>
      <dgm:spPr/>
      <dgm:t>
        <a:bodyPr/>
        <a:lstStyle/>
        <a:p>
          <a:endParaRPr lang="en-US"/>
        </a:p>
      </dgm:t>
    </dgm:pt>
    <dgm:pt modelId="{DE752A33-6112-4E25-8436-D9491B3AAB44}" type="sibTrans" cxnId="{DFFC163B-CCE0-41D6-AC9F-994041687DDC}">
      <dgm:prSet/>
      <dgm:spPr/>
      <dgm:t>
        <a:bodyPr/>
        <a:lstStyle/>
        <a:p>
          <a:endParaRPr lang="en-US"/>
        </a:p>
      </dgm:t>
    </dgm:pt>
    <dgm:pt modelId="{95CF85E9-144B-42B9-9FC2-9891F75CE7B2}">
      <dgm:prSet phldrT="[Text]"/>
      <dgm:spPr/>
      <dgm:t>
        <a:bodyPr/>
        <a:lstStyle/>
        <a:p>
          <a:r>
            <a:rPr lang="en-US" dirty="0"/>
            <a:t>Some text here</a:t>
          </a:r>
        </a:p>
      </dgm:t>
    </dgm:pt>
    <dgm:pt modelId="{B1305A48-5752-4BBB-909F-A68A492C9EAC}" type="parTrans" cxnId="{E03F102F-038D-45CA-BCD3-3CA3C12ABCD0}">
      <dgm:prSet/>
      <dgm:spPr/>
      <dgm:t>
        <a:bodyPr/>
        <a:lstStyle/>
        <a:p>
          <a:endParaRPr lang="en-US"/>
        </a:p>
      </dgm:t>
    </dgm:pt>
    <dgm:pt modelId="{7CA18AD4-EB5C-4392-9F0F-A2626436E311}" type="sibTrans" cxnId="{E03F102F-038D-45CA-BCD3-3CA3C12ABCD0}">
      <dgm:prSet/>
      <dgm:spPr/>
      <dgm:t>
        <a:bodyPr/>
        <a:lstStyle/>
        <a:p>
          <a:endParaRPr lang="en-US"/>
        </a:p>
      </dgm:t>
    </dgm:pt>
    <dgm:pt modelId="{6B689BE2-FDCF-468E-8B77-2B575334B189}">
      <dgm:prSet phldrT="[Text]"/>
      <dgm:spPr/>
      <dgm:t>
        <a:bodyPr/>
        <a:lstStyle/>
        <a:p>
          <a:r>
            <a:rPr lang="en-US" dirty="0"/>
            <a:t>Some text here</a:t>
          </a:r>
        </a:p>
      </dgm:t>
    </dgm:pt>
    <dgm:pt modelId="{07349945-7F22-42D6-A818-4649C78509D0}" type="parTrans" cxnId="{7EF242D3-1566-4DC9-8591-C2424AD954CC}">
      <dgm:prSet/>
      <dgm:spPr/>
      <dgm:t>
        <a:bodyPr/>
        <a:lstStyle/>
        <a:p>
          <a:endParaRPr lang="en-US"/>
        </a:p>
      </dgm:t>
    </dgm:pt>
    <dgm:pt modelId="{5B7E2BAE-2AE2-4E2D-90D0-3B16B3D4CDEA}" type="sibTrans" cxnId="{7EF242D3-1566-4DC9-8591-C2424AD954CC}">
      <dgm:prSet/>
      <dgm:spPr/>
      <dgm:t>
        <a:bodyPr/>
        <a:lstStyle/>
        <a:p>
          <a:endParaRPr lang="en-US"/>
        </a:p>
      </dgm:t>
    </dgm:pt>
    <dgm:pt modelId="{E4DFF04F-E503-4986-845E-F1CEAAD07ACF}" type="pres">
      <dgm:prSet presAssocID="{B9C32B05-62EA-407A-B21C-2310C7945705}" presName="diagram" presStyleCnt="0">
        <dgm:presLayoutVars>
          <dgm:chMax val="1"/>
          <dgm:dir/>
          <dgm:animLvl val="ctr"/>
          <dgm:resizeHandles val="exact"/>
        </dgm:presLayoutVars>
      </dgm:prSet>
      <dgm:spPr/>
    </dgm:pt>
    <dgm:pt modelId="{0E2DECCD-617A-4241-9F60-AEDF0E388945}" type="pres">
      <dgm:prSet presAssocID="{B9C32B05-62EA-407A-B21C-2310C7945705}" presName="matrix" presStyleCnt="0"/>
      <dgm:spPr/>
    </dgm:pt>
    <dgm:pt modelId="{F40C730F-3044-4CBC-843A-35DC5F7F2C14}" type="pres">
      <dgm:prSet presAssocID="{B9C32B05-62EA-407A-B21C-2310C7945705}" presName="tile1" presStyleLbl="node1" presStyleIdx="0" presStyleCnt="4"/>
      <dgm:spPr/>
    </dgm:pt>
    <dgm:pt modelId="{DA2EE9CF-654E-4669-ACD6-0584FC12CECC}" type="pres">
      <dgm:prSet presAssocID="{B9C32B05-62EA-407A-B21C-2310C7945705}" presName="tile1text" presStyleLbl="node1" presStyleIdx="0" presStyleCnt="4">
        <dgm:presLayoutVars>
          <dgm:chMax val="0"/>
          <dgm:chPref val="0"/>
          <dgm:bulletEnabled val="1"/>
        </dgm:presLayoutVars>
      </dgm:prSet>
      <dgm:spPr/>
    </dgm:pt>
    <dgm:pt modelId="{2266A47D-713F-4974-9E38-16F177765607}" type="pres">
      <dgm:prSet presAssocID="{B9C32B05-62EA-407A-B21C-2310C7945705}" presName="tile2" presStyleLbl="node1" presStyleIdx="1" presStyleCnt="4"/>
      <dgm:spPr/>
    </dgm:pt>
    <dgm:pt modelId="{6D36CEAB-C992-4019-9716-92D3DF88950F}" type="pres">
      <dgm:prSet presAssocID="{B9C32B05-62EA-407A-B21C-2310C7945705}" presName="tile2text" presStyleLbl="node1" presStyleIdx="1" presStyleCnt="4">
        <dgm:presLayoutVars>
          <dgm:chMax val="0"/>
          <dgm:chPref val="0"/>
          <dgm:bulletEnabled val="1"/>
        </dgm:presLayoutVars>
      </dgm:prSet>
      <dgm:spPr/>
    </dgm:pt>
    <dgm:pt modelId="{9C6F551E-0DE2-4C3A-9B66-184A322A6DA1}" type="pres">
      <dgm:prSet presAssocID="{B9C32B05-62EA-407A-B21C-2310C7945705}" presName="tile3" presStyleLbl="node1" presStyleIdx="2" presStyleCnt="4"/>
      <dgm:spPr/>
    </dgm:pt>
    <dgm:pt modelId="{7F21B368-B13C-4958-B581-31E27EB4BC0B}" type="pres">
      <dgm:prSet presAssocID="{B9C32B05-62EA-407A-B21C-2310C7945705}" presName="tile3text" presStyleLbl="node1" presStyleIdx="2" presStyleCnt="4">
        <dgm:presLayoutVars>
          <dgm:chMax val="0"/>
          <dgm:chPref val="0"/>
          <dgm:bulletEnabled val="1"/>
        </dgm:presLayoutVars>
      </dgm:prSet>
      <dgm:spPr/>
    </dgm:pt>
    <dgm:pt modelId="{9B112B79-5841-4003-B4F9-E48B9A01FE84}" type="pres">
      <dgm:prSet presAssocID="{B9C32B05-62EA-407A-B21C-2310C7945705}" presName="tile4" presStyleLbl="node1" presStyleIdx="3" presStyleCnt="4"/>
      <dgm:spPr/>
    </dgm:pt>
    <dgm:pt modelId="{74889996-1B4B-4333-AE7C-26A9FE6E5790}" type="pres">
      <dgm:prSet presAssocID="{B9C32B05-62EA-407A-B21C-2310C7945705}" presName="tile4text" presStyleLbl="node1" presStyleIdx="3" presStyleCnt="4">
        <dgm:presLayoutVars>
          <dgm:chMax val="0"/>
          <dgm:chPref val="0"/>
          <dgm:bulletEnabled val="1"/>
        </dgm:presLayoutVars>
      </dgm:prSet>
      <dgm:spPr/>
    </dgm:pt>
    <dgm:pt modelId="{6C173E2C-E999-4F86-8045-878478A12CC3}" type="pres">
      <dgm:prSet presAssocID="{B9C32B05-62EA-407A-B21C-2310C7945705}" presName="centerTile" presStyleLbl="fgShp" presStyleIdx="0" presStyleCnt="1">
        <dgm:presLayoutVars>
          <dgm:chMax val="0"/>
          <dgm:chPref val="0"/>
        </dgm:presLayoutVars>
      </dgm:prSet>
      <dgm:spPr/>
    </dgm:pt>
  </dgm:ptLst>
  <dgm:cxnLst>
    <dgm:cxn modelId="{507E7400-4E83-4CAA-9BAF-1B5DB92821FA}" type="presOf" srcId="{2159B2F4-9587-4C35-99AB-02467AFB07D3}" destId="{6D36CEAB-C992-4019-9716-92D3DF88950F}" srcOrd="1" destOrd="1" presId="urn:microsoft.com/office/officeart/2005/8/layout/matrix1"/>
    <dgm:cxn modelId="{4FDB2002-D6D8-4809-BA95-DDF124C3527D}" type="presOf" srcId="{DDE0D928-D49D-4A27-8E92-3130B9320568}" destId="{DA2EE9CF-654E-4669-ACD6-0584FC12CECC}" srcOrd="1" destOrd="0" presId="urn:microsoft.com/office/officeart/2005/8/layout/matrix1"/>
    <dgm:cxn modelId="{8C60EB0D-55AF-483C-B855-232326E727BE}" srcId="{486CE084-C32C-4939-B03C-288FB9EFCD9F}" destId="{BB33E209-0ECA-444B-981C-7B721250D5A7}" srcOrd="0" destOrd="0" parTransId="{53D36965-D6BC-4F43-8AB0-E7DF9DFC6E80}" sibTransId="{009AC4E6-2883-4CE5-AA50-4F9D4EB674B8}"/>
    <dgm:cxn modelId="{9F9DA111-BE4F-4320-BF7A-1ADA4F3DFB2A}" type="presOf" srcId="{DDE0D928-D49D-4A27-8E92-3130B9320568}" destId="{F40C730F-3044-4CBC-843A-35DC5F7F2C14}" srcOrd="0" destOrd="0" presId="urn:microsoft.com/office/officeart/2005/8/layout/matrix1"/>
    <dgm:cxn modelId="{EA057814-2600-4665-A14C-ABDC2621ABFE}" type="presOf" srcId="{5733A9CD-F089-4AA2-9B47-06D37522AF64}" destId="{74889996-1B4B-4333-AE7C-26A9FE6E5790}" srcOrd="1" destOrd="0" presId="urn:microsoft.com/office/officeart/2005/8/layout/matrix1"/>
    <dgm:cxn modelId="{85D69615-C180-442E-996A-672EA797263C}" type="presOf" srcId="{4E16DE3B-C4F5-4A42-9CF7-9C6E3F12C5EA}" destId="{74889996-1B4B-4333-AE7C-26A9FE6E5790}" srcOrd="1" destOrd="1" presId="urn:microsoft.com/office/officeart/2005/8/layout/matrix1"/>
    <dgm:cxn modelId="{3B844218-BB19-4054-B029-68032BAD7C0D}" type="presOf" srcId="{95CF85E9-144B-42B9-9FC2-9891F75CE7B2}" destId="{74889996-1B4B-4333-AE7C-26A9FE6E5790}" srcOrd="1" destOrd="2" presId="urn:microsoft.com/office/officeart/2005/8/layout/matrix1"/>
    <dgm:cxn modelId="{36FBC11F-A076-42FB-814D-2EAB9B7299BB}" type="presOf" srcId="{BB33E209-0ECA-444B-981C-7B721250D5A7}" destId="{7F21B368-B13C-4958-B581-31E27EB4BC0B}" srcOrd="1" destOrd="1" presId="urn:microsoft.com/office/officeart/2005/8/layout/matrix1"/>
    <dgm:cxn modelId="{792C6926-8810-41E6-AD6E-86DA1A9C79E6}" srcId="{486CE084-C32C-4939-B03C-288FB9EFCD9F}" destId="{DDF83123-620E-4995-9476-0FEAC17DF2CC}" srcOrd="2" destOrd="0" parTransId="{70FDCDC0-22B5-4A1C-AB6D-FCF85324B110}" sibTransId="{BAABC3A4-2E3C-410B-8F0E-4096CB77A2E3}"/>
    <dgm:cxn modelId="{0E36B326-8EF5-4108-83A6-45E07069009F}" type="presOf" srcId="{03979AB3-3864-4D08-922C-BC01BE58DBA6}" destId="{7F21B368-B13C-4958-B581-31E27EB4BC0B}" srcOrd="1" destOrd="2" presId="urn:microsoft.com/office/officeart/2005/8/layout/matrix1"/>
    <dgm:cxn modelId="{3A0F6A2D-3985-4DA3-AFE3-A2AC02382378}" type="presOf" srcId="{5733A9CD-F089-4AA2-9B47-06D37522AF64}" destId="{9B112B79-5841-4003-B4F9-E48B9A01FE84}" srcOrd="0" destOrd="0" presId="urn:microsoft.com/office/officeart/2005/8/layout/matrix1"/>
    <dgm:cxn modelId="{E03F102F-038D-45CA-BCD3-3CA3C12ABCD0}" srcId="{5733A9CD-F089-4AA2-9B47-06D37522AF64}" destId="{95CF85E9-144B-42B9-9FC2-9891F75CE7B2}" srcOrd="1" destOrd="0" parTransId="{B1305A48-5752-4BBB-909F-A68A492C9EAC}" sibTransId="{7CA18AD4-EB5C-4392-9F0F-A2626436E311}"/>
    <dgm:cxn modelId="{2D78AD32-2F25-49F7-BE66-DC601CE1D4FD}" srcId="{8EA7219F-BDB2-48EB-9EEB-3133522D132E}" destId="{2CFC764E-E417-4FA7-92FC-889DCCBAC0AF}" srcOrd="1" destOrd="0" parTransId="{C7C9DFEF-1EB9-40CA-9FF0-138D67AAEEBF}" sibTransId="{47E9B72E-D102-4745-AAB1-A07A87214690}"/>
    <dgm:cxn modelId="{DFFC163B-CCE0-41D6-AC9F-994041687DDC}" srcId="{5733A9CD-F089-4AA2-9B47-06D37522AF64}" destId="{4E16DE3B-C4F5-4A42-9CF7-9C6E3F12C5EA}" srcOrd="0" destOrd="0" parTransId="{968E676D-D27D-418E-AFE2-F9DB84EE9182}" sibTransId="{DE752A33-6112-4E25-8436-D9491B3AAB44}"/>
    <dgm:cxn modelId="{6AF85145-E101-4747-BA29-C6C8C7BE02E8}" type="presOf" srcId="{03979AB3-3864-4D08-922C-BC01BE58DBA6}" destId="{9C6F551E-0DE2-4C3A-9B66-184A322A6DA1}" srcOrd="0" destOrd="2" presId="urn:microsoft.com/office/officeart/2005/8/layout/matrix1"/>
    <dgm:cxn modelId="{C6D6806C-AB0A-4109-945B-6FFEFF340496}" type="presOf" srcId="{0AD63CC4-E5B2-4CAD-AFD0-1DF649307225}" destId="{F40C730F-3044-4CBC-843A-35DC5F7F2C14}" srcOrd="0" destOrd="1" presId="urn:microsoft.com/office/officeart/2005/8/layout/matrix1"/>
    <dgm:cxn modelId="{9603E36E-FC74-41D4-8037-62D988F33F68}" type="presOf" srcId="{BB33E209-0ECA-444B-981C-7B721250D5A7}" destId="{9C6F551E-0DE2-4C3A-9B66-184A322A6DA1}" srcOrd="0" destOrd="1" presId="urn:microsoft.com/office/officeart/2005/8/layout/matrix1"/>
    <dgm:cxn modelId="{27309F4F-CD94-4BD4-B999-21F089655408}" type="presOf" srcId="{486CE084-C32C-4939-B03C-288FB9EFCD9F}" destId="{9C6F551E-0DE2-4C3A-9B66-184A322A6DA1}" srcOrd="0" destOrd="0" presId="urn:microsoft.com/office/officeart/2005/8/layout/matrix1"/>
    <dgm:cxn modelId="{0E25BB71-4437-45C0-B538-CAA2FC086D97}" type="presOf" srcId="{2CFC764E-E417-4FA7-92FC-889DCCBAC0AF}" destId="{6D36CEAB-C992-4019-9716-92D3DF88950F}" srcOrd="1" destOrd="0" presId="urn:microsoft.com/office/officeart/2005/8/layout/matrix1"/>
    <dgm:cxn modelId="{DFB63353-82A4-4366-8CCB-F9CC58B1C98F}" srcId="{2CFC764E-E417-4FA7-92FC-889DCCBAC0AF}" destId="{508D7C43-B546-4774-B341-036353BD7125}" srcOrd="1" destOrd="0" parTransId="{72543145-CF34-418A-BEAA-33B838A462CD}" sibTransId="{F7B121B3-2AC0-48AD-B66A-E2AA3435A18B}"/>
    <dgm:cxn modelId="{6636307D-C224-465A-B802-0737103FF8B2}" type="presOf" srcId="{8EA7219F-BDB2-48EB-9EEB-3133522D132E}" destId="{6C173E2C-E999-4F86-8045-878478A12CC3}" srcOrd="0" destOrd="0" presId="urn:microsoft.com/office/officeart/2005/8/layout/matrix1"/>
    <dgm:cxn modelId="{FF3B1A81-B5DB-4FD9-98C9-0C26AEC008EE}" type="presOf" srcId="{B9C32B05-62EA-407A-B21C-2310C7945705}" destId="{E4DFF04F-E503-4986-845E-F1CEAAD07ACF}" srcOrd="0" destOrd="0" presId="urn:microsoft.com/office/officeart/2005/8/layout/matrix1"/>
    <dgm:cxn modelId="{767C0885-E96B-43D2-A6CA-5F322D50AE82}" srcId="{DDE0D928-D49D-4A27-8E92-3130B9320568}" destId="{4C23D2D7-E3C3-439D-9FFB-9861B70E3E5E}" srcOrd="2" destOrd="0" parTransId="{BD080729-449F-426B-B5E9-950748BB3BEE}" sibTransId="{663FECEC-BEBC-4612-8645-12AB5851BB9D}"/>
    <dgm:cxn modelId="{DD9D4495-D4A7-4A63-A6CD-ED4449B457F8}" type="presOf" srcId="{4C23D2D7-E3C3-439D-9FFB-9861B70E3E5E}" destId="{DA2EE9CF-654E-4669-ACD6-0584FC12CECC}" srcOrd="1" destOrd="3" presId="urn:microsoft.com/office/officeart/2005/8/layout/matrix1"/>
    <dgm:cxn modelId="{5209579E-8F09-4B98-87B5-BDB67358BD43}" srcId="{8EA7219F-BDB2-48EB-9EEB-3133522D132E}" destId="{5733A9CD-F089-4AA2-9B47-06D37522AF64}" srcOrd="3" destOrd="0" parTransId="{2737EC72-D065-4748-A3F5-C1E6805B6CDB}" sibTransId="{7B4DACDF-8A90-4C26-83D7-400F1F6BEB7F}"/>
    <dgm:cxn modelId="{7088A3A1-2060-4609-A7F9-2904A30971E5}" srcId="{DDE0D928-D49D-4A27-8E92-3130B9320568}" destId="{F86EC7B0-870C-41B8-A226-2C304994C663}" srcOrd="1" destOrd="0" parTransId="{72BC5657-8FA6-4DA3-BB23-1B6CA0C30565}" sibTransId="{0C878B92-DDD2-4389-B2B7-19C52EAE0FD9}"/>
    <dgm:cxn modelId="{54FD1AB1-08EB-4B85-ACF6-2623783D151C}" type="presOf" srcId="{F86EC7B0-870C-41B8-A226-2C304994C663}" destId="{DA2EE9CF-654E-4669-ACD6-0584FC12CECC}" srcOrd="1" destOrd="2" presId="urn:microsoft.com/office/officeart/2005/8/layout/matrix1"/>
    <dgm:cxn modelId="{89AE44B7-238C-4D00-B881-CB21D1788607}" type="presOf" srcId="{F86EC7B0-870C-41B8-A226-2C304994C663}" destId="{F40C730F-3044-4CBC-843A-35DC5F7F2C14}" srcOrd="0" destOrd="2" presId="urn:microsoft.com/office/officeart/2005/8/layout/matrix1"/>
    <dgm:cxn modelId="{1308C9BB-3152-4C56-9F63-676CB23BB71A}" type="presOf" srcId="{508D7C43-B546-4774-B341-036353BD7125}" destId="{2266A47D-713F-4974-9E38-16F177765607}" srcOrd="0" destOrd="2" presId="urn:microsoft.com/office/officeart/2005/8/layout/matrix1"/>
    <dgm:cxn modelId="{2709EABC-E6A1-4AF4-BB66-635BCC932127}" srcId="{8EA7219F-BDB2-48EB-9EEB-3133522D132E}" destId="{DDE0D928-D49D-4A27-8E92-3130B9320568}" srcOrd="0" destOrd="0" parTransId="{BD8A01E6-DCFB-4634-AA12-EAF5B15F9CCB}" sibTransId="{4311EAF2-34EE-4C77-BBCA-D60A3715C931}"/>
    <dgm:cxn modelId="{72DEAAC2-49DE-4910-90CF-0C493E4DB55E}" srcId="{8EA7219F-BDB2-48EB-9EEB-3133522D132E}" destId="{486CE084-C32C-4939-B03C-288FB9EFCD9F}" srcOrd="2" destOrd="0" parTransId="{B5011683-9257-4C35-A951-9C8A07975FD2}" sibTransId="{AD348FFC-4947-46BD-873B-71307A2369D8}"/>
    <dgm:cxn modelId="{8695F0C2-E5FC-4E2A-A330-5DFEF06E7777}" type="presOf" srcId="{486CE084-C32C-4939-B03C-288FB9EFCD9F}" destId="{7F21B368-B13C-4958-B581-31E27EB4BC0B}" srcOrd="1" destOrd="0" presId="urn:microsoft.com/office/officeart/2005/8/layout/matrix1"/>
    <dgm:cxn modelId="{BAB2FCC2-A977-4E7B-8AFB-9F2F4272C363}" type="presOf" srcId="{6B689BE2-FDCF-468E-8B77-2B575334B189}" destId="{74889996-1B4B-4333-AE7C-26A9FE6E5790}" srcOrd="1" destOrd="3" presId="urn:microsoft.com/office/officeart/2005/8/layout/matrix1"/>
    <dgm:cxn modelId="{3B6C03CC-D434-4312-8ECA-9D54994089AD}" srcId="{2CFC764E-E417-4FA7-92FC-889DCCBAC0AF}" destId="{94197F4E-30DA-4563-9458-D4727F333B75}" srcOrd="2" destOrd="0" parTransId="{C7D29C0E-6CF5-423E-94B1-5109DB9BC616}" sibTransId="{CF8BBD55-5188-4048-95E2-72EF0711751D}"/>
    <dgm:cxn modelId="{DC9FACCC-D1EE-41D2-9591-4E9E3C4E3A9C}" type="presOf" srcId="{2CFC764E-E417-4FA7-92FC-889DCCBAC0AF}" destId="{2266A47D-713F-4974-9E38-16F177765607}" srcOrd="0" destOrd="0" presId="urn:microsoft.com/office/officeart/2005/8/layout/matrix1"/>
    <dgm:cxn modelId="{7EF242D3-1566-4DC9-8591-C2424AD954CC}" srcId="{5733A9CD-F089-4AA2-9B47-06D37522AF64}" destId="{6B689BE2-FDCF-468E-8B77-2B575334B189}" srcOrd="2" destOrd="0" parTransId="{07349945-7F22-42D6-A818-4649C78509D0}" sibTransId="{5B7E2BAE-2AE2-4E2D-90D0-3B16B3D4CDEA}"/>
    <dgm:cxn modelId="{0F7D32D4-1B26-4F4A-A028-73A74ADFFF8A}" srcId="{2CFC764E-E417-4FA7-92FC-889DCCBAC0AF}" destId="{2159B2F4-9587-4C35-99AB-02467AFB07D3}" srcOrd="0" destOrd="0" parTransId="{136031A4-77F4-47FC-B9A7-BF2791ADA160}" sibTransId="{57B33440-266A-4B63-9DA4-02DE4808020B}"/>
    <dgm:cxn modelId="{7F0751D7-7726-405D-A471-7ABCB3C43A54}" type="presOf" srcId="{4C23D2D7-E3C3-439D-9FFB-9861B70E3E5E}" destId="{F40C730F-3044-4CBC-843A-35DC5F7F2C14}" srcOrd="0" destOrd="3" presId="urn:microsoft.com/office/officeart/2005/8/layout/matrix1"/>
    <dgm:cxn modelId="{A7A884D7-8B84-4B26-8F7B-761B70FD2498}" type="presOf" srcId="{4E16DE3B-C4F5-4A42-9CF7-9C6E3F12C5EA}" destId="{9B112B79-5841-4003-B4F9-E48B9A01FE84}" srcOrd="0" destOrd="1" presId="urn:microsoft.com/office/officeart/2005/8/layout/matrix1"/>
    <dgm:cxn modelId="{484C60E4-6C5D-45D4-8BF5-2830AD2C5812}" type="presOf" srcId="{0AD63CC4-E5B2-4CAD-AFD0-1DF649307225}" destId="{DA2EE9CF-654E-4669-ACD6-0584FC12CECC}" srcOrd="1" destOrd="1" presId="urn:microsoft.com/office/officeart/2005/8/layout/matrix1"/>
    <dgm:cxn modelId="{3C3817E5-1EAE-4EC4-AF3C-090994098414}" srcId="{DDE0D928-D49D-4A27-8E92-3130B9320568}" destId="{0AD63CC4-E5B2-4CAD-AFD0-1DF649307225}" srcOrd="0" destOrd="0" parTransId="{B1663898-BE36-413B-9077-1C50EA9E0695}" sibTransId="{BE0E3EC5-DFB8-4983-BE02-AE7D2453252A}"/>
    <dgm:cxn modelId="{36500FE8-6900-4713-A4A7-E8C6F8800556}" type="presOf" srcId="{6B689BE2-FDCF-468E-8B77-2B575334B189}" destId="{9B112B79-5841-4003-B4F9-E48B9A01FE84}" srcOrd="0" destOrd="3" presId="urn:microsoft.com/office/officeart/2005/8/layout/matrix1"/>
    <dgm:cxn modelId="{84B8A6ED-FECC-4072-8FB0-E6743BF14E4E}" type="presOf" srcId="{94197F4E-30DA-4563-9458-D4727F333B75}" destId="{6D36CEAB-C992-4019-9716-92D3DF88950F}" srcOrd="1" destOrd="3" presId="urn:microsoft.com/office/officeart/2005/8/layout/matrix1"/>
    <dgm:cxn modelId="{58AD7EEF-D408-406B-87EE-4691D4C30668}" srcId="{B9C32B05-62EA-407A-B21C-2310C7945705}" destId="{8EA7219F-BDB2-48EB-9EEB-3133522D132E}" srcOrd="0" destOrd="0" parTransId="{3EE8403A-CB7C-4815-85BD-AEBCAEB71B37}" sibTransId="{C94B7947-85DC-4B21-BB99-DF8438356F98}"/>
    <dgm:cxn modelId="{E10DECF1-FD83-444B-A597-1B73345D67E8}" type="presOf" srcId="{95CF85E9-144B-42B9-9FC2-9891F75CE7B2}" destId="{9B112B79-5841-4003-B4F9-E48B9A01FE84}" srcOrd="0" destOrd="2" presId="urn:microsoft.com/office/officeart/2005/8/layout/matrix1"/>
    <dgm:cxn modelId="{2FE856F5-5460-4566-A7F3-B67D61E7C38B}" type="presOf" srcId="{94197F4E-30DA-4563-9458-D4727F333B75}" destId="{2266A47D-713F-4974-9E38-16F177765607}" srcOrd="0" destOrd="3" presId="urn:microsoft.com/office/officeart/2005/8/layout/matrix1"/>
    <dgm:cxn modelId="{873772FA-91A4-4BB0-8209-B921A70A9CB1}" srcId="{486CE084-C32C-4939-B03C-288FB9EFCD9F}" destId="{03979AB3-3864-4D08-922C-BC01BE58DBA6}" srcOrd="1" destOrd="0" parTransId="{42EA90C7-33C9-430D-ACBD-A0607F484853}" sibTransId="{DD2AE5CF-FC94-4C48-9452-9FA15DBEB1DC}"/>
    <dgm:cxn modelId="{BAAA4EFB-1BFA-4304-8D27-81E0D6967D38}" type="presOf" srcId="{DDF83123-620E-4995-9476-0FEAC17DF2CC}" destId="{9C6F551E-0DE2-4C3A-9B66-184A322A6DA1}" srcOrd="0" destOrd="3" presId="urn:microsoft.com/office/officeart/2005/8/layout/matrix1"/>
    <dgm:cxn modelId="{AC7CA3FC-705A-4422-8C0B-8DFA224C6AFA}" type="presOf" srcId="{2159B2F4-9587-4C35-99AB-02467AFB07D3}" destId="{2266A47D-713F-4974-9E38-16F177765607}" srcOrd="0" destOrd="1" presId="urn:microsoft.com/office/officeart/2005/8/layout/matrix1"/>
    <dgm:cxn modelId="{622638FD-2118-4BAE-9E90-4E9821A2D593}" type="presOf" srcId="{508D7C43-B546-4774-B341-036353BD7125}" destId="{6D36CEAB-C992-4019-9716-92D3DF88950F}" srcOrd="1" destOrd="2" presId="urn:microsoft.com/office/officeart/2005/8/layout/matrix1"/>
    <dgm:cxn modelId="{2D8055FD-76EC-43E3-AD5C-50EC21CD7EC4}" type="presOf" srcId="{DDF83123-620E-4995-9476-0FEAC17DF2CC}" destId="{7F21B368-B13C-4958-B581-31E27EB4BC0B}" srcOrd="1" destOrd="3" presId="urn:microsoft.com/office/officeart/2005/8/layout/matrix1"/>
    <dgm:cxn modelId="{25196D9C-4552-4667-ACDF-8333FCCC17FB}" type="presParOf" srcId="{E4DFF04F-E503-4986-845E-F1CEAAD07ACF}" destId="{0E2DECCD-617A-4241-9F60-AEDF0E388945}" srcOrd="0" destOrd="0" presId="urn:microsoft.com/office/officeart/2005/8/layout/matrix1"/>
    <dgm:cxn modelId="{E736E2A5-4EE6-4BB5-AD31-CC238ED9FF56}" type="presParOf" srcId="{0E2DECCD-617A-4241-9F60-AEDF0E388945}" destId="{F40C730F-3044-4CBC-843A-35DC5F7F2C14}" srcOrd="0" destOrd="0" presId="urn:microsoft.com/office/officeart/2005/8/layout/matrix1"/>
    <dgm:cxn modelId="{00B4492D-3A64-48C5-AF85-7E86F4FA7060}" type="presParOf" srcId="{0E2DECCD-617A-4241-9F60-AEDF0E388945}" destId="{DA2EE9CF-654E-4669-ACD6-0584FC12CECC}" srcOrd="1" destOrd="0" presId="urn:microsoft.com/office/officeart/2005/8/layout/matrix1"/>
    <dgm:cxn modelId="{B9D4614F-3945-4C01-AE6B-2C462DFD6D4A}" type="presParOf" srcId="{0E2DECCD-617A-4241-9F60-AEDF0E388945}" destId="{2266A47D-713F-4974-9E38-16F177765607}" srcOrd="2" destOrd="0" presId="urn:microsoft.com/office/officeart/2005/8/layout/matrix1"/>
    <dgm:cxn modelId="{E6638118-5941-403D-BBD8-7FDD2080296C}" type="presParOf" srcId="{0E2DECCD-617A-4241-9F60-AEDF0E388945}" destId="{6D36CEAB-C992-4019-9716-92D3DF88950F}" srcOrd="3" destOrd="0" presId="urn:microsoft.com/office/officeart/2005/8/layout/matrix1"/>
    <dgm:cxn modelId="{300B1303-EC83-47CB-9CB5-93683A480A60}" type="presParOf" srcId="{0E2DECCD-617A-4241-9F60-AEDF0E388945}" destId="{9C6F551E-0DE2-4C3A-9B66-184A322A6DA1}" srcOrd="4" destOrd="0" presId="urn:microsoft.com/office/officeart/2005/8/layout/matrix1"/>
    <dgm:cxn modelId="{9DDDFCC9-9CF0-41BA-B22C-BA9D96C3F004}" type="presParOf" srcId="{0E2DECCD-617A-4241-9F60-AEDF0E388945}" destId="{7F21B368-B13C-4958-B581-31E27EB4BC0B}" srcOrd="5" destOrd="0" presId="urn:microsoft.com/office/officeart/2005/8/layout/matrix1"/>
    <dgm:cxn modelId="{837895A9-B2F8-4026-9BD1-E1D3DB8AE079}" type="presParOf" srcId="{0E2DECCD-617A-4241-9F60-AEDF0E388945}" destId="{9B112B79-5841-4003-B4F9-E48B9A01FE84}" srcOrd="6" destOrd="0" presId="urn:microsoft.com/office/officeart/2005/8/layout/matrix1"/>
    <dgm:cxn modelId="{68DD41CF-98B1-4847-9772-DC1C20DE80A4}" type="presParOf" srcId="{0E2DECCD-617A-4241-9F60-AEDF0E388945}" destId="{74889996-1B4B-4333-AE7C-26A9FE6E5790}" srcOrd="7" destOrd="0" presId="urn:microsoft.com/office/officeart/2005/8/layout/matrix1"/>
    <dgm:cxn modelId="{B7E0CEEC-1510-4969-B3A8-C32ADA52D23A}" type="presParOf" srcId="{E4DFF04F-E503-4986-845E-F1CEAAD07ACF}" destId="{6C173E2C-E999-4F86-8045-878478A12CC3}" srcOrd="1" destOrd="0" presId="urn:microsoft.com/office/officeart/2005/8/layout/matrix1"/>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30.xml><?xml version="1.0" encoding="utf-8"?>
<dgm:dataModel xmlns:dgm="http://schemas.openxmlformats.org/drawingml/2006/diagram" xmlns:a="http://schemas.openxmlformats.org/drawingml/2006/main">
  <dgm:ptLst>
    <dgm:pt modelId="{B9C32B05-62EA-407A-B21C-2310C7945705}" type="doc">
      <dgm:prSet loTypeId="urn:microsoft.com/office/officeart/2005/8/layout/matrix2" loCatId="matrix" qsTypeId="urn:microsoft.com/office/officeart/2005/8/quickstyle/simple4" qsCatId="simple" csTypeId="urn:microsoft.com/office/officeart/2005/8/colors/colorful1" csCatId="colorful" phldr="1"/>
      <dgm:spPr/>
      <dgm:t>
        <a:bodyPr/>
        <a:lstStyle/>
        <a:p>
          <a:endParaRPr lang="en-US"/>
        </a:p>
      </dgm:t>
    </dgm:pt>
    <dgm:pt modelId="{8EA7219F-BDB2-48EB-9EEB-3133522D132E}">
      <dgm:prSet phldrT="[Text]"/>
      <dgm:spPr/>
      <dgm:t>
        <a:bodyPr/>
        <a:lstStyle/>
        <a:p>
          <a:r>
            <a:rPr lang="en-US" dirty="0"/>
            <a:t>Lorem Ipsum</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DDE0D928-D49D-4A27-8E92-3130B9320568}">
      <dgm:prSet phldrT="[Text]"/>
      <dgm:spPr/>
      <dgm:t>
        <a:bodyPr/>
        <a:lstStyle/>
        <a:p>
          <a:r>
            <a:rPr lang="en-US" dirty="0"/>
            <a:t>Some text here</a:t>
          </a:r>
        </a:p>
      </dgm:t>
    </dgm:pt>
    <dgm:pt modelId="{BD8A01E6-DCFB-4634-AA12-EAF5B15F9CCB}" type="parTrans" cxnId="{2709EABC-E6A1-4AF4-BB66-635BCC932127}">
      <dgm:prSet/>
      <dgm:spPr/>
      <dgm:t>
        <a:bodyPr/>
        <a:lstStyle/>
        <a:p>
          <a:endParaRPr lang="en-US"/>
        </a:p>
      </dgm:t>
    </dgm:pt>
    <dgm:pt modelId="{4311EAF2-34EE-4C77-BBCA-D60A3715C931}" type="sibTrans" cxnId="{2709EABC-E6A1-4AF4-BB66-635BCC932127}">
      <dgm:prSet/>
      <dgm:spPr/>
      <dgm:t>
        <a:bodyPr/>
        <a:lstStyle/>
        <a:p>
          <a:endParaRPr lang="en-US"/>
        </a:p>
      </dgm:t>
    </dgm:pt>
    <dgm:pt modelId="{B541EF06-6AA3-4CD0-BE10-9D0721126465}">
      <dgm:prSet phldrT="[Text]"/>
      <dgm:spPr/>
      <dgm:t>
        <a:bodyPr/>
        <a:lstStyle/>
        <a:p>
          <a:r>
            <a:rPr lang="en-US" dirty="0"/>
            <a:t>Some text here</a:t>
          </a:r>
        </a:p>
      </dgm:t>
    </dgm:pt>
    <dgm:pt modelId="{D3B9F6DE-F355-4438-B611-99DABECA3CA7}" type="parTrans" cxnId="{DB22639E-D3D1-4F31-9B13-E8C39C3DCCCA}">
      <dgm:prSet/>
      <dgm:spPr/>
      <dgm:t>
        <a:bodyPr/>
        <a:lstStyle/>
        <a:p>
          <a:endParaRPr lang="en-US"/>
        </a:p>
      </dgm:t>
    </dgm:pt>
    <dgm:pt modelId="{12DEBDC3-2F5F-4250-A604-E7BE4C84BAFB}" type="sibTrans" cxnId="{DB22639E-D3D1-4F31-9B13-E8C39C3DCCCA}">
      <dgm:prSet/>
      <dgm:spPr/>
      <dgm:t>
        <a:bodyPr/>
        <a:lstStyle/>
        <a:p>
          <a:endParaRPr lang="en-US"/>
        </a:p>
      </dgm:t>
    </dgm:pt>
    <dgm:pt modelId="{F31073FB-4DE8-464D-9820-AF4A4FCE948E}">
      <dgm:prSet phldrT="[Text]"/>
      <dgm:spPr/>
      <dgm:t>
        <a:bodyPr/>
        <a:lstStyle/>
        <a:p>
          <a:r>
            <a:rPr lang="en-US" dirty="0"/>
            <a:t>Some text here</a:t>
          </a:r>
        </a:p>
      </dgm:t>
    </dgm:pt>
    <dgm:pt modelId="{2466C803-23FE-4986-B400-AE9AC9B0E46B}" type="parTrans" cxnId="{D5C184B1-1C37-4901-BCB8-582F9B7E7986}">
      <dgm:prSet/>
      <dgm:spPr/>
      <dgm:t>
        <a:bodyPr/>
        <a:lstStyle/>
        <a:p>
          <a:endParaRPr lang="en-US"/>
        </a:p>
      </dgm:t>
    </dgm:pt>
    <dgm:pt modelId="{F9FE457D-D34B-470C-A01A-52558BE72AF2}" type="sibTrans" cxnId="{D5C184B1-1C37-4901-BCB8-582F9B7E7986}">
      <dgm:prSet/>
      <dgm:spPr/>
      <dgm:t>
        <a:bodyPr/>
        <a:lstStyle/>
        <a:p>
          <a:endParaRPr lang="en-US"/>
        </a:p>
      </dgm:t>
    </dgm:pt>
    <dgm:pt modelId="{F3FA86F7-575E-4FDD-B637-1D7276F725A4}">
      <dgm:prSet phldrT="[Text]"/>
      <dgm:spPr/>
      <dgm:t>
        <a:bodyPr/>
        <a:lstStyle/>
        <a:p>
          <a:r>
            <a:rPr lang="en-US"/>
            <a:t>Lorem Ipsum</a:t>
          </a:r>
          <a:endParaRPr lang="en-US" dirty="0"/>
        </a:p>
      </dgm:t>
    </dgm:pt>
    <dgm:pt modelId="{192CD16B-FA85-49AB-96EA-80094BA41ED5}" type="parTrans" cxnId="{B38DB338-3B1E-4324-A45E-8025E9D81450}">
      <dgm:prSet/>
      <dgm:spPr/>
      <dgm:t>
        <a:bodyPr/>
        <a:lstStyle/>
        <a:p>
          <a:endParaRPr lang="en-US"/>
        </a:p>
      </dgm:t>
    </dgm:pt>
    <dgm:pt modelId="{BEF45895-E33A-456A-85CE-5D5DFC2CF2C9}" type="sibTrans" cxnId="{B38DB338-3B1E-4324-A45E-8025E9D81450}">
      <dgm:prSet/>
      <dgm:spPr/>
      <dgm:t>
        <a:bodyPr/>
        <a:lstStyle/>
        <a:p>
          <a:endParaRPr lang="en-US"/>
        </a:p>
      </dgm:t>
    </dgm:pt>
    <dgm:pt modelId="{8BA28110-3C4D-4B65-A456-1880B9B8C044}">
      <dgm:prSet phldrT="[Text]"/>
      <dgm:spPr/>
      <dgm:t>
        <a:bodyPr/>
        <a:lstStyle/>
        <a:p>
          <a:r>
            <a:rPr lang="en-US" dirty="0"/>
            <a:t>Some text here</a:t>
          </a:r>
        </a:p>
      </dgm:t>
    </dgm:pt>
    <dgm:pt modelId="{92633400-0D09-4796-9848-67220ABE14A1}" type="parTrans" cxnId="{1D896142-E250-41E4-8577-114DB897E5B3}">
      <dgm:prSet/>
      <dgm:spPr/>
      <dgm:t>
        <a:bodyPr/>
        <a:lstStyle/>
        <a:p>
          <a:endParaRPr lang="en-US"/>
        </a:p>
      </dgm:t>
    </dgm:pt>
    <dgm:pt modelId="{AADC4A7F-BF6D-4764-B281-1669C0CA9F6D}" type="sibTrans" cxnId="{1D896142-E250-41E4-8577-114DB897E5B3}">
      <dgm:prSet/>
      <dgm:spPr/>
      <dgm:t>
        <a:bodyPr/>
        <a:lstStyle/>
        <a:p>
          <a:endParaRPr lang="en-US"/>
        </a:p>
      </dgm:t>
    </dgm:pt>
    <dgm:pt modelId="{4BB72ECC-9A10-4422-873F-F9D2190BC89D}">
      <dgm:prSet phldrT="[Text]"/>
      <dgm:spPr/>
      <dgm:t>
        <a:bodyPr/>
        <a:lstStyle/>
        <a:p>
          <a:r>
            <a:rPr lang="en-US" dirty="0"/>
            <a:t>Some text here</a:t>
          </a:r>
        </a:p>
      </dgm:t>
    </dgm:pt>
    <dgm:pt modelId="{4EA7BD02-E357-415A-AEC5-B9804F405522}" type="parTrans" cxnId="{FE6E4ECC-0578-4941-A413-24B2649ADBD2}">
      <dgm:prSet/>
      <dgm:spPr/>
      <dgm:t>
        <a:bodyPr/>
        <a:lstStyle/>
        <a:p>
          <a:endParaRPr lang="en-US"/>
        </a:p>
      </dgm:t>
    </dgm:pt>
    <dgm:pt modelId="{BE158219-2DEC-4CC5-92AC-DC280F738D1B}" type="sibTrans" cxnId="{FE6E4ECC-0578-4941-A413-24B2649ADBD2}">
      <dgm:prSet/>
      <dgm:spPr/>
      <dgm:t>
        <a:bodyPr/>
        <a:lstStyle/>
        <a:p>
          <a:endParaRPr lang="en-US"/>
        </a:p>
      </dgm:t>
    </dgm:pt>
    <dgm:pt modelId="{8F5F7A12-F3C5-450F-873B-BA0A586AD6D2}">
      <dgm:prSet phldrT="[Text]"/>
      <dgm:spPr/>
      <dgm:t>
        <a:bodyPr/>
        <a:lstStyle/>
        <a:p>
          <a:r>
            <a:rPr lang="en-US" dirty="0"/>
            <a:t>Some text here</a:t>
          </a:r>
        </a:p>
      </dgm:t>
    </dgm:pt>
    <dgm:pt modelId="{827354CD-87F6-4B67-BCDA-B80B618796FF}" type="parTrans" cxnId="{4C62A048-69B6-411A-9836-A7D7DB9461E3}">
      <dgm:prSet/>
      <dgm:spPr/>
      <dgm:t>
        <a:bodyPr/>
        <a:lstStyle/>
        <a:p>
          <a:endParaRPr lang="en-US"/>
        </a:p>
      </dgm:t>
    </dgm:pt>
    <dgm:pt modelId="{93D68E33-C66F-45D0-AC53-74CEE70C5804}" type="sibTrans" cxnId="{4C62A048-69B6-411A-9836-A7D7DB9461E3}">
      <dgm:prSet/>
      <dgm:spPr/>
      <dgm:t>
        <a:bodyPr/>
        <a:lstStyle/>
        <a:p>
          <a:endParaRPr lang="en-US"/>
        </a:p>
      </dgm:t>
    </dgm:pt>
    <dgm:pt modelId="{8D3744A8-1883-4930-8E0D-B57E26D003C6}">
      <dgm:prSet phldrT="[Text]"/>
      <dgm:spPr/>
      <dgm:t>
        <a:bodyPr/>
        <a:lstStyle/>
        <a:p>
          <a:r>
            <a:rPr lang="en-US"/>
            <a:t>Lorem Ipsum</a:t>
          </a:r>
          <a:endParaRPr lang="en-US" dirty="0"/>
        </a:p>
      </dgm:t>
    </dgm:pt>
    <dgm:pt modelId="{AC9EAF57-EBF1-4FB7-8ED0-6ECFF59ADE74}" type="parTrans" cxnId="{C8FCCD3C-805E-4A27-964D-25DE1206ADCA}">
      <dgm:prSet/>
      <dgm:spPr/>
      <dgm:t>
        <a:bodyPr/>
        <a:lstStyle/>
        <a:p>
          <a:endParaRPr lang="en-US"/>
        </a:p>
      </dgm:t>
    </dgm:pt>
    <dgm:pt modelId="{D40CF7D9-D0C3-4084-8D2D-359654C28D0F}" type="sibTrans" cxnId="{C8FCCD3C-805E-4A27-964D-25DE1206ADCA}">
      <dgm:prSet/>
      <dgm:spPr/>
      <dgm:t>
        <a:bodyPr/>
        <a:lstStyle/>
        <a:p>
          <a:endParaRPr lang="en-US"/>
        </a:p>
      </dgm:t>
    </dgm:pt>
    <dgm:pt modelId="{D8973F44-FCAF-442F-8783-A2866965AAB6}">
      <dgm:prSet phldrT="[Text]"/>
      <dgm:spPr/>
      <dgm:t>
        <a:bodyPr/>
        <a:lstStyle/>
        <a:p>
          <a:r>
            <a:rPr lang="en-US" dirty="0"/>
            <a:t>Some text here</a:t>
          </a:r>
        </a:p>
      </dgm:t>
    </dgm:pt>
    <dgm:pt modelId="{9EAF4DA5-D298-43E0-A006-BCCDFAE7E227}" type="parTrans" cxnId="{415456D2-5524-4ED8-BB57-0C45DD400A8A}">
      <dgm:prSet/>
      <dgm:spPr/>
      <dgm:t>
        <a:bodyPr/>
        <a:lstStyle/>
        <a:p>
          <a:endParaRPr lang="en-US"/>
        </a:p>
      </dgm:t>
    </dgm:pt>
    <dgm:pt modelId="{CB1C23B7-F69D-48F6-BA22-0FD16D3A82BE}" type="sibTrans" cxnId="{415456D2-5524-4ED8-BB57-0C45DD400A8A}">
      <dgm:prSet/>
      <dgm:spPr/>
      <dgm:t>
        <a:bodyPr/>
        <a:lstStyle/>
        <a:p>
          <a:endParaRPr lang="en-US"/>
        </a:p>
      </dgm:t>
    </dgm:pt>
    <dgm:pt modelId="{15827902-481B-4BC7-9742-1424127F80C7}">
      <dgm:prSet phldrT="[Text]"/>
      <dgm:spPr/>
      <dgm:t>
        <a:bodyPr/>
        <a:lstStyle/>
        <a:p>
          <a:r>
            <a:rPr lang="en-US" dirty="0"/>
            <a:t>Some text here</a:t>
          </a:r>
        </a:p>
      </dgm:t>
    </dgm:pt>
    <dgm:pt modelId="{218CE1A8-CAC8-40C9-AB4A-0EC10272E613}" type="parTrans" cxnId="{B54F029F-6D1A-4B09-BE05-DCCE6E369E78}">
      <dgm:prSet/>
      <dgm:spPr/>
      <dgm:t>
        <a:bodyPr/>
        <a:lstStyle/>
        <a:p>
          <a:endParaRPr lang="en-US"/>
        </a:p>
      </dgm:t>
    </dgm:pt>
    <dgm:pt modelId="{2064A3C4-F1F9-41C6-8921-0C5E729B95C7}" type="sibTrans" cxnId="{B54F029F-6D1A-4B09-BE05-DCCE6E369E78}">
      <dgm:prSet/>
      <dgm:spPr/>
      <dgm:t>
        <a:bodyPr/>
        <a:lstStyle/>
        <a:p>
          <a:endParaRPr lang="en-US"/>
        </a:p>
      </dgm:t>
    </dgm:pt>
    <dgm:pt modelId="{C75C0193-7917-453C-A980-7A8298437657}">
      <dgm:prSet phldrT="[Text]"/>
      <dgm:spPr/>
      <dgm:t>
        <a:bodyPr/>
        <a:lstStyle/>
        <a:p>
          <a:r>
            <a:rPr lang="en-US" dirty="0"/>
            <a:t>Some text here</a:t>
          </a:r>
        </a:p>
      </dgm:t>
    </dgm:pt>
    <dgm:pt modelId="{038C8C10-BB59-4124-99E8-F8D05DDECC53}" type="parTrans" cxnId="{196E93E5-2489-4910-89A7-29DD6C91275B}">
      <dgm:prSet/>
      <dgm:spPr/>
      <dgm:t>
        <a:bodyPr/>
        <a:lstStyle/>
        <a:p>
          <a:endParaRPr lang="en-US"/>
        </a:p>
      </dgm:t>
    </dgm:pt>
    <dgm:pt modelId="{DF7405E6-F1E4-47A6-9C7F-01999F9F25F0}" type="sibTrans" cxnId="{196E93E5-2489-4910-89A7-29DD6C91275B}">
      <dgm:prSet/>
      <dgm:spPr/>
      <dgm:t>
        <a:bodyPr/>
        <a:lstStyle/>
        <a:p>
          <a:endParaRPr lang="en-US"/>
        </a:p>
      </dgm:t>
    </dgm:pt>
    <dgm:pt modelId="{BB36F745-62BA-4892-99D7-E4239B0F3843}">
      <dgm:prSet phldrT="[Text]"/>
      <dgm:spPr/>
      <dgm:t>
        <a:bodyPr/>
        <a:lstStyle/>
        <a:p>
          <a:r>
            <a:rPr lang="en-US"/>
            <a:t>Lorem Ipsum</a:t>
          </a:r>
          <a:endParaRPr lang="en-US" dirty="0"/>
        </a:p>
      </dgm:t>
    </dgm:pt>
    <dgm:pt modelId="{CE269D49-A2E4-44F1-A948-9BE1FE5D6140}" type="parTrans" cxnId="{C96A1F07-338B-48CD-B344-80BE34A6C9DF}">
      <dgm:prSet/>
      <dgm:spPr/>
      <dgm:t>
        <a:bodyPr/>
        <a:lstStyle/>
        <a:p>
          <a:endParaRPr lang="en-US"/>
        </a:p>
      </dgm:t>
    </dgm:pt>
    <dgm:pt modelId="{5CE5B550-A310-4948-9BA1-267AF81C5FA4}" type="sibTrans" cxnId="{C96A1F07-338B-48CD-B344-80BE34A6C9DF}">
      <dgm:prSet/>
      <dgm:spPr/>
      <dgm:t>
        <a:bodyPr/>
        <a:lstStyle/>
        <a:p>
          <a:endParaRPr lang="en-US"/>
        </a:p>
      </dgm:t>
    </dgm:pt>
    <dgm:pt modelId="{B0A5C91A-6241-4BED-82F0-B735EBACD6B9}">
      <dgm:prSet phldrT="[Text]"/>
      <dgm:spPr/>
      <dgm:t>
        <a:bodyPr/>
        <a:lstStyle/>
        <a:p>
          <a:r>
            <a:rPr lang="en-US" dirty="0"/>
            <a:t>Some text here</a:t>
          </a:r>
        </a:p>
      </dgm:t>
    </dgm:pt>
    <dgm:pt modelId="{11A957F9-0D29-4041-BB96-258FC96AFB4D}" type="parTrans" cxnId="{E39A793C-A4E9-4DE4-882C-FEA2BEB8896B}">
      <dgm:prSet/>
      <dgm:spPr/>
      <dgm:t>
        <a:bodyPr/>
        <a:lstStyle/>
        <a:p>
          <a:endParaRPr lang="en-US"/>
        </a:p>
      </dgm:t>
    </dgm:pt>
    <dgm:pt modelId="{80537C20-BA35-41C8-987F-0C39B9782FD4}" type="sibTrans" cxnId="{E39A793C-A4E9-4DE4-882C-FEA2BEB8896B}">
      <dgm:prSet/>
      <dgm:spPr/>
      <dgm:t>
        <a:bodyPr/>
        <a:lstStyle/>
        <a:p>
          <a:endParaRPr lang="en-US"/>
        </a:p>
      </dgm:t>
    </dgm:pt>
    <dgm:pt modelId="{84392BDD-B9A6-4322-BDAF-479CDA7E2872}">
      <dgm:prSet phldrT="[Text]"/>
      <dgm:spPr/>
      <dgm:t>
        <a:bodyPr/>
        <a:lstStyle/>
        <a:p>
          <a:r>
            <a:rPr lang="en-US" dirty="0"/>
            <a:t>Some text here</a:t>
          </a:r>
        </a:p>
      </dgm:t>
    </dgm:pt>
    <dgm:pt modelId="{A2A9E81C-34C6-43FB-A3D8-DC62DB0EE13E}" type="parTrans" cxnId="{50942319-E7A4-4A2C-91C6-CA4C21A1044C}">
      <dgm:prSet/>
      <dgm:spPr/>
      <dgm:t>
        <a:bodyPr/>
        <a:lstStyle/>
        <a:p>
          <a:endParaRPr lang="en-US"/>
        </a:p>
      </dgm:t>
    </dgm:pt>
    <dgm:pt modelId="{85BB70D0-AB27-4990-BD8D-D4B81FFE3328}" type="sibTrans" cxnId="{50942319-E7A4-4A2C-91C6-CA4C21A1044C}">
      <dgm:prSet/>
      <dgm:spPr/>
      <dgm:t>
        <a:bodyPr/>
        <a:lstStyle/>
        <a:p>
          <a:endParaRPr lang="en-US"/>
        </a:p>
      </dgm:t>
    </dgm:pt>
    <dgm:pt modelId="{3D66B052-6203-4E3F-80B6-7ECC2EDA49A4}">
      <dgm:prSet phldrT="[Text]"/>
      <dgm:spPr/>
      <dgm:t>
        <a:bodyPr/>
        <a:lstStyle/>
        <a:p>
          <a:r>
            <a:rPr lang="en-US" dirty="0"/>
            <a:t>Some text here</a:t>
          </a:r>
        </a:p>
      </dgm:t>
    </dgm:pt>
    <dgm:pt modelId="{EFB28557-D8D6-4DDE-A896-5F13EB5BA849}" type="parTrans" cxnId="{FF6784C2-A2C9-4778-94B1-50E85D4629F0}">
      <dgm:prSet/>
      <dgm:spPr/>
      <dgm:t>
        <a:bodyPr/>
        <a:lstStyle/>
        <a:p>
          <a:endParaRPr lang="en-US"/>
        </a:p>
      </dgm:t>
    </dgm:pt>
    <dgm:pt modelId="{D9C60591-0FD9-4663-8376-7F3BD831B3D7}" type="sibTrans" cxnId="{FF6784C2-A2C9-4778-94B1-50E85D4629F0}">
      <dgm:prSet/>
      <dgm:spPr/>
      <dgm:t>
        <a:bodyPr/>
        <a:lstStyle/>
        <a:p>
          <a:endParaRPr lang="en-US"/>
        </a:p>
      </dgm:t>
    </dgm:pt>
    <dgm:pt modelId="{2FE587CB-1A07-48DA-B457-1C1925854C9F}" type="pres">
      <dgm:prSet presAssocID="{B9C32B05-62EA-407A-B21C-2310C7945705}" presName="matrix" presStyleCnt="0">
        <dgm:presLayoutVars>
          <dgm:chMax val="1"/>
          <dgm:dir/>
          <dgm:resizeHandles val="exact"/>
        </dgm:presLayoutVars>
      </dgm:prSet>
      <dgm:spPr/>
    </dgm:pt>
    <dgm:pt modelId="{42116772-8B6A-4710-8894-8C126C35614B}" type="pres">
      <dgm:prSet presAssocID="{B9C32B05-62EA-407A-B21C-2310C7945705}" presName="axisShape" presStyleLbl="bgShp" presStyleIdx="0" presStyleCnt="1"/>
      <dgm:spPr/>
    </dgm:pt>
    <dgm:pt modelId="{55FE5B3C-269C-4D45-9AE9-52439CDD656D}" type="pres">
      <dgm:prSet presAssocID="{B9C32B05-62EA-407A-B21C-2310C7945705}" presName="rect1" presStyleLbl="node1" presStyleIdx="0" presStyleCnt="4">
        <dgm:presLayoutVars>
          <dgm:chMax val="0"/>
          <dgm:chPref val="0"/>
          <dgm:bulletEnabled val="1"/>
        </dgm:presLayoutVars>
      </dgm:prSet>
      <dgm:spPr/>
    </dgm:pt>
    <dgm:pt modelId="{5D90E142-6CCF-4A18-B10A-878398535303}" type="pres">
      <dgm:prSet presAssocID="{B9C32B05-62EA-407A-B21C-2310C7945705}" presName="rect2" presStyleLbl="node1" presStyleIdx="1" presStyleCnt="4">
        <dgm:presLayoutVars>
          <dgm:chMax val="0"/>
          <dgm:chPref val="0"/>
          <dgm:bulletEnabled val="1"/>
        </dgm:presLayoutVars>
      </dgm:prSet>
      <dgm:spPr/>
    </dgm:pt>
    <dgm:pt modelId="{26F33FBD-77CD-4638-9ACF-D72F5E235B86}" type="pres">
      <dgm:prSet presAssocID="{B9C32B05-62EA-407A-B21C-2310C7945705}" presName="rect3" presStyleLbl="node1" presStyleIdx="2" presStyleCnt="4">
        <dgm:presLayoutVars>
          <dgm:chMax val="0"/>
          <dgm:chPref val="0"/>
          <dgm:bulletEnabled val="1"/>
        </dgm:presLayoutVars>
      </dgm:prSet>
      <dgm:spPr/>
    </dgm:pt>
    <dgm:pt modelId="{91294609-0DE1-4497-B265-7F25E8237DEF}" type="pres">
      <dgm:prSet presAssocID="{B9C32B05-62EA-407A-B21C-2310C7945705}" presName="rect4" presStyleLbl="node1" presStyleIdx="3" presStyleCnt="4">
        <dgm:presLayoutVars>
          <dgm:chMax val="0"/>
          <dgm:chPref val="0"/>
          <dgm:bulletEnabled val="1"/>
        </dgm:presLayoutVars>
      </dgm:prSet>
      <dgm:spPr/>
    </dgm:pt>
  </dgm:ptLst>
  <dgm:cxnLst>
    <dgm:cxn modelId="{C96A1F07-338B-48CD-B344-80BE34A6C9DF}" srcId="{B9C32B05-62EA-407A-B21C-2310C7945705}" destId="{BB36F745-62BA-4892-99D7-E4239B0F3843}" srcOrd="3" destOrd="0" parTransId="{CE269D49-A2E4-44F1-A948-9BE1FE5D6140}" sibTransId="{5CE5B550-A310-4948-9BA1-267AF81C5FA4}"/>
    <dgm:cxn modelId="{35505017-CD25-4789-8417-3894BD05533E}" type="presOf" srcId="{8F5F7A12-F3C5-450F-873B-BA0A586AD6D2}" destId="{5D90E142-6CCF-4A18-B10A-878398535303}" srcOrd="0" destOrd="3" presId="urn:microsoft.com/office/officeart/2005/8/layout/matrix2"/>
    <dgm:cxn modelId="{50942319-E7A4-4A2C-91C6-CA4C21A1044C}" srcId="{BB36F745-62BA-4892-99D7-E4239B0F3843}" destId="{84392BDD-B9A6-4322-BDAF-479CDA7E2872}" srcOrd="1" destOrd="0" parTransId="{A2A9E81C-34C6-43FB-A3D8-DC62DB0EE13E}" sibTransId="{85BB70D0-AB27-4990-BD8D-D4B81FFE3328}"/>
    <dgm:cxn modelId="{78EAD227-ABBA-4589-87D0-C14CF4E2681D}" type="presOf" srcId="{DDE0D928-D49D-4A27-8E92-3130B9320568}" destId="{55FE5B3C-269C-4D45-9AE9-52439CDD656D}" srcOrd="0" destOrd="1" presId="urn:microsoft.com/office/officeart/2005/8/layout/matrix2"/>
    <dgm:cxn modelId="{08BEDB31-2A96-47E9-AED6-FE727572E7B2}" type="presOf" srcId="{84392BDD-B9A6-4322-BDAF-479CDA7E2872}" destId="{91294609-0DE1-4497-B265-7F25E8237DEF}" srcOrd="0" destOrd="2" presId="urn:microsoft.com/office/officeart/2005/8/layout/matrix2"/>
    <dgm:cxn modelId="{8A70A936-83D5-456D-92AD-B217E8A4442E}" type="presOf" srcId="{BB36F745-62BA-4892-99D7-E4239B0F3843}" destId="{91294609-0DE1-4497-B265-7F25E8237DEF}" srcOrd="0" destOrd="0" presId="urn:microsoft.com/office/officeart/2005/8/layout/matrix2"/>
    <dgm:cxn modelId="{B38DB338-3B1E-4324-A45E-8025E9D81450}" srcId="{B9C32B05-62EA-407A-B21C-2310C7945705}" destId="{F3FA86F7-575E-4FDD-B637-1D7276F725A4}" srcOrd="1" destOrd="0" parTransId="{192CD16B-FA85-49AB-96EA-80094BA41ED5}" sibTransId="{BEF45895-E33A-456A-85CE-5D5DFC2CF2C9}"/>
    <dgm:cxn modelId="{E39A793C-A4E9-4DE4-882C-FEA2BEB8896B}" srcId="{BB36F745-62BA-4892-99D7-E4239B0F3843}" destId="{B0A5C91A-6241-4BED-82F0-B735EBACD6B9}" srcOrd="0" destOrd="0" parTransId="{11A957F9-0D29-4041-BB96-258FC96AFB4D}" sibTransId="{80537C20-BA35-41C8-987F-0C39B9782FD4}"/>
    <dgm:cxn modelId="{C8FCCD3C-805E-4A27-964D-25DE1206ADCA}" srcId="{B9C32B05-62EA-407A-B21C-2310C7945705}" destId="{8D3744A8-1883-4930-8E0D-B57E26D003C6}" srcOrd="2" destOrd="0" parTransId="{AC9EAF57-EBF1-4FB7-8ED0-6ECFF59ADE74}" sibTransId="{D40CF7D9-D0C3-4084-8D2D-359654C28D0F}"/>
    <dgm:cxn modelId="{0AE2C75E-FE36-4D9B-85A4-D3722AADB29D}" type="presOf" srcId="{F3FA86F7-575E-4FDD-B637-1D7276F725A4}" destId="{5D90E142-6CCF-4A18-B10A-878398535303}" srcOrd="0" destOrd="0" presId="urn:microsoft.com/office/officeart/2005/8/layout/matrix2"/>
    <dgm:cxn modelId="{1D896142-E250-41E4-8577-114DB897E5B3}" srcId="{F3FA86F7-575E-4FDD-B637-1D7276F725A4}" destId="{8BA28110-3C4D-4B65-A456-1880B9B8C044}" srcOrd="0" destOrd="0" parTransId="{92633400-0D09-4796-9848-67220ABE14A1}" sibTransId="{AADC4A7F-BF6D-4764-B281-1669C0CA9F6D}"/>
    <dgm:cxn modelId="{8D167963-5B1B-48D5-8CEF-994F1D7ACB5E}" type="presOf" srcId="{B0A5C91A-6241-4BED-82F0-B735EBACD6B9}" destId="{91294609-0DE1-4497-B265-7F25E8237DEF}" srcOrd="0" destOrd="1" presId="urn:microsoft.com/office/officeart/2005/8/layout/matrix2"/>
    <dgm:cxn modelId="{4C62A048-69B6-411A-9836-A7D7DB9461E3}" srcId="{F3FA86F7-575E-4FDD-B637-1D7276F725A4}" destId="{8F5F7A12-F3C5-450F-873B-BA0A586AD6D2}" srcOrd="2" destOrd="0" parTransId="{827354CD-87F6-4B67-BCDA-B80B618796FF}" sibTransId="{93D68E33-C66F-45D0-AC53-74CEE70C5804}"/>
    <dgm:cxn modelId="{48126F49-D95E-4789-9EF1-6D8F75E0C152}" type="presOf" srcId="{F31073FB-4DE8-464D-9820-AF4A4FCE948E}" destId="{55FE5B3C-269C-4D45-9AE9-52439CDD656D}" srcOrd="0" destOrd="3" presId="urn:microsoft.com/office/officeart/2005/8/layout/matrix2"/>
    <dgm:cxn modelId="{2D51734D-920A-4345-92AB-9EA953794F9E}" type="presOf" srcId="{15827902-481B-4BC7-9742-1424127F80C7}" destId="{26F33FBD-77CD-4638-9ACF-D72F5E235B86}" srcOrd="0" destOrd="2" presId="urn:microsoft.com/office/officeart/2005/8/layout/matrix2"/>
    <dgm:cxn modelId="{7BF9F44F-6F0D-4704-A619-F76233B31DD1}" type="presOf" srcId="{3D66B052-6203-4E3F-80B6-7ECC2EDA49A4}" destId="{91294609-0DE1-4497-B265-7F25E8237DEF}" srcOrd="0" destOrd="3" presId="urn:microsoft.com/office/officeart/2005/8/layout/matrix2"/>
    <dgm:cxn modelId="{CF544998-6AFC-464E-9708-2018B2D4B78F}" type="presOf" srcId="{B9C32B05-62EA-407A-B21C-2310C7945705}" destId="{2FE587CB-1A07-48DA-B457-1C1925854C9F}" srcOrd="0" destOrd="0" presId="urn:microsoft.com/office/officeart/2005/8/layout/matrix2"/>
    <dgm:cxn modelId="{DB22639E-D3D1-4F31-9B13-E8C39C3DCCCA}" srcId="{8EA7219F-BDB2-48EB-9EEB-3133522D132E}" destId="{B541EF06-6AA3-4CD0-BE10-9D0721126465}" srcOrd="1" destOrd="0" parTransId="{D3B9F6DE-F355-4438-B611-99DABECA3CA7}" sibTransId="{12DEBDC3-2F5F-4250-A604-E7BE4C84BAFB}"/>
    <dgm:cxn modelId="{B54F029F-6D1A-4B09-BE05-DCCE6E369E78}" srcId="{8D3744A8-1883-4930-8E0D-B57E26D003C6}" destId="{15827902-481B-4BC7-9742-1424127F80C7}" srcOrd="1" destOrd="0" parTransId="{218CE1A8-CAC8-40C9-AB4A-0EC10272E613}" sibTransId="{2064A3C4-F1F9-41C6-8921-0C5E729B95C7}"/>
    <dgm:cxn modelId="{A055B7AA-3681-45FC-B531-1C1154FBCCB5}" type="presOf" srcId="{8EA7219F-BDB2-48EB-9EEB-3133522D132E}" destId="{55FE5B3C-269C-4D45-9AE9-52439CDD656D}" srcOrd="0" destOrd="0" presId="urn:microsoft.com/office/officeart/2005/8/layout/matrix2"/>
    <dgm:cxn modelId="{D5C184B1-1C37-4901-BCB8-582F9B7E7986}" srcId="{8EA7219F-BDB2-48EB-9EEB-3133522D132E}" destId="{F31073FB-4DE8-464D-9820-AF4A4FCE948E}" srcOrd="2" destOrd="0" parTransId="{2466C803-23FE-4986-B400-AE9AC9B0E46B}" sibTransId="{F9FE457D-D34B-470C-A01A-52558BE72AF2}"/>
    <dgm:cxn modelId="{ABC5C1B5-DA74-40E7-B61D-7A755A3BF7A4}" type="presOf" srcId="{8BA28110-3C4D-4B65-A456-1880B9B8C044}" destId="{5D90E142-6CCF-4A18-B10A-878398535303}" srcOrd="0" destOrd="1" presId="urn:microsoft.com/office/officeart/2005/8/layout/matrix2"/>
    <dgm:cxn modelId="{2709EABC-E6A1-4AF4-BB66-635BCC932127}" srcId="{8EA7219F-BDB2-48EB-9EEB-3133522D132E}" destId="{DDE0D928-D49D-4A27-8E92-3130B9320568}" srcOrd="0" destOrd="0" parTransId="{BD8A01E6-DCFB-4634-AA12-EAF5B15F9CCB}" sibTransId="{4311EAF2-34EE-4C77-BBCA-D60A3715C931}"/>
    <dgm:cxn modelId="{FF6784C2-A2C9-4778-94B1-50E85D4629F0}" srcId="{BB36F745-62BA-4892-99D7-E4239B0F3843}" destId="{3D66B052-6203-4E3F-80B6-7ECC2EDA49A4}" srcOrd="2" destOrd="0" parTransId="{EFB28557-D8D6-4DDE-A896-5F13EB5BA849}" sibTransId="{D9C60591-0FD9-4663-8376-7F3BD831B3D7}"/>
    <dgm:cxn modelId="{4A39E3C2-1744-44FB-89D0-6E7F3EA8A202}" type="presOf" srcId="{4BB72ECC-9A10-4422-873F-F9D2190BC89D}" destId="{5D90E142-6CCF-4A18-B10A-878398535303}" srcOrd="0" destOrd="2" presId="urn:microsoft.com/office/officeart/2005/8/layout/matrix2"/>
    <dgm:cxn modelId="{8E0EA1C5-0841-4B6D-B254-40B7AD0D42AB}" type="presOf" srcId="{D8973F44-FCAF-442F-8783-A2866965AAB6}" destId="{26F33FBD-77CD-4638-9ACF-D72F5E235B86}" srcOrd="0" destOrd="1" presId="urn:microsoft.com/office/officeart/2005/8/layout/matrix2"/>
    <dgm:cxn modelId="{FE6E4ECC-0578-4941-A413-24B2649ADBD2}" srcId="{F3FA86F7-575E-4FDD-B637-1D7276F725A4}" destId="{4BB72ECC-9A10-4422-873F-F9D2190BC89D}" srcOrd="1" destOrd="0" parTransId="{4EA7BD02-E357-415A-AEC5-B9804F405522}" sibTransId="{BE158219-2DEC-4CC5-92AC-DC280F738D1B}"/>
    <dgm:cxn modelId="{5D644AD1-12FC-41FF-9F35-F68455905AD4}" type="presOf" srcId="{8D3744A8-1883-4930-8E0D-B57E26D003C6}" destId="{26F33FBD-77CD-4638-9ACF-D72F5E235B86}" srcOrd="0" destOrd="0" presId="urn:microsoft.com/office/officeart/2005/8/layout/matrix2"/>
    <dgm:cxn modelId="{415456D2-5524-4ED8-BB57-0C45DD400A8A}" srcId="{8D3744A8-1883-4930-8E0D-B57E26D003C6}" destId="{D8973F44-FCAF-442F-8783-A2866965AAB6}" srcOrd="0" destOrd="0" parTransId="{9EAF4DA5-D298-43E0-A006-BCCDFAE7E227}" sibTransId="{CB1C23B7-F69D-48F6-BA22-0FD16D3A82BE}"/>
    <dgm:cxn modelId="{CD0D37DC-77CC-43B3-934D-3CC43C455310}" type="presOf" srcId="{C75C0193-7917-453C-A980-7A8298437657}" destId="{26F33FBD-77CD-4638-9ACF-D72F5E235B86}" srcOrd="0" destOrd="3" presId="urn:microsoft.com/office/officeart/2005/8/layout/matrix2"/>
    <dgm:cxn modelId="{196E93E5-2489-4910-89A7-29DD6C91275B}" srcId="{8D3744A8-1883-4930-8E0D-B57E26D003C6}" destId="{C75C0193-7917-453C-A980-7A8298437657}" srcOrd="2" destOrd="0" parTransId="{038C8C10-BB59-4124-99E8-F8D05DDECC53}" sibTransId="{DF7405E6-F1E4-47A6-9C7F-01999F9F25F0}"/>
    <dgm:cxn modelId="{58AD7EEF-D408-406B-87EE-4691D4C30668}" srcId="{B9C32B05-62EA-407A-B21C-2310C7945705}" destId="{8EA7219F-BDB2-48EB-9EEB-3133522D132E}" srcOrd="0" destOrd="0" parTransId="{3EE8403A-CB7C-4815-85BD-AEBCAEB71B37}" sibTransId="{C94B7947-85DC-4B21-BB99-DF8438356F98}"/>
    <dgm:cxn modelId="{9B8AF7FF-4D30-4DA9-BC99-3F3429878EC0}" type="presOf" srcId="{B541EF06-6AA3-4CD0-BE10-9D0721126465}" destId="{55FE5B3C-269C-4D45-9AE9-52439CDD656D}" srcOrd="0" destOrd="2" presId="urn:microsoft.com/office/officeart/2005/8/layout/matrix2"/>
    <dgm:cxn modelId="{79D81FFF-21BE-4789-B377-E7ABB7799DAD}" type="presParOf" srcId="{2FE587CB-1A07-48DA-B457-1C1925854C9F}" destId="{42116772-8B6A-4710-8894-8C126C35614B}" srcOrd="0" destOrd="0" presId="urn:microsoft.com/office/officeart/2005/8/layout/matrix2"/>
    <dgm:cxn modelId="{14102D96-81DA-41FB-A2DA-91FFA5019795}" type="presParOf" srcId="{2FE587CB-1A07-48DA-B457-1C1925854C9F}" destId="{55FE5B3C-269C-4D45-9AE9-52439CDD656D}" srcOrd="1" destOrd="0" presId="urn:microsoft.com/office/officeart/2005/8/layout/matrix2"/>
    <dgm:cxn modelId="{9606F46E-BA5A-42FF-BF8B-A45769655276}" type="presParOf" srcId="{2FE587CB-1A07-48DA-B457-1C1925854C9F}" destId="{5D90E142-6CCF-4A18-B10A-878398535303}" srcOrd="2" destOrd="0" presId="urn:microsoft.com/office/officeart/2005/8/layout/matrix2"/>
    <dgm:cxn modelId="{9E848EB9-F7CC-4B42-9CEA-400AA6AD32C3}" type="presParOf" srcId="{2FE587CB-1A07-48DA-B457-1C1925854C9F}" destId="{26F33FBD-77CD-4638-9ACF-D72F5E235B86}" srcOrd="3" destOrd="0" presId="urn:microsoft.com/office/officeart/2005/8/layout/matrix2"/>
    <dgm:cxn modelId="{3F8474E4-FFDA-4C5C-AFD6-CDA1DDE49684}" type="presParOf" srcId="{2FE587CB-1A07-48DA-B457-1C1925854C9F}" destId="{91294609-0DE1-4497-B265-7F25E8237DEF}" srcOrd="4" destOrd="0" presId="urn:microsoft.com/office/officeart/2005/8/layout/matrix2"/>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31.xml><?xml version="1.0" encoding="utf-8"?>
<dgm:dataModel xmlns:dgm="http://schemas.openxmlformats.org/drawingml/2006/diagram" xmlns:a="http://schemas.openxmlformats.org/drawingml/2006/main">
  <dgm:ptLst>
    <dgm:pt modelId="{B9C32B05-62EA-407A-B21C-2310C7945705}" type="doc">
      <dgm:prSet loTypeId="urn:microsoft.com/office/officeart/2005/8/layout/cycle4" loCatId="matrix" qsTypeId="urn:microsoft.com/office/officeart/2005/8/quickstyle/simple4" qsCatId="simple" csTypeId="urn:microsoft.com/office/officeart/2005/8/colors/colorful1" csCatId="colorful" phldr="1"/>
      <dgm:spPr/>
      <dgm:t>
        <a:bodyPr/>
        <a:lstStyle/>
        <a:p>
          <a:endParaRPr lang="en-US"/>
        </a:p>
      </dgm:t>
    </dgm:pt>
    <dgm:pt modelId="{8EA7219F-BDB2-48EB-9EEB-3133522D132E}">
      <dgm:prSet phldrT="[Text]"/>
      <dgm:spPr/>
      <dgm:t>
        <a:bodyPr/>
        <a:lstStyle/>
        <a:p>
          <a:r>
            <a:rPr lang="en-US" dirty="0"/>
            <a:t>Lorem Ipsum</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DDE0D928-D49D-4A27-8E92-3130B9320568}">
      <dgm:prSet phldrT="[Text]"/>
      <dgm:spPr/>
      <dgm:t>
        <a:bodyPr/>
        <a:lstStyle/>
        <a:p>
          <a:r>
            <a:rPr lang="en-US" dirty="0">
              <a:solidFill>
                <a:schemeClr val="tx2"/>
              </a:solidFill>
            </a:rPr>
            <a:t>Some text here</a:t>
          </a:r>
        </a:p>
      </dgm:t>
    </dgm:pt>
    <dgm:pt modelId="{BD8A01E6-DCFB-4634-AA12-EAF5B15F9CCB}" type="parTrans" cxnId="{2709EABC-E6A1-4AF4-BB66-635BCC932127}">
      <dgm:prSet/>
      <dgm:spPr/>
      <dgm:t>
        <a:bodyPr/>
        <a:lstStyle/>
        <a:p>
          <a:endParaRPr lang="en-US"/>
        </a:p>
      </dgm:t>
    </dgm:pt>
    <dgm:pt modelId="{4311EAF2-34EE-4C77-BBCA-D60A3715C931}" type="sibTrans" cxnId="{2709EABC-E6A1-4AF4-BB66-635BCC932127}">
      <dgm:prSet/>
      <dgm:spPr/>
      <dgm:t>
        <a:bodyPr/>
        <a:lstStyle/>
        <a:p>
          <a:endParaRPr lang="en-US"/>
        </a:p>
      </dgm:t>
    </dgm:pt>
    <dgm:pt modelId="{B541EF06-6AA3-4CD0-BE10-9D0721126465}">
      <dgm:prSet phldrT="[Text]"/>
      <dgm:spPr/>
      <dgm:t>
        <a:bodyPr/>
        <a:lstStyle/>
        <a:p>
          <a:r>
            <a:rPr lang="en-US" dirty="0">
              <a:solidFill>
                <a:schemeClr val="tx2"/>
              </a:solidFill>
            </a:rPr>
            <a:t>Some text here</a:t>
          </a:r>
        </a:p>
      </dgm:t>
    </dgm:pt>
    <dgm:pt modelId="{D3B9F6DE-F355-4438-B611-99DABECA3CA7}" type="parTrans" cxnId="{DB22639E-D3D1-4F31-9B13-E8C39C3DCCCA}">
      <dgm:prSet/>
      <dgm:spPr/>
      <dgm:t>
        <a:bodyPr/>
        <a:lstStyle/>
        <a:p>
          <a:endParaRPr lang="en-US"/>
        </a:p>
      </dgm:t>
    </dgm:pt>
    <dgm:pt modelId="{12DEBDC3-2F5F-4250-A604-E7BE4C84BAFB}" type="sibTrans" cxnId="{DB22639E-D3D1-4F31-9B13-E8C39C3DCCCA}">
      <dgm:prSet/>
      <dgm:spPr/>
      <dgm:t>
        <a:bodyPr/>
        <a:lstStyle/>
        <a:p>
          <a:endParaRPr lang="en-US"/>
        </a:p>
      </dgm:t>
    </dgm:pt>
    <dgm:pt modelId="{F31073FB-4DE8-464D-9820-AF4A4FCE948E}">
      <dgm:prSet phldrT="[Text]"/>
      <dgm:spPr/>
      <dgm:t>
        <a:bodyPr/>
        <a:lstStyle/>
        <a:p>
          <a:r>
            <a:rPr lang="en-US" dirty="0">
              <a:solidFill>
                <a:schemeClr val="tx2"/>
              </a:solidFill>
            </a:rPr>
            <a:t>Some text here</a:t>
          </a:r>
        </a:p>
      </dgm:t>
    </dgm:pt>
    <dgm:pt modelId="{2466C803-23FE-4986-B400-AE9AC9B0E46B}" type="parTrans" cxnId="{D5C184B1-1C37-4901-BCB8-582F9B7E7986}">
      <dgm:prSet/>
      <dgm:spPr/>
      <dgm:t>
        <a:bodyPr/>
        <a:lstStyle/>
        <a:p>
          <a:endParaRPr lang="en-US"/>
        </a:p>
      </dgm:t>
    </dgm:pt>
    <dgm:pt modelId="{F9FE457D-D34B-470C-A01A-52558BE72AF2}" type="sibTrans" cxnId="{D5C184B1-1C37-4901-BCB8-582F9B7E7986}">
      <dgm:prSet/>
      <dgm:spPr/>
      <dgm:t>
        <a:bodyPr/>
        <a:lstStyle/>
        <a:p>
          <a:endParaRPr lang="en-US"/>
        </a:p>
      </dgm:t>
    </dgm:pt>
    <dgm:pt modelId="{F3FA86F7-575E-4FDD-B637-1D7276F725A4}">
      <dgm:prSet phldrT="[Text]"/>
      <dgm:spPr/>
      <dgm:t>
        <a:bodyPr/>
        <a:lstStyle/>
        <a:p>
          <a:r>
            <a:rPr lang="en-US"/>
            <a:t>Lorem Ipsum</a:t>
          </a:r>
          <a:endParaRPr lang="en-US" dirty="0"/>
        </a:p>
      </dgm:t>
    </dgm:pt>
    <dgm:pt modelId="{192CD16B-FA85-49AB-96EA-80094BA41ED5}" type="parTrans" cxnId="{B38DB338-3B1E-4324-A45E-8025E9D81450}">
      <dgm:prSet/>
      <dgm:spPr/>
      <dgm:t>
        <a:bodyPr/>
        <a:lstStyle/>
        <a:p>
          <a:endParaRPr lang="en-US"/>
        </a:p>
      </dgm:t>
    </dgm:pt>
    <dgm:pt modelId="{BEF45895-E33A-456A-85CE-5D5DFC2CF2C9}" type="sibTrans" cxnId="{B38DB338-3B1E-4324-A45E-8025E9D81450}">
      <dgm:prSet/>
      <dgm:spPr/>
      <dgm:t>
        <a:bodyPr/>
        <a:lstStyle/>
        <a:p>
          <a:endParaRPr lang="en-US"/>
        </a:p>
      </dgm:t>
    </dgm:pt>
    <dgm:pt modelId="{8BA28110-3C4D-4B65-A456-1880B9B8C044}">
      <dgm:prSet phldrT="[Text]"/>
      <dgm:spPr/>
      <dgm:t>
        <a:bodyPr/>
        <a:lstStyle/>
        <a:p>
          <a:r>
            <a:rPr lang="en-US" dirty="0">
              <a:solidFill>
                <a:schemeClr val="tx2"/>
              </a:solidFill>
            </a:rPr>
            <a:t>Some text here</a:t>
          </a:r>
        </a:p>
      </dgm:t>
    </dgm:pt>
    <dgm:pt modelId="{92633400-0D09-4796-9848-67220ABE14A1}" type="parTrans" cxnId="{1D896142-E250-41E4-8577-114DB897E5B3}">
      <dgm:prSet/>
      <dgm:spPr/>
      <dgm:t>
        <a:bodyPr/>
        <a:lstStyle/>
        <a:p>
          <a:endParaRPr lang="en-US"/>
        </a:p>
      </dgm:t>
    </dgm:pt>
    <dgm:pt modelId="{AADC4A7F-BF6D-4764-B281-1669C0CA9F6D}" type="sibTrans" cxnId="{1D896142-E250-41E4-8577-114DB897E5B3}">
      <dgm:prSet/>
      <dgm:spPr/>
      <dgm:t>
        <a:bodyPr/>
        <a:lstStyle/>
        <a:p>
          <a:endParaRPr lang="en-US"/>
        </a:p>
      </dgm:t>
    </dgm:pt>
    <dgm:pt modelId="{4BB72ECC-9A10-4422-873F-F9D2190BC89D}">
      <dgm:prSet phldrT="[Text]"/>
      <dgm:spPr/>
      <dgm:t>
        <a:bodyPr/>
        <a:lstStyle/>
        <a:p>
          <a:r>
            <a:rPr lang="en-US" dirty="0">
              <a:solidFill>
                <a:schemeClr val="tx2"/>
              </a:solidFill>
            </a:rPr>
            <a:t>Some text here</a:t>
          </a:r>
        </a:p>
      </dgm:t>
    </dgm:pt>
    <dgm:pt modelId="{4EA7BD02-E357-415A-AEC5-B9804F405522}" type="parTrans" cxnId="{FE6E4ECC-0578-4941-A413-24B2649ADBD2}">
      <dgm:prSet/>
      <dgm:spPr/>
      <dgm:t>
        <a:bodyPr/>
        <a:lstStyle/>
        <a:p>
          <a:endParaRPr lang="en-US"/>
        </a:p>
      </dgm:t>
    </dgm:pt>
    <dgm:pt modelId="{BE158219-2DEC-4CC5-92AC-DC280F738D1B}" type="sibTrans" cxnId="{FE6E4ECC-0578-4941-A413-24B2649ADBD2}">
      <dgm:prSet/>
      <dgm:spPr/>
      <dgm:t>
        <a:bodyPr/>
        <a:lstStyle/>
        <a:p>
          <a:endParaRPr lang="en-US"/>
        </a:p>
      </dgm:t>
    </dgm:pt>
    <dgm:pt modelId="{8F5F7A12-F3C5-450F-873B-BA0A586AD6D2}">
      <dgm:prSet phldrT="[Text]"/>
      <dgm:spPr/>
      <dgm:t>
        <a:bodyPr/>
        <a:lstStyle/>
        <a:p>
          <a:r>
            <a:rPr lang="en-US" dirty="0">
              <a:solidFill>
                <a:schemeClr val="tx2"/>
              </a:solidFill>
            </a:rPr>
            <a:t>Some text here</a:t>
          </a:r>
        </a:p>
      </dgm:t>
    </dgm:pt>
    <dgm:pt modelId="{827354CD-87F6-4B67-BCDA-B80B618796FF}" type="parTrans" cxnId="{4C62A048-69B6-411A-9836-A7D7DB9461E3}">
      <dgm:prSet/>
      <dgm:spPr/>
      <dgm:t>
        <a:bodyPr/>
        <a:lstStyle/>
        <a:p>
          <a:endParaRPr lang="en-US"/>
        </a:p>
      </dgm:t>
    </dgm:pt>
    <dgm:pt modelId="{93D68E33-C66F-45D0-AC53-74CEE70C5804}" type="sibTrans" cxnId="{4C62A048-69B6-411A-9836-A7D7DB9461E3}">
      <dgm:prSet/>
      <dgm:spPr/>
      <dgm:t>
        <a:bodyPr/>
        <a:lstStyle/>
        <a:p>
          <a:endParaRPr lang="en-US"/>
        </a:p>
      </dgm:t>
    </dgm:pt>
    <dgm:pt modelId="{8D3744A8-1883-4930-8E0D-B57E26D003C6}">
      <dgm:prSet phldrT="[Text]"/>
      <dgm:spPr/>
      <dgm:t>
        <a:bodyPr/>
        <a:lstStyle/>
        <a:p>
          <a:r>
            <a:rPr lang="en-US"/>
            <a:t>Lorem Ipsum</a:t>
          </a:r>
          <a:endParaRPr lang="en-US" dirty="0"/>
        </a:p>
      </dgm:t>
    </dgm:pt>
    <dgm:pt modelId="{AC9EAF57-EBF1-4FB7-8ED0-6ECFF59ADE74}" type="parTrans" cxnId="{C8FCCD3C-805E-4A27-964D-25DE1206ADCA}">
      <dgm:prSet/>
      <dgm:spPr/>
      <dgm:t>
        <a:bodyPr/>
        <a:lstStyle/>
        <a:p>
          <a:endParaRPr lang="en-US"/>
        </a:p>
      </dgm:t>
    </dgm:pt>
    <dgm:pt modelId="{D40CF7D9-D0C3-4084-8D2D-359654C28D0F}" type="sibTrans" cxnId="{C8FCCD3C-805E-4A27-964D-25DE1206ADCA}">
      <dgm:prSet/>
      <dgm:spPr/>
      <dgm:t>
        <a:bodyPr/>
        <a:lstStyle/>
        <a:p>
          <a:endParaRPr lang="en-US"/>
        </a:p>
      </dgm:t>
    </dgm:pt>
    <dgm:pt modelId="{D8973F44-FCAF-442F-8783-A2866965AAB6}">
      <dgm:prSet phldrT="[Text]"/>
      <dgm:spPr/>
      <dgm:t>
        <a:bodyPr/>
        <a:lstStyle/>
        <a:p>
          <a:r>
            <a:rPr lang="en-US" dirty="0">
              <a:solidFill>
                <a:schemeClr val="tx2"/>
              </a:solidFill>
            </a:rPr>
            <a:t>Some text here</a:t>
          </a:r>
        </a:p>
      </dgm:t>
    </dgm:pt>
    <dgm:pt modelId="{9EAF4DA5-D298-43E0-A006-BCCDFAE7E227}" type="parTrans" cxnId="{415456D2-5524-4ED8-BB57-0C45DD400A8A}">
      <dgm:prSet/>
      <dgm:spPr/>
      <dgm:t>
        <a:bodyPr/>
        <a:lstStyle/>
        <a:p>
          <a:endParaRPr lang="en-US"/>
        </a:p>
      </dgm:t>
    </dgm:pt>
    <dgm:pt modelId="{CB1C23B7-F69D-48F6-BA22-0FD16D3A82BE}" type="sibTrans" cxnId="{415456D2-5524-4ED8-BB57-0C45DD400A8A}">
      <dgm:prSet/>
      <dgm:spPr/>
      <dgm:t>
        <a:bodyPr/>
        <a:lstStyle/>
        <a:p>
          <a:endParaRPr lang="en-US"/>
        </a:p>
      </dgm:t>
    </dgm:pt>
    <dgm:pt modelId="{15827902-481B-4BC7-9742-1424127F80C7}">
      <dgm:prSet phldrT="[Text]"/>
      <dgm:spPr/>
      <dgm:t>
        <a:bodyPr/>
        <a:lstStyle/>
        <a:p>
          <a:r>
            <a:rPr lang="en-US" dirty="0">
              <a:solidFill>
                <a:schemeClr val="tx2"/>
              </a:solidFill>
            </a:rPr>
            <a:t>Some text here</a:t>
          </a:r>
        </a:p>
      </dgm:t>
    </dgm:pt>
    <dgm:pt modelId="{218CE1A8-CAC8-40C9-AB4A-0EC10272E613}" type="parTrans" cxnId="{B54F029F-6D1A-4B09-BE05-DCCE6E369E78}">
      <dgm:prSet/>
      <dgm:spPr/>
      <dgm:t>
        <a:bodyPr/>
        <a:lstStyle/>
        <a:p>
          <a:endParaRPr lang="en-US"/>
        </a:p>
      </dgm:t>
    </dgm:pt>
    <dgm:pt modelId="{2064A3C4-F1F9-41C6-8921-0C5E729B95C7}" type="sibTrans" cxnId="{B54F029F-6D1A-4B09-BE05-DCCE6E369E78}">
      <dgm:prSet/>
      <dgm:spPr/>
      <dgm:t>
        <a:bodyPr/>
        <a:lstStyle/>
        <a:p>
          <a:endParaRPr lang="en-US"/>
        </a:p>
      </dgm:t>
    </dgm:pt>
    <dgm:pt modelId="{C75C0193-7917-453C-A980-7A8298437657}">
      <dgm:prSet phldrT="[Text]"/>
      <dgm:spPr/>
      <dgm:t>
        <a:bodyPr/>
        <a:lstStyle/>
        <a:p>
          <a:r>
            <a:rPr lang="en-US" dirty="0">
              <a:solidFill>
                <a:schemeClr val="tx2"/>
              </a:solidFill>
            </a:rPr>
            <a:t>Some text here</a:t>
          </a:r>
        </a:p>
      </dgm:t>
    </dgm:pt>
    <dgm:pt modelId="{038C8C10-BB59-4124-99E8-F8D05DDECC53}" type="parTrans" cxnId="{196E93E5-2489-4910-89A7-29DD6C91275B}">
      <dgm:prSet/>
      <dgm:spPr/>
      <dgm:t>
        <a:bodyPr/>
        <a:lstStyle/>
        <a:p>
          <a:endParaRPr lang="en-US"/>
        </a:p>
      </dgm:t>
    </dgm:pt>
    <dgm:pt modelId="{DF7405E6-F1E4-47A6-9C7F-01999F9F25F0}" type="sibTrans" cxnId="{196E93E5-2489-4910-89A7-29DD6C91275B}">
      <dgm:prSet/>
      <dgm:spPr/>
      <dgm:t>
        <a:bodyPr/>
        <a:lstStyle/>
        <a:p>
          <a:endParaRPr lang="en-US"/>
        </a:p>
      </dgm:t>
    </dgm:pt>
    <dgm:pt modelId="{BB36F745-62BA-4892-99D7-E4239B0F3843}">
      <dgm:prSet phldrT="[Text]"/>
      <dgm:spPr/>
      <dgm:t>
        <a:bodyPr/>
        <a:lstStyle/>
        <a:p>
          <a:r>
            <a:rPr lang="en-US"/>
            <a:t>Lorem Ipsum</a:t>
          </a:r>
          <a:endParaRPr lang="en-US" dirty="0"/>
        </a:p>
      </dgm:t>
    </dgm:pt>
    <dgm:pt modelId="{CE269D49-A2E4-44F1-A948-9BE1FE5D6140}" type="parTrans" cxnId="{C96A1F07-338B-48CD-B344-80BE34A6C9DF}">
      <dgm:prSet/>
      <dgm:spPr/>
      <dgm:t>
        <a:bodyPr/>
        <a:lstStyle/>
        <a:p>
          <a:endParaRPr lang="en-US"/>
        </a:p>
      </dgm:t>
    </dgm:pt>
    <dgm:pt modelId="{5CE5B550-A310-4948-9BA1-267AF81C5FA4}" type="sibTrans" cxnId="{C96A1F07-338B-48CD-B344-80BE34A6C9DF}">
      <dgm:prSet/>
      <dgm:spPr/>
      <dgm:t>
        <a:bodyPr/>
        <a:lstStyle/>
        <a:p>
          <a:endParaRPr lang="en-US"/>
        </a:p>
      </dgm:t>
    </dgm:pt>
    <dgm:pt modelId="{B0A5C91A-6241-4BED-82F0-B735EBACD6B9}">
      <dgm:prSet phldrT="[Text]"/>
      <dgm:spPr/>
      <dgm:t>
        <a:bodyPr/>
        <a:lstStyle/>
        <a:p>
          <a:r>
            <a:rPr lang="en-US" dirty="0">
              <a:solidFill>
                <a:schemeClr val="tx2"/>
              </a:solidFill>
            </a:rPr>
            <a:t>Some text here</a:t>
          </a:r>
        </a:p>
      </dgm:t>
    </dgm:pt>
    <dgm:pt modelId="{11A957F9-0D29-4041-BB96-258FC96AFB4D}" type="parTrans" cxnId="{E39A793C-A4E9-4DE4-882C-FEA2BEB8896B}">
      <dgm:prSet/>
      <dgm:spPr/>
      <dgm:t>
        <a:bodyPr/>
        <a:lstStyle/>
        <a:p>
          <a:endParaRPr lang="en-US"/>
        </a:p>
      </dgm:t>
    </dgm:pt>
    <dgm:pt modelId="{80537C20-BA35-41C8-987F-0C39B9782FD4}" type="sibTrans" cxnId="{E39A793C-A4E9-4DE4-882C-FEA2BEB8896B}">
      <dgm:prSet/>
      <dgm:spPr/>
      <dgm:t>
        <a:bodyPr/>
        <a:lstStyle/>
        <a:p>
          <a:endParaRPr lang="en-US"/>
        </a:p>
      </dgm:t>
    </dgm:pt>
    <dgm:pt modelId="{84392BDD-B9A6-4322-BDAF-479CDA7E2872}">
      <dgm:prSet phldrT="[Text]"/>
      <dgm:spPr/>
      <dgm:t>
        <a:bodyPr/>
        <a:lstStyle/>
        <a:p>
          <a:r>
            <a:rPr lang="en-US" dirty="0">
              <a:solidFill>
                <a:schemeClr val="tx2"/>
              </a:solidFill>
            </a:rPr>
            <a:t>Some text here</a:t>
          </a:r>
        </a:p>
      </dgm:t>
    </dgm:pt>
    <dgm:pt modelId="{A2A9E81C-34C6-43FB-A3D8-DC62DB0EE13E}" type="parTrans" cxnId="{50942319-E7A4-4A2C-91C6-CA4C21A1044C}">
      <dgm:prSet/>
      <dgm:spPr/>
      <dgm:t>
        <a:bodyPr/>
        <a:lstStyle/>
        <a:p>
          <a:endParaRPr lang="en-US"/>
        </a:p>
      </dgm:t>
    </dgm:pt>
    <dgm:pt modelId="{85BB70D0-AB27-4990-BD8D-D4B81FFE3328}" type="sibTrans" cxnId="{50942319-E7A4-4A2C-91C6-CA4C21A1044C}">
      <dgm:prSet/>
      <dgm:spPr/>
      <dgm:t>
        <a:bodyPr/>
        <a:lstStyle/>
        <a:p>
          <a:endParaRPr lang="en-US"/>
        </a:p>
      </dgm:t>
    </dgm:pt>
    <dgm:pt modelId="{3D66B052-6203-4E3F-80B6-7ECC2EDA49A4}">
      <dgm:prSet phldrT="[Text]"/>
      <dgm:spPr/>
      <dgm:t>
        <a:bodyPr/>
        <a:lstStyle/>
        <a:p>
          <a:r>
            <a:rPr lang="en-US" dirty="0">
              <a:solidFill>
                <a:schemeClr val="tx2"/>
              </a:solidFill>
            </a:rPr>
            <a:t>Some text here</a:t>
          </a:r>
        </a:p>
      </dgm:t>
    </dgm:pt>
    <dgm:pt modelId="{EFB28557-D8D6-4DDE-A896-5F13EB5BA849}" type="parTrans" cxnId="{FF6784C2-A2C9-4778-94B1-50E85D4629F0}">
      <dgm:prSet/>
      <dgm:spPr/>
      <dgm:t>
        <a:bodyPr/>
        <a:lstStyle/>
        <a:p>
          <a:endParaRPr lang="en-US"/>
        </a:p>
      </dgm:t>
    </dgm:pt>
    <dgm:pt modelId="{D9C60591-0FD9-4663-8376-7F3BD831B3D7}" type="sibTrans" cxnId="{FF6784C2-A2C9-4778-94B1-50E85D4629F0}">
      <dgm:prSet/>
      <dgm:spPr/>
      <dgm:t>
        <a:bodyPr/>
        <a:lstStyle/>
        <a:p>
          <a:endParaRPr lang="en-US"/>
        </a:p>
      </dgm:t>
    </dgm:pt>
    <dgm:pt modelId="{50729599-BF04-48D1-A11F-C86CB0246C33}" type="pres">
      <dgm:prSet presAssocID="{B9C32B05-62EA-407A-B21C-2310C7945705}" presName="cycleMatrixDiagram" presStyleCnt="0">
        <dgm:presLayoutVars>
          <dgm:chMax val="1"/>
          <dgm:dir/>
          <dgm:animLvl val="lvl"/>
          <dgm:resizeHandles val="exact"/>
        </dgm:presLayoutVars>
      </dgm:prSet>
      <dgm:spPr/>
    </dgm:pt>
    <dgm:pt modelId="{5DBD6D75-2E6D-4A7D-BC99-67426076D9B8}" type="pres">
      <dgm:prSet presAssocID="{B9C32B05-62EA-407A-B21C-2310C7945705}" presName="children" presStyleCnt="0"/>
      <dgm:spPr/>
    </dgm:pt>
    <dgm:pt modelId="{66BFB290-762A-4FFC-AFBD-8CD4C7AE4082}" type="pres">
      <dgm:prSet presAssocID="{B9C32B05-62EA-407A-B21C-2310C7945705}" presName="child1group" presStyleCnt="0"/>
      <dgm:spPr/>
    </dgm:pt>
    <dgm:pt modelId="{7A98E228-1911-4D71-BB5A-D401B3097A61}" type="pres">
      <dgm:prSet presAssocID="{B9C32B05-62EA-407A-B21C-2310C7945705}" presName="child1" presStyleLbl="bgAcc1" presStyleIdx="0" presStyleCnt="4"/>
      <dgm:spPr/>
    </dgm:pt>
    <dgm:pt modelId="{E7F23990-10D2-4696-9893-5EABC6D032E0}" type="pres">
      <dgm:prSet presAssocID="{B9C32B05-62EA-407A-B21C-2310C7945705}" presName="child1Text" presStyleLbl="bgAcc1" presStyleIdx="0" presStyleCnt="4">
        <dgm:presLayoutVars>
          <dgm:bulletEnabled val="1"/>
        </dgm:presLayoutVars>
      </dgm:prSet>
      <dgm:spPr/>
    </dgm:pt>
    <dgm:pt modelId="{8193F3DD-505A-4985-8AC3-56772D4FAB73}" type="pres">
      <dgm:prSet presAssocID="{B9C32B05-62EA-407A-B21C-2310C7945705}" presName="child2group" presStyleCnt="0"/>
      <dgm:spPr/>
    </dgm:pt>
    <dgm:pt modelId="{4E9AEC1E-DD39-48F5-B00C-FA2CB837DB96}" type="pres">
      <dgm:prSet presAssocID="{B9C32B05-62EA-407A-B21C-2310C7945705}" presName="child2" presStyleLbl="bgAcc1" presStyleIdx="1" presStyleCnt="4"/>
      <dgm:spPr/>
    </dgm:pt>
    <dgm:pt modelId="{4FDCA8AE-2969-45BA-A9E0-020FDC209FFD}" type="pres">
      <dgm:prSet presAssocID="{B9C32B05-62EA-407A-B21C-2310C7945705}" presName="child2Text" presStyleLbl="bgAcc1" presStyleIdx="1" presStyleCnt="4">
        <dgm:presLayoutVars>
          <dgm:bulletEnabled val="1"/>
        </dgm:presLayoutVars>
      </dgm:prSet>
      <dgm:spPr/>
    </dgm:pt>
    <dgm:pt modelId="{B286E0A1-5D01-4095-85FB-D947BDE23EB1}" type="pres">
      <dgm:prSet presAssocID="{B9C32B05-62EA-407A-B21C-2310C7945705}" presName="child3group" presStyleCnt="0"/>
      <dgm:spPr/>
    </dgm:pt>
    <dgm:pt modelId="{C0F82D50-9F47-4232-AA2B-882E1B79F2F1}" type="pres">
      <dgm:prSet presAssocID="{B9C32B05-62EA-407A-B21C-2310C7945705}" presName="child3" presStyleLbl="bgAcc1" presStyleIdx="2" presStyleCnt="4"/>
      <dgm:spPr/>
    </dgm:pt>
    <dgm:pt modelId="{DE000F3E-F381-4EB1-AF59-7F48D0213D8F}" type="pres">
      <dgm:prSet presAssocID="{B9C32B05-62EA-407A-B21C-2310C7945705}" presName="child3Text" presStyleLbl="bgAcc1" presStyleIdx="2" presStyleCnt="4">
        <dgm:presLayoutVars>
          <dgm:bulletEnabled val="1"/>
        </dgm:presLayoutVars>
      </dgm:prSet>
      <dgm:spPr/>
    </dgm:pt>
    <dgm:pt modelId="{75DF0A48-BCFF-4FC2-A5C1-7A0C0CFF16C6}" type="pres">
      <dgm:prSet presAssocID="{B9C32B05-62EA-407A-B21C-2310C7945705}" presName="child4group" presStyleCnt="0"/>
      <dgm:spPr/>
    </dgm:pt>
    <dgm:pt modelId="{C5635514-A1AA-460A-B6E6-7CBA05937F98}" type="pres">
      <dgm:prSet presAssocID="{B9C32B05-62EA-407A-B21C-2310C7945705}" presName="child4" presStyleLbl="bgAcc1" presStyleIdx="3" presStyleCnt="4"/>
      <dgm:spPr/>
    </dgm:pt>
    <dgm:pt modelId="{246A39C1-2947-4B87-B14B-941C077C43E1}" type="pres">
      <dgm:prSet presAssocID="{B9C32B05-62EA-407A-B21C-2310C7945705}" presName="child4Text" presStyleLbl="bgAcc1" presStyleIdx="3" presStyleCnt="4">
        <dgm:presLayoutVars>
          <dgm:bulletEnabled val="1"/>
        </dgm:presLayoutVars>
      </dgm:prSet>
      <dgm:spPr/>
    </dgm:pt>
    <dgm:pt modelId="{6A55A5A1-B526-495E-9782-2F53C3DD3246}" type="pres">
      <dgm:prSet presAssocID="{B9C32B05-62EA-407A-B21C-2310C7945705}" presName="childPlaceholder" presStyleCnt="0"/>
      <dgm:spPr/>
    </dgm:pt>
    <dgm:pt modelId="{50CD3461-DF8E-4CFB-AE1E-DDE4A9F8984C}" type="pres">
      <dgm:prSet presAssocID="{B9C32B05-62EA-407A-B21C-2310C7945705}" presName="circle" presStyleCnt="0"/>
      <dgm:spPr/>
    </dgm:pt>
    <dgm:pt modelId="{3B24D1B4-402E-47F7-8D84-45FD1C1E82E9}" type="pres">
      <dgm:prSet presAssocID="{B9C32B05-62EA-407A-B21C-2310C7945705}" presName="quadrant1" presStyleLbl="node1" presStyleIdx="0" presStyleCnt="4">
        <dgm:presLayoutVars>
          <dgm:chMax val="1"/>
          <dgm:bulletEnabled val="1"/>
        </dgm:presLayoutVars>
      </dgm:prSet>
      <dgm:spPr/>
    </dgm:pt>
    <dgm:pt modelId="{4487BA5C-07BD-4AAF-9345-C4016B41B800}" type="pres">
      <dgm:prSet presAssocID="{B9C32B05-62EA-407A-B21C-2310C7945705}" presName="quadrant2" presStyleLbl="node1" presStyleIdx="1" presStyleCnt="4">
        <dgm:presLayoutVars>
          <dgm:chMax val="1"/>
          <dgm:bulletEnabled val="1"/>
        </dgm:presLayoutVars>
      </dgm:prSet>
      <dgm:spPr/>
    </dgm:pt>
    <dgm:pt modelId="{72FD0D42-ABF8-4D63-9953-C6B84E522EC8}" type="pres">
      <dgm:prSet presAssocID="{B9C32B05-62EA-407A-B21C-2310C7945705}" presName="quadrant3" presStyleLbl="node1" presStyleIdx="2" presStyleCnt="4">
        <dgm:presLayoutVars>
          <dgm:chMax val="1"/>
          <dgm:bulletEnabled val="1"/>
        </dgm:presLayoutVars>
      </dgm:prSet>
      <dgm:spPr/>
    </dgm:pt>
    <dgm:pt modelId="{7DE18523-9D88-4BED-BEBD-DDFC563895B2}" type="pres">
      <dgm:prSet presAssocID="{B9C32B05-62EA-407A-B21C-2310C7945705}" presName="quadrant4" presStyleLbl="node1" presStyleIdx="3" presStyleCnt="4">
        <dgm:presLayoutVars>
          <dgm:chMax val="1"/>
          <dgm:bulletEnabled val="1"/>
        </dgm:presLayoutVars>
      </dgm:prSet>
      <dgm:spPr/>
    </dgm:pt>
    <dgm:pt modelId="{B8CA3143-F56F-4038-93B0-884CA5421F14}" type="pres">
      <dgm:prSet presAssocID="{B9C32B05-62EA-407A-B21C-2310C7945705}" presName="quadrantPlaceholder" presStyleCnt="0"/>
      <dgm:spPr/>
    </dgm:pt>
    <dgm:pt modelId="{E486051A-E5EE-4981-BFD1-11E725C48180}" type="pres">
      <dgm:prSet presAssocID="{B9C32B05-62EA-407A-B21C-2310C7945705}" presName="center1" presStyleLbl="fgShp" presStyleIdx="0" presStyleCnt="2"/>
      <dgm:spPr/>
    </dgm:pt>
    <dgm:pt modelId="{E1E34BBD-190C-4014-A2B1-6C5A100B5FF4}" type="pres">
      <dgm:prSet presAssocID="{B9C32B05-62EA-407A-B21C-2310C7945705}" presName="center2" presStyleLbl="fgShp" presStyleIdx="1" presStyleCnt="2"/>
      <dgm:spPr/>
    </dgm:pt>
  </dgm:ptLst>
  <dgm:cxnLst>
    <dgm:cxn modelId="{C96A1F07-338B-48CD-B344-80BE34A6C9DF}" srcId="{B9C32B05-62EA-407A-B21C-2310C7945705}" destId="{BB36F745-62BA-4892-99D7-E4239B0F3843}" srcOrd="3" destOrd="0" parTransId="{CE269D49-A2E4-44F1-A948-9BE1FE5D6140}" sibTransId="{5CE5B550-A310-4948-9BA1-267AF81C5FA4}"/>
    <dgm:cxn modelId="{50942319-E7A4-4A2C-91C6-CA4C21A1044C}" srcId="{BB36F745-62BA-4892-99D7-E4239B0F3843}" destId="{84392BDD-B9A6-4322-BDAF-479CDA7E2872}" srcOrd="1" destOrd="0" parTransId="{A2A9E81C-34C6-43FB-A3D8-DC62DB0EE13E}" sibTransId="{85BB70D0-AB27-4990-BD8D-D4B81FFE3328}"/>
    <dgm:cxn modelId="{77BD0C20-C5E0-48FF-8A87-40BB30A81147}" type="presOf" srcId="{84392BDD-B9A6-4322-BDAF-479CDA7E2872}" destId="{C5635514-A1AA-460A-B6E6-7CBA05937F98}" srcOrd="0" destOrd="1" presId="urn:microsoft.com/office/officeart/2005/8/layout/cycle4"/>
    <dgm:cxn modelId="{7255FB2B-C8CB-4647-9CC6-4F7F60B8FCF4}" type="presOf" srcId="{BB36F745-62BA-4892-99D7-E4239B0F3843}" destId="{7DE18523-9D88-4BED-BEBD-DDFC563895B2}" srcOrd="0" destOrd="0" presId="urn:microsoft.com/office/officeart/2005/8/layout/cycle4"/>
    <dgm:cxn modelId="{594A8A30-1972-44AC-AD0D-978844A7E363}" type="presOf" srcId="{B541EF06-6AA3-4CD0-BE10-9D0721126465}" destId="{7A98E228-1911-4D71-BB5A-D401B3097A61}" srcOrd="0" destOrd="1" presId="urn:microsoft.com/office/officeart/2005/8/layout/cycle4"/>
    <dgm:cxn modelId="{5738D830-5422-4030-B51B-2F1DBE7222EA}" type="presOf" srcId="{D8973F44-FCAF-442F-8783-A2866965AAB6}" destId="{C0F82D50-9F47-4232-AA2B-882E1B79F2F1}" srcOrd="0" destOrd="0" presId="urn:microsoft.com/office/officeart/2005/8/layout/cycle4"/>
    <dgm:cxn modelId="{25D30B32-01D2-46BE-A0A4-97CB831FFD94}" type="presOf" srcId="{8BA28110-3C4D-4B65-A456-1880B9B8C044}" destId="{4E9AEC1E-DD39-48F5-B00C-FA2CB837DB96}" srcOrd="0" destOrd="0" presId="urn:microsoft.com/office/officeart/2005/8/layout/cycle4"/>
    <dgm:cxn modelId="{B38DB338-3B1E-4324-A45E-8025E9D81450}" srcId="{B9C32B05-62EA-407A-B21C-2310C7945705}" destId="{F3FA86F7-575E-4FDD-B637-1D7276F725A4}" srcOrd="1" destOrd="0" parTransId="{192CD16B-FA85-49AB-96EA-80094BA41ED5}" sibTransId="{BEF45895-E33A-456A-85CE-5D5DFC2CF2C9}"/>
    <dgm:cxn modelId="{8D96DA39-2FA4-417D-80D3-574025113D57}" type="presOf" srcId="{3D66B052-6203-4E3F-80B6-7ECC2EDA49A4}" destId="{C5635514-A1AA-460A-B6E6-7CBA05937F98}" srcOrd="0" destOrd="2" presId="urn:microsoft.com/office/officeart/2005/8/layout/cycle4"/>
    <dgm:cxn modelId="{E39A793C-A4E9-4DE4-882C-FEA2BEB8896B}" srcId="{BB36F745-62BA-4892-99D7-E4239B0F3843}" destId="{B0A5C91A-6241-4BED-82F0-B735EBACD6B9}" srcOrd="0" destOrd="0" parTransId="{11A957F9-0D29-4041-BB96-258FC96AFB4D}" sibTransId="{80537C20-BA35-41C8-987F-0C39B9782FD4}"/>
    <dgm:cxn modelId="{C8FCCD3C-805E-4A27-964D-25DE1206ADCA}" srcId="{B9C32B05-62EA-407A-B21C-2310C7945705}" destId="{8D3744A8-1883-4930-8E0D-B57E26D003C6}" srcOrd="2" destOrd="0" parTransId="{AC9EAF57-EBF1-4FB7-8ED0-6ECFF59ADE74}" sibTransId="{D40CF7D9-D0C3-4084-8D2D-359654C28D0F}"/>
    <dgm:cxn modelId="{10B7CE3E-362B-4979-AE6F-CAAF8D96B02D}" type="presOf" srcId="{4BB72ECC-9A10-4422-873F-F9D2190BC89D}" destId="{4E9AEC1E-DD39-48F5-B00C-FA2CB837DB96}" srcOrd="0" destOrd="1" presId="urn:microsoft.com/office/officeart/2005/8/layout/cycle4"/>
    <dgm:cxn modelId="{46186B5C-0145-447A-AF7D-76A873FD5395}" type="presOf" srcId="{F31073FB-4DE8-464D-9820-AF4A4FCE948E}" destId="{7A98E228-1911-4D71-BB5A-D401B3097A61}" srcOrd="0" destOrd="2" presId="urn:microsoft.com/office/officeart/2005/8/layout/cycle4"/>
    <dgm:cxn modelId="{34D8AF61-9783-4B4E-9B83-E5FB10FC3B6F}" type="presOf" srcId="{8F5F7A12-F3C5-450F-873B-BA0A586AD6D2}" destId="{4E9AEC1E-DD39-48F5-B00C-FA2CB837DB96}" srcOrd="0" destOrd="2" presId="urn:microsoft.com/office/officeart/2005/8/layout/cycle4"/>
    <dgm:cxn modelId="{1D896142-E250-41E4-8577-114DB897E5B3}" srcId="{F3FA86F7-575E-4FDD-B637-1D7276F725A4}" destId="{8BA28110-3C4D-4B65-A456-1880B9B8C044}" srcOrd="0" destOrd="0" parTransId="{92633400-0D09-4796-9848-67220ABE14A1}" sibTransId="{AADC4A7F-BF6D-4764-B281-1669C0CA9F6D}"/>
    <dgm:cxn modelId="{A9E2E642-0DBD-429E-B3E5-33872BA669BC}" type="presOf" srcId="{3D66B052-6203-4E3F-80B6-7ECC2EDA49A4}" destId="{246A39C1-2947-4B87-B14B-941C077C43E1}" srcOrd="1" destOrd="2" presId="urn:microsoft.com/office/officeart/2005/8/layout/cycle4"/>
    <dgm:cxn modelId="{40474A45-E279-4F3D-A436-E338E8ACBC25}" type="presOf" srcId="{B9C32B05-62EA-407A-B21C-2310C7945705}" destId="{50729599-BF04-48D1-A11F-C86CB0246C33}" srcOrd="0" destOrd="0" presId="urn:microsoft.com/office/officeart/2005/8/layout/cycle4"/>
    <dgm:cxn modelId="{4C62A048-69B6-411A-9836-A7D7DB9461E3}" srcId="{F3FA86F7-575E-4FDD-B637-1D7276F725A4}" destId="{8F5F7A12-F3C5-450F-873B-BA0A586AD6D2}" srcOrd="2" destOrd="0" parTransId="{827354CD-87F6-4B67-BCDA-B80B618796FF}" sibTransId="{93D68E33-C66F-45D0-AC53-74CEE70C5804}"/>
    <dgm:cxn modelId="{3186FD48-E851-4438-B0B4-B94F1B5580ED}" type="presOf" srcId="{4BB72ECC-9A10-4422-873F-F9D2190BC89D}" destId="{4FDCA8AE-2969-45BA-A9E0-020FDC209FFD}" srcOrd="1" destOrd="1" presId="urn:microsoft.com/office/officeart/2005/8/layout/cycle4"/>
    <dgm:cxn modelId="{0F45CA4C-CEA1-4C24-ACF1-4C8DEEFE1942}" type="presOf" srcId="{8EA7219F-BDB2-48EB-9EEB-3133522D132E}" destId="{3B24D1B4-402E-47F7-8D84-45FD1C1E82E9}" srcOrd="0" destOrd="0" presId="urn:microsoft.com/office/officeart/2005/8/layout/cycle4"/>
    <dgm:cxn modelId="{08CCEE4D-0EB4-4933-9D82-481E0ED0013A}" type="presOf" srcId="{8F5F7A12-F3C5-450F-873B-BA0A586AD6D2}" destId="{4FDCA8AE-2969-45BA-A9E0-020FDC209FFD}" srcOrd="1" destOrd="2" presId="urn:microsoft.com/office/officeart/2005/8/layout/cycle4"/>
    <dgm:cxn modelId="{9F96664F-06C3-4278-A8A0-87962EAD5C27}" type="presOf" srcId="{C75C0193-7917-453C-A980-7A8298437657}" destId="{DE000F3E-F381-4EB1-AF59-7F48D0213D8F}" srcOrd="1" destOrd="2" presId="urn:microsoft.com/office/officeart/2005/8/layout/cycle4"/>
    <dgm:cxn modelId="{EC4C2A79-8F93-4433-9995-8C81FD4CA766}" type="presOf" srcId="{B0A5C91A-6241-4BED-82F0-B735EBACD6B9}" destId="{C5635514-A1AA-460A-B6E6-7CBA05937F98}" srcOrd="0" destOrd="0" presId="urn:microsoft.com/office/officeart/2005/8/layout/cycle4"/>
    <dgm:cxn modelId="{E58C1887-3D59-4229-A5A6-A9B0F5D2D7B1}" type="presOf" srcId="{F31073FB-4DE8-464D-9820-AF4A4FCE948E}" destId="{E7F23990-10D2-4696-9893-5EABC6D032E0}" srcOrd="1" destOrd="2" presId="urn:microsoft.com/office/officeart/2005/8/layout/cycle4"/>
    <dgm:cxn modelId="{8C24AC8D-C292-41EB-8502-C21F19F545B3}" type="presOf" srcId="{B0A5C91A-6241-4BED-82F0-B735EBACD6B9}" destId="{246A39C1-2947-4B87-B14B-941C077C43E1}" srcOrd="1" destOrd="0" presId="urn:microsoft.com/office/officeart/2005/8/layout/cycle4"/>
    <dgm:cxn modelId="{A73F5C93-5BDD-4554-BBC3-651E1E3E6FB8}" type="presOf" srcId="{84392BDD-B9A6-4322-BDAF-479CDA7E2872}" destId="{246A39C1-2947-4B87-B14B-941C077C43E1}" srcOrd="1" destOrd="1" presId="urn:microsoft.com/office/officeart/2005/8/layout/cycle4"/>
    <dgm:cxn modelId="{80EAB594-2BDE-455C-8FB6-AC65A7DC189A}" type="presOf" srcId="{C75C0193-7917-453C-A980-7A8298437657}" destId="{C0F82D50-9F47-4232-AA2B-882E1B79F2F1}" srcOrd="0" destOrd="2" presId="urn:microsoft.com/office/officeart/2005/8/layout/cycle4"/>
    <dgm:cxn modelId="{DB22639E-D3D1-4F31-9B13-E8C39C3DCCCA}" srcId="{8EA7219F-BDB2-48EB-9EEB-3133522D132E}" destId="{B541EF06-6AA3-4CD0-BE10-9D0721126465}" srcOrd="1" destOrd="0" parTransId="{D3B9F6DE-F355-4438-B611-99DABECA3CA7}" sibTransId="{12DEBDC3-2F5F-4250-A604-E7BE4C84BAFB}"/>
    <dgm:cxn modelId="{B54F029F-6D1A-4B09-BE05-DCCE6E369E78}" srcId="{8D3744A8-1883-4930-8E0D-B57E26D003C6}" destId="{15827902-481B-4BC7-9742-1424127F80C7}" srcOrd="1" destOrd="0" parTransId="{218CE1A8-CAC8-40C9-AB4A-0EC10272E613}" sibTransId="{2064A3C4-F1F9-41C6-8921-0C5E729B95C7}"/>
    <dgm:cxn modelId="{E1AE9FA7-27B7-4A1D-827A-5C27B4A39CC7}" type="presOf" srcId="{15827902-481B-4BC7-9742-1424127F80C7}" destId="{DE000F3E-F381-4EB1-AF59-7F48D0213D8F}" srcOrd="1" destOrd="1" presId="urn:microsoft.com/office/officeart/2005/8/layout/cycle4"/>
    <dgm:cxn modelId="{0477A7AD-4415-4FC7-B8F2-AB27A36A2CA2}" type="presOf" srcId="{15827902-481B-4BC7-9742-1424127F80C7}" destId="{C0F82D50-9F47-4232-AA2B-882E1B79F2F1}" srcOrd="0" destOrd="1" presId="urn:microsoft.com/office/officeart/2005/8/layout/cycle4"/>
    <dgm:cxn modelId="{D5C184B1-1C37-4901-BCB8-582F9B7E7986}" srcId="{8EA7219F-BDB2-48EB-9EEB-3133522D132E}" destId="{F31073FB-4DE8-464D-9820-AF4A4FCE948E}" srcOrd="2" destOrd="0" parTransId="{2466C803-23FE-4986-B400-AE9AC9B0E46B}" sibTransId="{F9FE457D-D34B-470C-A01A-52558BE72AF2}"/>
    <dgm:cxn modelId="{E77F40B2-28E5-4397-A620-CC506AF45C08}" type="presOf" srcId="{8D3744A8-1883-4930-8E0D-B57E26D003C6}" destId="{72FD0D42-ABF8-4D63-9953-C6B84E522EC8}" srcOrd="0" destOrd="0" presId="urn:microsoft.com/office/officeart/2005/8/layout/cycle4"/>
    <dgm:cxn modelId="{2709EABC-E6A1-4AF4-BB66-635BCC932127}" srcId="{8EA7219F-BDB2-48EB-9EEB-3133522D132E}" destId="{DDE0D928-D49D-4A27-8E92-3130B9320568}" srcOrd="0" destOrd="0" parTransId="{BD8A01E6-DCFB-4634-AA12-EAF5B15F9CCB}" sibTransId="{4311EAF2-34EE-4C77-BBCA-D60A3715C931}"/>
    <dgm:cxn modelId="{0CF736BF-B83C-481B-9E3B-3BFF0E406F7C}" type="presOf" srcId="{D8973F44-FCAF-442F-8783-A2866965AAB6}" destId="{DE000F3E-F381-4EB1-AF59-7F48D0213D8F}" srcOrd="1" destOrd="0" presId="urn:microsoft.com/office/officeart/2005/8/layout/cycle4"/>
    <dgm:cxn modelId="{FF6784C2-A2C9-4778-94B1-50E85D4629F0}" srcId="{BB36F745-62BA-4892-99D7-E4239B0F3843}" destId="{3D66B052-6203-4E3F-80B6-7ECC2EDA49A4}" srcOrd="2" destOrd="0" parTransId="{EFB28557-D8D6-4DDE-A896-5F13EB5BA849}" sibTransId="{D9C60591-0FD9-4663-8376-7F3BD831B3D7}"/>
    <dgm:cxn modelId="{E284D4C7-4034-4F9E-9A2A-B19AD314DC3C}" type="presOf" srcId="{F3FA86F7-575E-4FDD-B637-1D7276F725A4}" destId="{4487BA5C-07BD-4AAF-9345-C4016B41B800}" srcOrd="0" destOrd="0" presId="urn:microsoft.com/office/officeart/2005/8/layout/cycle4"/>
    <dgm:cxn modelId="{FE6E4ECC-0578-4941-A413-24B2649ADBD2}" srcId="{F3FA86F7-575E-4FDD-B637-1D7276F725A4}" destId="{4BB72ECC-9A10-4422-873F-F9D2190BC89D}" srcOrd="1" destOrd="0" parTransId="{4EA7BD02-E357-415A-AEC5-B9804F405522}" sibTransId="{BE158219-2DEC-4CC5-92AC-DC280F738D1B}"/>
    <dgm:cxn modelId="{415456D2-5524-4ED8-BB57-0C45DD400A8A}" srcId="{8D3744A8-1883-4930-8E0D-B57E26D003C6}" destId="{D8973F44-FCAF-442F-8783-A2866965AAB6}" srcOrd="0" destOrd="0" parTransId="{9EAF4DA5-D298-43E0-A006-BCCDFAE7E227}" sibTransId="{CB1C23B7-F69D-48F6-BA22-0FD16D3A82BE}"/>
    <dgm:cxn modelId="{6FEFD4DC-EE22-43C1-88E3-A6002C15920C}" type="presOf" srcId="{DDE0D928-D49D-4A27-8E92-3130B9320568}" destId="{E7F23990-10D2-4696-9893-5EABC6D032E0}" srcOrd="1" destOrd="0" presId="urn:microsoft.com/office/officeart/2005/8/layout/cycle4"/>
    <dgm:cxn modelId="{196E93E5-2489-4910-89A7-29DD6C91275B}" srcId="{8D3744A8-1883-4930-8E0D-B57E26D003C6}" destId="{C75C0193-7917-453C-A980-7A8298437657}" srcOrd="2" destOrd="0" parTransId="{038C8C10-BB59-4124-99E8-F8D05DDECC53}" sibTransId="{DF7405E6-F1E4-47A6-9C7F-01999F9F25F0}"/>
    <dgm:cxn modelId="{58AD7EEF-D408-406B-87EE-4691D4C30668}" srcId="{B9C32B05-62EA-407A-B21C-2310C7945705}" destId="{8EA7219F-BDB2-48EB-9EEB-3133522D132E}" srcOrd="0" destOrd="0" parTransId="{3EE8403A-CB7C-4815-85BD-AEBCAEB71B37}" sibTransId="{C94B7947-85DC-4B21-BB99-DF8438356F98}"/>
    <dgm:cxn modelId="{F0B411F1-452D-4844-A70A-B056C89CEAB7}" type="presOf" srcId="{DDE0D928-D49D-4A27-8E92-3130B9320568}" destId="{7A98E228-1911-4D71-BB5A-D401B3097A61}" srcOrd="0" destOrd="0" presId="urn:microsoft.com/office/officeart/2005/8/layout/cycle4"/>
    <dgm:cxn modelId="{E82658F6-9060-4334-B633-D75EA02A2F85}" type="presOf" srcId="{8BA28110-3C4D-4B65-A456-1880B9B8C044}" destId="{4FDCA8AE-2969-45BA-A9E0-020FDC209FFD}" srcOrd="1" destOrd="0" presId="urn:microsoft.com/office/officeart/2005/8/layout/cycle4"/>
    <dgm:cxn modelId="{5FF68EFB-4E0B-45C5-A824-10ED17F53A3A}" type="presOf" srcId="{B541EF06-6AA3-4CD0-BE10-9D0721126465}" destId="{E7F23990-10D2-4696-9893-5EABC6D032E0}" srcOrd="1" destOrd="1" presId="urn:microsoft.com/office/officeart/2005/8/layout/cycle4"/>
    <dgm:cxn modelId="{B81360D8-85BD-43CF-90F3-B1B4FB1EA8EF}" type="presParOf" srcId="{50729599-BF04-48D1-A11F-C86CB0246C33}" destId="{5DBD6D75-2E6D-4A7D-BC99-67426076D9B8}" srcOrd="0" destOrd="0" presId="urn:microsoft.com/office/officeart/2005/8/layout/cycle4"/>
    <dgm:cxn modelId="{D72CB430-D905-4F79-9298-01D63841B740}" type="presParOf" srcId="{5DBD6D75-2E6D-4A7D-BC99-67426076D9B8}" destId="{66BFB290-762A-4FFC-AFBD-8CD4C7AE4082}" srcOrd="0" destOrd="0" presId="urn:microsoft.com/office/officeart/2005/8/layout/cycle4"/>
    <dgm:cxn modelId="{E5E5A6F8-1D61-4174-89D1-1586C60CDCAB}" type="presParOf" srcId="{66BFB290-762A-4FFC-AFBD-8CD4C7AE4082}" destId="{7A98E228-1911-4D71-BB5A-D401B3097A61}" srcOrd="0" destOrd="0" presId="urn:microsoft.com/office/officeart/2005/8/layout/cycle4"/>
    <dgm:cxn modelId="{9DC996AB-59BC-407A-97DA-9FD741A1BD81}" type="presParOf" srcId="{66BFB290-762A-4FFC-AFBD-8CD4C7AE4082}" destId="{E7F23990-10D2-4696-9893-5EABC6D032E0}" srcOrd="1" destOrd="0" presId="urn:microsoft.com/office/officeart/2005/8/layout/cycle4"/>
    <dgm:cxn modelId="{5CF06680-2389-41FE-A3A5-B061B8AEAB15}" type="presParOf" srcId="{5DBD6D75-2E6D-4A7D-BC99-67426076D9B8}" destId="{8193F3DD-505A-4985-8AC3-56772D4FAB73}" srcOrd="1" destOrd="0" presId="urn:microsoft.com/office/officeart/2005/8/layout/cycle4"/>
    <dgm:cxn modelId="{DCDA7EB7-CC2A-4EAB-8E37-45C220D069D2}" type="presParOf" srcId="{8193F3DD-505A-4985-8AC3-56772D4FAB73}" destId="{4E9AEC1E-DD39-48F5-B00C-FA2CB837DB96}" srcOrd="0" destOrd="0" presId="urn:microsoft.com/office/officeart/2005/8/layout/cycle4"/>
    <dgm:cxn modelId="{3CD20A94-C421-4556-833F-DFF44FF8CB86}" type="presParOf" srcId="{8193F3DD-505A-4985-8AC3-56772D4FAB73}" destId="{4FDCA8AE-2969-45BA-A9E0-020FDC209FFD}" srcOrd="1" destOrd="0" presId="urn:microsoft.com/office/officeart/2005/8/layout/cycle4"/>
    <dgm:cxn modelId="{45C6D690-D086-496B-A79F-343EB7C47743}" type="presParOf" srcId="{5DBD6D75-2E6D-4A7D-BC99-67426076D9B8}" destId="{B286E0A1-5D01-4095-85FB-D947BDE23EB1}" srcOrd="2" destOrd="0" presId="urn:microsoft.com/office/officeart/2005/8/layout/cycle4"/>
    <dgm:cxn modelId="{D0B4E769-CCED-4E22-B9EB-E60D7183CA5E}" type="presParOf" srcId="{B286E0A1-5D01-4095-85FB-D947BDE23EB1}" destId="{C0F82D50-9F47-4232-AA2B-882E1B79F2F1}" srcOrd="0" destOrd="0" presId="urn:microsoft.com/office/officeart/2005/8/layout/cycle4"/>
    <dgm:cxn modelId="{A05BBF82-9E36-4D95-94B1-44F8409A0D14}" type="presParOf" srcId="{B286E0A1-5D01-4095-85FB-D947BDE23EB1}" destId="{DE000F3E-F381-4EB1-AF59-7F48D0213D8F}" srcOrd="1" destOrd="0" presId="urn:microsoft.com/office/officeart/2005/8/layout/cycle4"/>
    <dgm:cxn modelId="{FDBBF41E-B584-45D5-9103-120F7152094C}" type="presParOf" srcId="{5DBD6D75-2E6D-4A7D-BC99-67426076D9B8}" destId="{75DF0A48-BCFF-4FC2-A5C1-7A0C0CFF16C6}" srcOrd="3" destOrd="0" presId="urn:microsoft.com/office/officeart/2005/8/layout/cycle4"/>
    <dgm:cxn modelId="{05D1B019-AAF9-4229-BCA4-E0FEEEEB64C3}" type="presParOf" srcId="{75DF0A48-BCFF-4FC2-A5C1-7A0C0CFF16C6}" destId="{C5635514-A1AA-460A-B6E6-7CBA05937F98}" srcOrd="0" destOrd="0" presId="urn:microsoft.com/office/officeart/2005/8/layout/cycle4"/>
    <dgm:cxn modelId="{06726975-D8A0-4BC3-BB56-D7277B3D964C}" type="presParOf" srcId="{75DF0A48-BCFF-4FC2-A5C1-7A0C0CFF16C6}" destId="{246A39C1-2947-4B87-B14B-941C077C43E1}" srcOrd="1" destOrd="0" presId="urn:microsoft.com/office/officeart/2005/8/layout/cycle4"/>
    <dgm:cxn modelId="{26E508F3-ADBD-478D-BC8A-58CD410EA264}" type="presParOf" srcId="{5DBD6D75-2E6D-4A7D-BC99-67426076D9B8}" destId="{6A55A5A1-B526-495E-9782-2F53C3DD3246}" srcOrd="4" destOrd="0" presId="urn:microsoft.com/office/officeart/2005/8/layout/cycle4"/>
    <dgm:cxn modelId="{8E0CD660-7AC8-481E-AFB1-297E0AD1BBB8}" type="presParOf" srcId="{50729599-BF04-48D1-A11F-C86CB0246C33}" destId="{50CD3461-DF8E-4CFB-AE1E-DDE4A9F8984C}" srcOrd="1" destOrd="0" presId="urn:microsoft.com/office/officeart/2005/8/layout/cycle4"/>
    <dgm:cxn modelId="{B41D4605-5011-41F0-820C-EF51D2381957}" type="presParOf" srcId="{50CD3461-DF8E-4CFB-AE1E-DDE4A9F8984C}" destId="{3B24D1B4-402E-47F7-8D84-45FD1C1E82E9}" srcOrd="0" destOrd="0" presId="urn:microsoft.com/office/officeart/2005/8/layout/cycle4"/>
    <dgm:cxn modelId="{897F38C3-BD1D-4DEA-97A1-81590C1F959B}" type="presParOf" srcId="{50CD3461-DF8E-4CFB-AE1E-DDE4A9F8984C}" destId="{4487BA5C-07BD-4AAF-9345-C4016B41B800}" srcOrd="1" destOrd="0" presId="urn:microsoft.com/office/officeart/2005/8/layout/cycle4"/>
    <dgm:cxn modelId="{EF5EED14-9E58-4822-80C9-289D5F15F1AA}" type="presParOf" srcId="{50CD3461-DF8E-4CFB-AE1E-DDE4A9F8984C}" destId="{72FD0D42-ABF8-4D63-9953-C6B84E522EC8}" srcOrd="2" destOrd="0" presId="urn:microsoft.com/office/officeart/2005/8/layout/cycle4"/>
    <dgm:cxn modelId="{95AD2803-0610-428B-8EC9-999FE6564EE8}" type="presParOf" srcId="{50CD3461-DF8E-4CFB-AE1E-DDE4A9F8984C}" destId="{7DE18523-9D88-4BED-BEBD-DDFC563895B2}" srcOrd="3" destOrd="0" presId="urn:microsoft.com/office/officeart/2005/8/layout/cycle4"/>
    <dgm:cxn modelId="{A0364B81-93C6-4E4D-86B0-CA54145EF0E6}" type="presParOf" srcId="{50CD3461-DF8E-4CFB-AE1E-DDE4A9F8984C}" destId="{B8CA3143-F56F-4038-93B0-884CA5421F14}" srcOrd="4" destOrd="0" presId="urn:microsoft.com/office/officeart/2005/8/layout/cycle4"/>
    <dgm:cxn modelId="{ED9E24E0-3D74-4095-AABB-EBFC3170DB48}" type="presParOf" srcId="{50729599-BF04-48D1-A11F-C86CB0246C33}" destId="{E486051A-E5EE-4981-BFD1-11E725C48180}" srcOrd="2" destOrd="0" presId="urn:microsoft.com/office/officeart/2005/8/layout/cycle4"/>
    <dgm:cxn modelId="{BFD61615-01CE-44B0-9714-23412197E827}" type="presParOf" srcId="{50729599-BF04-48D1-A11F-C86CB0246C33}" destId="{E1E34BBD-190C-4014-A2B1-6C5A100B5FF4}" srcOrd="3" destOrd="0" presId="urn:microsoft.com/office/officeart/2005/8/layout/cycle4"/>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32.xml><?xml version="1.0" encoding="utf-8"?>
<dgm:dataModel xmlns:dgm="http://schemas.openxmlformats.org/drawingml/2006/diagram" xmlns:a="http://schemas.openxmlformats.org/drawingml/2006/main">
  <dgm:ptLst>
    <dgm:pt modelId="{B9C32B05-62EA-407A-B21C-2310C7945705}" type="doc">
      <dgm:prSet loTypeId="urn:microsoft.com/office/officeart/2005/8/layout/pyramid1" loCatId="pyramid" qsTypeId="urn:microsoft.com/office/officeart/2005/8/quickstyle/simple4" qsCatId="simple" csTypeId="urn:microsoft.com/office/officeart/2005/8/colors/colorful1" csCatId="colorful" phldr="1"/>
      <dgm:spPr/>
      <dgm:t>
        <a:bodyPr/>
        <a:lstStyle/>
        <a:p>
          <a:endParaRPr lang="en-US"/>
        </a:p>
      </dgm:t>
    </dgm:pt>
    <dgm:pt modelId="{8EA7219F-BDB2-48EB-9EEB-3133522D132E}">
      <dgm:prSet phldrT="[Text]"/>
      <dgm:spPr/>
      <dgm:t>
        <a:bodyPr/>
        <a:lstStyle/>
        <a:p>
          <a:r>
            <a:rPr lang="en-US" dirty="0">
              <a:solidFill>
                <a:schemeClr val="tx2"/>
              </a:solidFill>
            </a:rPr>
            <a:t>Lorem Ipsum</a:t>
          </a:r>
        </a:p>
      </dgm:t>
    </dgm:pt>
    <dgm:pt modelId="{3EE8403A-CB7C-4815-85BD-AEBCAEB71B37}" type="parTrans" cxnId="{58AD7EEF-D408-406B-87EE-4691D4C30668}">
      <dgm:prSet/>
      <dgm:spPr/>
      <dgm:t>
        <a:bodyPr/>
        <a:lstStyle/>
        <a:p>
          <a:endParaRPr lang="en-US">
            <a:solidFill>
              <a:schemeClr val="tx2"/>
            </a:solidFill>
          </a:endParaRPr>
        </a:p>
      </dgm:t>
    </dgm:pt>
    <dgm:pt modelId="{C94B7947-85DC-4B21-BB99-DF8438356F98}" type="sibTrans" cxnId="{58AD7EEF-D408-406B-87EE-4691D4C30668}">
      <dgm:prSet/>
      <dgm:spPr/>
      <dgm:t>
        <a:bodyPr/>
        <a:lstStyle/>
        <a:p>
          <a:endParaRPr lang="en-US">
            <a:solidFill>
              <a:schemeClr val="tx2"/>
            </a:solidFill>
          </a:endParaRPr>
        </a:p>
      </dgm:t>
    </dgm:pt>
    <dgm:pt modelId="{DDE0D928-D49D-4A27-8E92-3130B9320568}">
      <dgm:prSet phldrT="[Text]"/>
      <dgm:spPr/>
      <dgm:t>
        <a:bodyPr/>
        <a:lstStyle/>
        <a:p>
          <a:r>
            <a:rPr lang="en-US" dirty="0">
              <a:solidFill>
                <a:schemeClr val="tx2"/>
              </a:solidFill>
            </a:rPr>
            <a:t>Some text here</a:t>
          </a:r>
        </a:p>
      </dgm:t>
    </dgm:pt>
    <dgm:pt modelId="{BD8A01E6-DCFB-4634-AA12-EAF5B15F9CCB}" type="parTrans" cxnId="{2709EABC-E6A1-4AF4-BB66-635BCC932127}">
      <dgm:prSet/>
      <dgm:spPr/>
      <dgm:t>
        <a:bodyPr/>
        <a:lstStyle/>
        <a:p>
          <a:endParaRPr lang="en-US">
            <a:solidFill>
              <a:schemeClr val="tx2"/>
            </a:solidFill>
          </a:endParaRPr>
        </a:p>
      </dgm:t>
    </dgm:pt>
    <dgm:pt modelId="{4311EAF2-34EE-4C77-BBCA-D60A3715C931}" type="sibTrans" cxnId="{2709EABC-E6A1-4AF4-BB66-635BCC932127}">
      <dgm:prSet/>
      <dgm:spPr/>
      <dgm:t>
        <a:bodyPr/>
        <a:lstStyle/>
        <a:p>
          <a:endParaRPr lang="en-US">
            <a:solidFill>
              <a:schemeClr val="tx2"/>
            </a:solidFill>
          </a:endParaRPr>
        </a:p>
      </dgm:t>
    </dgm:pt>
    <dgm:pt modelId="{B541EF06-6AA3-4CD0-BE10-9D0721126465}">
      <dgm:prSet phldrT="[Text]"/>
      <dgm:spPr/>
      <dgm:t>
        <a:bodyPr/>
        <a:lstStyle/>
        <a:p>
          <a:r>
            <a:rPr lang="en-US" dirty="0">
              <a:solidFill>
                <a:schemeClr val="tx2"/>
              </a:solidFill>
            </a:rPr>
            <a:t>Some text here</a:t>
          </a:r>
        </a:p>
      </dgm:t>
    </dgm:pt>
    <dgm:pt modelId="{D3B9F6DE-F355-4438-B611-99DABECA3CA7}" type="parTrans" cxnId="{DB22639E-D3D1-4F31-9B13-E8C39C3DCCCA}">
      <dgm:prSet/>
      <dgm:spPr/>
      <dgm:t>
        <a:bodyPr/>
        <a:lstStyle/>
        <a:p>
          <a:endParaRPr lang="en-US">
            <a:solidFill>
              <a:schemeClr val="tx2"/>
            </a:solidFill>
          </a:endParaRPr>
        </a:p>
      </dgm:t>
    </dgm:pt>
    <dgm:pt modelId="{12DEBDC3-2F5F-4250-A604-E7BE4C84BAFB}" type="sibTrans" cxnId="{DB22639E-D3D1-4F31-9B13-E8C39C3DCCCA}">
      <dgm:prSet/>
      <dgm:spPr/>
      <dgm:t>
        <a:bodyPr/>
        <a:lstStyle/>
        <a:p>
          <a:endParaRPr lang="en-US">
            <a:solidFill>
              <a:schemeClr val="tx2"/>
            </a:solidFill>
          </a:endParaRPr>
        </a:p>
      </dgm:t>
    </dgm:pt>
    <dgm:pt modelId="{F31073FB-4DE8-464D-9820-AF4A4FCE948E}">
      <dgm:prSet phldrT="[Text]"/>
      <dgm:spPr/>
      <dgm:t>
        <a:bodyPr/>
        <a:lstStyle/>
        <a:p>
          <a:r>
            <a:rPr lang="en-US" dirty="0">
              <a:solidFill>
                <a:schemeClr val="tx2"/>
              </a:solidFill>
            </a:rPr>
            <a:t>Some text here</a:t>
          </a:r>
        </a:p>
      </dgm:t>
    </dgm:pt>
    <dgm:pt modelId="{2466C803-23FE-4986-B400-AE9AC9B0E46B}" type="parTrans" cxnId="{D5C184B1-1C37-4901-BCB8-582F9B7E7986}">
      <dgm:prSet/>
      <dgm:spPr/>
      <dgm:t>
        <a:bodyPr/>
        <a:lstStyle/>
        <a:p>
          <a:endParaRPr lang="en-US">
            <a:solidFill>
              <a:schemeClr val="tx2"/>
            </a:solidFill>
          </a:endParaRPr>
        </a:p>
      </dgm:t>
    </dgm:pt>
    <dgm:pt modelId="{F9FE457D-D34B-470C-A01A-52558BE72AF2}" type="sibTrans" cxnId="{D5C184B1-1C37-4901-BCB8-582F9B7E7986}">
      <dgm:prSet/>
      <dgm:spPr/>
      <dgm:t>
        <a:bodyPr/>
        <a:lstStyle/>
        <a:p>
          <a:endParaRPr lang="en-US">
            <a:solidFill>
              <a:schemeClr val="tx2"/>
            </a:solidFill>
          </a:endParaRPr>
        </a:p>
      </dgm:t>
    </dgm:pt>
    <dgm:pt modelId="{F3FA86F7-575E-4FDD-B637-1D7276F725A4}">
      <dgm:prSet phldrT="[Text]"/>
      <dgm:spPr/>
      <dgm:t>
        <a:bodyPr/>
        <a:lstStyle/>
        <a:p>
          <a:r>
            <a:rPr lang="en-US">
              <a:solidFill>
                <a:schemeClr val="tx2"/>
              </a:solidFill>
            </a:rPr>
            <a:t>Lorem Ipsum</a:t>
          </a:r>
          <a:endParaRPr lang="en-US" dirty="0">
            <a:solidFill>
              <a:schemeClr val="tx2"/>
            </a:solidFill>
          </a:endParaRPr>
        </a:p>
      </dgm:t>
    </dgm:pt>
    <dgm:pt modelId="{192CD16B-FA85-49AB-96EA-80094BA41ED5}" type="parTrans" cxnId="{B38DB338-3B1E-4324-A45E-8025E9D81450}">
      <dgm:prSet/>
      <dgm:spPr/>
      <dgm:t>
        <a:bodyPr/>
        <a:lstStyle/>
        <a:p>
          <a:endParaRPr lang="en-US">
            <a:solidFill>
              <a:schemeClr val="tx2"/>
            </a:solidFill>
          </a:endParaRPr>
        </a:p>
      </dgm:t>
    </dgm:pt>
    <dgm:pt modelId="{BEF45895-E33A-456A-85CE-5D5DFC2CF2C9}" type="sibTrans" cxnId="{B38DB338-3B1E-4324-A45E-8025E9D81450}">
      <dgm:prSet/>
      <dgm:spPr/>
      <dgm:t>
        <a:bodyPr/>
        <a:lstStyle/>
        <a:p>
          <a:endParaRPr lang="en-US">
            <a:solidFill>
              <a:schemeClr val="tx2"/>
            </a:solidFill>
          </a:endParaRPr>
        </a:p>
      </dgm:t>
    </dgm:pt>
    <dgm:pt modelId="{8BA28110-3C4D-4B65-A456-1880B9B8C044}">
      <dgm:prSet phldrT="[Text]"/>
      <dgm:spPr/>
      <dgm:t>
        <a:bodyPr/>
        <a:lstStyle/>
        <a:p>
          <a:r>
            <a:rPr lang="en-US" dirty="0">
              <a:solidFill>
                <a:schemeClr val="tx2"/>
              </a:solidFill>
            </a:rPr>
            <a:t>Some text here</a:t>
          </a:r>
        </a:p>
      </dgm:t>
    </dgm:pt>
    <dgm:pt modelId="{92633400-0D09-4796-9848-67220ABE14A1}" type="parTrans" cxnId="{1D896142-E250-41E4-8577-114DB897E5B3}">
      <dgm:prSet/>
      <dgm:spPr/>
      <dgm:t>
        <a:bodyPr/>
        <a:lstStyle/>
        <a:p>
          <a:endParaRPr lang="en-US">
            <a:solidFill>
              <a:schemeClr val="tx2"/>
            </a:solidFill>
          </a:endParaRPr>
        </a:p>
      </dgm:t>
    </dgm:pt>
    <dgm:pt modelId="{AADC4A7F-BF6D-4764-B281-1669C0CA9F6D}" type="sibTrans" cxnId="{1D896142-E250-41E4-8577-114DB897E5B3}">
      <dgm:prSet/>
      <dgm:spPr/>
      <dgm:t>
        <a:bodyPr/>
        <a:lstStyle/>
        <a:p>
          <a:endParaRPr lang="en-US">
            <a:solidFill>
              <a:schemeClr val="tx2"/>
            </a:solidFill>
          </a:endParaRPr>
        </a:p>
      </dgm:t>
    </dgm:pt>
    <dgm:pt modelId="{4BB72ECC-9A10-4422-873F-F9D2190BC89D}">
      <dgm:prSet phldrT="[Text]"/>
      <dgm:spPr/>
      <dgm:t>
        <a:bodyPr/>
        <a:lstStyle/>
        <a:p>
          <a:r>
            <a:rPr lang="en-US" dirty="0">
              <a:solidFill>
                <a:schemeClr val="tx2"/>
              </a:solidFill>
            </a:rPr>
            <a:t>Some text here</a:t>
          </a:r>
        </a:p>
      </dgm:t>
    </dgm:pt>
    <dgm:pt modelId="{4EA7BD02-E357-415A-AEC5-B9804F405522}" type="parTrans" cxnId="{FE6E4ECC-0578-4941-A413-24B2649ADBD2}">
      <dgm:prSet/>
      <dgm:spPr/>
      <dgm:t>
        <a:bodyPr/>
        <a:lstStyle/>
        <a:p>
          <a:endParaRPr lang="en-US">
            <a:solidFill>
              <a:schemeClr val="tx2"/>
            </a:solidFill>
          </a:endParaRPr>
        </a:p>
      </dgm:t>
    </dgm:pt>
    <dgm:pt modelId="{BE158219-2DEC-4CC5-92AC-DC280F738D1B}" type="sibTrans" cxnId="{FE6E4ECC-0578-4941-A413-24B2649ADBD2}">
      <dgm:prSet/>
      <dgm:spPr/>
      <dgm:t>
        <a:bodyPr/>
        <a:lstStyle/>
        <a:p>
          <a:endParaRPr lang="en-US">
            <a:solidFill>
              <a:schemeClr val="tx2"/>
            </a:solidFill>
          </a:endParaRPr>
        </a:p>
      </dgm:t>
    </dgm:pt>
    <dgm:pt modelId="{8F5F7A12-F3C5-450F-873B-BA0A586AD6D2}">
      <dgm:prSet phldrT="[Text]"/>
      <dgm:spPr/>
      <dgm:t>
        <a:bodyPr/>
        <a:lstStyle/>
        <a:p>
          <a:r>
            <a:rPr lang="en-US" dirty="0">
              <a:solidFill>
                <a:schemeClr val="tx2"/>
              </a:solidFill>
            </a:rPr>
            <a:t>Some text here</a:t>
          </a:r>
        </a:p>
      </dgm:t>
    </dgm:pt>
    <dgm:pt modelId="{827354CD-87F6-4B67-BCDA-B80B618796FF}" type="parTrans" cxnId="{4C62A048-69B6-411A-9836-A7D7DB9461E3}">
      <dgm:prSet/>
      <dgm:spPr/>
      <dgm:t>
        <a:bodyPr/>
        <a:lstStyle/>
        <a:p>
          <a:endParaRPr lang="en-US">
            <a:solidFill>
              <a:schemeClr val="tx2"/>
            </a:solidFill>
          </a:endParaRPr>
        </a:p>
      </dgm:t>
    </dgm:pt>
    <dgm:pt modelId="{93D68E33-C66F-45D0-AC53-74CEE70C5804}" type="sibTrans" cxnId="{4C62A048-69B6-411A-9836-A7D7DB9461E3}">
      <dgm:prSet/>
      <dgm:spPr/>
      <dgm:t>
        <a:bodyPr/>
        <a:lstStyle/>
        <a:p>
          <a:endParaRPr lang="en-US">
            <a:solidFill>
              <a:schemeClr val="tx2"/>
            </a:solidFill>
          </a:endParaRPr>
        </a:p>
      </dgm:t>
    </dgm:pt>
    <dgm:pt modelId="{8D3744A8-1883-4930-8E0D-B57E26D003C6}">
      <dgm:prSet phldrT="[Text]"/>
      <dgm:spPr/>
      <dgm:t>
        <a:bodyPr/>
        <a:lstStyle/>
        <a:p>
          <a:r>
            <a:rPr lang="en-US">
              <a:solidFill>
                <a:schemeClr val="tx2"/>
              </a:solidFill>
            </a:rPr>
            <a:t>Lorem Ipsum</a:t>
          </a:r>
          <a:endParaRPr lang="en-US" dirty="0">
            <a:solidFill>
              <a:schemeClr val="tx2"/>
            </a:solidFill>
          </a:endParaRPr>
        </a:p>
      </dgm:t>
    </dgm:pt>
    <dgm:pt modelId="{AC9EAF57-EBF1-4FB7-8ED0-6ECFF59ADE74}" type="parTrans" cxnId="{C8FCCD3C-805E-4A27-964D-25DE1206ADCA}">
      <dgm:prSet/>
      <dgm:spPr/>
      <dgm:t>
        <a:bodyPr/>
        <a:lstStyle/>
        <a:p>
          <a:endParaRPr lang="en-US">
            <a:solidFill>
              <a:schemeClr val="tx2"/>
            </a:solidFill>
          </a:endParaRPr>
        </a:p>
      </dgm:t>
    </dgm:pt>
    <dgm:pt modelId="{D40CF7D9-D0C3-4084-8D2D-359654C28D0F}" type="sibTrans" cxnId="{C8FCCD3C-805E-4A27-964D-25DE1206ADCA}">
      <dgm:prSet/>
      <dgm:spPr/>
      <dgm:t>
        <a:bodyPr/>
        <a:lstStyle/>
        <a:p>
          <a:endParaRPr lang="en-US">
            <a:solidFill>
              <a:schemeClr val="tx2"/>
            </a:solidFill>
          </a:endParaRPr>
        </a:p>
      </dgm:t>
    </dgm:pt>
    <dgm:pt modelId="{D8973F44-FCAF-442F-8783-A2866965AAB6}">
      <dgm:prSet phldrT="[Text]"/>
      <dgm:spPr/>
      <dgm:t>
        <a:bodyPr/>
        <a:lstStyle/>
        <a:p>
          <a:r>
            <a:rPr lang="en-US" dirty="0">
              <a:solidFill>
                <a:schemeClr val="tx2"/>
              </a:solidFill>
            </a:rPr>
            <a:t>Some text here</a:t>
          </a:r>
        </a:p>
      </dgm:t>
    </dgm:pt>
    <dgm:pt modelId="{9EAF4DA5-D298-43E0-A006-BCCDFAE7E227}" type="parTrans" cxnId="{415456D2-5524-4ED8-BB57-0C45DD400A8A}">
      <dgm:prSet/>
      <dgm:spPr/>
      <dgm:t>
        <a:bodyPr/>
        <a:lstStyle/>
        <a:p>
          <a:endParaRPr lang="en-US">
            <a:solidFill>
              <a:schemeClr val="tx2"/>
            </a:solidFill>
          </a:endParaRPr>
        </a:p>
      </dgm:t>
    </dgm:pt>
    <dgm:pt modelId="{CB1C23B7-F69D-48F6-BA22-0FD16D3A82BE}" type="sibTrans" cxnId="{415456D2-5524-4ED8-BB57-0C45DD400A8A}">
      <dgm:prSet/>
      <dgm:spPr/>
      <dgm:t>
        <a:bodyPr/>
        <a:lstStyle/>
        <a:p>
          <a:endParaRPr lang="en-US">
            <a:solidFill>
              <a:schemeClr val="tx2"/>
            </a:solidFill>
          </a:endParaRPr>
        </a:p>
      </dgm:t>
    </dgm:pt>
    <dgm:pt modelId="{15827902-481B-4BC7-9742-1424127F80C7}">
      <dgm:prSet phldrT="[Text]"/>
      <dgm:spPr/>
      <dgm:t>
        <a:bodyPr/>
        <a:lstStyle/>
        <a:p>
          <a:r>
            <a:rPr lang="en-US" dirty="0">
              <a:solidFill>
                <a:schemeClr val="tx2"/>
              </a:solidFill>
            </a:rPr>
            <a:t>Some text here</a:t>
          </a:r>
        </a:p>
      </dgm:t>
    </dgm:pt>
    <dgm:pt modelId="{218CE1A8-CAC8-40C9-AB4A-0EC10272E613}" type="parTrans" cxnId="{B54F029F-6D1A-4B09-BE05-DCCE6E369E78}">
      <dgm:prSet/>
      <dgm:spPr/>
      <dgm:t>
        <a:bodyPr/>
        <a:lstStyle/>
        <a:p>
          <a:endParaRPr lang="en-US">
            <a:solidFill>
              <a:schemeClr val="tx2"/>
            </a:solidFill>
          </a:endParaRPr>
        </a:p>
      </dgm:t>
    </dgm:pt>
    <dgm:pt modelId="{2064A3C4-F1F9-41C6-8921-0C5E729B95C7}" type="sibTrans" cxnId="{B54F029F-6D1A-4B09-BE05-DCCE6E369E78}">
      <dgm:prSet/>
      <dgm:spPr/>
      <dgm:t>
        <a:bodyPr/>
        <a:lstStyle/>
        <a:p>
          <a:endParaRPr lang="en-US">
            <a:solidFill>
              <a:schemeClr val="tx2"/>
            </a:solidFill>
          </a:endParaRPr>
        </a:p>
      </dgm:t>
    </dgm:pt>
    <dgm:pt modelId="{C75C0193-7917-453C-A980-7A8298437657}">
      <dgm:prSet phldrT="[Text]"/>
      <dgm:spPr/>
      <dgm:t>
        <a:bodyPr/>
        <a:lstStyle/>
        <a:p>
          <a:r>
            <a:rPr lang="en-US" dirty="0">
              <a:solidFill>
                <a:schemeClr val="tx2"/>
              </a:solidFill>
            </a:rPr>
            <a:t>Some text here</a:t>
          </a:r>
        </a:p>
      </dgm:t>
    </dgm:pt>
    <dgm:pt modelId="{038C8C10-BB59-4124-99E8-F8D05DDECC53}" type="parTrans" cxnId="{196E93E5-2489-4910-89A7-29DD6C91275B}">
      <dgm:prSet/>
      <dgm:spPr/>
      <dgm:t>
        <a:bodyPr/>
        <a:lstStyle/>
        <a:p>
          <a:endParaRPr lang="en-US">
            <a:solidFill>
              <a:schemeClr val="tx2"/>
            </a:solidFill>
          </a:endParaRPr>
        </a:p>
      </dgm:t>
    </dgm:pt>
    <dgm:pt modelId="{DF7405E6-F1E4-47A6-9C7F-01999F9F25F0}" type="sibTrans" cxnId="{196E93E5-2489-4910-89A7-29DD6C91275B}">
      <dgm:prSet/>
      <dgm:spPr/>
      <dgm:t>
        <a:bodyPr/>
        <a:lstStyle/>
        <a:p>
          <a:endParaRPr lang="en-US">
            <a:solidFill>
              <a:schemeClr val="tx2"/>
            </a:solidFill>
          </a:endParaRPr>
        </a:p>
      </dgm:t>
    </dgm:pt>
    <dgm:pt modelId="{BB36F745-62BA-4892-99D7-E4239B0F3843}">
      <dgm:prSet phldrT="[Text]"/>
      <dgm:spPr/>
      <dgm:t>
        <a:bodyPr/>
        <a:lstStyle/>
        <a:p>
          <a:r>
            <a:rPr lang="en-US" dirty="0">
              <a:solidFill>
                <a:schemeClr val="bg1"/>
              </a:solidFill>
            </a:rPr>
            <a:t>Lorem Ipsum</a:t>
          </a:r>
        </a:p>
      </dgm:t>
    </dgm:pt>
    <dgm:pt modelId="{CE269D49-A2E4-44F1-A948-9BE1FE5D6140}" type="parTrans" cxnId="{C96A1F07-338B-48CD-B344-80BE34A6C9DF}">
      <dgm:prSet/>
      <dgm:spPr/>
      <dgm:t>
        <a:bodyPr/>
        <a:lstStyle/>
        <a:p>
          <a:endParaRPr lang="en-US">
            <a:solidFill>
              <a:schemeClr val="tx2"/>
            </a:solidFill>
          </a:endParaRPr>
        </a:p>
      </dgm:t>
    </dgm:pt>
    <dgm:pt modelId="{5CE5B550-A310-4948-9BA1-267AF81C5FA4}" type="sibTrans" cxnId="{C96A1F07-338B-48CD-B344-80BE34A6C9DF}">
      <dgm:prSet/>
      <dgm:spPr/>
      <dgm:t>
        <a:bodyPr/>
        <a:lstStyle/>
        <a:p>
          <a:endParaRPr lang="en-US">
            <a:solidFill>
              <a:schemeClr val="tx2"/>
            </a:solidFill>
          </a:endParaRPr>
        </a:p>
      </dgm:t>
    </dgm:pt>
    <dgm:pt modelId="{B0A5C91A-6241-4BED-82F0-B735EBACD6B9}">
      <dgm:prSet phldrT="[Text]"/>
      <dgm:spPr/>
      <dgm:t>
        <a:bodyPr/>
        <a:lstStyle/>
        <a:p>
          <a:r>
            <a:rPr lang="en-US" dirty="0">
              <a:solidFill>
                <a:schemeClr val="tx2"/>
              </a:solidFill>
            </a:rPr>
            <a:t>Some text here</a:t>
          </a:r>
        </a:p>
      </dgm:t>
    </dgm:pt>
    <dgm:pt modelId="{11A957F9-0D29-4041-BB96-258FC96AFB4D}" type="parTrans" cxnId="{E39A793C-A4E9-4DE4-882C-FEA2BEB8896B}">
      <dgm:prSet/>
      <dgm:spPr/>
      <dgm:t>
        <a:bodyPr/>
        <a:lstStyle/>
        <a:p>
          <a:endParaRPr lang="en-US">
            <a:solidFill>
              <a:schemeClr val="tx2"/>
            </a:solidFill>
          </a:endParaRPr>
        </a:p>
      </dgm:t>
    </dgm:pt>
    <dgm:pt modelId="{80537C20-BA35-41C8-987F-0C39B9782FD4}" type="sibTrans" cxnId="{E39A793C-A4E9-4DE4-882C-FEA2BEB8896B}">
      <dgm:prSet/>
      <dgm:spPr/>
      <dgm:t>
        <a:bodyPr/>
        <a:lstStyle/>
        <a:p>
          <a:endParaRPr lang="en-US">
            <a:solidFill>
              <a:schemeClr val="tx2"/>
            </a:solidFill>
          </a:endParaRPr>
        </a:p>
      </dgm:t>
    </dgm:pt>
    <dgm:pt modelId="{84392BDD-B9A6-4322-BDAF-479CDA7E2872}">
      <dgm:prSet phldrT="[Text]"/>
      <dgm:spPr/>
      <dgm:t>
        <a:bodyPr/>
        <a:lstStyle/>
        <a:p>
          <a:r>
            <a:rPr lang="en-US" dirty="0">
              <a:solidFill>
                <a:schemeClr val="tx2"/>
              </a:solidFill>
            </a:rPr>
            <a:t>Some text here</a:t>
          </a:r>
        </a:p>
      </dgm:t>
    </dgm:pt>
    <dgm:pt modelId="{A2A9E81C-34C6-43FB-A3D8-DC62DB0EE13E}" type="parTrans" cxnId="{50942319-E7A4-4A2C-91C6-CA4C21A1044C}">
      <dgm:prSet/>
      <dgm:spPr/>
      <dgm:t>
        <a:bodyPr/>
        <a:lstStyle/>
        <a:p>
          <a:endParaRPr lang="en-US">
            <a:solidFill>
              <a:schemeClr val="tx2"/>
            </a:solidFill>
          </a:endParaRPr>
        </a:p>
      </dgm:t>
    </dgm:pt>
    <dgm:pt modelId="{85BB70D0-AB27-4990-BD8D-D4B81FFE3328}" type="sibTrans" cxnId="{50942319-E7A4-4A2C-91C6-CA4C21A1044C}">
      <dgm:prSet/>
      <dgm:spPr/>
      <dgm:t>
        <a:bodyPr/>
        <a:lstStyle/>
        <a:p>
          <a:endParaRPr lang="en-US">
            <a:solidFill>
              <a:schemeClr val="tx2"/>
            </a:solidFill>
          </a:endParaRPr>
        </a:p>
      </dgm:t>
    </dgm:pt>
    <dgm:pt modelId="{3D66B052-6203-4E3F-80B6-7ECC2EDA49A4}">
      <dgm:prSet phldrT="[Text]"/>
      <dgm:spPr/>
      <dgm:t>
        <a:bodyPr/>
        <a:lstStyle/>
        <a:p>
          <a:r>
            <a:rPr lang="en-US" dirty="0">
              <a:solidFill>
                <a:schemeClr val="tx2"/>
              </a:solidFill>
            </a:rPr>
            <a:t>Some text here</a:t>
          </a:r>
        </a:p>
      </dgm:t>
    </dgm:pt>
    <dgm:pt modelId="{EFB28557-D8D6-4DDE-A896-5F13EB5BA849}" type="parTrans" cxnId="{FF6784C2-A2C9-4778-94B1-50E85D4629F0}">
      <dgm:prSet/>
      <dgm:spPr/>
      <dgm:t>
        <a:bodyPr/>
        <a:lstStyle/>
        <a:p>
          <a:endParaRPr lang="en-US">
            <a:solidFill>
              <a:schemeClr val="tx2"/>
            </a:solidFill>
          </a:endParaRPr>
        </a:p>
      </dgm:t>
    </dgm:pt>
    <dgm:pt modelId="{D9C60591-0FD9-4663-8376-7F3BD831B3D7}" type="sibTrans" cxnId="{FF6784C2-A2C9-4778-94B1-50E85D4629F0}">
      <dgm:prSet/>
      <dgm:spPr/>
      <dgm:t>
        <a:bodyPr/>
        <a:lstStyle/>
        <a:p>
          <a:endParaRPr lang="en-US">
            <a:solidFill>
              <a:schemeClr val="tx2"/>
            </a:solidFill>
          </a:endParaRPr>
        </a:p>
      </dgm:t>
    </dgm:pt>
    <dgm:pt modelId="{78982A53-F6C4-4B55-824B-B18DB39F49C2}" type="pres">
      <dgm:prSet presAssocID="{B9C32B05-62EA-407A-B21C-2310C7945705}" presName="Name0" presStyleCnt="0">
        <dgm:presLayoutVars>
          <dgm:dir/>
          <dgm:animLvl val="lvl"/>
          <dgm:resizeHandles val="exact"/>
        </dgm:presLayoutVars>
      </dgm:prSet>
      <dgm:spPr/>
    </dgm:pt>
    <dgm:pt modelId="{882423C8-4D64-441A-B270-95B801E5DB78}" type="pres">
      <dgm:prSet presAssocID="{8EA7219F-BDB2-48EB-9EEB-3133522D132E}" presName="Name8" presStyleCnt="0"/>
      <dgm:spPr/>
    </dgm:pt>
    <dgm:pt modelId="{61EC955E-7635-42CC-B82E-C143CA823C99}" type="pres">
      <dgm:prSet presAssocID="{8EA7219F-BDB2-48EB-9EEB-3133522D132E}" presName="acctBkgd" presStyleLbl="alignAcc1" presStyleIdx="0" presStyleCnt="4"/>
      <dgm:spPr/>
    </dgm:pt>
    <dgm:pt modelId="{9D4C14B9-743C-4A56-BEBA-2FF296A3248B}" type="pres">
      <dgm:prSet presAssocID="{8EA7219F-BDB2-48EB-9EEB-3133522D132E}" presName="acctTx" presStyleLbl="alignAcc1" presStyleIdx="0" presStyleCnt="4">
        <dgm:presLayoutVars>
          <dgm:bulletEnabled val="1"/>
        </dgm:presLayoutVars>
      </dgm:prSet>
      <dgm:spPr/>
    </dgm:pt>
    <dgm:pt modelId="{1D04402F-BC84-4235-9E7D-294BB1C1B30C}" type="pres">
      <dgm:prSet presAssocID="{8EA7219F-BDB2-48EB-9EEB-3133522D132E}" presName="level" presStyleLbl="node1" presStyleIdx="0" presStyleCnt="4">
        <dgm:presLayoutVars>
          <dgm:chMax val="1"/>
          <dgm:bulletEnabled val="1"/>
        </dgm:presLayoutVars>
      </dgm:prSet>
      <dgm:spPr/>
    </dgm:pt>
    <dgm:pt modelId="{5453ED05-FC45-48AC-B8D9-7008A4426A92}" type="pres">
      <dgm:prSet presAssocID="{8EA7219F-BDB2-48EB-9EEB-3133522D132E}" presName="levelTx" presStyleLbl="revTx" presStyleIdx="0" presStyleCnt="0">
        <dgm:presLayoutVars>
          <dgm:chMax val="1"/>
          <dgm:bulletEnabled val="1"/>
        </dgm:presLayoutVars>
      </dgm:prSet>
      <dgm:spPr/>
    </dgm:pt>
    <dgm:pt modelId="{8616F817-1E37-41E1-A678-D2341BC27BEF}" type="pres">
      <dgm:prSet presAssocID="{F3FA86F7-575E-4FDD-B637-1D7276F725A4}" presName="Name8" presStyleCnt="0"/>
      <dgm:spPr/>
    </dgm:pt>
    <dgm:pt modelId="{9F24B008-450A-45DB-B2A0-0CE79CB78986}" type="pres">
      <dgm:prSet presAssocID="{F3FA86F7-575E-4FDD-B637-1D7276F725A4}" presName="acctBkgd" presStyleLbl="alignAcc1" presStyleIdx="1" presStyleCnt="4"/>
      <dgm:spPr/>
    </dgm:pt>
    <dgm:pt modelId="{2E31C90C-81E8-40EB-B33E-CEF4C49D92EC}" type="pres">
      <dgm:prSet presAssocID="{F3FA86F7-575E-4FDD-B637-1D7276F725A4}" presName="acctTx" presStyleLbl="alignAcc1" presStyleIdx="1" presStyleCnt="4">
        <dgm:presLayoutVars>
          <dgm:bulletEnabled val="1"/>
        </dgm:presLayoutVars>
      </dgm:prSet>
      <dgm:spPr/>
    </dgm:pt>
    <dgm:pt modelId="{6F4EDAC0-2449-4BF4-9070-F72FB19FA89A}" type="pres">
      <dgm:prSet presAssocID="{F3FA86F7-575E-4FDD-B637-1D7276F725A4}" presName="level" presStyleLbl="node1" presStyleIdx="1" presStyleCnt="4">
        <dgm:presLayoutVars>
          <dgm:chMax val="1"/>
          <dgm:bulletEnabled val="1"/>
        </dgm:presLayoutVars>
      </dgm:prSet>
      <dgm:spPr/>
    </dgm:pt>
    <dgm:pt modelId="{3033D730-56A7-4E8F-BB9F-E232AFE6F3D3}" type="pres">
      <dgm:prSet presAssocID="{F3FA86F7-575E-4FDD-B637-1D7276F725A4}" presName="levelTx" presStyleLbl="revTx" presStyleIdx="0" presStyleCnt="0">
        <dgm:presLayoutVars>
          <dgm:chMax val="1"/>
          <dgm:bulletEnabled val="1"/>
        </dgm:presLayoutVars>
      </dgm:prSet>
      <dgm:spPr/>
    </dgm:pt>
    <dgm:pt modelId="{5B157868-7CAD-443F-BFCE-7C6AABC003F9}" type="pres">
      <dgm:prSet presAssocID="{8D3744A8-1883-4930-8E0D-B57E26D003C6}" presName="Name8" presStyleCnt="0"/>
      <dgm:spPr/>
    </dgm:pt>
    <dgm:pt modelId="{3CC70F75-A766-45D7-8D60-33867A19FC10}" type="pres">
      <dgm:prSet presAssocID="{8D3744A8-1883-4930-8E0D-B57E26D003C6}" presName="acctBkgd" presStyleLbl="alignAcc1" presStyleIdx="2" presStyleCnt="4"/>
      <dgm:spPr/>
    </dgm:pt>
    <dgm:pt modelId="{E1FE9C04-6151-4B29-BF3F-DF3CA8E94905}" type="pres">
      <dgm:prSet presAssocID="{8D3744A8-1883-4930-8E0D-B57E26D003C6}" presName="acctTx" presStyleLbl="alignAcc1" presStyleIdx="2" presStyleCnt="4">
        <dgm:presLayoutVars>
          <dgm:bulletEnabled val="1"/>
        </dgm:presLayoutVars>
      </dgm:prSet>
      <dgm:spPr/>
    </dgm:pt>
    <dgm:pt modelId="{FF9BC03B-86EC-4009-9282-9BB629483248}" type="pres">
      <dgm:prSet presAssocID="{8D3744A8-1883-4930-8E0D-B57E26D003C6}" presName="level" presStyleLbl="node1" presStyleIdx="2" presStyleCnt="4">
        <dgm:presLayoutVars>
          <dgm:chMax val="1"/>
          <dgm:bulletEnabled val="1"/>
        </dgm:presLayoutVars>
      </dgm:prSet>
      <dgm:spPr/>
    </dgm:pt>
    <dgm:pt modelId="{058C529F-972A-4BCB-AB22-42ADA5D51E59}" type="pres">
      <dgm:prSet presAssocID="{8D3744A8-1883-4930-8E0D-B57E26D003C6}" presName="levelTx" presStyleLbl="revTx" presStyleIdx="0" presStyleCnt="0">
        <dgm:presLayoutVars>
          <dgm:chMax val="1"/>
          <dgm:bulletEnabled val="1"/>
        </dgm:presLayoutVars>
      </dgm:prSet>
      <dgm:spPr/>
    </dgm:pt>
    <dgm:pt modelId="{C22574B1-659B-4AAC-B4A4-4C54EEB099C0}" type="pres">
      <dgm:prSet presAssocID="{BB36F745-62BA-4892-99D7-E4239B0F3843}" presName="Name8" presStyleCnt="0"/>
      <dgm:spPr/>
    </dgm:pt>
    <dgm:pt modelId="{F47FAA2F-B95A-4BEE-93DD-0F13B2F1FE00}" type="pres">
      <dgm:prSet presAssocID="{BB36F745-62BA-4892-99D7-E4239B0F3843}" presName="acctBkgd" presStyleLbl="alignAcc1" presStyleIdx="3" presStyleCnt="4"/>
      <dgm:spPr/>
    </dgm:pt>
    <dgm:pt modelId="{D301FA0E-BFFE-4901-940B-111625386AB1}" type="pres">
      <dgm:prSet presAssocID="{BB36F745-62BA-4892-99D7-E4239B0F3843}" presName="acctTx" presStyleLbl="alignAcc1" presStyleIdx="3" presStyleCnt="4">
        <dgm:presLayoutVars>
          <dgm:bulletEnabled val="1"/>
        </dgm:presLayoutVars>
      </dgm:prSet>
      <dgm:spPr/>
    </dgm:pt>
    <dgm:pt modelId="{D60FCD16-4378-454D-B07D-97E4F0443EEC}" type="pres">
      <dgm:prSet presAssocID="{BB36F745-62BA-4892-99D7-E4239B0F3843}" presName="level" presStyleLbl="node1" presStyleIdx="3" presStyleCnt="4">
        <dgm:presLayoutVars>
          <dgm:chMax val="1"/>
          <dgm:bulletEnabled val="1"/>
        </dgm:presLayoutVars>
      </dgm:prSet>
      <dgm:spPr/>
    </dgm:pt>
    <dgm:pt modelId="{78923C85-640E-4C10-942A-C13ABF8DC268}" type="pres">
      <dgm:prSet presAssocID="{BB36F745-62BA-4892-99D7-E4239B0F3843}" presName="levelTx" presStyleLbl="revTx" presStyleIdx="0" presStyleCnt="0">
        <dgm:presLayoutVars>
          <dgm:chMax val="1"/>
          <dgm:bulletEnabled val="1"/>
        </dgm:presLayoutVars>
      </dgm:prSet>
      <dgm:spPr/>
    </dgm:pt>
  </dgm:ptLst>
  <dgm:cxnLst>
    <dgm:cxn modelId="{410E5106-548F-4359-AEB4-859D35A0ACB9}" type="presOf" srcId="{F3FA86F7-575E-4FDD-B637-1D7276F725A4}" destId="{3033D730-56A7-4E8F-BB9F-E232AFE6F3D3}" srcOrd="1" destOrd="0" presId="urn:microsoft.com/office/officeart/2005/8/layout/pyramid1"/>
    <dgm:cxn modelId="{C96A1F07-338B-48CD-B344-80BE34A6C9DF}" srcId="{B9C32B05-62EA-407A-B21C-2310C7945705}" destId="{BB36F745-62BA-4892-99D7-E4239B0F3843}" srcOrd="3" destOrd="0" parTransId="{CE269D49-A2E4-44F1-A948-9BE1FE5D6140}" sibTransId="{5CE5B550-A310-4948-9BA1-267AF81C5FA4}"/>
    <dgm:cxn modelId="{15990412-786B-4010-B010-3464D91DE525}" type="presOf" srcId="{B0A5C91A-6241-4BED-82F0-B735EBACD6B9}" destId="{F47FAA2F-B95A-4BEE-93DD-0F13B2F1FE00}" srcOrd="0" destOrd="0" presId="urn:microsoft.com/office/officeart/2005/8/layout/pyramid1"/>
    <dgm:cxn modelId="{4F439112-D315-4E7B-810C-151B4E2140B8}" type="presOf" srcId="{B541EF06-6AA3-4CD0-BE10-9D0721126465}" destId="{61EC955E-7635-42CC-B82E-C143CA823C99}" srcOrd="0" destOrd="1" presId="urn:microsoft.com/office/officeart/2005/8/layout/pyramid1"/>
    <dgm:cxn modelId="{50942319-E7A4-4A2C-91C6-CA4C21A1044C}" srcId="{BB36F745-62BA-4892-99D7-E4239B0F3843}" destId="{84392BDD-B9A6-4322-BDAF-479CDA7E2872}" srcOrd="1" destOrd="0" parTransId="{A2A9E81C-34C6-43FB-A3D8-DC62DB0EE13E}" sibTransId="{85BB70D0-AB27-4990-BD8D-D4B81FFE3328}"/>
    <dgm:cxn modelId="{F35C6219-62AC-43D8-851A-DFEFC1147C70}" type="presOf" srcId="{3D66B052-6203-4E3F-80B6-7ECC2EDA49A4}" destId="{F47FAA2F-B95A-4BEE-93DD-0F13B2F1FE00}" srcOrd="0" destOrd="2" presId="urn:microsoft.com/office/officeart/2005/8/layout/pyramid1"/>
    <dgm:cxn modelId="{B50D5A19-A035-4C4D-BD10-C3A0BE2236DC}" type="presOf" srcId="{D8973F44-FCAF-442F-8783-A2866965AAB6}" destId="{E1FE9C04-6151-4B29-BF3F-DF3CA8E94905}" srcOrd="1" destOrd="0" presId="urn:microsoft.com/office/officeart/2005/8/layout/pyramid1"/>
    <dgm:cxn modelId="{FEEC6F22-EFB3-4C25-B4C0-FEBE7A94BA34}" type="presOf" srcId="{8BA28110-3C4D-4B65-A456-1880B9B8C044}" destId="{9F24B008-450A-45DB-B2A0-0CE79CB78986}" srcOrd="0" destOrd="0" presId="urn:microsoft.com/office/officeart/2005/8/layout/pyramid1"/>
    <dgm:cxn modelId="{27FA0927-6D6F-4C95-BC4F-923CDC315A36}" type="presOf" srcId="{F3FA86F7-575E-4FDD-B637-1D7276F725A4}" destId="{6F4EDAC0-2449-4BF4-9070-F72FB19FA89A}" srcOrd="0" destOrd="0" presId="urn:microsoft.com/office/officeart/2005/8/layout/pyramid1"/>
    <dgm:cxn modelId="{5CCD7A2B-CD0C-46EC-B7CB-E8DCFB4A8902}" type="presOf" srcId="{8BA28110-3C4D-4B65-A456-1880B9B8C044}" destId="{2E31C90C-81E8-40EB-B33E-CEF4C49D92EC}" srcOrd="1" destOrd="0" presId="urn:microsoft.com/office/officeart/2005/8/layout/pyramid1"/>
    <dgm:cxn modelId="{31AC802C-4A88-44BC-B5D8-68986AA4F024}" type="presOf" srcId="{8EA7219F-BDB2-48EB-9EEB-3133522D132E}" destId="{5453ED05-FC45-48AC-B8D9-7008A4426A92}" srcOrd="1" destOrd="0" presId="urn:microsoft.com/office/officeart/2005/8/layout/pyramid1"/>
    <dgm:cxn modelId="{B38DB338-3B1E-4324-A45E-8025E9D81450}" srcId="{B9C32B05-62EA-407A-B21C-2310C7945705}" destId="{F3FA86F7-575E-4FDD-B637-1D7276F725A4}" srcOrd="1" destOrd="0" parTransId="{192CD16B-FA85-49AB-96EA-80094BA41ED5}" sibTransId="{BEF45895-E33A-456A-85CE-5D5DFC2CF2C9}"/>
    <dgm:cxn modelId="{B2DC6039-4257-439D-9C9D-E74B764AF592}" type="presOf" srcId="{84392BDD-B9A6-4322-BDAF-479CDA7E2872}" destId="{F47FAA2F-B95A-4BEE-93DD-0F13B2F1FE00}" srcOrd="0" destOrd="1" presId="urn:microsoft.com/office/officeart/2005/8/layout/pyramid1"/>
    <dgm:cxn modelId="{E39A793C-A4E9-4DE4-882C-FEA2BEB8896B}" srcId="{BB36F745-62BA-4892-99D7-E4239B0F3843}" destId="{B0A5C91A-6241-4BED-82F0-B735EBACD6B9}" srcOrd="0" destOrd="0" parTransId="{11A957F9-0D29-4041-BB96-258FC96AFB4D}" sibTransId="{80537C20-BA35-41C8-987F-0C39B9782FD4}"/>
    <dgm:cxn modelId="{C8FCCD3C-805E-4A27-964D-25DE1206ADCA}" srcId="{B9C32B05-62EA-407A-B21C-2310C7945705}" destId="{8D3744A8-1883-4930-8E0D-B57E26D003C6}" srcOrd="2" destOrd="0" parTransId="{AC9EAF57-EBF1-4FB7-8ED0-6ECFF59ADE74}" sibTransId="{D40CF7D9-D0C3-4084-8D2D-359654C28D0F}"/>
    <dgm:cxn modelId="{1D896142-E250-41E4-8577-114DB897E5B3}" srcId="{F3FA86F7-575E-4FDD-B637-1D7276F725A4}" destId="{8BA28110-3C4D-4B65-A456-1880B9B8C044}" srcOrd="0" destOrd="0" parTransId="{92633400-0D09-4796-9848-67220ABE14A1}" sibTransId="{AADC4A7F-BF6D-4764-B281-1669C0CA9F6D}"/>
    <dgm:cxn modelId="{E0556244-0007-4043-ACCE-3B081E565AC4}" type="presOf" srcId="{F31073FB-4DE8-464D-9820-AF4A4FCE948E}" destId="{9D4C14B9-743C-4A56-BEBA-2FF296A3248B}" srcOrd="1" destOrd="2" presId="urn:microsoft.com/office/officeart/2005/8/layout/pyramid1"/>
    <dgm:cxn modelId="{F5E11C65-AE50-4732-BD7D-C09AC058430A}" type="presOf" srcId="{DDE0D928-D49D-4A27-8E92-3130B9320568}" destId="{61EC955E-7635-42CC-B82E-C143CA823C99}" srcOrd="0" destOrd="0" presId="urn:microsoft.com/office/officeart/2005/8/layout/pyramid1"/>
    <dgm:cxn modelId="{4C62A048-69B6-411A-9836-A7D7DB9461E3}" srcId="{F3FA86F7-575E-4FDD-B637-1D7276F725A4}" destId="{8F5F7A12-F3C5-450F-873B-BA0A586AD6D2}" srcOrd="2" destOrd="0" parTransId="{827354CD-87F6-4B67-BCDA-B80B618796FF}" sibTransId="{93D68E33-C66F-45D0-AC53-74CEE70C5804}"/>
    <dgm:cxn modelId="{6230A069-01A7-4A86-896A-8394F3B7D8B8}" type="presOf" srcId="{8F5F7A12-F3C5-450F-873B-BA0A586AD6D2}" destId="{9F24B008-450A-45DB-B2A0-0CE79CB78986}" srcOrd="0" destOrd="2" presId="urn:microsoft.com/office/officeart/2005/8/layout/pyramid1"/>
    <dgm:cxn modelId="{529D8B4A-28C5-4CC8-AABC-DAA403449FBA}" type="presOf" srcId="{BB36F745-62BA-4892-99D7-E4239B0F3843}" destId="{D60FCD16-4378-454D-B07D-97E4F0443EEC}" srcOrd="0" destOrd="0" presId="urn:microsoft.com/office/officeart/2005/8/layout/pyramid1"/>
    <dgm:cxn modelId="{A9EF374C-8654-459C-BB1A-69710469D7D9}" type="presOf" srcId="{3D66B052-6203-4E3F-80B6-7ECC2EDA49A4}" destId="{D301FA0E-BFFE-4901-940B-111625386AB1}" srcOrd="1" destOrd="2" presId="urn:microsoft.com/office/officeart/2005/8/layout/pyramid1"/>
    <dgm:cxn modelId="{C6EE2874-EA3B-488E-80E2-8CDCB2845848}" type="presOf" srcId="{8F5F7A12-F3C5-450F-873B-BA0A586AD6D2}" destId="{2E31C90C-81E8-40EB-B33E-CEF4C49D92EC}" srcOrd="1" destOrd="2" presId="urn:microsoft.com/office/officeart/2005/8/layout/pyramid1"/>
    <dgm:cxn modelId="{10B0E355-E55E-4CCA-B6B3-799DC05E6C6E}" type="presOf" srcId="{DDE0D928-D49D-4A27-8E92-3130B9320568}" destId="{9D4C14B9-743C-4A56-BEBA-2FF296A3248B}" srcOrd="1" destOrd="0" presId="urn:microsoft.com/office/officeart/2005/8/layout/pyramid1"/>
    <dgm:cxn modelId="{4918F955-6413-462E-9304-9A40793B1ACF}" type="presOf" srcId="{C75C0193-7917-453C-A980-7A8298437657}" destId="{E1FE9C04-6151-4B29-BF3F-DF3CA8E94905}" srcOrd="1" destOrd="2" presId="urn:microsoft.com/office/officeart/2005/8/layout/pyramid1"/>
    <dgm:cxn modelId="{3E5E3976-D7EE-489E-A6C9-136C94E3D8B3}" type="presOf" srcId="{B0A5C91A-6241-4BED-82F0-B735EBACD6B9}" destId="{D301FA0E-BFFE-4901-940B-111625386AB1}" srcOrd="1" destOrd="0" presId="urn:microsoft.com/office/officeart/2005/8/layout/pyramid1"/>
    <dgm:cxn modelId="{4BF92581-C06E-46D5-8737-871F784C5B98}" type="presOf" srcId="{8D3744A8-1883-4930-8E0D-B57E26D003C6}" destId="{FF9BC03B-86EC-4009-9282-9BB629483248}" srcOrd="0" destOrd="0" presId="urn:microsoft.com/office/officeart/2005/8/layout/pyramid1"/>
    <dgm:cxn modelId="{5398D78F-F65D-4F7C-A34C-2F302139E900}" type="presOf" srcId="{8D3744A8-1883-4930-8E0D-B57E26D003C6}" destId="{058C529F-972A-4BCB-AB22-42ADA5D51E59}" srcOrd="1" destOrd="0" presId="urn:microsoft.com/office/officeart/2005/8/layout/pyramid1"/>
    <dgm:cxn modelId="{D4D02F98-A6BE-489E-AC34-58AAFC80C427}" type="presOf" srcId="{D8973F44-FCAF-442F-8783-A2866965AAB6}" destId="{3CC70F75-A766-45D7-8D60-33867A19FC10}" srcOrd="0" destOrd="0" presId="urn:microsoft.com/office/officeart/2005/8/layout/pyramid1"/>
    <dgm:cxn modelId="{DB22639E-D3D1-4F31-9B13-E8C39C3DCCCA}" srcId="{8EA7219F-BDB2-48EB-9EEB-3133522D132E}" destId="{B541EF06-6AA3-4CD0-BE10-9D0721126465}" srcOrd="1" destOrd="0" parTransId="{D3B9F6DE-F355-4438-B611-99DABECA3CA7}" sibTransId="{12DEBDC3-2F5F-4250-A604-E7BE4C84BAFB}"/>
    <dgm:cxn modelId="{80B6C79E-61B2-440C-B79B-F26555F45E39}" type="presOf" srcId="{15827902-481B-4BC7-9742-1424127F80C7}" destId="{E1FE9C04-6151-4B29-BF3F-DF3CA8E94905}" srcOrd="1" destOrd="1" presId="urn:microsoft.com/office/officeart/2005/8/layout/pyramid1"/>
    <dgm:cxn modelId="{B54F029F-6D1A-4B09-BE05-DCCE6E369E78}" srcId="{8D3744A8-1883-4930-8E0D-B57E26D003C6}" destId="{15827902-481B-4BC7-9742-1424127F80C7}" srcOrd="1" destOrd="0" parTransId="{218CE1A8-CAC8-40C9-AB4A-0EC10272E613}" sibTransId="{2064A3C4-F1F9-41C6-8921-0C5E729B95C7}"/>
    <dgm:cxn modelId="{41A417A0-6A2B-4CDA-98F0-85C807257E00}" type="presOf" srcId="{F31073FB-4DE8-464D-9820-AF4A4FCE948E}" destId="{61EC955E-7635-42CC-B82E-C143CA823C99}" srcOrd="0" destOrd="2" presId="urn:microsoft.com/office/officeart/2005/8/layout/pyramid1"/>
    <dgm:cxn modelId="{D55066A1-4F5F-4770-B441-AA55F8F66E37}" type="presOf" srcId="{84392BDD-B9A6-4322-BDAF-479CDA7E2872}" destId="{D301FA0E-BFFE-4901-940B-111625386AB1}" srcOrd="1" destOrd="1" presId="urn:microsoft.com/office/officeart/2005/8/layout/pyramid1"/>
    <dgm:cxn modelId="{B9ADC6AC-0DB1-46C3-8884-FBBC60F1D9E8}" type="presOf" srcId="{15827902-481B-4BC7-9742-1424127F80C7}" destId="{3CC70F75-A766-45D7-8D60-33867A19FC10}" srcOrd="0" destOrd="1" presId="urn:microsoft.com/office/officeart/2005/8/layout/pyramid1"/>
    <dgm:cxn modelId="{B34CBBAE-5EF2-455A-BD34-F2C7A121DB27}" type="presOf" srcId="{B541EF06-6AA3-4CD0-BE10-9D0721126465}" destId="{9D4C14B9-743C-4A56-BEBA-2FF296A3248B}" srcOrd="1" destOrd="1" presId="urn:microsoft.com/office/officeart/2005/8/layout/pyramid1"/>
    <dgm:cxn modelId="{2B4E37B1-5B19-49B9-911C-2DB779CBBF64}" type="presOf" srcId="{4BB72ECC-9A10-4422-873F-F9D2190BC89D}" destId="{2E31C90C-81E8-40EB-B33E-CEF4C49D92EC}" srcOrd="1" destOrd="1" presId="urn:microsoft.com/office/officeart/2005/8/layout/pyramid1"/>
    <dgm:cxn modelId="{D5C184B1-1C37-4901-BCB8-582F9B7E7986}" srcId="{8EA7219F-BDB2-48EB-9EEB-3133522D132E}" destId="{F31073FB-4DE8-464D-9820-AF4A4FCE948E}" srcOrd="2" destOrd="0" parTransId="{2466C803-23FE-4986-B400-AE9AC9B0E46B}" sibTransId="{F9FE457D-D34B-470C-A01A-52558BE72AF2}"/>
    <dgm:cxn modelId="{2709EABC-E6A1-4AF4-BB66-635BCC932127}" srcId="{8EA7219F-BDB2-48EB-9EEB-3133522D132E}" destId="{DDE0D928-D49D-4A27-8E92-3130B9320568}" srcOrd="0" destOrd="0" parTransId="{BD8A01E6-DCFB-4634-AA12-EAF5B15F9CCB}" sibTransId="{4311EAF2-34EE-4C77-BBCA-D60A3715C931}"/>
    <dgm:cxn modelId="{FF6784C2-A2C9-4778-94B1-50E85D4629F0}" srcId="{BB36F745-62BA-4892-99D7-E4239B0F3843}" destId="{3D66B052-6203-4E3F-80B6-7ECC2EDA49A4}" srcOrd="2" destOrd="0" parTransId="{EFB28557-D8D6-4DDE-A896-5F13EB5BA849}" sibTransId="{D9C60591-0FD9-4663-8376-7F3BD831B3D7}"/>
    <dgm:cxn modelId="{267048C3-D3B9-4152-9899-025DA7E9B0C9}" type="presOf" srcId="{C75C0193-7917-453C-A980-7A8298437657}" destId="{3CC70F75-A766-45D7-8D60-33867A19FC10}" srcOrd="0" destOrd="2" presId="urn:microsoft.com/office/officeart/2005/8/layout/pyramid1"/>
    <dgm:cxn modelId="{C1C9DAC5-F2EB-4404-8669-83EF8E0D50E4}" type="presOf" srcId="{B9C32B05-62EA-407A-B21C-2310C7945705}" destId="{78982A53-F6C4-4B55-824B-B18DB39F49C2}" srcOrd="0" destOrd="0" presId="urn:microsoft.com/office/officeart/2005/8/layout/pyramid1"/>
    <dgm:cxn modelId="{F4B5B9CA-3827-4ED2-B041-8F0A8D28A9BC}" type="presOf" srcId="{4BB72ECC-9A10-4422-873F-F9D2190BC89D}" destId="{9F24B008-450A-45DB-B2A0-0CE79CB78986}" srcOrd="0" destOrd="1" presId="urn:microsoft.com/office/officeart/2005/8/layout/pyramid1"/>
    <dgm:cxn modelId="{FE6E4ECC-0578-4941-A413-24B2649ADBD2}" srcId="{F3FA86F7-575E-4FDD-B637-1D7276F725A4}" destId="{4BB72ECC-9A10-4422-873F-F9D2190BC89D}" srcOrd="1" destOrd="0" parTransId="{4EA7BD02-E357-415A-AEC5-B9804F405522}" sibTransId="{BE158219-2DEC-4CC5-92AC-DC280F738D1B}"/>
    <dgm:cxn modelId="{524E54CF-DEC3-4398-8764-3301BAC03635}" type="presOf" srcId="{BB36F745-62BA-4892-99D7-E4239B0F3843}" destId="{78923C85-640E-4C10-942A-C13ABF8DC268}" srcOrd="1" destOrd="0" presId="urn:microsoft.com/office/officeart/2005/8/layout/pyramid1"/>
    <dgm:cxn modelId="{415456D2-5524-4ED8-BB57-0C45DD400A8A}" srcId="{8D3744A8-1883-4930-8E0D-B57E26D003C6}" destId="{D8973F44-FCAF-442F-8783-A2866965AAB6}" srcOrd="0" destOrd="0" parTransId="{9EAF4DA5-D298-43E0-A006-BCCDFAE7E227}" sibTransId="{CB1C23B7-F69D-48F6-BA22-0FD16D3A82BE}"/>
    <dgm:cxn modelId="{AB0300DC-AC98-4A3B-9537-8B4F23ECC38C}" type="presOf" srcId="{8EA7219F-BDB2-48EB-9EEB-3133522D132E}" destId="{1D04402F-BC84-4235-9E7D-294BB1C1B30C}" srcOrd="0" destOrd="0" presId="urn:microsoft.com/office/officeart/2005/8/layout/pyramid1"/>
    <dgm:cxn modelId="{196E93E5-2489-4910-89A7-29DD6C91275B}" srcId="{8D3744A8-1883-4930-8E0D-B57E26D003C6}" destId="{C75C0193-7917-453C-A980-7A8298437657}" srcOrd="2" destOrd="0" parTransId="{038C8C10-BB59-4124-99E8-F8D05DDECC53}" sibTransId="{DF7405E6-F1E4-47A6-9C7F-01999F9F25F0}"/>
    <dgm:cxn modelId="{58AD7EEF-D408-406B-87EE-4691D4C30668}" srcId="{B9C32B05-62EA-407A-B21C-2310C7945705}" destId="{8EA7219F-BDB2-48EB-9EEB-3133522D132E}" srcOrd="0" destOrd="0" parTransId="{3EE8403A-CB7C-4815-85BD-AEBCAEB71B37}" sibTransId="{C94B7947-85DC-4B21-BB99-DF8438356F98}"/>
    <dgm:cxn modelId="{E01F7EF8-B5CF-4829-B902-0233124F0017}" type="presParOf" srcId="{78982A53-F6C4-4B55-824B-B18DB39F49C2}" destId="{882423C8-4D64-441A-B270-95B801E5DB78}" srcOrd="0" destOrd="0" presId="urn:microsoft.com/office/officeart/2005/8/layout/pyramid1"/>
    <dgm:cxn modelId="{96DCB0F6-B7EE-42BB-A84F-D6BEC78330BF}" type="presParOf" srcId="{882423C8-4D64-441A-B270-95B801E5DB78}" destId="{61EC955E-7635-42CC-B82E-C143CA823C99}" srcOrd="0" destOrd="0" presId="urn:microsoft.com/office/officeart/2005/8/layout/pyramid1"/>
    <dgm:cxn modelId="{FB4E4204-B84D-461A-BB85-EE733A022B16}" type="presParOf" srcId="{882423C8-4D64-441A-B270-95B801E5DB78}" destId="{9D4C14B9-743C-4A56-BEBA-2FF296A3248B}" srcOrd="1" destOrd="0" presId="urn:microsoft.com/office/officeart/2005/8/layout/pyramid1"/>
    <dgm:cxn modelId="{C6F458DE-C948-4737-B82E-CEFF8E5740B4}" type="presParOf" srcId="{882423C8-4D64-441A-B270-95B801E5DB78}" destId="{1D04402F-BC84-4235-9E7D-294BB1C1B30C}" srcOrd="2" destOrd="0" presId="urn:microsoft.com/office/officeart/2005/8/layout/pyramid1"/>
    <dgm:cxn modelId="{CB4719AD-148B-4C42-AF0F-67E2546FB1CB}" type="presParOf" srcId="{882423C8-4D64-441A-B270-95B801E5DB78}" destId="{5453ED05-FC45-48AC-B8D9-7008A4426A92}" srcOrd="3" destOrd="0" presId="urn:microsoft.com/office/officeart/2005/8/layout/pyramid1"/>
    <dgm:cxn modelId="{D6B28259-E2CB-44B7-A3E9-BB24AF95710F}" type="presParOf" srcId="{78982A53-F6C4-4B55-824B-B18DB39F49C2}" destId="{8616F817-1E37-41E1-A678-D2341BC27BEF}" srcOrd="1" destOrd="0" presId="urn:microsoft.com/office/officeart/2005/8/layout/pyramid1"/>
    <dgm:cxn modelId="{B3C9D9D7-2739-4F5A-AEB9-C417774FFD1F}" type="presParOf" srcId="{8616F817-1E37-41E1-A678-D2341BC27BEF}" destId="{9F24B008-450A-45DB-B2A0-0CE79CB78986}" srcOrd="0" destOrd="0" presId="urn:microsoft.com/office/officeart/2005/8/layout/pyramid1"/>
    <dgm:cxn modelId="{8F3CC100-A767-42A1-83F0-E855D5F81799}" type="presParOf" srcId="{8616F817-1E37-41E1-A678-D2341BC27BEF}" destId="{2E31C90C-81E8-40EB-B33E-CEF4C49D92EC}" srcOrd="1" destOrd="0" presId="urn:microsoft.com/office/officeart/2005/8/layout/pyramid1"/>
    <dgm:cxn modelId="{6A864536-DDC1-407F-AB0F-66FCCCB26EBE}" type="presParOf" srcId="{8616F817-1E37-41E1-A678-D2341BC27BEF}" destId="{6F4EDAC0-2449-4BF4-9070-F72FB19FA89A}" srcOrd="2" destOrd="0" presId="urn:microsoft.com/office/officeart/2005/8/layout/pyramid1"/>
    <dgm:cxn modelId="{9EDD34E1-C07B-4D0E-9B95-9B9B285A216B}" type="presParOf" srcId="{8616F817-1E37-41E1-A678-D2341BC27BEF}" destId="{3033D730-56A7-4E8F-BB9F-E232AFE6F3D3}" srcOrd="3" destOrd="0" presId="urn:microsoft.com/office/officeart/2005/8/layout/pyramid1"/>
    <dgm:cxn modelId="{41AEFE55-CFC7-4AB7-984E-ACCB0AF0CE13}" type="presParOf" srcId="{78982A53-F6C4-4B55-824B-B18DB39F49C2}" destId="{5B157868-7CAD-443F-BFCE-7C6AABC003F9}" srcOrd="2" destOrd="0" presId="urn:microsoft.com/office/officeart/2005/8/layout/pyramid1"/>
    <dgm:cxn modelId="{11974B53-2A0E-4810-BDCD-B35B25056723}" type="presParOf" srcId="{5B157868-7CAD-443F-BFCE-7C6AABC003F9}" destId="{3CC70F75-A766-45D7-8D60-33867A19FC10}" srcOrd="0" destOrd="0" presId="urn:microsoft.com/office/officeart/2005/8/layout/pyramid1"/>
    <dgm:cxn modelId="{9587DB00-626A-4F22-B7BF-6F069FAC8300}" type="presParOf" srcId="{5B157868-7CAD-443F-BFCE-7C6AABC003F9}" destId="{E1FE9C04-6151-4B29-BF3F-DF3CA8E94905}" srcOrd="1" destOrd="0" presId="urn:microsoft.com/office/officeart/2005/8/layout/pyramid1"/>
    <dgm:cxn modelId="{6BB2433F-431D-4597-B566-B436CCE5DBCC}" type="presParOf" srcId="{5B157868-7CAD-443F-BFCE-7C6AABC003F9}" destId="{FF9BC03B-86EC-4009-9282-9BB629483248}" srcOrd="2" destOrd="0" presId="urn:microsoft.com/office/officeart/2005/8/layout/pyramid1"/>
    <dgm:cxn modelId="{1E3C219A-FD4E-41A7-81D2-65BC952BF888}" type="presParOf" srcId="{5B157868-7CAD-443F-BFCE-7C6AABC003F9}" destId="{058C529F-972A-4BCB-AB22-42ADA5D51E59}" srcOrd="3" destOrd="0" presId="urn:microsoft.com/office/officeart/2005/8/layout/pyramid1"/>
    <dgm:cxn modelId="{A81086B8-3D2B-4CB6-AE6B-A727CF248440}" type="presParOf" srcId="{78982A53-F6C4-4B55-824B-B18DB39F49C2}" destId="{C22574B1-659B-4AAC-B4A4-4C54EEB099C0}" srcOrd="3" destOrd="0" presId="urn:microsoft.com/office/officeart/2005/8/layout/pyramid1"/>
    <dgm:cxn modelId="{29FE8BB2-5519-4E8F-8DFD-50CBC570013A}" type="presParOf" srcId="{C22574B1-659B-4AAC-B4A4-4C54EEB099C0}" destId="{F47FAA2F-B95A-4BEE-93DD-0F13B2F1FE00}" srcOrd="0" destOrd="0" presId="urn:microsoft.com/office/officeart/2005/8/layout/pyramid1"/>
    <dgm:cxn modelId="{B758573B-BE98-41AD-AA55-5754E151C1AE}" type="presParOf" srcId="{C22574B1-659B-4AAC-B4A4-4C54EEB099C0}" destId="{D301FA0E-BFFE-4901-940B-111625386AB1}" srcOrd="1" destOrd="0" presId="urn:microsoft.com/office/officeart/2005/8/layout/pyramid1"/>
    <dgm:cxn modelId="{D952C341-B609-4350-AEBF-4387D2170AE2}" type="presParOf" srcId="{C22574B1-659B-4AAC-B4A4-4C54EEB099C0}" destId="{D60FCD16-4378-454D-B07D-97E4F0443EEC}" srcOrd="2" destOrd="0" presId="urn:microsoft.com/office/officeart/2005/8/layout/pyramid1"/>
    <dgm:cxn modelId="{777564E7-AA7C-4ABC-A2BC-CDA108963E21}" type="presParOf" srcId="{C22574B1-659B-4AAC-B4A4-4C54EEB099C0}" destId="{78923C85-640E-4C10-942A-C13ABF8DC268}" srcOrd="3" destOrd="0" presId="urn:microsoft.com/office/officeart/2005/8/layout/pyramid1"/>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33.xml><?xml version="1.0" encoding="utf-8"?>
<dgm:dataModel xmlns:dgm="http://schemas.openxmlformats.org/drawingml/2006/diagram" xmlns:a="http://schemas.openxmlformats.org/drawingml/2006/main">
  <dgm:ptLst>
    <dgm:pt modelId="{B9C32B05-62EA-407A-B21C-2310C7945705}" type="doc">
      <dgm:prSet loTypeId="urn:microsoft.com/office/officeart/2005/8/layout/pyramid3" loCatId="pyramid" qsTypeId="urn:microsoft.com/office/officeart/2005/8/quickstyle/simple4" qsCatId="simple" csTypeId="urn:microsoft.com/office/officeart/2005/8/colors/colorful1" csCatId="colorful" phldr="1"/>
      <dgm:spPr/>
      <dgm:t>
        <a:bodyPr/>
        <a:lstStyle/>
        <a:p>
          <a:endParaRPr lang="en-US"/>
        </a:p>
      </dgm:t>
    </dgm:pt>
    <dgm:pt modelId="{8EA7219F-BDB2-48EB-9EEB-3133522D132E}">
      <dgm:prSet phldrT="[Text]"/>
      <dgm:spPr/>
      <dgm:t>
        <a:bodyPr/>
        <a:lstStyle/>
        <a:p>
          <a:r>
            <a:rPr lang="en-US" dirty="0">
              <a:solidFill>
                <a:schemeClr val="tx2"/>
              </a:solidFill>
            </a:rPr>
            <a:t>Lorem Ipsum</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DDE0D928-D49D-4A27-8E92-3130B9320568}">
      <dgm:prSet phldrT="[Text]"/>
      <dgm:spPr/>
      <dgm:t>
        <a:bodyPr/>
        <a:lstStyle/>
        <a:p>
          <a:r>
            <a:rPr lang="en-US" dirty="0"/>
            <a:t>Some text here</a:t>
          </a:r>
        </a:p>
      </dgm:t>
    </dgm:pt>
    <dgm:pt modelId="{BD8A01E6-DCFB-4634-AA12-EAF5B15F9CCB}" type="parTrans" cxnId="{2709EABC-E6A1-4AF4-BB66-635BCC932127}">
      <dgm:prSet/>
      <dgm:spPr/>
      <dgm:t>
        <a:bodyPr/>
        <a:lstStyle/>
        <a:p>
          <a:endParaRPr lang="en-US"/>
        </a:p>
      </dgm:t>
    </dgm:pt>
    <dgm:pt modelId="{4311EAF2-34EE-4C77-BBCA-D60A3715C931}" type="sibTrans" cxnId="{2709EABC-E6A1-4AF4-BB66-635BCC932127}">
      <dgm:prSet/>
      <dgm:spPr/>
      <dgm:t>
        <a:bodyPr/>
        <a:lstStyle/>
        <a:p>
          <a:endParaRPr lang="en-US"/>
        </a:p>
      </dgm:t>
    </dgm:pt>
    <dgm:pt modelId="{B541EF06-6AA3-4CD0-BE10-9D0721126465}">
      <dgm:prSet phldrT="[Text]"/>
      <dgm:spPr/>
      <dgm:t>
        <a:bodyPr/>
        <a:lstStyle/>
        <a:p>
          <a:r>
            <a:rPr lang="en-US" dirty="0"/>
            <a:t>Some text here</a:t>
          </a:r>
        </a:p>
      </dgm:t>
    </dgm:pt>
    <dgm:pt modelId="{D3B9F6DE-F355-4438-B611-99DABECA3CA7}" type="parTrans" cxnId="{DB22639E-D3D1-4F31-9B13-E8C39C3DCCCA}">
      <dgm:prSet/>
      <dgm:spPr/>
      <dgm:t>
        <a:bodyPr/>
        <a:lstStyle/>
        <a:p>
          <a:endParaRPr lang="en-US"/>
        </a:p>
      </dgm:t>
    </dgm:pt>
    <dgm:pt modelId="{12DEBDC3-2F5F-4250-A604-E7BE4C84BAFB}" type="sibTrans" cxnId="{DB22639E-D3D1-4F31-9B13-E8C39C3DCCCA}">
      <dgm:prSet/>
      <dgm:spPr/>
      <dgm:t>
        <a:bodyPr/>
        <a:lstStyle/>
        <a:p>
          <a:endParaRPr lang="en-US"/>
        </a:p>
      </dgm:t>
    </dgm:pt>
    <dgm:pt modelId="{F31073FB-4DE8-464D-9820-AF4A4FCE948E}">
      <dgm:prSet phldrT="[Text]"/>
      <dgm:spPr/>
      <dgm:t>
        <a:bodyPr/>
        <a:lstStyle/>
        <a:p>
          <a:r>
            <a:rPr lang="en-US" dirty="0"/>
            <a:t>Some text here</a:t>
          </a:r>
        </a:p>
      </dgm:t>
    </dgm:pt>
    <dgm:pt modelId="{2466C803-23FE-4986-B400-AE9AC9B0E46B}" type="parTrans" cxnId="{D5C184B1-1C37-4901-BCB8-582F9B7E7986}">
      <dgm:prSet/>
      <dgm:spPr/>
      <dgm:t>
        <a:bodyPr/>
        <a:lstStyle/>
        <a:p>
          <a:endParaRPr lang="en-US"/>
        </a:p>
      </dgm:t>
    </dgm:pt>
    <dgm:pt modelId="{F9FE457D-D34B-470C-A01A-52558BE72AF2}" type="sibTrans" cxnId="{D5C184B1-1C37-4901-BCB8-582F9B7E7986}">
      <dgm:prSet/>
      <dgm:spPr/>
      <dgm:t>
        <a:bodyPr/>
        <a:lstStyle/>
        <a:p>
          <a:endParaRPr lang="en-US"/>
        </a:p>
      </dgm:t>
    </dgm:pt>
    <dgm:pt modelId="{F3FA86F7-575E-4FDD-B637-1D7276F725A4}">
      <dgm:prSet phldrT="[Text]"/>
      <dgm:spPr/>
      <dgm:t>
        <a:bodyPr/>
        <a:lstStyle/>
        <a:p>
          <a:r>
            <a:rPr lang="en-US" dirty="0">
              <a:solidFill>
                <a:schemeClr val="tx2"/>
              </a:solidFill>
            </a:rPr>
            <a:t>Lorem Ipsum</a:t>
          </a:r>
        </a:p>
      </dgm:t>
    </dgm:pt>
    <dgm:pt modelId="{192CD16B-FA85-49AB-96EA-80094BA41ED5}" type="parTrans" cxnId="{B38DB338-3B1E-4324-A45E-8025E9D81450}">
      <dgm:prSet/>
      <dgm:spPr/>
      <dgm:t>
        <a:bodyPr/>
        <a:lstStyle/>
        <a:p>
          <a:endParaRPr lang="en-US"/>
        </a:p>
      </dgm:t>
    </dgm:pt>
    <dgm:pt modelId="{BEF45895-E33A-456A-85CE-5D5DFC2CF2C9}" type="sibTrans" cxnId="{B38DB338-3B1E-4324-A45E-8025E9D81450}">
      <dgm:prSet/>
      <dgm:spPr/>
      <dgm:t>
        <a:bodyPr/>
        <a:lstStyle/>
        <a:p>
          <a:endParaRPr lang="en-US"/>
        </a:p>
      </dgm:t>
    </dgm:pt>
    <dgm:pt modelId="{8BA28110-3C4D-4B65-A456-1880B9B8C044}">
      <dgm:prSet phldrT="[Text]"/>
      <dgm:spPr/>
      <dgm:t>
        <a:bodyPr/>
        <a:lstStyle/>
        <a:p>
          <a:r>
            <a:rPr lang="en-US" dirty="0"/>
            <a:t>Some text here</a:t>
          </a:r>
        </a:p>
      </dgm:t>
    </dgm:pt>
    <dgm:pt modelId="{92633400-0D09-4796-9848-67220ABE14A1}" type="parTrans" cxnId="{1D896142-E250-41E4-8577-114DB897E5B3}">
      <dgm:prSet/>
      <dgm:spPr/>
      <dgm:t>
        <a:bodyPr/>
        <a:lstStyle/>
        <a:p>
          <a:endParaRPr lang="en-US"/>
        </a:p>
      </dgm:t>
    </dgm:pt>
    <dgm:pt modelId="{AADC4A7F-BF6D-4764-B281-1669C0CA9F6D}" type="sibTrans" cxnId="{1D896142-E250-41E4-8577-114DB897E5B3}">
      <dgm:prSet/>
      <dgm:spPr/>
      <dgm:t>
        <a:bodyPr/>
        <a:lstStyle/>
        <a:p>
          <a:endParaRPr lang="en-US"/>
        </a:p>
      </dgm:t>
    </dgm:pt>
    <dgm:pt modelId="{4BB72ECC-9A10-4422-873F-F9D2190BC89D}">
      <dgm:prSet phldrT="[Text]"/>
      <dgm:spPr/>
      <dgm:t>
        <a:bodyPr/>
        <a:lstStyle/>
        <a:p>
          <a:r>
            <a:rPr lang="en-US" dirty="0"/>
            <a:t>Some text here</a:t>
          </a:r>
        </a:p>
      </dgm:t>
    </dgm:pt>
    <dgm:pt modelId="{4EA7BD02-E357-415A-AEC5-B9804F405522}" type="parTrans" cxnId="{FE6E4ECC-0578-4941-A413-24B2649ADBD2}">
      <dgm:prSet/>
      <dgm:spPr/>
      <dgm:t>
        <a:bodyPr/>
        <a:lstStyle/>
        <a:p>
          <a:endParaRPr lang="en-US"/>
        </a:p>
      </dgm:t>
    </dgm:pt>
    <dgm:pt modelId="{BE158219-2DEC-4CC5-92AC-DC280F738D1B}" type="sibTrans" cxnId="{FE6E4ECC-0578-4941-A413-24B2649ADBD2}">
      <dgm:prSet/>
      <dgm:spPr/>
      <dgm:t>
        <a:bodyPr/>
        <a:lstStyle/>
        <a:p>
          <a:endParaRPr lang="en-US"/>
        </a:p>
      </dgm:t>
    </dgm:pt>
    <dgm:pt modelId="{8F5F7A12-F3C5-450F-873B-BA0A586AD6D2}">
      <dgm:prSet phldrT="[Text]"/>
      <dgm:spPr/>
      <dgm:t>
        <a:bodyPr/>
        <a:lstStyle/>
        <a:p>
          <a:r>
            <a:rPr lang="en-US" dirty="0"/>
            <a:t>Some text here</a:t>
          </a:r>
        </a:p>
      </dgm:t>
    </dgm:pt>
    <dgm:pt modelId="{827354CD-87F6-4B67-BCDA-B80B618796FF}" type="parTrans" cxnId="{4C62A048-69B6-411A-9836-A7D7DB9461E3}">
      <dgm:prSet/>
      <dgm:spPr/>
      <dgm:t>
        <a:bodyPr/>
        <a:lstStyle/>
        <a:p>
          <a:endParaRPr lang="en-US"/>
        </a:p>
      </dgm:t>
    </dgm:pt>
    <dgm:pt modelId="{93D68E33-C66F-45D0-AC53-74CEE70C5804}" type="sibTrans" cxnId="{4C62A048-69B6-411A-9836-A7D7DB9461E3}">
      <dgm:prSet/>
      <dgm:spPr/>
      <dgm:t>
        <a:bodyPr/>
        <a:lstStyle/>
        <a:p>
          <a:endParaRPr lang="en-US"/>
        </a:p>
      </dgm:t>
    </dgm:pt>
    <dgm:pt modelId="{8D3744A8-1883-4930-8E0D-B57E26D003C6}">
      <dgm:prSet phldrT="[Text]"/>
      <dgm:spPr/>
      <dgm:t>
        <a:bodyPr/>
        <a:lstStyle/>
        <a:p>
          <a:r>
            <a:rPr lang="en-US" dirty="0">
              <a:solidFill>
                <a:schemeClr val="tx2"/>
              </a:solidFill>
            </a:rPr>
            <a:t>Lorem Ipsum</a:t>
          </a:r>
        </a:p>
      </dgm:t>
    </dgm:pt>
    <dgm:pt modelId="{AC9EAF57-EBF1-4FB7-8ED0-6ECFF59ADE74}" type="parTrans" cxnId="{C8FCCD3C-805E-4A27-964D-25DE1206ADCA}">
      <dgm:prSet/>
      <dgm:spPr/>
      <dgm:t>
        <a:bodyPr/>
        <a:lstStyle/>
        <a:p>
          <a:endParaRPr lang="en-US"/>
        </a:p>
      </dgm:t>
    </dgm:pt>
    <dgm:pt modelId="{D40CF7D9-D0C3-4084-8D2D-359654C28D0F}" type="sibTrans" cxnId="{C8FCCD3C-805E-4A27-964D-25DE1206ADCA}">
      <dgm:prSet/>
      <dgm:spPr/>
      <dgm:t>
        <a:bodyPr/>
        <a:lstStyle/>
        <a:p>
          <a:endParaRPr lang="en-US"/>
        </a:p>
      </dgm:t>
    </dgm:pt>
    <dgm:pt modelId="{D8973F44-FCAF-442F-8783-A2866965AAB6}">
      <dgm:prSet phldrT="[Text]"/>
      <dgm:spPr/>
      <dgm:t>
        <a:bodyPr/>
        <a:lstStyle/>
        <a:p>
          <a:r>
            <a:rPr lang="en-US" dirty="0"/>
            <a:t>Some text here</a:t>
          </a:r>
        </a:p>
      </dgm:t>
    </dgm:pt>
    <dgm:pt modelId="{9EAF4DA5-D298-43E0-A006-BCCDFAE7E227}" type="parTrans" cxnId="{415456D2-5524-4ED8-BB57-0C45DD400A8A}">
      <dgm:prSet/>
      <dgm:spPr/>
      <dgm:t>
        <a:bodyPr/>
        <a:lstStyle/>
        <a:p>
          <a:endParaRPr lang="en-US"/>
        </a:p>
      </dgm:t>
    </dgm:pt>
    <dgm:pt modelId="{CB1C23B7-F69D-48F6-BA22-0FD16D3A82BE}" type="sibTrans" cxnId="{415456D2-5524-4ED8-BB57-0C45DD400A8A}">
      <dgm:prSet/>
      <dgm:spPr/>
      <dgm:t>
        <a:bodyPr/>
        <a:lstStyle/>
        <a:p>
          <a:endParaRPr lang="en-US"/>
        </a:p>
      </dgm:t>
    </dgm:pt>
    <dgm:pt modelId="{15827902-481B-4BC7-9742-1424127F80C7}">
      <dgm:prSet phldrT="[Text]"/>
      <dgm:spPr/>
      <dgm:t>
        <a:bodyPr/>
        <a:lstStyle/>
        <a:p>
          <a:r>
            <a:rPr lang="en-US" dirty="0"/>
            <a:t>Some text here</a:t>
          </a:r>
        </a:p>
      </dgm:t>
    </dgm:pt>
    <dgm:pt modelId="{218CE1A8-CAC8-40C9-AB4A-0EC10272E613}" type="parTrans" cxnId="{B54F029F-6D1A-4B09-BE05-DCCE6E369E78}">
      <dgm:prSet/>
      <dgm:spPr/>
      <dgm:t>
        <a:bodyPr/>
        <a:lstStyle/>
        <a:p>
          <a:endParaRPr lang="en-US"/>
        </a:p>
      </dgm:t>
    </dgm:pt>
    <dgm:pt modelId="{2064A3C4-F1F9-41C6-8921-0C5E729B95C7}" type="sibTrans" cxnId="{B54F029F-6D1A-4B09-BE05-DCCE6E369E78}">
      <dgm:prSet/>
      <dgm:spPr/>
      <dgm:t>
        <a:bodyPr/>
        <a:lstStyle/>
        <a:p>
          <a:endParaRPr lang="en-US"/>
        </a:p>
      </dgm:t>
    </dgm:pt>
    <dgm:pt modelId="{C75C0193-7917-453C-A980-7A8298437657}">
      <dgm:prSet phldrT="[Text]"/>
      <dgm:spPr/>
      <dgm:t>
        <a:bodyPr/>
        <a:lstStyle/>
        <a:p>
          <a:r>
            <a:rPr lang="en-US" dirty="0"/>
            <a:t>Some text here</a:t>
          </a:r>
        </a:p>
      </dgm:t>
    </dgm:pt>
    <dgm:pt modelId="{038C8C10-BB59-4124-99E8-F8D05DDECC53}" type="parTrans" cxnId="{196E93E5-2489-4910-89A7-29DD6C91275B}">
      <dgm:prSet/>
      <dgm:spPr/>
      <dgm:t>
        <a:bodyPr/>
        <a:lstStyle/>
        <a:p>
          <a:endParaRPr lang="en-US"/>
        </a:p>
      </dgm:t>
    </dgm:pt>
    <dgm:pt modelId="{DF7405E6-F1E4-47A6-9C7F-01999F9F25F0}" type="sibTrans" cxnId="{196E93E5-2489-4910-89A7-29DD6C91275B}">
      <dgm:prSet/>
      <dgm:spPr/>
      <dgm:t>
        <a:bodyPr/>
        <a:lstStyle/>
        <a:p>
          <a:endParaRPr lang="en-US"/>
        </a:p>
      </dgm:t>
    </dgm:pt>
    <dgm:pt modelId="{BB36F745-62BA-4892-99D7-E4239B0F3843}">
      <dgm:prSet phldrT="[Text]"/>
      <dgm:spPr/>
      <dgm:t>
        <a:bodyPr/>
        <a:lstStyle/>
        <a:p>
          <a:r>
            <a:rPr lang="en-US" dirty="0">
              <a:solidFill>
                <a:schemeClr val="tx2"/>
              </a:solidFill>
            </a:rPr>
            <a:t>Lorem Ipsum</a:t>
          </a:r>
        </a:p>
      </dgm:t>
    </dgm:pt>
    <dgm:pt modelId="{CE269D49-A2E4-44F1-A948-9BE1FE5D6140}" type="parTrans" cxnId="{C96A1F07-338B-48CD-B344-80BE34A6C9DF}">
      <dgm:prSet/>
      <dgm:spPr/>
      <dgm:t>
        <a:bodyPr/>
        <a:lstStyle/>
        <a:p>
          <a:endParaRPr lang="en-US"/>
        </a:p>
      </dgm:t>
    </dgm:pt>
    <dgm:pt modelId="{5CE5B550-A310-4948-9BA1-267AF81C5FA4}" type="sibTrans" cxnId="{C96A1F07-338B-48CD-B344-80BE34A6C9DF}">
      <dgm:prSet/>
      <dgm:spPr/>
      <dgm:t>
        <a:bodyPr/>
        <a:lstStyle/>
        <a:p>
          <a:endParaRPr lang="en-US"/>
        </a:p>
      </dgm:t>
    </dgm:pt>
    <dgm:pt modelId="{B0A5C91A-6241-4BED-82F0-B735EBACD6B9}">
      <dgm:prSet phldrT="[Text]"/>
      <dgm:spPr/>
      <dgm:t>
        <a:bodyPr/>
        <a:lstStyle/>
        <a:p>
          <a:r>
            <a:rPr lang="en-US" dirty="0"/>
            <a:t>Some text here</a:t>
          </a:r>
        </a:p>
      </dgm:t>
    </dgm:pt>
    <dgm:pt modelId="{11A957F9-0D29-4041-BB96-258FC96AFB4D}" type="parTrans" cxnId="{E39A793C-A4E9-4DE4-882C-FEA2BEB8896B}">
      <dgm:prSet/>
      <dgm:spPr/>
      <dgm:t>
        <a:bodyPr/>
        <a:lstStyle/>
        <a:p>
          <a:endParaRPr lang="en-US"/>
        </a:p>
      </dgm:t>
    </dgm:pt>
    <dgm:pt modelId="{80537C20-BA35-41C8-987F-0C39B9782FD4}" type="sibTrans" cxnId="{E39A793C-A4E9-4DE4-882C-FEA2BEB8896B}">
      <dgm:prSet/>
      <dgm:spPr/>
      <dgm:t>
        <a:bodyPr/>
        <a:lstStyle/>
        <a:p>
          <a:endParaRPr lang="en-US"/>
        </a:p>
      </dgm:t>
    </dgm:pt>
    <dgm:pt modelId="{84392BDD-B9A6-4322-BDAF-479CDA7E2872}">
      <dgm:prSet phldrT="[Text]"/>
      <dgm:spPr/>
      <dgm:t>
        <a:bodyPr/>
        <a:lstStyle/>
        <a:p>
          <a:r>
            <a:rPr lang="en-US" dirty="0"/>
            <a:t>Some text here</a:t>
          </a:r>
        </a:p>
      </dgm:t>
    </dgm:pt>
    <dgm:pt modelId="{A2A9E81C-34C6-43FB-A3D8-DC62DB0EE13E}" type="parTrans" cxnId="{50942319-E7A4-4A2C-91C6-CA4C21A1044C}">
      <dgm:prSet/>
      <dgm:spPr/>
      <dgm:t>
        <a:bodyPr/>
        <a:lstStyle/>
        <a:p>
          <a:endParaRPr lang="en-US"/>
        </a:p>
      </dgm:t>
    </dgm:pt>
    <dgm:pt modelId="{85BB70D0-AB27-4990-BD8D-D4B81FFE3328}" type="sibTrans" cxnId="{50942319-E7A4-4A2C-91C6-CA4C21A1044C}">
      <dgm:prSet/>
      <dgm:spPr/>
      <dgm:t>
        <a:bodyPr/>
        <a:lstStyle/>
        <a:p>
          <a:endParaRPr lang="en-US"/>
        </a:p>
      </dgm:t>
    </dgm:pt>
    <dgm:pt modelId="{3D66B052-6203-4E3F-80B6-7ECC2EDA49A4}">
      <dgm:prSet phldrT="[Text]"/>
      <dgm:spPr/>
      <dgm:t>
        <a:bodyPr/>
        <a:lstStyle/>
        <a:p>
          <a:r>
            <a:rPr lang="en-US" dirty="0"/>
            <a:t>Some text here</a:t>
          </a:r>
        </a:p>
      </dgm:t>
    </dgm:pt>
    <dgm:pt modelId="{EFB28557-D8D6-4DDE-A896-5F13EB5BA849}" type="parTrans" cxnId="{FF6784C2-A2C9-4778-94B1-50E85D4629F0}">
      <dgm:prSet/>
      <dgm:spPr/>
      <dgm:t>
        <a:bodyPr/>
        <a:lstStyle/>
        <a:p>
          <a:endParaRPr lang="en-US"/>
        </a:p>
      </dgm:t>
    </dgm:pt>
    <dgm:pt modelId="{D9C60591-0FD9-4663-8376-7F3BD831B3D7}" type="sibTrans" cxnId="{FF6784C2-A2C9-4778-94B1-50E85D4629F0}">
      <dgm:prSet/>
      <dgm:spPr/>
      <dgm:t>
        <a:bodyPr/>
        <a:lstStyle/>
        <a:p>
          <a:endParaRPr lang="en-US"/>
        </a:p>
      </dgm:t>
    </dgm:pt>
    <dgm:pt modelId="{D7459BB1-BBFD-4604-A576-482E60007A35}" type="pres">
      <dgm:prSet presAssocID="{B9C32B05-62EA-407A-B21C-2310C7945705}" presName="Name0" presStyleCnt="0">
        <dgm:presLayoutVars>
          <dgm:dir/>
          <dgm:animLvl val="lvl"/>
          <dgm:resizeHandles val="exact"/>
        </dgm:presLayoutVars>
      </dgm:prSet>
      <dgm:spPr/>
    </dgm:pt>
    <dgm:pt modelId="{901236D3-A458-4FD7-A882-E1D6554619C7}" type="pres">
      <dgm:prSet presAssocID="{8EA7219F-BDB2-48EB-9EEB-3133522D132E}" presName="Name8" presStyleCnt="0"/>
      <dgm:spPr/>
    </dgm:pt>
    <dgm:pt modelId="{037F55F7-C5BE-41B8-AD3C-93F136DA432D}" type="pres">
      <dgm:prSet presAssocID="{8EA7219F-BDB2-48EB-9EEB-3133522D132E}" presName="acctBkgd" presStyleLbl="alignAcc1" presStyleIdx="0" presStyleCnt="4"/>
      <dgm:spPr/>
    </dgm:pt>
    <dgm:pt modelId="{D049881C-8E91-4EE7-AE04-5C48B1613777}" type="pres">
      <dgm:prSet presAssocID="{8EA7219F-BDB2-48EB-9EEB-3133522D132E}" presName="acctTx" presStyleLbl="alignAcc1" presStyleIdx="0" presStyleCnt="4">
        <dgm:presLayoutVars>
          <dgm:bulletEnabled val="1"/>
        </dgm:presLayoutVars>
      </dgm:prSet>
      <dgm:spPr/>
    </dgm:pt>
    <dgm:pt modelId="{DCCBA71F-9568-4A70-AF99-9867146ED8E6}" type="pres">
      <dgm:prSet presAssocID="{8EA7219F-BDB2-48EB-9EEB-3133522D132E}" presName="level" presStyleLbl="node1" presStyleIdx="0" presStyleCnt="4">
        <dgm:presLayoutVars>
          <dgm:chMax val="1"/>
          <dgm:bulletEnabled val="1"/>
        </dgm:presLayoutVars>
      </dgm:prSet>
      <dgm:spPr/>
    </dgm:pt>
    <dgm:pt modelId="{86209C6F-CD8A-4BF3-8843-16084620FE94}" type="pres">
      <dgm:prSet presAssocID="{8EA7219F-BDB2-48EB-9EEB-3133522D132E}" presName="levelTx" presStyleLbl="revTx" presStyleIdx="0" presStyleCnt="0">
        <dgm:presLayoutVars>
          <dgm:chMax val="1"/>
          <dgm:bulletEnabled val="1"/>
        </dgm:presLayoutVars>
      </dgm:prSet>
      <dgm:spPr/>
    </dgm:pt>
    <dgm:pt modelId="{FC6AF5E8-D41B-4F6B-8CC3-FCC66C1EDEA3}" type="pres">
      <dgm:prSet presAssocID="{F3FA86F7-575E-4FDD-B637-1D7276F725A4}" presName="Name8" presStyleCnt="0"/>
      <dgm:spPr/>
    </dgm:pt>
    <dgm:pt modelId="{565E80F1-E621-49AE-862F-13390EEB84DD}" type="pres">
      <dgm:prSet presAssocID="{F3FA86F7-575E-4FDD-B637-1D7276F725A4}" presName="acctBkgd" presStyleLbl="alignAcc1" presStyleIdx="1" presStyleCnt="4"/>
      <dgm:spPr/>
    </dgm:pt>
    <dgm:pt modelId="{90D46CBA-C6CC-451D-A5D0-50F50A4DB53B}" type="pres">
      <dgm:prSet presAssocID="{F3FA86F7-575E-4FDD-B637-1D7276F725A4}" presName="acctTx" presStyleLbl="alignAcc1" presStyleIdx="1" presStyleCnt="4">
        <dgm:presLayoutVars>
          <dgm:bulletEnabled val="1"/>
        </dgm:presLayoutVars>
      </dgm:prSet>
      <dgm:spPr/>
    </dgm:pt>
    <dgm:pt modelId="{295A305F-4412-4D39-980F-9A7F23A039EB}" type="pres">
      <dgm:prSet presAssocID="{F3FA86F7-575E-4FDD-B637-1D7276F725A4}" presName="level" presStyleLbl="node1" presStyleIdx="1" presStyleCnt="4">
        <dgm:presLayoutVars>
          <dgm:chMax val="1"/>
          <dgm:bulletEnabled val="1"/>
        </dgm:presLayoutVars>
      </dgm:prSet>
      <dgm:spPr/>
    </dgm:pt>
    <dgm:pt modelId="{EF2600D2-2269-46E6-A5B0-07F4C6CD148B}" type="pres">
      <dgm:prSet presAssocID="{F3FA86F7-575E-4FDD-B637-1D7276F725A4}" presName="levelTx" presStyleLbl="revTx" presStyleIdx="0" presStyleCnt="0">
        <dgm:presLayoutVars>
          <dgm:chMax val="1"/>
          <dgm:bulletEnabled val="1"/>
        </dgm:presLayoutVars>
      </dgm:prSet>
      <dgm:spPr/>
    </dgm:pt>
    <dgm:pt modelId="{492D25B4-42DB-4D00-88CB-FDCB9B007B90}" type="pres">
      <dgm:prSet presAssocID="{8D3744A8-1883-4930-8E0D-B57E26D003C6}" presName="Name8" presStyleCnt="0"/>
      <dgm:spPr/>
    </dgm:pt>
    <dgm:pt modelId="{B16CB1B3-59A6-4321-90C2-998DA91C9BDB}" type="pres">
      <dgm:prSet presAssocID="{8D3744A8-1883-4930-8E0D-B57E26D003C6}" presName="acctBkgd" presStyleLbl="alignAcc1" presStyleIdx="2" presStyleCnt="4"/>
      <dgm:spPr/>
    </dgm:pt>
    <dgm:pt modelId="{719C44C5-D3A7-411E-858C-39504875E419}" type="pres">
      <dgm:prSet presAssocID="{8D3744A8-1883-4930-8E0D-B57E26D003C6}" presName="acctTx" presStyleLbl="alignAcc1" presStyleIdx="2" presStyleCnt="4">
        <dgm:presLayoutVars>
          <dgm:bulletEnabled val="1"/>
        </dgm:presLayoutVars>
      </dgm:prSet>
      <dgm:spPr/>
    </dgm:pt>
    <dgm:pt modelId="{FB78DD0E-2F3C-4A2D-99B7-05925A2D3239}" type="pres">
      <dgm:prSet presAssocID="{8D3744A8-1883-4930-8E0D-B57E26D003C6}" presName="level" presStyleLbl="node1" presStyleIdx="2" presStyleCnt="4">
        <dgm:presLayoutVars>
          <dgm:chMax val="1"/>
          <dgm:bulletEnabled val="1"/>
        </dgm:presLayoutVars>
      </dgm:prSet>
      <dgm:spPr/>
    </dgm:pt>
    <dgm:pt modelId="{39E2AE2A-186E-4BE8-94FB-2713DE4F9794}" type="pres">
      <dgm:prSet presAssocID="{8D3744A8-1883-4930-8E0D-B57E26D003C6}" presName="levelTx" presStyleLbl="revTx" presStyleIdx="0" presStyleCnt="0">
        <dgm:presLayoutVars>
          <dgm:chMax val="1"/>
          <dgm:bulletEnabled val="1"/>
        </dgm:presLayoutVars>
      </dgm:prSet>
      <dgm:spPr/>
    </dgm:pt>
    <dgm:pt modelId="{721EE1B1-3940-4B49-AF52-5ED65946171D}" type="pres">
      <dgm:prSet presAssocID="{BB36F745-62BA-4892-99D7-E4239B0F3843}" presName="Name8" presStyleCnt="0"/>
      <dgm:spPr/>
    </dgm:pt>
    <dgm:pt modelId="{31940428-C28E-401D-A94E-7F553AFA1E44}" type="pres">
      <dgm:prSet presAssocID="{BB36F745-62BA-4892-99D7-E4239B0F3843}" presName="acctBkgd" presStyleLbl="alignAcc1" presStyleIdx="3" presStyleCnt="4"/>
      <dgm:spPr/>
    </dgm:pt>
    <dgm:pt modelId="{47D8B756-B850-4BDD-9820-263CA009E4D0}" type="pres">
      <dgm:prSet presAssocID="{BB36F745-62BA-4892-99D7-E4239B0F3843}" presName="acctTx" presStyleLbl="alignAcc1" presStyleIdx="3" presStyleCnt="4">
        <dgm:presLayoutVars>
          <dgm:bulletEnabled val="1"/>
        </dgm:presLayoutVars>
      </dgm:prSet>
      <dgm:spPr/>
    </dgm:pt>
    <dgm:pt modelId="{EB25079D-0D71-4F92-8E9E-BB669C5380BA}" type="pres">
      <dgm:prSet presAssocID="{BB36F745-62BA-4892-99D7-E4239B0F3843}" presName="level" presStyleLbl="node1" presStyleIdx="3" presStyleCnt="4">
        <dgm:presLayoutVars>
          <dgm:chMax val="1"/>
          <dgm:bulletEnabled val="1"/>
        </dgm:presLayoutVars>
      </dgm:prSet>
      <dgm:spPr/>
    </dgm:pt>
    <dgm:pt modelId="{39F96366-7786-4F04-9DD9-E1439E0913FE}" type="pres">
      <dgm:prSet presAssocID="{BB36F745-62BA-4892-99D7-E4239B0F3843}" presName="levelTx" presStyleLbl="revTx" presStyleIdx="0" presStyleCnt="0">
        <dgm:presLayoutVars>
          <dgm:chMax val="1"/>
          <dgm:bulletEnabled val="1"/>
        </dgm:presLayoutVars>
      </dgm:prSet>
      <dgm:spPr/>
    </dgm:pt>
  </dgm:ptLst>
  <dgm:cxnLst>
    <dgm:cxn modelId="{C96A1F07-338B-48CD-B344-80BE34A6C9DF}" srcId="{B9C32B05-62EA-407A-B21C-2310C7945705}" destId="{BB36F745-62BA-4892-99D7-E4239B0F3843}" srcOrd="3" destOrd="0" parTransId="{CE269D49-A2E4-44F1-A948-9BE1FE5D6140}" sibTransId="{5CE5B550-A310-4948-9BA1-267AF81C5FA4}"/>
    <dgm:cxn modelId="{E5CF4109-AFB9-4050-9D08-CCCCEC31A282}" type="presOf" srcId="{8F5F7A12-F3C5-450F-873B-BA0A586AD6D2}" destId="{565E80F1-E621-49AE-862F-13390EEB84DD}" srcOrd="0" destOrd="2" presId="urn:microsoft.com/office/officeart/2005/8/layout/pyramid3"/>
    <dgm:cxn modelId="{2847C80E-ED2B-4028-8B86-E89540620CB4}" type="presOf" srcId="{B541EF06-6AA3-4CD0-BE10-9D0721126465}" destId="{D049881C-8E91-4EE7-AE04-5C48B1613777}" srcOrd="1" destOrd="1" presId="urn:microsoft.com/office/officeart/2005/8/layout/pyramid3"/>
    <dgm:cxn modelId="{50942319-E7A4-4A2C-91C6-CA4C21A1044C}" srcId="{BB36F745-62BA-4892-99D7-E4239B0F3843}" destId="{84392BDD-B9A6-4322-BDAF-479CDA7E2872}" srcOrd="1" destOrd="0" parTransId="{A2A9E81C-34C6-43FB-A3D8-DC62DB0EE13E}" sibTransId="{85BB70D0-AB27-4990-BD8D-D4B81FFE3328}"/>
    <dgm:cxn modelId="{ED0D7820-3E8E-477F-9225-851ACBE695B6}" type="presOf" srcId="{4BB72ECC-9A10-4422-873F-F9D2190BC89D}" destId="{90D46CBA-C6CC-451D-A5D0-50F50A4DB53B}" srcOrd="1" destOrd="1" presId="urn:microsoft.com/office/officeart/2005/8/layout/pyramid3"/>
    <dgm:cxn modelId="{B84BF220-0BDB-47BB-A9E8-BF5C03D4C38A}" type="presOf" srcId="{DDE0D928-D49D-4A27-8E92-3130B9320568}" destId="{037F55F7-C5BE-41B8-AD3C-93F136DA432D}" srcOrd="0" destOrd="0" presId="urn:microsoft.com/office/officeart/2005/8/layout/pyramid3"/>
    <dgm:cxn modelId="{EDAB0721-8F45-4C99-B8D9-BF922F6C32AF}" type="presOf" srcId="{3D66B052-6203-4E3F-80B6-7ECC2EDA49A4}" destId="{47D8B756-B850-4BDD-9820-263CA009E4D0}" srcOrd="1" destOrd="2" presId="urn:microsoft.com/office/officeart/2005/8/layout/pyramid3"/>
    <dgm:cxn modelId="{5974242C-73C4-4C31-A764-0012CA777164}" type="presOf" srcId="{8BA28110-3C4D-4B65-A456-1880B9B8C044}" destId="{90D46CBA-C6CC-451D-A5D0-50F50A4DB53B}" srcOrd="1" destOrd="0" presId="urn:microsoft.com/office/officeart/2005/8/layout/pyramid3"/>
    <dgm:cxn modelId="{B38DB338-3B1E-4324-A45E-8025E9D81450}" srcId="{B9C32B05-62EA-407A-B21C-2310C7945705}" destId="{F3FA86F7-575E-4FDD-B637-1D7276F725A4}" srcOrd="1" destOrd="0" parTransId="{192CD16B-FA85-49AB-96EA-80094BA41ED5}" sibTransId="{BEF45895-E33A-456A-85CE-5D5DFC2CF2C9}"/>
    <dgm:cxn modelId="{E39A793C-A4E9-4DE4-882C-FEA2BEB8896B}" srcId="{BB36F745-62BA-4892-99D7-E4239B0F3843}" destId="{B0A5C91A-6241-4BED-82F0-B735EBACD6B9}" srcOrd="0" destOrd="0" parTransId="{11A957F9-0D29-4041-BB96-258FC96AFB4D}" sibTransId="{80537C20-BA35-41C8-987F-0C39B9782FD4}"/>
    <dgm:cxn modelId="{C8FCCD3C-805E-4A27-964D-25DE1206ADCA}" srcId="{B9C32B05-62EA-407A-B21C-2310C7945705}" destId="{8D3744A8-1883-4930-8E0D-B57E26D003C6}" srcOrd="2" destOrd="0" parTransId="{AC9EAF57-EBF1-4FB7-8ED0-6ECFF59ADE74}" sibTransId="{D40CF7D9-D0C3-4084-8D2D-359654C28D0F}"/>
    <dgm:cxn modelId="{1D896142-E250-41E4-8577-114DB897E5B3}" srcId="{F3FA86F7-575E-4FDD-B637-1D7276F725A4}" destId="{8BA28110-3C4D-4B65-A456-1880B9B8C044}" srcOrd="0" destOrd="0" parTransId="{92633400-0D09-4796-9848-67220ABE14A1}" sibTransId="{AADC4A7F-BF6D-4764-B281-1669C0CA9F6D}"/>
    <dgm:cxn modelId="{4C62A048-69B6-411A-9836-A7D7DB9461E3}" srcId="{F3FA86F7-575E-4FDD-B637-1D7276F725A4}" destId="{8F5F7A12-F3C5-450F-873B-BA0A586AD6D2}" srcOrd="2" destOrd="0" parTransId="{827354CD-87F6-4B67-BCDA-B80B618796FF}" sibTransId="{93D68E33-C66F-45D0-AC53-74CEE70C5804}"/>
    <dgm:cxn modelId="{86A8AC6E-18B3-4637-9BC2-08BCC79DD9FB}" type="presOf" srcId="{D8973F44-FCAF-442F-8783-A2866965AAB6}" destId="{719C44C5-D3A7-411E-858C-39504875E419}" srcOrd="1" destOrd="0" presId="urn:microsoft.com/office/officeart/2005/8/layout/pyramid3"/>
    <dgm:cxn modelId="{5A538D71-0AD8-421A-9614-40358690E11E}" type="presOf" srcId="{8D3744A8-1883-4930-8E0D-B57E26D003C6}" destId="{39E2AE2A-186E-4BE8-94FB-2713DE4F9794}" srcOrd="1" destOrd="0" presId="urn:microsoft.com/office/officeart/2005/8/layout/pyramid3"/>
    <dgm:cxn modelId="{04823F72-8274-4BDD-A384-725A070EC5B3}" type="presOf" srcId="{4BB72ECC-9A10-4422-873F-F9D2190BC89D}" destId="{565E80F1-E621-49AE-862F-13390EEB84DD}" srcOrd="0" destOrd="1" presId="urn:microsoft.com/office/officeart/2005/8/layout/pyramid3"/>
    <dgm:cxn modelId="{B319F754-636D-4A42-9B65-7EB66C8BE5C4}" type="presOf" srcId="{8D3744A8-1883-4930-8E0D-B57E26D003C6}" destId="{FB78DD0E-2F3C-4A2D-99B7-05925A2D3239}" srcOrd="0" destOrd="0" presId="urn:microsoft.com/office/officeart/2005/8/layout/pyramid3"/>
    <dgm:cxn modelId="{056C3655-C546-4D7C-9BEC-AEB82B4BF808}" type="presOf" srcId="{C75C0193-7917-453C-A980-7A8298437657}" destId="{B16CB1B3-59A6-4321-90C2-998DA91C9BDB}" srcOrd="0" destOrd="2" presId="urn:microsoft.com/office/officeart/2005/8/layout/pyramid3"/>
    <dgm:cxn modelId="{03CEFE77-638D-467D-8A85-B9BAB273CB95}" type="presOf" srcId="{8BA28110-3C4D-4B65-A456-1880B9B8C044}" destId="{565E80F1-E621-49AE-862F-13390EEB84DD}" srcOrd="0" destOrd="0" presId="urn:microsoft.com/office/officeart/2005/8/layout/pyramid3"/>
    <dgm:cxn modelId="{6B33778C-3FA6-47D7-AA2D-B9D16430B7F7}" type="presOf" srcId="{3D66B052-6203-4E3F-80B6-7ECC2EDA49A4}" destId="{31940428-C28E-401D-A94E-7F553AFA1E44}" srcOrd="0" destOrd="2" presId="urn:microsoft.com/office/officeart/2005/8/layout/pyramid3"/>
    <dgm:cxn modelId="{9B291A94-6444-44AA-925E-527596BA96E5}" type="presOf" srcId="{B0A5C91A-6241-4BED-82F0-B735EBACD6B9}" destId="{47D8B756-B850-4BDD-9820-263CA009E4D0}" srcOrd="1" destOrd="0" presId="urn:microsoft.com/office/officeart/2005/8/layout/pyramid3"/>
    <dgm:cxn modelId="{DB22639E-D3D1-4F31-9B13-E8C39C3DCCCA}" srcId="{8EA7219F-BDB2-48EB-9EEB-3133522D132E}" destId="{B541EF06-6AA3-4CD0-BE10-9D0721126465}" srcOrd="1" destOrd="0" parTransId="{D3B9F6DE-F355-4438-B611-99DABECA3CA7}" sibTransId="{12DEBDC3-2F5F-4250-A604-E7BE4C84BAFB}"/>
    <dgm:cxn modelId="{B54F029F-6D1A-4B09-BE05-DCCE6E369E78}" srcId="{8D3744A8-1883-4930-8E0D-B57E26D003C6}" destId="{15827902-481B-4BC7-9742-1424127F80C7}" srcOrd="1" destOrd="0" parTransId="{218CE1A8-CAC8-40C9-AB4A-0EC10272E613}" sibTransId="{2064A3C4-F1F9-41C6-8921-0C5E729B95C7}"/>
    <dgm:cxn modelId="{F403E09F-7BBF-45D5-A9EF-D02119F8A6C3}" type="presOf" srcId="{BB36F745-62BA-4892-99D7-E4239B0F3843}" destId="{39F96366-7786-4F04-9DD9-E1439E0913FE}" srcOrd="1" destOrd="0" presId="urn:microsoft.com/office/officeart/2005/8/layout/pyramid3"/>
    <dgm:cxn modelId="{445B79A2-14FA-485D-89A4-BBE841C94FB6}" type="presOf" srcId="{8EA7219F-BDB2-48EB-9EEB-3133522D132E}" destId="{86209C6F-CD8A-4BF3-8843-16084620FE94}" srcOrd="1" destOrd="0" presId="urn:microsoft.com/office/officeart/2005/8/layout/pyramid3"/>
    <dgm:cxn modelId="{24C0F2A4-1A70-4C5B-8FE0-84DBAB05739D}" type="presOf" srcId="{F31073FB-4DE8-464D-9820-AF4A4FCE948E}" destId="{037F55F7-C5BE-41B8-AD3C-93F136DA432D}" srcOrd="0" destOrd="2" presId="urn:microsoft.com/office/officeart/2005/8/layout/pyramid3"/>
    <dgm:cxn modelId="{12BA69AA-5485-428B-9FB5-1BD08666A984}" type="presOf" srcId="{C75C0193-7917-453C-A980-7A8298437657}" destId="{719C44C5-D3A7-411E-858C-39504875E419}" srcOrd="1" destOrd="2" presId="urn:microsoft.com/office/officeart/2005/8/layout/pyramid3"/>
    <dgm:cxn modelId="{5969F7AB-DB4F-4D04-9BFC-023F4B358C47}" type="presOf" srcId="{B9C32B05-62EA-407A-B21C-2310C7945705}" destId="{D7459BB1-BBFD-4604-A576-482E60007A35}" srcOrd="0" destOrd="0" presId="urn:microsoft.com/office/officeart/2005/8/layout/pyramid3"/>
    <dgm:cxn modelId="{D5C184B1-1C37-4901-BCB8-582F9B7E7986}" srcId="{8EA7219F-BDB2-48EB-9EEB-3133522D132E}" destId="{F31073FB-4DE8-464D-9820-AF4A4FCE948E}" srcOrd="2" destOrd="0" parTransId="{2466C803-23FE-4986-B400-AE9AC9B0E46B}" sibTransId="{F9FE457D-D34B-470C-A01A-52558BE72AF2}"/>
    <dgm:cxn modelId="{1193F2B5-2ACF-4734-A831-5675779EEE58}" type="presOf" srcId="{84392BDD-B9A6-4322-BDAF-479CDA7E2872}" destId="{47D8B756-B850-4BDD-9820-263CA009E4D0}" srcOrd="1" destOrd="1" presId="urn:microsoft.com/office/officeart/2005/8/layout/pyramid3"/>
    <dgm:cxn modelId="{0DBF39B6-78B9-49D9-A768-EBDB37545FAA}" type="presOf" srcId="{84392BDD-B9A6-4322-BDAF-479CDA7E2872}" destId="{31940428-C28E-401D-A94E-7F553AFA1E44}" srcOrd="0" destOrd="1" presId="urn:microsoft.com/office/officeart/2005/8/layout/pyramid3"/>
    <dgm:cxn modelId="{818467BA-7D7E-47B0-B6F0-7CDD3237C5AC}" type="presOf" srcId="{F31073FB-4DE8-464D-9820-AF4A4FCE948E}" destId="{D049881C-8E91-4EE7-AE04-5C48B1613777}" srcOrd="1" destOrd="2" presId="urn:microsoft.com/office/officeart/2005/8/layout/pyramid3"/>
    <dgm:cxn modelId="{2709EABC-E6A1-4AF4-BB66-635BCC932127}" srcId="{8EA7219F-BDB2-48EB-9EEB-3133522D132E}" destId="{DDE0D928-D49D-4A27-8E92-3130B9320568}" srcOrd="0" destOrd="0" parTransId="{BD8A01E6-DCFB-4634-AA12-EAF5B15F9CCB}" sibTransId="{4311EAF2-34EE-4C77-BBCA-D60A3715C931}"/>
    <dgm:cxn modelId="{CE9251BD-E8BA-4C1E-B9B7-1EDCD75CC611}" type="presOf" srcId="{F3FA86F7-575E-4FDD-B637-1D7276F725A4}" destId="{EF2600D2-2269-46E6-A5B0-07F4C6CD148B}" srcOrd="1" destOrd="0" presId="urn:microsoft.com/office/officeart/2005/8/layout/pyramid3"/>
    <dgm:cxn modelId="{DA33F4C1-8922-4C4C-947D-756AAD3D48B9}" type="presOf" srcId="{B541EF06-6AA3-4CD0-BE10-9D0721126465}" destId="{037F55F7-C5BE-41B8-AD3C-93F136DA432D}" srcOrd="0" destOrd="1" presId="urn:microsoft.com/office/officeart/2005/8/layout/pyramid3"/>
    <dgm:cxn modelId="{FF6784C2-A2C9-4778-94B1-50E85D4629F0}" srcId="{BB36F745-62BA-4892-99D7-E4239B0F3843}" destId="{3D66B052-6203-4E3F-80B6-7ECC2EDA49A4}" srcOrd="2" destOrd="0" parTransId="{EFB28557-D8D6-4DDE-A896-5F13EB5BA849}" sibTransId="{D9C60591-0FD9-4663-8376-7F3BD831B3D7}"/>
    <dgm:cxn modelId="{FE6E4ECC-0578-4941-A413-24B2649ADBD2}" srcId="{F3FA86F7-575E-4FDD-B637-1D7276F725A4}" destId="{4BB72ECC-9A10-4422-873F-F9D2190BC89D}" srcOrd="1" destOrd="0" parTransId="{4EA7BD02-E357-415A-AEC5-B9804F405522}" sibTransId="{BE158219-2DEC-4CC5-92AC-DC280F738D1B}"/>
    <dgm:cxn modelId="{62B507D0-ACCD-4973-9F27-5A384279D031}" type="presOf" srcId="{8EA7219F-BDB2-48EB-9EEB-3133522D132E}" destId="{DCCBA71F-9568-4A70-AF99-9867146ED8E6}" srcOrd="0" destOrd="0" presId="urn:microsoft.com/office/officeart/2005/8/layout/pyramid3"/>
    <dgm:cxn modelId="{AAE40FD0-5088-4E8F-84D9-F1A0BFE79B61}" type="presOf" srcId="{F3FA86F7-575E-4FDD-B637-1D7276F725A4}" destId="{295A305F-4412-4D39-980F-9A7F23A039EB}" srcOrd="0" destOrd="0" presId="urn:microsoft.com/office/officeart/2005/8/layout/pyramid3"/>
    <dgm:cxn modelId="{415456D2-5524-4ED8-BB57-0C45DD400A8A}" srcId="{8D3744A8-1883-4930-8E0D-B57E26D003C6}" destId="{D8973F44-FCAF-442F-8783-A2866965AAB6}" srcOrd="0" destOrd="0" parTransId="{9EAF4DA5-D298-43E0-A006-BCCDFAE7E227}" sibTransId="{CB1C23B7-F69D-48F6-BA22-0FD16D3A82BE}"/>
    <dgm:cxn modelId="{988E21D3-330B-44FB-8740-3FAFC689E7C0}" type="presOf" srcId="{D8973F44-FCAF-442F-8783-A2866965AAB6}" destId="{B16CB1B3-59A6-4321-90C2-998DA91C9BDB}" srcOrd="0" destOrd="0" presId="urn:microsoft.com/office/officeart/2005/8/layout/pyramid3"/>
    <dgm:cxn modelId="{DEE4B7D6-5619-429D-92B4-6FCE3A753CE8}" type="presOf" srcId="{8F5F7A12-F3C5-450F-873B-BA0A586AD6D2}" destId="{90D46CBA-C6CC-451D-A5D0-50F50A4DB53B}" srcOrd="1" destOrd="2" presId="urn:microsoft.com/office/officeart/2005/8/layout/pyramid3"/>
    <dgm:cxn modelId="{434015E0-A305-4B39-BFC7-BCE6F0BCCF38}" type="presOf" srcId="{15827902-481B-4BC7-9742-1424127F80C7}" destId="{B16CB1B3-59A6-4321-90C2-998DA91C9BDB}" srcOrd="0" destOrd="1" presId="urn:microsoft.com/office/officeart/2005/8/layout/pyramid3"/>
    <dgm:cxn modelId="{2B9668E1-6C69-4072-B2AC-0B3F8AA5200B}" type="presOf" srcId="{DDE0D928-D49D-4A27-8E92-3130B9320568}" destId="{D049881C-8E91-4EE7-AE04-5C48B1613777}" srcOrd="1" destOrd="0" presId="urn:microsoft.com/office/officeart/2005/8/layout/pyramid3"/>
    <dgm:cxn modelId="{196E93E5-2489-4910-89A7-29DD6C91275B}" srcId="{8D3744A8-1883-4930-8E0D-B57E26D003C6}" destId="{C75C0193-7917-453C-A980-7A8298437657}" srcOrd="2" destOrd="0" parTransId="{038C8C10-BB59-4124-99E8-F8D05DDECC53}" sibTransId="{DF7405E6-F1E4-47A6-9C7F-01999F9F25F0}"/>
    <dgm:cxn modelId="{9EDA30E6-3D08-4179-81B7-91C06FFB4B31}" type="presOf" srcId="{15827902-481B-4BC7-9742-1424127F80C7}" destId="{719C44C5-D3A7-411E-858C-39504875E419}" srcOrd="1" destOrd="1" presId="urn:microsoft.com/office/officeart/2005/8/layout/pyramid3"/>
    <dgm:cxn modelId="{CA5668EC-B7E4-43B6-9EB4-35018E981519}" type="presOf" srcId="{B0A5C91A-6241-4BED-82F0-B735EBACD6B9}" destId="{31940428-C28E-401D-A94E-7F553AFA1E44}" srcOrd="0" destOrd="0" presId="urn:microsoft.com/office/officeart/2005/8/layout/pyramid3"/>
    <dgm:cxn modelId="{F590E8EE-1ABD-4E3F-921C-FA68ACBDA4A0}" type="presOf" srcId="{BB36F745-62BA-4892-99D7-E4239B0F3843}" destId="{EB25079D-0D71-4F92-8E9E-BB669C5380BA}" srcOrd="0" destOrd="0" presId="urn:microsoft.com/office/officeart/2005/8/layout/pyramid3"/>
    <dgm:cxn modelId="{58AD7EEF-D408-406B-87EE-4691D4C30668}" srcId="{B9C32B05-62EA-407A-B21C-2310C7945705}" destId="{8EA7219F-BDB2-48EB-9EEB-3133522D132E}" srcOrd="0" destOrd="0" parTransId="{3EE8403A-CB7C-4815-85BD-AEBCAEB71B37}" sibTransId="{C94B7947-85DC-4B21-BB99-DF8438356F98}"/>
    <dgm:cxn modelId="{B069DAE1-29E5-4F4B-805B-76B808FC04F9}" type="presParOf" srcId="{D7459BB1-BBFD-4604-A576-482E60007A35}" destId="{901236D3-A458-4FD7-A882-E1D6554619C7}" srcOrd="0" destOrd="0" presId="urn:microsoft.com/office/officeart/2005/8/layout/pyramid3"/>
    <dgm:cxn modelId="{0C6EEDFA-4141-4373-B354-FCFCEBFB56A7}" type="presParOf" srcId="{901236D3-A458-4FD7-A882-E1D6554619C7}" destId="{037F55F7-C5BE-41B8-AD3C-93F136DA432D}" srcOrd="0" destOrd="0" presId="urn:microsoft.com/office/officeart/2005/8/layout/pyramid3"/>
    <dgm:cxn modelId="{F3D2E6B2-32AE-4979-9B76-9C2E45D293D5}" type="presParOf" srcId="{901236D3-A458-4FD7-A882-E1D6554619C7}" destId="{D049881C-8E91-4EE7-AE04-5C48B1613777}" srcOrd="1" destOrd="0" presId="urn:microsoft.com/office/officeart/2005/8/layout/pyramid3"/>
    <dgm:cxn modelId="{8490D4EA-7110-48A7-B99C-F775CFC437F8}" type="presParOf" srcId="{901236D3-A458-4FD7-A882-E1D6554619C7}" destId="{DCCBA71F-9568-4A70-AF99-9867146ED8E6}" srcOrd="2" destOrd="0" presId="urn:microsoft.com/office/officeart/2005/8/layout/pyramid3"/>
    <dgm:cxn modelId="{7C2BB986-ED31-4755-98A1-307C02523B15}" type="presParOf" srcId="{901236D3-A458-4FD7-A882-E1D6554619C7}" destId="{86209C6F-CD8A-4BF3-8843-16084620FE94}" srcOrd="3" destOrd="0" presId="urn:microsoft.com/office/officeart/2005/8/layout/pyramid3"/>
    <dgm:cxn modelId="{AC3AEFD0-E779-4E6D-9635-81BC9E120551}" type="presParOf" srcId="{D7459BB1-BBFD-4604-A576-482E60007A35}" destId="{FC6AF5E8-D41B-4F6B-8CC3-FCC66C1EDEA3}" srcOrd="1" destOrd="0" presId="urn:microsoft.com/office/officeart/2005/8/layout/pyramid3"/>
    <dgm:cxn modelId="{29420430-6464-4344-8AD9-D599E74504A7}" type="presParOf" srcId="{FC6AF5E8-D41B-4F6B-8CC3-FCC66C1EDEA3}" destId="{565E80F1-E621-49AE-862F-13390EEB84DD}" srcOrd="0" destOrd="0" presId="urn:microsoft.com/office/officeart/2005/8/layout/pyramid3"/>
    <dgm:cxn modelId="{5B8975E6-D828-4F45-BBAE-936CD35AB43B}" type="presParOf" srcId="{FC6AF5E8-D41B-4F6B-8CC3-FCC66C1EDEA3}" destId="{90D46CBA-C6CC-451D-A5D0-50F50A4DB53B}" srcOrd="1" destOrd="0" presId="urn:microsoft.com/office/officeart/2005/8/layout/pyramid3"/>
    <dgm:cxn modelId="{4A54FAB8-01D3-42E0-BDED-4B2D93F4B3AD}" type="presParOf" srcId="{FC6AF5E8-D41B-4F6B-8CC3-FCC66C1EDEA3}" destId="{295A305F-4412-4D39-980F-9A7F23A039EB}" srcOrd="2" destOrd="0" presId="urn:microsoft.com/office/officeart/2005/8/layout/pyramid3"/>
    <dgm:cxn modelId="{20B85204-9755-4883-A171-E5DC3F86D842}" type="presParOf" srcId="{FC6AF5E8-D41B-4F6B-8CC3-FCC66C1EDEA3}" destId="{EF2600D2-2269-46E6-A5B0-07F4C6CD148B}" srcOrd="3" destOrd="0" presId="urn:microsoft.com/office/officeart/2005/8/layout/pyramid3"/>
    <dgm:cxn modelId="{E57D9A8F-CCD2-4103-9991-87A1B73E6360}" type="presParOf" srcId="{D7459BB1-BBFD-4604-A576-482E60007A35}" destId="{492D25B4-42DB-4D00-88CB-FDCB9B007B90}" srcOrd="2" destOrd="0" presId="urn:microsoft.com/office/officeart/2005/8/layout/pyramid3"/>
    <dgm:cxn modelId="{D567271F-12EF-48DE-91EF-F26EF89B5435}" type="presParOf" srcId="{492D25B4-42DB-4D00-88CB-FDCB9B007B90}" destId="{B16CB1B3-59A6-4321-90C2-998DA91C9BDB}" srcOrd="0" destOrd="0" presId="urn:microsoft.com/office/officeart/2005/8/layout/pyramid3"/>
    <dgm:cxn modelId="{10773CDD-3EF9-4A58-9E97-EF60A72EE30C}" type="presParOf" srcId="{492D25B4-42DB-4D00-88CB-FDCB9B007B90}" destId="{719C44C5-D3A7-411E-858C-39504875E419}" srcOrd="1" destOrd="0" presId="urn:microsoft.com/office/officeart/2005/8/layout/pyramid3"/>
    <dgm:cxn modelId="{2C63AF0E-0D78-4D28-94F3-8F4E74C35CC5}" type="presParOf" srcId="{492D25B4-42DB-4D00-88CB-FDCB9B007B90}" destId="{FB78DD0E-2F3C-4A2D-99B7-05925A2D3239}" srcOrd="2" destOrd="0" presId="urn:microsoft.com/office/officeart/2005/8/layout/pyramid3"/>
    <dgm:cxn modelId="{81A0FA57-1805-41C7-A94F-D726C82F4748}" type="presParOf" srcId="{492D25B4-42DB-4D00-88CB-FDCB9B007B90}" destId="{39E2AE2A-186E-4BE8-94FB-2713DE4F9794}" srcOrd="3" destOrd="0" presId="urn:microsoft.com/office/officeart/2005/8/layout/pyramid3"/>
    <dgm:cxn modelId="{9DFD780B-5CC4-47FA-900E-4A56442A08D5}" type="presParOf" srcId="{D7459BB1-BBFD-4604-A576-482E60007A35}" destId="{721EE1B1-3940-4B49-AF52-5ED65946171D}" srcOrd="3" destOrd="0" presId="urn:microsoft.com/office/officeart/2005/8/layout/pyramid3"/>
    <dgm:cxn modelId="{738B5C67-A560-4728-8251-93C726E8BA2F}" type="presParOf" srcId="{721EE1B1-3940-4B49-AF52-5ED65946171D}" destId="{31940428-C28E-401D-A94E-7F553AFA1E44}" srcOrd="0" destOrd="0" presId="urn:microsoft.com/office/officeart/2005/8/layout/pyramid3"/>
    <dgm:cxn modelId="{130527B1-C3E1-40BD-88CC-879A27E3364E}" type="presParOf" srcId="{721EE1B1-3940-4B49-AF52-5ED65946171D}" destId="{47D8B756-B850-4BDD-9820-263CA009E4D0}" srcOrd="1" destOrd="0" presId="urn:microsoft.com/office/officeart/2005/8/layout/pyramid3"/>
    <dgm:cxn modelId="{D10FA076-DF85-4A32-8E63-5A9CC8308885}" type="presParOf" srcId="{721EE1B1-3940-4B49-AF52-5ED65946171D}" destId="{EB25079D-0D71-4F92-8E9E-BB669C5380BA}" srcOrd="2" destOrd="0" presId="urn:microsoft.com/office/officeart/2005/8/layout/pyramid3"/>
    <dgm:cxn modelId="{F0BEFF3C-DFEC-47C8-B191-34DB4C52DFE7}" type="presParOf" srcId="{721EE1B1-3940-4B49-AF52-5ED65946171D}" destId="{39F96366-7786-4F04-9DD9-E1439E0913FE}" srcOrd="3" destOrd="0" presId="urn:microsoft.com/office/officeart/2005/8/layout/pyramid3"/>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34.xml><?xml version="1.0" encoding="utf-8"?>
<dgm:dataModel xmlns:dgm="http://schemas.openxmlformats.org/drawingml/2006/diagram" xmlns:a="http://schemas.openxmlformats.org/drawingml/2006/main">
  <dgm:ptLst>
    <dgm:pt modelId="{B9C32B05-62EA-407A-B21C-2310C7945705}" type="doc">
      <dgm:prSet loTypeId="urn:microsoft.com/office/officeart/2005/8/layout/pyramid2" loCatId="pyramid" qsTypeId="urn:microsoft.com/office/officeart/2005/8/quickstyle/simple4" qsCatId="simple" csTypeId="urn:microsoft.com/office/officeart/2005/8/colors/colorful1" csCatId="colorful" phldr="1"/>
      <dgm:spPr/>
      <dgm:t>
        <a:bodyPr/>
        <a:lstStyle/>
        <a:p>
          <a:endParaRPr lang="en-US"/>
        </a:p>
      </dgm:t>
    </dgm:pt>
    <dgm:pt modelId="{8EA7219F-BDB2-48EB-9EEB-3133522D132E}">
      <dgm:prSet phldrT="[Text]"/>
      <dgm:spPr/>
      <dgm:t>
        <a:bodyPr/>
        <a:lstStyle/>
        <a:p>
          <a:r>
            <a:rPr lang="en-US" dirty="0">
              <a:solidFill>
                <a:schemeClr val="tx2"/>
              </a:solidFill>
            </a:rPr>
            <a:t>Lorem Ipsum</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DDE0D928-D49D-4A27-8E92-3130B9320568}">
      <dgm:prSet phldrT="[Text]"/>
      <dgm:spPr/>
      <dgm:t>
        <a:bodyPr/>
        <a:lstStyle/>
        <a:p>
          <a:r>
            <a:rPr lang="en-US" dirty="0">
              <a:solidFill>
                <a:schemeClr val="tx2"/>
              </a:solidFill>
            </a:rPr>
            <a:t>Some text here</a:t>
          </a:r>
        </a:p>
      </dgm:t>
    </dgm:pt>
    <dgm:pt modelId="{BD8A01E6-DCFB-4634-AA12-EAF5B15F9CCB}" type="parTrans" cxnId="{2709EABC-E6A1-4AF4-BB66-635BCC932127}">
      <dgm:prSet/>
      <dgm:spPr/>
      <dgm:t>
        <a:bodyPr/>
        <a:lstStyle/>
        <a:p>
          <a:endParaRPr lang="en-US"/>
        </a:p>
      </dgm:t>
    </dgm:pt>
    <dgm:pt modelId="{4311EAF2-34EE-4C77-BBCA-D60A3715C931}" type="sibTrans" cxnId="{2709EABC-E6A1-4AF4-BB66-635BCC932127}">
      <dgm:prSet/>
      <dgm:spPr/>
      <dgm:t>
        <a:bodyPr/>
        <a:lstStyle/>
        <a:p>
          <a:endParaRPr lang="en-US"/>
        </a:p>
      </dgm:t>
    </dgm:pt>
    <dgm:pt modelId="{B541EF06-6AA3-4CD0-BE10-9D0721126465}">
      <dgm:prSet phldrT="[Text]"/>
      <dgm:spPr/>
      <dgm:t>
        <a:bodyPr/>
        <a:lstStyle/>
        <a:p>
          <a:r>
            <a:rPr lang="en-US" dirty="0">
              <a:solidFill>
                <a:schemeClr val="tx2"/>
              </a:solidFill>
            </a:rPr>
            <a:t>Some text here</a:t>
          </a:r>
        </a:p>
      </dgm:t>
    </dgm:pt>
    <dgm:pt modelId="{D3B9F6DE-F355-4438-B611-99DABECA3CA7}" type="parTrans" cxnId="{DB22639E-D3D1-4F31-9B13-E8C39C3DCCCA}">
      <dgm:prSet/>
      <dgm:spPr/>
      <dgm:t>
        <a:bodyPr/>
        <a:lstStyle/>
        <a:p>
          <a:endParaRPr lang="en-US"/>
        </a:p>
      </dgm:t>
    </dgm:pt>
    <dgm:pt modelId="{12DEBDC3-2F5F-4250-A604-E7BE4C84BAFB}" type="sibTrans" cxnId="{DB22639E-D3D1-4F31-9B13-E8C39C3DCCCA}">
      <dgm:prSet/>
      <dgm:spPr/>
      <dgm:t>
        <a:bodyPr/>
        <a:lstStyle/>
        <a:p>
          <a:endParaRPr lang="en-US"/>
        </a:p>
      </dgm:t>
    </dgm:pt>
    <dgm:pt modelId="{F31073FB-4DE8-464D-9820-AF4A4FCE948E}">
      <dgm:prSet phldrT="[Text]"/>
      <dgm:spPr/>
      <dgm:t>
        <a:bodyPr/>
        <a:lstStyle/>
        <a:p>
          <a:r>
            <a:rPr lang="en-US" dirty="0">
              <a:solidFill>
                <a:schemeClr val="tx2"/>
              </a:solidFill>
            </a:rPr>
            <a:t>Some text here</a:t>
          </a:r>
        </a:p>
      </dgm:t>
    </dgm:pt>
    <dgm:pt modelId="{2466C803-23FE-4986-B400-AE9AC9B0E46B}" type="parTrans" cxnId="{D5C184B1-1C37-4901-BCB8-582F9B7E7986}">
      <dgm:prSet/>
      <dgm:spPr/>
      <dgm:t>
        <a:bodyPr/>
        <a:lstStyle/>
        <a:p>
          <a:endParaRPr lang="en-US"/>
        </a:p>
      </dgm:t>
    </dgm:pt>
    <dgm:pt modelId="{F9FE457D-D34B-470C-A01A-52558BE72AF2}" type="sibTrans" cxnId="{D5C184B1-1C37-4901-BCB8-582F9B7E7986}">
      <dgm:prSet/>
      <dgm:spPr/>
      <dgm:t>
        <a:bodyPr/>
        <a:lstStyle/>
        <a:p>
          <a:endParaRPr lang="en-US"/>
        </a:p>
      </dgm:t>
    </dgm:pt>
    <dgm:pt modelId="{F3FA86F7-575E-4FDD-B637-1D7276F725A4}">
      <dgm:prSet phldrT="[Text]"/>
      <dgm:spPr/>
      <dgm:t>
        <a:bodyPr/>
        <a:lstStyle/>
        <a:p>
          <a:r>
            <a:rPr lang="en-US">
              <a:solidFill>
                <a:schemeClr val="tx2"/>
              </a:solidFill>
            </a:rPr>
            <a:t>Lorem Ipsum</a:t>
          </a:r>
          <a:endParaRPr lang="en-US" dirty="0">
            <a:solidFill>
              <a:schemeClr val="tx2"/>
            </a:solidFill>
          </a:endParaRPr>
        </a:p>
      </dgm:t>
    </dgm:pt>
    <dgm:pt modelId="{192CD16B-FA85-49AB-96EA-80094BA41ED5}" type="parTrans" cxnId="{B38DB338-3B1E-4324-A45E-8025E9D81450}">
      <dgm:prSet/>
      <dgm:spPr/>
      <dgm:t>
        <a:bodyPr/>
        <a:lstStyle/>
        <a:p>
          <a:endParaRPr lang="en-US"/>
        </a:p>
      </dgm:t>
    </dgm:pt>
    <dgm:pt modelId="{BEF45895-E33A-456A-85CE-5D5DFC2CF2C9}" type="sibTrans" cxnId="{B38DB338-3B1E-4324-A45E-8025E9D81450}">
      <dgm:prSet/>
      <dgm:spPr/>
      <dgm:t>
        <a:bodyPr/>
        <a:lstStyle/>
        <a:p>
          <a:endParaRPr lang="en-US"/>
        </a:p>
      </dgm:t>
    </dgm:pt>
    <dgm:pt modelId="{8BA28110-3C4D-4B65-A456-1880B9B8C044}">
      <dgm:prSet phldrT="[Text]"/>
      <dgm:spPr/>
      <dgm:t>
        <a:bodyPr/>
        <a:lstStyle/>
        <a:p>
          <a:r>
            <a:rPr lang="en-US" dirty="0">
              <a:solidFill>
                <a:schemeClr val="tx2"/>
              </a:solidFill>
            </a:rPr>
            <a:t>Some text here</a:t>
          </a:r>
        </a:p>
      </dgm:t>
    </dgm:pt>
    <dgm:pt modelId="{92633400-0D09-4796-9848-67220ABE14A1}" type="parTrans" cxnId="{1D896142-E250-41E4-8577-114DB897E5B3}">
      <dgm:prSet/>
      <dgm:spPr/>
      <dgm:t>
        <a:bodyPr/>
        <a:lstStyle/>
        <a:p>
          <a:endParaRPr lang="en-US"/>
        </a:p>
      </dgm:t>
    </dgm:pt>
    <dgm:pt modelId="{AADC4A7F-BF6D-4764-B281-1669C0CA9F6D}" type="sibTrans" cxnId="{1D896142-E250-41E4-8577-114DB897E5B3}">
      <dgm:prSet/>
      <dgm:spPr/>
      <dgm:t>
        <a:bodyPr/>
        <a:lstStyle/>
        <a:p>
          <a:endParaRPr lang="en-US"/>
        </a:p>
      </dgm:t>
    </dgm:pt>
    <dgm:pt modelId="{4BB72ECC-9A10-4422-873F-F9D2190BC89D}">
      <dgm:prSet phldrT="[Text]"/>
      <dgm:spPr/>
      <dgm:t>
        <a:bodyPr/>
        <a:lstStyle/>
        <a:p>
          <a:r>
            <a:rPr lang="en-US" dirty="0">
              <a:solidFill>
                <a:schemeClr val="tx2"/>
              </a:solidFill>
            </a:rPr>
            <a:t>Some text here</a:t>
          </a:r>
        </a:p>
      </dgm:t>
    </dgm:pt>
    <dgm:pt modelId="{4EA7BD02-E357-415A-AEC5-B9804F405522}" type="parTrans" cxnId="{FE6E4ECC-0578-4941-A413-24B2649ADBD2}">
      <dgm:prSet/>
      <dgm:spPr/>
      <dgm:t>
        <a:bodyPr/>
        <a:lstStyle/>
        <a:p>
          <a:endParaRPr lang="en-US"/>
        </a:p>
      </dgm:t>
    </dgm:pt>
    <dgm:pt modelId="{BE158219-2DEC-4CC5-92AC-DC280F738D1B}" type="sibTrans" cxnId="{FE6E4ECC-0578-4941-A413-24B2649ADBD2}">
      <dgm:prSet/>
      <dgm:spPr/>
      <dgm:t>
        <a:bodyPr/>
        <a:lstStyle/>
        <a:p>
          <a:endParaRPr lang="en-US"/>
        </a:p>
      </dgm:t>
    </dgm:pt>
    <dgm:pt modelId="{8F5F7A12-F3C5-450F-873B-BA0A586AD6D2}">
      <dgm:prSet phldrT="[Text]"/>
      <dgm:spPr/>
      <dgm:t>
        <a:bodyPr/>
        <a:lstStyle/>
        <a:p>
          <a:r>
            <a:rPr lang="en-US" dirty="0">
              <a:solidFill>
                <a:schemeClr val="tx2"/>
              </a:solidFill>
            </a:rPr>
            <a:t>Some text here</a:t>
          </a:r>
        </a:p>
      </dgm:t>
    </dgm:pt>
    <dgm:pt modelId="{827354CD-87F6-4B67-BCDA-B80B618796FF}" type="parTrans" cxnId="{4C62A048-69B6-411A-9836-A7D7DB9461E3}">
      <dgm:prSet/>
      <dgm:spPr/>
      <dgm:t>
        <a:bodyPr/>
        <a:lstStyle/>
        <a:p>
          <a:endParaRPr lang="en-US"/>
        </a:p>
      </dgm:t>
    </dgm:pt>
    <dgm:pt modelId="{93D68E33-C66F-45D0-AC53-74CEE70C5804}" type="sibTrans" cxnId="{4C62A048-69B6-411A-9836-A7D7DB9461E3}">
      <dgm:prSet/>
      <dgm:spPr/>
      <dgm:t>
        <a:bodyPr/>
        <a:lstStyle/>
        <a:p>
          <a:endParaRPr lang="en-US"/>
        </a:p>
      </dgm:t>
    </dgm:pt>
    <dgm:pt modelId="{8D3744A8-1883-4930-8E0D-B57E26D003C6}">
      <dgm:prSet phldrT="[Text]"/>
      <dgm:spPr/>
      <dgm:t>
        <a:bodyPr/>
        <a:lstStyle/>
        <a:p>
          <a:r>
            <a:rPr lang="en-US">
              <a:solidFill>
                <a:schemeClr val="tx2"/>
              </a:solidFill>
            </a:rPr>
            <a:t>Lorem Ipsum</a:t>
          </a:r>
          <a:endParaRPr lang="en-US" dirty="0">
            <a:solidFill>
              <a:schemeClr val="tx2"/>
            </a:solidFill>
          </a:endParaRPr>
        </a:p>
      </dgm:t>
    </dgm:pt>
    <dgm:pt modelId="{AC9EAF57-EBF1-4FB7-8ED0-6ECFF59ADE74}" type="parTrans" cxnId="{C8FCCD3C-805E-4A27-964D-25DE1206ADCA}">
      <dgm:prSet/>
      <dgm:spPr/>
      <dgm:t>
        <a:bodyPr/>
        <a:lstStyle/>
        <a:p>
          <a:endParaRPr lang="en-US"/>
        </a:p>
      </dgm:t>
    </dgm:pt>
    <dgm:pt modelId="{D40CF7D9-D0C3-4084-8D2D-359654C28D0F}" type="sibTrans" cxnId="{C8FCCD3C-805E-4A27-964D-25DE1206ADCA}">
      <dgm:prSet/>
      <dgm:spPr/>
      <dgm:t>
        <a:bodyPr/>
        <a:lstStyle/>
        <a:p>
          <a:endParaRPr lang="en-US"/>
        </a:p>
      </dgm:t>
    </dgm:pt>
    <dgm:pt modelId="{D8973F44-FCAF-442F-8783-A2866965AAB6}">
      <dgm:prSet phldrT="[Text]"/>
      <dgm:spPr/>
      <dgm:t>
        <a:bodyPr/>
        <a:lstStyle/>
        <a:p>
          <a:r>
            <a:rPr lang="en-US" dirty="0">
              <a:solidFill>
                <a:schemeClr val="tx2"/>
              </a:solidFill>
            </a:rPr>
            <a:t>Some text here</a:t>
          </a:r>
        </a:p>
      </dgm:t>
    </dgm:pt>
    <dgm:pt modelId="{9EAF4DA5-D298-43E0-A006-BCCDFAE7E227}" type="parTrans" cxnId="{415456D2-5524-4ED8-BB57-0C45DD400A8A}">
      <dgm:prSet/>
      <dgm:spPr/>
      <dgm:t>
        <a:bodyPr/>
        <a:lstStyle/>
        <a:p>
          <a:endParaRPr lang="en-US"/>
        </a:p>
      </dgm:t>
    </dgm:pt>
    <dgm:pt modelId="{CB1C23B7-F69D-48F6-BA22-0FD16D3A82BE}" type="sibTrans" cxnId="{415456D2-5524-4ED8-BB57-0C45DD400A8A}">
      <dgm:prSet/>
      <dgm:spPr/>
      <dgm:t>
        <a:bodyPr/>
        <a:lstStyle/>
        <a:p>
          <a:endParaRPr lang="en-US"/>
        </a:p>
      </dgm:t>
    </dgm:pt>
    <dgm:pt modelId="{15827902-481B-4BC7-9742-1424127F80C7}">
      <dgm:prSet phldrT="[Text]"/>
      <dgm:spPr/>
      <dgm:t>
        <a:bodyPr/>
        <a:lstStyle/>
        <a:p>
          <a:r>
            <a:rPr lang="en-US" dirty="0">
              <a:solidFill>
                <a:schemeClr val="tx2"/>
              </a:solidFill>
            </a:rPr>
            <a:t>Some text here</a:t>
          </a:r>
        </a:p>
      </dgm:t>
    </dgm:pt>
    <dgm:pt modelId="{218CE1A8-CAC8-40C9-AB4A-0EC10272E613}" type="parTrans" cxnId="{B54F029F-6D1A-4B09-BE05-DCCE6E369E78}">
      <dgm:prSet/>
      <dgm:spPr/>
      <dgm:t>
        <a:bodyPr/>
        <a:lstStyle/>
        <a:p>
          <a:endParaRPr lang="en-US"/>
        </a:p>
      </dgm:t>
    </dgm:pt>
    <dgm:pt modelId="{2064A3C4-F1F9-41C6-8921-0C5E729B95C7}" type="sibTrans" cxnId="{B54F029F-6D1A-4B09-BE05-DCCE6E369E78}">
      <dgm:prSet/>
      <dgm:spPr/>
      <dgm:t>
        <a:bodyPr/>
        <a:lstStyle/>
        <a:p>
          <a:endParaRPr lang="en-US"/>
        </a:p>
      </dgm:t>
    </dgm:pt>
    <dgm:pt modelId="{C75C0193-7917-453C-A980-7A8298437657}">
      <dgm:prSet phldrT="[Text]"/>
      <dgm:spPr/>
      <dgm:t>
        <a:bodyPr/>
        <a:lstStyle/>
        <a:p>
          <a:r>
            <a:rPr lang="en-US" dirty="0">
              <a:solidFill>
                <a:schemeClr val="tx2"/>
              </a:solidFill>
            </a:rPr>
            <a:t>Some text here</a:t>
          </a:r>
        </a:p>
      </dgm:t>
    </dgm:pt>
    <dgm:pt modelId="{038C8C10-BB59-4124-99E8-F8D05DDECC53}" type="parTrans" cxnId="{196E93E5-2489-4910-89A7-29DD6C91275B}">
      <dgm:prSet/>
      <dgm:spPr/>
      <dgm:t>
        <a:bodyPr/>
        <a:lstStyle/>
        <a:p>
          <a:endParaRPr lang="en-US"/>
        </a:p>
      </dgm:t>
    </dgm:pt>
    <dgm:pt modelId="{DF7405E6-F1E4-47A6-9C7F-01999F9F25F0}" type="sibTrans" cxnId="{196E93E5-2489-4910-89A7-29DD6C91275B}">
      <dgm:prSet/>
      <dgm:spPr/>
      <dgm:t>
        <a:bodyPr/>
        <a:lstStyle/>
        <a:p>
          <a:endParaRPr lang="en-US"/>
        </a:p>
      </dgm:t>
    </dgm:pt>
    <dgm:pt modelId="{BB36F745-62BA-4892-99D7-E4239B0F3843}">
      <dgm:prSet phldrT="[Text]"/>
      <dgm:spPr/>
      <dgm:t>
        <a:bodyPr/>
        <a:lstStyle/>
        <a:p>
          <a:r>
            <a:rPr lang="en-US">
              <a:solidFill>
                <a:schemeClr val="tx2"/>
              </a:solidFill>
            </a:rPr>
            <a:t>Lorem Ipsum</a:t>
          </a:r>
          <a:endParaRPr lang="en-US" dirty="0">
            <a:solidFill>
              <a:schemeClr val="tx2"/>
            </a:solidFill>
          </a:endParaRPr>
        </a:p>
      </dgm:t>
    </dgm:pt>
    <dgm:pt modelId="{CE269D49-A2E4-44F1-A948-9BE1FE5D6140}" type="parTrans" cxnId="{C96A1F07-338B-48CD-B344-80BE34A6C9DF}">
      <dgm:prSet/>
      <dgm:spPr/>
      <dgm:t>
        <a:bodyPr/>
        <a:lstStyle/>
        <a:p>
          <a:endParaRPr lang="en-US"/>
        </a:p>
      </dgm:t>
    </dgm:pt>
    <dgm:pt modelId="{5CE5B550-A310-4948-9BA1-267AF81C5FA4}" type="sibTrans" cxnId="{C96A1F07-338B-48CD-B344-80BE34A6C9DF}">
      <dgm:prSet/>
      <dgm:spPr/>
      <dgm:t>
        <a:bodyPr/>
        <a:lstStyle/>
        <a:p>
          <a:endParaRPr lang="en-US"/>
        </a:p>
      </dgm:t>
    </dgm:pt>
    <dgm:pt modelId="{B0A5C91A-6241-4BED-82F0-B735EBACD6B9}">
      <dgm:prSet phldrT="[Text]"/>
      <dgm:spPr/>
      <dgm:t>
        <a:bodyPr/>
        <a:lstStyle/>
        <a:p>
          <a:r>
            <a:rPr lang="en-US" dirty="0">
              <a:solidFill>
                <a:schemeClr val="tx2"/>
              </a:solidFill>
            </a:rPr>
            <a:t>Some text here</a:t>
          </a:r>
        </a:p>
      </dgm:t>
    </dgm:pt>
    <dgm:pt modelId="{11A957F9-0D29-4041-BB96-258FC96AFB4D}" type="parTrans" cxnId="{E39A793C-A4E9-4DE4-882C-FEA2BEB8896B}">
      <dgm:prSet/>
      <dgm:spPr/>
      <dgm:t>
        <a:bodyPr/>
        <a:lstStyle/>
        <a:p>
          <a:endParaRPr lang="en-US"/>
        </a:p>
      </dgm:t>
    </dgm:pt>
    <dgm:pt modelId="{80537C20-BA35-41C8-987F-0C39B9782FD4}" type="sibTrans" cxnId="{E39A793C-A4E9-4DE4-882C-FEA2BEB8896B}">
      <dgm:prSet/>
      <dgm:spPr/>
      <dgm:t>
        <a:bodyPr/>
        <a:lstStyle/>
        <a:p>
          <a:endParaRPr lang="en-US"/>
        </a:p>
      </dgm:t>
    </dgm:pt>
    <dgm:pt modelId="{84392BDD-B9A6-4322-BDAF-479CDA7E2872}">
      <dgm:prSet phldrT="[Text]"/>
      <dgm:spPr/>
      <dgm:t>
        <a:bodyPr/>
        <a:lstStyle/>
        <a:p>
          <a:r>
            <a:rPr lang="en-US" dirty="0">
              <a:solidFill>
                <a:schemeClr val="tx2"/>
              </a:solidFill>
            </a:rPr>
            <a:t>Some text here</a:t>
          </a:r>
        </a:p>
      </dgm:t>
    </dgm:pt>
    <dgm:pt modelId="{A2A9E81C-34C6-43FB-A3D8-DC62DB0EE13E}" type="parTrans" cxnId="{50942319-E7A4-4A2C-91C6-CA4C21A1044C}">
      <dgm:prSet/>
      <dgm:spPr/>
      <dgm:t>
        <a:bodyPr/>
        <a:lstStyle/>
        <a:p>
          <a:endParaRPr lang="en-US"/>
        </a:p>
      </dgm:t>
    </dgm:pt>
    <dgm:pt modelId="{85BB70D0-AB27-4990-BD8D-D4B81FFE3328}" type="sibTrans" cxnId="{50942319-E7A4-4A2C-91C6-CA4C21A1044C}">
      <dgm:prSet/>
      <dgm:spPr/>
      <dgm:t>
        <a:bodyPr/>
        <a:lstStyle/>
        <a:p>
          <a:endParaRPr lang="en-US"/>
        </a:p>
      </dgm:t>
    </dgm:pt>
    <dgm:pt modelId="{3D66B052-6203-4E3F-80B6-7ECC2EDA49A4}">
      <dgm:prSet phldrT="[Text]"/>
      <dgm:spPr/>
      <dgm:t>
        <a:bodyPr/>
        <a:lstStyle/>
        <a:p>
          <a:r>
            <a:rPr lang="en-US" dirty="0">
              <a:solidFill>
                <a:schemeClr val="tx2"/>
              </a:solidFill>
            </a:rPr>
            <a:t>Some text here</a:t>
          </a:r>
        </a:p>
      </dgm:t>
    </dgm:pt>
    <dgm:pt modelId="{EFB28557-D8D6-4DDE-A896-5F13EB5BA849}" type="parTrans" cxnId="{FF6784C2-A2C9-4778-94B1-50E85D4629F0}">
      <dgm:prSet/>
      <dgm:spPr/>
      <dgm:t>
        <a:bodyPr/>
        <a:lstStyle/>
        <a:p>
          <a:endParaRPr lang="en-US"/>
        </a:p>
      </dgm:t>
    </dgm:pt>
    <dgm:pt modelId="{D9C60591-0FD9-4663-8376-7F3BD831B3D7}" type="sibTrans" cxnId="{FF6784C2-A2C9-4778-94B1-50E85D4629F0}">
      <dgm:prSet/>
      <dgm:spPr/>
      <dgm:t>
        <a:bodyPr/>
        <a:lstStyle/>
        <a:p>
          <a:endParaRPr lang="en-US"/>
        </a:p>
      </dgm:t>
    </dgm:pt>
    <dgm:pt modelId="{DDF8434A-5933-4636-B0B3-A0B647737CA1}" type="pres">
      <dgm:prSet presAssocID="{B9C32B05-62EA-407A-B21C-2310C7945705}" presName="compositeShape" presStyleCnt="0">
        <dgm:presLayoutVars>
          <dgm:dir/>
          <dgm:resizeHandles/>
        </dgm:presLayoutVars>
      </dgm:prSet>
      <dgm:spPr/>
    </dgm:pt>
    <dgm:pt modelId="{6DC704B6-6845-4D79-A296-FC419BFC1488}" type="pres">
      <dgm:prSet presAssocID="{B9C32B05-62EA-407A-B21C-2310C7945705}" presName="pyramid" presStyleLbl="node1" presStyleIdx="0" presStyleCnt="1"/>
      <dgm:spPr/>
    </dgm:pt>
    <dgm:pt modelId="{D298346F-8081-406D-9AF6-0D813090E420}" type="pres">
      <dgm:prSet presAssocID="{B9C32B05-62EA-407A-B21C-2310C7945705}" presName="theList" presStyleCnt="0"/>
      <dgm:spPr/>
    </dgm:pt>
    <dgm:pt modelId="{64F83CBE-3521-40B8-B541-EB61DBC77703}" type="pres">
      <dgm:prSet presAssocID="{8EA7219F-BDB2-48EB-9EEB-3133522D132E}" presName="aNode" presStyleLbl="fgAcc1" presStyleIdx="0" presStyleCnt="4">
        <dgm:presLayoutVars>
          <dgm:bulletEnabled val="1"/>
        </dgm:presLayoutVars>
      </dgm:prSet>
      <dgm:spPr/>
    </dgm:pt>
    <dgm:pt modelId="{8882A6DF-9435-4D29-8656-96E545366BD0}" type="pres">
      <dgm:prSet presAssocID="{8EA7219F-BDB2-48EB-9EEB-3133522D132E}" presName="aSpace" presStyleCnt="0"/>
      <dgm:spPr/>
    </dgm:pt>
    <dgm:pt modelId="{AA0BB1E5-5AB2-4079-A1E8-BA0FB7950706}" type="pres">
      <dgm:prSet presAssocID="{F3FA86F7-575E-4FDD-B637-1D7276F725A4}" presName="aNode" presStyleLbl="fgAcc1" presStyleIdx="1" presStyleCnt="4">
        <dgm:presLayoutVars>
          <dgm:bulletEnabled val="1"/>
        </dgm:presLayoutVars>
      </dgm:prSet>
      <dgm:spPr/>
    </dgm:pt>
    <dgm:pt modelId="{79BE9514-BC2B-4F4D-A174-403144E1151B}" type="pres">
      <dgm:prSet presAssocID="{F3FA86F7-575E-4FDD-B637-1D7276F725A4}" presName="aSpace" presStyleCnt="0"/>
      <dgm:spPr/>
    </dgm:pt>
    <dgm:pt modelId="{D71A75A3-5822-4808-B87E-A21920722E14}" type="pres">
      <dgm:prSet presAssocID="{8D3744A8-1883-4930-8E0D-B57E26D003C6}" presName="aNode" presStyleLbl="fgAcc1" presStyleIdx="2" presStyleCnt="4">
        <dgm:presLayoutVars>
          <dgm:bulletEnabled val="1"/>
        </dgm:presLayoutVars>
      </dgm:prSet>
      <dgm:spPr/>
    </dgm:pt>
    <dgm:pt modelId="{86813C43-0FDF-4479-956B-A5640DE28B16}" type="pres">
      <dgm:prSet presAssocID="{8D3744A8-1883-4930-8E0D-B57E26D003C6}" presName="aSpace" presStyleCnt="0"/>
      <dgm:spPr/>
    </dgm:pt>
    <dgm:pt modelId="{03F6387F-4EA7-4B3C-BA31-8FAAE228762F}" type="pres">
      <dgm:prSet presAssocID="{BB36F745-62BA-4892-99D7-E4239B0F3843}" presName="aNode" presStyleLbl="fgAcc1" presStyleIdx="3" presStyleCnt="4">
        <dgm:presLayoutVars>
          <dgm:bulletEnabled val="1"/>
        </dgm:presLayoutVars>
      </dgm:prSet>
      <dgm:spPr/>
    </dgm:pt>
    <dgm:pt modelId="{E15208B7-9295-494C-BEF3-A0B818A2B112}" type="pres">
      <dgm:prSet presAssocID="{BB36F745-62BA-4892-99D7-E4239B0F3843}" presName="aSpace" presStyleCnt="0"/>
      <dgm:spPr/>
    </dgm:pt>
  </dgm:ptLst>
  <dgm:cxnLst>
    <dgm:cxn modelId="{C96A1F07-338B-48CD-B344-80BE34A6C9DF}" srcId="{B9C32B05-62EA-407A-B21C-2310C7945705}" destId="{BB36F745-62BA-4892-99D7-E4239B0F3843}" srcOrd="3" destOrd="0" parTransId="{CE269D49-A2E4-44F1-A948-9BE1FE5D6140}" sibTransId="{5CE5B550-A310-4948-9BA1-267AF81C5FA4}"/>
    <dgm:cxn modelId="{4CF8A30A-F130-458A-974D-1E0ED7B48A93}" type="presOf" srcId="{F31073FB-4DE8-464D-9820-AF4A4FCE948E}" destId="{64F83CBE-3521-40B8-B541-EB61DBC77703}" srcOrd="0" destOrd="3" presId="urn:microsoft.com/office/officeart/2005/8/layout/pyramid2"/>
    <dgm:cxn modelId="{0955CB0D-8437-49AC-B695-84D07D274316}" type="presOf" srcId="{D8973F44-FCAF-442F-8783-A2866965AAB6}" destId="{D71A75A3-5822-4808-B87E-A21920722E14}" srcOrd="0" destOrd="1" presId="urn:microsoft.com/office/officeart/2005/8/layout/pyramid2"/>
    <dgm:cxn modelId="{2D499117-1C20-4605-8515-2BDCDAC7FBE4}" type="presOf" srcId="{B541EF06-6AA3-4CD0-BE10-9D0721126465}" destId="{64F83CBE-3521-40B8-B541-EB61DBC77703}" srcOrd="0" destOrd="2" presId="urn:microsoft.com/office/officeart/2005/8/layout/pyramid2"/>
    <dgm:cxn modelId="{50942319-E7A4-4A2C-91C6-CA4C21A1044C}" srcId="{BB36F745-62BA-4892-99D7-E4239B0F3843}" destId="{84392BDD-B9A6-4322-BDAF-479CDA7E2872}" srcOrd="1" destOrd="0" parTransId="{A2A9E81C-34C6-43FB-A3D8-DC62DB0EE13E}" sibTransId="{85BB70D0-AB27-4990-BD8D-D4B81FFE3328}"/>
    <dgm:cxn modelId="{C1D1C51F-2D97-46A3-A7C4-F57CE32E703A}" type="presOf" srcId="{8D3744A8-1883-4930-8E0D-B57E26D003C6}" destId="{D71A75A3-5822-4808-B87E-A21920722E14}" srcOrd="0" destOrd="0" presId="urn:microsoft.com/office/officeart/2005/8/layout/pyramid2"/>
    <dgm:cxn modelId="{186A6B27-5150-482C-B649-042FE11E8375}" type="presOf" srcId="{B9C32B05-62EA-407A-B21C-2310C7945705}" destId="{DDF8434A-5933-4636-B0B3-A0B647737CA1}" srcOrd="0" destOrd="0" presId="urn:microsoft.com/office/officeart/2005/8/layout/pyramid2"/>
    <dgm:cxn modelId="{B38DB338-3B1E-4324-A45E-8025E9D81450}" srcId="{B9C32B05-62EA-407A-B21C-2310C7945705}" destId="{F3FA86F7-575E-4FDD-B637-1D7276F725A4}" srcOrd="1" destOrd="0" parTransId="{192CD16B-FA85-49AB-96EA-80094BA41ED5}" sibTransId="{BEF45895-E33A-456A-85CE-5D5DFC2CF2C9}"/>
    <dgm:cxn modelId="{E39A793C-A4E9-4DE4-882C-FEA2BEB8896B}" srcId="{BB36F745-62BA-4892-99D7-E4239B0F3843}" destId="{B0A5C91A-6241-4BED-82F0-B735EBACD6B9}" srcOrd="0" destOrd="0" parTransId="{11A957F9-0D29-4041-BB96-258FC96AFB4D}" sibTransId="{80537C20-BA35-41C8-987F-0C39B9782FD4}"/>
    <dgm:cxn modelId="{C8FCCD3C-805E-4A27-964D-25DE1206ADCA}" srcId="{B9C32B05-62EA-407A-B21C-2310C7945705}" destId="{8D3744A8-1883-4930-8E0D-B57E26D003C6}" srcOrd="2" destOrd="0" parTransId="{AC9EAF57-EBF1-4FB7-8ED0-6ECFF59ADE74}" sibTransId="{D40CF7D9-D0C3-4084-8D2D-359654C28D0F}"/>
    <dgm:cxn modelId="{507F215F-A963-48DC-86F1-B2EDEDCC220A}" type="presOf" srcId="{B0A5C91A-6241-4BED-82F0-B735EBACD6B9}" destId="{03F6387F-4EA7-4B3C-BA31-8FAAE228762F}" srcOrd="0" destOrd="1" presId="urn:microsoft.com/office/officeart/2005/8/layout/pyramid2"/>
    <dgm:cxn modelId="{D57E6061-FC39-4EAF-988D-D670429289A1}" type="presOf" srcId="{4BB72ECC-9A10-4422-873F-F9D2190BC89D}" destId="{AA0BB1E5-5AB2-4079-A1E8-BA0FB7950706}" srcOrd="0" destOrd="2" presId="urn:microsoft.com/office/officeart/2005/8/layout/pyramid2"/>
    <dgm:cxn modelId="{1D896142-E250-41E4-8577-114DB897E5B3}" srcId="{F3FA86F7-575E-4FDD-B637-1D7276F725A4}" destId="{8BA28110-3C4D-4B65-A456-1880B9B8C044}" srcOrd="0" destOrd="0" parTransId="{92633400-0D09-4796-9848-67220ABE14A1}" sibTransId="{AADC4A7F-BF6D-4764-B281-1669C0CA9F6D}"/>
    <dgm:cxn modelId="{45D5E546-1DA4-45D4-8A28-4313B0CFCA68}" type="presOf" srcId="{C75C0193-7917-453C-A980-7A8298437657}" destId="{D71A75A3-5822-4808-B87E-A21920722E14}" srcOrd="0" destOrd="3" presId="urn:microsoft.com/office/officeart/2005/8/layout/pyramid2"/>
    <dgm:cxn modelId="{4C62A048-69B6-411A-9836-A7D7DB9461E3}" srcId="{F3FA86F7-575E-4FDD-B637-1D7276F725A4}" destId="{8F5F7A12-F3C5-450F-873B-BA0A586AD6D2}" srcOrd="2" destOrd="0" parTransId="{827354CD-87F6-4B67-BCDA-B80B618796FF}" sibTransId="{93D68E33-C66F-45D0-AC53-74CEE70C5804}"/>
    <dgm:cxn modelId="{37346049-E86C-4838-86C8-0EF4EBD6DB7D}" type="presOf" srcId="{F3FA86F7-575E-4FDD-B637-1D7276F725A4}" destId="{AA0BB1E5-5AB2-4079-A1E8-BA0FB7950706}" srcOrd="0" destOrd="0" presId="urn:microsoft.com/office/officeart/2005/8/layout/pyramid2"/>
    <dgm:cxn modelId="{120B7981-E4BC-45D6-81B1-DC50FED66E2B}" type="presOf" srcId="{8BA28110-3C4D-4B65-A456-1880B9B8C044}" destId="{AA0BB1E5-5AB2-4079-A1E8-BA0FB7950706}" srcOrd="0" destOrd="1" presId="urn:microsoft.com/office/officeart/2005/8/layout/pyramid2"/>
    <dgm:cxn modelId="{2A937591-3E27-4A07-9685-7C8E7830D133}" type="presOf" srcId="{8F5F7A12-F3C5-450F-873B-BA0A586AD6D2}" destId="{AA0BB1E5-5AB2-4079-A1E8-BA0FB7950706}" srcOrd="0" destOrd="3" presId="urn:microsoft.com/office/officeart/2005/8/layout/pyramid2"/>
    <dgm:cxn modelId="{DB22639E-D3D1-4F31-9B13-E8C39C3DCCCA}" srcId="{8EA7219F-BDB2-48EB-9EEB-3133522D132E}" destId="{B541EF06-6AA3-4CD0-BE10-9D0721126465}" srcOrd="1" destOrd="0" parTransId="{D3B9F6DE-F355-4438-B611-99DABECA3CA7}" sibTransId="{12DEBDC3-2F5F-4250-A604-E7BE4C84BAFB}"/>
    <dgm:cxn modelId="{B54F029F-6D1A-4B09-BE05-DCCE6E369E78}" srcId="{8D3744A8-1883-4930-8E0D-B57E26D003C6}" destId="{15827902-481B-4BC7-9742-1424127F80C7}" srcOrd="1" destOrd="0" parTransId="{218CE1A8-CAC8-40C9-AB4A-0EC10272E613}" sibTransId="{2064A3C4-F1F9-41C6-8921-0C5E729B95C7}"/>
    <dgm:cxn modelId="{EDF61EA9-2FFA-4981-8283-23DDDA4E1606}" type="presOf" srcId="{15827902-481B-4BC7-9742-1424127F80C7}" destId="{D71A75A3-5822-4808-B87E-A21920722E14}" srcOrd="0" destOrd="2" presId="urn:microsoft.com/office/officeart/2005/8/layout/pyramid2"/>
    <dgm:cxn modelId="{8EF61FAD-549F-4B4D-A14E-E0293A885D8C}" type="presOf" srcId="{BB36F745-62BA-4892-99D7-E4239B0F3843}" destId="{03F6387F-4EA7-4B3C-BA31-8FAAE228762F}" srcOrd="0" destOrd="0" presId="urn:microsoft.com/office/officeart/2005/8/layout/pyramid2"/>
    <dgm:cxn modelId="{D5C184B1-1C37-4901-BCB8-582F9B7E7986}" srcId="{8EA7219F-BDB2-48EB-9EEB-3133522D132E}" destId="{F31073FB-4DE8-464D-9820-AF4A4FCE948E}" srcOrd="2" destOrd="0" parTransId="{2466C803-23FE-4986-B400-AE9AC9B0E46B}" sibTransId="{F9FE457D-D34B-470C-A01A-52558BE72AF2}"/>
    <dgm:cxn modelId="{7847C9B8-CFF3-4838-83A4-E273F7F9505E}" type="presOf" srcId="{3D66B052-6203-4E3F-80B6-7ECC2EDA49A4}" destId="{03F6387F-4EA7-4B3C-BA31-8FAAE228762F}" srcOrd="0" destOrd="3" presId="urn:microsoft.com/office/officeart/2005/8/layout/pyramid2"/>
    <dgm:cxn modelId="{2709EABC-E6A1-4AF4-BB66-635BCC932127}" srcId="{8EA7219F-BDB2-48EB-9EEB-3133522D132E}" destId="{DDE0D928-D49D-4A27-8E92-3130B9320568}" srcOrd="0" destOrd="0" parTransId="{BD8A01E6-DCFB-4634-AA12-EAF5B15F9CCB}" sibTransId="{4311EAF2-34EE-4C77-BBCA-D60A3715C931}"/>
    <dgm:cxn modelId="{FF6784C2-A2C9-4778-94B1-50E85D4629F0}" srcId="{BB36F745-62BA-4892-99D7-E4239B0F3843}" destId="{3D66B052-6203-4E3F-80B6-7ECC2EDA49A4}" srcOrd="2" destOrd="0" parTransId="{EFB28557-D8D6-4DDE-A896-5F13EB5BA849}" sibTransId="{D9C60591-0FD9-4663-8376-7F3BD831B3D7}"/>
    <dgm:cxn modelId="{D7E2E6C7-A559-414F-A2B9-56367E927212}" type="presOf" srcId="{8EA7219F-BDB2-48EB-9EEB-3133522D132E}" destId="{64F83CBE-3521-40B8-B541-EB61DBC77703}" srcOrd="0" destOrd="0" presId="urn:microsoft.com/office/officeart/2005/8/layout/pyramid2"/>
    <dgm:cxn modelId="{FE6E4ECC-0578-4941-A413-24B2649ADBD2}" srcId="{F3FA86F7-575E-4FDD-B637-1D7276F725A4}" destId="{4BB72ECC-9A10-4422-873F-F9D2190BC89D}" srcOrd="1" destOrd="0" parTransId="{4EA7BD02-E357-415A-AEC5-B9804F405522}" sibTransId="{BE158219-2DEC-4CC5-92AC-DC280F738D1B}"/>
    <dgm:cxn modelId="{415456D2-5524-4ED8-BB57-0C45DD400A8A}" srcId="{8D3744A8-1883-4930-8E0D-B57E26D003C6}" destId="{D8973F44-FCAF-442F-8783-A2866965AAB6}" srcOrd="0" destOrd="0" parTransId="{9EAF4DA5-D298-43E0-A006-BCCDFAE7E227}" sibTransId="{CB1C23B7-F69D-48F6-BA22-0FD16D3A82BE}"/>
    <dgm:cxn modelId="{2C620BD7-3D24-4FBC-959F-147F809A7F9F}" type="presOf" srcId="{84392BDD-B9A6-4322-BDAF-479CDA7E2872}" destId="{03F6387F-4EA7-4B3C-BA31-8FAAE228762F}" srcOrd="0" destOrd="2" presId="urn:microsoft.com/office/officeart/2005/8/layout/pyramid2"/>
    <dgm:cxn modelId="{196E93E5-2489-4910-89A7-29DD6C91275B}" srcId="{8D3744A8-1883-4930-8E0D-B57E26D003C6}" destId="{C75C0193-7917-453C-A980-7A8298437657}" srcOrd="2" destOrd="0" parTransId="{038C8C10-BB59-4124-99E8-F8D05DDECC53}" sibTransId="{DF7405E6-F1E4-47A6-9C7F-01999F9F25F0}"/>
    <dgm:cxn modelId="{58AD7EEF-D408-406B-87EE-4691D4C30668}" srcId="{B9C32B05-62EA-407A-B21C-2310C7945705}" destId="{8EA7219F-BDB2-48EB-9EEB-3133522D132E}" srcOrd="0" destOrd="0" parTransId="{3EE8403A-CB7C-4815-85BD-AEBCAEB71B37}" sibTransId="{C94B7947-85DC-4B21-BB99-DF8438356F98}"/>
    <dgm:cxn modelId="{42C462FB-BD2A-4BA1-8AC8-50116ADD29B7}" type="presOf" srcId="{DDE0D928-D49D-4A27-8E92-3130B9320568}" destId="{64F83CBE-3521-40B8-B541-EB61DBC77703}" srcOrd="0" destOrd="1" presId="urn:microsoft.com/office/officeart/2005/8/layout/pyramid2"/>
    <dgm:cxn modelId="{F85BCD3A-BA2C-4E3E-A0AE-04F5AFFD18B7}" type="presParOf" srcId="{DDF8434A-5933-4636-B0B3-A0B647737CA1}" destId="{6DC704B6-6845-4D79-A296-FC419BFC1488}" srcOrd="0" destOrd="0" presId="urn:microsoft.com/office/officeart/2005/8/layout/pyramid2"/>
    <dgm:cxn modelId="{55BD2C90-FA83-4689-87A9-727471AB6769}" type="presParOf" srcId="{DDF8434A-5933-4636-B0B3-A0B647737CA1}" destId="{D298346F-8081-406D-9AF6-0D813090E420}" srcOrd="1" destOrd="0" presId="urn:microsoft.com/office/officeart/2005/8/layout/pyramid2"/>
    <dgm:cxn modelId="{660FCDA0-5314-4D96-99F1-1FFC4DDC3D8F}" type="presParOf" srcId="{D298346F-8081-406D-9AF6-0D813090E420}" destId="{64F83CBE-3521-40B8-B541-EB61DBC77703}" srcOrd="0" destOrd="0" presId="urn:microsoft.com/office/officeart/2005/8/layout/pyramid2"/>
    <dgm:cxn modelId="{204CBAEE-C2A0-4165-8877-EA001FF0598D}" type="presParOf" srcId="{D298346F-8081-406D-9AF6-0D813090E420}" destId="{8882A6DF-9435-4D29-8656-96E545366BD0}" srcOrd="1" destOrd="0" presId="urn:microsoft.com/office/officeart/2005/8/layout/pyramid2"/>
    <dgm:cxn modelId="{51A8AB55-F03F-417A-B9AC-DAEF22DE493C}" type="presParOf" srcId="{D298346F-8081-406D-9AF6-0D813090E420}" destId="{AA0BB1E5-5AB2-4079-A1E8-BA0FB7950706}" srcOrd="2" destOrd="0" presId="urn:microsoft.com/office/officeart/2005/8/layout/pyramid2"/>
    <dgm:cxn modelId="{1A78B92B-04DD-431A-B2B2-C18C986E68E4}" type="presParOf" srcId="{D298346F-8081-406D-9AF6-0D813090E420}" destId="{79BE9514-BC2B-4F4D-A174-403144E1151B}" srcOrd="3" destOrd="0" presId="urn:microsoft.com/office/officeart/2005/8/layout/pyramid2"/>
    <dgm:cxn modelId="{F7C18BC4-9859-45B9-92EC-8C5850EAA8FE}" type="presParOf" srcId="{D298346F-8081-406D-9AF6-0D813090E420}" destId="{D71A75A3-5822-4808-B87E-A21920722E14}" srcOrd="4" destOrd="0" presId="urn:microsoft.com/office/officeart/2005/8/layout/pyramid2"/>
    <dgm:cxn modelId="{045DDB3E-42F9-420F-9406-4FE50F4DA549}" type="presParOf" srcId="{D298346F-8081-406D-9AF6-0D813090E420}" destId="{86813C43-0FDF-4479-956B-A5640DE28B16}" srcOrd="5" destOrd="0" presId="urn:microsoft.com/office/officeart/2005/8/layout/pyramid2"/>
    <dgm:cxn modelId="{32A97971-6023-437E-A248-71B774C628AE}" type="presParOf" srcId="{D298346F-8081-406D-9AF6-0D813090E420}" destId="{03F6387F-4EA7-4B3C-BA31-8FAAE228762F}" srcOrd="6" destOrd="0" presId="urn:microsoft.com/office/officeart/2005/8/layout/pyramid2"/>
    <dgm:cxn modelId="{1A7059A4-E182-4D6E-BF8E-88650A22A0D8}" type="presParOf" srcId="{D298346F-8081-406D-9AF6-0D813090E420}" destId="{E15208B7-9295-494C-BEF3-A0B818A2B112}" srcOrd="7" destOrd="0" presId="urn:microsoft.com/office/officeart/2005/8/layout/pyramid2"/>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35.xml><?xml version="1.0" encoding="utf-8"?>
<dgm:dataModel xmlns:dgm="http://schemas.openxmlformats.org/drawingml/2006/diagram" xmlns:a="http://schemas.openxmlformats.org/drawingml/2006/main">
  <dgm:ptLst>
    <dgm:pt modelId="{B9C32B05-62EA-407A-B21C-2310C7945705}" type="doc">
      <dgm:prSet loTypeId="urn:microsoft.com/office/officeart/2005/8/layout/pyramid4" loCatId="pyramid" qsTypeId="urn:microsoft.com/office/officeart/2005/8/quickstyle/simple4" qsCatId="simple" csTypeId="urn:microsoft.com/office/officeart/2005/8/colors/colorful1" csCatId="colorful" phldr="1"/>
      <dgm:spPr/>
      <dgm:t>
        <a:bodyPr/>
        <a:lstStyle/>
        <a:p>
          <a:endParaRPr lang="en-US"/>
        </a:p>
      </dgm:t>
    </dgm:pt>
    <dgm:pt modelId="{8EA7219F-BDB2-48EB-9EEB-3133522D132E}">
      <dgm:prSet phldrT="[Text]"/>
      <dgm:spPr/>
      <dgm:t>
        <a:bodyPr/>
        <a:lstStyle/>
        <a:p>
          <a:r>
            <a:rPr lang="en-US" dirty="0"/>
            <a:t>Lorem Ipsum</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DDE0D928-D49D-4A27-8E92-3130B9320568}">
      <dgm:prSet phldrT="[Text]"/>
      <dgm:spPr/>
      <dgm:t>
        <a:bodyPr/>
        <a:lstStyle/>
        <a:p>
          <a:r>
            <a:rPr lang="en-US" dirty="0"/>
            <a:t>Some text here</a:t>
          </a:r>
        </a:p>
      </dgm:t>
    </dgm:pt>
    <dgm:pt modelId="{BD8A01E6-DCFB-4634-AA12-EAF5B15F9CCB}" type="parTrans" cxnId="{2709EABC-E6A1-4AF4-BB66-635BCC932127}">
      <dgm:prSet/>
      <dgm:spPr/>
      <dgm:t>
        <a:bodyPr/>
        <a:lstStyle/>
        <a:p>
          <a:endParaRPr lang="en-US"/>
        </a:p>
      </dgm:t>
    </dgm:pt>
    <dgm:pt modelId="{4311EAF2-34EE-4C77-BBCA-D60A3715C931}" type="sibTrans" cxnId="{2709EABC-E6A1-4AF4-BB66-635BCC932127}">
      <dgm:prSet/>
      <dgm:spPr/>
      <dgm:t>
        <a:bodyPr/>
        <a:lstStyle/>
        <a:p>
          <a:endParaRPr lang="en-US"/>
        </a:p>
      </dgm:t>
    </dgm:pt>
    <dgm:pt modelId="{B541EF06-6AA3-4CD0-BE10-9D0721126465}">
      <dgm:prSet phldrT="[Text]"/>
      <dgm:spPr/>
      <dgm:t>
        <a:bodyPr/>
        <a:lstStyle/>
        <a:p>
          <a:r>
            <a:rPr lang="en-US" dirty="0"/>
            <a:t>Some text here</a:t>
          </a:r>
        </a:p>
      </dgm:t>
    </dgm:pt>
    <dgm:pt modelId="{D3B9F6DE-F355-4438-B611-99DABECA3CA7}" type="parTrans" cxnId="{DB22639E-D3D1-4F31-9B13-E8C39C3DCCCA}">
      <dgm:prSet/>
      <dgm:spPr/>
      <dgm:t>
        <a:bodyPr/>
        <a:lstStyle/>
        <a:p>
          <a:endParaRPr lang="en-US"/>
        </a:p>
      </dgm:t>
    </dgm:pt>
    <dgm:pt modelId="{12DEBDC3-2F5F-4250-A604-E7BE4C84BAFB}" type="sibTrans" cxnId="{DB22639E-D3D1-4F31-9B13-E8C39C3DCCCA}">
      <dgm:prSet/>
      <dgm:spPr/>
      <dgm:t>
        <a:bodyPr/>
        <a:lstStyle/>
        <a:p>
          <a:endParaRPr lang="en-US"/>
        </a:p>
      </dgm:t>
    </dgm:pt>
    <dgm:pt modelId="{F31073FB-4DE8-464D-9820-AF4A4FCE948E}">
      <dgm:prSet phldrT="[Text]"/>
      <dgm:spPr/>
      <dgm:t>
        <a:bodyPr/>
        <a:lstStyle/>
        <a:p>
          <a:r>
            <a:rPr lang="en-US" dirty="0"/>
            <a:t>Some text here</a:t>
          </a:r>
        </a:p>
      </dgm:t>
    </dgm:pt>
    <dgm:pt modelId="{2466C803-23FE-4986-B400-AE9AC9B0E46B}" type="parTrans" cxnId="{D5C184B1-1C37-4901-BCB8-582F9B7E7986}">
      <dgm:prSet/>
      <dgm:spPr/>
      <dgm:t>
        <a:bodyPr/>
        <a:lstStyle/>
        <a:p>
          <a:endParaRPr lang="en-US"/>
        </a:p>
      </dgm:t>
    </dgm:pt>
    <dgm:pt modelId="{F9FE457D-D34B-470C-A01A-52558BE72AF2}" type="sibTrans" cxnId="{D5C184B1-1C37-4901-BCB8-582F9B7E7986}">
      <dgm:prSet/>
      <dgm:spPr/>
      <dgm:t>
        <a:bodyPr/>
        <a:lstStyle/>
        <a:p>
          <a:endParaRPr lang="en-US"/>
        </a:p>
      </dgm:t>
    </dgm:pt>
    <dgm:pt modelId="{F3FA86F7-575E-4FDD-B637-1D7276F725A4}">
      <dgm:prSet phldrT="[Text]"/>
      <dgm:spPr/>
      <dgm:t>
        <a:bodyPr/>
        <a:lstStyle/>
        <a:p>
          <a:r>
            <a:rPr lang="en-US"/>
            <a:t>Lorem Ipsum</a:t>
          </a:r>
          <a:endParaRPr lang="en-US" dirty="0"/>
        </a:p>
      </dgm:t>
    </dgm:pt>
    <dgm:pt modelId="{192CD16B-FA85-49AB-96EA-80094BA41ED5}" type="parTrans" cxnId="{B38DB338-3B1E-4324-A45E-8025E9D81450}">
      <dgm:prSet/>
      <dgm:spPr/>
      <dgm:t>
        <a:bodyPr/>
        <a:lstStyle/>
        <a:p>
          <a:endParaRPr lang="en-US"/>
        </a:p>
      </dgm:t>
    </dgm:pt>
    <dgm:pt modelId="{BEF45895-E33A-456A-85CE-5D5DFC2CF2C9}" type="sibTrans" cxnId="{B38DB338-3B1E-4324-A45E-8025E9D81450}">
      <dgm:prSet/>
      <dgm:spPr/>
      <dgm:t>
        <a:bodyPr/>
        <a:lstStyle/>
        <a:p>
          <a:endParaRPr lang="en-US"/>
        </a:p>
      </dgm:t>
    </dgm:pt>
    <dgm:pt modelId="{8BA28110-3C4D-4B65-A456-1880B9B8C044}">
      <dgm:prSet phldrT="[Text]"/>
      <dgm:spPr/>
      <dgm:t>
        <a:bodyPr/>
        <a:lstStyle/>
        <a:p>
          <a:r>
            <a:rPr lang="en-US" dirty="0"/>
            <a:t>Some text here</a:t>
          </a:r>
        </a:p>
      </dgm:t>
    </dgm:pt>
    <dgm:pt modelId="{92633400-0D09-4796-9848-67220ABE14A1}" type="parTrans" cxnId="{1D896142-E250-41E4-8577-114DB897E5B3}">
      <dgm:prSet/>
      <dgm:spPr/>
      <dgm:t>
        <a:bodyPr/>
        <a:lstStyle/>
        <a:p>
          <a:endParaRPr lang="en-US"/>
        </a:p>
      </dgm:t>
    </dgm:pt>
    <dgm:pt modelId="{AADC4A7F-BF6D-4764-B281-1669C0CA9F6D}" type="sibTrans" cxnId="{1D896142-E250-41E4-8577-114DB897E5B3}">
      <dgm:prSet/>
      <dgm:spPr/>
      <dgm:t>
        <a:bodyPr/>
        <a:lstStyle/>
        <a:p>
          <a:endParaRPr lang="en-US"/>
        </a:p>
      </dgm:t>
    </dgm:pt>
    <dgm:pt modelId="{4BB72ECC-9A10-4422-873F-F9D2190BC89D}">
      <dgm:prSet phldrT="[Text]"/>
      <dgm:spPr/>
      <dgm:t>
        <a:bodyPr/>
        <a:lstStyle/>
        <a:p>
          <a:r>
            <a:rPr lang="en-US" dirty="0"/>
            <a:t>Some text here</a:t>
          </a:r>
        </a:p>
      </dgm:t>
    </dgm:pt>
    <dgm:pt modelId="{4EA7BD02-E357-415A-AEC5-B9804F405522}" type="parTrans" cxnId="{FE6E4ECC-0578-4941-A413-24B2649ADBD2}">
      <dgm:prSet/>
      <dgm:spPr/>
      <dgm:t>
        <a:bodyPr/>
        <a:lstStyle/>
        <a:p>
          <a:endParaRPr lang="en-US"/>
        </a:p>
      </dgm:t>
    </dgm:pt>
    <dgm:pt modelId="{BE158219-2DEC-4CC5-92AC-DC280F738D1B}" type="sibTrans" cxnId="{FE6E4ECC-0578-4941-A413-24B2649ADBD2}">
      <dgm:prSet/>
      <dgm:spPr/>
      <dgm:t>
        <a:bodyPr/>
        <a:lstStyle/>
        <a:p>
          <a:endParaRPr lang="en-US"/>
        </a:p>
      </dgm:t>
    </dgm:pt>
    <dgm:pt modelId="{8F5F7A12-F3C5-450F-873B-BA0A586AD6D2}">
      <dgm:prSet phldrT="[Text]"/>
      <dgm:spPr/>
      <dgm:t>
        <a:bodyPr/>
        <a:lstStyle/>
        <a:p>
          <a:r>
            <a:rPr lang="en-US" dirty="0"/>
            <a:t>Some text here</a:t>
          </a:r>
        </a:p>
      </dgm:t>
    </dgm:pt>
    <dgm:pt modelId="{827354CD-87F6-4B67-BCDA-B80B618796FF}" type="parTrans" cxnId="{4C62A048-69B6-411A-9836-A7D7DB9461E3}">
      <dgm:prSet/>
      <dgm:spPr/>
      <dgm:t>
        <a:bodyPr/>
        <a:lstStyle/>
        <a:p>
          <a:endParaRPr lang="en-US"/>
        </a:p>
      </dgm:t>
    </dgm:pt>
    <dgm:pt modelId="{93D68E33-C66F-45D0-AC53-74CEE70C5804}" type="sibTrans" cxnId="{4C62A048-69B6-411A-9836-A7D7DB9461E3}">
      <dgm:prSet/>
      <dgm:spPr/>
      <dgm:t>
        <a:bodyPr/>
        <a:lstStyle/>
        <a:p>
          <a:endParaRPr lang="en-US"/>
        </a:p>
      </dgm:t>
    </dgm:pt>
    <dgm:pt modelId="{8D3744A8-1883-4930-8E0D-B57E26D003C6}">
      <dgm:prSet phldrT="[Text]"/>
      <dgm:spPr/>
      <dgm:t>
        <a:bodyPr/>
        <a:lstStyle/>
        <a:p>
          <a:r>
            <a:rPr lang="en-US"/>
            <a:t>Lorem Ipsum</a:t>
          </a:r>
          <a:endParaRPr lang="en-US" dirty="0"/>
        </a:p>
      </dgm:t>
    </dgm:pt>
    <dgm:pt modelId="{AC9EAF57-EBF1-4FB7-8ED0-6ECFF59ADE74}" type="parTrans" cxnId="{C8FCCD3C-805E-4A27-964D-25DE1206ADCA}">
      <dgm:prSet/>
      <dgm:spPr/>
      <dgm:t>
        <a:bodyPr/>
        <a:lstStyle/>
        <a:p>
          <a:endParaRPr lang="en-US"/>
        </a:p>
      </dgm:t>
    </dgm:pt>
    <dgm:pt modelId="{D40CF7D9-D0C3-4084-8D2D-359654C28D0F}" type="sibTrans" cxnId="{C8FCCD3C-805E-4A27-964D-25DE1206ADCA}">
      <dgm:prSet/>
      <dgm:spPr/>
      <dgm:t>
        <a:bodyPr/>
        <a:lstStyle/>
        <a:p>
          <a:endParaRPr lang="en-US"/>
        </a:p>
      </dgm:t>
    </dgm:pt>
    <dgm:pt modelId="{D8973F44-FCAF-442F-8783-A2866965AAB6}">
      <dgm:prSet phldrT="[Text]"/>
      <dgm:spPr/>
      <dgm:t>
        <a:bodyPr/>
        <a:lstStyle/>
        <a:p>
          <a:r>
            <a:rPr lang="en-US" dirty="0"/>
            <a:t>Some text here</a:t>
          </a:r>
        </a:p>
      </dgm:t>
    </dgm:pt>
    <dgm:pt modelId="{9EAF4DA5-D298-43E0-A006-BCCDFAE7E227}" type="parTrans" cxnId="{415456D2-5524-4ED8-BB57-0C45DD400A8A}">
      <dgm:prSet/>
      <dgm:spPr/>
      <dgm:t>
        <a:bodyPr/>
        <a:lstStyle/>
        <a:p>
          <a:endParaRPr lang="en-US"/>
        </a:p>
      </dgm:t>
    </dgm:pt>
    <dgm:pt modelId="{CB1C23B7-F69D-48F6-BA22-0FD16D3A82BE}" type="sibTrans" cxnId="{415456D2-5524-4ED8-BB57-0C45DD400A8A}">
      <dgm:prSet/>
      <dgm:spPr/>
      <dgm:t>
        <a:bodyPr/>
        <a:lstStyle/>
        <a:p>
          <a:endParaRPr lang="en-US"/>
        </a:p>
      </dgm:t>
    </dgm:pt>
    <dgm:pt modelId="{15827902-481B-4BC7-9742-1424127F80C7}">
      <dgm:prSet phldrT="[Text]"/>
      <dgm:spPr/>
      <dgm:t>
        <a:bodyPr/>
        <a:lstStyle/>
        <a:p>
          <a:r>
            <a:rPr lang="en-US" dirty="0"/>
            <a:t>Some text here</a:t>
          </a:r>
        </a:p>
      </dgm:t>
    </dgm:pt>
    <dgm:pt modelId="{218CE1A8-CAC8-40C9-AB4A-0EC10272E613}" type="parTrans" cxnId="{B54F029F-6D1A-4B09-BE05-DCCE6E369E78}">
      <dgm:prSet/>
      <dgm:spPr/>
      <dgm:t>
        <a:bodyPr/>
        <a:lstStyle/>
        <a:p>
          <a:endParaRPr lang="en-US"/>
        </a:p>
      </dgm:t>
    </dgm:pt>
    <dgm:pt modelId="{2064A3C4-F1F9-41C6-8921-0C5E729B95C7}" type="sibTrans" cxnId="{B54F029F-6D1A-4B09-BE05-DCCE6E369E78}">
      <dgm:prSet/>
      <dgm:spPr/>
      <dgm:t>
        <a:bodyPr/>
        <a:lstStyle/>
        <a:p>
          <a:endParaRPr lang="en-US"/>
        </a:p>
      </dgm:t>
    </dgm:pt>
    <dgm:pt modelId="{C75C0193-7917-453C-A980-7A8298437657}">
      <dgm:prSet phldrT="[Text]"/>
      <dgm:spPr/>
      <dgm:t>
        <a:bodyPr/>
        <a:lstStyle/>
        <a:p>
          <a:r>
            <a:rPr lang="en-US" dirty="0"/>
            <a:t>Some text here</a:t>
          </a:r>
        </a:p>
      </dgm:t>
    </dgm:pt>
    <dgm:pt modelId="{038C8C10-BB59-4124-99E8-F8D05DDECC53}" type="parTrans" cxnId="{196E93E5-2489-4910-89A7-29DD6C91275B}">
      <dgm:prSet/>
      <dgm:spPr/>
      <dgm:t>
        <a:bodyPr/>
        <a:lstStyle/>
        <a:p>
          <a:endParaRPr lang="en-US"/>
        </a:p>
      </dgm:t>
    </dgm:pt>
    <dgm:pt modelId="{DF7405E6-F1E4-47A6-9C7F-01999F9F25F0}" type="sibTrans" cxnId="{196E93E5-2489-4910-89A7-29DD6C91275B}">
      <dgm:prSet/>
      <dgm:spPr/>
      <dgm:t>
        <a:bodyPr/>
        <a:lstStyle/>
        <a:p>
          <a:endParaRPr lang="en-US"/>
        </a:p>
      </dgm:t>
    </dgm:pt>
    <dgm:pt modelId="{BB36F745-62BA-4892-99D7-E4239B0F3843}">
      <dgm:prSet phldrT="[Text]"/>
      <dgm:spPr/>
      <dgm:t>
        <a:bodyPr/>
        <a:lstStyle/>
        <a:p>
          <a:r>
            <a:rPr lang="en-US"/>
            <a:t>Lorem Ipsum</a:t>
          </a:r>
          <a:endParaRPr lang="en-US" dirty="0"/>
        </a:p>
      </dgm:t>
    </dgm:pt>
    <dgm:pt modelId="{CE269D49-A2E4-44F1-A948-9BE1FE5D6140}" type="parTrans" cxnId="{C96A1F07-338B-48CD-B344-80BE34A6C9DF}">
      <dgm:prSet/>
      <dgm:spPr/>
      <dgm:t>
        <a:bodyPr/>
        <a:lstStyle/>
        <a:p>
          <a:endParaRPr lang="en-US"/>
        </a:p>
      </dgm:t>
    </dgm:pt>
    <dgm:pt modelId="{5CE5B550-A310-4948-9BA1-267AF81C5FA4}" type="sibTrans" cxnId="{C96A1F07-338B-48CD-B344-80BE34A6C9DF}">
      <dgm:prSet/>
      <dgm:spPr/>
      <dgm:t>
        <a:bodyPr/>
        <a:lstStyle/>
        <a:p>
          <a:endParaRPr lang="en-US"/>
        </a:p>
      </dgm:t>
    </dgm:pt>
    <dgm:pt modelId="{B0A5C91A-6241-4BED-82F0-B735EBACD6B9}">
      <dgm:prSet phldrT="[Text]"/>
      <dgm:spPr/>
      <dgm:t>
        <a:bodyPr/>
        <a:lstStyle/>
        <a:p>
          <a:r>
            <a:rPr lang="en-US" dirty="0"/>
            <a:t>Some text here</a:t>
          </a:r>
        </a:p>
      </dgm:t>
    </dgm:pt>
    <dgm:pt modelId="{11A957F9-0D29-4041-BB96-258FC96AFB4D}" type="parTrans" cxnId="{E39A793C-A4E9-4DE4-882C-FEA2BEB8896B}">
      <dgm:prSet/>
      <dgm:spPr/>
      <dgm:t>
        <a:bodyPr/>
        <a:lstStyle/>
        <a:p>
          <a:endParaRPr lang="en-US"/>
        </a:p>
      </dgm:t>
    </dgm:pt>
    <dgm:pt modelId="{80537C20-BA35-41C8-987F-0C39B9782FD4}" type="sibTrans" cxnId="{E39A793C-A4E9-4DE4-882C-FEA2BEB8896B}">
      <dgm:prSet/>
      <dgm:spPr/>
      <dgm:t>
        <a:bodyPr/>
        <a:lstStyle/>
        <a:p>
          <a:endParaRPr lang="en-US"/>
        </a:p>
      </dgm:t>
    </dgm:pt>
    <dgm:pt modelId="{84392BDD-B9A6-4322-BDAF-479CDA7E2872}">
      <dgm:prSet phldrT="[Text]"/>
      <dgm:spPr/>
      <dgm:t>
        <a:bodyPr/>
        <a:lstStyle/>
        <a:p>
          <a:r>
            <a:rPr lang="en-US" dirty="0"/>
            <a:t>Some text here</a:t>
          </a:r>
        </a:p>
      </dgm:t>
    </dgm:pt>
    <dgm:pt modelId="{A2A9E81C-34C6-43FB-A3D8-DC62DB0EE13E}" type="parTrans" cxnId="{50942319-E7A4-4A2C-91C6-CA4C21A1044C}">
      <dgm:prSet/>
      <dgm:spPr/>
      <dgm:t>
        <a:bodyPr/>
        <a:lstStyle/>
        <a:p>
          <a:endParaRPr lang="en-US"/>
        </a:p>
      </dgm:t>
    </dgm:pt>
    <dgm:pt modelId="{85BB70D0-AB27-4990-BD8D-D4B81FFE3328}" type="sibTrans" cxnId="{50942319-E7A4-4A2C-91C6-CA4C21A1044C}">
      <dgm:prSet/>
      <dgm:spPr/>
      <dgm:t>
        <a:bodyPr/>
        <a:lstStyle/>
        <a:p>
          <a:endParaRPr lang="en-US"/>
        </a:p>
      </dgm:t>
    </dgm:pt>
    <dgm:pt modelId="{3D66B052-6203-4E3F-80B6-7ECC2EDA49A4}">
      <dgm:prSet phldrT="[Text]"/>
      <dgm:spPr/>
      <dgm:t>
        <a:bodyPr/>
        <a:lstStyle/>
        <a:p>
          <a:r>
            <a:rPr lang="en-US" dirty="0"/>
            <a:t>Some text here</a:t>
          </a:r>
        </a:p>
      </dgm:t>
    </dgm:pt>
    <dgm:pt modelId="{EFB28557-D8D6-4DDE-A896-5F13EB5BA849}" type="parTrans" cxnId="{FF6784C2-A2C9-4778-94B1-50E85D4629F0}">
      <dgm:prSet/>
      <dgm:spPr/>
      <dgm:t>
        <a:bodyPr/>
        <a:lstStyle/>
        <a:p>
          <a:endParaRPr lang="en-US"/>
        </a:p>
      </dgm:t>
    </dgm:pt>
    <dgm:pt modelId="{D9C60591-0FD9-4663-8376-7F3BD831B3D7}" type="sibTrans" cxnId="{FF6784C2-A2C9-4778-94B1-50E85D4629F0}">
      <dgm:prSet/>
      <dgm:spPr/>
      <dgm:t>
        <a:bodyPr/>
        <a:lstStyle/>
        <a:p>
          <a:endParaRPr lang="en-US"/>
        </a:p>
      </dgm:t>
    </dgm:pt>
    <dgm:pt modelId="{8673B5D3-C301-4E4B-B414-047F0BF99065}" type="pres">
      <dgm:prSet presAssocID="{B9C32B05-62EA-407A-B21C-2310C7945705}" presName="compositeShape" presStyleCnt="0">
        <dgm:presLayoutVars>
          <dgm:chMax val="9"/>
          <dgm:dir/>
          <dgm:resizeHandles val="exact"/>
        </dgm:presLayoutVars>
      </dgm:prSet>
      <dgm:spPr/>
    </dgm:pt>
    <dgm:pt modelId="{05109EF4-B014-4D03-898F-394FD67FD61A}" type="pres">
      <dgm:prSet presAssocID="{B9C32B05-62EA-407A-B21C-2310C7945705}" presName="triangle1" presStyleLbl="node1" presStyleIdx="0" presStyleCnt="4">
        <dgm:presLayoutVars>
          <dgm:bulletEnabled val="1"/>
        </dgm:presLayoutVars>
      </dgm:prSet>
      <dgm:spPr/>
    </dgm:pt>
    <dgm:pt modelId="{B4ED4726-C87E-4C4D-B65B-F7B445DCFD34}" type="pres">
      <dgm:prSet presAssocID="{B9C32B05-62EA-407A-B21C-2310C7945705}" presName="triangle2" presStyleLbl="node1" presStyleIdx="1" presStyleCnt="4">
        <dgm:presLayoutVars>
          <dgm:bulletEnabled val="1"/>
        </dgm:presLayoutVars>
      </dgm:prSet>
      <dgm:spPr/>
    </dgm:pt>
    <dgm:pt modelId="{6E3C9A6F-8A33-40ED-9178-B49F140DC671}" type="pres">
      <dgm:prSet presAssocID="{B9C32B05-62EA-407A-B21C-2310C7945705}" presName="triangle3" presStyleLbl="node1" presStyleIdx="2" presStyleCnt="4">
        <dgm:presLayoutVars>
          <dgm:bulletEnabled val="1"/>
        </dgm:presLayoutVars>
      </dgm:prSet>
      <dgm:spPr/>
    </dgm:pt>
    <dgm:pt modelId="{C724C050-6FF8-4D87-929E-8EE988B3639C}" type="pres">
      <dgm:prSet presAssocID="{B9C32B05-62EA-407A-B21C-2310C7945705}" presName="triangle4" presStyleLbl="node1" presStyleIdx="3" presStyleCnt="4">
        <dgm:presLayoutVars>
          <dgm:bulletEnabled val="1"/>
        </dgm:presLayoutVars>
      </dgm:prSet>
      <dgm:spPr/>
    </dgm:pt>
  </dgm:ptLst>
  <dgm:cxnLst>
    <dgm:cxn modelId="{C96A1F07-338B-48CD-B344-80BE34A6C9DF}" srcId="{B9C32B05-62EA-407A-B21C-2310C7945705}" destId="{BB36F745-62BA-4892-99D7-E4239B0F3843}" srcOrd="3" destOrd="0" parTransId="{CE269D49-A2E4-44F1-A948-9BE1FE5D6140}" sibTransId="{5CE5B550-A310-4948-9BA1-267AF81C5FA4}"/>
    <dgm:cxn modelId="{50942319-E7A4-4A2C-91C6-CA4C21A1044C}" srcId="{BB36F745-62BA-4892-99D7-E4239B0F3843}" destId="{84392BDD-B9A6-4322-BDAF-479CDA7E2872}" srcOrd="1" destOrd="0" parTransId="{A2A9E81C-34C6-43FB-A3D8-DC62DB0EE13E}" sibTransId="{85BB70D0-AB27-4990-BD8D-D4B81FFE3328}"/>
    <dgm:cxn modelId="{E3FC4C20-9903-4C03-8D12-90BDED991D41}" type="presOf" srcId="{8F5F7A12-F3C5-450F-873B-BA0A586AD6D2}" destId="{B4ED4726-C87E-4C4D-B65B-F7B445DCFD34}" srcOrd="0" destOrd="3" presId="urn:microsoft.com/office/officeart/2005/8/layout/pyramid4"/>
    <dgm:cxn modelId="{4E207823-D936-44AB-BC72-FE3E75264A98}" type="presOf" srcId="{F31073FB-4DE8-464D-9820-AF4A4FCE948E}" destId="{05109EF4-B014-4D03-898F-394FD67FD61A}" srcOrd="0" destOrd="3" presId="urn:microsoft.com/office/officeart/2005/8/layout/pyramid4"/>
    <dgm:cxn modelId="{C0077431-616C-4A37-8C73-CB8AD6B23DE8}" type="presOf" srcId="{4BB72ECC-9A10-4422-873F-F9D2190BC89D}" destId="{B4ED4726-C87E-4C4D-B65B-F7B445DCFD34}" srcOrd="0" destOrd="2" presId="urn:microsoft.com/office/officeart/2005/8/layout/pyramid4"/>
    <dgm:cxn modelId="{B38DB338-3B1E-4324-A45E-8025E9D81450}" srcId="{B9C32B05-62EA-407A-B21C-2310C7945705}" destId="{F3FA86F7-575E-4FDD-B637-1D7276F725A4}" srcOrd="1" destOrd="0" parTransId="{192CD16B-FA85-49AB-96EA-80094BA41ED5}" sibTransId="{BEF45895-E33A-456A-85CE-5D5DFC2CF2C9}"/>
    <dgm:cxn modelId="{E39A793C-A4E9-4DE4-882C-FEA2BEB8896B}" srcId="{BB36F745-62BA-4892-99D7-E4239B0F3843}" destId="{B0A5C91A-6241-4BED-82F0-B735EBACD6B9}" srcOrd="0" destOrd="0" parTransId="{11A957F9-0D29-4041-BB96-258FC96AFB4D}" sibTransId="{80537C20-BA35-41C8-987F-0C39B9782FD4}"/>
    <dgm:cxn modelId="{C8FCCD3C-805E-4A27-964D-25DE1206ADCA}" srcId="{B9C32B05-62EA-407A-B21C-2310C7945705}" destId="{8D3744A8-1883-4930-8E0D-B57E26D003C6}" srcOrd="2" destOrd="0" parTransId="{AC9EAF57-EBF1-4FB7-8ED0-6ECFF59ADE74}" sibTransId="{D40CF7D9-D0C3-4084-8D2D-359654C28D0F}"/>
    <dgm:cxn modelId="{1D896142-E250-41E4-8577-114DB897E5B3}" srcId="{F3FA86F7-575E-4FDD-B637-1D7276F725A4}" destId="{8BA28110-3C4D-4B65-A456-1880B9B8C044}" srcOrd="0" destOrd="0" parTransId="{92633400-0D09-4796-9848-67220ABE14A1}" sibTransId="{AADC4A7F-BF6D-4764-B281-1669C0CA9F6D}"/>
    <dgm:cxn modelId="{626F9945-8664-4115-91F2-1FD29E46BC62}" type="presOf" srcId="{15827902-481B-4BC7-9742-1424127F80C7}" destId="{6E3C9A6F-8A33-40ED-9178-B49F140DC671}" srcOrd="0" destOrd="2" presId="urn:microsoft.com/office/officeart/2005/8/layout/pyramid4"/>
    <dgm:cxn modelId="{4C62A048-69B6-411A-9836-A7D7DB9461E3}" srcId="{F3FA86F7-575E-4FDD-B637-1D7276F725A4}" destId="{8F5F7A12-F3C5-450F-873B-BA0A586AD6D2}" srcOrd="2" destOrd="0" parTransId="{827354CD-87F6-4B67-BCDA-B80B618796FF}" sibTransId="{93D68E33-C66F-45D0-AC53-74CEE70C5804}"/>
    <dgm:cxn modelId="{F886344C-ECC9-4571-8C19-9A3340F852FE}" type="presOf" srcId="{D8973F44-FCAF-442F-8783-A2866965AAB6}" destId="{6E3C9A6F-8A33-40ED-9178-B49F140DC671}" srcOrd="0" destOrd="1" presId="urn:microsoft.com/office/officeart/2005/8/layout/pyramid4"/>
    <dgm:cxn modelId="{86F81F59-D8FC-4787-8904-9ED2B2C8853C}" type="presOf" srcId="{DDE0D928-D49D-4A27-8E92-3130B9320568}" destId="{05109EF4-B014-4D03-898F-394FD67FD61A}" srcOrd="0" destOrd="1" presId="urn:microsoft.com/office/officeart/2005/8/layout/pyramid4"/>
    <dgm:cxn modelId="{C91D7182-EFA9-4F9D-8CC3-5D07EC481A5D}" type="presOf" srcId="{BB36F745-62BA-4892-99D7-E4239B0F3843}" destId="{C724C050-6FF8-4D87-929E-8EE988B3639C}" srcOrd="0" destOrd="0" presId="urn:microsoft.com/office/officeart/2005/8/layout/pyramid4"/>
    <dgm:cxn modelId="{5FD4A68A-A277-41A5-9D91-C30F264B5FD0}" type="presOf" srcId="{8BA28110-3C4D-4B65-A456-1880B9B8C044}" destId="{B4ED4726-C87E-4C4D-B65B-F7B445DCFD34}" srcOrd="0" destOrd="1" presId="urn:microsoft.com/office/officeart/2005/8/layout/pyramid4"/>
    <dgm:cxn modelId="{B1945F92-0727-4096-A89A-BC90FF4D68CF}" type="presOf" srcId="{3D66B052-6203-4E3F-80B6-7ECC2EDA49A4}" destId="{C724C050-6FF8-4D87-929E-8EE988B3639C}" srcOrd="0" destOrd="3" presId="urn:microsoft.com/office/officeart/2005/8/layout/pyramid4"/>
    <dgm:cxn modelId="{797EFD97-F80C-4BE1-AE13-E8B9937F0936}" type="presOf" srcId="{B9C32B05-62EA-407A-B21C-2310C7945705}" destId="{8673B5D3-C301-4E4B-B414-047F0BF99065}" srcOrd="0" destOrd="0" presId="urn:microsoft.com/office/officeart/2005/8/layout/pyramid4"/>
    <dgm:cxn modelId="{0FA9F699-6565-4BE5-8540-FB2A8A40968C}" type="presOf" srcId="{B541EF06-6AA3-4CD0-BE10-9D0721126465}" destId="{05109EF4-B014-4D03-898F-394FD67FD61A}" srcOrd="0" destOrd="2" presId="urn:microsoft.com/office/officeart/2005/8/layout/pyramid4"/>
    <dgm:cxn modelId="{37383B9C-030A-4B22-BDA7-414DFEF8FB7E}" type="presOf" srcId="{84392BDD-B9A6-4322-BDAF-479CDA7E2872}" destId="{C724C050-6FF8-4D87-929E-8EE988B3639C}" srcOrd="0" destOrd="2" presId="urn:microsoft.com/office/officeart/2005/8/layout/pyramid4"/>
    <dgm:cxn modelId="{DB22639E-D3D1-4F31-9B13-E8C39C3DCCCA}" srcId="{8EA7219F-BDB2-48EB-9EEB-3133522D132E}" destId="{B541EF06-6AA3-4CD0-BE10-9D0721126465}" srcOrd="1" destOrd="0" parTransId="{D3B9F6DE-F355-4438-B611-99DABECA3CA7}" sibTransId="{12DEBDC3-2F5F-4250-A604-E7BE4C84BAFB}"/>
    <dgm:cxn modelId="{C745509E-6577-4DA6-8B41-6F7A6725ED24}" type="presOf" srcId="{B0A5C91A-6241-4BED-82F0-B735EBACD6B9}" destId="{C724C050-6FF8-4D87-929E-8EE988B3639C}" srcOrd="0" destOrd="1" presId="urn:microsoft.com/office/officeart/2005/8/layout/pyramid4"/>
    <dgm:cxn modelId="{B54F029F-6D1A-4B09-BE05-DCCE6E369E78}" srcId="{8D3744A8-1883-4930-8E0D-B57E26D003C6}" destId="{15827902-481B-4BC7-9742-1424127F80C7}" srcOrd="1" destOrd="0" parTransId="{218CE1A8-CAC8-40C9-AB4A-0EC10272E613}" sibTransId="{2064A3C4-F1F9-41C6-8921-0C5E729B95C7}"/>
    <dgm:cxn modelId="{D5C184B1-1C37-4901-BCB8-582F9B7E7986}" srcId="{8EA7219F-BDB2-48EB-9EEB-3133522D132E}" destId="{F31073FB-4DE8-464D-9820-AF4A4FCE948E}" srcOrd="2" destOrd="0" parTransId="{2466C803-23FE-4986-B400-AE9AC9B0E46B}" sibTransId="{F9FE457D-D34B-470C-A01A-52558BE72AF2}"/>
    <dgm:cxn modelId="{2709EABC-E6A1-4AF4-BB66-635BCC932127}" srcId="{8EA7219F-BDB2-48EB-9EEB-3133522D132E}" destId="{DDE0D928-D49D-4A27-8E92-3130B9320568}" srcOrd="0" destOrd="0" parTransId="{BD8A01E6-DCFB-4634-AA12-EAF5B15F9CCB}" sibTransId="{4311EAF2-34EE-4C77-BBCA-D60A3715C931}"/>
    <dgm:cxn modelId="{FF6784C2-A2C9-4778-94B1-50E85D4629F0}" srcId="{BB36F745-62BA-4892-99D7-E4239B0F3843}" destId="{3D66B052-6203-4E3F-80B6-7ECC2EDA49A4}" srcOrd="2" destOrd="0" parTransId="{EFB28557-D8D6-4DDE-A896-5F13EB5BA849}" sibTransId="{D9C60591-0FD9-4663-8376-7F3BD831B3D7}"/>
    <dgm:cxn modelId="{FE6E4ECC-0578-4941-A413-24B2649ADBD2}" srcId="{F3FA86F7-575E-4FDD-B637-1D7276F725A4}" destId="{4BB72ECC-9A10-4422-873F-F9D2190BC89D}" srcOrd="1" destOrd="0" parTransId="{4EA7BD02-E357-415A-AEC5-B9804F405522}" sibTransId="{BE158219-2DEC-4CC5-92AC-DC280F738D1B}"/>
    <dgm:cxn modelId="{BB2B52D0-E280-4665-9DF6-4F96BC3C997C}" type="presOf" srcId="{F3FA86F7-575E-4FDD-B637-1D7276F725A4}" destId="{B4ED4726-C87E-4C4D-B65B-F7B445DCFD34}" srcOrd="0" destOrd="0" presId="urn:microsoft.com/office/officeart/2005/8/layout/pyramid4"/>
    <dgm:cxn modelId="{415456D2-5524-4ED8-BB57-0C45DD400A8A}" srcId="{8D3744A8-1883-4930-8E0D-B57E26D003C6}" destId="{D8973F44-FCAF-442F-8783-A2866965AAB6}" srcOrd="0" destOrd="0" parTransId="{9EAF4DA5-D298-43E0-A006-BCCDFAE7E227}" sibTransId="{CB1C23B7-F69D-48F6-BA22-0FD16D3A82BE}"/>
    <dgm:cxn modelId="{C0FF8BE5-F063-4E12-A669-097911653D48}" type="presOf" srcId="{8D3744A8-1883-4930-8E0D-B57E26D003C6}" destId="{6E3C9A6F-8A33-40ED-9178-B49F140DC671}" srcOrd="0" destOrd="0" presId="urn:microsoft.com/office/officeart/2005/8/layout/pyramid4"/>
    <dgm:cxn modelId="{196E93E5-2489-4910-89A7-29DD6C91275B}" srcId="{8D3744A8-1883-4930-8E0D-B57E26D003C6}" destId="{C75C0193-7917-453C-A980-7A8298437657}" srcOrd="2" destOrd="0" parTransId="{038C8C10-BB59-4124-99E8-F8D05DDECC53}" sibTransId="{DF7405E6-F1E4-47A6-9C7F-01999F9F25F0}"/>
    <dgm:cxn modelId="{97C5BFE7-2FB3-4600-A4B9-7A3FED93EC42}" type="presOf" srcId="{C75C0193-7917-453C-A980-7A8298437657}" destId="{6E3C9A6F-8A33-40ED-9178-B49F140DC671}" srcOrd="0" destOrd="3" presId="urn:microsoft.com/office/officeart/2005/8/layout/pyramid4"/>
    <dgm:cxn modelId="{89513CEA-83FF-4C0C-AD5B-6786EF01F40C}" type="presOf" srcId="{8EA7219F-BDB2-48EB-9EEB-3133522D132E}" destId="{05109EF4-B014-4D03-898F-394FD67FD61A}" srcOrd="0" destOrd="0" presId="urn:microsoft.com/office/officeart/2005/8/layout/pyramid4"/>
    <dgm:cxn modelId="{58AD7EEF-D408-406B-87EE-4691D4C30668}" srcId="{B9C32B05-62EA-407A-B21C-2310C7945705}" destId="{8EA7219F-BDB2-48EB-9EEB-3133522D132E}" srcOrd="0" destOrd="0" parTransId="{3EE8403A-CB7C-4815-85BD-AEBCAEB71B37}" sibTransId="{C94B7947-85DC-4B21-BB99-DF8438356F98}"/>
    <dgm:cxn modelId="{771B10C1-3D2F-445C-A99C-EC3E6CC758F3}" type="presParOf" srcId="{8673B5D3-C301-4E4B-B414-047F0BF99065}" destId="{05109EF4-B014-4D03-898F-394FD67FD61A}" srcOrd="0" destOrd="0" presId="urn:microsoft.com/office/officeart/2005/8/layout/pyramid4"/>
    <dgm:cxn modelId="{4D5F6021-50EC-4C0F-BC70-DC1E89BAB269}" type="presParOf" srcId="{8673B5D3-C301-4E4B-B414-047F0BF99065}" destId="{B4ED4726-C87E-4C4D-B65B-F7B445DCFD34}" srcOrd="1" destOrd="0" presId="urn:microsoft.com/office/officeart/2005/8/layout/pyramid4"/>
    <dgm:cxn modelId="{FF4CE606-45D5-4009-A3F5-9CA86379BC49}" type="presParOf" srcId="{8673B5D3-C301-4E4B-B414-047F0BF99065}" destId="{6E3C9A6F-8A33-40ED-9178-B49F140DC671}" srcOrd="2" destOrd="0" presId="urn:microsoft.com/office/officeart/2005/8/layout/pyramid4"/>
    <dgm:cxn modelId="{8B1D1F19-1199-4470-9139-96D3F46EF2FC}" type="presParOf" srcId="{8673B5D3-C301-4E4B-B414-047F0BF99065}" destId="{C724C050-6FF8-4D87-929E-8EE988B3639C}" srcOrd="3" destOrd="0" presId="urn:microsoft.com/office/officeart/2005/8/layout/pyramid4"/>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36.xml><?xml version="1.0" encoding="utf-8"?>
<dgm:dataModel xmlns:dgm="http://schemas.openxmlformats.org/drawingml/2006/diagram" xmlns:a="http://schemas.openxmlformats.org/drawingml/2006/main">
  <dgm:ptLst>
    <dgm:pt modelId="{B9C32B05-62EA-407A-B21C-2310C7945705}" type="doc">
      <dgm:prSet loTypeId="urn:microsoft.com/office/officeart/2008/layout/AccentedPicture" loCatId="picture" qsTypeId="urn:microsoft.com/office/officeart/2005/8/quickstyle/simple4" qsCatId="simple" csTypeId="urn:microsoft.com/office/officeart/2005/8/colors/colorful3" csCatId="colorful" phldr="1"/>
      <dgm:spPr/>
      <dgm:t>
        <a:bodyPr/>
        <a:lstStyle/>
        <a:p>
          <a:endParaRPr lang="en-US"/>
        </a:p>
      </dgm:t>
    </dgm:pt>
    <dgm:pt modelId="{8EA7219F-BDB2-48EB-9EEB-3133522D132E}">
      <dgm:prSet phldrT="[Text]"/>
      <dgm:spPr/>
      <dgm:t>
        <a:bodyPr/>
        <a:lstStyle/>
        <a:p>
          <a:r>
            <a:rPr lang="en-US" dirty="0">
              <a:solidFill>
                <a:schemeClr val="tx2"/>
              </a:solidFill>
            </a:rPr>
            <a:t>Lorem Ipsum</a:t>
          </a:r>
        </a:p>
      </dgm:t>
    </dgm:pt>
    <dgm:pt modelId="{3EE8403A-CB7C-4815-85BD-AEBCAEB71B37}" type="parTrans" cxnId="{58AD7EEF-D408-406B-87EE-4691D4C30668}">
      <dgm:prSet/>
      <dgm:spPr/>
      <dgm:t>
        <a:bodyPr/>
        <a:lstStyle/>
        <a:p>
          <a:endParaRPr lang="en-US">
            <a:solidFill>
              <a:schemeClr val="tx2"/>
            </a:solidFill>
          </a:endParaRPr>
        </a:p>
      </dgm:t>
    </dgm:pt>
    <dgm:pt modelId="{C94B7947-85DC-4B21-BB99-DF8438356F98}" type="sibTrans" cxnId="{58AD7EEF-D408-406B-87EE-4691D4C30668}">
      <dgm:prSet/>
      <dgm:spPr/>
      <dgm:t>
        <a:bodyPr/>
        <a:lstStyle/>
        <a:p>
          <a:endParaRPr lang="en-US">
            <a:solidFill>
              <a:schemeClr val="tx2"/>
            </a:solidFill>
          </a:endParaRPr>
        </a:p>
      </dgm:t>
    </dgm:pt>
    <dgm:pt modelId="{F3FA86F7-575E-4FDD-B637-1D7276F725A4}">
      <dgm:prSet phldrT="[Text]"/>
      <dgm:spPr/>
      <dgm:t>
        <a:bodyPr/>
        <a:lstStyle/>
        <a:p>
          <a:r>
            <a:rPr lang="en-US" dirty="0">
              <a:solidFill>
                <a:schemeClr val="tx2"/>
              </a:solidFill>
            </a:rPr>
            <a:t>Some text here</a:t>
          </a:r>
        </a:p>
      </dgm:t>
    </dgm:pt>
    <dgm:pt modelId="{192CD16B-FA85-49AB-96EA-80094BA41ED5}" type="parTrans" cxnId="{B38DB338-3B1E-4324-A45E-8025E9D81450}">
      <dgm:prSet/>
      <dgm:spPr/>
      <dgm:t>
        <a:bodyPr/>
        <a:lstStyle/>
        <a:p>
          <a:endParaRPr lang="en-US">
            <a:solidFill>
              <a:schemeClr val="tx2"/>
            </a:solidFill>
          </a:endParaRPr>
        </a:p>
      </dgm:t>
    </dgm:pt>
    <dgm:pt modelId="{BEF45895-E33A-456A-85CE-5D5DFC2CF2C9}" type="sibTrans" cxnId="{B38DB338-3B1E-4324-A45E-8025E9D81450}">
      <dgm:prSet/>
      <dgm:spPr/>
      <dgm:t>
        <a:bodyPr/>
        <a:lstStyle/>
        <a:p>
          <a:endParaRPr lang="en-US">
            <a:solidFill>
              <a:schemeClr val="tx2"/>
            </a:solidFill>
          </a:endParaRPr>
        </a:p>
      </dgm:t>
    </dgm:pt>
    <dgm:pt modelId="{8D3744A8-1883-4930-8E0D-B57E26D003C6}">
      <dgm:prSet phldrT="[Text]"/>
      <dgm:spPr/>
      <dgm:t>
        <a:bodyPr/>
        <a:lstStyle/>
        <a:p>
          <a:r>
            <a:rPr lang="en-US" dirty="0">
              <a:solidFill>
                <a:schemeClr val="tx2"/>
              </a:solidFill>
            </a:rPr>
            <a:t>Some text here</a:t>
          </a:r>
        </a:p>
      </dgm:t>
    </dgm:pt>
    <dgm:pt modelId="{AC9EAF57-EBF1-4FB7-8ED0-6ECFF59ADE74}" type="parTrans" cxnId="{C8FCCD3C-805E-4A27-964D-25DE1206ADCA}">
      <dgm:prSet/>
      <dgm:spPr/>
      <dgm:t>
        <a:bodyPr/>
        <a:lstStyle/>
        <a:p>
          <a:endParaRPr lang="en-US">
            <a:solidFill>
              <a:schemeClr val="tx2"/>
            </a:solidFill>
          </a:endParaRPr>
        </a:p>
      </dgm:t>
    </dgm:pt>
    <dgm:pt modelId="{D40CF7D9-D0C3-4084-8D2D-359654C28D0F}" type="sibTrans" cxnId="{C8FCCD3C-805E-4A27-964D-25DE1206ADCA}">
      <dgm:prSet/>
      <dgm:spPr/>
      <dgm:t>
        <a:bodyPr/>
        <a:lstStyle/>
        <a:p>
          <a:endParaRPr lang="en-US">
            <a:solidFill>
              <a:schemeClr val="tx2"/>
            </a:solidFill>
          </a:endParaRPr>
        </a:p>
      </dgm:t>
    </dgm:pt>
    <dgm:pt modelId="{BB36F745-62BA-4892-99D7-E4239B0F3843}">
      <dgm:prSet phldrT="[Text]"/>
      <dgm:spPr/>
      <dgm:t>
        <a:bodyPr/>
        <a:lstStyle/>
        <a:p>
          <a:r>
            <a:rPr lang="en-US" dirty="0">
              <a:solidFill>
                <a:schemeClr val="tx2"/>
              </a:solidFill>
            </a:rPr>
            <a:t>Some text here</a:t>
          </a:r>
        </a:p>
      </dgm:t>
    </dgm:pt>
    <dgm:pt modelId="{CE269D49-A2E4-44F1-A948-9BE1FE5D6140}" type="parTrans" cxnId="{C96A1F07-338B-48CD-B344-80BE34A6C9DF}">
      <dgm:prSet/>
      <dgm:spPr/>
      <dgm:t>
        <a:bodyPr/>
        <a:lstStyle/>
        <a:p>
          <a:endParaRPr lang="en-US">
            <a:solidFill>
              <a:schemeClr val="tx2"/>
            </a:solidFill>
          </a:endParaRPr>
        </a:p>
      </dgm:t>
    </dgm:pt>
    <dgm:pt modelId="{5CE5B550-A310-4948-9BA1-267AF81C5FA4}" type="sibTrans" cxnId="{C96A1F07-338B-48CD-B344-80BE34A6C9DF}">
      <dgm:prSet/>
      <dgm:spPr/>
      <dgm:t>
        <a:bodyPr/>
        <a:lstStyle/>
        <a:p>
          <a:endParaRPr lang="en-US">
            <a:solidFill>
              <a:schemeClr val="tx2"/>
            </a:solidFill>
          </a:endParaRPr>
        </a:p>
      </dgm:t>
    </dgm:pt>
    <dgm:pt modelId="{C9AAC837-F2B0-40E5-8679-D365145CD32D}">
      <dgm:prSet phldrT="[Text]"/>
      <dgm:spPr/>
      <dgm:t>
        <a:bodyPr/>
        <a:lstStyle/>
        <a:p>
          <a:r>
            <a:rPr lang="en-US" dirty="0">
              <a:solidFill>
                <a:schemeClr val="tx2"/>
              </a:solidFill>
            </a:rPr>
            <a:t>Some text here</a:t>
          </a:r>
        </a:p>
      </dgm:t>
    </dgm:pt>
    <dgm:pt modelId="{BF762BC7-3A73-465D-85A6-3BCDF9B94784}" type="parTrans" cxnId="{D2F8513A-5886-4FAB-9494-6D284BD96A29}">
      <dgm:prSet/>
      <dgm:spPr/>
      <dgm:t>
        <a:bodyPr/>
        <a:lstStyle/>
        <a:p>
          <a:endParaRPr lang="en-US">
            <a:solidFill>
              <a:schemeClr val="tx2"/>
            </a:solidFill>
          </a:endParaRPr>
        </a:p>
      </dgm:t>
    </dgm:pt>
    <dgm:pt modelId="{0CEADA81-66C0-4096-BEDE-B88D7687450C}" type="sibTrans" cxnId="{D2F8513A-5886-4FAB-9494-6D284BD96A29}">
      <dgm:prSet/>
      <dgm:spPr/>
      <dgm:t>
        <a:bodyPr/>
        <a:lstStyle/>
        <a:p>
          <a:endParaRPr lang="en-US">
            <a:solidFill>
              <a:schemeClr val="tx2"/>
            </a:solidFill>
          </a:endParaRPr>
        </a:p>
      </dgm:t>
    </dgm:pt>
    <dgm:pt modelId="{2A87C13C-1E9B-4392-B810-09696395D7D3}">
      <dgm:prSet phldrT="[Text]"/>
      <dgm:spPr/>
      <dgm:t>
        <a:bodyPr/>
        <a:lstStyle/>
        <a:p>
          <a:r>
            <a:rPr lang="en-US">
              <a:solidFill>
                <a:schemeClr val="tx2"/>
              </a:solidFill>
            </a:rPr>
            <a:t>Some text here</a:t>
          </a:r>
          <a:endParaRPr lang="en-US" dirty="0">
            <a:solidFill>
              <a:schemeClr val="tx2"/>
            </a:solidFill>
          </a:endParaRPr>
        </a:p>
      </dgm:t>
    </dgm:pt>
    <dgm:pt modelId="{498592EE-E52C-4B4D-866D-3AA708502D1A}" type="parTrans" cxnId="{9B1A18E7-4BDE-4E87-881F-E52B42376E4E}">
      <dgm:prSet/>
      <dgm:spPr/>
      <dgm:t>
        <a:bodyPr/>
        <a:lstStyle/>
        <a:p>
          <a:endParaRPr lang="en-US"/>
        </a:p>
      </dgm:t>
    </dgm:pt>
    <dgm:pt modelId="{8D062DC6-59D7-4661-B499-C6E8F091DCCD}" type="sibTrans" cxnId="{9B1A18E7-4BDE-4E87-881F-E52B42376E4E}">
      <dgm:prSet/>
      <dgm:spPr/>
      <dgm:t>
        <a:bodyPr/>
        <a:lstStyle/>
        <a:p>
          <a:endParaRPr lang="en-US"/>
        </a:p>
      </dgm:t>
    </dgm:pt>
    <dgm:pt modelId="{91ED494C-3D28-4ECD-9A5B-1337E045E928}">
      <dgm:prSet phldrT="[Text]"/>
      <dgm:spPr/>
      <dgm:t>
        <a:bodyPr/>
        <a:lstStyle/>
        <a:p>
          <a:r>
            <a:rPr lang="en-US">
              <a:solidFill>
                <a:schemeClr val="tx2"/>
              </a:solidFill>
            </a:rPr>
            <a:t>Some text here</a:t>
          </a:r>
          <a:endParaRPr lang="en-US" dirty="0">
            <a:solidFill>
              <a:schemeClr val="tx2"/>
            </a:solidFill>
          </a:endParaRPr>
        </a:p>
      </dgm:t>
    </dgm:pt>
    <dgm:pt modelId="{FFEA2E0C-A212-4A1D-B4C0-282FA0F91CCE}" type="parTrans" cxnId="{D2937C1E-EBAA-4034-8513-6015610E7509}">
      <dgm:prSet/>
      <dgm:spPr/>
      <dgm:t>
        <a:bodyPr/>
        <a:lstStyle/>
        <a:p>
          <a:endParaRPr lang="en-US"/>
        </a:p>
      </dgm:t>
    </dgm:pt>
    <dgm:pt modelId="{5F15D827-6801-44FA-BF05-64D3757B4833}" type="sibTrans" cxnId="{D2937C1E-EBAA-4034-8513-6015610E7509}">
      <dgm:prSet/>
      <dgm:spPr/>
      <dgm:t>
        <a:bodyPr/>
        <a:lstStyle/>
        <a:p>
          <a:endParaRPr lang="en-US"/>
        </a:p>
      </dgm:t>
    </dgm:pt>
    <dgm:pt modelId="{A3150FA9-F6F5-4CC3-BB6E-4BF149261BC9}">
      <dgm:prSet phldrT="[Text]"/>
      <dgm:spPr/>
      <dgm:t>
        <a:bodyPr/>
        <a:lstStyle/>
        <a:p>
          <a:r>
            <a:rPr lang="en-US">
              <a:solidFill>
                <a:schemeClr val="tx2"/>
              </a:solidFill>
            </a:rPr>
            <a:t>Some text here</a:t>
          </a:r>
          <a:endParaRPr lang="en-US" dirty="0">
            <a:solidFill>
              <a:schemeClr val="tx2"/>
            </a:solidFill>
          </a:endParaRPr>
        </a:p>
      </dgm:t>
    </dgm:pt>
    <dgm:pt modelId="{E81AE1D5-BB3C-4367-9CF3-BDF22C0B73D9}" type="parTrans" cxnId="{776B563A-8D1A-4396-AFB3-94E5702B28E0}">
      <dgm:prSet/>
      <dgm:spPr/>
      <dgm:t>
        <a:bodyPr/>
        <a:lstStyle/>
        <a:p>
          <a:endParaRPr lang="en-US"/>
        </a:p>
      </dgm:t>
    </dgm:pt>
    <dgm:pt modelId="{1AEB455C-EB82-47B5-8469-A7D3BB955C44}" type="sibTrans" cxnId="{776B563A-8D1A-4396-AFB3-94E5702B28E0}">
      <dgm:prSet/>
      <dgm:spPr/>
      <dgm:t>
        <a:bodyPr/>
        <a:lstStyle/>
        <a:p>
          <a:endParaRPr lang="en-US"/>
        </a:p>
      </dgm:t>
    </dgm:pt>
    <dgm:pt modelId="{D22D0C56-CBFB-4C05-A67C-08E203055BCF}">
      <dgm:prSet phldrT="[Text]"/>
      <dgm:spPr/>
      <dgm:t>
        <a:bodyPr/>
        <a:lstStyle/>
        <a:p>
          <a:r>
            <a:rPr lang="en-US">
              <a:solidFill>
                <a:schemeClr val="tx2"/>
              </a:solidFill>
            </a:rPr>
            <a:t>Some text here</a:t>
          </a:r>
          <a:endParaRPr lang="en-US" dirty="0">
            <a:solidFill>
              <a:schemeClr val="tx2"/>
            </a:solidFill>
          </a:endParaRPr>
        </a:p>
      </dgm:t>
    </dgm:pt>
    <dgm:pt modelId="{CC414386-20F6-4BD4-AF39-D58A012A84FC}" type="parTrans" cxnId="{3876F79F-AB02-46BE-ADA2-2939DAF61397}">
      <dgm:prSet/>
      <dgm:spPr/>
      <dgm:t>
        <a:bodyPr/>
        <a:lstStyle/>
        <a:p>
          <a:endParaRPr lang="en-US"/>
        </a:p>
      </dgm:t>
    </dgm:pt>
    <dgm:pt modelId="{7B8D6861-07C6-4092-B813-904B9D9AC198}" type="sibTrans" cxnId="{3876F79F-AB02-46BE-ADA2-2939DAF61397}">
      <dgm:prSet/>
      <dgm:spPr/>
      <dgm:t>
        <a:bodyPr/>
        <a:lstStyle/>
        <a:p>
          <a:endParaRPr lang="en-US"/>
        </a:p>
      </dgm:t>
    </dgm:pt>
    <dgm:pt modelId="{5A31F8F9-432C-423A-8050-BD8B9D22876C}">
      <dgm:prSet phldrT="[Text]"/>
      <dgm:spPr/>
      <dgm:t>
        <a:bodyPr/>
        <a:lstStyle/>
        <a:p>
          <a:r>
            <a:rPr lang="en-US">
              <a:solidFill>
                <a:schemeClr val="tx2"/>
              </a:solidFill>
            </a:rPr>
            <a:t>Some text here</a:t>
          </a:r>
          <a:endParaRPr lang="en-US" dirty="0">
            <a:solidFill>
              <a:schemeClr val="tx2"/>
            </a:solidFill>
          </a:endParaRPr>
        </a:p>
      </dgm:t>
    </dgm:pt>
    <dgm:pt modelId="{F5CA0B08-BC20-4484-B2BB-038C299B942E}" type="parTrans" cxnId="{D8FB1950-D5FC-4B55-8ABA-DC173B6207B9}">
      <dgm:prSet/>
      <dgm:spPr/>
      <dgm:t>
        <a:bodyPr/>
        <a:lstStyle/>
        <a:p>
          <a:endParaRPr lang="en-US"/>
        </a:p>
      </dgm:t>
    </dgm:pt>
    <dgm:pt modelId="{1B86A9F1-EFB3-4990-8138-BEE796660F86}" type="sibTrans" cxnId="{D8FB1950-D5FC-4B55-8ABA-DC173B6207B9}">
      <dgm:prSet/>
      <dgm:spPr/>
      <dgm:t>
        <a:bodyPr/>
        <a:lstStyle/>
        <a:p>
          <a:endParaRPr lang="en-US"/>
        </a:p>
      </dgm:t>
    </dgm:pt>
    <dgm:pt modelId="{8E840112-97F5-4DE0-B3A2-FBF590B29A4C}" type="pres">
      <dgm:prSet presAssocID="{B9C32B05-62EA-407A-B21C-2310C7945705}" presName="Name0" presStyleCnt="0">
        <dgm:presLayoutVars>
          <dgm:dir/>
        </dgm:presLayoutVars>
      </dgm:prSet>
      <dgm:spPr/>
    </dgm:pt>
    <dgm:pt modelId="{A7958295-CB72-4D6D-99F6-17A416357BFB}" type="pres">
      <dgm:prSet presAssocID="{C94B7947-85DC-4B21-BB99-DF8438356F98}" presName="picture_1" presStyleLbl="bgImgPlace1" presStyleIdx="0" presStyleCnt="1"/>
      <dgm:spPr/>
    </dgm:pt>
    <dgm:pt modelId="{E38850AC-E9CA-4C64-BC35-1B26F98B27F5}" type="pres">
      <dgm:prSet presAssocID="{8EA7219F-BDB2-48EB-9EEB-3133522D132E}" presName="text_1" presStyleLbl="node1" presStyleIdx="0" presStyleCnt="0" custScaleY="35484">
        <dgm:presLayoutVars>
          <dgm:bulletEnabled val="1"/>
        </dgm:presLayoutVars>
      </dgm:prSet>
      <dgm:spPr/>
    </dgm:pt>
    <dgm:pt modelId="{B6429EFA-BA1A-4684-924F-798504584EF7}" type="pres">
      <dgm:prSet presAssocID="{B9C32B05-62EA-407A-B21C-2310C7945705}" presName="linV" presStyleCnt="0"/>
      <dgm:spPr/>
    </dgm:pt>
    <dgm:pt modelId="{ACDDB361-3584-489E-8702-31B5DFD4870F}" type="pres">
      <dgm:prSet presAssocID="{F3FA86F7-575E-4FDD-B637-1D7276F725A4}" presName="pair" presStyleCnt="0"/>
      <dgm:spPr/>
    </dgm:pt>
    <dgm:pt modelId="{C8A700A5-B99C-48D8-BB61-07D5BCA583EB}" type="pres">
      <dgm:prSet presAssocID="{F3FA86F7-575E-4FDD-B637-1D7276F725A4}" presName="spaceH" presStyleLbl="node1" presStyleIdx="0" presStyleCnt="0"/>
      <dgm:spPr/>
    </dgm:pt>
    <dgm:pt modelId="{577306C7-FA52-48EF-8B42-AF0380CE3C84}" type="pres">
      <dgm:prSet presAssocID="{F3FA86F7-575E-4FDD-B637-1D7276F725A4}" presName="desPictures" presStyleLbl="alignImgPlace1" presStyleIdx="0" presStyleCnt="4"/>
      <dgm:spPr/>
    </dgm:pt>
    <dgm:pt modelId="{E843271E-A330-45CC-B20A-CE1EC1931B68}" type="pres">
      <dgm:prSet presAssocID="{F3FA86F7-575E-4FDD-B637-1D7276F725A4}" presName="desTextWrapper" presStyleCnt="0"/>
      <dgm:spPr/>
    </dgm:pt>
    <dgm:pt modelId="{A9195E97-E7AE-49A3-BB62-4A58C5FE1EE0}" type="pres">
      <dgm:prSet presAssocID="{F3FA86F7-575E-4FDD-B637-1D7276F725A4}" presName="desText" presStyleLbl="revTx" presStyleIdx="0" presStyleCnt="4">
        <dgm:presLayoutVars>
          <dgm:bulletEnabled val="1"/>
        </dgm:presLayoutVars>
      </dgm:prSet>
      <dgm:spPr/>
    </dgm:pt>
    <dgm:pt modelId="{BDFAF64F-2620-4B15-893F-A59A9A8379A7}" type="pres">
      <dgm:prSet presAssocID="{BEF45895-E33A-456A-85CE-5D5DFC2CF2C9}" presName="spaceV" presStyleCnt="0"/>
      <dgm:spPr/>
    </dgm:pt>
    <dgm:pt modelId="{794753EB-2448-4722-A969-1751AB20CB4D}" type="pres">
      <dgm:prSet presAssocID="{8D3744A8-1883-4930-8E0D-B57E26D003C6}" presName="pair" presStyleCnt="0"/>
      <dgm:spPr/>
    </dgm:pt>
    <dgm:pt modelId="{8E6C9585-570F-4B1B-BA3E-890C696FAD89}" type="pres">
      <dgm:prSet presAssocID="{8D3744A8-1883-4930-8E0D-B57E26D003C6}" presName="spaceH" presStyleLbl="node1" presStyleIdx="0" presStyleCnt="0"/>
      <dgm:spPr/>
    </dgm:pt>
    <dgm:pt modelId="{177E7C92-DD7D-485F-83C5-1A6728CCEA75}" type="pres">
      <dgm:prSet presAssocID="{8D3744A8-1883-4930-8E0D-B57E26D003C6}" presName="desPictures" presStyleLbl="alignImgPlace1" presStyleIdx="1" presStyleCnt="4"/>
      <dgm:spPr/>
    </dgm:pt>
    <dgm:pt modelId="{DB589F4E-603F-43DF-B75C-3B0E9D209771}" type="pres">
      <dgm:prSet presAssocID="{8D3744A8-1883-4930-8E0D-B57E26D003C6}" presName="desTextWrapper" presStyleCnt="0"/>
      <dgm:spPr/>
    </dgm:pt>
    <dgm:pt modelId="{A28A7BA0-15C4-4D51-9381-EE5F15725A64}" type="pres">
      <dgm:prSet presAssocID="{8D3744A8-1883-4930-8E0D-B57E26D003C6}" presName="desText" presStyleLbl="revTx" presStyleIdx="1" presStyleCnt="4">
        <dgm:presLayoutVars>
          <dgm:bulletEnabled val="1"/>
        </dgm:presLayoutVars>
      </dgm:prSet>
      <dgm:spPr/>
    </dgm:pt>
    <dgm:pt modelId="{012EA29F-B3B9-4FD4-BE1F-7219E253F3DA}" type="pres">
      <dgm:prSet presAssocID="{D40CF7D9-D0C3-4084-8D2D-359654C28D0F}" presName="spaceV" presStyleCnt="0"/>
      <dgm:spPr/>
    </dgm:pt>
    <dgm:pt modelId="{EFC1CBD4-DD98-4A38-9C52-367AF774D8A5}" type="pres">
      <dgm:prSet presAssocID="{C9AAC837-F2B0-40E5-8679-D365145CD32D}" presName="pair" presStyleCnt="0"/>
      <dgm:spPr/>
    </dgm:pt>
    <dgm:pt modelId="{EA7F6686-084B-4F82-A53B-131DCA2EC042}" type="pres">
      <dgm:prSet presAssocID="{C9AAC837-F2B0-40E5-8679-D365145CD32D}" presName="spaceH" presStyleLbl="node1" presStyleIdx="0" presStyleCnt="0"/>
      <dgm:spPr/>
    </dgm:pt>
    <dgm:pt modelId="{CA8E459C-B2CF-4597-8C75-B4D9EFE9E176}" type="pres">
      <dgm:prSet presAssocID="{C9AAC837-F2B0-40E5-8679-D365145CD32D}" presName="desPictures" presStyleLbl="alignImgPlace1" presStyleIdx="2" presStyleCnt="4"/>
      <dgm:spPr/>
    </dgm:pt>
    <dgm:pt modelId="{D7894C79-B2A8-4B1A-BBBB-F97CD303D7C7}" type="pres">
      <dgm:prSet presAssocID="{C9AAC837-F2B0-40E5-8679-D365145CD32D}" presName="desTextWrapper" presStyleCnt="0"/>
      <dgm:spPr/>
    </dgm:pt>
    <dgm:pt modelId="{15689AA6-B503-47E7-9FD9-90D6BB2FA36D}" type="pres">
      <dgm:prSet presAssocID="{C9AAC837-F2B0-40E5-8679-D365145CD32D}" presName="desText" presStyleLbl="revTx" presStyleIdx="2" presStyleCnt="4">
        <dgm:presLayoutVars>
          <dgm:bulletEnabled val="1"/>
        </dgm:presLayoutVars>
      </dgm:prSet>
      <dgm:spPr/>
    </dgm:pt>
    <dgm:pt modelId="{A916CE9A-7373-4E60-8382-63A9152B4C51}" type="pres">
      <dgm:prSet presAssocID="{0CEADA81-66C0-4096-BEDE-B88D7687450C}" presName="spaceV" presStyleCnt="0"/>
      <dgm:spPr/>
    </dgm:pt>
    <dgm:pt modelId="{F56E317E-8EA5-4E89-855C-3E79263F523E}" type="pres">
      <dgm:prSet presAssocID="{BB36F745-62BA-4892-99D7-E4239B0F3843}" presName="pair" presStyleCnt="0"/>
      <dgm:spPr/>
    </dgm:pt>
    <dgm:pt modelId="{3E19DD29-EBA1-483E-847D-7FEACABDA9DF}" type="pres">
      <dgm:prSet presAssocID="{BB36F745-62BA-4892-99D7-E4239B0F3843}" presName="spaceH" presStyleLbl="node1" presStyleIdx="0" presStyleCnt="0"/>
      <dgm:spPr/>
    </dgm:pt>
    <dgm:pt modelId="{C2527782-4939-4D28-BED9-3D1FE822F14D}" type="pres">
      <dgm:prSet presAssocID="{BB36F745-62BA-4892-99D7-E4239B0F3843}" presName="desPictures" presStyleLbl="alignImgPlace1" presStyleIdx="3" presStyleCnt="4"/>
      <dgm:spPr/>
    </dgm:pt>
    <dgm:pt modelId="{257D6D90-DC48-405A-B86E-C20D98EF2531}" type="pres">
      <dgm:prSet presAssocID="{BB36F745-62BA-4892-99D7-E4239B0F3843}" presName="desTextWrapper" presStyleCnt="0"/>
      <dgm:spPr/>
    </dgm:pt>
    <dgm:pt modelId="{99720450-D5F2-4A80-BEEF-796B72AE1FEE}" type="pres">
      <dgm:prSet presAssocID="{BB36F745-62BA-4892-99D7-E4239B0F3843}" presName="desText" presStyleLbl="revTx" presStyleIdx="3" presStyleCnt="4">
        <dgm:presLayoutVars>
          <dgm:bulletEnabled val="1"/>
        </dgm:presLayoutVars>
      </dgm:prSet>
      <dgm:spPr/>
    </dgm:pt>
    <dgm:pt modelId="{5B18EF2E-4A5B-48CE-9E44-AF7C77AA054B}" type="pres">
      <dgm:prSet presAssocID="{B9C32B05-62EA-407A-B21C-2310C7945705}" presName="maxNode" presStyleCnt="0"/>
      <dgm:spPr/>
    </dgm:pt>
    <dgm:pt modelId="{3671F348-397C-45FF-B972-044D8765BA11}" type="pres">
      <dgm:prSet presAssocID="{B9C32B05-62EA-407A-B21C-2310C7945705}" presName="Name33" presStyleCnt="0"/>
      <dgm:spPr/>
    </dgm:pt>
  </dgm:ptLst>
  <dgm:cxnLst>
    <dgm:cxn modelId="{C96A1F07-338B-48CD-B344-80BE34A6C9DF}" srcId="{B9C32B05-62EA-407A-B21C-2310C7945705}" destId="{BB36F745-62BA-4892-99D7-E4239B0F3843}" srcOrd="4" destOrd="0" parTransId="{CE269D49-A2E4-44F1-A948-9BE1FE5D6140}" sibTransId="{5CE5B550-A310-4948-9BA1-267AF81C5FA4}"/>
    <dgm:cxn modelId="{A045F00C-9322-4574-A7BA-95530EB5D171}" type="presOf" srcId="{5A31F8F9-432C-423A-8050-BD8B9D22876C}" destId="{15689AA6-B503-47E7-9FD9-90D6BB2FA36D}" srcOrd="0" destOrd="2" presId="urn:microsoft.com/office/officeart/2008/layout/AccentedPicture"/>
    <dgm:cxn modelId="{D2937C1E-EBAA-4034-8513-6015610E7509}" srcId="{F3FA86F7-575E-4FDD-B637-1D7276F725A4}" destId="{91ED494C-3D28-4ECD-9A5B-1337E045E928}" srcOrd="1" destOrd="0" parTransId="{FFEA2E0C-A212-4A1D-B4C0-282FA0F91CCE}" sibTransId="{5F15D827-6801-44FA-BF05-64D3757B4833}"/>
    <dgm:cxn modelId="{137F1F21-3F02-4ECE-8B94-F341BC41EF3D}" type="presOf" srcId="{A3150FA9-F6F5-4CC3-BB6E-4BF149261BC9}" destId="{A9195E97-E7AE-49A3-BB62-4A58C5FE1EE0}" srcOrd="0" destOrd="3" presId="urn:microsoft.com/office/officeart/2008/layout/AccentedPicture"/>
    <dgm:cxn modelId="{0ED37D21-015E-4ADC-9614-5A0A2266A623}" type="presOf" srcId="{BB36F745-62BA-4892-99D7-E4239B0F3843}" destId="{99720450-D5F2-4A80-BEEF-796B72AE1FEE}" srcOrd="0" destOrd="0" presId="urn:microsoft.com/office/officeart/2008/layout/AccentedPicture"/>
    <dgm:cxn modelId="{08ADBA2C-A104-47BF-8129-BDD823D9653F}" type="presOf" srcId="{8EA7219F-BDB2-48EB-9EEB-3133522D132E}" destId="{E38850AC-E9CA-4C64-BC35-1B26F98B27F5}" srcOrd="0" destOrd="0" presId="urn:microsoft.com/office/officeart/2008/layout/AccentedPicture"/>
    <dgm:cxn modelId="{B38DB338-3B1E-4324-A45E-8025E9D81450}" srcId="{B9C32B05-62EA-407A-B21C-2310C7945705}" destId="{F3FA86F7-575E-4FDD-B637-1D7276F725A4}" srcOrd="1" destOrd="0" parTransId="{192CD16B-FA85-49AB-96EA-80094BA41ED5}" sibTransId="{BEF45895-E33A-456A-85CE-5D5DFC2CF2C9}"/>
    <dgm:cxn modelId="{D2F8513A-5886-4FAB-9494-6D284BD96A29}" srcId="{B9C32B05-62EA-407A-B21C-2310C7945705}" destId="{C9AAC837-F2B0-40E5-8679-D365145CD32D}" srcOrd="3" destOrd="0" parTransId="{BF762BC7-3A73-465D-85A6-3BCDF9B94784}" sibTransId="{0CEADA81-66C0-4096-BEDE-B88D7687450C}"/>
    <dgm:cxn modelId="{776B563A-8D1A-4396-AFB3-94E5702B28E0}" srcId="{F3FA86F7-575E-4FDD-B637-1D7276F725A4}" destId="{A3150FA9-F6F5-4CC3-BB6E-4BF149261BC9}" srcOrd="2" destOrd="0" parTransId="{E81AE1D5-BB3C-4367-9CF3-BDF22C0B73D9}" sibTransId="{1AEB455C-EB82-47B5-8469-A7D3BB955C44}"/>
    <dgm:cxn modelId="{C8FCCD3C-805E-4A27-964D-25DE1206ADCA}" srcId="{B9C32B05-62EA-407A-B21C-2310C7945705}" destId="{8D3744A8-1883-4930-8E0D-B57E26D003C6}" srcOrd="2" destOrd="0" parTransId="{AC9EAF57-EBF1-4FB7-8ED0-6ECFF59ADE74}" sibTransId="{D40CF7D9-D0C3-4084-8D2D-359654C28D0F}"/>
    <dgm:cxn modelId="{D8FB1950-D5FC-4B55-8ABA-DC173B6207B9}" srcId="{C9AAC837-F2B0-40E5-8679-D365145CD32D}" destId="{5A31F8F9-432C-423A-8050-BD8B9D22876C}" srcOrd="1" destOrd="0" parTransId="{F5CA0B08-BC20-4484-B2BB-038C299B942E}" sibTransId="{1B86A9F1-EFB3-4990-8138-BEE796660F86}"/>
    <dgm:cxn modelId="{89014C59-27AC-4131-8451-B112FCE02242}" type="presOf" srcId="{D22D0C56-CBFB-4C05-A67C-08E203055BCF}" destId="{15689AA6-B503-47E7-9FD9-90D6BB2FA36D}" srcOrd="0" destOrd="1" presId="urn:microsoft.com/office/officeart/2008/layout/AccentedPicture"/>
    <dgm:cxn modelId="{7783A55A-1D09-4495-9EC2-2ECE0B5FADA5}" type="presOf" srcId="{C94B7947-85DC-4B21-BB99-DF8438356F98}" destId="{A7958295-CB72-4D6D-99F6-17A416357BFB}" srcOrd="0" destOrd="0" presId="urn:microsoft.com/office/officeart/2008/layout/AccentedPicture"/>
    <dgm:cxn modelId="{C599CE88-F1B2-4856-B329-1B9024C5CC96}" type="presOf" srcId="{B9C32B05-62EA-407A-B21C-2310C7945705}" destId="{8E840112-97F5-4DE0-B3A2-FBF590B29A4C}" srcOrd="0" destOrd="0" presId="urn:microsoft.com/office/officeart/2008/layout/AccentedPicture"/>
    <dgm:cxn modelId="{92A57D8A-F84C-4A78-87FC-1C762848A7F9}" type="presOf" srcId="{91ED494C-3D28-4ECD-9A5B-1337E045E928}" destId="{A9195E97-E7AE-49A3-BB62-4A58C5FE1EE0}" srcOrd="0" destOrd="2" presId="urn:microsoft.com/office/officeart/2008/layout/AccentedPicture"/>
    <dgm:cxn modelId="{3876F79F-AB02-46BE-ADA2-2939DAF61397}" srcId="{C9AAC837-F2B0-40E5-8679-D365145CD32D}" destId="{D22D0C56-CBFB-4C05-A67C-08E203055BCF}" srcOrd="0" destOrd="0" parTransId="{CC414386-20F6-4BD4-AF39-D58A012A84FC}" sibTransId="{7B8D6861-07C6-4092-B813-904B9D9AC198}"/>
    <dgm:cxn modelId="{4798E2B2-CB9C-4A4F-A253-27B402BC8398}" type="presOf" srcId="{C9AAC837-F2B0-40E5-8679-D365145CD32D}" destId="{15689AA6-B503-47E7-9FD9-90D6BB2FA36D}" srcOrd="0" destOrd="0" presId="urn:microsoft.com/office/officeart/2008/layout/AccentedPicture"/>
    <dgm:cxn modelId="{5DB2E4D2-CD9C-4A80-B7B6-874A5970817C}" type="presOf" srcId="{8D3744A8-1883-4930-8E0D-B57E26D003C6}" destId="{A28A7BA0-15C4-4D51-9381-EE5F15725A64}" srcOrd="0" destOrd="0" presId="urn:microsoft.com/office/officeart/2008/layout/AccentedPicture"/>
    <dgm:cxn modelId="{9B1A18E7-4BDE-4E87-881F-E52B42376E4E}" srcId="{F3FA86F7-575E-4FDD-B637-1D7276F725A4}" destId="{2A87C13C-1E9B-4392-B810-09696395D7D3}" srcOrd="0" destOrd="0" parTransId="{498592EE-E52C-4B4D-866D-3AA708502D1A}" sibTransId="{8D062DC6-59D7-4661-B499-C6E8F091DCCD}"/>
    <dgm:cxn modelId="{AE2499E8-8C44-4AF4-8335-51101D71D2EB}" type="presOf" srcId="{F3FA86F7-575E-4FDD-B637-1D7276F725A4}" destId="{A9195E97-E7AE-49A3-BB62-4A58C5FE1EE0}" srcOrd="0" destOrd="0" presId="urn:microsoft.com/office/officeart/2008/layout/AccentedPicture"/>
    <dgm:cxn modelId="{58AD7EEF-D408-406B-87EE-4691D4C30668}" srcId="{B9C32B05-62EA-407A-B21C-2310C7945705}" destId="{8EA7219F-BDB2-48EB-9EEB-3133522D132E}" srcOrd="0" destOrd="0" parTransId="{3EE8403A-CB7C-4815-85BD-AEBCAEB71B37}" sibTransId="{C94B7947-85DC-4B21-BB99-DF8438356F98}"/>
    <dgm:cxn modelId="{450947F8-4CAF-4912-BE73-5012C4D301DD}" type="presOf" srcId="{2A87C13C-1E9B-4392-B810-09696395D7D3}" destId="{A9195E97-E7AE-49A3-BB62-4A58C5FE1EE0}" srcOrd="0" destOrd="1" presId="urn:microsoft.com/office/officeart/2008/layout/AccentedPicture"/>
    <dgm:cxn modelId="{647A7691-9370-43E5-B077-D222747B1C7B}" type="presParOf" srcId="{8E840112-97F5-4DE0-B3A2-FBF590B29A4C}" destId="{A7958295-CB72-4D6D-99F6-17A416357BFB}" srcOrd="0" destOrd="0" presId="urn:microsoft.com/office/officeart/2008/layout/AccentedPicture"/>
    <dgm:cxn modelId="{DC475F60-1094-44FA-900A-9A50D1EB3694}" type="presParOf" srcId="{8E840112-97F5-4DE0-B3A2-FBF590B29A4C}" destId="{E38850AC-E9CA-4C64-BC35-1B26F98B27F5}" srcOrd="1" destOrd="0" presId="urn:microsoft.com/office/officeart/2008/layout/AccentedPicture"/>
    <dgm:cxn modelId="{2050C205-832B-4EDE-A2E7-32827F8D45EE}" type="presParOf" srcId="{8E840112-97F5-4DE0-B3A2-FBF590B29A4C}" destId="{B6429EFA-BA1A-4684-924F-798504584EF7}" srcOrd="2" destOrd="0" presId="urn:microsoft.com/office/officeart/2008/layout/AccentedPicture"/>
    <dgm:cxn modelId="{91D843C1-8FD2-4592-8202-4E3917CC96C4}" type="presParOf" srcId="{B6429EFA-BA1A-4684-924F-798504584EF7}" destId="{ACDDB361-3584-489E-8702-31B5DFD4870F}" srcOrd="0" destOrd="0" presId="urn:microsoft.com/office/officeart/2008/layout/AccentedPicture"/>
    <dgm:cxn modelId="{03E2B772-30B7-4AD5-A68A-46F4B232D5CB}" type="presParOf" srcId="{ACDDB361-3584-489E-8702-31B5DFD4870F}" destId="{C8A700A5-B99C-48D8-BB61-07D5BCA583EB}" srcOrd="0" destOrd="0" presId="urn:microsoft.com/office/officeart/2008/layout/AccentedPicture"/>
    <dgm:cxn modelId="{62D17B72-80E0-4F58-91DE-6C279B045E15}" type="presParOf" srcId="{ACDDB361-3584-489E-8702-31B5DFD4870F}" destId="{577306C7-FA52-48EF-8B42-AF0380CE3C84}" srcOrd="1" destOrd="0" presId="urn:microsoft.com/office/officeart/2008/layout/AccentedPicture"/>
    <dgm:cxn modelId="{6286E6AD-B586-4ACC-805B-58533C10B385}" type="presParOf" srcId="{ACDDB361-3584-489E-8702-31B5DFD4870F}" destId="{E843271E-A330-45CC-B20A-CE1EC1931B68}" srcOrd="2" destOrd="0" presId="urn:microsoft.com/office/officeart/2008/layout/AccentedPicture"/>
    <dgm:cxn modelId="{4775DFC0-1159-4DCD-9F5A-59877943B26A}" type="presParOf" srcId="{E843271E-A330-45CC-B20A-CE1EC1931B68}" destId="{A9195E97-E7AE-49A3-BB62-4A58C5FE1EE0}" srcOrd="0" destOrd="0" presId="urn:microsoft.com/office/officeart/2008/layout/AccentedPicture"/>
    <dgm:cxn modelId="{A63508F7-CEA3-4A00-9AA1-B84A599C9296}" type="presParOf" srcId="{B6429EFA-BA1A-4684-924F-798504584EF7}" destId="{BDFAF64F-2620-4B15-893F-A59A9A8379A7}" srcOrd="1" destOrd="0" presId="urn:microsoft.com/office/officeart/2008/layout/AccentedPicture"/>
    <dgm:cxn modelId="{C4EC1568-088D-4C0C-822D-50A1E008D07C}" type="presParOf" srcId="{B6429EFA-BA1A-4684-924F-798504584EF7}" destId="{794753EB-2448-4722-A969-1751AB20CB4D}" srcOrd="2" destOrd="0" presId="urn:microsoft.com/office/officeart/2008/layout/AccentedPicture"/>
    <dgm:cxn modelId="{2BA95127-F806-4E85-B736-AA8F17DB0B13}" type="presParOf" srcId="{794753EB-2448-4722-A969-1751AB20CB4D}" destId="{8E6C9585-570F-4B1B-BA3E-890C696FAD89}" srcOrd="0" destOrd="0" presId="urn:microsoft.com/office/officeart/2008/layout/AccentedPicture"/>
    <dgm:cxn modelId="{0E372891-982F-4BFB-9CB9-8FECD3FA378E}" type="presParOf" srcId="{794753EB-2448-4722-A969-1751AB20CB4D}" destId="{177E7C92-DD7D-485F-83C5-1A6728CCEA75}" srcOrd="1" destOrd="0" presId="urn:microsoft.com/office/officeart/2008/layout/AccentedPicture"/>
    <dgm:cxn modelId="{33F578CE-40D4-41B0-8DD5-B190E479D476}" type="presParOf" srcId="{794753EB-2448-4722-A969-1751AB20CB4D}" destId="{DB589F4E-603F-43DF-B75C-3B0E9D209771}" srcOrd="2" destOrd="0" presId="urn:microsoft.com/office/officeart/2008/layout/AccentedPicture"/>
    <dgm:cxn modelId="{88801372-5FFE-419B-8E83-34F2D8C6D211}" type="presParOf" srcId="{DB589F4E-603F-43DF-B75C-3B0E9D209771}" destId="{A28A7BA0-15C4-4D51-9381-EE5F15725A64}" srcOrd="0" destOrd="0" presId="urn:microsoft.com/office/officeart/2008/layout/AccentedPicture"/>
    <dgm:cxn modelId="{01E3E69A-8181-48DB-928A-686BF7D795BE}" type="presParOf" srcId="{B6429EFA-BA1A-4684-924F-798504584EF7}" destId="{012EA29F-B3B9-4FD4-BE1F-7219E253F3DA}" srcOrd="3" destOrd="0" presId="urn:microsoft.com/office/officeart/2008/layout/AccentedPicture"/>
    <dgm:cxn modelId="{D06828F8-528B-41A1-B93D-3534C69A3DA2}" type="presParOf" srcId="{B6429EFA-BA1A-4684-924F-798504584EF7}" destId="{EFC1CBD4-DD98-4A38-9C52-367AF774D8A5}" srcOrd="4" destOrd="0" presId="urn:microsoft.com/office/officeart/2008/layout/AccentedPicture"/>
    <dgm:cxn modelId="{1DEC9B6E-E913-4467-BC1E-299082AAB46A}" type="presParOf" srcId="{EFC1CBD4-DD98-4A38-9C52-367AF774D8A5}" destId="{EA7F6686-084B-4F82-A53B-131DCA2EC042}" srcOrd="0" destOrd="0" presId="urn:microsoft.com/office/officeart/2008/layout/AccentedPicture"/>
    <dgm:cxn modelId="{96F081F4-3C8D-48B9-84DB-F5919D9AFB1C}" type="presParOf" srcId="{EFC1CBD4-DD98-4A38-9C52-367AF774D8A5}" destId="{CA8E459C-B2CF-4597-8C75-B4D9EFE9E176}" srcOrd="1" destOrd="0" presId="urn:microsoft.com/office/officeart/2008/layout/AccentedPicture"/>
    <dgm:cxn modelId="{B670FD08-85AC-47B3-B199-F0C6F9ABF15B}" type="presParOf" srcId="{EFC1CBD4-DD98-4A38-9C52-367AF774D8A5}" destId="{D7894C79-B2A8-4B1A-BBBB-F97CD303D7C7}" srcOrd="2" destOrd="0" presId="urn:microsoft.com/office/officeart/2008/layout/AccentedPicture"/>
    <dgm:cxn modelId="{7B9B8557-490E-4B1E-BA23-27D24BF450BC}" type="presParOf" srcId="{D7894C79-B2A8-4B1A-BBBB-F97CD303D7C7}" destId="{15689AA6-B503-47E7-9FD9-90D6BB2FA36D}" srcOrd="0" destOrd="0" presId="urn:microsoft.com/office/officeart/2008/layout/AccentedPicture"/>
    <dgm:cxn modelId="{1C47DB7C-A883-4173-8DB9-731F6CA173F4}" type="presParOf" srcId="{B6429EFA-BA1A-4684-924F-798504584EF7}" destId="{A916CE9A-7373-4E60-8382-63A9152B4C51}" srcOrd="5" destOrd="0" presId="urn:microsoft.com/office/officeart/2008/layout/AccentedPicture"/>
    <dgm:cxn modelId="{D6D95709-24D5-460A-8B1C-AA1B127ED82C}" type="presParOf" srcId="{B6429EFA-BA1A-4684-924F-798504584EF7}" destId="{F56E317E-8EA5-4E89-855C-3E79263F523E}" srcOrd="6" destOrd="0" presId="urn:microsoft.com/office/officeart/2008/layout/AccentedPicture"/>
    <dgm:cxn modelId="{CC916EFD-C09D-4B70-90E3-36DDC817C7CE}" type="presParOf" srcId="{F56E317E-8EA5-4E89-855C-3E79263F523E}" destId="{3E19DD29-EBA1-483E-847D-7FEACABDA9DF}" srcOrd="0" destOrd="0" presId="urn:microsoft.com/office/officeart/2008/layout/AccentedPicture"/>
    <dgm:cxn modelId="{306B6909-4A1F-4288-9555-73EA28E8BDAB}" type="presParOf" srcId="{F56E317E-8EA5-4E89-855C-3E79263F523E}" destId="{C2527782-4939-4D28-BED9-3D1FE822F14D}" srcOrd="1" destOrd="0" presId="urn:microsoft.com/office/officeart/2008/layout/AccentedPicture"/>
    <dgm:cxn modelId="{D55FDDC4-086C-4CE1-9875-CC2C160ED51F}" type="presParOf" srcId="{F56E317E-8EA5-4E89-855C-3E79263F523E}" destId="{257D6D90-DC48-405A-B86E-C20D98EF2531}" srcOrd="2" destOrd="0" presId="urn:microsoft.com/office/officeart/2008/layout/AccentedPicture"/>
    <dgm:cxn modelId="{FC550C20-6837-47E1-A7E6-31E8FFDC7565}" type="presParOf" srcId="{257D6D90-DC48-405A-B86E-C20D98EF2531}" destId="{99720450-D5F2-4A80-BEEF-796B72AE1FEE}" srcOrd="0" destOrd="0" presId="urn:microsoft.com/office/officeart/2008/layout/AccentedPicture"/>
    <dgm:cxn modelId="{8C33DD3D-8317-4ECD-A872-A746ABCF2F01}" type="presParOf" srcId="{8E840112-97F5-4DE0-B3A2-FBF590B29A4C}" destId="{5B18EF2E-4A5B-48CE-9E44-AF7C77AA054B}" srcOrd="3" destOrd="0" presId="urn:microsoft.com/office/officeart/2008/layout/AccentedPicture"/>
    <dgm:cxn modelId="{100D58B5-C39E-4338-8C46-3F2019192F63}" type="presParOf" srcId="{5B18EF2E-4A5B-48CE-9E44-AF7C77AA054B}" destId="{3671F348-397C-45FF-B972-044D8765BA11}" srcOrd="0" destOrd="0" presId="urn:microsoft.com/office/officeart/2008/layout/AccentedPicture"/>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37.xml><?xml version="1.0" encoding="utf-8"?>
<dgm:dataModel xmlns:dgm="http://schemas.openxmlformats.org/drawingml/2006/diagram" xmlns:a="http://schemas.openxmlformats.org/drawingml/2006/main">
  <dgm:ptLst>
    <dgm:pt modelId="{B9C32B05-62EA-407A-B21C-2310C7945705}" type="doc">
      <dgm:prSet loTypeId="urn:microsoft.com/office/officeart/2008/layout/CircularPictureCallout" loCatId="picture" qsTypeId="urn:microsoft.com/office/officeart/2005/8/quickstyle/simple4" qsCatId="simple" csTypeId="urn:microsoft.com/office/officeart/2005/8/colors/colorful3" csCatId="colorful" phldr="1"/>
      <dgm:spPr/>
      <dgm:t>
        <a:bodyPr/>
        <a:lstStyle/>
        <a:p>
          <a:endParaRPr lang="en-US"/>
        </a:p>
      </dgm:t>
    </dgm:pt>
    <dgm:pt modelId="{8EA7219F-BDB2-48EB-9EEB-3133522D132E}">
      <dgm:prSet phldrT="[Text]"/>
      <dgm:spPr/>
      <dgm:t>
        <a:bodyPr/>
        <a:lstStyle/>
        <a:p>
          <a:r>
            <a:rPr lang="en-US" dirty="0">
              <a:solidFill>
                <a:schemeClr val="tx2"/>
              </a:solidFill>
            </a:rPr>
            <a:t>Lorem Ipsum</a:t>
          </a:r>
        </a:p>
      </dgm:t>
    </dgm:pt>
    <dgm:pt modelId="{3EE8403A-CB7C-4815-85BD-AEBCAEB71B37}" type="parTrans" cxnId="{58AD7EEF-D408-406B-87EE-4691D4C30668}">
      <dgm:prSet/>
      <dgm:spPr/>
      <dgm:t>
        <a:bodyPr/>
        <a:lstStyle/>
        <a:p>
          <a:endParaRPr lang="en-US">
            <a:solidFill>
              <a:schemeClr val="tx2"/>
            </a:solidFill>
          </a:endParaRPr>
        </a:p>
      </dgm:t>
    </dgm:pt>
    <dgm:pt modelId="{C94B7947-85DC-4B21-BB99-DF8438356F98}" type="sibTrans" cxnId="{58AD7EEF-D408-406B-87EE-4691D4C30668}">
      <dgm:prSet/>
      <dgm:spPr/>
      <dgm:t>
        <a:bodyPr/>
        <a:lstStyle/>
        <a:p>
          <a:endParaRPr lang="en-US">
            <a:solidFill>
              <a:schemeClr val="tx2"/>
            </a:solidFill>
          </a:endParaRPr>
        </a:p>
      </dgm:t>
    </dgm:pt>
    <dgm:pt modelId="{F3FA86F7-575E-4FDD-B637-1D7276F725A4}">
      <dgm:prSet phldrT="[Text]"/>
      <dgm:spPr/>
      <dgm:t>
        <a:bodyPr/>
        <a:lstStyle/>
        <a:p>
          <a:r>
            <a:rPr lang="en-US" dirty="0">
              <a:solidFill>
                <a:schemeClr val="tx2"/>
              </a:solidFill>
            </a:rPr>
            <a:t>Lorem Ipsum</a:t>
          </a:r>
        </a:p>
      </dgm:t>
    </dgm:pt>
    <dgm:pt modelId="{192CD16B-FA85-49AB-96EA-80094BA41ED5}" type="parTrans" cxnId="{B38DB338-3B1E-4324-A45E-8025E9D81450}">
      <dgm:prSet/>
      <dgm:spPr/>
      <dgm:t>
        <a:bodyPr/>
        <a:lstStyle/>
        <a:p>
          <a:endParaRPr lang="en-US">
            <a:solidFill>
              <a:schemeClr val="tx2"/>
            </a:solidFill>
          </a:endParaRPr>
        </a:p>
      </dgm:t>
    </dgm:pt>
    <dgm:pt modelId="{BEF45895-E33A-456A-85CE-5D5DFC2CF2C9}" type="sibTrans" cxnId="{B38DB338-3B1E-4324-A45E-8025E9D81450}">
      <dgm:prSet/>
      <dgm:spPr/>
      <dgm:t>
        <a:bodyPr/>
        <a:lstStyle/>
        <a:p>
          <a:endParaRPr lang="en-US">
            <a:solidFill>
              <a:schemeClr val="tx2"/>
            </a:solidFill>
          </a:endParaRPr>
        </a:p>
      </dgm:t>
    </dgm:pt>
    <dgm:pt modelId="{8D3744A8-1883-4930-8E0D-B57E26D003C6}">
      <dgm:prSet phldrT="[Text]"/>
      <dgm:spPr/>
      <dgm:t>
        <a:bodyPr/>
        <a:lstStyle/>
        <a:p>
          <a:r>
            <a:rPr lang="en-US">
              <a:solidFill>
                <a:schemeClr val="tx2"/>
              </a:solidFill>
            </a:rPr>
            <a:t>Lorem Ipsum</a:t>
          </a:r>
          <a:endParaRPr lang="en-US" dirty="0">
            <a:solidFill>
              <a:schemeClr val="tx2"/>
            </a:solidFill>
          </a:endParaRPr>
        </a:p>
      </dgm:t>
    </dgm:pt>
    <dgm:pt modelId="{AC9EAF57-EBF1-4FB7-8ED0-6ECFF59ADE74}" type="parTrans" cxnId="{C8FCCD3C-805E-4A27-964D-25DE1206ADCA}">
      <dgm:prSet/>
      <dgm:spPr/>
      <dgm:t>
        <a:bodyPr/>
        <a:lstStyle/>
        <a:p>
          <a:endParaRPr lang="en-US">
            <a:solidFill>
              <a:schemeClr val="tx2"/>
            </a:solidFill>
          </a:endParaRPr>
        </a:p>
      </dgm:t>
    </dgm:pt>
    <dgm:pt modelId="{D40CF7D9-D0C3-4084-8D2D-359654C28D0F}" type="sibTrans" cxnId="{C8FCCD3C-805E-4A27-964D-25DE1206ADCA}">
      <dgm:prSet/>
      <dgm:spPr/>
      <dgm:t>
        <a:bodyPr/>
        <a:lstStyle/>
        <a:p>
          <a:endParaRPr lang="en-US">
            <a:solidFill>
              <a:schemeClr val="tx2"/>
            </a:solidFill>
          </a:endParaRPr>
        </a:p>
      </dgm:t>
    </dgm:pt>
    <dgm:pt modelId="{BB36F745-62BA-4892-99D7-E4239B0F3843}">
      <dgm:prSet phldrT="[Text]"/>
      <dgm:spPr/>
      <dgm:t>
        <a:bodyPr/>
        <a:lstStyle/>
        <a:p>
          <a:r>
            <a:rPr lang="en-US" dirty="0">
              <a:solidFill>
                <a:schemeClr val="tx2"/>
              </a:solidFill>
            </a:rPr>
            <a:t>Lorem Ipsum</a:t>
          </a:r>
        </a:p>
      </dgm:t>
    </dgm:pt>
    <dgm:pt modelId="{CE269D49-A2E4-44F1-A948-9BE1FE5D6140}" type="parTrans" cxnId="{C96A1F07-338B-48CD-B344-80BE34A6C9DF}">
      <dgm:prSet/>
      <dgm:spPr/>
      <dgm:t>
        <a:bodyPr/>
        <a:lstStyle/>
        <a:p>
          <a:endParaRPr lang="en-US">
            <a:solidFill>
              <a:schemeClr val="tx2"/>
            </a:solidFill>
          </a:endParaRPr>
        </a:p>
      </dgm:t>
    </dgm:pt>
    <dgm:pt modelId="{5CE5B550-A310-4948-9BA1-267AF81C5FA4}" type="sibTrans" cxnId="{C96A1F07-338B-48CD-B344-80BE34A6C9DF}">
      <dgm:prSet/>
      <dgm:spPr/>
      <dgm:t>
        <a:bodyPr/>
        <a:lstStyle/>
        <a:p>
          <a:endParaRPr lang="en-US">
            <a:solidFill>
              <a:schemeClr val="tx2"/>
            </a:solidFill>
          </a:endParaRPr>
        </a:p>
      </dgm:t>
    </dgm:pt>
    <dgm:pt modelId="{C9AAC837-F2B0-40E5-8679-D365145CD32D}">
      <dgm:prSet phldrT="[Text]"/>
      <dgm:spPr/>
      <dgm:t>
        <a:bodyPr/>
        <a:lstStyle/>
        <a:p>
          <a:r>
            <a:rPr lang="en-US">
              <a:solidFill>
                <a:schemeClr val="tx2"/>
              </a:solidFill>
            </a:rPr>
            <a:t>Lorem Ipsum</a:t>
          </a:r>
          <a:endParaRPr lang="en-US" dirty="0">
            <a:solidFill>
              <a:schemeClr val="tx2"/>
            </a:solidFill>
          </a:endParaRPr>
        </a:p>
      </dgm:t>
    </dgm:pt>
    <dgm:pt modelId="{BF762BC7-3A73-465D-85A6-3BCDF9B94784}" type="parTrans" cxnId="{D2F8513A-5886-4FAB-9494-6D284BD96A29}">
      <dgm:prSet/>
      <dgm:spPr/>
      <dgm:t>
        <a:bodyPr/>
        <a:lstStyle/>
        <a:p>
          <a:endParaRPr lang="en-US">
            <a:solidFill>
              <a:schemeClr val="tx2"/>
            </a:solidFill>
          </a:endParaRPr>
        </a:p>
      </dgm:t>
    </dgm:pt>
    <dgm:pt modelId="{0CEADA81-66C0-4096-BEDE-B88D7687450C}" type="sibTrans" cxnId="{D2F8513A-5886-4FAB-9494-6D284BD96A29}">
      <dgm:prSet/>
      <dgm:spPr/>
      <dgm:t>
        <a:bodyPr/>
        <a:lstStyle/>
        <a:p>
          <a:endParaRPr lang="en-US">
            <a:solidFill>
              <a:schemeClr val="tx2"/>
            </a:solidFill>
          </a:endParaRPr>
        </a:p>
      </dgm:t>
    </dgm:pt>
    <dgm:pt modelId="{DC7FB98D-7D90-45C1-B74D-9A7167214D39}">
      <dgm:prSet phldrT="[Text]"/>
      <dgm:spPr/>
      <dgm:t>
        <a:bodyPr/>
        <a:lstStyle/>
        <a:p>
          <a:r>
            <a:rPr lang="en-US" dirty="0">
              <a:solidFill>
                <a:schemeClr val="tx2"/>
              </a:solidFill>
            </a:rPr>
            <a:t>Some text here</a:t>
          </a:r>
        </a:p>
      </dgm:t>
    </dgm:pt>
    <dgm:pt modelId="{F8E2B1AF-9EE2-472C-BCE6-8E03C8C9C32D}" type="parTrans" cxnId="{2174E286-FC01-4146-9CE9-FC4591F075B0}">
      <dgm:prSet/>
      <dgm:spPr/>
      <dgm:t>
        <a:bodyPr/>
        <a:lstStyle/>
        <a:p>
          <a:endParaRPr lang="en-US"/>
        </a:p>
      </dgm:t>
    </dgm:pt>
    <dgm:pt modelId="{441451BF-2848-4664-97E3-B74FC06BE2FD}" type="sibTrans" cxnId="{2174E286-FC01-4146-9CE9-FC4591F075B0}">
      <dgm:prSet/>
      <dgm:spPr/>
      <dgm:t>
        <a:bodyPr/>
        <a:lstStyle/>
        <a:p>
          <a:endParaRPr lang="en-US"/>
        </a:p>
      </dgm:t>
    </dgm:pt>
    <dgm:pt modelId="{3F2550EF-629C-4D24-B629-6A6FC1A357A1}">
      <dgm:prSet phldrT="[Text]"/>
      <dgm:spPr/>
      <dgm:t>
        <a:bodyPr/>
        <a:lstStyle/>
        <a:p>
          <a:r>
            <a:rPr lang="en-US">
              <a:solidFill>
                <a:schemeClr val="tx2"/>
              </a:solidFill>
            </a:rPr>
            <a:t>Some text here</a:t>
          </a:r>
          <a:endParaRPr lang="en-US" dirty="0">
            <a:solidFill>
              <a:schemeClr val="tx2"/>
            </a:solidFill>
          </a:endParaRPr>
        </a:p>
      </dgm:t>
    </dgm:pt>
    <dgm:pt modelId="{27585393-5859-45D3-89D1-DFEEECFA3091}" type="parTrans" cxnId="{C25E9159-8DCD-49D9-9F5B-9821AB22BDCC}">
      <dgm:prSet/>
      <dgm:spPr/>
      <dgm:t>
        <a:bodyPr/>
        <a:lstStyle/>
        <a:p>
          <a:endParaRPr lang="en-US"/>
        </a:p>
      </dgm:t>
    </dgm:pt>
    <dgm:pt modelId="{B27276C8-3372-46E7-8B6B-C667EA843C9C}" type="sibTrans" cxnId="{C25E9159-8DCD-49D9-9F5B-9821AB22BDCC}">
      <dgm:prSet/>
      <dgm:spPr/>
      <dgm:t>
        <a:bodyPr/>
        <a:lstStyle/>
        <a:p>
          <a:endParaRPr lang="en-US"/>
        </a:p>
      </dgm:t>
    </dgm:pt>
    <dgm:pt modelId="{99D4FAEA-AAE3-44B1-BEF6-1FE8C749029C}">
      <dgm:prSet phldrT="[Text]"/>
      <dgm:spPr/>
      <dgm:t>
        <a:bodyPr/>
        <a:lstStyle/>
        <a:p>
          <a:r>
            <a:rPr lang="en-US">
              <a:solidFill>
                <a:schemeClr val="tx2"/>
              </a:solidFill>
            </a:rPr>
            <a:t>Some text here</a:t>
          </a:r>
          <a:endParaRPr lang="en-US" dirty="0">
            <a:solidFill>
              <a:schemeClr val="tx2"/>
            </a:solidFill>
          </a:endParaRPr>
        </a:p>
      </dgm:t>
    </dgm:pt>
    <dgm:pt modelId="{15645FCA-F7E5-4D45-B0A6-DD0B975F13F7}" type="parTrans" cxnId="{DF4A9DC9-206D-4FC7-8DA4-E310FA4D2466}">
      <dgm:prSet/>
      <dgm:spPr/>
      <dgm:t>
        <a:bodyPr/>
        <a:lstStyle/>
        <a:p>
          <a:endParaRPr lang="en-US"/>
        </a:p>
      </dgm:t>
    </dgm:pt>
    <dgm:pt modelId="{D8FFF730-15BB-404C-B90C-9C8B9C2E02BB}" type="sibTrans" cxnId="{DF4A9DC9-206D-4FC7-8DA4-E310FA4D2466}">
      <dgm:prSet/>
      <dgm:spPr/>
      <dgm:t>
        <a:bodyPr/>
        <a:lstStyle/>
        <a:p>
          <a:endParaRPr lang="en-US"/>
        </a:p>
      </dgm:t>
    </dgm:pt>
    <dgm:pt modelId="{7F670D44-FB16-430A-A9BA-BE5A6C10F1B6}" type="pres">
      <dgm:prSet presAssocID="{B9C32B05-62EA-407A-B21C-2310C7945705}" presName="Name0" presStyleCnt="0">
        <dgm:presLayoutVars>
          <dgm:chMax val="7"/>
          <dgm:chPref val="7"/>
          <dgm:dir/>
        </dgm:presLayoutVars>
      </dgm:prSet>
      <dgm:spPr/>
    </dgm:pt>
    <dgm:pt modelId="{5CB258A1-9CF2-4D31-80A1-833F4EFA382F}" type="pres">
      <dgm:prSet presAssocID="{B9C32B05-62EA-407A-B21C-2310C7945705}" presName="Name1" presStyleCnt="0"/>
      <dgm:spPr/>
    </dgm:pt>
    <dgm:pt modelId="{8FA11D2E-722A-4F4D-A4C9-531700534391}" type="pres">
      <dgm:prSet presAssocID="{C94B7947-85DC-4B21-BB99-DF8438356F98}" presName="picture_1" presStyleCnt="0"/>
      <dgm:spPr/>
    </dgm:pt>
    <dgm:pt modelId="{79F71A3B-61D7-47D7-9252-99FBED96C179}" type="pres">
      <dgm:prSet presAssocID="{C94B7947-85DC-4B21-BB99-DF8438356F98}" presName="pictureRepeatNode" presStyleLbl="alignImgPlace1" presStyleIdx="0" presStyleCnt="5"/>
      <dgm:spPr/>
    </dgm:pt>
    <dgm:pt modelId="{D64D84B8-168B-4A5F-B2E2-6168EBC567CF}" type="pres">
      <dgm:prSet presAssocID="{8EA7219F-BDB2-48EB-9EEB-3133522D132E}" presName="text_1" presStyleLbl="node1" presStyleIdx="0" presStyleCnt="0">
        <dgm:presLayoutVars>
          <dgm:bulletEnabled val="1"/>
        </dgm:presLayoutVars>
      </dgm:prSet>
      <dgm:spPr/>
    </dgm:pt>
    <dgm:pt modelId="{31CA4E15-D6BF-4278-8D98-5346230C7D87}" type="pres">
      <dgm:prSet presAssocID="{BEF45895-E33A-456A-85CE-5D5DFC2CF2C9}" presName="picture_2" presStyleCnt="0"/>
      <dgm:spPr/>
    </dgm:pt>
    <dgm:pt modelId="{D18478B5-5A29-4683-B567-EEF13D2F3628}" type="pres">
      <dgm:prSet presAssocID="{BEF45895-E33A-456A-85CE-5D5DFC2CF2C9}" presName="pictureRepeatNode" presStyleLbl="alignImgPlace1" presStyleIdx="1" presStyleCnt="5"/>
      <dgm:spPr/>
    </dgm:pt>
    <dgm:pt modelId="{A4E95839-2F21-408E-BB2C-0C5EDB456CDA}" type="pres">
      <dgm:prSet presAssocID="{F3FA86F7-575E-4FDD-B637-1D7276F725A4}" presName="line_2" presStyleLbl="parChTrans1D1" presStyleIdx="0" presStyleCnt="4"/>
      <dgm:spPr/>
    </dgm:pt>
    <dgm:pt modelId="{A5E0B339-5D24-4BA2-8F8D-8E0FC2EA4D4E}" type="pres">
      <dgm:prSet presAssocID="{F3FA86F7-575E-4FDD-B637-1D7276F725A4}" presName="textparent_2" presStyleLbl="node1" presStyleIdx="0" presStyleCnt="0"/>
      <dgm:spPr/>
    </dgm:pt>
    <dgm:pt modelId="{1A634A35-1D4D-4660-BB83-8B9AA55EAA96}" type="pres">
      <dgm:prSet presAssocID="{F3FA86F7-575E-4FDD-B637-1D7276F725A4}" presName="text_2" presStyleLbl="revTx" presStyleIdx="0" presStyleCnt="4">
        <dgm:presLayoutVars>
          <dgm:bulletEnabled val="1"/>
        </dgm:presLayoutVars>
      </dgm:prSet>
      <dgm:spPr/>
    </dgm:pt>
    <dgm:pt modelId="{40B5CCC2-F78D-416B-A357-B00469043A10}" type="pres">
      <dgm:prSet presAssocID="{D40CF7D9-D0C3-4084-8D2D-359654C28D0F}" presName="picture_3" presStyleCnt="0"/>
      <dgm:spPr/>
    </dgm:pt>
    <dgm:pt modelId="{D0EF54E0-8521-4E8C-8F14-4EB6B3D98827}" type="pres">
      <dgm:prSet presAssocID="{D40CF7D9-D0C3-4084-8D2D-359654C28D0F}" presName="pictureRepeatNode" presStyleLbl="alignImgPlace1" presStyleIdx="2" presStyleCnt="5"/>
      <dgm:spPr/>
    </dgm:pt>
    <dgm:pt modelId="{CE268716-64B6-4AF0-9988-EBB8BA58EB30}" type="pres">
      <dgm:prSet presAssocID="{8D3744A8-1883-4930-8E0D-B57E26D003C6}" presName="line_3" presStyleLbl="parChTrans1D1" presStyleIdx="1" presStyleCnt="4"/>
      <dgm:spPr/>
    </dgm:pt>
    <dgm:pt modelId="{ADF57DD2-3785-4C42-9E09-293D3143F966}" type="pres">
      <dgm:prSet presAssocID="{8D3744A8-1883-4930-8E0D-B57E26D003C6}" presName="textparent_3" presStyleLbl="node1" presStyleIdx="0" presStyleCnt="0"/>
      <dgm:spPr/>
    </dgm:pt>
    <dgm:pt modelId="{6A2A8445-CE0E-41EA-8B8E-B5DE8AC229BA}" type="pres">
      <dgm:prSet presAssocID="{8D3744A8-1883-4930-8E0D-B57E26D003C6}" presName="text_3" presStyleLbl="revTx" presStyleIdx="1" presStyleCnt="4">
        <dgm:presLayoutVars>
          <dgm:bulletEnabled val="1"/>
        </dgm:presLayoutVars>
      </dgm:prSet>
      <dgm:spPr/>
    </dgm:pt>
    <dgm:pt modelId="{78BD4410-53E1-449C-A33A-E058ABF6A557}" type="pres">
      <dgm:prSet presAssocID="{0CEADA81-66C0-4096-BEDE-B88D7687450C}" presName="picture_4" presStyleCnt="0"/>
      <dgm:spPr/>
    </dgm:pt>
    <dgm:pt modelId="{053BE719-FE6F-433E-B48E-CEEB76EC24D0}" type="pres">
      <dgm:prSet presAssocID="{0CEADA81-66C0-4096-BEDE-B88D7687450C}" presName="pictureRepeatNode" presStyleLbl="alignImgPlace1" presStyleIdx="3" presStyleCnt="5"/>
      <dgm:spPr/>
    </dgm:pt>
    <dgm:pt modelId="{2A6179D8-F9D7-4C9C-A4EE-854605BCFCC4}" type="pres">
      <dgm:prSet presAssocID="{C9AAC837-F2B0-40E5-8679-D365145CD32D}" presName="line_4" presStyleLbl="parChTrans1D1" presStyleIdx="2" presStyleCnt="4"/>
      <dgm:spPr/>
    </dgm:pt>
    <dgm:pt modelId="{7E4EFC33-D2BC-4FD9-8E4C-A559B83EA44D}" type="pres">
      <dgm:prSet presAssocID="{C9AAC837-F2B0-40E5-8679-D365145CD32D}" presName="textparent_4" presStyleLbl="node1" presStyleIdx="0" presStyleCnt="0"/>
      <dgm:spPr/>
    </dgm:pt>
    <dgm:pt modelId="{743C2954-B03F-4401-BC54-5380D75EF9E6}" type="pres">
      <dgm:prSet presAssocID="{C9AAC837-F2B0-40E5-8679-D365145CD32D}" presName="text_4" presStyleLbl="revTx" presStyleIdx="2" presStyleCnt="4">
        <dgm:presLayoutVars>
          <dgm:bulletEnabled val="1"/>
        </dgm:presLayoutVars>
      </dgm:prSet>
      <dgm:spPr/>
    </dgm:pt>
    <dgm:pt modelId="{66CDAE0E-A8C2-4A8C-AB07-3E9A53352274}" type="pres">
      <dgm:prSet presAssocID="{5CE5B550-A310-4948-9BA1-267AF81C5FA4}" presName="picture_5" presStyleCnt="0"/>
      <dgm:spPr/>
    </dgm:pt>
    <dgm:pt modelId="{028EDA7B-1130-4339-957E-5D01CC9833B3}" type="pres">
      <dgm:prSet presAssocID="{5CE5B550-A310-4948-9BA1-267AF81C5FA4}" presName="pictureRepeatNode" presStyleLbl="alignImgPlace1" presStyleIdx="4" presStyleCnt="5"/>
      <dgm:spPr/>
    </dgm:pt>
    <dgm:pt modelId="{F481A80C-6C4D-401F-A9DF-32AA2816E10D}" type="pres">
      <dgm:prSet presAssocID="{BB36F745-62BA-4892-99D7-E4239B0F3843}" presName="line_5" presStyleLbl="parChTrans1D1" presStyleIdx="3" presStyleCnt="4"/>
      <dgm:spPr/>
    </dgm:pt>
    <dgm:pt modelId="{CA4F499D-EF18-494A-9B76-1136071123C0}" type="pres">
      <dgm:prSet presAssocID="{BB36F745-62BA-4892-99D7-E4239B0F3843}" presName="textparent_5" presStyleLbl="node1" presStyleIdx="0" presStyleCnt="0"/>
      <dgm:spPr/>
    </dgm:pt>
    <dgm:pt modelId="{E869E60F-7AAE-4617-8CB6-A465C270609E}" type="pres">
      <dgm:prSet presAssocID="{BB36F745-62BA-4892-99D7-E4239B0F3843}" presName="text_5" presStyleLbl="revTx" presStyleIdx="3" presStyleCnt="4">
        <dgm:presLayoutVars>
          <dgm:bulletEnabled val="1"/>
        </dgm:presLayoutVars>
      </dgm:prSet>
      <dgm:spPr/>
    </dgm:pt>
  </dgm:ptLst>
  <dgm:cxnLst>
    <dgm:cxn modelId="{C96A1F07-338B-48CD-B344-80BE34A6C9DF}" srcId="{B9C32B05-62EA-407A-B21C-2310C7945705}" destId="{BB36F745-62BA-4892-99D7-E4239B0F3843}" srcOrd="4" destOrd="0" parTransId="{CE269D49-A2E4-44F1-A948-9BE1FE5D6140}" sibTransId="{5CE5B550-A310-4948-9BA1-267AF81C5FA4}"/>
    <dgm:cxn modelId="{0BA54610-3A7F-4534-B1D9-F4A125EAE488}" type="presOf" srcId="{D40CF7D9-D0C3-4084-8D2D-359654C28D0F}" destId="{D0EF54E0-8521-4E8C-8F14-4EB6B3D98827}" srcOrd="0" destOrd="0" presId="urn:microsoft.com/office/officeart/2008/layout/CircularPictureCallout"/>
    <dgm:cxn modelId="{FCAF7729-39AD-497C-A683-C0A1971AEE77}" type="presOf" srcId="{F3FA86F7-575E-4FDD-B637-1D7276F725A4}" destId="{1A634A35-1D4D-4660-BB83-8B9AA55EAA96}" srcOrd="0" destOrd="0" presId="urn:microsoft.com/office/officeart/2008/layout/CircularPictureCallout"/>
    <dgm:cxn modelId="{072BA532-B104-4043-81E3-4B37A3B294DB}" type="presOf" srcId="{BB36F745-62BA-4892-99D7-E4239B0F3843}" destId="{E869E60F-7AAE-4617-8CB6-A465C270609E}" srcOrd="0" destOrd="0" presId="urn:microsoft.com/office/officeart/2008/layout/CircularPictureCallout"/>
    <dgm:cxn modelId="{B38DB338-3B1E-4324-A45E-8025E9D81450}" srcId="{B9C32B05-62EA-407A-B21C-2310C7945705}" destId="{F3FA86F7-575E-4FDD-B637-1D7276F725A4}" srcOrd="1" destOrd="0" parTransId="{192CD16B-FA85-49AB-96EA-80094BA41ED5}" sibTransId="{BEF45895-E33A-456A-85CE-5D5DFC2CF2C9}"/>
    <dgm:cxn modelId="{D2F8513A-5886-4FAB-9494-6D284BD96A29}" srcId="{B9C32B05-62EA-407A-B21C-2310C7945705}" destId="{C9AAC837-F2B0-40E5-8679-D365145CD32D}" srcOrd="3" destOrd="0" parTransId="{BF762BC7-3A73-465D-85A6-3BCDF9B94784}" sibTransId="{0CEADA81-66C0-4096-BEDE-B88D7687450C}"/>
    <dgm:cxn modelId="{C8FCCD3C-805E-4A27-964D-25DE1206ADCA}" srcId="{B9C32B05-62EA-407A-B21C-2310C7945705}" destId="{8D3744A8-1883-4930-8E0D-B57E26D003C6}" srcOrd="2" destOrd="0" parTransId="{AC9EAF57-EBF1-4FB7-8ED0-6ECFF59ADE74}" sibTransId="{D40CF7D9-D0C3-4084-8D2D-359654C28D0F}"/>
    <dgm:cxn modelId="{F9C93649-560C-4C4C-94E0-104A3833DE08}" type="presOf" srcId="{DC7FB98D-7D90-45C1-B74D-9A7167214D39}" destId="{1A634A35-1D4D-4660-BB83-8B9AA55EAA96}" srcOrd="0" destOrd="1" presId="urn:microsoft.com/office/officeart/2008/layout/CircularPictureCallout"/>
    <dgm:cxn modelId="{4E243150-C785-4B5C-8568-1F225C1C6BAF}" type="presOf" srcId="{B9C32B05-62EA-407A-B21C-2310C7945705}" destId="{7F670D44-FB16-430A-A9BA-BE5A6C10F1B6}" srcOrd="0" destOrd="0" presId="urn:microsoft.com/office/officeart/2008/layout/CircularPictureCallout"/>
    <dgm:cxn modelId="{93699D70-7D48-4461-927A-180A7606D8C8}" type="presOf" srcId="{3F2550EF-629C-4D24-B629-6A6FC1A357A1}" destId="{1A634A35-1D4D-4660-BB83-8B9AA55EAA96}" srcOrd="0" destOrd="2" presId="urn:microsoft.com/office/officeart/2008/layout/CircularPictureCallout"/>
    <dgm:cxn modelId="{EB900758-8FBB-4256-8A71-41441E4BC27D}" type="presOf" srcId="{8D3744A8-1883-4930-8E0D-B57E26D003C6}" destId="{6A2A8445-CE0E-41EA-8B8E-B5DE8AC229BA}" srcOrd="0" destOrd="0" presId="urn:microsoft.com/office/officeart/2008/layout/CircularPictureCallout"/>
    <dgm:cxn modelId="{C25E9159-8DCD-49D9-9F5B-9821AB22BDCC}" srcId="{F3FA86F7-575E-4FDD-B637-1D7276F725A4}" destId="{3F2550EF-629C-4D24-B629-6A6FC1A357A1}" srcOrd="1" destOrd="0" parTransId="{27585393-5859-45D3-89D1-DFEEECFA3091}" sibTransId="{B27276C8-3372-46E7-8B6B-C667EA843C9C}"/>
    <dgm:cxn modelId="{2174E286-FC01-4146-9CE9-FC4591F075B0}" srcId="{F3FA86F7-575E-4FDD-B637-1D7276F725A4}" destId="{DC7FB98D-7D90-45C1-B74D-9A7167214D39}" srcOrd="0" destOrd="0" parTransId="{F8E2B1AF-9EE2-472C-BCE6-8E03C8C9C32D}" sibTransId="{441451BF-2848-4664-97E3-B74FC06BE2FD}"/>
    <dgm:cxn modelId="{B2800FA7-7CBF-4902-9739-429DF467ADB3}" type="presOf" srcId="{5CE5B550-A310-4948-9BA1-267AF81C5FA4}" destId="{028EDA7B-1130-4339-957E-5D01CC9833B3}" srcOrd="0" destOrd="0" presId="urn:microsoft.com/office/officeart/2008/layout/CircularPictureCallout"/>
    <dgm:cxn modelId="{CD1BB8A7-3EE9-4E05-B497-2498166305C1}" type="presOf" srcId="{BEF45895-E33A-456A-85CE-5D5DFC2CF2C9}" destId="{D18478B5-5A29-4683-B567-EEF13D2F3628}" srcOrd="0" destOrd="0" presId="urn:microsoft.com/office/officeart/2008/layout/CircularPictureCallout"/>
    <dgm:cxn modelId="{950E0EAD-017B-41B4-9C37-9D527EE3577C}" type="presOf" srcId="{8EA7219F-BDB2-48EB-9EEB-3133522D132E}" destId="{D64D84B8-168B-4A5F-B2E2-6168EBC567CF}" srcOrd="0" destOrd="0" presId="urn:microsoft.com/office/officeart/2008/layout/CircularPictureCallout"/>
    <dgm:cxn modelId="{0C36DFB0-2CF8-4FEA-A2FD-193BC429BE8D}" type="presOf" srcId="{99D4FAEA-AAE3-44B1-BEF6-1FE8C749029C}" destId="{1A634A35-1D4D-4660-BB83-8B9AA55EAA96}" srcOrd="0" destOrd="3" presId="urn:microsoft.com/office/officeart/2008/layout/CircularPictureCallout"/>
    <dgm:cxn modelId="{B449BCB5-FA66-450A-8F4F-6BE34F2C3D63}" type="presOf" srcId="{C94B7947-85DC-4B21-BB99-DF8438356F98}" destId="{79F71A3B-61D7-47D7-9252-99FBED96C179}" srcOrd="0" destOrd="0" presId="urn:microsoft.com/office/officeart/2008/layout/CircularPictureCallout"/>
    <dgm:cxn modelId="{DF4A9DC9-206D-4FC7-8DA4-E310FA4D2466}" srcId="{F3FA86F7-575E-4FDD-B637-1D7276F725A4}" destId="{99D4FAEA-AAE3-44B1-BEF6-1FE8C749029C}" srcOrd="2" destOrd="0" parTransId="{15645FCA-F7E5-4D45-B0A6-DD0B975F13F7}" sibTransId="{D8FFF730-15BB-404C-B90C-9C8B9C2E02BB}"/>
    <dgm:cxn modelId="{01EEF9CF-805C-4606-89E9-F8E459085F29}" type="presOf" srcId="{0CEADA81-66C0-4096-BEDE-B88D7687450C}" destId="{053BE719-FE6F-433E-B48E-CEEB76EC24D0}" srcOrd="0" destOrd="0" presId="urn:microsoft.com/office/officeart/2008/layout/CircularPictureCallout"/>
    <dgm:cxn modelId="{F8622FDF-C3BD-46FC-B9A5-654FBAFA60FF}" type="presOf" srcId="{C9AAC837-F2B0-40E5-8679-D365145CD32D}" destId="{743C2954-B03F-4401-BC54-5380D75EF9E6}" srcOrd="0" destOrd="0" presId="urn:microsoft.com/office/officeart/2008/layout/CircularPictureCallout"/>
    <dgm:cxn modelId="{58AD7EEF-D408-406B-87EE-4691D4C30668}" srcId="{B9C32B05-62EA-407A-B21C-2310C7945705}" destId="{8EA7219F-BDB2-48EB-9EEB-3133522D132E}" srcOrd="0" destOrd="0" parTransId="{3EE8403A-CB7C-4815-85BD-AEBCAEB71B37}" sibTransId="{C94B7947-85DC-4B21-BB99-DF8438356F98}"/>
    <dgm:cxn modelId="{57683535-BB7A-44D2-9C28-02210B06A1FA}" type="presParOf" srcId="{7F670D44-FB16-430A-A9BA-BE5A6C10F1B6}" destId="{5CB258A1-9CF2-4D31-80A1-833F4EFA382F}" srcOrd="0" destOrd="0" presId="urn:microsoft.com/office/officeart/2008/layout/CircularPictureCallout"/>
    <dgm:cxn modelId="{8F8B352B-41E4-4390-90DE-0F8018BCA7D8}" type="presParOf" srcId="{5CB258A1-9CF2-4D31-80A1-833F4EFA382F}" destId="{8FA11D2E-722A-4F4D-A4C9-531700534391}" srcOrd="0" destOrd="0" presId="urn:microsoft.com/office/officeart/2008/layout/CircularPictureCallout"/>
    <dgm:cxn modelId="{959C5308-3ABF-43E6-8A38-3CA2EDC3594B}" type="presParOf" srcId="{8FA11D2E-722A-4F4D-A4C9-531700534391}" destId="{79F71A3B-61D7-47D7-9252-99FBED96C179}" srcOrd="0" destOrd="0" presId="urn:microsoft.com/office/officeart/2008/layout/CircularPictureCallout"/>
    <dgm:cxn modelId="{91CCC48C-0805-4D0F-99BE-C7DF51B132E7}" type="presParOf" srcId="{5CB258A1-9CF2-4D31-80A1-833F4EFA382F}" destId="{D64D84B8-168B-4A5F-B2E2-6168EBC567CF}" srcOrd="1" destOrd="0" presId="urn:microsoft.com/office/officeart/2008/layout/CircularPictureCallout"/>
    <dgm:cxn modelId="{6893052D-CE4C-450B-ABB5-988667D80AA1}" type="presParOf" srcId="{5CB258A1-9CF2-4D31-80A1-833F4EFA382F}" destId="{31CA4E15-D6BF-4278-8D98-5346230C7D87}" srcOrd="2" destOrd="0" presId="urn:microsoft.com/office/officeart/2008/layout/CircularPictureCallout"/>
    <dgm:cxn modelId="{0769E8E7-66F2-4083-94FE-53EA955FCAE9}" type="presParOf" srcId="{31CA4E15-D6BF-4278-8D98-5346230C7D87}" destId="{D18478B5-5A29-4683-B567-EEF13D2F3628}" srcOrd="0" destOrd="0" presId="urn:microsoft.com/office/officeart/2008/layout/CircularPictureCallout"/>
    <dgm:cxn modelId="{47144CE3-56E7-4ADA-88D0-623E4E794AF1}" type="presParOf" srcId="{5CB258A1-9CF2-4D31-80A1-833F4EFA382F}" destId="{A4E95839-2F21-408E-BB2C-0C5EDB456CDA}" srcOrd="3" destOrd="0" presId="urn:microsoft.com/office/officeart/2008/layout/CircularPictureCallout"/>
    <dgm:cxn modelId="{CE564C89-E3C7-4ADB-883B-3E0716B8E50B}" type="presParOf" srcId="{5CB258A1-9CF2-4D31-80A1-833F4EFA382F}" destId="{A5E0B339-5D24-4BA2-8F8D-8E0FC2EA4D4E}" srcOrd="4" destOrd="0" presId="urn:microsoft.com/office/officeart/2008/layout/CircularPictureCallout"/>
    <dgm:cxn modelId="{ECC76451-85D8-4606-8D89-4B468842A299}" type="presParOf" srcId="{A5E0B339-5D24-4BA2-8F8D-8E0FC2EA4D4E}" destId="{1A634A35-1D4D-4660-BB83-8B9AA55EAA96}" srcOrd="0" destOrd="0" presId="urn:microsoft.com/office/officeart/2008/layout/CircularPictureCallout"/>
    <dgm:cxn modelId="{191BBD1B-7875-44CE-B182-C6C42DE523B9}" type="presParOf" srcId="{5CB258A1-9CF2-4D31-80A1-833F4EFA382F}" destId="{40B5CCC2-F78D-416B-A357-B00469043A10}" srcOrd="5" destOrd="0" presId="urn:microsoft.com/office/officeart/2008/layout/CircularPictureCallout"/>
    <dgm:cxn modelId="{CEF7BF44-3D62-48DE-A12E-E05500D581CE}" type="presParOf" srcId="{40B5CCC2-F78D-416B-A357-B00469043A10}" destId="{D0EF54E0-8521-4E8C-8F14-4EB6B3D98827}" srcOrd="0" destOrd="0" presId="urn:microsoft.com/office/officeart/2008/layout/CircularPictureCallout"/>
    <dgm:cxn modelId="{09A39085-1B51-414E-8C69-7C9B39CBD0E9}" type="presParOf" srcId="{5CB258A1-9CF2-4D31-80A1-833F4EFA382F}" destId="{CE268716-64B6-4AF0-9988-EBB8BA58EB30}" srcOrd="6" destOrd="0" presId="urn:microsoft.com/office/officeart/2008/layout/CircularPictureCallout"/>
    <dgm:cxn modelId="{17A0A8EC-3FDD-44D3-B28B-10D91831BEE1}" type="presParOf" srcId="{5CB258A1-9CF2-4D31-80A1-833F4EFA382F}" destId="{ADF57DD2-3785-4C42-9E09-293D3143F966}" srcOrd="7" destOrd="0" presId="urn:microsoft.com/office/officeart/2008/layout/CircularPictureCallout"/>
    <dgm:cxn modelId="{20074CD9-5454-41CD-A93F-44E703BC6D4D}" type="presParOf" srcId="{ADF57DD2-3785-4C42-9E09-293D3143F966}" destId="{6A2A8445-CE0E-41EA-8B8E-B5DE8AC229BA}" srcOrd="0" destOrd="0" presId="urn:microsoft.com/office/officeart/2008/layout/CircularPictureCallout"/>
    <dgm:cxn modelId="{AC55E44D-FC11-4A7B-A34F-3919FB9A0358}" type="presParOf" srcId="{5CB258A1-9CF2-4D31-80A1-833F4EFA382F}" destId="{78BD4410-53E1-449C-A33A-E058ABF6A557}" srcOrd="8" destOrd="0" presId="urn:microsoft.com/office/officeart/2008/layout/CircularPictureCallout"/>
    <dgm:cxn modelId="{406C09D0-7D61-4F8B-B176-71B7320AAE7E}" type="presParOf" srcId="{78BD4410-53E1-449C-A33A-E058ABF6A557}" destId="{053BE719-FE6F-433E-B48E-CEEB76EC24D0}" srcOrd="0" destOrd="0" presId="urn:microsoft.com/office/officeart/2008/layout/CircularPictureCallout"/>
    <dgm:cxn modelId="{A0A766BD-A16F-4058-B7E3-6E01DC828AF4}" type="presParOf" srcId="{5CB258A1-9CF2-4D31-80A1-833F4EFA382F}" destId="{2A6179D8-F9D7-4C9C-A4EE-854605BCFCC4}" srcOrd="9" destOrd="0" presId="urn:microsoft.com/office/officeart/2008/layout/CircularPictureCallout"/>
    <dgm:cxn modelId="{E7E70FAA-BA53-4894-AFD9-600FFCC8BE1D}" type="presParOf" srcId="{5CB258A1-9CF2-4D31-80A1-833F4EFA382F}" destId="{7E4EFC33-D2BC-4FD9-8E4C-A559B83EA44D}" srcOrd="10" destOrd="0" presId="urn:microsoft.com/office/officeart/2008/layout/CircularPictureCallout"/>
    <dgm:cxn modelId="{10FBD024-F54C-4EA0-B837-F0DFE8B89CAA}" type="presParOf" srcId="{7E4EFC33-D2BC-4FD9-8E4C-A559B83EA44D}" destId="{743C2954-B03F-4401-BC54-5380D75EF9E6}" srcOrd="0" destOrd="0" presId="urn:microsoft.com/office/officeart/2008/layout/CircularPictureCallout"/>
    <dgm:cxn modelId="{91F54345-D9BA-4DCA-8C71-01550CB96057}" type="presParOf" srcId="{5CB258A1-9CF2-4D31-80A1-833F4EFA382F}" destId="{66CDAE0E-A8C2-4A8C-AB07-3E9A53352274}" srcOrd="11" destOrd="0" presId="urn:microsoft.com/office/officeart/2008/layout/CircularPictureCallout"/>
    <dgm:cxn modelId="{FB83DA5A-A575-42FF-89B7-A071986407C8}" type="presParOf" srcId="{66CDAE0E-A8C2-4A8C-AB07-3E9A53352274}" destId="{028EDA7B-1130-4339-957E-5D01CC9833B3}" srcOrd="0" destOrd="0" presId="urn:microsoft.com/office/officeart/2008/layout/CircularPictureCallout"/>
    <dgm:cxn modelId="{379CB205-0570-4E63-BCC8-45B32E253E87}" type="presParOf" srcId="{5CB258A1-9CF2-4D31-80A1-833F4EFA382F}" destId="{F481A80C-6C4D-401F-A9DF-32AA2816E10D}" srcOrd="12" destOrd="0" presId="urn:microsoft.com/office/officeart/2008/layout/CircularPictureCallout"/>
    <dgm:cxn modelId="{0485547E-0411-4282-819C-5D26ED55CE4A}" type="presParOf" srcId="{5CB258A1-9CF2-4D31-80A1-833F4EFA382F}" destId="{CA4F499D-EF18-494A-9B76-1136071123C0}" srcOrd="13" destOrd="0" presId="urn:microsoft.com/office/officeart/2008/layout/CircularPictureCallout"/>
    <dgm:cxn modelId="{D2316F75-4B03-4EB4-9533-7263B311AD94}" type="presParOf" srcId="{CA4F499D-EF18-494A-9B76-1136071123C0}" destId="{E869E60F-7AAE-4617-8CB6-A465C270609E}" srcOrd="0" destOrd="0" presId="urn:microsoft.com/office/officeart/2008/layout/CircularPictureCallout"/>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38.xml><?xml version="1.0" encoding="utf-8"?>
<dgm:dataModel xmlns:dgm="http://schemas.openxmlformats.org/drawingml/2006/diagram" xmlns:a="http://schemas.openxmlformats.org/drawingml/2006/main">
  <dgm:ptLst>
    <dgm:pt modelId="{B9C32B05-62EA-407A-B21C-2310C7945705}" type="doc">
      <dgm:prSet loTypeId="urn:microsoft.com/office/officeart/2011/layout/RadialPictureList" loCatId="picture" qsTypeId="urn:microsoft.com/office/officeart/2005/8/quickstyle/simple4" qsCatId="simple" csTypeId="urn:microsoft.com/office/officeart/2005/8/colors/colorful1" csCatId="colorful" phldr="1"/>
      <dgm:spPr/>
      <dgm:t>
        <a:bodyPr/>
        <a:lstStyle/>
        <a:p>
          <a:endParaRPr lang="en-US"/>
        </a:p>
      </dgm:t>
    </dgm:pt>
    <dgm:pt modelId="{8EA7219F-BDB2-48EB-9EEB-3133522D132E}">
      <dgm:prSet phldrT="[Text]"/>
      <dgm:spPr/>
      <dgm:t>
        <a:bodyPr/>
        <a:lstStyle/>
        <a:p>
          <a:r>
            <a:rPr lang="en-US" dirty="0">
              <a:solidFill>
                <a:schemeClr val="tx2"/>
              </a:solidFill>
            </a:rPr>
            <a:t>Lorem Ipsum</a:t>
          </a:r>
        </a:p>
      </dgm:t>
    </dgm:pt>
    <dgm:pt modelId="{3EE8403A-CB7C-4815-85BD-AEBCAEB71B37}" type="parTrans" cxnId="{58AD7EEF-D408-406B-87EE-4691D4C30668}">
      <dgm:prSet/>
      <dgm:spPr/>
      <dgm:t>
        <a:bodyPr/>
        <a:lstStyle/>
        <a:p>
          <a:endParaRPr lang="en-US">
            <a:solidFill>
              <a:schemeClr val="tx2"/>
            </a:solidFill>
          </a:endParaRPr>
        </a:p>
      </dgm:t>
    </dgm:pt>
    <dgm:pt modelId="{C94B7947-85DC-4B21-BB99-DF8438356F98}" type="sibTrans" cxnId="{58AD7EEF-D408-406B-87EE-4691D4C30668}">
      <dgm:prSet/>
      <dgm:spPr/>
      <dgm:t>
        <a:bodyPr/>
        <a:lstStyle/>
        <a:p>
          <a:endParaRPr lang="en-US">
            <a:solidFill>
              <a:schemeClr val="tx2"/>
            </a:solidFill>
          </a:endParaRPr>
        </a:p>
      </dgm:t>
    </dgm:pt>
    <dgm:pt modelId="{CC64D1BE-029C-4F52-88B8-0D674AF4C74C}">
      <dgm:prSet phldrT="[Text]"/>
      <dgm:spPr/>
      <dgm:t>
        <a:bodyPr/>
        <a:lstStyle/>
        <a:p>
          <a:r>
            <a:rPr lang="en-US" dirty="0">
              <a:solidFill>
                <a:schemeClr val="tx2"/>
              </a:solidFill>
            </a:rPr>
            <a:t>Some text here</a:t>
          </a:r>
        </a:p>
      </dgm:t>
    </dgm:pt>
    <dgm:pt modelId="{D2335431-CC29-428E-9B15-C7D59235A40E}" type="parTrans" cxnId="{276265FF-2367-473C-B39D-A64F24788016}">
      <dgm:prSet/>
      <dgm:spPr/>
      <dgm:t>
        <a:bodyPr/>
        <a:lstStyle/>
        <a:p>
          <a:endParaRPr lang="en-US"/>
        </a:p>
      </dgm:t>
    </dgm:pt>
    <dgm:pt modelId="{9DDCE76F-9592-44D4-8C66-9182DD917ADF}" type="sibTrans" cxnId="{276265FF-2367-473C-B39D-A64F24788016}">
      <dgm:prSet/>
      <dgm:spPr/>
      <dgm:t>
        <a:bodyPr/>
        <a:lstStyle/>
        <a:p>
          <a:endParaRPr lang="en-US"/>
        </a:p>
      </dgm:t>
    </dgm:pt>
    <dgm:pt modelId="{11FEC406-128A-4677-98F8-2CAD55950CBE}">
      <dgm:prSet phldrT="[Text]"/>
      <dgm:spPr/>
      <dgm:t>
        <a:bodyPr/>
        <a:lstStyle/>
        <a:p>
          <a:r>
            <a:rPr lang="en-US" dirty="0">
              <a:solidFill>
                <a:schemeClr val="tx2"/>
              </a:solidFill>
            </a:rPr>
            <a:t>Some text here</a:t>
          </a:r>
        </a:p>
      </dgm:t>
    </dgm:pt>
    <dgm:pt modelId="{C1EA5188-6E92-41C3-B57A-14AD165DD81F}" type="parTrans" cxnId="{2C33A6FE-D117-4FE3-9300-99D1CF6E3F0B}">
      <dgm:prSet/>
      <dgm:spPr/>
      <dgm:t>
        <a:bodyPr/>
        <a:lstStyle/>
        <a:p>
          <a:endParaRPr lang="en-US"/>
        </a:p>
      </dgm:t>
    </dgm:pt>
    <dgm:pt modelId="{94095245-F096-4B01-8E68-BDE1FE86A6BA}" type="sibTrans" cxnId="{2C33A6FE-D117-4FE3-9300-99D1CF6E3F0B}">
      <dgm:prSet/>
      <dgm:spPr/>
      <dgm:t>
        <a:bodyPr/>
        <a:lstStyle/>
        <a:p>
          <a:endParaRPr lang="en-US"/>
        </a:p>
      </dgm:t>
    </dgm:pt>
    <dgm:pt modelId="{2B287471-7B44-4BA2-A3CC-62217BAD9AA5}">
      <dgm:prSet phldrT="[Text]"/>
      <dgm:spPr/>
      <dgm:t>
        <a:bodyPr/>
        <a:lstStyle/>
        <a:p>
          <a:r>
            <a:rPr lang="en-US" dirty="0">
              <a:solidFill>
                <a:schemeClr val="tx2"/>
              </a:solidFill>
            </a:rPr>
            <a:t>Some text here</a:t>
          </a:r>
        </a:p>
      </dgm:t>
    </dgm:pt>
    <dgm:pt modelId="{42A99957-E346-4941-9A91-98669C81617F}" type="parTrans" cxnId="{A817428C-8C79-4837-BDFE-91C3BE487AA7}">
      <dgm:prSet/>
      <dgm:spPr/>
      <dgm:t>
        <a:bodyPr/>
        <a:lstStyle/>
        <a:p>
          <a:endParaRPr lang="en-US"/>
        </a:p>
      </dgm:t>
    </dgm:pt>
    <dgm:pt modelId="{6C6C2186-A265-4118-8859-89E1E7B5AE4F}" type="sibTrans" cxnId="{A817428C-8C79-4837-BDFE-91C3BE487AA7}">
      <dgm:prSet/>
      <dgm:spPr/>
      <dgm:t>
        <a:bodyPr/>
        <a:lstStyle/>
        <a:p>
          <a:endParaRPr lang="en-US"/>
        </a:p>
      </dgm:t>
    </dgm:pt>
    <dgm:pt modelId="{051F8FB3-6622-4A18-8F46-183AA4BE5179}">
      <dgm:prSet phldrT="[Text]"/>
      <dgm:spPr/>
      <dgm:t>
        <a:bodyPr/>
        <a:lstStyle/>
        <a:p>
          <a:r>
            <a:rPr lang="en-US" dirty="0">
              <a:solidFill>
                <a:schemeClr val="tx2"/>
              </a:solidFill>
            </a:rPr>
            <a:t>Some text here</a:t>
          </a:r>
        </a:p>
      </dgm:t>
    </dgm:pt>
    <dgm:pt modelId="{16EC207D-E856-4F4C-8806-280E1564B952}" type="parTrans" cxnId="{B3CB81AB-CD46-4DE4-BF19-E88C667511CF}">
      <dgm:prSet/>
      <dgm:spPr/>
      <dgm:t>
        <a:bodyPr/>
        <a:lstStyle/>
        <a:p>
          <a:endParaRPr lang="en-US"/>
        </a:p>
      </dgm:t>
    </dgm:pt>
    <dgm:pt modelId="{32F8B6A4-B08D-4F89-93D9-393235946E4A}" type="sibTrans" cxnId="{B3CB81AB-CD46-4DE4-BF19-E88C667511CF}">
      <dgm:prSet/>
      <dgm:spPr/>
      <dgm:t>
        <a:bodyPr/>
        <a:lstStyle/>
        <a:p>
          <a:endParaRPr lang="en-US"/>
        </a:p>
      </dgm:t>
    </dgm:pt>
    <dgm:pt modelId="{D67E43CF-82E4-41BC-BAF8-E31AA57DFF96}" type="pres">
      <dgm:prSet presAssocID="{B9C32B05-62EA-407A-B21C-2310C7945705}" presName="Name0" presStyleCnt="0">
        <dgm:presLayoutVars>
          <dgm:chMax val="1"/>
          <dgm:chPref val="1"/>
          <dgm:dir/>
          <dgm:resizeHandles/>
        </dgm:presLayoutVars>
      </dgm:prSet>
      <dgm:spPr/>
    </dgm:pt>
    <dgm:pt modelId="{8A0CBFC3-1509-4DE3-8A29-DD03D3D1A11C}" type="pres">
      <dgm:prSet presAssocID="{8EA7219F-BDB2-48EB-9EEB-3133522D132E}" presName="Parent" presStyleLbl="node1" presStyleIdx="0" presStyleCnt="2">
        <dgm:presLayoutVars>
          <dgm:chMax val="4"/>
          <dgm:chPref val="3"/>
        </dgm:presLayoutVars>
      </dgm:prSet>
      <dgm:spPr/>
    </dgm:pt>
    <dgm:pt modelId="{A1DEF362-0C5B-44E0-8560-E76FA97D8A4B}" type="pres">
      <dgm:prSet presAssocID="{CC64D1BE-029C-4F52-88B8-0D674AF4C74C}" presName="Accent" presStyleLbl="node1" presStyleIdx="1" presStyleCnt="2"/>
      <dgm:spPr/>
    </dgm:pt>
    <dgm:pt modelId="{9EC30F5A-89A0-42B4-AF55-775A4FE46BC6}" type="pres">
      <dgm:prSet presAssocID="{CC64D1BE-029C-4F52-88B8-0D674AF4C74C}" presName="Image1" presStyleLbl="fgImgPlace1" presStyleIdx="0" presStyleCnt="4"/>
      <dgm:spPr/>
    </dgm:pt>
    <dgm:pt modelId="{7A423974-B7C3-404E-AB6F-C62C152FF609}" type="pres">
      <dgm:prSet presAssocID="{CC64D1BE-029C-4F52-88B8-0D674AF4C74C}" presName="Child1" presStyleLbl="revTx" presStyleIdx="0" presStyleCnt="4">
        <dgm:presLayoutVars>
          <dgm:chMax val="0"/>
          <dgm:chPref val="0"/>
          <dgm:bulletEnabled val="1"/>
        </dgm:presLayoutVars>
      </dgm:prSet>
      <dgm:spPr/>
    </dgm:pt>
    <dgm:pt modelId="{4C38B96D-09D1-4789-8F9F-32B9D937EFBB}" type="pres">
      <dgm:prSet presAssocID="{11FEC406-128A-4677-98F8-2CAD55950CBE}" presName="Image2" presStyleCnt="0"/>
      <dgm:spPr/>
    </dgm:pt>
    <dgm:pt modelId="{75BAD654-60AA-47A7-BB54-9B42C29E6B00}" type="pres">
      <dgm:prSet presAssocID="{11FEC406-128A-4677-98F8-2CAD55950CBE}" presName="Image" presStyleLbl="fgImgPlace1" presStyleIdx="1" presStyleCnt="4"/>
      <dgm:spPr/>
    </dgm:pt>
    <dgm:pt modelId="{8F9D0D9D-AC92-41C1-AE36-C1ECA9EEE67A}" type="pres">
      <dgm:prSet presAssocID="{11FEC406-128A-4677-98F8-2CAD55950CBE}" presName="Child2" presStyleLbl="revTx" presStyleIdx="1" presStyleCnt="4">
        <dgm:presLayoutVars>
          <dgm:chMax val="0"/>
          <dgm:chPref val="0"/>
          <dgm:bulletEnabled val="1"/>
        </dgm:presLayoutVars>
      </dgm:prSet>
      <dgm:spPr/>
    </dgm:pt>
    <dgm:pt modelId="{3AC5EFF6-9903-423E-810D-DB15B5A6C16D}" type="pres">
      <dgm:prSet presAssocID="{2B287471-7B44-4BA2-A3CC-62217BAD9AA5}" presName="Image3" presStyleCnt="0"/>
      <dgm:spPr/>
    </dgm:pt>
    <dgm:pt modelId="{3644A69A-8A4F-466F-9C27-99E1BE0472B3}" type="pres">
      <dgm:prSet presAssocID="{2B287471-7B44-4BA2-A3CC-62217BAD9AA5}" presName="Image" presStyleLbl="fgImgPlace1" presStyleIdx="2" presStyleCnt="4"/>
      <dgm:spPr/>
    </dgm:pt>
    <dgm:pt modelId="{9B41EDCD-E303-4457-86B6-E20F8CC83655}" type="pres">
      <dgm:prSet presAssocID="{2B287471-7B44-4BA2-A3CC-62217BAD9AA5}" presName="Child3" presStyleLbl="revTx" presStyleIdx="2" presStyleCnt="4">
        <dgm:presLayoutVars>
          <dgm:chMax val="0"/>
          <dgm:chPref val="0"/>
          <dgm:bulletEnabled val="1"/>
        </dgm:presLayoutVars>
      </dgm:prSet>
      <dgm:spPr/>
    </dgm:pt>
    <dgm:pt modelId="{180409AB-35CC-46C3-BF4E-E57C354341CF}" type="pres">
      <dgm:prSet presAssocID="{051F8FB3-6622-4A18-8F46-183AA4BE5179}" presName="Image4" presStyleCnt="0"/>
      <dgm:spPr/>
    </dgm:pt>
    <dgm:pt modelId="{A99FD718-896E-4A7C-A464-C0E0F25968F5}" type="pres">
      <dgm:prSet presAssocID="{051F8FB3-6622-4A18-8F46-183AA4BE5179}" presName="Image" presStyleLbl="fgImgPlace1" presStyleIdx="3" presStyleCnt="4"/>
      <dgm:spPr/>
    </dgm:pt>
    <dgm:pt modelId="{3D90AABC-AFC5-453B-BBA1-52DEA5DE3AA2}" type="pres">
      <dgm:prSet presAssocID="{051F8FB3-6622-4A18-8F46-183AA4BE5179}" presName="Child4" presStyleLbl="revTx" presStyleIdx="3" presStyleCnt="4">
        <dgm:presLayoutVars>
          <dgm:chMax val="0"/>
          <dgm:chPref val="0"/>
          <dgm:bulletEnabled val="1"/>
        </dgm:presLayoutVars>
      </dgm:prSet>
      <dgm:spPr/>
    </dgm:pt>
  </dgm:ptLst>
  <dgm:cxnLst>
    <dgm:cxn modelId="{F977092B-5713-49B3-BD1B-7072457F511C}" type="presOf" srcId="{B9C32B05-62EA-407A-B21C-2310C7945705}" destId="{D67E43CF-82E4-41BC-BAF8-E31AA57DFF96}" srcOrd="0" destOrd="0" presId="urn:microsoft.com/office/officeart/2011/layout/RadialPictureList"/>
    <dgm:cxn modelId="{22238535-C6BE-419E-9FDB-94B910691659}" type="presOf" srcId="{8EA7219F-BDB2-48EB-9EEB-3133522D132E}" destId="{8A0CBFC3-1509-4DE3-8A29-DD03D3D1A11C}" srcOrd="0" destOrd="0" presId="urn:microsoft.com/office/officeart/2011/layout/RadialPictureList"/>
    <dgm:cxn modelId="{A1BCDB35-E2F3-4ED4-A18D-34F7718E38FC}" type="presOf" srcId="{11FEC406-128A-4677-98F8-2CAD55950CBE}" destId="{8F9D0D9D-AC92-41C1-AE36-C1ECA9EEE67A}" srcOrd="0" destOrd="0" presId="urn:microsoft.com/office/officeart/2011/layout/RadialPictureList"/>
    <dgm:cxn modelId="{3AEF1448-2D09-4336-A9B2-46DFC9812101}" type="presOf" srcId="{CC64D1BE-029C-4F52-88B8-0D674AF4C74C}" destId="{7A423974-B7C3-404E-AB6F-C62C152FF609}" srcOrd="0" destOrd="0" presId="urn:microsoft.com/office/officeart/2011/layout/RadialPictureList"/>
    <dgm:cxn modelId="{A817428C-8C79-4837-BDFE-91C3BE487AA7}" srcId="{8EA7219F-BDB2-48EB-9EEB-3133522D132E}" destId="{2B287471-7B44-4BA2-A3CC-62217BAD9AA5}" srcOrd="2" destOrd="0" parTransId="{42A99957-E346-4941-9A91-98669C81617F}" sibTransId="{6C6C2186-A265-4118-8859-89E1E7B5AE4F}"/>
    <dgm:cxn modelId="{B3CB81AB-CD46-4DE4-BF19-E88C667511CF}" srcId="{8EA7219F-BDB2-48EB-9EEB-3133522D132E}" destId="{051F8FB3-6622-4A18-8F46-183AA4BE5179}" srcOrd="3" destOrd="0" parTransId="{16EC207D-E856-4F4C-8806-280E1564B952}" sibTransId="{32F8B6A4-B08D-4F89-93D9-393235946E4A}"/>
    <dgm:cxn modelId="{26170AB5-012D-4521-8FBF-F6B91DCDAA61}" type="presOf" srcId="{051F8FB3-6622-4A18-8F46-183AA4BE5179}" destId="{3D90AABC-AFC5-453B-BBA1-52DEA5DE3AA2}" srcOrd="0" destOrd="0" presId="urn:microsoft.com/office/officeart/2011/layout/RadialPictureList"/>
    <dgm:cxn modelId="{B44807C2-AB56-425A-B426-65943F9A3919}" type="presOf" srcId="{2B287471-7B44-4BA2-A3CC-62217BAD9AA5}" destId="{9B41EDCD-E303-4457-86B6-E20F8CC83655}" srcOrd="0" destOrd="0" presId="urn:microsoft.com/office/officeart/2011/layout/RadialPictureList"/>
    <dgm:cxn modelId="{58AD7EEF-D408-406B-87EE-4691D4C30668}" srcId="{B9C32B05-62EA-407A-B21C-2310C7945705}" destId="{8EA7219F-BDB2-48EB-9EEB-3133522D132E}" srcOrd="0" destOrd="0" parTransId="{3EE8403A-CB7C-4815-85BD-AEBCAEB71B37}" sibTransId="{C94B7947-85DC-4B21-BB99-DF8438356F98}"/>
    <dgm:cxn modelId="{2C33A6FE-D117-4FE3-9300-99D1CF6E3F0B}" srcId="{8EA7219F-BDB2-48EB-9EEB-3133522D132E}" destId="{11FEC406-128A-4677-98F8-2CAD55950CBE}" srcOrd="1" destOrd="0" parTransId="{C1EA5188-6E92-41C3-B57A-14AD165DD81F}" sibTransId="{94095245-F096-4B01-8E68-BDE1FE86A6BA}"/>
    <dgm:cxn modelId="{276265FF-2367-473C-B39D-A64F24788016}" srcId="{8EA7219F-BDB2-48EB-9EEB-3133522D132E}" destId="{CC64D1BE-029C-4F52-88B8-0D674AF4C74C}" srcOrd="0" destOrd="0" parTransId="{D2335431-CC29-428E-9B15-C7D59235A40E}" sibTransId="{9DDCE76F-9592-44D4-8C66-9182DD917ADF}"/>
    <dgm:cxn modelId="{7F7763A0-404D-45E5-89E7-08106D64D972}" type="presParOf" srcId="{D67E43CF-82E4-41BC-BAF8-E31AA57DFF96}" destId="{8A0CBFC3-1509-4DE3-8A29-DD03D3D1A11C}" srcOrd="0" destOrd="0" presId="urn:microsoft.com/office/officeart/2011/layout/RadialPictureList"/>
    <dgm:cxn modelId="{61EF4699-01C4-448F-85EB-E273302F9D85}" type="presParOf" srcId="{D67E43CF-82E4-41BC-BAF8-E31AA57DFF96}" destId="{A1DEF362-0C5B-44E0-8560-E76FA97D8A4B}" srcOrd="1" destOrd="0" presId="urn:microsoft.com/office/officeart/2011/layout/RadialPictureList"/>
    <dgm:cxn modelId="{9E1F002D-831A-4C47-9F15-3B5742C2B190}" type="presParOf" srcId="{D67E43CF-82E4-41BC-BAF8-E31AA57DFF96}" destId="{9EC30F5A-89A0-42B4-AF55-775A4FE46BC6}" srcOrd="2" destOrd="0" presId="urn:microsoft.com/office/officeart/2011/layout/RadialPictureList"/>
    <dgm:cxn modelId="{5D8D3E6F-44D0-4758-B46E-AAD0E74A6335}" type="presParOf" srcId="{D67E43CF-82E4-41BC-BAF8-E31AA57DFF96}" destId="{7A423974-B7C3-404E-AB6F-C62C152FF609}" srcOrd="3" destOrd="0" presId="urn:microsoft.com/office/officeart/2011/layout/RadialPictureList"/>
    <dgm:cxn modelId="{58F438B2-EA78-4368-9196-ACB2C1397306}" type="presParOf" srcId="{D67E43CF-82E4-41BC-BAF8-E31AA57DFF96}" destId="{4C38B96D-09D1-4789-8F9F-32B9D937EFBB}" srcOrd="4" destOrd="0" presId="urn:microsoft.com/office/officeart/2011/layout/RadialPictureList"/>
    <dgm:cxn modelId="{95E38BDA-ADF8-49A1-9E69-B967478A927E}" type="presParOf" srcId="{4C38B96D-09D1-4789-8F9F-32B9D937EFBB}" destId="{75BAD654-60AA-47A7-BB54-9B42C29E6B00}" srcOrd="0" destOrd="0" presId="urn:microsoft.com/office/officeart/2011/layout/RadialPictureList"/>
    <dgm:cxn modelId="{072511CF-FB3A-4ECC-9216-433CC7F17370}" type="presParOf" srcId="{D67E43CF-82E4-41BC-BAF8-E31AA57DFF96}" destId="{8F9D0D9D-AC92-41C1-AE36-C1ECA9EEE67A}" srcOrd="5" destOrd="0" presId="urn:microsoft.com/office/officeart/2011/layout/RadialPictureList"/>
    <dgm:cxn modelId="{A07E8907-95B7-4BAB-862E-DF8A12B5DC2C}" type="presParOf" srcId="{D67E43CF-82E4-41BC-BAF8-E31AA57DFF96}" destId="{3AC5EFF6-9903-423E-810D-DB15B5A6C16D}" srcOrd="6" destOrd="0" presId="urn:microsoft.com/office/officeart/2011/layout/RadialPictureList"/>
    <dgm:cxn modelId="{6B8AC76E-CC96-4CE3-9BF7-B0D6E0E562ED}" type="presParOf" srcId="{3AC5EFF6-9903-423E-810D-DB15B5A6C16D}" destId="{3644A69A-8A4F-466F-9C27-99E1BE0472B3}" srcOrd="0" destOrd="0" presId="urn:microsoft.com/office/officeart/2011/layout/RadialPictureList"/>
    <dgm:cxn modelId="{9EF5B0F3-9CAE-4217-855C-98CE49E142AB}" type="presParOf" srcId="{D67E43CF-82E4-41BC-BAF8-E31AA57DFF96}" destId="{9B41EDCD-E303-4457-86B6-E20F8CC83655}" srcOrd="7" destOrd="0" presId="urn:microsoft.com/office/officeart/2011/layout/RadialPictureList"/>
    <dgm:cxn modelId="{5F9EFFD3-9631-47A5-BB3F-5198DBA69BFC}" type="presParOf" srcId="{D67E43CF-82E4-41BC-BAF8-E31AA57DFF96}" destId="{180409AB-35CC-46C3-BF4E-E57C354341CF}" srcOrd="8" destOrd="0" presId="urn:microsoft.com/office/officeart/2011/layout/RadialPictureList"/>
    <dgm:cxn modelId="{9B59AB4A-D123-483B-B4E4-6A81D3B125E5}" type="presParOf" srcId="{180409AB-35CC-46C3-BF4E-E57C354341CF}" destId="{A99FD718-896E-4A7C-A464-C0E0F25968F5}" srcOrd="0" destOrd="0" presId="urn:microsoft.com/office/officeart/2011/layout/RadialPictureList"/>
    <dgm:cxn modelId="{00CF93BD-BE9A-4AB2-AB40-F5A2004A055F}" type="presParOf" srcId="{D67E43CF-82E4-41BC-BAF8-E31AA57DFF96}" destId="{3D90AABC-AFC5-453B-BBA1-52DEA5DE3AA2}" srcOrd="9" destOrd="0" presId="urn:microsoft.com/office/officeart/2011/layout/RadialPictureList"/>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39.xml><?xml version="1.0" encoding="utf-8"?>
<dgm:dataModel xmlns:dgm="http://schemas.openxmlformats.org/drawingml/2006/diagram" xmlns:a="http://schemas.openxmlformats.org/drawingml/2006/main">
  <dgm:ptLst>
    <dgm:pt modelId="{76771207-B2ED-46A0-BB8A-8D112377F02B}" type="doc">
      <dgm:prSet loTypeId="urn:microsoft.com/office/officeart/2009/3/layout/SnapshotPictureList" loCatId="picture" qsTypeId="urn:microsoft.com/office/officeart/2005/8/quickstyle/simple1" qsCatId="simple" csTypeId="urn:microsoft.com/office/officeart/2005/8/colors/colorful3" csCatId="colorful" phldr="1"/>
      <dgm:spPr/>
      <dgm:t>
        <a:bodyPr/>
        <a:lstStyle/>
        <a:p>
          <a:endParaRPr lang="en-US"/>
        </a:p>
      </dgm:t>
    </dgm:pt>
    <dgm:pt modelId="{0FACDB49-3CE2-47ED-93C5-F145DD69A91F}">
      <dgm:prSet phldrT="[Text]"/>
      <dgm:spPr/>
      <dgm:t>
        <a:bodyPr/>
        <a:lstStyle/>
        <a:p>
          <a:r>
            <a:rPr lang="en-US">
              <a:solidFill>
                <a:schemeClr val="tx2"/>
              </a:solidFill>
            </a:rPr>
            <a:t>Lorem Ipsum</a:t>
          </a:r>
          <a:endParaRPr lang="en-US" dirty="0">
            <a:solidFill>
              <a:schemeClr val="tx2"/>
            </a:solidFill>
          </a:endParaRPr>
        </a:p>
      </dgm:t>
    </dgm:pt>
    <dgm:pt modelId="{EA1FD99C-5359-426F-B973-C6D8700AAEE6}" type="parTrans" cxnId="{BB3B283A-37F9-41E1-B7C4-5B7D96A73DA1}">
      <dgm:prSet/>
      <dgm:spPr/>
      <dgm:t>
        <a:bodyPr/>
        <a:lstStyle/>
        <a:p>
          <a:endParaRPr lang="en-US">
            <a:solidFill>
              <a:schemeClr val="tx2"/>
            </a:solidFill>
          </a:endParaRPr>
        </a:p>
      </dgm:t>
    </dgm:pt>
    <dgm:pt modelId="{17C8825C-98A9-4815-8836-471ECF76AE18}" type="sibTrans" cxnId="{BB3B283A-37F9-41E1-B7C4-5B7D96A73DA1}">
      <dgm:prSet/>
      <dgm:spPr/>
      <dgm:t>
        <a:bodyPr/>
        <a:lstStyle/>
        <a:p>
          <a:endParaRPr lang="en-US">
            <a:solidFill>
              <a:schemeClr val="tx2"/>
            </a:solidFill>
          </a:endParaRPr>
        </a:p>
      </dgm:t>
    </dgm:pt>
    <dgm:pt modelId="{1781BA85-6454-4D8D-A863-78922DEB951D}">
      <dgm:prSet phldrT="[Text]"/>
      <dgm:spPr/>
      <dgm:t>
        <a:bodyPr/>
        <a:lstStyle/>
        <a:p>
          <a:r>
            <a:rPr lang="en-US" b="0" i="0" noProof="1">
              <a:solidFill>
                <a:schemeClr val="tx2"/>
              </a:solidFill>
            </a:rPr>
            <a:t>Lorem ipsum dolor sit amet, consectetur adipiscing elit, sed do eiusmod tempor incididunt ut labore et dolore magna aliqua. Ut enim ad minim veniam, quis nostrud exercitation ullamco laboris nisi ut aliquip ex ea commodo consequat.</a:t>
          </a:r>
          <a:endParaRPr lang="en-US" noProof="1">
            <a:solidFill>
              <a:schemeClr val="tx2"/>
            </a:solidFill>
          </a:endParaRPr>
        </a:p>
      </dgm:t>
    </dgm:pt>
    <dgm:pt modelId="{047EEF50-1596-4CD6-8C2E-8C592E76B577}" type="parTrans" cxnId="{C55CB213-1360-4B7A-AF26-9E64B5C42C21}">
      <dgm:prSet/>
      <dgm:spPr/>
      <dgm:t>
        <a:bodyPr/>
        <a:lstStyle/>
        <a:p>
          <a:endParaRPr lang="en-US">
            <a:solidFill>
              <a:schemeClr val="tx2"/>
            </a:solidFill>
          </a:endParaRPr>
        </a:p>
      </dgm:t>
    </dgm:pt>
    <dgm:pt modelId="{37A1D7DA-354C-4866-B895-B5F8B9FBE64D}" type="sibTrans" cxnId="{C55CB213-1360-4B7A-AF26-9E64B5C42C21}">
      <dgm:prSet/>
      <dgm:spPr/>
      <dgm:t>
        <a:bodyPr/>
        <a:lstStyle/>
        <a:p>
          <a:endParaRPr lang="en-US">
            <a:solidFill>
              <a:schemeClr val="tx2"/>
            </a:solidFill>
          </a:endParaRPr>
        </a:p>
      </dgm:t>
    </dgm:pt>
    <dgm:pt modelId="{8434C456-0DAC-4427-B8C4-EDFECDAD1BE2}">
      <dgm:prSet phldrT="[Text]"/>
      <dgm:spPr/>
      <dgm:t>
        <a:bodyPr/>
        <a:lstStyle/>
        <a:p>
          <a:r>
            <a:rPr lang="en-US">
              <a:solidFill>
                <a:schemeClr val="tx2"/>
              </a:solidFill>
            </a:rPr>
            <a:t>Lorem Ipsum</a:t>
          </a:r>
          <a:endParaRPr lang="en-US" noProof="1">
            <a:solidFill>
              <a:schemeClr val="tx2"/>
            </a:solidFill>
          </a:endParaRPr>
        </a:p>
      </dgm:t>
    </dgm:pt>
    <dgm:pt modelId="{9DE43047-8B78-472F-BB76-858736D4206C}" type="parTrans" cxnId="{3CD0B753-2621-4A2C-A2AC-1489286C9B21}">
      <dgm:prSet/>
      <dgm:spPr/>
      <dgm:t>
        <a:bodyPr/>
        <a:lstStyle/>
        <a:p>
          <a:endParaRPr lang="en-US">
            <a:solidFill>
              <a:schemeClr val="tx2"/>
            </a:solidFill>
          </a:endParaRPr>
        </a:p>
      </dgm:t>
    </dgm:pt>
    <dgm:pt modelId="{7D7611D8-5A4F-4C9A-AC5C-8F21DE0E4C19}" type="sibTrans" cxnId="{3CD0B753-2621-4A2C-A2AC-1489286C9B21}">
      <dgm:prSet/>
      <dgm:spPr/>
      <dgm:t>
        <a:bodyPr/>
        <a:lstStyle/>
        <a:p>
          <a:endParaRPr lang="en-US">
            <a:solidFill>
              <a:schemeClr val="tx2"/>
            </a:solidFill>
          </a:endParaRPr>
        </a:p>
      </dgm:t>
    </dgm:pt>
    <dgm:pt modelId="{C645B9D9-276B-420B-9C4A-2A88CE137420}">
      <dgm:prSet phldrT="[Text]"/>
      <dgm:spPr/>
      <dgm:t>
        <a:bodyPr/>
        <a:lstStyle/>
        <a:p>
          <a:r>
            <a:rPr lang="en-US" b="0" i="0" noProof="1">
              <a:solidFill>
                <a:schemeClr val="tx2"/>
              </a:solidFill>
            </a:rPr>
            <a:t>Lorem ipsum dolor sit amet, consectetur adipiscing elit, sed do eiusmod tempor incididunt ut labore et dolore magna aliqua. Ut enim ad minim veniam, quis nostrud exercitation ullamco laboris nisi ut aliquip ex ea commodo consequat.</a:t>
          </a:r>
          <a:endParaRPr lang="en-US" noProof="1">
            <a:solidFill>
              <a:schemeClr val="tx2"/>
            </a:solidFill>
          </a:endParaRPr>
        </a:p>
      </dgm:t>
    </dgm:pt>
    <dgm:pt modelId="{CF6F5F7D-1900-40D0-8897-D5C4571B4840}" type="parTrans" cxnId="{B880C121-AB89-42FD-8B4D-A77305E170E6}">
      <dgm:prSet/>
      <dgm:spPr/>
      <dgm:t>
        <a:bodyPr/>
        <a:lstStyle/>
        <a:p>
          <a:endParaRPr lang="en-US">
            <a:solidFill>
              <a:schemeClr val="tx2"/>
            </a:solidFill>
          </a:endParaRPr>
        </a:p>
      </dgm:t>
    </dgm:pt>
    <dgm:pt modelId="{6FE73C73-F399-46DF-BD76-0809BABF829D}" type="sibTrans" cxnId="{B880C121-AB89-42FD-8B4D-A77305E170E6}">
      <dgm:prSet/>
      <dgm:spPr/>
      <dgm:t>
        <a:bodyPr/>
        <a:lstStyle/>
        <a:p>
          <a:endParaRPr lang="en-US">
            <a:solidFill>
              <a:schemeClr val="tx2"/>
            </a:solidFill>
          </a:endParaRPr>
        </a:p>
      </dgm:t>
    </dgm:pt>
    <dgm:pt modelId="{7DEA92A7-5CAC-4634-BA03-5F7E5A61CEB4}" type="pres">
      <dgm:prSet presAssocID="{76771207-B2ED-46A0-BB8A-8D112377F02B}" presName="Name0" presStyleCnt="0">
        <dgm:presLayoutVars>
          <dgm:chMax/>
          <dgm:chPref/>
          <dgm:dir/>
          <dgm:animLvl val="lvl"/>
        </dgm:presLayoutVars>
      </dgm:prSet>
      <dgm:spPr/>
    </dgm:pt>
    <dgm:pt modelId="{2AB90370-FECB-41BD-AE3F-EE0347EBD94A}" type="pres">
      <dgm:prSet presAssocID="{0FACDB49-3CE2-47ED-93C5-F145DD69A91F}" presName="composite" presStyleCnt="0"/>
      <dgm:spPr/>
    </dgm:pt>
    <dgm:pt modelId="{C23CF02F-7B58-453A-9331-31011F9630AC}" type="pres">
      <dgm:prSet presAssocID="{0FACDB49-3CE2-47ED-93C5-F145DD69A91F}" presName="ParentAccentShape" presStyleLbl="trBgShp" presStyleIdx="0" presStyleCnt="4"/>
      <dgm:spPr/>
    </dgm:pt>
    <dgm:pt modelId="{6C506B5E-F64F-47B9-8162-F0D1B3A73D36}" type="pres">
      <dgm:prSet presAssocID="{0FACDB49-3CE2-47ED-93C5-F145DD69A91F}" presName="ParentText" presStyleLbl="revTx" presStyleIdx="0" presStyleCnt="4">
        <dgm:presLayoutVars>
          <dgm:chMax val="1"/>
          <dgm:chPref val="1"/>
          <dgm:bulletEnabled val="1"/>
        </dgm:presLayoutVars>
      </dgm:prSet>
      <dgm:spPr/>
    </dgm:pt>
    <dgm:pt modelId="{536F22E5-0F65-4FDC-AC84-FBF7762013B9}" type="pres">
      <dgm:prSet presAssocID="{0FACDB49-3CE2-47ED-93C5-F145DD69A91F}" presName="ChildText" presStyleLbl="revTx" presStyleIdx="1" presStyleCnt="4">
        <dgm:presLayoutVars>
          <dgm:chMax val="0"/>
          <dgm:chPref val="0"/>
        </dgm:presLayoutVars>
      </dgm:prSet>
      <dgm:spPr/>
    </dgm:pt>
    <dgm:pt modelId="{AE1224A0-2AC9-4475-861F-82FF9043E2E0}" type="pres">
      <dgm:prSet presAssocID="{0FACDB49-3CE2-47ED-93C5-F145DD69A91F}" presName="ChildAccentShape" presStyleLbl="trBgShp" presStyleIdx="1" presStyleCnt="4"/>
      <dgm:spPr/>
    </dgm:pt>
    <dgm:pt modelId="{14A3D96B-75A1-4785-85AB-C34493EA26C8}" type="pres">
      <dgm:prSet presAssocID="{0FACDB49-3CE2-47ED-93C5-F145DD69A91F}" presName="Image" presStyleLbl="alignImgPlace1" presStyleIdx="0" presStyleCnt="2"/>
      <dgm:spPr/>
    </dgm:pt>
    <dgm:pt modelId="{8AA0B165-1F30-4235-8D18-7533AD715FE1}" type="pres">
      <dgm:prSet presAssocID="{17C8825C-98A9-4815-8836-471ECF76AE18}" presName="sibTrans" presStyleCnt="0"/>
      <dgm:spPr/>
    </dgm:pt>
    <dgm:pt modelId="{6B447D4D-D065-4D12-83C0-8F83A6F692ED}" type="pres">
      <dgm:prSet presAssocID="{8434C456-0DAC-4427-B8C4-EDFECDAD1BE2}" presName="composite" presStyleCnt="0"/>
      <dgm:spPr/>
    </dgm:pt>
    <dgm:pt modelId="{86D2E373-2C29-459F-A846-D5EB57D6DCA1}" type="pres">
      <dgm:prSet presAssocID="{8434C456-0DAC-4427-B8C4-EDFECDAD1BE2}" presName="ParentAccentShape" presStyleLbl="trBgShp" presStyleIdx="2" presStyleCnt="4"/>
      <dgm:spPr/>
    </dgm:pt>
    <dgm:pt modelId="{0074FD86-64E8-4CBF-ABF5-ABBC4E7ED63A}" type="pres">
      <dgm:prSet presAssocID="{8434C456-0DAC-4427-B8C4-EDFECDAD1BE2}" presName="ParentText" presStyleLbl="revTx" presStyleIdx="2" presStyleCnt="4">
        <dgm:presLayoutVars>
          <dgm:chMax val="1"/>
          <dgm:chPref val="1"/>
          <dgm:bulletEnabled val="1"/>
        </dgm:presLayoutVars>
      </dgm:prSet>
      <dgm:spPr/>
    </dgm:pt>
    <dgm:pt modelId="{34D6F1FC-F779-4326-9D93-DF3B88627616}" type="pres">
      <dgm:prSet presAssocID="{8434C456-0DAC-4427-B8C4-EDFECDAD1BE2}" presName="ChildText" presStyleLbl="revTx" presStyleIdx="3" presStyleCnt="4">
        <dgm:presLayoutVars>
          <dgm:chMax val="0"/>
          <dgm:chPref val="0"/>
        </dgm:presLayoutVars>
      </dgm:prSet>
      <dgm:spPr/>
    </dgm:pt>
    <dgm:pt modelId="{26D46170-5FBF-404A-8F56-02E3F250818E}" type="pres">
      <dgm:prSet presAssocID="{8434C456-0DAC-4427-B8C4-EDFECDAD1BE2}" presName="ChildAccentShape" presStyleLbl="trBgShp" presStyleIdx="3" presStyleCnt="4"/>
      <dgm:spPr/>
    </dgm:pt>
    <dgm:pt modelId="{7F46BB95-0523-43A1-B415-59D14B2C9B23}" type="pres">
      <dgm:prSet presAssocID="{8434C456-0DAC-4427-B8C4-EDFECDAD1BE2}" presName="Image" presStyleLbl="alignImgPlace1" presStyleIdx="1" presStyleCnt="2"/>
      <dgm:spPr/>
    </dgm:pt>
  </dgm:ptLst>
  <dgm:cxnLst>
    <dgm:cxn modelId="{C55CB213-1360-4B7A-AF26-9E64B5C42C21}" srcId="{0FACDB49-3CE2-47ED-93C5-F145DD69A91F}" destId="{1781BA85-6454-4D8D-A863-78922DEB951D}" srcOrd="0" destOrd="0" parTransId="{047EEF50-1596-4CD6-8C2E-8C592E76B577}" sibTransId="{37A1D7DA-354C-4866-B895-B5F8B9FBE64D}"/>
    <dgm:cxn modelId="{B880C121-AB89-42FD-8B4D-A77305E170E6}" srcId="{8434C456-0DAC-4427-B8C4-EDFECDAD1BE2}" destId="{C645B9D9-276B-420B-9C4A-2A88CE137420}" srcOrd="0" destOrd="0" parTransId="{CF6F5F7D-1900-40D0-8897-D5C4571B4840}" sibTransId="{6FE73C73-F399-46DF-BD76-0809BABF829D}"/>
    <dgm:cxn modelId="{192C232E-87ED-4F3E-87CE-7156B3B4B465}" type="presOf" srcId="{76771207-B2ED-46A0-BB8A-8D112377F02B}" destId="{7DEA92A7-5CAC-4634-BA03-5F7E5A61CEB4}" srcOrd="0" destOrd="0" presId="urn:microsoft.com/office/officeart/2009/3/layout/SnapshotPictureList"/>
    <dgm:cxn modelId="{BB3B283A-37F9-41E1-B7C4-5B7D96A73DA1}" srcId="{76771207-B2ED-46A0-BB8A-8D112377F02B}" destId="{0FACDB49-3CE2-47ED-93C5-F145DD69A91F}" srcOrd="0" destOrd="0" parTransId="{EA1FD99C-5359-426F-B973-C6D8700AAEE6}" sibTransId="{17C8825C-98A9-4815-8836-471ECF76AE18}"/>
    <dgm:cxn modelId="{4526604B-804B-4F58-AF86-C382357CFDEF}" type="presOf" srcId="{0FACDB49-3CE2-47ED-93C5-F145DD69A91F}" destId="{6C506B5E-F64F-47B9-8162-F0D1B3A73D36}" srcOrd="0" destOrd="0" presId="urn:microsoft.com/office/officeart/2009/3/layout/SnapshotPictureList"/>
    <dgm:cxn modelId="{4946E36F-93FD-4E81-8F93-590C0234CB42}" type="presOf" srcId="{8434C456-0DAC-4427-B8C4-EDFECDAD1BE2}" destId="{0074FD86-64E8-4CBF-ABF5-ABBC4E7ED63A}" srcOrd="0" destOrd="0" presId="urn:microsoft.com/office/officeart/2009/3/layout/SnapshotPictureList"/>
    <dgm:cxn modelId="{3CD0B753-2621-4A2C-A2AC-1489286C9B21}" srcId="{76771207-B2ED-46A0-BB8A-8D112377F02B}" destId="{8434C456-0DAC-4427-B8C4-EDFECDAD1BE2}" srcOrd="1" destOrd="0" parTransId="{9DE43047-8B78-472F-BB76-858736D4206C}" sibTransId="{7D7611D8-5A4F-4C9A-AC5C-8F21DE0E4C19}"/>
    <dgm:cxn modelId="{732297A3-B29F-44CB-A6EE-934BC3F9CCC5}" type="presOf" srcId="{C645B9D9-276B-420B-9C4A-2A88CE137420}" destId="{34D6F1FC-F779-4326-9D93-DF3B88627616}" srcOrd="0" destOrd="0" presId="urn:microsoft.com/office/officeart/2009/3/layout/SnapshotPictureList"/>
    <dgm:cxn modelId="{6F3C6EEB-2A7B-40A4-8D6E-6293A10AC10E}" type="presOf" srcId="{1781BA85-6454-4D8D-A863-78922DEB951D}" destId="{536F22E5-0F65-4FDC-AC84-FBF7762013B9}" srcOrd="0" destOrd="0" presId="urn:microsoft.com/office/officeart/2009/3/layout/SnapshotPictureList"/>
    <dgm:cxn modelId="{CE55CCF6-F155-436F-AB24-0DCD24BC1E0C}" type="presParOf" srcId="{7DEA92A7-5CAC-4634-BA03-5F7E5A61CEB4}" destId="{2AB90370-FECB-41BD-AE3F-EE0347EBD94A}" srcOrd="0" destOrd="0" presId="urn:microsoft.com/office/officeart/2009/3/layout/SnapshotPictureList"/>
    <dgm:cxn modelId="{E1D7185D-66BE-4B8C-A720-24010CCFEB83}" type="presParOf" srcId="{2AB90370-FECB-41BD-AE3F-EE0347EBD94A}" destId="{C23CF02F-7B58-453A-9331-31011F9630AC}" srcOrd="0" destOrd="0" presId="urn:microsoft.com/office/officeart/2009/3/layout/SnapshotPictureList"/>
    <dgm:cxn modelId="{2CF9ADED-89FA-4B65-9CFB-C35DAFADAC50}" type="presParOf" srcId="{2AB90370-FECB-41BD-AE3F-EE0347EBD94A}" destId="{6C506B5E-F64F-47B9-8162-F0D1B3A73D36}" srcOrd="1" destOrd="0" presId="urn:microsoft.com/office/officeart/2009/3/layout/SnapshotPictureList"/>
    <dgm:cxn modelId="{FBEA441E-13BF-49CB-96D7-B07AAC7934A5}" type="presParOf" srcId="{2AB90370-FECB-41BD-AE3F-EE0347EBD94A}" destId="{536F22E5-0F65-4FDC-AC84-FBF7762013B9}" srcOrd="2" destOrd="0" presId="urn:microsoft.com/office/officeart/2009/3/layout/SnapshotPictureList"/>
    <dgm:cxn modelId="{43096DCA-61E2-4A8B-BD1C-3CD4B6C5C9F6}" type="presParOf" srcId="{2AB90370-FECB-41BD-AE3F-EE0347EBD94A}" destId="{AE1224A0-2AC9-4475-861F-82FF9043E2E0}" srcOrd="3" destOrd="0" presId="urn:microsoft.com/office/officeart/2009/3/layout/SnapshotPictureList"/>
    <dgm:cxn modelId="{580F8BEF-4C31-4D47-AE33-0D1EBDA2CC19}" type="presParOf" srcId="{2AB90370-FECB-41BD-AE3F-EE0347EBD94A}" destId="{14A3D96B-75A1-4785-85AB-C34493EA26C8}" srcOrd="4" destOrd="0" presId="urn:microsoft.com/office/officeart/2009/3/layout/SnapshotPictureList"/>
    <dgm:cxn modelId="{1D8E044C-2E9A-4C08-A730-5FDD0D6A874B}" type="presParOf" srcId="{7DEA92A7-5CAC-4634-BA03-5F7E5A61CEB4}" destId="{8AA0B165-1F30-4235-8D18-7533AD715FE1}" srcOrd="1" destOrd="0" presId="urn:microsoft.com/office/officeart/2009/3/layout/SnapshotPictureList"/>
    <dgm:cxn modelId="{64847EB5-2E39-40B0-A177-83E26AA84712}" type="presParOf" srcId="{7DEA92A7-5CAC-4634-BA03-5F7E5A61CEB4}" destId="{6B447D4D-D065-4D12-83C0-8F83A6F692ED}" srcOrd="2" destOrd="0" presId="urn:microsoft.com/office/officeart/2009/3/layout/SnapshotPictureList"/>
    <dgm:cxn modelId="{50ECC04B-431B-4503-A284-286925921F5C}" type="presParOf" srcId="{6B447D4D-D065-4D12-83C0-8F83A6F692ED}" destId="{86D2E373-2C29-459F-A846-D5EB57D6DCA1}" srcOrd="0" destOrd="0" presId="urn:microsoft.com/office/officeart/2009/3/layout/SnapshotPictureList"/>
    <dgm:cxn modelId="{94380B7C-00FC-48D3-9989-735562CE25CE}" type="presParOf" srcId="{6B447D4D-D065-4D12-83C0-8F83A6F692ED}" destId="{0074FD86-64E8-4CBF-ABF5-ABBC4E7ED63A}" srcOrd="1" destOrd="0" presId="urn:microsoft.com/office/officeart/2009/3/layout/SnapshotPictureList"/>
    <dgm:cxn modelId="{9D15BDEE-A735-48D4-8DB9-340480658881}" type="presParOf" srcId="{6B447D4D-D065-4D12-83C0-8F83A6F692ED}" destId="{34D6F1FC-F779-4326-9D93-DF3B88627616}" srcOrd="2" destOrd="0" presId="urn:microsoft.com/office/officeart/2009/3/layout/SnapshotPictureList"/>
    <dgm:cxn modelId="{B2B7F308-8BE2-4863-B9DE-717013CFC884}" type="presParOf" srcId="{6B447D4D-D065-4D12-83C0-8F83A6F692ED}" destId="{26D46170-5FBF-404A-8F56-02E3F250818E}" srcOrd="3" destOrd="0" presId="urn:microsoft.com/office/officeart/2009/3/layout/SnapshotPictureList"/>
    <dgm:cxn modelId="{80C30AB1-1993-4A79-9E54-D93E5B8241F0}" type="presParOf" srcId="{6B447D4D-D065-4D12-83C0-8F83A6F692ED}" destId="{7F46BB95-0523-43A1-B415-59D14B2C9B23}" srcOrd="4" destOrd="0" presId="urn:microsoft.com/office/officeart/2009/3/layout/SnapshotPictur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0.xml><?xml version="1.0" encoding="utf-8"?>
<dgm:dataModel xmlns:dgm="http://schemas.openxmlformats.org/drawingml/2006/diagram" xmlns:a="http://schemas.openxmlformats.org/drawingml/2006/main">
  <dgm:ptLst>
    <dgm:pt modelId="{6EBC4E48-834D-4B0F-ACE5-454D637C900A}" type="doc">
      <dgm:prSet loTypeId="urn:microsoft.com/office/officeart/2009/3/layout/SpiralPicture" loCatId="picture" qsTypeId="urn:microsoft.com/office/officeart/2005/8/quickstyle/simple1" qsCatId="simple" csTypeId="urn:microsoft.com/office/officeart/2005/8/colors/colorful5" csCatId="colorful" phldr="1"/>
      <dgm:spPr/>
      <dgm:t>
        <a:bodyPr/>
        <a:lstStyle/>
        <a:p>
          <a:endParaRPr lang="en-US"/>
        </a:p>
      </dgm:t>
    </dgm:pt>
    <dgm:pt modelId="{08948037-5A3B-4371-A768-4E86251B55B1}">
      <dgm:prSet/>
      <dgm:spPr/>
      <dgm:t>
        <a:bodyPr/>
        <a:lstStyle/>
        <a:p>
          <a:r>
            <a:rPr lang="en-US" dirty="0"/>
            <a:t>Lorem Ipsum</a:t>
          </a:r>
        </a:p>
      </dgm:t>
    </dgm:pt>
    <dgm:pt modelId="{08DF34C2-D0B5-462E-A8AB-2D0FF10484B5}" type="parTrans" cxnId="{4B081089-4981-4B0F-80CB-518FDE51C6E3}">
      <dgm:prSet/>
      <dgm:spPr/>
      <dgm:t>
        <a:bodyPr/>
        <a:lstStyle/>
        <a:p>
          <a:endParaRPr lang="en-US"/>
        </a:p>
      </dgm:t>
    </dgm:pt>
    <dgm:pt modelId="{B97509D9-5963-4CDB-BCC4-2D919B9F9BBF}" type="sibTrans" cxnId="{4B081089-4981-4B0F-80CB-518FDE51C6E3}">
      <dgm:prSet/>
      <dgm:spPr/>
      <dgm:t>
        <a:bodyPr/>
        <a:lstStyle/>
        <a:p>
          <a:endParaRPr lang="en-US"/>
        </a:p>
      </dgm:t>
    </dgm:pt>
    <dgm:pt modelId="{5D87FFBE-A53F-416C-81AF-73E7CA110433}">
      <dgm:prSet/>
      <dgm:spPr/>
      <dgm:t>
        <a:bodyPr/>
        <a:lstStyle/>
        <a:p>
          <a:r>
            <a:rPr lang="en-US" dirty="0"/>
            <a:t>Lorem Ipsum</a:t>
          </a:r>
        </a:p>
      </dgm:t>
    </dgm:pt>
    <dgm:pt modelId="{3299865A-4FBF-4B01-8B55-6839607ADA90}" type="parTrans" cxnId="{3BFFA7AB-BFEF-4A3A-A7C3-6EB8D7F2050D}">
      <dgm:prSet/>
      <dgm:spPr/>
      <dgm:t>
        <a:bodyPr/>
        <a:lstStyle/>
        <a:p>
          <a:endParaRPr lang="en-US"/>
        </a:p>
      </dgm:t>
    </dgm:pt>
    <dgm:pt modelId="{39D387B8-73AB-4589-983B-BBBDD659640C}" type="sibTrans" cxnId="{3BFFA7AB-BFEF-4A3A-A7C3-6EB8D7F2050D}">
      <dgm:prSet/>
      <dgm:spPr/>
      <dgm:t>
        <a:bodyPr/>
        <a:lstStyle/>
        <a:p>
          <a:endParaRPr lang="en-US"/>
        </a:p>
      </dgm:t>
    </dgm:pt>
    <dgm:pt modelId="{6839F3CB-B861-4FCA-8415-2B3027CA4F8F}">
      <dgm:prSet/>
      <dgm:spPr/>
      <dgm:t>
        <a:bodyPr/>
        <a:lstStyle/>
        <a:p>
          <a:r>
            <a:rPr lang="en-US" dirty="0"/>
            <a:t>Lorem Ipsum</a:t>
          </a:r>
        </a:p>
      </dgm:t>
    </dgm:pt>
    <dgm:pt modelId="{528EB826-5408-4D3C-ACCD-5A1A7B1B5476}" type="parTrans" cxnId="{9EA7A8BD-C5B3-41E0-BDD0-6E1BF232C7C6}">
      <dgm:prSet/>
      <dgm:spPr/>
      <dgm:t>
        <a:bodyPr/>
        <a:lstStyle/>
        <a:p>
          <a:endParaRPr lang="en-US"/>
        </a:p>
      </dgm:t>
    </dgm:pt>
    <dgm:pt modelId="{37EEDF11-750B-4B96-9BE0-9CA36795D782}" type="sibTrans" cxnId="{9EA7A8BD-C5B3-41E0-BDD0-6E1BF232C7C6}">
      <dgm:prSet/>
      <dgm:spPr/>
      <dgm:t>
        <a:bodyPr/>
        <a:lstStyle/>
        <a:p>
          <a:endParaRPr lang="en-US"/>
        </a:p>
      </dgm:t>
    </dgm:pt>
    <dgm:pt modelId="{51C0D4E4-0AD3-4262-A3C2-0AC5356253F4}">
      <dgm:prSet/>
      <dgm:spPr/>
      <dgm:t>
        <a:bodyPr/>
        <a:lstStyle/>
        <a:p>
          <a:r>
            <a:rPr lang="en-US" dirty="0"/>
            <a:t>Lorem Ipsum</a:t>
          </a:r>
        </a:p>
      </dgm:t>
    </dgm:pt>
    <dgm:pt modelId="{76CE5930-5C9C-4E89-8C01-90906BC62862}" type="parTrans" cxnId="{82DFCAD8-7A09-4AD2-94F1-FC7A5DE3346E}">
      <dgm:prSet/>
      <dgm:spPr/>
      <dgm:t>
        <a:bodyPr/>
        <a:lstStyle/>
        <a:p>
          <a:endParaRPr lang="en-US"/>
        </a:p>
      </dgm:t>
    </dgm:pt>
    <dgm:pt modelId="{ED14565C-F8D8-432F-B9B2-FFE4ACD6E9C6}" type="sibTrans" cxnId="{82DFCAD8-7A09-4AD2-94F1-FC7A5DE3346E}">
      <dgm:prSet/>
      <dgm:spPr/>
      <dgm:t>
        <a:bodyPr/>
        <a:lstStyle/>
        <a:p>
          <a:endParaRPr lang="en-US"/>
        </a:p>
      </dgm:t>
    </dgm:pt>
    <dgm:pt modelId="{BFC958D0-D047-4F72-AA2F-D7D90CEAB3B9}">
      <dgm:prSet/>
      <dgm:spPr/>
    </dgm:pt>
    <dgm:pt modelId="{8D6A009E-BEB5-46C9-8939-D1869715FAD7}" type="parTrans" cxnId="{9884ECA2-63EC-4C94-BF8D-328DB8F629A2}">
      <dgm:prSet/>
      <dgm:spPr/>
      <dgm:t>
        <a:bodyPr/>
        <a:lstStyle/>
        <a:p>
          <a:endParaRPr lang="en-US"/>
        </a:p>
      </dgm:t>
    </dgm:pt>
    <dgm:pt modelId="{F20F72A9-DC77-4A1B-AB1D-D0AF569B4D15}" type="sibTrans" cxnId="{9884ECA2-63EC-4C94-BF8D-328DB8F629A2}">
      <dgm:prSet/>
      <dgm:spPr/>
      <dgm:t>
        <a:bodyPr/>
        <a:lstStyle/>
        <a:p>
          <a:endParaRPr lang="en-US"/>
        </a:p>
      </dgm:t>
    </dgm:pt>
    <dgm:pt modelId="{5798663F-DEEC-412F-96C7-5BB42317B6C6}">
      <dgm:prSet phldrT="[Text]"/>
      <dgm:spPr/>
      <dgm:t>
        <a:bodyPr/>
        <a:lstStyle/>
        <a:p>
          <a:r>
            <a:rPr lang="en-US"/>
            <a:t>Lorem Ipsum</a:t>
          </a:r>
          <a:endParaRPr lang="en-US" dirty="0"/>
        </a:p>
      </dgm:t>
    </dgm:pt>
    <dgm:pt modelId="{A3DD47E6-9017-4594-A145-DDC0793E6714}" type="parTrans" cxnId="{90C3D156-6293-4384-AB09-D10CFB1B45FD}">
      <dgm:prSet/>
      <dgm:spPr/>
      <dgm:t>
        <a:bodyPr/>
        <a:lstStyle/>
        <a:p>
          <a:endParaRPr lang="en-US"/>
        </a:p>
      </dgm:t>
    </dgm:pt>
    <dgm:pt modelId="{CE800C67-6A76-4C58-AB94-CE29640C702F}" type="sibTrans" cxnId="{90C3D156-6293-4384-AB09-D10CFB1B45FD}">
      <dgm:prSet/>
      <dgm:spPr/>
      <dgm:t>
        <a:bodyPr/>
        <a:lstStyle/>
        <a:p>
          <a:endParaRPr lang="en-US"/>
        </a:p>
      </dgm:t>
    </dgm:pt>
    <dgm:pt modelId="{7288A5C2-3245-4541-BC44-1372508033A8}" type="pres">
      <dgm:prSet presAssocID="{6EBC4E48-834D-4B0F-ACE5-454D637C900A}" presName="Name0" presStyleCnt="0">
        <dgm:presLayoutVars>
          <dgm:chMax val="5"/>
          <dgm:dir/>
        </dgm:presLayoutVars>
      </dgm:prSet>
      <dgm:spPr/>
    </dgm:pt>
    <dgm:pt modelId="{66B758F4-1B8B-4825-869D-90BF8F25631F}" type="pres">
      <dgm:prSet presAssocID="{6EBC4E48-834D-4B0F-ACE5-454D637C900A}" presName="picts" presStyleCnt="0"/>
      <dgm:spPr/>
    </dgm:pt>
    <dgm:pt modelId="{EEAA66B6-6502-42DF-8BA5-4A9C62632EB8}" type="pres">
      <dgm:prSet presAssocID="{6EBC4E48-834D-4B0F-ACE5-454D637C900A}" presName="space1" presStyleCnt="0"/>
      <dgm:spPr/>
    </dgm:pt>
    <dgm:pt modelId="{7E7B32B0-28E6-411F-82F8-F5404F7E5AD8}" type="pres">
      <dgm:prSet presAssocID="{6EBC4E48-834D-4B0F-ACE5-454D637C900A}" presName="space2" presStyleCnt="0"/>
      <dgm:spPr/>
    </dgm:pt>
    <dgm:pt modelId="{A89ADEB0-D5C2-4EE8-8680-3CEE821444A6}" type="pres">
      <dgm:prSet presAssocID="{B97509D9-5963-4CDB-BCC4-2D919B9F9BBF}" presName="pictA1" presStyleCnt="0"/>
      <dgm:spPr/>
    </dgm:pt>
    <dgm:pt modelId="{709A0A67-EB90-4014-82CD-66F7F3D2713F}" type="pres">
      <dgm:prSet presAssocID="{B97509D9-5963-4CDB-BCC4-2D919B9F9BBF}" presName="imageRepeatNode" presStyleLbl="alignNode1" presStyleIdx="0" presStyleCnt="5"/>
      <dgm:spPr/>
    </dgm:pt>
    <dgm:pt modelId="{903C0068-28EF-4041-89C5-0829ABA8F930}" type="pres">
      <dgm:prSet presAssocID="{B97509D9-5963-4CDB-BCC4-2D919B9F9BBF}" presName="oneDotPict" presStyleCnt="0"/>
      <dgm:spPr/>
    </dgm:pt>
    <dgm:pt modelId="{A0EAB583-6016-46CD-B155-731D8053B413}" type="pres">
      <dgm:prSet presAssocID="{B97509D9-5963-4CDB-BCC4-2D919B9F9BBF}" presName="dotPict_11" presStyleLbl="solidFgAcc1" presStyleIdx="0" presStyleCnt="30"/>
      <dgm:spPr/>
    </dgm:pt>
    <dgm:pt modelId="{F8C692BC-7BC9-426D-ADEA-611C7F49AF6C}" type="pres">
      <dgm:prSet presAssocID="{CE800C67-6A76-4C58-AB94-CE29640C702F}" presName="pictA2" presStyleCnt="0"/>
      <dgm:spPr/>
    </dgm:pt>
    <dgm:pt modelId="{E72337AB-6BDF-419E-8A41-2D3CAB534529}" type="pres">
      <dgm:prSet presAssocID="{CE800C67-6A76-4C58-AB94-CE29640C702F}" presName="imageRepeatNode" presStyleLbl="alignNode1" presStyleIdx="1" presStyleCnt="5"/>
      <dgm:spPr/>
    </dgm:pt>
    <dgm:pt modelId="{2FDA1228-2BC6-4187-94F8-62E9B0D580D2}" type="pres">
      <dgm:prSet presAssocID="{CE800C67-6A76-4C58-AB94-CE29640C702F}" presName="twoDotsPict" presStyleCnt="0"/>
      <dgm:spPr/>
    </dgm:pt>
    <dgm:pt modelId="{D5E1DBAD-7765-4433-AE98-BE5FB72CD40C}" type="pres">
      <dgm:prSet presAssocID="{CE800C67-6A76-4C58-AB94-CE29640C702F}" presName="dotPict_21" presStyleLbl="solidFgAcc1" presStyleIdx="1" presStyleCnt="30"/>
      <dgm:spPr/>
    </dgm:pt>
    <dgm:pt modelId="{42FB0138-3360-47B8-BC4A-D086694BAFB0}" type="pres">
      <dgm:prSet presAssocID="{CE800C67-6A76-4C58-AB94-CE29640C702F}" presName="dotPict_22" presStyleLbl="solidFgAcc1" presStyleIdx="2" presStyleCnt="30"/>
      <dgm:spPr/>
    </dgm:pt>
    <dgm:pt modelId="{7DAA7A1F-89D5-4A51-BE93-D3090E631630}" type="pres">
      <dgm:prSet presAssocID="{39D387B8-73AB-4589-983B-BBBDD659640C}" presName="pictA3" presStyleCnt="0"/>
      <dgm:spPr/>
    </dgm:pt>
    <dgm:pt modelId="{71AE5D60-9832-40DE-9739-26C0CD4D2307}" type="pres">
      <dgm:prSet presAssocID="{39D387B8-73AB-4589-983B-BBBDD659640C}" presName="imageRepeatNode" presStyleLbl="alignNode1" presStyleIdx="2" presStyleCnt="5"/>
      <dgm:spPr/>
    </dgm:pt>
    <dgm:pt modelId="{7B1A7FDF-4D99-45F5-A23F-A1F9257C46B9}" type="pres">
      <dgm:prSet presAssocID="{39D387B8-73AB-4589-983B-BBBDD659640C}" presName="threeDotsPict" presStyleCnt="0"/>
      <dgm:spPr/>
    </dgm:pt>
    <dgm:pt modelId="{53BF8939-39A5-4E9D-8320-0E92BD59AD9A}" type="pres">
      <dgm:prSet presAssocID="{39D387B8-73AB-4589-983B-BBBDD659640C}" presName="dotPict_31" presStyleLbl="solidFgAcc1" presStyleIdx="3" presStyleCnt="30"/>
      <dgm:spPr/>
    </dgm:pt>
    <dgm:pt modelId="{7152D617-23FE-4B5A-8063-6E426103CAFD}" type="pres">
      <dgm:prSet presAssocID="{39D387B8-73AB-4589-983B-BBBDD659640C}" presName="dotPict_32" presStyleLbl="solidFgAcc1" presStyleIdx="4" presStyleCnt="30"/>
      <dgm:spPr/>
    </dgm:pt>
    <dgm:pt modelId="{BBE6179B-5A23-4553-AE83-A9FCD8D6A2AB}" type="pres">
      <dgm:prSet presAssocID="{39D387B8-73AB-4589-983B-BBBDD659640C}" presName="dotPict_33" presStyleLbl="solidFgAcc1" presStyleIdx="5" presStyleCnt="30"/>
      <dgm:spPr/>
    </dgm:pt>
    <dgm:pt modelId="{54BADAD5-9130-47B8-BBD9-FA9180581012}" type="pres">
      <dgm:prSet presAssocID="{37EEDF11-750B-4B96-9BE0-9CA36795D782}" presName="pictA4" presStyleCnt="0"/>
      <dgm:spPr/>
    </dgm:pt>
    <dgm:pt modelId="{806B7DF5-98EE-4706-BF58-AF4B659138B3}" type="pres">
      <dgm:prSet presAssocID="{37EEDF11-750B-4B96-9BE0-9CA36795D782}" presName="imageRepeatNode" presStyleLbl="alignNode1" presStyleIdx="3" presStyleCnt="5"/>
      <dgm:spPr/>
    </dgm:pt>
    <dgm:pt modelId="{14A2F07C-560C-4033-83CE-06A01E6F68E1}" type="pres">
      <dgm:prSet presAssocID="{37EEDF11-750B-4B96-9BE0-9CA36795D782}" presName="fourDotsPict" presStyleCnt="0"/>
      <dgm:spPr/>
    </dgm:pt>
    <dgm:pt modelId="{E68A2733-422C-4EF3-AB4C-691ACE277666}" type="pres">
      <dgm:prSet presAssocID="{37EEDF11-750B-4B96-9BE0-9CA36795D782}" presName="dotPict_41" presStyleLbl="solidFgAcc1" presStyleIdx="6" presStyleCnt="30"/>
      <dgm:spPr/>
    </dgm:pt>
    <dgm:pt modelId="{25BEFFDF-C599-45B8-A908-C016E48E418D}" type="pres">
      <dgm:prSet presAssocID="{37EEDF11-750B-4B96-9BE0-9CA36795D782}" presName="dotPict_42" presStyleLbl="solidFgAcc1" presStyleIdx="7" presStyleCnt="30"/>
      <dgm:spPr/>
    </dgm:pt>
    <dgm:pt modelId="{96801B4E-9CC6-48E3-ACDA-3E95CF3A5A94}" type="pres">
      <dgm:prSet presAssocID="{37EEDF11-750B-4B96-9BE0-9CA36795D782}" presName="dotPict_43" presStyleLbl="solidFgAcc1" presStyleIdx="8" presStyleCnt="30"/>
      <dgm:spPr/>
    </dgm:pt>
    <dgm:pt modelId="{16E552A3-C2D8-4750-9155-0D17C37A9B26}" type="pres">
      <dgm:prSet presAssocID="{37EEDF11-750B-4B96-9BE0-9CA36795D782}" presName="dotPict_44" presStyleLbl="solidFgAcc1" presStyleIdx="9" presStyleCnt="30"/>
      <dgm:spPr/>
    </dgm:pt>
    <dgm:pt modelId="{72ABA6E4-AC9C-4618-BF92-DCC6FF3ED455}" type="pres">
      <dgm:prSet presAssocID="{ED14565C-F8D8-432F-B9B2-FFE4ACD6E9C6}" presName="pictA5" presStyleCnt="0"/>
      <dgm:spPr/>
    </dgm:pt>
    <dgm:pt modelId="{AA4A90BC-464A-4F2F-A5BA-59FA430ED8BE}" type="pres">
      <dgm:prSet presAssocID="{ED14565C-F8D8-432F-B9B2-FFE4ACD6E9C6}" presName="imageRepeatNode" presStyleLbl="alignNode1" presStyleIdx="4" presStyleCnt="5"/>
      <dgm:spPr/>
    </dgm:pt>
    <dgm:pt modelId="{2FE35A7E-7C59-4FBF-8501-D04728ECB51C}" type="pres">
      <dgm:prSet presAssocID="{ED14565C-F8D8-432F-B9B2-FFE4ACD6E9C6}" presName="fiveDotsPict" presStyleCnt="0"/>
      <dgm:spPr/>
    </dgm:pt>
    <dgm:pt modelId="{B582F5E0-6533-453D-BEED-2338DCD60674}" type="pres">
      <dgm:prSet presAssocID="{ED14565C-F8D8-432F-B9B2-FFE4ACD6E9C6}" presName="dotPict_51" presStyleLbl="solidFgAcc1" presStyleIdx="10" presStyleCnt="30"/>
      <dgm:spPr/>
    </dgm:pt>
    <dgm:pt modelId="{91D72CD7-58B3-41FA-96D9-C5EF4CE023C3}" type="pres">
      <dgm:prSet presAssocID="{ED14565C-F8D8-432F-B9B2-FFE4ACD6E9C6}" presName="dotPict_52" presStyleLbl="solidFgAcc1" presStyleIdx="11" presStyleCnt="30"/>
      <dgm:spPr/>
    </dgm:pt>
    <dgm:pt modelId="{3605613A-4107-43CA-852C-5D8B7697A473}" type="pres">
      <dgm:prSet presAssocID="{ED14565C-F8D8-432F-B9B2-FFE4ACD6E9C6}" presName="dotPict_53" presStyleLbl="solidFgAcc1" presStyleIdx="12" presStyleCnt="30"/>
      <dgm:spPr/>
    </dgm:pt>
    <dgm:pt modelId="{95D85D82-F55B-41A9-A265-A940B60A43C3}" type="pres">
      <dgm:prSet presAssocID="{ED14565C-F8D8-432F-B9B2-FFE4ACD6E9C6}" presName="dotPict_54" presStyleLbl="solidFgAcc1" presStyleIdx="13" presStyleCnt="30"/>
      <dgm:spPr/>
    </dgm:pt>
    <dgm:pt modelId="{2C98C803-0935-4133-989E-25166A95474C}" type="pres">
      <dgm:prSet presAssocID="{ED14565C-F8D8-432F-B9B2-FFE4ACD6E9C6}" presName="dotPict_55" presStyleLbl="solidFgAcc1" presStyleIdx="14" presStyleCnt="30"/>
      <dgm:spPr/>
    </dgm:pt>
    <dgm:pt modelId="{BE21C22B-2ADD-4724-AAD4-72D6CD3E3265}" type="pres">
      <dgm:prSet presAssocID="{6EBC4E48-834D-4B0F-ACE5-454D637C900A}" presName="txLine" presStyleCnt="0"/>
      <dgm:spPr/>
    </dgm:pt>
    <dgm:pt modelId="{AA35657D-DFF6-4427-8232-268F597DDEAA}" type="pres">
      <dgm:prSet presAssocID="{08948037-5A3B-4371-A768-4E86251B55B1}" presName="oneDotTx" presStyleCnt="0"/>
      <dgm:spPr/>
    </dgm:pt>
    <dgm:pt modelId="{51B05D28-850B-4CEB-877C-7B8A9E7E4636}" type="pres">
      <dgm:prSet presAssocID="{08948037-5A3B-4371-A768-4E86251B55B1}" presName="dotTx_11" presStyleLbl="solidFgAcc1" presStyleIdx="15" presStyleCnt="30"/>
      <dgm:spPr/>
    </dgm:pt>
    <dgm:pt modelId="{EC706815-05B9-4E1E-9620-C55263F17B32}" type="pres">
      <dgm:prSet presAssocID="{08948037-5A3B-4371-A768-4E86251B55B1}" presName="Name37" presStyleLbl="revTx" presStyleIdx="0" presStyleCnt="5">
        <dgm:presLayoutVars>
          <dgm:bulletEnabled val="1"/>
        </dgm:presLayoutVars>
      </dgm:prSet>
      <dgm:spPr/>
    </dgm:pt>
    <dgm:pt modelId="{277BCB62-6997-4222-9D48-D1E27F2AB3D4}" type="pres">
      <dgm:prSet presAssocID="{5798663F-DEEC-412F-96C7-5BB42317B6C6}" presName="twoDotsTx" presStyleCnt="0"/>
      <dgm:spPr/>
    </dgm:pt>
    <dgm:pt modelId="{71CE3F2C-79C3-49C2-81FA-C0635ACE5D4F}" type="pres">
      <dgm:prSet presAssocID="{5798663F-DEEC-412F-96C7-5BB42317B6C6}" presName="dotTx_21" presStyleLbl="solidFgAcc1" presStyleIdx="16" presStyleCnt="30"/>
      <dgm:spPr/>
    </dgm:pt>
    <dgm:pt modelId="{B2D7E2D6-E364-476E-AC72-CED7EF730CA7}" type="pres">
      <dgm:prSet presAssocID="{5798663F-DEEC-412F-96C7-5BB42317B6C6}" presName="dotTx_22" presStyleLbl="solidFgAcc1" presStyleIdx="17" presStyleCnt="30"/>
      <dgm:spPr/>
    </dgm:pt>
    <dgm:pt modelId="{337AF5A6-17D6-4FDF-BFE7-127AFE32CEEC}" type="pres">
      <dgm:prSet presAssocID="{5798663F-DEEC-412F-96C7-5BB42317B6C6}" presName="Name39" presStyleLbl="revTx" presStyleIdx="1" presStyleCnt="5">
        <dgm:presLayoutVars>
          <dgm:bulletEnabled val="1"/>
        </dgm:presLayoutVars>
      </dgm:prSet>
      <dgm:spPr/>
    </dgm:pt>
    <dgm:pt modelId="{08F8815D-89C4-40D5-B9D7-73DF69ECB1C5}" type="pres">
      <dgm:prSet presAssocID="{5D87FFBE-A53F-416C-81AF-73E7CA110433}" presName="threeDotsTx" presStyleCnt="0"/>
      <dgm:spPr/>
    </dgm:pt>
    <dgm:pt modelId="{69136BD0-B8F3-4B55-B670-A2701D1B9865}" type="pres">
      <dgm:prSet presAssocID="{5D87FFBE-A53F-416C-81AF-73E7CA110433}" presName="dotTx_31" presStyleLbl="solidFgAcc1" presStyleIdx="18" presStyleCnt="30"/>
      <dgm:spPr/>
    </dgm:pt>
    <dgm:pt modelId="{798E7BE2-1A27-4E67-9651-CDF2F84B3DF2}" type="pres">
      <dgm:prSet presAssocID="{5D87FFBE-A53F-416C-81AF-73E7CA110433}" presName="dotTx_32" presStyleLbl="solidFgAcc1" presStyleIdx="19" presStyleCnt="30"/>
      <dgm:spPr/>
    </dgm:pt>
    <dgm:pt modelId="{862233FE-64B8-4B38-8859-4A9449A6637D}" type="pres">
      <dgm:prSet presAssocID="{5D87FFBE-A53F-416C-81AF-73E7CA110433}" presName="dotTx_33" presStyleLbl="solidFgAcc1" presStyleIdx="20" presStyleCnt="30"/>
      <dgm:spPr/>
    </dgm:pt>
    <dgm:pt modelId="{D452D417-172B-4A77-AED4-2D41DDD70E6A}" type="pres">
      <dgm:prSet presAssocID="{5D87FFBE-A53F-416C-81AF-73E7CA110433}" presName="Name41" presStyleLbl="revTx" presStyleIdx="2" presStyleCnt="5">
        <dgm:presLayoutVars>
          <dgm:bulletEnabled val="1"/>
        </dgm:presLayoutVars>
      </dgm:prSet>
      <dgm:spPr/>
    </dgm:pt>
    <dgm:pt modelId="{AA634526-C53A-4B1B-B1FB-DD55F21934FF}" type="pres">
      <dgm:prSet presAssocID="{6839F3CB-B861-4FCA-8415-2B3027CA4F8F}" presName="fourDotsTx" presStyleCnt="0"/>
      <dgm:spPr/>
    </dgm:pt>
    <dgm:pt modelId="{F2C4CE14-0BA8-4F75-B399-77E4DC8C9E93}" type="pres">
      <dgm:prSet presAssocID="{6839F3CB-B861-4FCA-8415-2B3027CA4F8F}" presName="dotTx_41" presStyleLbl="solidFgAcc1" presStyleIdx="21" presStyleCnt="30"/>
      <dgm:spPr/>
    </dgm:pt>
    <dgm:pt modelId="{8BA7B230-D14A-459C-BA9A-4929AB52FA10}" type="pres">
      <dgm:prSet presAssocID="{6839F3CB-B861-4FCA-8415-2B3027CA4F8F}" presName="dotTx_42" presStyleLbl="solidFgAcc1" presStyleIdx="22" presStyleCnt="30"/>
      <dgm:spPr/>
    </dgm:pt>
    <dgm:pt modelId="{15C3F91C-759A-4BED-AEC2-B977903D8148}" type="pres">
      <dgm:prSet presAssocID="{6839F3CB-B861-4FCA-8415-2B3027CA4F8F}" presName="dotTx_43" presStyleLbl="solidFgAcc1" presStyleIdx="23" presStyleCnt="30"/>
      <dgm:spPr/>
    </dgm:pt>
    <dgm:pt modelId="{DDBC4B4F-99ED-4C75-A2BC-7CEC6810C2C9}" type="pres">
      <dgm:prSet presAssocID="{6839F3CB-B861-4FCA-8415-2B3027CA4F8F}" presName="dotTx_44" presStyleLbl="solidFgAcc1" presStyleIdx="24" presStyleCnt="30"/>
      <dgm:spPr/>
    </dgm:pt>
    <dgm:pt modelId="{C1480A99-4F23-4FAD-B915-6D0B7D70791F}" type="pres">
      <dgm:prSet presAssocID="{6839F3CB-B861-4FCA-8415-2B3027CA4F8F}" presName="Name43" presStyleLbl="revTx" presStyleIdx="3" presStyleCnt="5">
        <dgm:presLayoutVars>
          <dgm:bulletEnabled val="1"/>
        </dgm:presLayoutVars>
      </dgm:prSet>
      <dgm:spPr/>
    </dgm:pt>
    <dgm:pt modelId="{4A621930-7BDD-45F4-981D-84F658F3F047}" type="pres">
      <dgm:prSet presAssocID="{51C0D4E4-0AD3-4262-A3C2-0AC5356253F4}" presName="fiveDotsTx" presStyleCnt="0"/>
      <dgm:spPr/>
    </dgm:pt>
    <dgm:pt modelId="{73A42A38-6D9B-463F-B5B9-0B248D59F725}" type="pres">
      <dgm:prSet presAssocID="{51C0D4E4-0AD3-4262-A3C2-0AC5356253F4}" presName="dotTx_51" presStyleLbl="solidFgAcc1" presStyleIdx="25" presStyleCnt="30"/>
      <dgm:spPr/>
    </dgm:pt>
    <dgm:pt modelId="{1025A21E-92CB-418F-ADC0-451565661200}" type="pres">
      <dgm:prSet presAssocID="{51C0D4E4-0AD3-4262-A3C2-0AC5356253F4}" presName="dotTx_52" presStyleLbl="solidFgAcc1" presStyleIdx="26" presStyleCnt="30"/>
      <dgm:spPr/>
    </dgm:pt>
    <dgm:pt modelId="{9D8AE56D-6FA9-41F6-B38A-DF7E38DF00D7}" type="pres">
      <dgm:prSet presAssocID="{51C0D4E4-0AD3-4262-A3C2-0AC5356253F4}" presName="dotTx_53" presStyleLbl="solidFgAcc1" presStyleIdx="27" presStyleCnt="30"/>
      <dgm:spPr/>
    </dgm:pt>
    <dgm:pt modelId="{FB13FB16-E051-42F4-B006-958C150B64A4}" type="pres">
      <dgm:prSet presAssocID="{51C0D4E4-0AD3-4262-A3C2-0AC5356253F4}" presName="dotTx_54" presStyleLbl="solidFgAcc1" presStyleIdx="28" presStyleCnt="30"/>
      <dgm:spPr/>
    </dgm:pt>
    <dgm:pt modelId="{1CCB8ED8-AB11-4E95-95BD-76977D325108}" type="pres">
      <dgm:prSet presAssocID="{51C0D4E4-0AD3-4262-A3C2-0AC5356253F4}" presName="dotTx_55" presStyleLbl="solidFgAcc1" presStyleIdx="29" presStyleCnt="30"/>
      <dgm:spPr/>
    </dgm:pt>
    <dgm:pt modelId="{95D15923-5C1F-4E04-AAD2-92E255EE9849}" type="pres">
      <dgm:prSet presAssocID="{51C0D4E4-0AD3-4262-A3C2-0AC5356253F4}" presName="Name45" presStyleLbl="revTx" presStyleIdx="4" presStyleCnt="5">
        <dgm:presLayoutVars>
          <dgm:bulletEnabled val="1"/>
        </dgm:presLayoutVars>
      </dgm:prSet>
      <dgm:spPr/>
    </dgm:pt>
  </dgm:ptLst>
  <dgm:cxnLst>
    <dgm:cxn modelId="{98E15717-B09A-4320-BB3D-BCF5E5705D01}" type="presOf" srcId="{6839F3CB-B861-4FCA-8415-2B3027CA4F8F}" destId="{C1480A99-4F23-4FAD-B915-6D0B7D70791F}" srcOrd="0" destOrd="0" presId="urn:microsoft.com/office/officeart/2009/3/layout/SpiralPicture"/>
    <dgm:cxn modelId="{F0707B66-D35E-426B-8D99-5FA9C51325EE}" type="presOf" srcId="{39D387B8-73AB-4589-983B-BBBDD659640C}" destId="{71AE5D60-9832-40DE-9739-26C0CD4D2307}" srcOrd="0" destOrd="0" presId="urn:microsoft.com/office/officeart/2009/3/layout/SpiralPicture"/>
    <dgm:cxn modelId="{90C3D156-6293-4384-AB09-D10CFB1B45FD}" srcId="{6EBC4E48-834D-4B0F-ACE5-454D637C900A}" destId="{5798663F-DEEC-412F-96C7-5BB42317B6C6}" srcOrd="1" destOrd="0" parTransId="{A3DD47E6-9017-4594-A145-DDC0793E6714}" sibTransId="{CE800C67-6A76-4C58-AB94-CE29640C702F}"/>
    <dgm:cxn modelId="{7E2B5C78-EEAC-43AA-B21F-A6E28218FE60}" type="presOf" srcId="{5798663F-DEEC-412F-96C7-5BB42317B6C6}" destId="{337AF5A6-17D6-4FDF-BFE7-127AFE32CEEC}" srcOrd="0" destOrd="0" presId="urn:microsoft.com/office/officeart/2009/3/layout/SpiralPicture"/>
    <dgm:cxn modelId="{2ECAA785-D40B-468A-8DF0-FDA0849EE54B}" type="presOf" srcId="{6EBC4E48-834D-4B0F-ACE5-454D637C900A}" destId="{7288A5C2-3245-4541-BC44-1372508033A8}" srcOrd="0" destOrd="0" presId="urn:microsoft.com/office/officeart/2009/3/layout/SpiralPicture"/>
    <dgm:cxn modelId="{4B081089-4981-4B0F-80CB-518FDE51C6E3}" srcId="{6EBC4E48-834D-4B0F-ACE5-454D637C900A}" destId="{08948037-5A3B-4371-A768-4E86251B55B1}" srcOrd="0" destOrd="0" parTransId="{08DF34C2-D0B5-462E-A8AB-2D0FF10484B5}" sibTransId="{B97509D9-5963-4CDB-BCC4-2D919B9F9BBF}"/>
    <dgm:cxn modelId="{BF543593-AADE-4FBA-A624-967AF93E84EA}" type="presOf" srcId="{ED14565C-F8D8-432F-B9B2-FFE4ACD6E9C6}" destId="{AA4A90BC-464A-4F2F-A5BA-59FA430ED8BE}" srcOrd="0" destOrd="0" presId="urn:microsoft.com/office/officeart/2009/3/layout/SpiralPicture"/>
    <dgm:cxn modelId="{529D7DA2-9BA9-4D71-916F-A2719DA6B501}" type="presOf" srcId="{5D87FFBE-A53F-416C-81AF-73E7CA110433}" destId="{D452D417-172B-4A77-AED4-2D41DDD70E6A}" srcOrd="0" destOrd="0" presId="urn:microsoft.com/office/officeart/2009/3/layout/SpiralPicture"/>
    <dgm:cxn modelId="{9884ECA2-63EC-4C94-BF8D-328DB8F629A2}" srcId="{6EBC4E48-834D-4B0F-ACE5-454D637C900A}" destId="{BFC958D0-D047-4F72-AA2F-D7D90CEAB3B9}" srcOrd="5" destOrd="0" parTransId="{8D6A009E-BEB5-46C9-8939-D1869715FAD7}" sibTransId="{F20F72A9-DC77-4A1B-AB1D-D0AF569B4D15}"/>
    <dgm:cxn modelId="{3BFFA7AB-BFEF-4A3A-A7C3-6EB8D7F2050D}" srcId="{6EBC4E48-834D-4B0F-ACE5-454D637C900A}" destId="{5D87FFBE-A53F-416C-81AF-73E7CA110433}" srcOrd="2" destOrd="0" parTransId="{3299865A-4FBF-4B01-8B55-6839607ADA90}" sibTransId="{39D387B8-73AB-4589-983B-BBBDD659640C}"/>
    <dgm:cxn modelId="{BA03CAB6-9F42-4E15-9618-C95CB7A0EBF5}" type="presOf" srcId="{51C0D4E4-0AD3-4262-A3C2-0AC5356253F4}" destId="{95D15923-5C1F-4E04-AAD2-92E255EE9849}" srcOrd="0" destOrd="0" presId="urn:microsoft.com/office/officeart/2009/3/layout/SpiralPicture"/>
    <dgm:cxn modelId="{9EA7A8BD-C5B3-41E0-BDD0-6E1BF232C7C6}" srcId="{6EBC4E48-834D-4B0F-ACE5-454D637C900A}" destId="{6839F3CB-B861-4FCA-8415-2B3027CA4F8F}" srcOrd="3" destOrd="0" parTransId="{528EB826-5408-4D3C-ACCD-5A1A7B1B5476}" sibTransId="{37EEDF11-750B-4B96-9BE0-9CA36795D782}"/>
    <dgm:cxn modelId="{C0AA80D5-1CA4-4D20-A062-34B436530B14}" type="presOf" srcId="{37EEDF11-750B-4B96-9BE0-9CA36795D782}" destId="{806B7DF5-98EE-4706-BF58-AF4B659138B3}" srcOrd="0" destOrd="0" presId="urn:microsoft.com/office/officeart/2009/3/layout/SpiralPicture"/>
    <dgm:cxn modelId="{8FB73ED7-9C21-4FA6-8052-126F581B79A7}" type="presOf" srcId="{B97509D9-5963-4CDB-BCC4-2D919B9F9BBF}" destId="{709A0A67-EB90-4014-82CD-66F7F3D2713F}" srcOrd="0" destOrd="0" presId="urn:microsoft.com/office/officeart/2009/3/layout/SpiralPicture"/>
    <dgm:cxn modelId="{82DFCAD8-7A09-4AD2-94F1-FC7A5DE3346E}" srcId="{6EBC4E48-834D-4B0F-ACE5-454D637C900A}" destId="{51C0D4E4-0AD3-4262-A3C2-0AC5356253F4}" srcOrd="4" destOrd="0" parTransId="{76CE5930-5C9C-4E89-8C01-90906BC62862}" sibTransId="{ED14565C-F8D8-432F-B9B2-FFE4ACD6E9C6}"/>
    <dgm:cxn modelId="{ED6560E0-AED3-4D85-9F53-DCF1E356C4B0}" type="presOf" srcId="{08948037-5A3B-4371-A768-4E86251B55B1}" destId="{EC706815-05B9-4E1E-9620-C55263F17B32}" srcOrd="0" destOrd="0" presId="urn:microsoft.com/office/officeart/2009/3/layout/SpiralPicture"/>
    <dgm:cxn modelId="{92E578E6-8E85-40DE-8AAE-9BA0BC275C8B}" type="presOf" srcId="{CE800C67-6A76-4C58-AB94-CE29640C702F}" destId="{E72337AB-6BDF-419E-8A41-2D3CAB534529}" srcOrd="0" destOrd="0" presId="urn:microsoft.com/office/officeart/2009/3/layout/SpiralPicture"/>
    <dgm:cxn modelId="{B0F86B08-E7FE-4ACB-89EB-3ACA05A52C3B}" type="presParOf" srcId="{7288A5C2-3245-4541-BC44-1372508033A8}" destId="{66B758F4-1B8B-4825-869D-90BF8F25631F}" srcOrd="0" destOrd="0" presId="urn:microsoft.com/office/officeart/2009/3/layout/SpiralPicture"/>
    <dgm:cxn modelId="{1A264797-831E-4F0C-8D9C-2E41BCE7CB1E}" type="presParOf" srcId="{66B758F4-1B8B-4825-869D-90BF8F25631F}" destId="{EEAA66B6-6502-42DF-8BA5-4A9C62632EB8}" srcOrd="0" destOrd="0" presId="urn:microsoft.com/office/officeart/2009/3/layout/SpiralPicture"/>
    <dgm:cxn modelId="{05694434-DEB4-4F64-9825-0C09CC8E97FA}" type="presParOf" srcId="{66B758F4-1B8B-4825-869D-90BF8F25631F}" destId="{7E7B32B0-28E6-411F-82F8-F5404F7E5AD8}" srcOrd="1" destOrd="0" presId="urn:microsoft.com/office/officeart/2009/3/layout/SpiralPicture"/>
    <dgm:cxn modelId="{7997D7E6-18C9-4802-AAEC-15A5D2365854}" type="presParOf" srcId="{66B758F4-1B8B-4825-869D-90BF8F25631F}" destId="{A89ADEB0-D5C2-4EE8-8680-3CEE821444A6}" srcOrd="2" destOrd="0" presId="urn:microsoft.com/office/officeart/2009/3/layout/SpiralPicture"/>
    <dgm:cxn modelId="{3CE4DC4F-245F-4C9D-868D-26DAB8C38115}" type="presParOf" srcId="{A89ADEB0-D5C2-4EE8-8680-3CEE821444A6}" destId="{709A0A67-EB90-4014-82CD-66F7F3D2713F}" srcOrd="0" destOrd="0" presId="urn:microsoft.com/office/officeart/2009/3/layout/SpiralPicture"/>
    <dgm:cxn modelId="{461547C0-BB64-468E-B559-0CF63ABD9B00}" type="presParOf" srcId="{66B758F4-1B8B-4825-869D-90BF8F25631F}" destId="{903C0068-28EF-4041-89C5-0829ABA8F930}" srcOrd="3" destOrd="0" presId="urn:microsoft.com/office/officeart/2009/3/layout/SpiralPicture"/>
    <dgm:cxn modelId="{CE36C89B-FAF6-4371-BFA6-D5CF16CA2435}" type="presParOf" srcId="{903C0068-28EF-4041-89C5-0829ABA8F930}" destId="{A0EAB583-6016-46CD-B155-731D8053B413}" srcOrd="0" destOrd="0" presId="urn:microsoft.com/office/officeart/2009/3/layout/SpiralPicture"/>
    <dgm:cxn modelId="{910714F7-82DF-46EC-9472-E6D8530AC0EF}" type="presParOf" srcId="{66B758F4-1B8B-4825-869D-90BF8F25631F}" destId="{F8C692BC-7BC9-426D-ADEA-611C7F49AF6C}" srcOrd="4" destOrd="0" presId="urn:microsoft.com/office/officeart/2009/3/layout/SpiralPicture"/>
    <dgm:cxn modelId="{7715EDAE-ADC8-4936-8ECF-7C5DD330DE8C}" type="presParOf" srcId="{F8C692BC-7BC9-426D-ADEA-611C7F49AF6C}" destId="{E72337AB-6BDF-419E-8A41-2D3CAB534529}" srcOrd="0" destOrd="0" presId="urn:microsoft.com/office/officeart/2009/3/layout/SpiralPicture"/>
    <dgm:cxn modelId="{45415831-CCD3-4AB1-964C-6D2C334ADB3C}" type="presParOf" srcId="{66B758F4-1B8B-4825-869D-90BF8F25631F}" destId="{2FDA1228-2BC6-4187-94F8-62E9B0D580D2}" srcOrd="5" destOrd="0" presId="urn:microsoft.com/office/officeart/2009/3/layout/SpiralPicture"/>
    <dgm:cxn modelId="{EDA69C30-A7E3-4B22-B5C4-D1DFE1CFEB70}" type="presParOf" srcId="{2FDA1228-2BC6-4187-94F8-62E9B0D580D2}" destId="{D5E1DBAD-7765-4433-AE98-BE5FB72CD40C}" srcOrd="0" destOrd="0" presId="urn:microsoft.com/office/officeart/2009/3/layout/SpiralPicture"/>
    <dgm:cxn modelId="{C5883D31-1DA6-4D00-A617-C938CFAFA00F}" type="presParOf" srcId="{2FDA1228-2BC6-4187-94F8-62E9B0D580D2}" destId="{42FB0138-3360-47B8-BC4A-D086694BAFB0}" srcOrd="1" destOrd="0" presId="urn:microsoft.com/office/officeart/2009/3/layout/SpiralPicture"/>
    <dgm:cxn modelId="{C558CF5B-E87F-4E2D-9950-7A631B685FFC}" type="presParOf" srcId="{66B758F4-1B8B-4825-869D-90BF8F25631F}" destId="{7DAA7A1F-89D5-4A51-BE93-D3090E631630}" srcOrd="6" destOrd="0" presId="urn:microsoft.com/office/officeart/2009/3/layout/SpiralPicture"/>
    <dgm:cxn modelId="{F8E2332F-7E8D-4B21-9FCC-0DE75C8EF669}" type="presParOf" srcId="{7DAA7A1F-89D5-4A51-BE93-D3090E631630}" destId="{71AE5D60-9832-40DE-9739-26C0CD4D2307}" srcOrd="0" destOrd="0" presId="urn:microsoft.com/office/officeart/2009/3/layout/SpiralPicture"/>
    <dgm:cxn modelId="{AFEA21F8-AA2B-45A4-8272-A0A580F39636}" type="presParOf" srcId="{66B758F4-1B8B-4825-869D-90BF8F25631F}" destId="{7B1A7FDF-4D99-45F5-A23F-A1F9257C46B9}" srcOrd="7" destOrd="0" presId="urn:microsoft.com/office/officeart/2009/3/layout/SpiralPicture"/>
    <dgm:cxn modelId="{6997364F-2214-40B6-8BCB-D6818753500F}" type="presParOf" srcId="{7B1A7FDF-4D99-45F5-A23F-A1F9257C46B9}" destId="{53BF8939-39A5-4E9D-8320-0E92BD59AD9A}" srcOrd="0" destOrd="0" presId="urn:microsoft.com/office/officeart/2009/3/layout/SpiralPicture"/>
    <dgm:cxn modelId="{F69B0F04-A20A-4130-9ED3-1E688B96C860}" type="presParOf" srcId="{7B1A7FDF-4D99-45F5-A23F-A1F9257C46B9}" destId="{7152D617-23FE-4B5A-8063-6E426103CAFD}" srcOrd="1" destOrd="0" presId="urn:microsoft.com/office/officeart/2009/3/layout/SpiralPicture"/>
    <dgm:cxn modelId="{C6706DE2-4630-4872-8DDD-16C51A479696}" type="presParOf" srcId="{7B1A7FDF-4D99-45F5-A23F-A1F9257C46B9}" destId="{BBE6179B-5A23-4553-AE83-A9FCD8D6A2AB}" srcOrd="2" destOrd="0" presId="urn:microsoft.com/office/officeart/2009/3/layout/SpiralPicture"/>
    <dgm:cxn modelId="{9B9493B5-005C-4626-9FF9-5C3C0610B858}" type="presParOf" srcId="{66B758F4-1B8B-4825-869D-90BF8F25631F}" destId="{54BADAD5-9130-47B8-BBD9-FA9180581012}" srcOrd="8" destOrd="0" presId="urn:microsoft.com/office/officeart/2009/3/layout/SpiralPicture"/>
    <dgm:cxn modelId="{724678BC-ABB0-4826-9FFC-DD68F1D959EE}" type="presParOf" srcId="{54BADAD5-9130-47B8-BBD9-FA9180581012}" destId="{806B7DF5-98EE-4706-BF58-AF4B659138B3}" srcOrd="0" destOrd="0" presId="urn:microsoft.com/office/officeart/2009/3/layout/SpiralPicture"/>
    <dgm:cxn modelId="{FCA70156-8E3B-49ED-9705-CD5DCD6ACEB2}" type="presParOf" srcId="{66B758F4-1B8B-4825-869D-90BF8F25631F}" destId="{14A2F07C-560C-4033-83CE-06A01E6F68E1}" srcOrd="9" destOrd="0" presId="urn:microsoft.com/office/officeart/2009/3/layout/SpiralPicture"/>
    <dgm:cxn modelId="{FE24FBE1-3E64-4A6B-B911-2085F5B53958}" type="presParOf" srcId="{14A2F07C-560C-4033-83CE-06A01E6F68E1}" destId="{E68A2733-422C-4EF3-AB4C-691ACE277666}" srcOrd="0" destOrd="0" presId="urn:microsoft.com/office/officeart/2009/3/layout/SpiralPicture"/>
    <dgm:cxn modelId="{4019CCB3-EF60-4727-91C4-945012C4015C}" type="presParOf" srcId="{14A2F07C-560C-4033-83CE-06A01E6F68E1}" destId="{25BEFFDF-C599-45B8-A908-C016E48E418D}" srcOrd="1" destOrd="0" presId="urn:microsoft.com/office/officeart/2009/3/layout/SpiralPicture"/>
    <dgm:cxn modelId="{47C76C52-CCF4-4DCB-B8E0-B5684E0EFB59}" type="presParOf" srcId="{14A2F07C-560C-4033-83CE-06A01E6F68E1}" destId="{96801B4E-9CC6-48E3-ACDA-3E95CF3A5A94}" srcOrd="2" destOrd="0" presId="urn:microsoft.com/office/officeart/2009/3/layout/SpiralPicture"/>
    <dgm:cxn modelId="{A9307724-0FA4-41AF-98C9-14C7BADDD6EB}" type="presParOf" srcId="{14A2F07C-560C-4033-83CE-06A01E6F68E1}" destId="{16E552A3-C2D8-4750-9155-0D17C37A9B26}" srcOrd="3" destOrd="0" presId="urn:microsoft.com/office/officeart/2009/3/layout/SpiralPicture"/>
    <dgm:cxn modelId="{FBA15766-D1C9-4A6E-9283-9723C209D238}" type="presParOf" srcId="{66B758F4-1B8B-4825-869D-90BF8F25631F}" destId="{72ABA6E4-AC9C-4618-BF92-DCC6FF3ED455}" srcOrd="10" destOrd="0" presId="urn:microsoft.com/office/officeart/2009/3/layout/SpiralPicture"/>
    <dgm:cxn modelId="{12E742F4-C180-4A19-9EEA-F3455199464D}" type="presParOf" srcId="{72ABA6E4-AC9C-4618-BF92-DCC6FF3ED455}" destId="{AA4A90BC-464A-4F2F-A5BA-59FA430ED8BE}" srcOrd="0" destOrd="0" presId="urn:microsoft.com/office/officeart/2009/3/layout/SpiralPicture"/>
    <dgm:cxn modelId="{4503319C-DC2D-4E29-8A04-2F74C05C749A}" type="presParOf" srcId="{66B758F4-1B8B-4825-869D-90BF8F25631F}" destId="{2FE35A7E-7C59-4FBF-8501-D04728ECB51C}" srcOrd="11" destOrd="0" presId="urn:microsoft.com/office/officeart/2009/3/layout/SpiralPicture"/>
    <dgm:cxn modelId="{CD4AE138-B605-4775-BC5F-90BF0198EC17}" type="presParOf" srcId="{2FE35A7E-7C59-4FBF-8501-D04728ECB51C}" destId="{B582F5E0-6533-453D-BEED-2338DCD60674}" srcOrd="0" destOrd="0" presId="urn:microsoft.com/office/officeart/2009/3/layout/SpiralPicture"/>
    <dgm:cxn modelId="{4A777F4B-D968-4EA6-94C6-68E7DEC5B6D1}" type="presParOf" srcId="{2FE35A7E-7C59-4FBF-8501-D04728ECB51C}" destId="{91D72CD7-58B3-41FA-96D9-C5EF4CE023C3}" srcOrd="1" destOrd="0" presId="urn:microsoft.com/office/officeart/2009/3/layout/SpiralPicture"/>
    <dgm:cxn modelId="{7525E5EE-6165-4BA0-9293-0090CA1C2B48}" type="presParOf" srcId="{2FE35A7E-7C59-4FBF-8501-D04728ECB51C}" destId="{3605613A-4107-43CA-852C-5D8B7697A473}" srcOrd="2" destOrd="0" presId="urn:microsoft.com/office/officeart/2009/3/layout/SpiralPicture"/>
    <dgm:cxn modelId="{08C889FC-D996-4ACA-AAD4-073AD9402FBE}" type="presParOf" srcId="{2FE35A7E-7C59-4FBF-8501-D04728ECB51C}" destId="{95D85D82-F55B-41A9-A265-A940B60A43C3}" srcOrd="3" destOrd="0" presId="urn:microsoft.com/office/officeart/2009/3/layout/SpiralPicture"/>
    <dgm:cxn modelId="{F26FCA5F-137E-4B84-B6FD-15D0FAC4F239}" type="presParOf" srcId="{2FE35A7E-7C59-4FBF-8501-D04728ECB51C}" destId="{2C98C803-0935-4133-989E-25166A95474C}" srcOrd="4" destOrd="0" presId="urn:microsoft.com/office/officeart/2009/3/layout/SpiralPicture"/>
    <dgm:cxn modelId="{02125EA7-329A-4043-A095-C5B5BC106E64}" type="presParOf" srcId="{7288A5C2-3245-4541-BC44-1372508033A8}" destId="{BE21C22B-2ADD-4724-AAD4-72D6CD3E3265}" srcOrd="1" destOrd="0" presId="urn:microsoft.com/office/officeart/2009/3/layout/SpiralPicture"/>
    <dgm:cxn modelId="{5C48A5AF-60CA-4B96-872A-6524A45CE94B}" type="presParOf" srcId="{BE21C22B-2ADD-4724-AAD4-72D6CD3E3265}" destId="{AA35657D-DFF6-4427-8232-268F597DDEAA}" srcOrd="0" destOrd="0" presId="urn:microsoft.com/office/officeart/2009/3/layout/SpiralPicture"/>
    <dgm:cxn modelId="{7F08FB3C-CAFB-4368-9AEB-18BAF30D43F2}" type="presParOf" srcId="{AA35657D-DFF6-4427-8232-268F597DDEAA}" destId="{51B05D28-850B-4CEB-877C-7B8A9E7E4636}" srcOrd="0" destOrd="0" presId="urn:microsoft.com/office/officeart/2009/3/layout/SpiralPicture"/>
    <dgm:cxn modelId="{2146E9B7-8775-4B1B-946A-555251BD8FCC}" type="presParOf" srcId="{BE21C22B-2ADD-4724-AAD4-72D6CD3E3265}" destId="{EC706815-05B9-4E1E-9620-C55263F17B32}" srcOrd="1" destOrd="0" presId="urn:microsoft.com/office/officeart/2009/3/layout/SpiralPicture"/>
    <dgm:cxn modelId="{E5A08B2B-2F42-4FEE-99B7-13C744CF8F7C}" type="presParOf" srcId="{BE21C22B-2ADD-4724-AAD4-72D6CD3E3265}" destId="{277BCB62-6997-4222-9D48-D1E27F2AB3D4}" srcOrd="2" destOrd="0" presId="urn:microsoft.com/office/officeart/2009/3/layout/SpiralPicture"/>
    <dgm:cxn modelId="{BF1997DF-2C4D-4150-B471-7A140810F3D8}" type="presParOf" srcId="{277BCB62-6997-4222-9D48-D1E27F2AB3D4}" destId="{71CE3F2C-79C3-49C2-81FA-C0635ACE5D4F}" srcOrd="0" destOrd="0" presId="urn:microsoft.com/office/officeart/2009/3/layout/SpiralPicture"/>
    <dgm:cxn modelId="{946412F8-B443-4CD7-BB9E-E2B4631EC558}" type="presParOf" srcId="{277BCB62-6997-4222-9D48-D1E27F2AB3D4}" destId="{B2D7E2D6-E364-476E-AC72-CED7EF730CA7}" srcOrd="1" destOrd="0" presId="urn:microsoft.com/office/officeart/2009/3/layout/SpiralPicture"/>
    <dgm:cxn modelId="{A1DF0C99-866C-4D5B-B801-9F30CCFC02BF}" type="presParOf" srcId="{BE21C22B-2ADD-4724-AAD4-72D6CD3E3265}" destId="{337AF5A6-17D6-4FDF-BFE7-127AFE32CEEC}" srcOrd="3" destOrd="0" presId="urn:microsoft.com/office/officeart/2009/3/layout/SpiralPicture"/>
    <dgm:cxn modelId="{FC2BDF63-480B-4D7E-B8A6-CFE1B7F3CAB5}" type="presParOf" srcId="{BE21C22B-2ADD-4724-AAD4-72D6CD3E3265}" destId="{08F8815D-89C4-40D5-B9D7-73DF69ECB1C5}" srcOrd="4" destOrd="0" presId="urn:microsoft.com/office/officeart/2009/3/layout/SpiralPicture"/>
    <dgm:cxn modelId="{E6D83D0E-F3C4-4D07-8299-A95A871A391D}" type="presParOf" srcId="{08F8815D-89C4-40D5-B9D7-73DF69ECB1C5}" destId="{69136BD0-B8F3-4B55-B670-A2701D1B9865}" srcOrd="0" destOrd="0" presId="urn:microsoft.com/office/officeart/2009/3/layout/SpiralPicture"/>
    <dgm:cxn modelId="{20C68463-8EFD-4A80-842D-475D9698B424}" type="presParOf" srcId="{08F8815D-89C4-40D5-B9D7-73DF69ECB1C5}" destId="{798E7BE2-1A27-4E67-9651-CDF2F84B3DF2}" srcOrd="1" destOrd="0" presId="urn:microsoft.com/office/officeart/2009/3/layout/SpiralPicture"/>
    <dgm:cxn modelId="{AEC8A8AA-3F4E-4C41-8AF1-23F1F2E16A47}" type="presParOf" srcId="{08F8815D-89C4-40D5-B9D7-73DF69ECB1C5}" destId="{862233FE-64B8-4B38-8859-4A9449A6637D}" srcOrd="2" destOrd="0" presId="urn:microsoft.com/office/officeart/2009/3/layout/SpiralPicture"/>
    <dgm:cxn modelId="{A0AB8726-7FFC-4AAA-A7C6-9D597E1A7758}" type="presParOf" srcId="{BE21C22B-2ADD-4724-AAD4-72D6CD3E3265}" destId="{D452D417-172B-4A77-AED4-2D41DDD70E6A}" srcOrd="5" destOrd="0" presId="urn:microsoft.com/office/officeart/2009/3/layout/SpiralPicture"/>
    <dgm:cxn modelId="{49ED9DC4-2760-462A-B1CE-AEC745E57076}" type="presParOf" srcId="{BE21C22B-2ADD-4724-AAD4-72D6CD3E3265}" destId="{AA634526-C53A-4B1B-B1FB-DD55F21934FF}" srcOrd="6" destOrd="0" presId="urn:microsoft.com/office/officeart/2009/3/layout/SpiralPicture"/>
    <dgm:cxn modelId="{A3AADDAF-996F-4327-93A8-FE1857ABA6CD}" type="presParOf" srcId="{AA634526-C53A-4B1B-B1FB-DD55F21934FF}" destId="{F2C4CE14-0BA8-4F75-B399-77E4DC8C9E93}" srcOrd="0" destOrd="0" presId="urn:microsoft.com/office/officeart/2009/3/layout/SpiralPicture"/>
    <dgm:cxn modelId="{24645853-2BBF-4336-BF80-F8BA1AF6BB62}" type="presParOf" srcId="{AA634526-C53A-4B1B-B1FB-DD55F21934FF}" destId="{8BA7B230-D14A-459C-BA9A-4929AB52FA10}" srcOrd="1" destOrd="0" presId="urn:microsoft.com/office/officeart/2009/3/layout/SpiralPicture"/>
    <dgm:cxn modelId="{0DF8BF7D-6712-4B5A-BF22-9A8725846BB5}" type="presParOf" srcId="{AA634526-C53A-4B1B-B1FB-DD55F21934FF}" destId="{15C3F91C-759A-4BED-AEC2-B977903D8148}" srcOrd="2" destOrd="0" presId="urn:microsoft.com/office/officeart/2009/3/layout/SpiralPicture"/>
    <dgm:cxn modelId="{B3B7A0B3-72FC-4CBF-A04D-9116179CBA6F}" type="presParOf" srcId="{AA634526-C53A-4B1B-B1FB-DD55F21934FF}" destId="{DDBC4B4F-99ED-4C75-A2BC-7CEC6810C2C9}" srcOrd="3" destOrd="0" presId="urn:microsoft.com/office/officeart/2009/3/layout/SpiralPicture"/>
    <dgm:cxn modelId="{B9421FBB-856F-466B-9603-8367675A3338}" type="presParOf" srcId="{BE21C22B-2ADD-4724-AAD4-72D6CD3E3265}" destId="{C1480A99-4F23-4FAD-B915-6D0B7D70791F}" srcOrd="7" destOrd="0" presId="urn:microsoft.com/office/officeart/2009/3/layout/SpiralPicture"/>
    <dgm:cxn modelId="{BAAC7D20-9792-4FFE-9DA9-0711A2842F34}" type="presParOf" srcId="{BE21C22B-2ADD-4724-AAD4-72D6CD3E3265}" destId="{4A621930-7BDD-45F4-981D-84F658F3F047}" srcOrd="8" destOrd="0" presId="urn:microsoft.com/office/officeart/2009/3/layout/SpiralPicture"/>
    <dgm:cxn modelId="{60F57CB1-BB06-4068-96B4-71A6748876AC}" type="presParOf" srcId="{4A621930-7BDD-45F4-981D-84F658F3F047}" destId="{73A42A38-6D9B-463F-B5B9-0B248D59F725}" srcOrd="0" destOrd="0" presId="urn:microsoft.com/office/officeart/2009/3/layout/SpiralPicture"/>
    <dgm:cxn modelId="{E93473CD-A5E6-4C0F-BA7F-3596F1430B89}" type="presParOf" srcId="{4A621930-7BDD-45F4-981D-84F658F3F047}" destId="{1025A21E-92CB-418F-ADC0-451565661200}" srcOrd="1" destOrd="0" presId="urn:microsoft.com/office/officeart/2009/3/layout/SpiralPicture"/>
    <dgm:cxn modelId="{C73E7373-ABCB-420B-906B-ED38898D2F40}" type="presParOf" srcId="{4A621930-7BDD-45F4-981D-84F658F3F047}" destId="{9D8AE56D-6FA9-41F6-B38A-DF7E38DF00D7}" srcOrd="2" destOrd="0" presId="urn:microsoft.com/office/officeart/2009/3/layout/SpiralPicture"/>
    <dgm:cxn modelId="{4F8D29FA-EED4-4538-B9F0-3FF7248869D2}" type="presParOf" srcId="{4A621930-7BDD-45F4-981D-84F658F3F047}" destId="{FB13FB16-E051-42F4-B006-958C150B64A4}" srcOrd="3" destOrd="0" presId="urn:microsoft.com/office/officeart/2009/3/layout/SpiralPicture"/>
    <dgm:cxn modelId="{42D373E1-9236-4C87-BE65-AA64983F3DEB}" type="presParOf" srcId="{4A621930-7BDD-45F4-981D-84F658F3F047}" destId="{1CCB8ED8-AB11-4E95-95BD-76977D325108}" srcOrd="4" destOrd="0" presId="urn:microsoft.com/office/officeart/2009/3/layout/SpiralPicture"/>
    <dgm:cxn modelId="{80F47615-993A-46D9-9CBA-66DD616A21C4}" type="presParOf" srcId="{BE21C22B-2ADD-4724-AAD4-72D6CD3E3265}" destId="{95D15923-5C1F-4E04-AAD2-92E255EE9849}" srcOrd="9" destOrd="0" presId="urn:microsoft.com/office/officeart/2009/3/layout/SpiralPictur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1.xml><?xml version="1.0" encoding="utf-8"?>
<dgm:dataModel xmlns:dgm="http://schemas.openxmlformats.org/drawingml/2006/diagram" xmlns:a="http://schemas.openxmlformats.org/drawingml/2006/main">
  <dgm:ptLst>
    <dgm:pt modelId="{B9C32B05-62EA-407A-B21C-2310C7945705}" type="doc">
      <dgm:prSet loTypeId="urn:microsoft.com/office/officeart/2008/layout/CaptionedPictures" loCatId="picture" qsTypeId="urn:microsoft.com/office/officeart/2005/8/quickstyle/simple4" qsCatId="simple" csTypeId="urn:microsoft.com/office/officeart/2005/8/colors/colorful1" csCatId="colorful" phldr="1"/>
      <dgm:spPr/>
      <dgm:t>
        <a:bodyPr/>
        <a:lstStyle/>
        <a:p>
          <a:endParaRPr lang="en-US"/>
        </a:p>
      </dgm:t>
    </dgm:pt>
    <dgm:pt modelId="{8EA7219F-BDB2-48EB-9EEB-3133522D132E}">
      <dgm:prSet phldrT="[Text]"/>
      <dgm:spPr/>
      <dgm:t>
        <a:bodyPr/>
        <a:lstStyle/>
        <a:p>
          <a:r>
            <a:rPr lang="en-US" dirty="0"/>
            <a:t>Lorem Ipsum</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F3FA86F7-575E-4FDD-B637-1D7276F725A4}">
      <dgm:prSet phldrT="[Text]"/>
      <dgm:spPr/>
      <dgm:t>
        <a:bodyPr/>
        <a:lstStyle/>
        <a:p>
          <a:r>
            <a:rPr lang="en-US" dirty="0"/>
            <a:t>Lorem Ipsum</a:t>
          </a:r>
        </a:p>
      </dgm:t>
    </dgm:pt>
    <dgm:pt modelId="{192CD16B-FA85-49AB-96EA-80094BA41ED5}" type="parTrans" cxnId="{B38DB338-3B1E-4324-A45E-8025E9D81450}">
      <dgm:prSet/>
      <dgm:spPr/>
      <dgm:t>
        <a:bodyPr/>
        <a:lstStyle/>
        <a:p>
          <a:endParaRPr lang="en-US"/>
        </a:p>
      </dgm:t>
    </dgm:pt>
    <dgm:pt modelId="{BEF45895-E33A-456A-85CE-5D5DFC2CF2C9}" type="sibTrans" cxnId="{B38DB338-3B1E-4324-A45E-8025E9D81450}">
      <dgm:prSet/>
      <dgm:spPr/>
      <dgm:t>
        <a:bodyPr/>
        <a:lstStyle/>
        <a:p>
          <a:endParaRPr lang="en-US"/>
        </a:p>
      </dgm:t>
    </dgm:pt>
    <dgm:pt modelId="{8D3744A8-1883-4930-8E0D-B57E26D003C6}">
      <dgm:prSet phldrT="[Text]"/>
      <dgm:spPr/>
      <dgm:t>
        <a:bodyPr/>
        <a:lstStyle/>
        <a:p>
          <a:r>
            <a:rPr lang="en-US" dirty="0"/>
            <a:t>Lorem Ipsum</a:t>
          </a:r>
        </a:p>
      </dgm:t>
    </dgm:pt>
    <dgm:pt modelId="{AC9EAF57-EBF1-4FB7-8ED0-6ECFF59ADE74}" type="parTrans" cxnId="{C8FCCD3C-805E-4A27-964D-25DE1206ADCA}">
      <dgm:prSet/>
      <dgm:spPr/>
      <dgm:t>
        <a:bodyPr/>
        <a:lstStyle/>
        <a:p>
          <a:endParaRPr lang="en-US"/>
        </a:p>
      </dgm:t>
    </dgm:pt>
    <dgm:pt modelId="{D40CF7D9-D0C3-4084-8D2D-359654C28D0F}" type="sibTrans" cxnId="{C8FCCD3C-805E-4A27-964D-25DE1206ADCA}">
      <dgm:prSet/>
      <dgm:spPr/>
      <dgm:t>
        <a:bodyPr/>
        <a:lstStyle/>
        <a:p>
          <a:endParaRPr lang="en-US"/>
        </a:p>
      </dgm:t>
    </dgm:pt>
    <dgm:pt modelId="{BB36F745-62BA-4892-99D7-E4239B0F3843}">
      <dgm:prSet phldrT="[Text]"/>
      <dgm:spPr/>
      <dgm:t>
        <a:bodyPr/>
        <a:lstStyle/>
        <a:p>
          <a:r>
            <a:rPr lang="en-US" dirty="0"/>
            <a:t>Lorem Ipsum</a:t>
          </a:r>
        </a:p>
      </dgm:t>
    </dgm:pt>
    <dgm:pt modelId="{CE269D49-A2E4-44F1-A948-9BE1FE5D6140}" type="parTrans" cxnId="{C96A1F07-338B-48CD-B344-80BE34A6C9DF}">
      <dgm:prSet/>
      <dgm:spPr/>
      <dgm:t>
        <a:bodyPr/>
        <a:lstStyle/>
        <a:p>
          <a:endParaRPr lang="en-US"/>
        </a:p>
      </dgm:t>
    </dgm:pt>
    <dgm:pt modelId="{5CE5B550-A310-4948-9BA1-267AF81C5FA4}" type="sibTrans" cxnId="{C96A1F07-338B-48CD-B344-80BE34A6C9DF}">
      <dgm:prSet/>
      <dgm:spPr/>
      <dgm:t>
        <a:bodyPr/>
        <a:lstStyle/>
        <a:p>
          <a:endParaRPr lang="en-US"/>
        </a:p>
      </dgm:t>
    </dgm:pt>
    <dgm:pt modelId="{C9AAC837-F2B0-40E5-8679-D365145CD32D}">
      <dgm:prSet phldrT="[Text]"/>
      <dgm:spPr/>
      <dgm:t>
        <a:bodyPr/>
        <a:lstStyle/>
        <a:p>
          <a:r>
            <a:rPr lang="en-US" dirty="0"/>
            <a:t>Lorem Ipsum</a:t>
          </a:r>
        </a:p>
      </dgm:t>
    </dgm:pt>
    <dgm:pt modelId="{BF762BC7-3A73-465D-85A6-3BCDF9B94784}" type="parTrans" cxnId="{D2F8513A-5886-4FAB-9494-6D284BD96A29}">
      <dgm:prSet/>
      <dgm:spPr/>
      <dgm:t>
        <a:bodyPr/>
        <a:lstStyle/>
        <a:p>
          <a:endParaRPr lang="en-US"/>
        </a:p>
      </dgm:t>
    </dgm:pt>
    <dgm:pt modelId="{0CEADA81-66C0-4096-BEDE-B88D7687450C}" type="sibTrans" cxnId="{D2F8513A-5886-4FAB-9494-6D284BD96A29}">
      <dgm:prSet/>
      <dgm:spPr/>
      <dgm:t>
        <a:bodyPr/>
        <a:lstStyle/>
        <a:p>
          <a:endParaRPr lang="en-US"/>
        </a:p>
      </dgm:t>
    </dgm:pt>
    <dgm:pt modelId="{AAEEBF57-5A94-4BEC-8EF9-58D2E758A906}">
      <dgm:prSet phldrT="[Text]"/>
      <dgm:spPr/>
      <dgm:t>
        <a:bodyPr/>
        <a:lstStyle/>
        <a:p>
          <a:r>
            <a:rPr lang="en-US" dirty="0"/>
            <a:t>Lorem Ipsum</a:t>
          </a:r>
        </a:p>
      </dgm:t>
    </dgm:pt>
    <dgm:pt modelId="{890684A1-6CBF-4F2F-902A-C3C293AF5877}" type="parTrans" cxnId="{CCDDA176-9E6C-4449-A593-B5BC95AFF0F1}">
      <dgm:prSet/>
      <dgm:spPr/>
      <dgm:t>
        <a:bodyPr/>
        <a:lstStyle/>
        <a:p>
          <a:endParaRPr lang="en-US"/>
        </a:p>
      </dgm:t>
    </dgm:pt>
    <dgm:pt modelId="{1BF871FF-20A5-4D17-98D9-EBA40C4D7988}" type="sibTrans" cxnId="{CCDDA176-9E6C-4449-A593-B5BC95AFF0F1}">
      <dgm:prSet/>
      <dgm:spPr/>
      <dgm:t>
        <a:bodyPr/>
        <a:lstStyle/>
        <a:p>
          <a:endParaRPr lang="en-US"/>
        </a:p>
      </dgm:t>
    </dgm:pt>
    <dgm:pt modelId="{2F293754-BF5B-4737-8519-FC0C8EDA55B8}">
      <dgm:prSet phldrT="[Text]"/>
      <dgm:spPr/>
      <dgm:t>
        <a:bodyPr/>
        <a:lstStyle/>
        <a:p>
          <a:r>
            <a:rPr lang="en-US" dirty="0"/>
            <a:t>Lorem Ipsum</a:t>
          </a:r>
        </a:p>
      </dgm:t>
    </dgm:pt>
    <dgm:pt modelId="{2F3113B1-3FBE-4FC4-9D29-EF0FDEAAF77F}" type="parTrans" cxnId="{8D06E77B-0A68-4AB9-A833-8DA61A09894E}">
      <dgm:prSet/>
      <dgm:spPr/>
      <dgm:t>
        <a:bodyPr/>
        <a:lstStyle/>
        <a:p>
          <a:endParaRPr lang="en-US"/>
        </a:p>
      </dgm:t>
    </dgm:pt>
    <dgm:pt modelId="{45A5EB24-521E-4F8F-9505-91E800C8EC81}" type="sibTrans" cxnId="{8D06E77B-0A68-4AB9-A833-8DA61A09894E}">
      <dgm:prSet/>
      <dgm:spPr/>
      <dgm:t>
        <a:bodyPr/>
        <a:lstStyle/>
        <a:p>
          <a:endParaRPr lang="en-US"/>
        </a:p>
      </dgm:t>
    </dgm:pt>
    <dgm:pt modelId="{CCF33727-83F2-4684-9EAE-90AE52D41F3B}">
      <dgm:prSet phldrT="[Text]"/>
      <dgm:spPr/>
      <dgm:t>
        <a:bodyPr/>
        <a:lstStyle/>
        <a:p>
          <a:r>
            <a:rPr lang="en-US" dirty="0"/>
            <a:t>Lorem Ipsum</a:t>
          </a:r>
        </a:p>
      </dgm:t>
    </dgm:pt>
    <dgm:pt modelId="{D81F4B80-D90D-45BF-BCEB-B57A0E9906CE}" type="parTrans" cxnId="{AE00782D-0A38-4412-AFF6-527CD6D381DA}">
      <dgm:prSet/>
      <dgm:spPr/>
      <dgm:t>
        <a:bodyPr/>
        <a:lstStyle/>
        <a:p>
          <a:endParaRPr lang="en-US"/>
        </a:p>
      </dgm:t>
    </dgm:pt>
    <dgm:pt modelId="{C8DDA171-C908-4FAC-B654-7C129B0E6F59}" type="sibTrans" cxnId="{AE00782D-0A38-4412-AFF6-527CD6D381DA}">
      <dgm:prSet/>
      <dgm:spPr/>
      <dgm:t>
        <a:bodyPr/>
        <a:lstStyle/>
        <a:p>
          <a:endParaRPr lang="en-US"/>
        </a:p>
      </dgm:t>
    </dgm:pt>
    <dgm:pt modelId="{2BDE86AF-316B-4F03-972F-32B67D58B299}">
      <dgm:prSet phldrT="[Text]"/>
      <dgm:spPr/>
      <dgm:t>
        <a:bodyPr/>
        <a:lstStyle/>
        <a:p>
          <a:r>
            <a:rPr lang="en-US"/>
            <a:t>Lorem Ipsum</a:t>
          </a:r>
          <a:endParaRPr lang="en-US" dirty="0"/>
        </a:p>
      </dgm:t>
    </dgm:pt>
    <dgm:pt modelId="{A6A9D226-1DF4-43B9-91EE-3BBDEEBEF2BE}" type="parTrans" cxnId="{F2A9309A-15F6-4449-847B-85008E3DD63E}">
      <dgm:prSet/>
      <dgm:spPr/>
      <dgm:t>
        <a:bodyPr/>
        <a:lstStyle/>
        <a:p>
          <a:endParaRPr lang="en-US"/>
        </a:p>
      </dgm:t>
    </dgm:pt>
    <dgm:pt modelId="{FC0B9221-A6D0-41BC-B602-951FF7B085B5}" type="sibTrans" cxnId="{F2A9309A-15F6-4449-847B-85008E3DD63E}">
      <dgm:prSet/>
      <dgm:spPr/>
      <dgm:t>
        <a:bodyPr/>
        <a:lstStyle/>
        <a:p>
          <a:endParaRPr lang="en-US"/>
        </a:p>
      </dgm:t>
    </dgm:pt>
    <dgm:pt modelId="{346F38A6-C8E2-48C8-BC0D-92536368271E}">
      <dgm:prSet phldrT="[Text]"/>
      <dgm:spPr/>
      <dgm:t>
        <a:bodyPr/>
        <a:lstStyle/>
        <a:p>
          <a:r>
            <a:rPr lang="en-US"/>
            <a:t>Lorem Ipsum</a:t>
          </a:r>
          <a:endParaRPr lang="en-US" dirty="0"/>
        </a:p>
      </dgm:t>
    </dgm:pt>
    <dgm:pt modelId="{3AA5E834-AF38-47B9-BF3A-672C023117F1}" type="parTrans" cxnId="{8FE339F4-AAE5-493A-B20F-F71237B2CDBD}">
      <dgm:prSet/>
      <dgm:spPr/>
      <dgm:t>
        <a:bodyPr/>
        <a:lstStyle/>
        <a:p>
          <a:endParaRPr lang="en-US"/>
        </a:p>
      </dgm:t>
    </dgm:pt>
    <dgm:pt modelId="{2F5B444A-BB8D-49AB-B57F-5FF543D8DB0B}" type="sibTrans" cxnId="{8FE339F4-AAE5-493A-B20F-F71237B2CDBD}">
      <dgm:prSet/>
      <dgm:spPr/>
      <dgm:t>
        <a:bodyPr/>
        <a:lstStyle/>
        <a:p>
          <a:endParaRPr lang="en-US"/>
        </a:p>
      </dgm:t>
    </dgm:pt>
    <dgm:pt modelId="{1C6A38BF-CC1A-421E-8B4D-399C821128A6}" type="pres">
      <dgm:prSet presAssocID="{B9C32B05-62EA-407A-B21C-2310C7945705}" presName="Name0" presStyleCnt="0">
        <dgm:presLayoutVars>
          <dgm:chMax/>
          <dgm:chPref/>
          <dgm:dir/>
        </dgm:presLayoutVars>
      </dgm:prSet>
      <dgm:spPr/>
    </dgm:pt>
    <dgm:pt modelId="{19E83AC7-A02E-4F36-88C1-3B1BDCCBF97E}" type="pres">
      <dgm:prSet presAssocID="{8EA7219F-BDB2-48EB-9EEB-3133522D132E}" presName="composite" presStyleCnt="0">
        <dgm:presLayoutVars>
          <dgm:chMax val="1"/>
          <dgm:chPref val="1"/>
        </dgm:presLayoutVars>
      </dgm:prSet>
      <dgm:spPr/>
    </dgm:pt>
    <dgm:pt modelId="{EB5E0F3F-68F5-4F71-A3E6-7A5FD5CE529A}" type="pres">
      <dgm:prSet presAssocID="{8EA7219F-BDB2-48EB-9EEB-3133522D132E}" presName="Accent" presStyleLbl="trAlignAcc1" presStyleIdx="0" presStyleCnt="5">
        <dgm:presLayoutVars>
          <dgm:chMax val="0"/>
          <dgm:chPref val="0"/>
        </dgm:presLayoutVars>
      </dgm:prSet>
      <dgm:spPr/>
    </dgm:pt>
    <dgm:pt modelId="{3302F236-4649-4B69-A73F-9E0537A648F8}" type="pres">
      <dgm:prSet presAssocID="{8EA7219F-BDB2-48EB-9EEB-3133522D132E}" presName="Image" presStyleLbl="alignImgPlace1" presStyleIdx="0" presStyleCnt="5">
        <dgm:presLayoutVars>
          <dgm:chMax val="0"/>
          <dgm:chPref val="0"/>
        </dgm:presLayoutVars>
      </dgm:prSet>
      <dgm:spPr/>
    </dgm:pt>
    <dgm:pt modelId="{BF79154D-DA62-4067-B26E-D0DA051F642E}" type="pres">
      <dgm:prSet presAssocID="{8EA7219F-BDB2-48EB-9EEB-3133522D132E}" presName="ChildComposite" presStyleCnt="0"/>
      <dgm:spPr/>
    </dgm:pt>
    <dgm:pt modelId="{A4C21759-1D09-47A7-AE02-C928167E66FC}" type="pres">
      <dgm:prSet presAssocID="{8EA7219F-BDB2-48EB-9EEB-3133522D132E}" presName="Child" presStyleLbl="node1" presStyleIdx="0" presStyleCnt="5">
        <dgm:presLayoutVars>
          <dgm:chMax val="0"/>
          <dgm:chPref val="0"/>
          <dgm:bulletEnabled val="1"/>
        </dgm:presLayoutVars>
      </dgm:prSet>
      <dgm:spPr/>
    </dgm:pt>
    <dgm:pt modelId="{8317FAAB-EC58-425B-A6FD-6CF0C0CB160E}" type="pres">
      <dgm:prSet presAssocID="{8EA7219F-BDB2-48EB-9EEB-3133522D132E}" presName="Parent" presStyleLbl="revTx" presStyleIdx="0" presStyleCnt="5">
        <dgm:presLayoutVars>
          <dgm:chMax val="1"/>
          <dgm:chPref val="0"/>
          <dgm:bulletEnabled val="1"/>
        </dgm:presLayoutVars>
      </dgm:prSet>
      <dgm:spPr/>
    </dgm:pt>
    <dgm:pt modelId="{C9325FAD-5C01-4CC4-957D-D63F8905E491}" type="pres">
      <dgm:prSet presAssocID="{C94B7947-85DC-4B21-BB99-DF8438356F98}" presName="sibTrans" presStyleCnt="0"/>
      <dgm:spPr/>
    </dgm:pt>
    <dgm:pt modelId="{5F006BE6-9520-44A8-A2B8-8005BCE3C7A9}" type="pres">
      <dgm:prSet presAssocID="{F3FA86F7-575E-4FDD-B637-1D7276F725A4}" presName="composite" presStyleCnt="0">
        <dgm:presLayoutVars>
          <dgm:chMax val="1"/>
          <dgm:chPref val="1"/>
        </dgm:presLayoutVars>
      </dgm:prSet>
      <dgm:spPr/>
    </dgm:pt>
    <dgm:pt modelId="{F4080BA4-3EC9-4836-80F9-585BD2C0664E}" type="pres">
      <dgm:prSet presAssocID="{F3FA86F7-575E-4FDD-B637-1D7276F725A4}" presName="Accent" presStyleLbl="trAlignAcc1" presStyleIdx="1" presStyleCnt="5">
        <dgm:presLayoutVars>
          <dgm:chMax val="0"/>
          <dgm:chPref val="0"/>
        </dgm:presLayoutVars>
      </dgm:prSet>
      <dgm:spPr/>
    </dgm:pt>
    <dgm:pt modelId="{FF444770-3448-408B-B566-6A0EC43A6614}" type="pres">
      <dgm:prSet presAssocID="{F3FA86F7-575E-4FDD-B637-1D7276F725A4}" presName="Image" presStyleLbl="alignImgPlace1" presStyleIdx="1" presStyleCnt="5">
        <dgm:presLayoutVars>
          <dgm:chMax val="0"/>
          <dgm:chPref val="0"/>
        </dgm:presLayoutVars>
      </dgm:prSet>
      <dgm:spPr/>
    </dgm:pt>
    <dgm:pt modelId="{5F593F2C-9D3C-4B8C-BFE3-0771478E3572}" type="pres">
      <dgm:prSet presAssocID="{F3FA86F7-575E-4FDD-B637-1D7276F725A4}" presName="ChildComposite" presStyleCnt="0"/>
      <dgm:spPr/>
    </dgm:pt>
    <dgm:pt modelId="{DF6CCFB8-F6FF-4773-B2BA-798C1BA1BB04}" type="pres">
      <dgm:prSet presAssocID="{F3FA86F7-575E-4FDD-B637-1D7276F725A4}" presName="Child" presStyleLbl="node1" presStyleIdx="1" presStyleCnt="5">
        <dgm:presLayoutVars>
          <dgm:chMax val="0"/>
          <dgm:chPref val="0"/>
          <dgm:bulletEnabled val="1"/>
        </dgm:presLayoutVars>
      </dgm:prSet>
      <dgm:spPr/>
    </dgm:pt>
    <dgm:pt modelId="{09BA9D0D-DB96-4975-A8F2-F8C80F4A0F00}" type="pres">
      <dgm:prSet presAssocID="{F3FA86F7-575E-4FDD-B637-1D7276F725A4}" presName="Parent" presStyleLbl="revTx" presStyleIdx="1" presStyleCnt="5">
        <dgm:presLayoutVars>
          <dgm:chMax val="1"/>
          <dgm:chPref val="0"/>
          <dgm:bulletEnabled val="1"/>
        </dgm:presLayoutVars>
      </dgm:prSet>
      <dgm:spPr/>
    </dgm:pt>
    <dgm:pt modelId="{D3D1C867-1486-4EA8-A839-D837B0186A8D}" type="pres">
      <dgm:prSet presAssocID="{BEF45895-E33A-456A-85CE-5D5DFC2CF2C9}" presName="sibTrans" presStyleCnt="0"/>
      <dgm:spPr/>
    </dgm:pt>
    <dgm:pt modelId="{67B20FA3-07A9-4391-B9D0-A4BE1CD3915D}" type="pres">
      <dgm:prSet presAssocID="{8D3744A8-1883-4930-8E0D-B57E26D003C6}" presName="composite" presStyleCnt="0">
        <dgm:presLayoutVars>
          <dgm:chMax val="1"/>
          <dgm:chPref val="1"/>
        </dgm:presLayoutVars>
      </dgm:prSet>
      <dgm:spPr/>
    </dgm:pt>
    <dgm:pt modelId="{CC68816B-0E17-417D-847F-74FFF9E8B16B}" type="pres">
      <dgm:prSet presAssocID="{8D3744A8-1883-4930-8E0D-B57E26D003C6}" presName="Accent" presStyleLbl="trAlignAcc1" presStyleIdx="2" presStyleCnt="5">
        <dgm:presLayoutVars>
          <dgm:chMax val="0"/>
          <dgm:chPref val="0"/>
        </dgm:presLayoutVars>
      </dgm:prSet>
      <dgm:spPr/>
    </dgm:pt>
    <dgm:pt modelId="{52BB1F73-E175-46EF-94C5-5D1887356AFF}" type="pres">
      <dgm:prSet presAssocID="{8D3744A8-1883-4930-8E0D-B57E26D003C6}" presName="Image" presStyleLbl="alignImgPlace1" presStyleIdx="2" presStyleCnt="5">
        <dgm:presLayoutVars>
          <dgm:chMax val="0"/>
          <dgm:chPref val="0"/>
        </dgm:presLayoutVars>
      </dgm:prSet>
      <dgm:spPr/>
    </dgm:pt>
    <dgm:pt modelId="{E1E0A216-0653-48DC-8CE3-1CC97A253BE0}" type="pres">
      <dgm:prSet presAssocID="{8D3744A8-1883-4930-8E0D-B57E26D003C6}" presName="ChildComposite" presStyleCnt="0"/>
      <dgm:spPr/>
    </dgm:pt>
    <dgm:pt modelId="{E849024A-A22F-41E5-979D-7594ADADB31B}" type="pres">
      <dgm:prSet presAssocID="{8D3744A8-1883-4930-8E0D-B57E26D003C6}" presName="Child" presStyleLbl="node1" presStyleIdx="2" presStyleCnt="5">
        <dgm:presLayoutVars>
          <dgm:chMax val="0"/>
          <dgm:chPref val="0"/>
          <dgm:bulletEnabled val="1"/>
        </dgm:presLayoutVars>
      </dgm:prSet>
      <dgm:spPr/>
    </dgm:pt>
    <dgm:pt modelId="{6F9FBAE5-169D-4FFE-AEED-1FFA30AC0DBD}" type="pres">
      <dgm:prSet presAssocID="{8D3744A8-1883-4930-8E0D-B57E26D003C6}" presName="Parent" presStyleLbl="revTx" presStyleIdx="2" presStyleCnt="5">
        <dgm:presLayoutVars>
          <dgm:chMax val="1"/>
          <dgm:chPref val="0"/>
          <dgm:bulletEnabled val="1"/>
        </dgm:presLayoutVars>
      </dgm:prSet>
      <dgm:spPr/>
    </dgm:pt>
    <dgm:pt modelId="{C42B9E9A-E509-4AF8-AEC5-0A28948F6015}" type="pres">
      <dgm:prSet presAssocID="{D40CF7D9-D0C3-4084-8D2D-359654C28D0F}" presName="sibTrans" presStyleCnt="0"/>
      <dgm:spPr/>
    </dgm:pt>
    <dgm:pt modelId="{DBE008FC-71A9-4866-A0D4-590043E1209F}" type="pres">
      <dgm:prSet presAssocID="{C9AAC837-F2B0-40E5-8679-D365145CD32D}" presName="composite" presStyleCnt="0">
        <dgm:presLayoutVars>
          <dgm:chMax val="1"/>
          <dgm:chPref val="1"/>
        </dgm:presLayoutVars>
      </dgm:prSet>
      <dgm:spPr/>
    </dgm:pt>
    <dgm:pt modelId="{1A7D36BD-77DF-4F01-BE48-96313878ED4E}" type="pres">
      <dgm:prSet presAssocID="{C9AAC837-F2B0-40E5-8679-D365145CD32D}" presName="Accent" presStyleLbl="trAlignAcc1" presStyleIdx="3" presStyleCnt="5">
        <dgm:presLayoutVars>
          <dgm:chMax val="0"/>
          <dgm:chPref val="0"/>
        </dgm:presLayoutVars>
      </dgm:prSet>
      <dgm:spPr/>
    </dgm:pt>
    <dgm:pt modelId="{E724AA72-BBAB-4F8F-859C-636B0E9C5D9B}" type="pres">
      <dgm:prSet presAssocID="{C9AAC837-F2B0-40E5-8679-D365145CD32D}" presName="Image" presStyleLbl="alignImgPlace1" presStyleIdx="3" presStyleCnt="5">
        <dgm:presLayoutVars>
          <dgm:chMax val="0"/>
          <dgm:chPref val="0"/>
        </dgm:presLayoutVars>
      </dgm:prSet>
      <dgm:spPr/>
    </dgm:pt>
    <dgm:pt modelId="{4A76CCEA-0DB7-4F19-88A3-718575899D8F}" type="pres">
      <dgm:prSet presAssocID="{C9AAC837-F2B0-40E5-8679-D365145CD32D}" presName="ChildComposite" presStyleCnt="0"/>
      <dgm:spPr/>
    </dgm:pt>
    <dgm:pt modelId="{C75614FB-2158-47DA-8370-593536412DDA}" type="pres">
      <dgm:prSet presAssocID="{C9AAC837-F2B0-40E5-8679-D365145CD32D}" presName="Child" presStyleLbl="node1" presStyleIdx="3" presStyleCnt="5">
        <dgm:presLayoutVars>
          <dgm:chMax val="0"/>
          <dgm:chPref val="0"/>
          <dgm:bulletEnabled val="1"/>
        </dgm:presLayoutVars>
      </dgm:prSet>
      <dgm:spPr/>
    </dgm:pt>
    <dgm:pt modelId="{386671DD-53E9-4F27-BA19-C0B6D75166D8}" type="pres">
      <dgm:prSet presAssocID="{C9AAC837-F2B0-40E5-8679-D365145CD32D}" presName="Parent" presStyleLbl="revTx" presStyleIdx="3" presStyleCnt="5">
        <dgm:presLayoutVars>
          <dgm:chMax val="1"/>
          <dgm:chPref val="0"/>
          <dgm:bulletEnabled val="1"/>
        </dgm:presLayoutVars>
      </dgm:prSet>
      <dgm:spPr/>
    </dgm:pt>
    <dgm:pt modelId="{B6F061A5-E5BA-4F25-8B60-594BB8563C7A}" type="pres">
      <dgm:prSet presAssocID="{0CEADA81-66C0-4096-BEDE-B88D7687450C}" presName="sibTrans" presStyleCnt="0"/>
      <dgm:spPr/>
    </dgm:pt>
    <dgm:pt modelId="{E1441991-B0CF-414A-A3B6-A7B084F26630}" type="pres">
      <dgm:prSet presAssocID="{BB36F745-62BA-4892-99D7-E4239B0F3843}" presName="composite" presStyleCnt="0">
        <dgm:presLayoutVars>
          <dgm:chMax val="1"/>
          <dgm:chPref val="1"/>
        </dgm:presLayoutVars>
      </dgm:prSet>
      <dgm:spPr/>
    </dgm:pt>
    <dgm:pt modelId="{C7F66B96-6345-4340-A684-49357A26852B}" type="pres">
      <dgm:prSet presAssocID="{BB36F745-62BA-4892-99D7-E4239B0F3843}" presName="Accent" presStyleLbl="trAlignAcc1" presStyleIdx="4" presStyleCnt="5">
        <dgm:presLayoutVars>
          <dgm:chMax val="0"/>
          <dgm:chPref val="0"/>
        </dgm:presLayoutVars>
      </dgm:prSet>
      <dgm:spPr/>
    </dgm:pt>
    <dgm:pt modelId="{61FB5AE2-B51A-4E87-8E13-C9F455E05E65}" type="pres">
      <dgm:prSet presAssocID="{BB36F745-62BA-4892-99D7-E4239B0F3843}" presName="Image" presStyleLbl="alignImgPlace1" presStyleIdx="4" presStyleCnt="5">
        <dgm:presLayoutVars>
          <dgm:chMax val="0"/>
          <dgm:chPref val="0"/>
        </dgm:presLayoutVars>
      </dgm:prSet>
      <dgm:spPr/>
    </dgm:pt>
    <dgm:pt modelId="{55B74D28-74F9-4A76-A487-1DDD595CD6EE}" type="pres">
      <dgm:prSet presAssocID="{BB36F745-62BA-4892-99D7-E4239B0F3843}" presName="ChildComposite" presStyleCnt="0"/>
      <dgm:spPr/>
    </dgm:pt>
    <dgm:pt modelId="{093E53B5-0E84-487C-80A1-4926577AB223}" type="pres">
      <dgm:prSet presAssocID="{BB36F745-62BA-4892-99D7-E4239B0F3843}" presName="Child" presStyleLbl="node1" presStyleIdx="4" presStyleCnt="5">
        <dgm:presLayoutVars>
          <dgm:chMax val="0"/>
          <dgm:chPref val="0"/>
          <dgm:bulletEnabled val="1"/>
        </dgm:presLayoutVars>
      </dgm:prSet>
      <dgm:spPr/>
    </dgm:pt>
    <dgm:pt modelId="{713C5849-9FDF-4008-A120-9EBD88430432}" type="pres">
      <dgm:prSet presAssocID="{BB36F745-62BA-4892-99D7-E4239B0F3843}" presName="Parent" presStyleLbl="revTx" presStyleIdx="4" presStyleCnt="5">
        <dgm:presLayoutVars>
          <dgm:chMax val="1"/>
          <dgm:chPref val="0"/>
          <dgm:bulletEnabled val="1"/>
        </dgm:presLayoutVars>
      </dgm:prSet>
      <dgm:spPr/>
    </dgm:pt>
  </dgm:ptLst>
  <dgm:cxnLst>
    <dgm:cxn modelId="{C96A1F07-338B-48CD-B344-80BE34A6C9DF}" srcId="{B9C32B05-62EA-407A-B21C-2310C7945705}" destId="{BB36F745-62BA-4892-99D7-E4239B0F3843}" srcOrd="4" destOrd="0" parTransId="{CE269D49-A2E4-44F1-A948-9BE1FE5D6140}" sibTransId="{5CE5B550-A310-4948-9BA1-267AF81C5FA4}"/>
    <dgm:cxn modelId="{367B1808-2576-426A-A514-4BDE811A22B0}" type="presOf" srcId="{2BDE86AF-316B-4F03-972F-32B67D58B299}" destId="{E849024A-A22F-41E5-979D-7594ADADB31B}" srcOrd="0" destOrd="0" presId="urn:microsoft.com/office/officeart/2008/layout/CaptionedPictures"/>
    <dgm:cxn modelId="{121CC020-E5B3-40CF-82F3-D579B2CBE72D}" type="presOf" srcId="{346F38A6-C8E2-48C8-BC0D-92536368271E}" destId="{C75614FB-2158-47DA-8370-593536412DDA}" srcOrd="0" destOrd="0" presId="urn:microsoft.com/office/officeart/2008/layout/CaptionedPictures"/>
    <dgm:cxn modelId="{F18D9D2A-8509-4391-A771-8510527F55AF}" type="presOf" srcId="{F3FA86F7-575E-4FDD-B637-1D7276F725A4}" destId="{09BA9D0D-DB96-4975-A8F2-F8C80F4A0F00}" srcOrd="0" destOrd="0" presId="urn:microsoft.com/office/officeart/2008/layout/CaptionedPictures"/>
    <dgm:cxn modelId="{A3B67D2C-8A88-4E5A-A2A2-71A503795E39}" type="presOf" srcId="{8EA7219F-BDB2-48EB-9EEB-3133522D132E}" destId="{8317FAAB-EC58-425B-A6FD-6CF0C0CB160E}" srcOrd="0" destOrd="0" presId="urn:microsoft.com/office/officeart/2008/layout/CaptionedPictures"/>
    <dgm:cxn modelId="{AE00782D-0A38-4412-AFF6-527CD6D381DA}" srcId="{F3FA86F7-575E-4FDD-B637-1D7276F725A4}" destId="{CCF33727-83F2-4684-9EAE-90AE52D41F3B}" srcOrd="0" destOrd="0" parTransId="{D81F4B80-D90D-45BF-BCEB-B57A0E9906CE}" sibTransId="{C8DDA171-C908-4FAC-B654-7C129B0E6F59}"/>
    <dgm:cxn modelId="{2C81A935-4E0D-4AE6-AA64-D1AB68F3D7E3}" type="presOf" srcId="{BB36F745-62BA-4892-99D7-E4239B0F3843}" destId="{713C5849-9FDF-4008-A120-9EBD88430432}" srcOrd="0" destOrd="0" presId="urn:microsoft.com/office/officeart/2008/layout/CaptionedPictures"/>
    <dgm:cxn modelId="{B38DB338-3B1E-4324-A45E-8025E9D81450}" srcId="{B9C32B05-62EA-407A-B21C-2310C7945705}" destId="{F3FA86F7-575E-4FDD-B637-1D7276F725A4}" srcOrd="1" destOrd="0" parTransId="{192CD16B-FA85-49AB-96EA-80094BA41ED5}" sibTransId="{BEF45895-E33A-456A-85CE-5D5DFC2CF2C9}"/>
    <dgm:cxn modelId="{D2F8513A-5886-4FAB-9494-6D284BD96A29}" srcId="{B9C32B05-62EA-407A-B21C-2310C7945705}" destId="{C9AAC837-F2B0-40E5-8679-D365145CD32D}" srcOrd="3" destOrd="0" parTransId="{BF762BC7-3A73-465D-85A6-3BCDF9B94784}" sibTransId="{0CEADA81-66C0-4096-BEDE-B88D7687450C}"/>
    <dgm:cxn modelId="{C8FCCD3C-805E-4A27-964D-25DE1206ADCA}" srcId="{B9C32B05-62EA-407A-B21C-2310C7945705}" destId="{8D3744A8-1883-4930-8E0D-B57E26D003C6}" srcOrd="2" destOrd="0" parTransId="{AC9EAF57-EBF1-4FB7-8ED0-6ECFF59ADE74}" sibTransId="{D40CF7D9-D0C3-4084-8D2D-359654C28D0F}"/>
    <dgm:cxn modelId="{CCDDA176-9E6C-4449-A593-B5BC95AFF0F1}" srcId="{BB36F745-62BA-4892-99D7-E4239B0F3843}" destId="{AAEEBF57-5A94-4BEC-8EF9-58D2E758A906}" srcOrd="0" destOrd="0" parTransId="{890684A1-6CBF-4F2F-902A-C3C293AF5877}" sibTransId="{1BF871FF-20A5-4D17-98D9-EBA40C4D7988}"/>
    <dgm:cxn modelId="{8D06E77B-0A68-4AB9-A833-8DA61A09894E}" srcId="{8EA7219F-BDB2-48EB-9EEB-3133522D132E}" destId="{2F293754-BF5B-4737-8519-FC0C8EDA55B8}" srcOrd="0" destOrd="0" parTransId="{2F3113B1-3FBE-4FC4-9D29-EF0FDEAAF77F}" sibTransId="{45A5EB24-521E-4F8F-9505-91E800C8EC81}"/>
    <dgm:cxn modelId="{2DA0DD90-6FEC-495F-86EB-6AF7BFA7BB0A}" type="presOf" srcId="{AAEEBF57-5A94-4BEC-8EF9-58D2E758A906}" destId="{093E53B5-0E84-487C-80A1-4926577AB223}" srcOrd="0" destOrd="0" presId="urn:microsoft.com/office/officeart/2008/layout/CaptionedPictures"/>
    <dgm:cxn modelId="{932B1494-650B-4BAB-857C-09A12C910420}" type="presOf" srcId="{2F293754-BF5B-4737-8519-FC0C8EDA55B8}" destId="{A4C21759-1D09-47A7-AE02-C928167E66FC}" srcOrd="0" destOrd="0" presId="urn:microsoft.com/office/officeart/2008/layout/CaptionedPictures"/>
    <dgm:cxn modelId="{F2A9309A-15F6-4449-847B-85008E3DD63E}" srcId="{8D3744A8-1883-4930-8E0D-B57E26D003C6}" destId="{2BDE86AF-316B-4F03-972F-32B67D58B299}" srcOrd="0" destOrd="0" parTransId="{A6A9D226-1DF4-43B9-91EE-3BBDEEBEF2BE}" sibTransId="{FC0B9221-A6D0-41BC-B602-951FF7B085B5}"/>
    <dgm:cxn modelId="{7CCBD59C-31E0-4472-A577-BAFC8EAF0F9D}" type="presOf" srcId="{CCF33727-83F2-4684-9EAE-90AE52D41F3B}" destId="{DF6CCFB8-F6FF-4773-B2BA-798C1BA1BB04}" srcOrd="0" destOrd="0" presId="urn:microsoft.com/office/officeart/2008/layout/CaptionedPictures"/>
    <dgm:cxn modelId="{87FA5AD6-99EE-4B4F-829A-E950500A639A}" type="presOf" srcId="{C9AAC837-F2B0-40E5-8679-D365145CD32D}" destId="{386671DD-53E9-4F27-BA19-C0B6D75166D8}" srcOrd="0" destOrd="0" presId="urn:microsoft.com/office/officeart/2008/layout/CaptionedPictures"/>
    <dgm:cxn modelId="{00CF84E2-48EB-4E1E-9C3F-6F3B9644A21A}" type="presOf" srcId="{B9C32B05-62EA-407A-B21C-2310C7945705}" destId="{1C6A38BF-CC1A-421E-8B4D-399C821128A6}" srcOrd="0" destOrd="0" presId="urn:microsoft.com/office/officeart/2008/layout/CaptionedPictures"/>
    <dgm:cxn modelId="{151FA0EC-8979-43FB-B73B-A8B288A1E74C}" type="presOf" srcId="{8D3744A8-1883-4930-8E0D-B57E26D003C6}" destId="{6F9FBAE5-169D-4FFE-AEED-1FFA30AC0DBD}" srcOrd="0" destOrd="0" presId="urn:microsoft.com/office/officeart/2008/layout/CaptionedPictures"/>
    <dgm:cxn modelId="{58AD7EEF-D408-406B-87EE-4691D4C30668}" srcId="{B9C32B05-62EA-407A-B21C-2310C7945705}" destId="{8EA7219F-BDB2-48EB-9EEB-3133522D132E}" srcOrd="0" destOrd="0" parTransId="{3EE8403A-CB7C-4815-85BD-AEBCAEB71B37}" sibTransId="{C94B7947-85DC-4B21-BB99-DF8438356F98}"/>
    <dgm:cxn modelId="{8FE339F4-AAE5-493A-B20F-F71237B2CDBD}" srcId="{C9AAC837-F2B0-40E5-8679-D365145CD32D}" destId="{346F38A6-C8E2-48C8-BC0D-92536368271E}" srcOrd="0" destOrd="0" parTransId="{3AA5E834-AF38-47B9-BF3A-672C023117F1}" sibTransId="{2F5B444A-BB8D-49AB-B57F-5FF543D8DB0B}"/>
    <dgm:cxn modelId="{013D65B1-25C1-4BEE-9B05-8BF896F4E48B}" type="presParOf" srcId="{1C6A38BF-CC1A-421E-8B4D-399C821128A6}" destId="{19E83AC7-A02E-4F36-88C1-3B1BDCCBF97E}" srcOrd="0" destOrd="0" presId="urn:microsoft.com/office/officeart/2008/layout/CaptionedPictures"/>
    <dgm:cxn modelId="{CF0CF241-30B9-46D2-893B-F6A1E6775A87}" type="presParOf" srcId="{19E83AC7-A02E-4F36-88C1-3B1BDCCBF97E}" destId="{EB5E0F3F-68F5-4F71-A3E6-7A5FD5CE529A}" srcOrd="0" destOrd="0" presId="urn:microsoft.com/office/officeart/2008/layout/CaptionedPictures"/>
    <dgm:cxn modelId="{E82595A6-1458-4899-BC60-DB624173C609}" type="presParOf" srcId="{19E83AC7-A02E-4F36-88C1-3B1BDCCBF97E}" destId="{3302F236-4649-4B69-A73F-9E0537A648F8}" srcOrd="1" destOrd="0" presId="urn:microsoft.com/office/officeart/2008/layout/CaptionedPictures"/>
    <dgm:cxn modelId="{09845820-1940-4892-941D-9003BDB5B3B4}" type="presParOf" srcId="{19E83AC7-A02E-4F36-88C1-3B1BDCCBF97E}" destId="{BF79154D-DA62-4067-B26E-D0DA051F642E}" srcOrd="2" destOrd="0" presId="urn:microsoft.com/office/officeart/2008/layout/CaptionedPictures"/>
    <dgm:cxn modelId="{F3FEB86D-8A8B-447F-94F5-BB0F64F0E21E}" type="presParOf" srcId="{BF79154D-DA62-4067-B26E-D0DA051F642E}" destId="{A4C21759-1D09-47A7-AE02-C928167E66FC}" srcOrd="0" destOrd="0" presId="urn:microsoft.com/office/officeart/2008/layout/CaptionedPictures"/>
    <dgm:cxn modelId="{FB500AB7-47A7-411D-B6D9-B0AA11A61EBF}" type="presParOf" srcId="{BF79154D-DA62-4067-B26E-D0DA051F642E}" destId="{8317FAAB-EC58-425B-A6FD-6CF0C0CB160E}" srcOrd="1" destOrd="0" presId="urn:microsoft.com/office/officeart/2008/layout/CaptionedPictures"/>
    <dgm:cxn modelId="{4364A33F-DE0A-4EE2-9F7C-9EC128CE4448}" type="presParOf" srcId="{1C6A38BF-CC1A-421E-8B4D-399C821128A6}" destId="{C9325FAD-5C01-4CC4-957D-D63F8905E491}" srcOrd="1" destOrd="0" presId="urn:microsoft.com/office/officeart/2008/layout/CaptionedPictures"/>
    <dgm:cxn modelId="{C5D5842B-E94E-4A1C-96C0-58B92F05B9D4}" type="presParOf" srcId="{1C6A38BF-CC1A-421E-8B4D-399C821128A6}" destId="{5F006BE6-9520-44A8-A2B8-8005BCE3C7A9}" srcOrd="2" destOrd="0" presId="urn:microsoft.com/office/officeart/2008/layout/CaptionedPictures"/>
    <dgm:cxn modelId="{1C5C75A7-CE3F-43CF-A061-B804DB5E8945}" type="presParOf" srcId="{5F006BE6-9520-44A8-A2B8-8005BCE3C7A9}" destId="{F4080BA4-3EC9-4836-80F9-585BD2C0664E}" srcOrd="0" destOrd="0" presId="urn:microsoft.com/office/officeart/2008/layout/CaptionedPictures"/>
    <dgm:cxn modelId="{81B8A381-E3F2-4C52-9107-7B20232FBE29}" type="presParOf" srcId="{5F006BE6-9520-44A8-A2B8-8005BCE3C7A9}" destId="{FF444770-3448-408B-B566-6A0EC43A6614}" srcOrd="1" destOrd="0" presId="urn:microsoft.com/office/officeart/2008/layout/CaptionedPictures"/>
    <dgm:cxn modelId="{E301C049-20CB-4DC3-9695-C28B1CB45928}" type="presParOf" srcId="{5F006BE6-9520-44A8-A2B8-8005BCE3C7A9}" destId="{5F593F2C-9D3C-4B8C-BFE3-0771478E3572}" srcOrd="2" destOrd="0" presId="urn:microsoft.com/office/officeart/2008/layout/CaptionedPictures"/>
    <dgm:cxn modelId="{F2EFEB66-FC2D-4732-9DE1-7E20C5A36D06}" type="presParOf" srcId="{5F593F2C-9D3C-4B8C-BFE3-0771478E3572}" destId="{DF6CCFB8-F6FF-4773-B2BA-798C1BA1BB04}" srcOrd="0" destOrd="0" presId="urn:microsoft.com/office/officeart/2008/layout/CaptionedPictures"/>
    <dgm:cxn modelId="{F366BAB7-2037-4E0E-930C-D3F31E432C03}" type="presParOf" srcId="{5F593F2C-9D3C-4B8C-BFE3-0771478E3572}" destId="{09BA9D0D-DB96-4975-A8F2-F8C80F4A0F00}" srcOrd="1" destOrd="0" presId="urn:microsoft.com/office/officeart/2008/layout/CaptionedPictures"/>
    <dgm:cxn modelId="{AA58DC8B-2421-4EEA-A41C-406EEC079811}" type="presParOf" srcId="{1C6A38BF-CC1A-421E-8B4D-399C821128A6}" destId="{D3D1C867-1486-4EA8-A839-D837B0186A8D}" srcOrd="3" destOrd="0" presId="urn:microsoft.com/office/officeart/2008/layout/CaptionedPictures"/>
    <dgm:cxn modelId="{A8E7F42E-C286-47C7-BBC7-843A20952D16}" type="presParOf" srcId="{1C6A38BF-CC1A-421E-8B4D-399C821128A6}" destId="{67B20FA3-07A9-4391-B9D0-A4BE1CD3915D}" srcOrd="4" destOrd="0" presId="urn:microsoft.com/office/officeart/2008/layout/CaptionedPictures"/>
    <dgm:cxn modelId="{1E2E95E0-6623-4F0F-8375-80C7F23F5CE3}" type="presParOf" srcId="{67B20FA3-07A9-4391-B9D0-A4BE1CD3915D}" destId="{CC68816B-0E17-417D-847F-74FFF9E8B16B}" srcOrd="0" destOrd="0" presId="urn:microsoft.com/office/officeart/2008/layout/CaptionedPictures"/>
    <dgm:cxn modelId="{2F93D968-5A63-49A7-9DC2-AE7E0D296670}" type="presParOf" srcId="{67B20FA3-07A9-4391-B9D0-A4BE1CD3915D}" destId="{52BB1F73-E175-46EF-94C5-5D1887356AFF}" srcOrd="1" destOrd="0" presId="urn:microsoft.com/office/officeart/2008/layout/CaptionedPictures"/>
    <dgm:cxn modelId="{EEB425E4-BCD4-4032-9922-B2260FC57961}" type="presParOf" srcId="{67B20FA3-07A9-4391-B9D0-A4BE1CD3915D}" destId="{E1E0A216-0653-48DC-8CE3-1CC97A253BE0}" srcOrd="2" destOrd="0" presId="urn:microsoft.com/office/officeart/2008/layout/CaptionedPictures"/>
    <dgm:cxn modelId="{25E97D77-B10A-45A1-A970-5B6655B63557}" type="presParOf" srcId="{E1E0A216-0653-48DC-8CE3-1CC97A253BE0}" destId="{E849024A-A22F-41E5-979D-7594ADADB31B}" srcOrd="0" destOrd="0" presId="urn:microsoft.com/office/officeart/2008/layout/CaptionedPictures"/>
    <dgm:cxn modelId="{35BF1D7B-181E-4050-82C5-6F70B46CC9F1}" type="presParOf" srcId="{E1E0A216-0653-48DC-8CE3-1CC97A253BE0}" destId="{6F9FBAE5-169D-4FFE-AEED-1FFA30AC0DBD}" srcOrd="1" destOrd="0" presId="urn:microsoft.com/office/officeart/2008/layout/CaptionedPictures"/>
    <dgm:cxn modelId="{8DE1D7E9-DC09-448F-806C-33313F8D9DBA}" type="presParOf" srcId="{1C6A38BF-CC1A-421E-8B4D-399C821128A6}" destId="{C42B9E9A-E509-4AF8-AEC5-0A28948F6015}" srcOrd="5" destOrd="0" presId="urn:microsoft.com/office/officeart/2008/layout/CaptionedPictures"/>
    <dgm:cxn modelId="{068661CC-B567-4847-A595-BF77CFB3CD46}" type="presParOf" srcId="{1C6A38BF-CC1A-421E-8B4D-399C821128A6}" destId="{DBE008FC-71A9-4866-A0D4-590043E1209F}" srcOrd="6" destOrd="0" presId="urn:microsoft.com/office/officeart/2008/layout/CaptionedPictures"/>
    <dgm:cxn modelId="{E951A736-B69D-44AE-8221-0E673EE3F355}" type="presParOf" srcId="{DBE008FC-71A9-4866-A0D4-590043E1209F}" destId="{1A7D36BD-77DF-4F01-BE48-96313878ED4E}" srcOrd="0" destOrd="0" presId="urn:microsoft.com/office/officeart/2008/layout/CaptionedPictures"/>
    <dgm:cxn modelId="{9A58CB12-873F-4D40-A3C1-7670F5B4F5E2}" type="presParOf" srcId="{DBE008FC-71A9-4866-A0D4-590043E1209F}" destId="{E724AA72-BBAB-4F8F-859C-636B0E9C5D9B}" srcOrd="1" destOrd="0" presId="urn:microsoft.com/office/officeart/2008/layout/CaptionedPictures"/>
    <dgm:cxn modelId="{047AF246-0F9C-4FA5-8089-1C014100BD50}" type="presParOf" srcId="{DBE008FC-71A9-4866-A0D4-590043E1209F}" destId="{4A76CCEA-0DB7-4F19-88A3-718575899D8F}" srcOrd="2" destOrd="0" presId="urn:microsoft.com/office/officeart/2008/layout/CaptionedPictures"/>
    <dgm:cxn modelId="{416EDED5-CC27-4267-830A-D518A6510CED}" type="presParOf" srcId="{4A76CCEA-0DB7-4F19-88A3-718575899D8F}" destId="{C75614FB-2158-47DA-8370-593536412DDA}" srcOrd="0" destOrd="0" presId="urn:microsoft.com/office/officeart/2008/layout/CaptionedPictures"/>
    <dgm:cxn modelId="{9C423248-EACA-417B-9F25-7759075CF3AE}" type="presParOf" srcId="{4A76CCEA-0DB7-4F19-88A3-718575899D8F}" destId="{386671DD-53E9-4F27-BA19-C0B6D75166D8}" srcOrd="1" destOrd="0" presId="urn:microsoft.com/office/officeart/2008/layout/CaptionedPictures"/>
    <dgm:cxn modelId="{8BDE01E7-1282-4F8B-9DBF-0688A7F169BB}" type="presParOf" srcId="{1C6A38BF-CC1A-421E-8B4D-399C821128A6}" destId="{B6F061A5-E5BA-4F25-8B60-594BB8563C7A}" srcOrd="7" destOrd="0" presId="urn:microsoft.com/office/officeart/2008/layout/CaptionedPictures"/>
    <dgm:cxn modelId="{317F047D-A868-42E6-AA51-B25C81114EF6}" type="presParOf" srcId="{1C6A38BF-CC1A-421E-8B4D-399C821128A6}" destId="{E1441991-B0CF-414A-A3B6-A7B084F26630}" srcOrd="8" destOrd="0" presId="urn:microsoft.com/office/officeart/2008/layout/CaptionedPictures"/>
    <dgm:cxn modelId="{95D4DCB0-D03B-4387-A7A7-BE4F6F3479B3}" type="presParOf" srcId="{E1441991-B0CF-414A-A3B6-A7B084F26630}" destId="{C7F66B96-6345-4340-A684-49357A26852B}" srcOrd="0" destOrd="0" presId="urn:microsoft.com/office/officeart/2008/layout/CaptionedPictures"/>
    <dgm:cxn modelId="{C0E1C477-AF0B-4E47-8A9E-7239F2BA44EF}" type="presParOf" srcId="{E1441991-B0CF-414A-A3B6-A7B084F26630}" destId="{61FB5AE2-B51A-4E87-8E13-C9F455E05E65}" srcOrd="1" destOrd="0" presId="urn:microsoft.com/office/officeart/2008/layout/CaptionedPictures"/>
    <dgm:cxn modelId="{EF9942C6-2994-461F-8994-C3239DF53BE7}" type="presParOf" srcId="{E1441991-B0CF-414A-A3B6-A7B084F26630}" destId="{55B74D28-74F9-4A76-A487-1DDD595CD6EE}" srcOrd="2" destOrd="0" presId="urn:microsoft.com/office/officeart/2008/layout/CaptionedPictures"/>
    <dgm:cxn modelId="{8D672DBB-10AE-4847-92C6-116A327EC4EA}" type="presParOf" srcId="{55B74D28-74F9-4A76-A487-1DDD595CD6EE}" destId="{093E53B5-0E84-487C-80A1-4926577AB223}" srcOrd="0" destOrd="0" presId="urn:microsoft.com/office/officeart/2008/layout/CaptionedPictures"/>
    <dgm:cxn modelId="{4833E067-F261-4C00-A3CE-07274698905B}" type="presParOf" srcId="{55B74D28-74F9-4A76-A487-1DDD595CD6EE}" destId="{713C5849-9FDF-4008-A120-9EBD88430432}" srcOrd="1" destOrd="0" presId="urn:microsoft.com/office/officeart/2008/layout/CaptionedPictures"/>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42.xml><?xml version="1.0" encoding="utf-8"?>
<dgm:dataModel xmlns:dgm="http://schemas.openxmlformats.org/drawingml/2006/diagram" xmlns:a="http://schemas.openxmlformats.org/drawingml/2006/main">
  <dgm:ptLst>
    <dgm:pt modelId="{B9C32B05-62EA-407A-B21C-2310C7945705}" type="doc">
      <dgm:prSet loTypeId="urn:microsoft.com/office/officeart/2008/layout/BendingPictureCaption" loCatId="picture" qsTypeId="urn:microsoft.com/office/officeart/2005/8/quickstyle/simple4" qsCatId="simple" csTypeId="urn:microsoft.com/office/officeart/2005/8/colors/colorful1" csCatId="colorful" phldr="1"/>
      <dgm:spPr/>
      <dgm:t>
        <a:bodyPr/>
        <a:lstStyle/>
        <a:p>
          <a:endParaRPr lang="en-US"/>
        </a:p>
      </dgm:t>
    </dgm:pt>
    <dgm:pt modelId="{8EA7219F-BDB2-48EB-9EEB-3133522D132E}">
      <dgm:prSet phldrT="[Text]"/>
      <dgm:spPr/>
      <dgm:t>
        <a:bodyPr/>
        <a:lstStyle/>
        <a:p>
          <a:r>
            <a:rPr lang="en-US" dirty="0"/>
            <a:t>Lorem Ipsum</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F3FA86F7-575E-4FDD-B637-1D7276F725A4}">
      <dgm:prSet phldrT="[Text]"/>
      <dgm:spPr/>
      <dgm:t>
        <a:bodyPr/>
        <a:lstStyle/>
        <a:p>
          <a:r>
            <a:rPr lang="en-US"/>
            <a:t>Lorem Ipsum</a:t>
          </a:r>
          <a:endParaRPr lang="en-US" dirty="0"/>
        </a:p>
      </dgm:t>
    </dgm:pt>
    <dgm:pt modelId="{192CD16B-FA85-49AB-96EA-80094BA41ED5}" type="parTrans" cxnId="{B38DB338-3B1E-4324-A45E-8025E9D81450}">
      <dgm:prSet/>
      <dgm:spPr/>
      <dgm:t>
        <a:bodyPr/>
        <a:lstStyle/>
        <a:p>
          <a:endParaRPr lang="en-US"/>
        </a:p>
      </dgm:t>
    </dgm:pt>
    <dgm:pt modelId="{BEF45895-E33A-456A-85CE-5D5DFC2CF2C9}" type="sibTrans" cxnId="{B38DB338-3B1E-4324-A45E-8025E9D81450}">
      <dgm:prSet/>
      <dgm:spPr/>
      <dgm:t>
        <a:bodyPr/>
        <a:lstStyle/>
        <a:p>
          <a:endParaRPr lang="en-US"/>
        </a:p>
      </dgm:t>
    </dgm:pt>
    <dgm:pt modelId="{8D3744A8-1883-4930-8E0D-B57E26D003C6}">
      <dgm:prSet phldrT="[Text]"/>
      <dgm:spPr/>
      <dgm:t>
        <a:bodyPr/>
        <a:lstStyle/>
        <a:p>
          <a:r>
            <a:rPr lang="en-US"/>
            <a:t>Lorem Ipsum</a:t>
          </a:r>
          <a:endParaRPr lang="en-US" dirty="0"/>
        </a:p>
      </dgm:t>
    </dgm:pt>
    <dgm:pt modelId="{AC9EAF57-EBF1-4FB7-8ED0-6ECFF59ADE74}" type="parTrans" cxnId="{C8FCCD3C-805E-4A27-964D-25DE1206ADCA}">
      <dgm:prSet/>
      <dgm:spPr/>
      <dgm:t>
        <a:bodyPr/>
        <a:lstStyle/>
        <a:p>
          <a:endParaRPr lang="en-US"/>
        </a:p>
      </dgm:t>
    </dgm:pt>
    <dgm:pt modelId="{D40CF7D9-D0C3-4084-8D2D-359654C28D0F}" type="sibTrans" cxnId="{C8FCCD3C-805E-4A27-964D-25DE1206ADCA}">
      <dgm:prSet/>
      <dgm:spPr/>
      <dgm:t>
        <a:bodyPr/>
        <a:lstStyle/>
        <a:p>
          <a:endParaRPr lang="en-US"/>
        </a:p>
      </dgm:t>
    </dgm:pt>
    <dgm:pt modelId="{BB36F745-62BA-4892-99D7-E4239B0F3843}">
      <dgm:prSet phldrT="[Text]"/>
      <dgm:spPr/>
      <dgm:t>
        <a:bodyPr/>
        <a:lstStyle/>
        <a:p>
          <a:r>
            <a:rPr lang="en-US"/>
            <a:t>Lorem Ipsum</a:t>
          </a:r>
          <a:endParaRPr lang="en-US" dirty="0"/>
        </a:p>
      </dgm:t>
    </dgm:pt>
    <dgm:pt modelId="{CE269D49-A2E4-44F1-A948-9BE1FE5D6140}" type="parTrans" cxnId="{C96A1F07-338B-48CD-B344-80BE34A6C9DF}">
      <dgm:prSet/>
      <dgm:spPr/>
      <dgm:t>
        <a:bodyPr/>
        <a:lstStyle/>
        <a:p>
          <a:endParaRPr lang="en-US"/>
        </a:p>
      </dgm:t>
    </dgm:pt>
    <dgm:pt modelId="{5CE5B550-A310-4948-9BA1-267AF81C5FA4}" type="sibTrans" cxnId="{C96A1F07-338B-48CD-B344-80BE34A6C9DF}">
      <dgm:prSet/>
      <dgm:spPr/>
      <dgm:t>
        <a:bodyPr/>
        <a:lstStyle/>
        <a:p>
          <a:endParaRPr lang="en-US"/>
        </a:p>
      </dgm:t>
    </dgm:pt>
    <dgm:pt modelId="{C9AAC837-F2B0-40E5-8679-D365145CD32D}">
      <dgm:prSet phldrT="[Text]"/>
      <dgm:spPr/>
      <dgm:t>
        <a:bodyPr/>
        <a:lstStyle/>
        <a:p>
          <a:r>
            <a:rPr lang="en-US" dirty="0"/>
            <a:t>Lorem Ipsum</a:t>
          </a:r>
        </a:p>
      </dgm:t>
    </dgm:pt>
    <dgm:pt modelId="{BF762BC7-3A73-465D-85A6-3BCDF9B94784}" type="parTrans" cxnId="{D2F8513A-5886-4FAB-9494-6D284BD96A29}">
      <dgm:prSet/>
      <dgm:spPr/>
      <dgm:t>
        <a:bodyPr/>
        <a:lstStyle/>
        <a:p>
          <a:endParaRPr lang="en-US"/>
        </a:p>
      </dgm:t>
    </dgm:pt>
    <dgm:pt modelId="{0CEADA81-66C0-4096-BEDE-B88D7687450C}" type="sibTrans" cxnId="{D2F8513A-5886-4FAB-9494-6D284BD96A29}">
      <dgm:prSet/>
      <dgm:spPr/>
      <dgm:t>
        <a:bodyPr/>
        <a:lstStyle/>
        <a:p>
          <a:endParaRPr lang="en-US"/>
        </a:p>
      </dgm:t>
    </dgm:pt>
    <dgm:pt modelId="{CD4BD85A-FA48-4398-A08B-E953BBC9984F}" type="pres">
      <dgm:prSet presAssocID="{B9C32B05-62EA-407A-B21C-2310C7945705}" presName="diagram" presStyleCnt="0">
        <dgm:presLayoutVars>
          <dgm:dir/>
        </dgm:presLayoutVars>
      </dgm:prSet>
      <dgm:spPr/>
    </dgm:pt>
    <dgm:pt modelId="{227F2ADD-7649-4C06-A494-E1CE2C971167}" type="pres">
      <dgm:prSet presAssocID="{8EA7219F-BDB2-48EB-9EEB-3133522D132E}" presName="composite" presStyleCnt="0"/>
      <dgm:spPr/>
    </dgm:pt>
    <dgm:pt modelId="{F8ABE6A8-9186-4D9A-9CB9-A05D2BE4CC09}" type="pres">
      <dgm:prSet presAssocID="{8EA7219F-BDB2-48EB-9EEB-3133522D132E}" presName="Image" presStyleLbl="bgShp" presStyleIdx="0" presStyleCnt="5"/>
      <dgm:spPr/>
    </dgm:pt>
    <dgm:pt modelId="{045AEAC8-69B1-4C5D-B88D-D3165972DD56}" type="pres">
      <dgm:prSet presAssocID="{8EA7219F-BDB2-48EB-9EEB-3133522D132E}" presName="Parent" presStyleLbl="node0" presStyleIdx="0" presStyleCnt="5">
        <dgm:presLayoutVars>
          <dgm:bulletEnabled val="1"/>
        </dgm:presLayoutVars>
      </dgm:prSet>
      <dgm:spPr/>
    </dgm:pt>
    <dgm:pt modelId="{A04FFECD-3703-46C9-A089-B9154A13B298}" type="pres">
      <dgm:prSet presAssocID="{C94B7947-85DC-4B21-BB99-DF8438356F98}" presName="sibTrans" presStyleCnt="0"/>
      <dgm:spPr/>
    </dgm:pt>
    <dgm:pt modelId="{E28D0BF7-79CB-429D-9180-B4A6EB79A6BF}" type="pres">
      <dgm:prSet presAssocID="{F3FA86F7-575E-4FDD-B637-1D7276F725A4}" presName="composite" presStyleCnt="0"/>
      <dgm:spPr/>
    </dgm:pt>
    <dgm:pt modelId="{6A609026-5A77-4C52-BB0D-DE358CD57A2C}" type="pres">
      <dgm:prSet presAssocID="{F3FA86F7-575E-4FDD-B637-1D7276F725A4}" presName="Image" presStyleLbl="bgShp" presStyleIdx="1" presStyleCnt="5"/>
      <dgm:spPr/>
    </dgm:pt>
    <dgm:pt modelId="{951F19FE-026F-43CC-8237-9F1DC5949640}" type="pres">
      <dgm:prSet presAssocID="{F3FA86F7-575E-4FDD-B637-1D7276F725A4}" presName="Parent" presStyleLbl="node0" presStyleIdx="1" presStyleCnt="5">
        <dgm:presLayoutVars>
          <dgm:bulletEnabled val="1"/>
        </dgm:presLayoutVars>
      </dgm:prSet>
      <dgm:spPr/>
    </dgm:pt>
    <dgm:pt modelId="{8517ACCC-E606-4D70-8C97-156E35A76032}" type="pres">
      <dgm:prSet presAssocID="{BEF45895-E33A-456A-85CE-5D5DFC2CF2C9}" presName="sibTrans" presStyleCnt="0"/>
      <dgm:spPr/>
    </dgm:pt>
    <dgm:pt modelId="{E5D0D6C5-1634-4418-84A3-761CBD90F53D}" type="pres">
      <dgm:prSet presAssocID="{8D3744A8-1883-4930-8E0D-B57E26D003C6}" presName="composite" presStyleCnt="0"/>
      <dgm:spPr/>
    </dgm:pt>
    <dgm:pt modelId="{6D5E60F8-87AC-4B6C-B963-5243037BF252}" type="pres">
      <dgm:prSet presAssocID="{8D3744A8-1883-4930-8E0D-B57E26D003C6}" presName="Image" presStyleLbl="bgShp" presStyleIdx="2" presStyleCnt="5"/>
      <dgm:spPr/>
    </dgm:pt>
    <dgm:pt modelId="{A2FF5F48-A3D7-4B71-BFA9-F61429B8258C}" type="pres">
      <dgm:prSet presAssocID="{8D3744A8-1883-4930-8E0D-B57E26D003C6}" presName="Parent" presStyleLbl="node0" presStyleIdx="2" presStyleCnt="5">
        <dgm:presLayoutVars>
          <dgm:bulletEnabled val="1"/>
        </dgm:presLayoutVars>
      </dgm:prSet>
      <dgm:spPr/>
    </dgm:pt>
    <dgm:pt modelId="{0458CB35-7A1D-4D37-8458-D8DE00C7B49A}" type="pres">
      <dgm:prSet presAssocID="{D40CF7D9-D0C3-4084-8D2D-359654C28D0F}" presName="sibTrans" presStyleCnt="0"/>
      <dgm:spPr/>
    </dgm:pt>
    <dgm:pt modelId="{81213C04-96A1-4847-8976-F63A29A4E196}" type="pres">
      <dgm:prSet presAssocID="{C9AAC837-F2B0-40E5-8679-D365145CD32D}" presName="composite" presStyleCnt="0"/>
      <dgm:spPr/>
    </dgm:pt>
    <dgm:pt modelId="{B91C1456-38DB-4304-8CF5-63898182094A}" type="pres">
      <dgm:prSet presAssocID="{C9AAC837-F2B0-40E5-8679-D365145CD32D}" presName="Image" presStyleLbl="bgShp" presStyleIdx="3" presStyleCnt="5"/>
      <dgm:spPr/>
    </dgm:pt>
    <dgm:pt modelId="{6F5AEE9A-6E19-4141-98C2-3ADEBCEFDCF4}" type="pres">
      <dgm:prSet presAssocID="{C9AAC837-F2B0-40E5-8679-D365145CD32D}" presName="Parent" presStyleLbl="node0" presStyleIdx="3" presStyleCnt="5">
        <dgm:presLayoutVars>
          <dgm:bulletEnabled val="1"/>
        </dgm:presLayoutVars>
      </dgm:prSet>
      <dgm:spPr/>
    </dgm:pt>
    <dgm:pt modelId="{8998A2EF-8FF3-4817-BF81-243814F521C3}" type="pres">
      <dgm:prSet presAssocID="{0CEADA81-66C0-4096-BEDE-B88D7687450C}" presName="sibTrans" presStyleCnt="0"/>
      <dgm:spPr/>
    </dgm:pt>
    <dgm:pt modelId="{666DB870-9B38-4EA1-B336-3EF84CC62C85}" type="pres">
      <dgm:prSet presAssocID="{BB36F745-62BA-4892-99D7-E4239B0F3843}" presName="composite" presStyleCnt="0"/>
      <dgm:spPr/>
    </dgm:pt>
    <dgm:pt modelId="{258A8C96-5AF9-49BC-9B12-E1C49932825C}" type="pres">
      <dgm:prSet presAssocID="{BB36F745-62BA-4892-99D7-E4239B0F3843}" presName="Image" presStyleLbl="bgShp" presStyleIdx="4" presStyleCnt="5"/>
      <dgm:spPr/>
    </dgm:pt>
    <dgm:pt modelId="{08040F3F-4F67-473B-9CA8-9B4AA49C3690}" type="pres">
      <dgm:prSet presAssocID="{BB36F745-62BA-4892-99D7-E4239B0F3843}" presName="Parent" presStyleLbl="node0" presStyleIdx="4" presStyleCnt="5">
        <dgm:presLayoutVars>
          <dgm:bulletEnabled val="1"/>
        </dgm:presLayoutVars>
      </dgm:prSet>
      <dgm:spPr/>
    </dgm:pt>
  </dgm:ptLst>
  <dgm:cxnLst>
    <dgm:cxn modelId="{C96A1F07-338B-48CD-B344-80BE34A6C9DF}" srcId="{B9C32B05-62EA-407A-B21C-2310C7945705}" destId="{BB36F745-62BA-4892-99D7-E4239B0F3843}" srcOrd="4" destOrd="0" parTransId="{CE269D49-A2E4-44F1-A948-9BE1FE5D6140}" sibTransId="{5CE5B550-A310-4948-9BA1-267AF81C5FA4}"/>
    <dgm:cxn modelId="{B38DB338-3B1E-4324-A45E-8025E9D81450}" srcId="{B9C32B05-62EA-407A-B21C-2310C7945705}" destId="{F3FA86F7-575E-4FDD-B637-1D7276F725A4}" srcOrd="1" destOrd="0" parTransId="{192CD16B-FA85-49AB-96EA-80094BA41ED5}" sibTransId="{BEF45895-E33A-456A-85CE-5D5DFC2CF2C9}"/>
    <dgm:cxn modelId="{D2F8513A-5886-4FAB-9494-6D284BD96A29}" srcId="{B9C32B05-62EA-407A-B21C-2310C7945705}" destId="{C9AAC837-F2B0-40E5-8679-D365145CD32D}" srcOrd="3" destOrd="0" parTransId="{BF762BC7-3A73-465D-85A6-3BCDF9B94784}" sibTransId="{0CEADA81-66C0-4096-BEDE-B88D7687450C}"/>
    <dgm:cxn modelId="{C8FCCD3C-805E-4A27-964D-25DE1206ADCA}" srcId="{B9C32B05-62EA-407A-B21C-2310C7945705}" destId="{8D3744A8-1883-4930-8E0D-B57E26D003C6}" srcOrd="2" destOrd="0" parTransId="{AC9EAF57-EBF1-4FB7-8ED0-6ECFF59ADE74}" sibTransId="{D40CF7D9-D0C3-4084-8D2D-359654C28D0F}"/>
    <dgm:cxn modelId="{55CBBC61-3090-4D07-9342-5869596C8DF4}" type="presOf" srcId="{BB36F745-62BA-4892-99D7-E4239B0F3843}" destId="{08040F3F-4F67-473B-9CA8-9B4AA49C3690}" srcOrd="0" destOrd="0" presId="urn:microsoft.com/office/officeart/2008/layout/BendingPictureCaption"/>
    <dgm:cxn modelId="{76572C63-2644-45EF-885F-E9EA6EE63511}" type="presOf" srcId="{8EA7219F-BDB2-48EB-9EEB-3133522D132E}" destId="{045AEAC8-69B1-4C5D-B88D-D3165972DD56}" srcOrd="0" destOrd="0" presId="urn:microsoft.com/office/officeart/2008/layout/BendingPictureCaption"/>
    <dgm:cxn modelId="{D3E0BC47-E380-40EE-9AAD-1F24823F29DD}" type="presOf" srcId="{F3FA86F7-575E-4FDD-B637-1D7276F725A4}" destId="{951F19FE-026F-43CC-8237-9F1DC5949640}" srcOrd="0" destOrd="0" presId="urn:microsoft.com/office/officeart/2008/layout/BendingPictureCaption"/>
    <dgm:cxn modelId="{2E1B7354-E95A-42B0-8A7C-75AF34CA68E1}" type="presOf" srcId="{C9AAC837-F2B0-40E5-8679-D365145CD32D}" destId="{6F5AEE9A-6E19-4141-98C2-3ADEBCEFDCF4}" srcOrd="0" destOrd="0" presId="urn:microsoft.com/office/officeart/2008/layout/BendingPictureCaption"/>
    <dgm:cxn modelId="{96BEF7E3-22D0-4FFD-880A-D9E3AEB4D02D}" type="presOf" srcId="{8D3744A8-1883-4930-8E0D-B57E26D003C6}" destId="{A2FF5F48-A3D7-4B71-BFA9-F61429B8258C}" srcOrd="0" destOrd="0" presId="urn:microsoft.com/office/officeart/2008/layout/BendingPictureCaption"/>
    <dgm:cxn modelId="{58AD7EEF-D408-406B-87EE-4691D4C30668}" srcId="{B9C32B05-62EA-407A-B21C-2310C7945705}" destId="{8EA7219F-BDB2-48EB-9EEB-3133522D132E}" srcOrd="0" destOrd="0" parTransId="{3EE8403A-CB7C-4815-85BD-AEBCAEB71B37}" sibTransId="{C94B7947-85DC-4B21-BB99-DF8438356F98}"/>
    <dgm:cxn modelId="{613E63F3-E5C1-4F5B-9BC2-95D7E7892DC3}" type="presOf" srcId="{B9C32B05-62EA-407A-B21C-2310C7945705}" destId="{CD4BD85A-FA48-4398-A08B-E953BBC9984F}" srcOrd="0" destOrd="0" presId="urn:microsoft.com/office/officeart/2008/layout/BendingPictureCaption"/>
    <dgm:cxn modelId="{ED131CA9-AEAA-481C-B474-2E9EBA38DBAF}" type="presParOf" srcId="{CD4BD85A-FA48-4398-A08B-E953BBC9984F}" destId="{227F2ADD-7649-4C06-A494-E1CE2C971167}" srcOrd="0" destOrd="0" presId="urn:microsoft.com/office/officeart/2008/layout/BendingPictureCaption"/>
    <dgm:cxn modelId="{30808383-8741-4F79-982D-09BBE47F6BB1}" type="presParOf" srcId="{227F2ADD-7649-4C06-A494-E1CE2C971167}" destId="{F8ABE6A8-9186-4D9A-9CB9-A05D2BE4CC09}" srcOrd="0" destOrd="0" presId="urn:microsoft.com/office/officeart/2008/layout/BendingPictureCaption"/>
    <dgm:cxn modelId="{8ECBD7EA-87B8-4539-BDA4-4C2BB77F8DC2}" type="presParOf" srcId="{227F2ADD-7649-4C06-A494-E1CE2C971167}" destId="{045AEAC8-69B1-4C5D-B88D-D3165972DD56}" srcOrd="1" destOrd="0" presId="urn:microsoft.com/office/officeart/2008/layout/BendingPictureCaption"/>
    <dgm:cxn modelId="{5C07D8AC-B158-47DD-92C8-3AC482E213DC}" type="presParOf" srcId="{CD4BD85A-FA48-4398-A08B-E953BBC9984F}" destId="{A04FFECD-3703-46C9-A089-B9154A13B298}" srcOrd="1" destOrd="0" presId="urn:microsoft.com/office/officeart/2008/layout/BendingPictureCaption"/>
    <dgm:cxn modelId="{18A1C738-583C-4C68-8D94-6506FCF23AF6}" type="presParOf" srcId="{CD4BD85A-FA48-4398-A08B-E953BBC9984F}" destId="{E28D0BF7-79CB-429D-9180-B4A6EB79A6BF}" srcOrd="2" destOrd="0" presId="urn:microsoft.com/office/officeart/2008/layout/BendingPictureCaption"/>
    <dgm:cxn modelId="{6B26FB89-5DBA-454C-9C72-C05087333DB3}" type="presParOf" srcId="{E28D0BF7-79CB-429D-9180-B4A6EB79A6BF}" destId="{6A609026-5A77-4C52-BB0D-DE358CD57A2C}" srcOrd="0" destOrd="0" presId="urn:microsoft.com/office/officeart/2008/layout/BendingPictureCaption"/>
    <dgm:cxn modelId="{27B5E8FA-572B-4E5F-82EB-3800D2A185C8}" type="presParOf" srcId="{E28D0BF7-79CB-429D-9180-B4A6EB79A6BF}" destId="{951F19FE-026F-43CC-8237-9F1DC5949640}" srcOrd="1" destOrd="0" presId="urn:microsoft.com/office/officeart/2008/layout/BendingPictureCaption"/>
    <dgm:cxn modelId="{65B99DC3-7EC0-497D-917F-73AF18D61C61}" type="presParOf" srcId="{CD4BD85A-FA48-4398-A08B-E953BBC9984F}" destId="{8517ACCC-E606-4D70-8C97-156E35A76032}" srcOrd="3" destOrd="0" presId="urn:microsoft.com/office/officeart/2008/layout/BendingPictureCaption"/>
    <dgm:cxn modelId="{ABB7023D-F32E-41AB-B1A4-E6EDAEACBD14}" type="presParOf" srcId="{CD4BD85A-FA48-4398-A08B-E953BBC9984F}" destId="{E5D0D6C5-1634-4418-84A3-761CBD90F53D}" srcOrd="4" destOrd="0" presId="urn:microsoft.com/office/officeart/2008/layout/BendingPictureCaption"/>
    <dgm:cxn modelId="{24C1F40F-096D-4040-A868-AA0CC0D37DF3}" type="presParOf" srcId="{E5D0D6C5-1634-4418-84A3-761CBD90F53D}" destId="{6D5E60F8-87AC-4B6C-B963-5243037BF252}" srcOrd="0" destOrd="0" presId="urn:microsoft.com/office/officeart/2008/layout/BendingPictureCaption"/>
    <dgm:cxn modelId="{FD5CC144-2BE1-4671-AF7D-A73F6F9E8E1D}" type="presParOf" srcId="{E5D0D6C5-1634-4418-84A3-761CBD90F53D}" destId="{A2FF5F48-A3D7-4B71-BFA9-F61429B8258C}" srcOrd="1" destOrd="0" presId="urn:microsoft.com/office/officeart/2008/layout/BendingPictureCaption"/>
    <dgm:cxn modelId="{D175C3E1-F1A5-408D-807F-751656F3955C}" type="presParOf" srcId="{CD4BD85A-FA48-4398-A08B-E953BBC9984F}" destId="{0458CB35-7A1D-4D37-8458-D8DE00C7B49A}" srcOrd="5" destOrd="0" presId="urn:microsoft.com/office/officeart/2008/layout/BendingPictureCaption"/>
    <dgm:cxn modelId="{CE9197E9-8A47-4601-AD4C-22451982F70F}" type="presParOf" srcId="{CD4BD85A-FA48-4398-A08B-E953BBC9984F}" destId="{81213C04-96A1-4847-8976-F63A29A4E196}" srcOrd="6" destOrd="0" presId="urn:microsoft.com/office/officeart/2008/layout/BendingPictureCaption"/>
    <dgm:cxn modelId="{FFE9515F-0ECD-4BB6-AA96-D1FF61F89033}" type="presParOf" srcId="{81213C04-96A1-4847-8976-F63A29A4E196}" destId="{B91C1456-38DB-4304-8CF5-63898182094A}" srcOrd="0" destOrd="0" presId="urn:microsoft.com/office/officeart/2008/layout/BendingPictureCaption"/>
    <dgm:cxn modelId="{F2E3F0D3-A2A7-4692-8022-E7C862DD2600}" type="presParOf" srcId="{81213C04-96A1-4847-8976-F63A29A4E196}" destId="{6F5AEE9A-6E19-4141-98C2-3ADEBCEFDCF4}" srcOrd="1" destOrd="0" presId="urn:microsoft.com/office/officeart/2008/layout/BendingPictureCaption"/>
    <dgm:cxn modelId="{DC9F3696-AB90-4ADC-BC40-BC83743A5B72}" type="presParOf" srcId="{CD4BD85A-FA48-4398-A08B-E953BBC9984F}" destId="{8998A2EF-8FF3-4817-BF81-243814F521C3}" srcOrd="7" destOrd="0" presId="urn:microsoft.com/office/officeart/2008/layout/BendingPictureCaption"/>
    <dgm:cxn modelId="{09C9F348-2CED-49EF-A24C-4EB4C586343C}" type="presParOf" srcId="{CD4BD85A-FA48-4398-A08B-E953BBC9984F}" destId="{666DB870-9B38-4EA1-B336-3EF84CC62C85}" srcOrd="8" destOrd="0" presId="urn:microsoft.com/office/officeart/2008/layout/BendingPictureCaption"/>
    <dgm:cxn modelId="{391F88D8-D26A-43EC-8C18-35A20EBB1018}" type="presParOf" srcId="{666DB870-9B38-4EA1-B336-3EF84CC62C85}" destId="{258A8C96-5AF9-49BC-9B12-E1C49932825C}" srcOrd="0" destOrd="0" presId="urn:microsoft.com/office/officeart/2008/layout/BendingPictureCaption"/>
    <dgm:cxn modelId="{37064CFE-700B-4B76-B622-6EB2CF5E688C}" type="presParOf" srcId="{666DB870-9B38-4EA1-B336-3EF84CC62C85}" destId="{08040F3F-4F67-473B-9CA8-9B4AA49C3690}" srcOrd="1" destOrd="0" presId="urn:microsoft.com/office/officeart/2008/layout/BendingPictureCaption"/>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43.xml><?xml version="1.0" encoding="utf-8"?>
<dgm:dataModel xmlns:dgm="http://schemas.openxmlformats.org/drawingml/2006/diagram" xmlns:a="http://schemas.openxmlformats.org/drawingml/2006/main">
  <dgm:ptLst>
    <dgm:pt modelId="{B9C32B05-62EA-407A-B21C-2310C7945705}" type="doc">
      <dgm:prSet loTypeId="urn:microsoft.com/office/officeart/2011/layout/Picture Frame" loCatId="officeonline" qsTypeId="urn:microsoft.com/office/officeart/2005/8/quickstyle/simple4" qsCatId="simple" csTypeId="urn:microsoft.com/office/officeart/2005/8/colors/colorful1" csCatId="colorful" phldr="1"/>
      <dgm:spPr/>
      <dgm:t>
        <a:bodyPr/>
        <a:lstStyle/>
        <a:p>
          <a:endParaRPr lang="en-US"/>
        </a:p>
      </dgm:t>
    </dgm:pt>
    <dgm:pt modelId="{8EA7219F-BDB2-48EB-9EEB-3133522D132E}">
      <dgm:prSet phldrT="[Text]"/>
      <dgm:spPr/>
      <dgm:t>
        <a:bodyPr/>
        <a:lstStyle/>
        <a:p>
          <a:r>
            <a:rPr lang="en-US">
              <a:solidFill>
                <a:schemeClr val="tx2"/>
              </a:solidFill>
            </a:rPr>
            <a:t>Lorem Ipsum</a:t>
          </a:r>
          <a:endParaRPr lang="en-US" dirty="0">
            <a:solidFill>
              <a:schemeClr val="tx2"/>
            </a:solidFill>
          </a:endParaRPr>
        </a:p>
      </dgm:t>
    </dgm:pt>
    <dgm:pt modelId="{3EE8403A-CB7C-4815-85BD-AEBCAEB71B37}" type="parTrans" cxnId="{58AD7EEF-D408-406B-87EE-4691D4C30668}">
      <dgm:prSet/>
      <dgm:spPr/>
      <dgm:t>
        <a:bodyPr/>
        <a:lstStyle/>
        <a:p>
          <a:endParaRPr lang="en-US">
            <a:solidFill>
              <a:schemeClr val="tx2"/>
            </a:solidFill>
          </a:endParaRPr>
        </a:p>
      </dgm:t>
    </dgm:pt>
    <dgm:pt modelId="{C94B7947-85DC-4B21-BB99-DF8438356F98}" type="sibTrans" cxnId="{58AD7EEF-D408-406B-87EE-4691D4C30668}">
      <dgm:prSet/>
      <dgm:spPr/>
      <dgm:t>
        <a:bodyPr/>
        <a:lstStyle/>
        <a:p>
          <a:endParaRPr lang="en-US">
            <a:solidFill>
              <a:schemeClr val="tx2"/>
            </a:solidFill>
          </a:endParaRPr>
        </a:p>
      </dgm:t>
    </dgm:pt>
    <dgm:pt modelId="{F3FA86F7-575E-4FDD-B637-1D7276F725A4}">
      <dgm:prSet phldrT="[Text]"/>
      <dgm:spPr/>
      <dgm:t>
        <a:bodyPr/>
        <a:lstStyle/>
        <a:p>
          <a:r>
            <a:rPr lang="en-US">
              <a:solidFill>
                <a:schemeClr val="tx2"/>
              </a:solidFill>
            </a:rPr>
            <a:t>Lorem Ipsum</a:t>
          </a:r>
          <a:endParaRPr lang="en-US" dirty="0">
            <a:solidFill>
              <a:schemeClr val="tx2"/>
            </a:solidFill>
          </a:endParaRPr>
        </a:p>
      </dgm:t>
    </dgm:pt>
    <dgm:pt modelId="{192CD16B-FA85-49AB-96EA-80094BA41ED5}" type="parTrans" cxnId="{B38DB338-3B1E-4324-A45E-8025E9D81450}">
      <dgm:prSet/>
      <dgm:spPr/>
      <dgm:t>
        <a:bodyPr/>
        <a:lstStyle/>
        <a:p>
          <a:endParaRPr lang="en-US">
            <a:solidFill>
              <a:schemeClr val="tx2"/>
            </a:solidFill>
          </a:endParaRPr>
        </a:p>
      </dgm:t>
    </dgm:pt>
    <dgm:pt modelId="{BEF45895-E33A-456A-85CE-5D5DFC2CF2C9}" type="sibTrans" cxnId="{B38DB338-3B1E-4324-A45E-8025E9D81450}">
      <dgm:prSet/>
      <dgm:spPr/>
      <dgm:t>
        <a:bodyPr/>
        <a:lstStyle/>
        <a:p>
          <a:endParaRPr lang="en-US">
            <a:solidFill>
              <a:schemeClr val="tx2"/>
            </a:solidFill>
          </a:endParaRPr>
        </a:p>
      </dgm:t>
    </dgm:pt>
    <dgm:pt modelId="{8D3744A8-1883-4930-8E0D-B57E26D003C6}">
      <dgm:prSet phldrT="[Text]"/>
      <dgm:spPr/>
      <dgm:t>
        <a:bodyPr/>
        <a:lstStyle/>
        <a:p>
          <a:r>
            <a:rPr lang="en-US">
              <a:solidFill>
                <a:schemeClr val="tx2"/>
              </a:solidFill>
            </a:rPr>
            <a:t>Lorem Ipsum</a:t>
          </a:r>
          <a:endParaRPr lang="en-US" dirty="0">
            <a:solidFill>
              <a:schemeClr val="tx2"/>
            </a:solidFill>
          </a:endParaRPr>
        </a:p>
      </dgm:t>
    </dgm:pt>
    <dgm:pt modelId="{AC9EAF57-EBF1-4FB7-8ED0-6ECFF59ADE74}" type="parTrans" cxnId="{C8FCCD3C-805E-4A27-964D-25DE1206ADCA}">
      <dgm:prSet/>
      <dgm:spPr/>
      <dgm:t>
        <a:bodyPr/>
        <a:lstStyle/>
        <a:p>
          <a:endParaRPr lang="en-US">
            <a:solidFill>
              <a:schemeClr val="tx2"/>
            </a:solidFill>
          </a:endParaRPr>
        </a:p>
      </dgm:t>
    </dgm:pt>
    <dgm:pt modelId="{D40CF7D9-D0C3-4084-8D2D-359654C28D0F}" type="sibTrans" cxnId="{C8FCCD3C-805E-4A27-964D-25DE1206ADCA}">
      <dgm:prSet/>
      <dgm:spPr/>
      <dgm:t>
        <a:bodyPr/>
        <a:lstStyle/>
        <a:p>
          <a:endParaRPr lang="en-US">
            <a:solidFill>
              <a:schemeClr val="tx2"/>
            </a:solidFill>
          </a:endParaRPr>
        </a:p>
      </dgm:t>
    </dgm:pt>
    <dgm:pt modelId="{BB36F745-62BA-4892-99D7-E4239B0F3843}">
      <dgm:prSet phldrT="[Text]"/>
      <dgm:spPr/>
      <dgm:t>
        <a:bodyPr/>
        <a:lstStyle/>
        <a:p>
          <a:r>
            <a:rPr lang="en-US">
              <a:solidFill>
                <a:schemeClr val="tx2"/>
              </a:solidFill>
            </a:rPr>
            <a:t>Lorem Ipsum</a:t>
          </a:r>
          <a:endParaRPr lang="en-US" dirty="0">
            <a:solidFill>
              <a:schemeClr val="tx2"/>
            </a:solidFill>
          </a:endParaRPr>
        </a:p>
      </dgm:t>
    </dgm:pt>
    <dgm:pt modelId="{CE269D49-A2E4-44F1-A948-9BE1FE5D6140}" type="parTrans" cxnId="{C96A1F07-338B-48CD-B344-80BE34A6C9DF}">
      <dgm:prSet/>
      <dgm:spPr/>
      <dgm:t>
        <a:bodyPr/>
        <a:lstStyle/>
        <a:p>
          <a:endParaRPr lang="en-US">
            <a:solidFill>
              <a:schemeClr val="tx2"/>
            </a:solidFill>
          </a:endParaRPr>
        </a:p>
      </dgm:t>
    </dgm:pt>
    <dgm:pt modelId="{5CE5B550-A310-4948-9BA1-267AF81C5FA4}" type="sibTrans" cxnId="{C96A1F07-338B-48CD-B344-80BE34A6C9DF}">
      <dgm:prSet/>
      <dgm:spPr/>
      <dgm:t>
        <a:bodyPr/>
        <a:lstStyle/>
        <a:p>
          <a:endParaRPr lang="en-US">
            <a:solidFill>
              <a:schemeClr val="tx2"/>
            </a:solidFill>
          </a:endParaRPr>
        </a:p>
      </dgm:t>
    </dgm:pt>
    <dgm:pt modelId="{C9AAC837-F2B0-40E5-8679-D365145CD32D}">
      <dgm:prSet phldrT="[Text]"/>
      <dgm:spPr/>
      <dgm:t>
        <a:bodyPr/>
        <a:lstStyle/>
        <a:p>
          <a:r>
            <a:rPr lang="en-US" dirty="0">
              <a:solidFill>
                <a:schemeClr val="tx2"/>
              </a:solidFill>
            </a:rPr>
            <a:t>Lorem Ipsum</a:t>
          </a:r>
        </a:p>
      </dgm:t>
    </dgm:pt>
    <dgm:pt modelId="{BF762BC7-3A73-465D-85A6-3BCDF9B94784}" type="parTrans" cxnId="{D2F8513A-5886-4FAB-9494-6D284BD96A29}">
      <dgm:prSet/>
      <dgm:spPr/>
      <dgm:t>
        <a:bodyPr/>
        <a:lstStyle/>
        <a:p>
          <a:endParaRPr lang="en-US">
            <a:solidFill>
              <a:schemeClr val="tx2"/>
            </a:solidFill>
          </a:endParaRPr>
        </a:p>
      </dgm:t>
    </dgm:pt>
    <dgm:pt modelId="{0CEADA81-66C0-4096-BEDE-B88D7687450C}" type="sibTrans" cxnId="{D2F8513A-5886-4FAB-9494-6D284BD96A29}">
      <dgm:prSet/>
      <dgm:spPr/>
      <dgm:t>
        <a:bodyPr/>
        <a:lstStyle/>
        <a:p>
          <a:endParaRPr lang="en-US">
            <a:solidFill>
              <a:schemeClr val="tx2"/>
            </a:solidFill>
          </a:endParaRPr>
        </a:p>
      </dgm:t>
    </dgm:pt>
    <dgm:pt modelId="{A2CA669D-336C-4629-B838-28A54518AC10}" type="pres">
      <dgm:prSet presAssocID="{B9C32B05-62EA-407A-B21C-2310C7945705}" presName="Name0" presStyleCnt="0">
        <dgm:presLayoutVars>
          <dgm:chMax/>
          <dgm:chPref/>
          <dgm:dir/>
        </dgm:presLayoutVars>
      </dgm:prSet>
      <dgm:spPr/>
    </dgm:pt>
    <dgm:pt modelId="{8E24875A-D0D9-44E7-8504-8A5595B3C9B0}" type="pres">
      <dgm:prSet presAssocID="{8EA7219F-BDB2-48EB-9EEB-3133522D132E}" presName="composite" presStyleCnt="0"/>
      <dgm:spPr/>
    </dgm:pt>
    <dgm:pt modelId="{5D0D87FB-A9E9-4ABC-AD27-C7243D60F9F2}" type="pres">
      <dgm:prSet presAssocID="{8EA7219F-BDB2-48EB-9EEB-3133522D132E}" presName="ParentText" presStyleLbl="revTx" presStyleIdx="0" presStyleCnt="5">
        <dgm:presLayoutVars>
          <dgm:chMax val="0"/>
          <dgm:chPref val="0"/>
          <dgm:bulletEnabled val="1"/>
        </dgm:presLayoutVars>
      </dgm:prSet>
      <dgm:spPr/>
    </dgm:pt>
    <dgm:pt modelId="{D8FF0215-9732-4829-B51F-8F7D612B7BD4}" type="pres">
      <dgm:prSet presAssocID="{8EA7219F-BDB2-48EB-9EEB-3133522D132E}" presName="Accent1" presStyleLbl="parChTrans1D1" presStyleIdx="0" presStyleCnt="5"/>
      <dgm:spPr/>
    </dgm:pt>
    <dgm:pt modelId="{A8F3F4B7-404B-4708-8FC6-7F3B9E605D47}" type="pres">
      <dgm:prSet presAssocID="{8EA7219F-BDB2-48EB-9EEB-3133522D132E}" presName="Image" presStyleLbl="alignImgPlace1" presStyleIdx="0" presStyleCnt="5"/>
      <dgm:spPr/>
    </dgm:pt>
    <dgm:pt modelId="{897AB727-ECA7-4D22-8F05-FCD54CDBB44E}" type="pres">
      <dgm:prSet presAssocID="{C94B7947-85DC-4B21-BB99-DF8438356F98}" presName="sibTrans" presStyleCnt="0"/>
      <dgm:spPr/>
    </dgm:pt>
    <dgm:pt modelId="{1301387D-CC61-42E6-B3CD-3EAEB1BE9877}" type="pres">
      <dgm:prSet presAssocID="{F3FA86F7-575E-4FDD-B637-1D7276F725A4}" presName="composite" presStyleCnt="0"/>
      <dgm:spPr/>
    </dgm:pt>
    <dgm:pt modelId="{E3FF44C6-8700-4F48-A8ED-2C2B4CD4FA95}" type="pres">
      <dgm:prSet presAssocID="{F3FA86F7-575E-4FDD-B637-1D7276F725A4}" presName="ParentText" presStyleLbl="revTx" presStyleIdx="1" presStyleCnt="5">
        <dgm:presLayoutVars>
          <dgm:chMax val="0"/>
          <dgm:chPref val="0"/>
          <dgm:bulletEnabled val="1"/>
        </dgm:presLayoutVars>
      </dgm:prSet>
      <dgm:spPr/>
    </dgm:pt>
    <dgm:pt modelId="{01DAD2CB-014A-4F7E-B5A1-47BF029CB235}" type="pres">
      <dgm:prSet presAssocID="{F3FA86F7-575E-4FDD-B637-1D7276F725A4}" presName="Accent1" presStyleLbl="parChTrans1D1" presStyleIdx="1" presStyleCnt="5"/>
      <dgm:spPr/>
    </dgm:pt>
    <dgm:pt modelId="{0B7FDFF7-3377-48C8-83E2-5981F45D102A}" type="pres">
      <dgm:prSet presAssocID="{F3FA86F7-575E-4FDD-B637-1D7276F725A4}" presName="Image" presStyleLbl="alignImgPlace1" presStyleIdx="1" presStyleCnt="5"/>
      <dgm:spPr/>
    </dgm:pt>
    <dgm:pt modelId="{D0719B81-6C00-41D4-A8D0-C8ABE68020CC}" type="pres">
      <dgm:prSet presAssocID="{BEF45895-E33A-456A-85CE-5D5DFC2CF2C9}" presName="sibTrans" presStyleCnt="0"/>
      <dgm:spPr/>
    </dgm:pt>
    <dgm:pt modelId="{A5C2364E-92F1-409B-8D13-430D4B1482B0}" type="pres">
      <dgm:prSet presAssocID="{8D3744A8-1883-4930-8E0D-B57E26D003C6}" presName="composite" presStyleCnt="0"/>
      <dgm:spPr/>
    </dgm:pt>
    <dgm:pt modelId="{4DDA3447-FBE0-47CE-A4D6-497A5942D3D5}" type="pres">
      <dgm:prSet presAssocID="{8D3744A8-1883-4930-8E0D-B57E26D003C6}" presName="ParentText" presStyleLbl="revTx" presStyleIdx="2" presStyleCnt="5">
        <dgm:presLayoutVars>
          <dgm:chMax val="0"/>
          <dgm:chPref val="0"/>
          <dgm:bulletEnabled val="1"/>
        </dgm:presLayoutVars>
      </dgm:prSet>
      <dgm:spPr/>
    </dgm:pt>
    <dgm:pt modelId="{C580F679-7BC5-48D2-BA85-39A4B7F4BD7B}" type="pres">
      <dgm:prSet presAssocID="{8D3744A8-1883-4930-8E0D-B57E26D003C6}" presName="Accent1" presStyleLbl="parChTrans1D1" presStyleIdx="2" presStyleCnt="5"/>
      <dgm:spPr/>
    </dgm:pt>
    <dgm:pt modelId="{766EC55A-4E39-4553-85E9-F26A0D1CB902}" type="pres">
      <dgm:prSet presAssocID="{8D3744A8-1883-4930-8E0D-B57E26D003C6}" presName="Image" presStyleLbl="alignImgPlace1" presStyleIdx="2" presStyleCnt="5"/>
      <dgm:spPr/>
    </dgm:pt>
    <dgm:pt modelId="{EF144857-716C-4766-B4DE-E38E0E9CEBFF}" type="pres">
      <dgm:prSet presAssocID="{D40CF7D9-D0C3-4084-8D2D-359654C28D0F}" presName="sibTrans" presStyleCnt="0"/>
      <dgm:spPr/>
    </dgm:pt>
    <dgm:pt modelId="{FCAAFA3F-ADD3-4D4B-A092-A536C17BA98C}" type="pres">
      <dgm:prSet presAssocID="{C9AAC837-F2B0-40E5-8679-D365145CD32D}" presName="composite" presStyleCnt="0"/>
      <dgm:spPr/>
    </dgm:pt>
    <dgm:pt modelId="{0BAC17D2-66E9-487B-BFBD-1EC831B91D7C}" type="pres">
      <dgm:prSet presAssocID="{C9AAC837-F2B0-40E5-8679-D365145CD32D}" presName="ParentText" presStyleLbl="revTx" presStyleIdx="3" presStyleCnt="5">
        <dgm:presLayoutVars>
          <dgm:chMax val="0"/>
          <dgm:chPref val="0"/>
          <dgm:bulletEnabled val="1"/>
        </dgm:presLayoutVars>
      </dgm:prSet>
      <dgm:spPr/>
    </dgm:pt>
    <dgm:pt modelId="{2BFDC3D4-37A5-4158-B702-C05AB9EF3AE6}" type="pres">
      <dgm:prSet presAssocID="{C9AAC837-F2B0-40E5-8679-D365145CD32D}" presName="Accent1" presStyleLbl="parChTrans1D1" presStyleIdx="3" presStyleCnt="5"/>
      <dgm:spPr/>
    </dgm:pt>
    <dgm:pt modelId="{C9A36ABE-8252-47B7-A3AF-96F9F2856EF1}" type="pres">
      <dgm:prSet presAssocID="{C9AAC837-F2B0-40E5-8679-D365145CD32D}" presName="Image" presStyleLbl="alignImgPlace1" presStyleIdx="3" presStyleCnt="5"/>
      <dgm:spPr/>
    </dgm:pt>
    <dgm:pt modelId="{BCCFA8FD-E907-49E0-BA1D-23D6AC81A99E}" type="pres">
      <dgm:prSet presAssocID="{0CEADA81-66C0-4096-BEDE-B88D7687450C}" presName="sibTrans" presStyleCnt="0"/>
      <dgm:spPr/>
    </dgm:pt>
    <dgm:pt modelId="{2AF00A31-E649-4D6C-816F-D4617F51A172}" type="pres">
      <dgm:prSet presAssocID="{BB36F745-62BA-4892-99D7-E4239B0F3843}" presName="composite" presStyleCnt="0"/>
      <dgm:spPr/>
    </dgm:pt>
    <dgm:pt modelId="{B30AC2FC-87C4-4BE8-BD87-17CAC28F01CC}" type="pres">
      <dgm:prSet presAssocID="{BB36F745-62BA-4892-99D7-E4239B0F3843}" presName="ParentText" presStyleLbl="revTx" presStyleIdx="4" presStyleCnt="5">
        <dgm:presLayoutVars>
          <dgm:chMax val="0"/>
          <dgm:chPref val="0"/>
          <dgm:bulletEnabled val="1"/>
        </dgm:presLayoutVars>
      </dgm:prSet>
      <dgm:spPr/>
    </dgm:pt>
    <dgm:pt modelId="{D674C48D-E25A-4120-8BBB-76054968C878}" type="pres">
      <dgm:prSet presAssocID="{BB36F745-62BA-4892-99D7-E4239B0F3843}" presName="Accent1" presStyleLbl="parChTrans1D1" presStyleIdx="4" presStyleCnt="5"/>
      <dgm:spPr/>
    </dgm:pt>
    <dgm:pt modelId="{DB084C1F-0184-4518-BD93-94E85F9D406B}" type="pres">
      <dgm:prSet presAssocID="{BB36F745-62BA-4892-99D7-E4239B0F3843}" presName="Image" presStyleLbl="alignImgPlace1" presStyleIdx="4" presStyleCnt="5"/>
      <dgm:spPr/>
    </dgm:pt>
  </dgm:ptLst>
  <dgm:cxnLst>
    <dgm:cxn modelId="{C96A1F07-338B-48CD-B344-80BE34A6C9DF}" srcId="{B9C32B05-62EA-407A-B21C-2310C7945705}" destId="{BB36F745-62BA-4892-99D7-E4239B0F3843}" srcOrd="4" destOrd="0" parTransId="{CE269D49-A2E4-44F1-A948-9BE1FE5D6140}" sibTransId="{5CE5B550-A310-4948-9BA1-267AF81C5FA4}"/>
    <dgm:cxn modelId="{D740512C-AE6D-40C2-B389-A74C8BB9ED31}" type="presOf" srcId="{C9AAC837-F2B0-40E5-8679-D365145CD32D}" destId="{0BAC17D2-66E9-487B-BFBD-1EC831B91D7C}" srcOrd="0" destOrd="0" presId="urn:microsoft.com/office/officeart/2011/layout/Picture Frame"/>
    <dgm:cxn modelId="{B38DB338-3B1E-4324-A45E-8025E9D81450}" srcId="{B9C32B05-62EA-407A-B21C-2310C7945705}" destId="{F3FA86F7-575E-4FDD-B637-1D7276F725A4}" srcOrd="1" destOrd="0" parTransId="{192CD16B-FA85-49AB-96EA-80094BA41ED5}" sibTransId="{BEF45895-E33A-456A-85CE-5D5DFC2CF2C9}"/>
    <dgm:cxn modelId="{D2F8513A-5886-4FAB-9494-6D284BD96A29}" srcId="{B9C32B05-62EA-407A-B21C-2310C7945705}" destId="{C9AAC837-F2B0-40E5-8679-D365145CD32D}" srcOrd="3" destOrd="0" parTransId="{BF762BC7-3A73-465D-85A6-3BCDF9B94784}" sibTransId="{0CEADA81-66C0-4096-BEDE-B88D7687450C}"/>
    <dgm:cxn modelId="{C8FCCD3C-805E-4A27-964D-25DE1206ADCA}" srcId="{B9C32B05-62EA-407A-B21C-2310C7945705}" destId="{8D3744A8-1883-4930-8E0D-B57E26D003C6}" srcOrd="2" destOrd="0" parTransId="{AC9EAF57-EBF1-4FB7-8ED0-6ECFF59ADE74}" sibTransId="{D40CF7D9-D0C3-4084-8D2D-359654C28D0F}"/>
    <dgm:cxn modelId="{30B5165C-B0EE-4176-9807-DE2CCFBCC24A}" type="presOf" srcId="{8D3744A8-1883-4930-8E0D-B57E26D003C6}" destId="{4DDA3447-FBE0-47CE-A4D6-497A5942D3D5}" srcOrd="0" destOrd="0" presId="urn:microsoft.com/office/officeart/2011/layout/Picture Frame"/>
    <dgm:cxn modelId="{4A261D81-9A1F-4CD3-942B-E1847DC184D6}" type="presOf" srcId="{BB36F745-62BA-4892-99D7-E4239B0F3843}" destId="{B30AC2FC-87C4-4BE8-BD87-17CAC28F01CC}" srcOrd="0" destOrd="0" presId="urn:microsoft.com/office/officeart/2011/layout/Picture Frame"/>
    <dgm:cxn modelId="{734BB1BE-728E-4847-81DA-F3039FA6034C}" type="presOf" srcId="{B9C32B05-62EA-407A-B21C-2310C7945705}" destId="{A2CA669D-336C-4629-B838-28A54518AC10}" srcOrd="0" destOrd="0" presId="urn:microsoft.com/office/officeart/2011/layout/Picture Frame"/>
    <dgm:cxn modelId="{FB1C52CD-20DC-4C65-B3BD-46F350809EDB}" type="presOf" srcId="{8EA7219F-BDB2-48EB-9EEB-3133522D132E}" destId="{5D0D87FB-A9E9-4ABC-AD27-C7243D60F9F2}" srcOrd="0" destOrd="0" presId="urn:microsoft.com/office/officeart/2011/layout/Picture Frame"/>
    <dgm:cxn modelId="{FE07EADE-09CF-42B3-BAF8-CB9091069C81}" type="presOf" srcId="{F3FA86F7-575E-4FDD-B637-1D7276F725A4}" destId="{E3FF44C6-8700-4F48-A8ED-2C2B4CD4FA95}" srcOrd="0" destOrd="0" presId="urn:microsoft.com/office/officeart/2011/layout/Picture Frame"/>
    <dgm:cxn modelId="{58AD7EEF-D408-406B-87EE-4691D4C30668}" srcId="{B9C32B05-62EA-407A-B21C-2310C7945705}" destId="{8EA7219F-BDB2-48EB-9EEB-3133522D132E}" srcOrd="0" destOrd="0" parTransId="{3EE8403A-CB7C-4815-85BD-AEBCAEB71B37}" sibTransId="{C94B7947-85DC-4B21-BB99-DF8438356F98}"/>
    <dgm:cxn modelId="{6E9480D9-AB10-4A54-A80D-FBCC003B89B9}" type="presParOf" srcId="{A2CA669D-336C-4629-B838-28A54518AC10}" destId="{8E24875A-D0D9-44E7-8504-8A5595B3C9B0}" srcOrd="0" destOrd="0" presId="urn:microsoft.com/office/officeart/2011/layout/Picture Frame"/>
    <dgm:cxn modelId="{73C879A9-DF28-4CE4-84BC-13306E496E4F}" type="presParOf" srcId="{8E24875A-D0D9-44E7-8504-8A5595B3C9B0}" destId="{5D0D87FB-A9E9-4ABC-AD27-C7243D60F9F2}" srcOrd="0" destOrd="0" presId="urn:microsoft.com/office/officeart/2011/layout/Picture Frame"/>
    <dgm:cxn modelId="{41D72957-E040-45E7-8F68-9CBF45D98042}" type="presParOf" srcId="{8E24875A-D0D9-44E7-8504-8A5595B3C9B0}" destId="{D8FF0215-9732-4829-B51F-8F7D612B7BD4}" srcOrd="1" destOrd="0" presId="urn:microsoft.com/office/officeart/2011/layout/Picture Frame"/>
    <dgm:cxn modelId="{027E182C-F12B-42FF-B9D6-9C53EC13AE64}" type="presParOf" srcId="{8E24875A-D0D9-44E7-8504-8A5595B3C9B0}" destId="{A8F3F4B7-404B-4708-8FC6-7F3B9E605D47}" srcOrd="2" destOrd="0" presId="urn:microsoft.com/office/officeart/2011/layout/Picture Frame"/>
    <dgm:cxn modelId="{2B1FBA5E-E035-4473-A422-EA7568601ED1}" type="presParOf" srcId="{A2CA669D-336C-4629-B838-28A54518AC10}" destId="{897AB727-ECA7-4D22-8F05-FCD54CDBB44E}" srcOrd="1" destOrd="0" presId="urn:microsoft.com/office/officeart/2011/layout/Picture Frame"/>
    <dgm:cxn modelId="{1D431F10-3180-40BA-AA79-44F9A45464ED}" type="presParOf" srcId="{A2CA669D-336C-4629-B838-28A54518AC10}" destId="{1301387D-CC61-42E6-B3CD-3EAEB1BE9877}" srcOrd="2" destOrd="0" presId="urn:microsoft.com/office/officeart/2011/layout/Picture Frame"/>
    <dgm:cxn modelId="{9322DAF3-E3CE-4780-A242-ADA752863FFF}" type="presParOf" srcId="{1301387D-CC61-42E6-B3CD-3EAEB1BE9877}" destId="{E3FF44C6-8700-4F48-A8ED-2C2B4CD4FA95}" srcOrd="0" destOrd="0" presId="urn:microsoft.com/office/officeart/2011/layout/Picture Frame"/>
    <dgm:cxn modelId="{BD5AA0DD-2914-4B80-B4AA-9BF05D8D15D4}" type="presParOf" srcId="{1301387D-CC61-42E6-B3CD-3EAEB1BE9877}" destId="{01DAD2CB-014A-4F7E-B5A1-47BF029CB235}" srcOrd="1" destOrd="0" presId="urn:microsoft.com/office/officeart/2011/layout/Picture Frame"/>
    <dgm:cxn modelId="{3532C919-6D32-4795-845B-735BC6EF1D9D}" type="presParOf" srcId="{1301387D-CC61-42E6-B3CD-3EAEB1BE9877}" destId="{0B7FDFF7-3377-48C8-83E2-5981F45D102A}" srcOrd="2" destOrd="0" presId="urn:microsoft.com/office/officeart/2011/layout/Picture Frame"/>
    <dgm:cxn modelId="{7CA227CD-A831-43CA-A93D-70A6347FA6B5}" type="presParOf" srcId="{A2CA669D-336C-4629-B838-28A54518AC10}" destId="{D0719B81-6C00-41D4-A8D0-C8ABE68020CC}" srcOrd="3" destOrd="0" presId="urn:microsoft.com/office/officeart/2011/layout/Picture Frame"/>
    <dgm:cxn modelId="{5EB20887-ADFA-44AF-9BA5-13CA6CCA7FEA}" type="presParOf" srcId="{A2CA669D-336C-4629-B838-28A54518AC10}" destId="{A5C2364E-92F1-409B-8D13-430D4B1482B0}" srcOrd="4" destOrd="0" presId="urn:microsoft.com/office/officeart/2011/layout/Picture Frame"/>
    <dgm:cxn modelId="{BCD03782-0A53-49BD-9088-05B83C64D16F}" type="presParOf" srcId="{A5C2364E-92F1-409B-8D13-430D4B1482B0}" destId="{4DDA3447-FBE0-47CE-A4D6-497A5942D3D5}" srcOrd="0" destOrd="0" presId="urn:microsoft.com/office/officeart/2011/layout/Picture Frame"/>
    <dgm:cxn modelId="{FF0586B5-6716-4090-818E-908DA316086F}" type="presParOf" srcId="{A5C2364E-92F1-409B-8D13-430D4B1482B0}" destId="{C580F679-7BC5-48D2-BA85-39A4B7F4BD7B}" srcOrd="1" destOrd="0" presId="urn:microsoft.com/office/officeart/2011/layout/Picture Frame"/>
    <dgm:cxn modelId="{0CC88658-24EA-4F9A-8ED9-3E5A74E565A9}" type="presParOf" srcId="{A5C2364E-92F1-409B-8D13-430D4B1482B0}" destId="{766EC55A-4E39-4553-85E9-F26A0D1CB902}" srcOrd="2" destOrd="0" presId="urn:microsoft.com/office/officeart/2011/layout/Picture Frame"/>
    <dgm:cxn modelId="{981F2FD3-1ABC-4421-B804-FE2772A8DDDD}" type="presParOf" srcId="{A2CA669D-336C-4629-B838-28A54518AC10}" destId="{EF144857-716C-4766-B4DE-E38E0E9CEBFF}" srcOrd="5" destOrd="0" presId="urn:microsoft.com/office/officeart/2011/layout/Picture Frame"/>
    <dgm:cxn modelId="{BDC34471-65D2-40B7-AFA6-9FB78F6149ED}" type="presParOf" srcId="{A2CA669D-336C-4629-B838-28A54518AC10}" destId="{FCAAFA3F-ADD3-4D4B-A092-A536C17BA98C}" srcOrd="6" destOrd="0" presId="urn:microsoft.com/office/officeart/2011/layout/Picture Frame"/>
    <dgm:cxn modelId="{6B6E32FE-F59A-4841-9C8A-D052A5E9C70D}" type="presParOf" srcId="{FCAAFA3F-ADD3-4D4B-A092-A536C17BA98C}" destId="{0BAC17D2-66E9-487B-BFBD-1EC831B91D7C}" srcOrd="0" destOrd="0" presId="urn:microsoft.com/office/officeart/2011/layout/Picture Frame"/>
    <dgm:cxn modelId="{947E21C4-3367-4860-9FD9-C5740904E1D4}" type="presParOf" srcId="{FCAAFA3F-ADD3-4D4B-A092-A536C17BA98C}" destId="{2BFDC3D4-37A5-4158-B702-C05AB9EF3AE6}" srcOrd="1" destOrd="0" presId="urn:microsoft.com/office/officeart/2011/layout/Picture Frame"/>
    <dgm:cxn modelId="{5533F512-C4B7-47A9-A59D-431FFB30D794}" type="presParOf" srcId="{FCAAFA3F-ADD3-4D4B-A092-A536C17BA98C}" destId="{C9A36ABE-8252-47B7-A3AF-96F9F2856EF1}" srcOrd="2" destOrd="0" presId="urn:microsoft.com/office/officeart/2011/layout/Picture Frame"/>
    <dgm:cxn modelId="{102E0AB3-4FF3-4309-9E1B-F19915265A1D}" type="presParOf" srcId="{A2CA669D-336C-4629-B838-28A54518AC10}" destId="{BCCFA8FD-E907-49E0-BA1D-23D6AC81A99E}" srcOrd="7" destOrd="0" presId="urn:microsoft.com/office/officeart/2011/layout/Picture Frame"/>
    <dgm:cxn modelId="{266F1E9E-823B-4E1C-9454-FEDF6105EA23}" type="presParOf" srcId="{A2CA669D-336C-4629-B838-28A54518AC10}" destId="{2AF00A31-E649-4D6C-816F-D4617F51A172}" srcOrd="8" destOrd="0" presId="urn:microsoft.com/office/officeart/2011/layout/Picture Frame"/>
    <dgm:cxn modelId="{60C63591-FB0E-4784-8D8E-E99E9A087812}" type="presParOf" srcId="{2AF00A31-E649-4D6C-816F-D4617F51A172}" destId="{B30AC2FC-87C4-4BE8-BD87-17CAC28F01CC}" srcOrd="0" destOrd="0" presId="urn:microsoft.com/office/officeart/2011/layout/Picture Frame"/>
    <dgm:cxn modelId="{DAB50C08-48CF-4343-8EF6-EC6055E26776}" type="presParOf" srcId="{2AF00A31-E649-4D6C-816F-D4617F51A172}" destId="{D674C48D-E25A-4120-8BBB-76054968C878}" srcOrd="1" destOrd="0" presId="urn:microsoft.com/office/officeart/2011/layout/Picture Frame"/>
    <dgm:cxn modelId="{B6CA677B-A085-4CA0-9369-E832AE393571}" type="presParOf" srcId="{2AF00A31-E649-4D6C-816F-D4617F51A172}" destId="{DB084C1F-0184-4518-BD93-94E85F9D406B}" srcOrd="2" destOrd="0" presId="urn:microsoft.com/office/officeart/2011/layout/Picture Frame"/>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44.xml><?xml version="1.0" encoding="utf-8"?>
<dgm:dataModel xmlns:dgm="http://schemas.openxmlformats.org/drawingml/2006/diagram" xmlns:a="http://schemas.openxmlformats.org/drawingml/2006/main">
  <dgm:ptLst>
    <dgm:pt modelId="{B9C32B05-62EA-407A-B21C-2310C7945705}" type="doc">
      <dgm:prSet loTypeId="urn:microsoft.com/office/officeart/2008/layout/BendingPictureSemiTransparentText" loCatId="picture" qsTypeId="urn:microsoft.com/office/officeart/2005/8/quickstyle/simple4" qsCatId="simple" csTypeId="urn:microsoft.com/office/officeart/2005/8/colors/colorful1" csCatId="colorful" phldr="1"/>
      <dgm:spPr/>
      <dgm:t>
        <a:bodyPr/>
        <a:lstStyle/>
        <a:p>
          <a:endParaRPr lang="en-US"/>
        </a:p>
      </dgm:t>
    </dgm:pt>
    <dgm:pt modelId="{8EA7219F-BDB2-48EB-9EEB-3133522D132E}">
      <dgm:prSet phldrT="[Text]"/>
      <dgm:spPr/>
      <dgm:t>
        <a:bodyPr/>
        <a:lstStyle/>
        <a:p>
          <a:r>
            <a:rPr lang="en-US">
              <a:solidFill>
                <a:schemeClr val="tx2"/>
              </a:solidFill>
              <a:effectLst/>
            </a:rPr>
            <a:t>Lorem Ipsum</a:t>
          </a:r>
          <a:endParaRPr lang="en-US" dirty="0">
            <a:solidFill>
              <a:schemeClr val="tx2"/>
            </a:solidFill>
            <a:effectLst/>
          </a:endParaRPr>
        </a:p>
      </dgm:t>
    </dgm:pt>
    <dgm:pt modelId="{3EE8403A-CB7C-4815-85BD-AEBCAEB71B37}" type="parTrans" cxnId="{58AD7EEF-D408-406B-87EE-4691D4C30668}">
      <dgm:prSet/>
      <dgm:spPr/>
      <dgm:t>
        <a:bodyPr/>
        <a:lstStyle/>
        <a:p>
          <a:endParaRPr lang="en-US">
            <a:solidFill>
              <a:schemeClr val="tx2"/>
            </a:solidFill>
            <a:effectLst/>
          </a:endParaRPr>
        </a:p>
      </dgm:t>
    </dgm:pt>
    <dgm:pt modelId="{C94B7947-85DC-4B21-BB99-DF8438356F98}" type="sibTrans" cxnId="{58AD7EEF-D408-406B-87EE-4691D4C30668}">
      <dgm:prSet/>
      <dgm:spPr/>
      <dgm:t>
        <a:bodyPr/>
        <a:lstStyle/>
        <a:p>
          <a:endParaRPr lang="en-US">
            <a:solidFill>
              <a:schemeClr val="tx2"/>
            </a:solidFill>
            <a:effectLst/>
          </a:endParaRPr>
        </a:p>
      </dgm:t>
    </dgm:pt>
    <dgm:pt modelId="{F3FA86F7-575E-4FDD-B637-1D7276F725A4}">
      <dgm:prSet phldrT="[Text]"/>
      <dgm:spPr/>
      <dgm:t>
        <a:bodyPr/>
        <a:lstStyle/>
        <a:p>
          <a:r>
            <a:rPr lang="en-US">
              <a:solidFill>
                <a:schemeClr val="tx2"/>
              </a:solidFill>
              <a:effectLst/>
            </a:rPr>
            <a:t>Lorem Ipsum</a:t>
          </a:r>
          <a:endParaRPr lang="en-US" dirty="0">
            <a:solidFill>
              <a:schemeClr val="tx2"/>
            </a:solidFill>
            <a:effectLst/>
          </a:endParaRPr>
        </a:p>
      </dgm:t>
    </dgm:pt>
    <dgm:pt modelId="{192CD16B-FA85-49AB-96EA-80094BA41ED5}" type="parTrans" cxnId="{B38DB338-3B1E-4324-A45E-8025E9D81450}">
      <dgm:prSet/>
      <dgm:spPr/>
      <dgm:t>
        <a:bodyPr/>
        <a:lstStyle/>
        <a:p>
          <a:endParaRPr lang="en-US">
            <a:solidFill>
              <a:schemeClr val="tx2"/>
            </a:solidFill>
            <a:effectLst/>
          </a:endParaRPr>
        </a:p>
      </dgm:t>
    </dgm:pt>
    <dgm:pt modelId="{BEF45895-E33A-456A-85CE-5D5DFC2CF2C9}" type="sibTrans" cxnId="{B38DB338-3B1E-4324-A45E-8025E9D81450}">
      <dgm:prSet/>
      <dgm:spPr/>
      <dgm:t>
        <a:bodyPr/>
        <a:lstStyle/>
        <a:p>
          <a:endParaRPr lang="en-US">
            <a:solidFill>
              <a:schemeClr val="tx2"/>
            </a:solidFill>
            <a:effectLst/>
          </a:endParaRPr>
        </a:p>
      </dgm:t>
    </dgm:pt>
    <dgm:pt modelId="{8D3744A8-1883-4930-8E0D-B57E26D003C6}">
      <dgm:prSet phldrT="[Text]"/>
      <dgm:spPr/>
      <dgm:t>
        <a:bodyPr/>
        <a:lstStyle/>
        <a:p>
          <a:r>
            <a:rPr lang="en-US">
              <a:solidFill>
                <a:schemeClr val="tx2"/>
              </a:solidFill>
              <a:effectLst/>
            </a:rPr>
            <a:t>Lorem Ipsum</a:t>
          </a:r>
          <a:endParaRPr lang="en-US" dirty="0">
            <a:solidFill>
              <a:schemeClr val="tx2"/>
            </a:solidFill>
            <a:effectLst/>
          </a:endParaRPr>
        </a:p>
      </dgm:t>
    </dgm:pt>
    <dgm:pt modelId="{AC9EAF57-EBF1-4FB7-8ED0-6ECFF59ADE74}" type="parTrans" cxnId="{C8FCCD3C-805E-4A27-964D-25DE1206ADCA}">
      <dgm:prSet/>
      <dgm:spPr/>
      <dgm:t>
        <a:bodyPr/>
        <a:lstStyle/>
        <a:p>
          <a:endParaRPr lang="en-US">
            <a:solidFill>
              <a:schemeClr val="tx2"/>
            </a:solidFill>
            <a:effectLst/>
          </a:endParaRPr>
        </a:p>
      </dgm:t>
    </dgm:pt>
    <dgm:pt modelId="{D40CF7D9-D0C3-4084-8D2D-359654C28D0F}" type="sibTrans" cxnId="{C8FCCD3C-805E-4A27-964D-25DE1206ADCA}">
      <dgm:prSet/>
      <dgm:spPr/>
      <dgm:t>
        <a:bodyPr/>
        <a:lstStyle/>
        <a:p>
          <a:endParaRPr lang="en-US">
            <a:solidFill>
              <a:schemeClr val="tx2"/>
            </a:solidFill>
            <a:effectLst/>
          </a:endParaRPr>
        </a:p>
      </dgm:t>
    </dgm:pt>
    <dgm:pt modelId="{BB36F745-62BA-4892-99D7-E4239B0F3843}">
      <dgm:prSet phldrT="[Text]"/>
      <dgm:spPr/>
      <dgm:t>
        <a:bodyPr/>
        <a:lstStyle/>
        <a:p>
          <a:r>
            <a:rPr lang="en-US">
              <a:solidFill>
                <a:schemeClr val="tx2"/>
              </a:solidFill>
              <a:effectLst/>
            </a:rPr>
            <a:t>Lorem Ipsum</a:t>
          </a:r>
          <a:endParaRPr lang="en-US" dirty="0">
            <a:solidFill>
              <a:schemeClr val="tx2"/>
            </a:solidFill>
            <a:effectLst/>
          </a:endParaRPr>
        </a:p>
      </dgm:t>
    </dgm:pt>
    <dgm:pt modelId="{CE269D49-A2E4-44F1-A948-9BE1FE5D6140}" type="parTrans" cxnId="{C96A1F07-338B-48CD-B344-80BE34A6C9DF}">
      <dgm:prSet/>
      <dgm:spPr/>
      <dgm:t>
        <a:bodyPr/>
        <a:lstStyle/>
        <a:p>
          <a:endParaRPr lang="en-US">
            <a:solidFill>
              <a:schemeClr val="tx2"/>
            </a:solidFill>
            <a:effectLst/>
          </a:endParaRPr>
        </a:p>
      </dgm:t>
    </dgm:pt>
    <dgm:pt modelId="{5CE5B550-A310-4948-9BA1-267AF81C5FA4}" type="sibTrans" cxnId="{C96A1F07-338B-48CD-B344-80BE34A6C9DF}">
      <dgm:prSet/>
      <dgm:spPr/>
      <dgm:t>
        <a:bodyPr/>
        <a:lstStyle/>
        <a:p>
          <a:endParaRPr lang="en-US">
            <a:solidFill>
              <a:schemeClr val="tx2"/>
            </a:solidFill>
            <a:effectLst/>
          </a:endParaRPr>
        </a:p>
      </dgm:t>
    </dgm:pt>
    <dgm:pt modelId="{C9AAC837-F2B0-40E5-8679-D365145CD32D}">
      <dgm:prSet phldrT="[Text]"/>
      <dgm:spPr/>
      <dgm:t>
        <a:bodyPr/>
        <a:lstStyle/>
        <a:p>
          <a:r>
            <a:rPr lang="en-US" dirty="0">
              <a:solidFill>
                <a:schemeClr val="tx2"/>
              </a:solidFill>
              <a:effectLst/>
            </a:rPr>
            <a:t>Lorem Ipsum</a:t>
          </a:r>
        </a:p>
      </dgm:t>
    </dgm:pt>
    <dgm:pt modelId="{BF762BC7-3A73-465D-85A6-3BCDF9B94784}" type="parTrans" cxnId="{D2F8513A-5886-4FAB-9494-6D284BD96A29}">
      <dgm:prSet/>
      <dgm:spPr/>
      <dgm:t>
        <a:bodyPr/>
        <a:lstStyle/>
        <a:p>
          <a:endParaRPr lang="en-US">
            <a:solidFill>
              <a:schemeClr val="tx2"/>
            </a:solidFill>
            <a:effectLst/>
          </a:endParaRPr>
        </a:p>
      </dgm:t>
    </dgm:pt>
    <dgm:pt modelId="{0CEADA81-66C0-4096-BEDE-B88D7687450C}" type="sibTrans" cxnId="{D2F8513A-5886-4FAB-9494-6D284BD96A29}">
      <dgm:prSet/>
      <dgm:spPr/>
      <dgm:t>
        <a:bodyPr/>
        <a:lstStyle/>
        <a:p>
          <a:endParaRPr lang="en-US">
            <a:solidFill>
              <a:schemeClr val="tx2"/>
            </a:solidFill>
            <a:effectLst/>
          </a:endParaRPr>
        </a:p>
      </dgm:t>
    </dgm:pt>
    <dgm:pt modelId="{1107926F-5833-4FA2-8D4E-99FA0792EF00}" type="pres">
      <dgm:prSet presAssocID="{B9C32B05-62EA-407A-B21C-2310C7945705}" presName="Name0" presStyleCnt="0">
        <dgm:presLayoutVars>
          <dgm:dir/>
          <dgm:resizeHandles val="exact"/>
        </dgm:presLayoutVars>
      </dgm:prSet>
      <dgm:spPr/>
    </dgm:pt>
    <dgm:pt modelId="{1A8820EB-D121-4BE4-8D74-B8434CCB7A64}" type="pres">
      <dgm:prSet presAssocID="{8EA7219F-BDB2-48EB-9EEB-3133522D132E}" presName="composite" presStyleCnt="0"/>
      <dgm:spPr/>
    </dgm:pt>
    <dgm:pt modelId="{E564A13C-8E79-4D36-BBC4-A24BB3A615E2}" type="pres">
      <dgm:prSet presAssocID="{8EA7219F-BDB2-48EB-9EEB-3133522D132E}" presName="rect1" presStyleLbl="bgShp" presStyleIdx="0" presStyleCnt="5"/>
      <dgm:spPr/>
    </dgm:pt>
    <dgm:pt modelId="{2D0A54D8-7DC9-42F8-BF7B-2DD4FBC35910}" type="pres">
      <dgm:prSet presAssocID="{8EA7219F-BDB2-48EB-9EEB-3133522D132E}" presName="rect2" presStyleLbl="trBgShp" presStyleIdx="0" presStyleCnt="5">
        <dgm:presLayoutVars>
          <dgm:bulletEnabled val="1"/>
        </dgm:presLayoutVars>
      </dgm:prSet>
      <dgm:spPr/>
    </dgm:pt>
    <dgm:pt modelId="{3AAA41D0-84D5-45D8-B07D-9690A8ED7334}" type="pres">
      <dgm:prSet presAssocID="{C94B7947-85DC-4B21-BB99-DF8438356F98}" presName="sibTrans" presStyleCnt="0"/>
      <dgm:spPr/>
    </dgm:pt>
    <dgm:pt modelId="{D437E88F-EC15-4338-AED5-BD9D6D626488}" type="pres">
      <dgm:prSet presAssocID="{F3FA86F7-575E-4FDD-B637-1D7276F725A4}" presName="composite" presStyleCnt="0"/>
      <dgm:spPr/>
    </dgm:pt>
    <dgm:pt modelId="{C1D3612D-F0DA-461D-8D07-1E1FB7ED9BE6}" type="pres">
      <dgm:prSet presAssocID="{F3FA86F7-575E-4FDD-B637-1D7276F725A4}" presName="rect1" presStyleLbl="bgShp" presStyleIdx="1" presStyleCnt="5"/>
      <dgm:spPr/>
    </dgm:pt>
    <dgm:pt modelId="{006BF0A6-EF5D-4A4E-B133-E16E34E1BAF9}" type="pres">
      <dgm:prSet presAssocID="{F3FA86F7-575E-4FDD-B637-1D7276F725A4}" presName="rect2" presStyleLbl="trBgShp" presStyleIdx="1" presStyleCnt="5">
        <dgm:presLayoutVars>
          <dgm:bulletEnabled val="1"/>
        </dgm:presLayoutVars>
      </dgm:prSet>
      <dgm:spPr/>
    </dgm:pt>
    <dgm:pt modelId="{757AB46C-450B-4957-9438-ABF99FF061CF}" type="pres">
      <dgm:prSet presAssocID="{BEF45895-E33A-456A-85CE-5D5DFC2CF2C9}" presName="sibTrans" presStyleCnt="0"/>
      <dgm:spPr/>
    </dgm:pt>
    <dgm:pt modelId="{402AC556-BDAD-4824-A612-40C9087F1F83}" type="pres">
      <dgm:prSet presAssocID="{8D3744A8-1883-4930-8E0D-B57E26D003C6}" presName="composite" presStyleCnt="0"/>
      <dgm:spPr/>
    </dgm:pt>
    <dgm:pt modelId="{D95DB841-05E4-4A93-912A-1F24636BAD90}" type="pres">
      <dgm:prSet presAssocID="{8D3744A8-1883-4930-8E0D-B57E26D003C6}" presName="rect1" presStyleLbl="bgShp" presStyleIdx="2" presStyleCnt="5"/>
      <dgm:spPr/>
    </dgm:pt>
    <dgm:pt modelId="{1A020196-D8AF-4FFB-970F-8D6F31BAA55E}" type="pres">
      <dgm:prSet presAssocID="{8D3744A8-1883-4930-8E0D-B57E26D003C6}" presName="rect2" presStyleLbl="trBgShp" presStyleIdx="2" presStyleCnt="5">
        <dgm:presLayoutVars>
          <dgm:bulletEnabled val="1"/>
        </dgm:presLayoutVars>
      </dgm:prSet>
      <dgm:spPr/>
    </dgm:pt>
    <dgm:pt modelId="{B2FC6D8E-4CB5-4A9D-87DA-82C010E9C760}" type="pres">
      <dgm:prSet presAssocID="{D40CF7D9-D0C3-4084-8D2D-359654C28D0F}" presName="sibTrans" presStyleCnt="0"/>
      <dgm:spPr/>
    </dgm:pt>
    <dgm:pt modelId="{BF8310B8-C7E4-412D-BB92-682334B36DB0}" type="pres">
      <dgm:prSet presAssocID="{C9AAC837-F2B0-40E5-8679-D365145CD32D}" presName="composite" presStyleCnt="0"/>
      <dgm:spPr/>
    </dgm:pt>
    <dgm:pt modelId="{3885FCAB-8F13-4AD6-9601-7DA84A259E9C}" type="pres">
      <dgm:prSet presAssocID="{C9AAC837-F2B0-40E5-8679-D365145CD32D}" presName="rect1" presStyleLbl="bgShp" presStyleIdx="3" presStyleCnt="5"/>
      <dgm:spPr/>
    </dgm:pt>
    <dgm:pt modelId="{6CC47C82-6866-4458-8C88-E27CDB2BA3BB}" type="pres">
      <dgm:prSet presAssocID="{C9AAC837-F2B0-40E5-8679-D365145CD32D}" presName="rect2" presStyleLbl="trBgShp" presStyleIdx="3" presStyleCnt="5">
        <dgm:presLayoutVars>
          <dgm:bulletEnabled val="1"/>
        </dgm:presLayoutVars>
      </dgm:prSet>
      <dgm:spPr/>
    </dgm:pt>
    <dgm:pt modelId="{5C29D74B-BC41-4C25-9F0E-2BA8D68BAA14}" type="pres">
      <dgm:prSet presAssocID="{0CEADA81-66C0-4096-BEDE-B88D7687450C}" presName="sibTrans" presStyleCnt="0"/>
      <dgm:spPr/>
    </dgm:pt>
    <dgm:pt modelId="{27E9DB29-0CB5-4AF1-A8C0-140BB8B2F69F}" type="pres">
      <dgm:prSet presAssocID="{BB36F745-62BA-4892-99D7-E4239B0F3843}" presName="composite" presStyleCnt="0"/>
      <dgm:spPr/>
    </dgm:pt>
    <dgm:pt modelId="{36537C43-27E5-47B8-AD30-6468E1F3B70B}" type="pres">
      <dgm:prSet presAssocID="{BB36F745-62BA-4892-99D7-E4239B0F3843}" presName="rect1" presStyleLbl="bgShp" presStyleIdx="4" presStyleCnt="5"/>
      <dgm:spPr/>
    </dgm:pt>
    <dgm:pt modelId="{731C594E-26E4-42F3-B2BE-8FD8890FC383}" type="pres">
      <dgm:prSet presAssocID="{BB36F745-62BA-4892-99D7-E4239B0F3843}" presName="rect2" presStyleLbl="trBgShp" presStyleIdx="4" presStyleCnt="5">
        <dgm:presLayoutVars>
          <dgm:bulletEnabled val="1"/>
        </dgm:presLayoutVars>
      </dgm:prSet>
      <dgm:spPr/>
    </dgm:pt>
  </dgm:ptLst>
  <dgm:cxnLst>
    <dgm:cxn modelId="{C96A1F07-338B-48CD-B344-80BE34A6C9DF}" srcId="{B9C32B05-62EA-407A-B21C-2310C7945705}" destId="{BB36F745-62BA-4892-99D7-E4239B0F3843}" srcOrd="4" destOrd="0" parTransId="{CE269D49-A2E4-44F1-A948-9BE1FE5D6140}" sibTransId="{5CE5B550-A310-4948-9BA1-267AF81C5FA4}"/>
    <dgm:cxn modelId="{B38DB338-3B1E-4324-A45E-8025E9D81450}" srcId="{B9C32B05-62EA-407A-B21C-2310C7945705}" destId="{F3FA86F7-575E-4FDD-B637-1D7276F725A4}" srcOrd="1" destOrd="0" parTransId="{192CD16B-FA85-49AB-96EA-80094BA41ED5}" sibTransId="{BEF45895-E33A-456A-85CE-5D5DFC2CF2C9}"/>
    <dgm:cxn modelId="{D2F8513A-5886-4FAB-9494-6D284BD96A29}" srcId="{B9C32B05-62EA-407A-B21C-2310C7945705}" destId="{C9AAC837-F2B0-40E5-8679-D365145CD32D}" srcOrd="3" destOrd="0" parTransId="{BF762BC7-3A73-465D-85A6-3BCDF9B94784}" sibTransId="{0CEADA81-66C0-4096-BEDE-B88D7687450C}"/>
    <dgm:cxn modelId="{C8FCCD3C-805E-4A27-964D-25DE1206ADCA}" srcId="{B9C32B05-62EA-407A-B21C-2310C7945705}" destId="{8D3744A8-1883-4930-8E0D-B57E26D003C6}" srcOrd="2" destOrd="0" parTransId="{AC9EAF57-EBF1-4FB7-8ED0-6ECFF59ADE74}" sibTransId="{D40CF7D9-D0C3-4084-8D2D-359654C28D0F}"/>
    <dgm:cxn modelId="{EFD53352-A381-4124-ACDC-76DA16F7DF69}" type="presOf" srcId="{F3FA86F7-575E-4FDD-B637-1D7276F725A4}" destId="{006BF0A6-EF5D-4A4E-B133-E16E34E1BAF9}" srcOrd="0" destOrd="0" presId="urn:microsoft.com/office/officeart/2008/layout/BendingPictureSemiTransparentText"/>
    <dgm:cxn modelId="{5838209E-9664-4A3E-BD57-F5162542B601}" type="presOf" srcId="{8D3744A8-1883-4930-8E0D-B57E26D003C6}" destId="{1A020196-D8AF-4FFB-970F-8D6F31BAA55E}" srcOrd="0" destOrd="0" presId="urn:microsoft.com/office/officeart/2008/layout/BendingPictureSemiTransparentText"/>
    <dgm:cxn modelId="{311712BB-B16F-4B97-B6A3-6A718E8532BC}" type="presOf" srcId="{8EA7219F-BDB2-48EB-9EEB-3133522D132E}" destId="{2D0A54D8-7DC9-42F8-BF7B-2DD4FBC35910}" srcOrd="0" destOrd="0" presId="urn:microsoft.com/office/officeart/2008/layout/BendingPictureSemiTransparentText"/>
    <dgm:cxn modelId="{CD9D8AC1-BF85-4304-8C29-B01E1F7E048E}" type="presOf" srcId="{BB36F745-62BA-4892-99D7-E4239B0F3843}" destId="{731C594E-26E4-42F3-B2BE-8FD8890FC383}" srcOrd="0" destOrd="0" presId="urn:microsoft.com/office/officeart/2008/layout/BendingPictureSemiTransparentText"/>
    <dgm:cxn modelId="{7FF948C8-D767-4F49-9D13-46743A450BB0}" type="presOf" srcId="{B9C32B05-62EA-407A-B21C-2310C7945705}" destId="{1107926F-5833-4FA2-8D4E-99FA0792EF00}" srcOrd="0" destOrd="0" presId="urn:microsoft.com/office/officeart/2008/layout/BendingPictureSemiTransparentText"/>
    <dgm:cxn modelId="{B0059FE4-31D1-4DE3-AB6B-E89E1C1BA3C6}" type="presOf" srcId="{C9AAC837-F2B0-40E5-8679-D365145CD32D}" destId="{6CC47C82-6866-4458-8C88-E27CDB2BA3BB}" srcOrd="0" destOrd="0" presId="urn:microsoft.com/office/officeart/2008/layout/BendingPictureSemiTransparentText"/>
    <dgm:cxn modelId="{58AD7EEF-D408-406B-87EE-4691D4C30668}" srcId="{B9C32B05-62EA-407A-B21C-2310C7945705}" destId="{8EA7219F-BDB2-48EB-9EEB-3133522D132E}" srcOrd="0" destOrd="0" parTransId="{3EE8403A-CB7C-4815-85BD-AEBCAEB71B37}" sibTransId="{C94B7947-85DC-4B21-BB99-DF8438356F98}"/>
    <dgm:cxn modelId="{C3BC0BA6-2CB4-4CDB-8455-38C5B0488BD8}" type="presParOf" srcId="{1107926F-5833-4FA2-8D4E-99FA0792EF00}" destId="{1A8820EB-D121-4BE4-8D74-B8434CCB7A64}" srcOrd="0" destOrd="0" presId="urn:microsoft.com/office/officeart/2008/layout/BendingPictureSemiTransparentText"/>
    <dgm:cxn modelId="{41253947-8C67-416D-B4F2-9188F68F61C1}" type="presParOf" srcId="{1A8820EB-D121-4BE4-8D74-B8434CCB7A64}" destId="{E564A13C-8E79-4D36-BBC4-A24BB3A615E2}" srcOrd="0" destOrd="0" presId="urn:microsoft.com/office/officeart/2008/layout/BendingPictureSemiTransparentText"/>
    <dgm:cxn modelId="{1DA720A9-20F4-47B4-B828-6B3C9528237C}" type="presParOf" srcId="{1A8820EB-D121-4BE4-8D74-B8434CCB7A64}" destId="{2D0A54D8-7DC9-42F8-BF7B-2DD4FBC35910}" srcOrd="1" destOrd="0" presId="urn:microsoft.com/office/officeart/2008/layout/BendingPictureSemiTransparentText"/>
    <dgm:cxn modelId="{2DFD7F52-03D7-4AC1-8B45-DB1B1DD596CA}" type="presParOf" srcId="{1107926F-5833-4FA2-8D4E-99FA0792EF00}" destId="{3AAA41D0-84D5-45D8-B07D-9690A8ED7334}" srcOrd="1" destOrd="0" presId="urn:microsoft.com/office/officeart/2008/layout/BendingPictureSemiTransparentText"/>
    <dgm:cxn modelId="{88D6E841-443C-4640-A3FF-35DBF6F1774C}" type="presParOf" srcId="{1107926F-5833-4FA2-8D4E-99FA0792EF00}" destId="{D437E88F-EC15-4338-AED5-BD9D6D626488}" srcOrd="2" destOrd="0" presId="urn:microsoft.com/office/officeart/2008/layout/BendingPictureSemiTransparentText"/>
    <dgm:cxn modelId="{8323DB1B-7A5B-4515-8477-8171C5EC7515}" type="presParOf" srcId="{D437E88F-EC15-4338-AED5-BD9D6D626488}" destId="{C1D3612D-F0DA-461D-8D07-1E1FB7ED9BE6}" srcOrd="0" destOrd="0" presId="urn:microsoft.com/office/officeart/2008/layout/BendingPictureSemiTransparentText"/>
    <dgm:cxn modelId="{4FE754B9-7F5B-4332-AE81-B7F0D5877330}" type="presParOf" srcId="{D437E88F-EC15-4338-AED5-BD9D6D626488}" destId="{006BF0A6-EF5D-4A4E-B133-E16E34E1BAF9}" srcOrd="1" destOrd="0" presId="urn:microsoft.com/office/officeart/2008/layout/BendingPictureSemiTransparentText"/>
    <dgm:cxn modelId="{4D3F37A9-4679-4707-88AF-BB2D57D9F5F3}" type="presParOf" srcId="{1107926F-5833-4FA2-8D4E-99FA0792EF00}" destId="{757AB46C-450B-4957-9438-ABF99FF061CF}" srcOrd="3" destOrd="0" presId="urn:microsoft.com/office/officeart/2008/layout/BendingPictureSemiTransparentText"/>
    <dgm:cxn modelId="{BDC0485C-AB59-4DEF-B950-99278027C328}" type="presParOf" srcId="{1107926F-5833-4FA2-8D4E-99FA0792EF00}" destId="{402AC556-BDAD-4824-A612-40C9087F1F83}" srcOrd="4" destOrd="0" presId="urn:microsoft.com/office/officeart/2008/layout/BendingPictureSemiTransparentText"/>
    <dgm:cxn modelId="{17FB93B7-8561-4B17-95E1-8854A71ACC4D}" type="presParOf" srcId="{402AC556-BDAD-4824-A612-40C9087F1F83}" destId="{D95DB841-05E4-4A93-912A-1F24636BAD90}" srcOrd="0" destOrd="0" presId="urn:microsoft.com/office/officeart/2008/layout/BendingPictureSemiTransparentText"/>
    <dgm:cxn modelId="{F6E198C8-FC11-4978-AA06-BD11E4D2123B}" type="presParOf" srcId="{402AC556-BDAD-4824-A612-40C9087F1F83}" destId="{1A020196-D8AF-4FFB-970F-8D6F31BAA55E}" srcOrd="1" destOrd="0" presId="urn:microsoft.com/office/officeart/2008/layout/BendingPictureSemiTransparentText"/>
    <dgm:cxn modelId="{F3929A46-72D5-4A98-96B2-5420713E5E16}" type="presParOf" srcId="{1107926F-5833-4FA2-8D4E-99FA0792EF00}" destId="{B2FC6D8E-4CB5-4A9D-87DA-82C010E9C760}" srcOrd="5" destOrd="0" presId="urn:microsoft.com/office/officeart/2008/layout/BendingPictureSemiTransparentText"/>
    <dgm:cxn modelId="{88E4C0A5-3FB4-4CF0-8E29-EFD15BDF36BB}" type="presParOf" srcId="{1107926F-5833-4FA2-8D4E-99FA0792EF00}" destId="{BF8310B8-C7E4-412D-BB92-682334B36DB0}" srcOrd="6" destOrd="0" presId="urn:microsoft.com/office/officeart/2008/layout/BendingPictureSemiTransparentText"/>
    <dgm:cxn modelId="{3FC09AE7-903E-4C18-AE75-342A25D743DC}" type="presParOf" srcId="{BF8310B8-C7E4-412D-BB92-682334B36DB0}" destId="{3885FCAB-8F13-4AD6-9601-7DA84A259E9C}" srcOrd="0" destOrd="0" presId="urn:microsoft.com/office/officeart/2008/layout/BendingPictureSemiTransparentText"/>
    <dgm:cxn modelId="{22F01928-F455-4E02-A7C1-307BC85CEC47}" type="presParOf" srcId="{BF8310B8-C7E4-412D-BB92-682334B36DB0}" destId="{6CC47C82-6866-4458-8C88-E27CDB2BA3BB}" srcOrd="1" destOrd="0" presId="urn:microsoft.com/office/officeart/2008/layout/BendingPictureSemiTransparentText"/>
    <dgm:cxn modelId="{066E4E59-4D44-4F25-9CE8-F39188D4EC09}" type="presParOf" srcId="{1107926F-5833-4FA2-8D4E-99FA0792EF00}" destId="{5C29D74B-BC41-4C25-9F0E-2BA8D68BAA14}" srcOrd="7" destOrd="0" presId="urn:microsoft.com/office/officeart/2008/layout/BendingPictureSemiTransparentText"/>
    <dgm:cxn modelId="{B71FF2DE-5F6F-43D5-91D2-8B55B716DCD5}" type="presParOf" srcId="{1107926F-5833-4FA2-8D4E-99FA0792EF00}" destId="{27E9DB29-0CB5-4AF1-A8C0-140BB8B2F69F}" srcOrd="8" destOrd="0" presId="urn:microsoft.com/office/officeart/2008/layout/BendingPictureSemiTransparentText"/>
    <dgm:cxn modelId="{9D6F7842-D412-4399-949D-04954773CA62}" type="presParOf" srcId="{27E9DB29-0CB5-4AF1-A8C0-140BB8B2F69F}" destId="{36537C43-27E5-47B8-AD30-6468E1F3B70B}" srcOrd="0" destOrd="0" presId="urn:microsoft.com/office/officeart/2008/layout/BendingPictureSemiTransparentText"/>
    <dgm:cxn modelId="{95085147-50BC-4B4B-80ED-2EC0F08AA8E8}" type="presParOf" srcId="{27E9DB29-0CB5-4AF1-A8C0-140BB8B2F69F}" destId="{731C594E-26E4-42F3-B2BE-8FD8890FC383}" srcOrd="1" destOrd="0" presId="urn:microsoft.com/office/officeart/2008/layout/BendingPictureSemiTransparentText"/>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45.xml><?xml version="1.0" encoding="utf-8"?>
<dgm:dataModel xmlns:dgm="http://schemas.openxmlformats.org/drawingml/2006/diagram" xmlns:a="http://schemas.openxmlformats.org/drawingml/2006/main">
  <dgm:ptLst>
    <dgm:pt modelId="{B9C32B05-62EA-407A-B21C-2310C7945705}" type="doc">
      <dgm:prSet loTypeId="urn:microsoft.com/office/officeart/2008/layout/BendingPictureBlocks" loCatId="picture" qsTypeId="urn:microsoft.com/office/officeart/2005/8/quickstyle/simple4" qsCatId="simple" csTypeId="urn:microsoft.com/office/officeart/2005/8/colors/colorful1" csCatId="colorful" phldr="1"/>
      <dgm:spPr/>
      <dgm:t>
        <a:bodyPr/>
        <a:lstStyle/>
        <a:p>
          <a:endParaRPr lang="en-US"/>
        </a:p>
      </dgm:t>
    </dgm:pt>
    <dgm:pt modelId="{8EA7219F-BDB2-48EB-9EEB-3133522D132E}">
      <dgm:prSet phldrT="[Text]"/>
      <dgm:spPr/>
      <dgm:t>
        <a:bodyPr/>
        <a:lstStyle/>
        <a:p>
          <a:r>
            <a:rPr lang="en-US"/>
            <a:t>Lorem Ipsum</a:t>
          </a:r>
          <a:endParaRPr lang="en-US" dirty="0"/>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F3FA86F7-575E-4FDD-B637-1D7276F725A4}">
      <dgm:prSet phldrT="[Text]"/>
      <dgm:spPr/>
      <dgm:t>
        <a:bodyPr/>
        <a:lstStyle/>
        <a:p>
          <a:r>
            <a:rPr lang="en-US"/>
            <a:t>Lorem Ipsum</a:t>
          </a:r>
          <a:endParaRPr lang="en-US" dirty="0"/>
        </a:p>
      </dgm:t>
    </dgm:pt>
    <dgm:pt modelId="{192CD16B-FA85-49AB-96EA-80094BA41ED5}" type="parTrans" cxnId="{B38DB338-3B1E-4324-A45E-8025E9D81450}">
      <dgm:prSet/>
      <dgm:spPr/>
      <dgm:t>
        <a:bodyPr/>
        <a:lstStyle/>
        <a:p>
          <a:endParaRPr lang="en-US"/>
        </a:p>
      </dgm:t>
    </dgm:pt>
    <dgm:pt modelId="{BEF45895-E33A-456A-85CE-5D5DFC2CF2C9}" type="sibTrans" cxnId="{B38DB338-3B1E-4324-A45E-8025E9D81450}">
      <dgm:prSet/>
      <dgm:spPr/>
      <dgm:t>
        <a:bodyPr/>
        <a:lstStyle/>
        <a:p>
          <a:endParaRPr lang="en-US"/>
        </a:p>
      </dgm:t>
    </dgm:pt>
    <dgm:pt modelId="{8D3744A8-1883-4930-8E0D-B57E26D003C6}">
      <dgm:prSet phldrT="[Text]"/>
      <dgm:spPr/>
      <dgm:t>
        <a:bodyPr/>
        <a:lstStyle/>
        <a:p>
          <a:r>
            <a:rPr lang="en-US"/>
            <a:t>Lorem Ipsum</a:t>
          </a:r>
          <a:endParaRPr lang="en-US" dirty="0"/>
        </a:p>
      </dgm:t>
    </dgm:pt>
    <dgm:pt modelId="{AC9EAF57-EBF1-4FB7-8ED0-6ECFF59ADE74}" type="parTrans" cxnId="{C8FCCD3C-805E-4A27-964D-25DE1206ADCA}">
      <dgm:prSet/>
      <dgm:spPr/>
      <dgm:t>
        <a:bodyPr/>
        <a:lstStyle/>
        <a:p>
          <a:endParaRPr lang="en-US"/>
        </a:p>
      </dgm:t>
    </dgm:pt>
    <dgm:pt modelId="{D40CF7D9-D0C3-4084-8D2D-359654C28D0F}" type="sibTrans" cxnId="{C8FCCD3C-805E-4A27-964D-25DE1206ADCA}">
      <dgm:prSet/>
      <dgm:spPr/>
      <dgm:t>
        <a:bodyPr/>
        <a:lstStyle/>
        <a:p>
          <a:endParaRPr lang="en-US"/>
        </a:p>
      </dgm:t>
    </dgm:pt>
    <dgm:pt modelId="{BB36F745-62BA-4892-99D7-E4239B0F3843}">
      <dgm:prSet phldrT="[Text]"/>
      <dgm:spPr/>
      <dgm:t>
        <a:bodyPr/>
        <a:lstStyle/>
        <a:p>
          <a:r>
            <a:rPr lang="en-US"/>
            <a:t>Lorem Ipsum</a:t>
          </a:r>
          <a:endParaRPr lang="en-US" dirty="0"/>
        </a:p>
      </dgm:t>
    </dgm:pt>
    <dgm:pt modelId="{CE269D49-A2E4-44F1-A948-9BE1FE5D6140}" type="parTrans" cxnId="{C96A1F07-338B-48CD-B344-80BE34A6C9DF}">
      <dgm:prSet/>
      <dgm:spPr/>
      <dgm:t>
        <a:bodyPr/>
        <a:lstStyle/>
        <a:p>
          <a:endParaRPr lang="en-US"/>
        </a:p>
      </dgm:t>
    </dgm:pt>
    <dgm:pt modelId="{5CE5B550-A310-4948-9BA1-267AF81C5FA4}" type="sibTrans" cxnId="{C96A1F07-338B-48CD-B344-80BE34A6C9DF}">
      <dgm:prSet/>
      <dgm:spPr/>
      <dgm:t>
        <a:bodyPr/>
        <a:lstStyle/>
        <a:p>
          <a:endParaRPr lang="en-US"/>
        </a:p>
      </dgm:t>
    </dgm:pt>
    <dgm:pt modelId="{C9AAC837-F2B0-40E5-8679-D365145CD32D}">
      <dgm:prSet phldrT="[Text]"/>
      <dgm:spPr/>
      <dgm:t>
        <a:bodyPr/>
        <a:lstStyle/>
        <a:p>
          <a:r>
            <a:rPr lang="en-US" dirty="0"/>
            <a:t>Lorem Ipsum</a:t>
          </a:r>
        </a:p>
      </dgm:t>
    </dgm:pt>
    <dgm:pt modelId="{BF762BC7-3A73-465D-85A6-3BCDF9B94784}" type="parTrans" cxnId="{D2F8513A-5886-4FAB-9494-6D284BD96A29}">
      <dgm:prSet/>
      <dgm:spPr/>
      <dgm:t>
        <a:bodyPr/>
        <a:lstStyle/>
        <a:p>
          <a:endParaRPr lang="en-US"/>
        </a:p>
      </dgm:t>
    </dgm:pt>
    <dgm:pt modelId="{0CEADA81-66C0-4096-BEDE-B88D7687450C}" type="sibTrans" cxnId="{D2F8513A-5886-4FAB-9494-6D284BD96A29}">
      <dgm:prSet/>
      <dgm:spPr/>
      <dgm:t>
        <a:bodyPr/>
        <a:lstStyle/>
        <a:p>
          <a:endParaRPr lang="en-US"/>
        </a:p>
      </dgm:t>
    </dgm:pt>
    <dgm:pt modelId="{97929FE6-3441-4E94-8494-CBBC42087602}" type="pres">
      <dgm:prSet presAssocID="{B9C32B05-62EA-407A-B21C-2310C7945705}" presName="Name0" presStyleCnt="0">
        <dgm:presLayoutVars>
          <dgm:dir/>
          <dgm:resizeHandles/>
        </dgm:presLayoutVars>
      </dgm:prSet>
      <dgm:spPr/>
    </dgm:pt>
    <dgm:pt modelId="{BA0141EB-87F6-4605-85CC-40D654E81D5E}" type="pres">
      <dgm:prSet presAssocID="{8EA7219F-BDB2-48EB-9EEB-3133522D132E}" presName="composite" presStyleCnt="0"/>
      <dgm:spPr/>
    </dgm:pt>
    <dgm:pt modelId="{4165E137-B59B-475A-BEDC-46689B9A2AFD}" type="pres">
      <dgm:prSet presAssocID="{8EA7219F-BDB2-48EB-9EEB-3133522D132E}" presName="rect1" presStyleLbl="bgImgPlace1" presStyleIdx="0" presStyleCnt="5"/>
      <dgm:spPr/>
    </dgm:pt>
    <dgm:pt modelId="{60DFA56E-3847-4B3F-8C15-CAB161135ECC}" type="pres">
      <dgm:prSet presAssocID="{8EA7219F-BDB2-48EB-9EEB-3133522D132E}" presName="rect2" presStyleLbl="node1" presStyleIdx="0" presStyleCnt="5">
        <dgm:presLayoutVars>
          <dgm:bulletEnabled val="1"/>
        </dgm:presLayoutVars>
      </dgm:prSet>
      <dgm:spPr/>
    </dgm:pt>
    <dgm:pt modelId="{74276CC5-D758-48C0-9B16-6A9D0354B5C6}" type="pres">
      <dgm:prSet presAssocID="{C94B7947-85DC-4B21-BB99-DF8438356F98}" presName="sibTrans" presStyleCnt="0"/>
      <dgm:spPr/>
    </dgm:pt>
    <dgm:pt modelId="{57264898-BA88-4BB9-A27E-5F88B57E77FC}" type="pres">
      <dgm:prSet presAssocID="{F3FA86F7-575E-4FDD-B637-1D7276F725A4}" presName="composite" presStyleCnt="0"/>
      <dgm:spPr/>
    </dgm:pt>
    <dgm:pt modelId="{6374DEEF-C948-4BC7-9D5F-9173147E3A3A}" type="pres">
      <dgm:prSet presAssocID="{F3FA86F7-575E-4FDD-B637-1D7276F725A4}" presName="rect1" presStyleLbl="bgImgPlace1" presStyleIdx="1" presStyleCnt="5"/>
      <dgm:spPr/>
    </dgm:pt>
    <dgm:pt modelId="{66FF6626-DA38-4AAA-A162-1CA5FFAC8E70}" type="pres">
      <dgm:prSet presAssocID="{F3FA86F7-575E-4FDD-B637-1D7276F725A4}" presName="rect2" presStyleLbl="node1" presStyleIdx="1" presStyleCnt="5">
        <dgm:presLayoutVars>
          <dgm:bulletEnabled val="1"/>
        </dgm:presLayoutVars>
      </dgm:prSet>
      <dgm:spPr/>
    </dgm:pt>
    <dgm:pt modelId="{FC019024-7A88-41E0-A464-7CFCDBA3C078}" type="pres">
      <dgm:prSet presAssocID="{BEF45895-E33A-456A-85CE-5D5DFC2CF2C9}" presName="sibTrans" presStyleCnt="0"/>
      <dgm:spPr/>
    </dgm:pt>
    <dgm:pt modelId="{CBF33BF8-8218-4C81-98E2-671A1FF9EEFA}" type="pres">
      <dgm:prSet presAssocID="{8D3744A8-1883-4930-8E0D-B57E26D003C6}" presName="composite" presStyleCnt="0"/>
      <dgm:spPr/>
    </dgm:pt>
    <dgm:pt modelId="{7E6584CA-4E2C-4BF6-AA58-55417D2AA527}" type="pres">
      <dgm:prSet presAssocID="{8D3744A8-1883-4930-8E0D-B57E26D003C6}" presName="rect1" presStyleLbl="bgImgPlace1" presStyleIdx="2" presStyleCnt="5"/>
      <dgm:spPr/>
    </dgm:pt>
    <dgm:pt modelId="{1F28DEA8-3144-4C84-B9D7-063E1097882B}" type="pres">
      <dgm:prSet presAssocID="{8D3744A8-1883-4930-8E0D-B57E26D003C6}" presName="rect2" presStyleLbl="node1" presStyleIdx="2" presStyleCnt="5">
        <dgm:presLayoutVars>
          <dgm:bulletEnabled val="1"/>
        </dgm:presLayoutVars>
      </dgm:prSet>
      <dgm:spPr/>
    </dgm:pt>
    <dgm:pt modelId="{9DE25645-CDC6-4A6A-B706-180CACFB685D}" type="pres">
      <dgm:prSet presAssocID="{D40CF7D9-D0C3-4084-8D2D-359654C28D0F}" presName="sibTrans" presStyleCnt="0"/>
      <dgm:spPr/>
    </dgm:pt>
    <dgm:pt modelId="{C3A45450-3FCA-4F4E-837E-05B8AFBEDFDF}" type="pres">
      <dgm:prSet presAssocID="{C9AAC837-F2B0-40E5-8679-D365145CD32D}" presName="composite" presStyleCnt="0"/>
      <dgm:spPr/>
    </dgm:pt>
    <dgm:pt modelId="{C79A2387-6C4D-4760-A1A6-6754301A010C}" type="pres">
      <dgm:prSet presAssocID="{C9AAC837-F2B0-40E5-8679-D365145CD32D}" presName="rect1" presStyleLbl="bgImgPlace1" presStyleIdx="3" presStyleCnt="5"/>
      <dgm:spPr/>
    </dgm:pt>
    <dgm:pt modelId="{52347B5F-6CE6-4E8C-9F77-B76DD456B910}" type="pres">
      <dgm:prSet presAssocID="{C9AAC837-F2B0-40E5-8679-D365145CD32D}" presName="rect2" presStyleLbl="node1" presStyleIdx="3" presStyleCnt="5">
        <dgm:presLayoutVars>
          <dgm:bulletEnabled val="1"/>
        </dgm:presLayoutVars>
      </dgm:prSet>
      <dgm:spPr/>
    </dgm:pt>
    <dgm:pt modelId="{9F7AE15F-BE33-4B35-AFBA-DDC0208EB06C}" type="pres">
      <dgm:prSet presAssocID="{0CEADA81-66C0-4096-BEDE-B88D7687450C}" presName="sibTrans" presStyleCnt="0"/>
      <dgm:spPr/>
    </dgm:pt>
    <dgm:pt modelId="{60E61DF3-533C-4698-91C3-37EF451DC493}" type="pres">
      <dgm:prSet presAssocID="{BB36F745-62BA-4892-99D7-E4239B0F3843}" presName="composite" presStyleCnt="0"/>
      <dgm:spPr/>
    </dgm:pt>
    <dgm:pt modelId="{02AE1854-A6CA-4A99-9DE0-BDE7CE30FF76}" type="pres">
      <dgm:prSet presAssocID="{BB36F745-62BA-4892-99D7-E4239B0F3843}" presName="rect1" presStyleLbl="bgImgPlace1" presStyleIdx="4" presStyleCnt="5"/>
      <dgm:spPr/>
    </dgm:pt>
    <dgm:pt modelId="{5A785560-E387-4263-A4E4-7C81667694CD}" type="pres">
      <dgm:prSet presAssocID="{BB36F745-62BA-4892-99D7-E4239B0F3843}" presName="rect2" presStyleLbl="node1" presStyleIdx="4" presStyleCnt="5">
        <dgm:presLayoutVars>
          <dgm:bulletEnabled val="1"/>
        </dgm:presLayoutVars>
      </dgm:prSet>
      <dgm:spPr/>
    </dgm:pt>
  </dgm:ptLst>
  <dgm:cxnLst>
    <dgm:cxn modelId="{C96A1F07-338B-48CD-B344-80BE34A6C9DF}" srcId="{B9C32B05-62EA-407A-B21C-2310C7945705}" destId="{BB36F745-62BA-4892-99D7-E4239B0F3843}" srcOrd="4" destOrd="0" parTransId="{CE269D49-A2E4-44F1-A948-9BE1FE5D6140}" sibTransId="{5CE5B550-A310-4948-9BA1-267AF81C5FA4}"/>
    <dgm:cxn modelId="{7E31050C-712C-485B-8CE8-4EC7229B5C4D}" type="presOf" srcId="{B9C32B05-62EA-407A-B21C-2310C7945705}" destId="{97929FE6-3441-4E94-8494-CBBC42087602}" srcOrd="0" destOrd="0" presId="urn:microsoft.com/office/officeart/2008/layout/BendingPictureBlocks"/>
    <dgm:cxn modelId="{AAE62E17-ADC1-47E4-9464-A21CE571B4AA}" type="presOf" srcId="{8EA7219F-BDB2-48EB-9EEB-3133522D132E}" destId="{60DFA56E-3847-4B3F-8C15-CAB161135ECC}" srcOrd="0" destOrd="0" presId="urn:microsoft.com/office/officeart/2008/layout/BendingPictureBlocks"/>
    <dgm:cxn modelId="{4ED66A1B-02C8-4025-9CD4-4E2104322A3E}" type="presOf" srcId="{8D3744A8-1883-4930-8E0D-B57E26D003C6}" destId="{1F28DEA8-3144-4C84-B9D7-063E1097882B}" srcOrd="0" destOrd="0" presId="urn:microsoft.com/office/officeart/2008/layout/BendingPictureBlocks"/>
    <dgm:cxn modelId="{116CA021-6B0C-4454-9CC5-D2C672890763}" type="presOf" srcId="{C9AAC837-F2B0-40E5-8679-D365145CD32D}" destId="{52347B5F-6CE6-4E8C-9F77-B76DD456B910}" srcOrd="0" destOrd="0" presId="urn:microsoft.com/office/officeart/2008/layout/BendingPictureBlocks"/>
    <dgm:cxn modelId="{B38DB338-3B1E-4324-A45E-8025E9D81450}" srcId="{B9C32B05-62EA-407A-B21C-2310C7945705}" destId="{F3FA86F7-575E-4FDD-B637-1D7276F725A4}" srcOrd="1" destOrd="0" parTransId="{192CD16B-FA85-49AB-96EA-80094BA41ED5}" sibTransId="{BEF45895-E33A-456A-85CE-5D5DFC2CF2C9}"/>
    <dgm:cxn modelId="{D2F8513A-5886-4FAB-9494-6D284BD96A29}" srcId="{B9C32B05-62EA-407A-B21C-2310C7945705}" destId="{C9AAC837-F2B0-40E5-8679-D365145CD32D}" srcOrd="3" destOrd="0" parTransId="{BF762BC7-3A73-465D-85A6-3BCDF9B94784}" sibTransId="{0CEADA81-66C0-4096-BEDE-B88D7687450C}"/>
    <dgm:cxn modelId="{C8FCCD3C-805E-4A27-964D-25DE1206ADCA}" srcId="{B9C32B05-62EA-407A-B21C-2310C7945705}" destId="{8D3744A8-1883-4930-8E0D-B57E26D003C6}" srcOrd="2" destOrd="0" parTransId="{AC9EAF57-EBF1-4FB7-8ED0-6ECFF59ADE74}" sibTransId="{D40CF7D9-D0C3-4084-8D2D-359654C28D0F}"/>
    <dgm:cxn modelId="{5D39273D-68B0-412C-B4EE-9A1E637D1598}" type="presOf" srcId="{F3FA86F7-575E-4FDD-B637-1D7276F725A4}" destId="{66FF6626-DA38-4AAA-A162-1CA5FFAC8E70}" srcOrd="0" destOrd="0" presId="urn:microsoft.com/office/officeart/2008/layout/BendingPictureBlocks"/>
    <dgm:cxn modelId="{394D0393-3793-4D62-934E-D3A5070CBA0B}" type="presOf" srcId="{BB36F745-62BA-4892-99D7-E4239B0F3843}" destId="{5A785560-E387-4263-A4E4-7C81667694CD}" srcOrd="0" destOrd="0" presId="urn:microsoft.com/office/officeart/2008/layout/BendingPictureBlocks"/>
    <dgm:cxn modelId="{58AD7EEF-D408-406B-87EE-4691D4C30668}" srcId="{B9C32B05-62EA-407A-B21C-2310C7945705}" destId="{8EA7219F-BDB2-48EB-9EEB-3133522D132E}" srcOrd="0" destOrd="0" parTransId="{3EE8403A-CB7C-4815-85BD-AEBCAEB71B37}" sibTransId="{C94B7947-85DC-4B21-BB99-DF8438356F98}"/>
    <dgm:cxn modelId="{043C7D46-D6C9-4E4F-A6F2-081F576FA086}" type="presParOf" srcId="{97929FE6-3441-4E94-8494-CBBC42087602}" destId="{BA0141EB-87F6-4605-85CC-40D654E81D5E}" srcOrd="0" destOrd="0" presId="urn:microsoft.com/office/officeart/2008/layout/BendingPictureBlocks"/>
    <dgm:cxn modelId="{2BB7EA29-448D-4FB3-8AC3-E94B51E99126}" type="presParOf" srcId="{BA0141EB-87F6-4605-85CC-40D654E81D5E}" destId="{4165E137-B59B-475A-BEDC-46689B9A2AFD}" srcOrd="0" destOrd="0" presId="urn:microsoft.com/office/officeart/2008/layout/BendingPictureBlocks"/>
    <dgm:cxn modelId="{90A4D006-F7A8-417E-B060-687A0789B368}" type="presParOf" srcId="{BA0141EB-87F6-4605-85CC-40D654E81D5E}" destId="{60DFA56E-3847-4B3F-8C15-CAB161135ECC}" srcOrd="1" destOrd="0" presId="urn:microsoft.com/office/officeart/2008/layout/BendingPictureBlocks"/>
    <dgm:cxn modelId="{8E1FAC3D-D894-444C-A5FA-801484020886}" type="presParOf" srcId="{97929FE6-3441-4E94-8494-CBBC42087602}" destId="{74276CC5-D758-48C0-9B16-6A9D0354B5C6}" srcOrd="1" destOrd="0" presId="urn:microsoft.com/office/officeart/2008/layout/BendingPictureBlocks"/>
    <dgm:cxn modelId="{D18BD256-8226-474C-B36F-00BD96274386}" type="presParOf" srcId="{97929FE6-3441-4E94-8494-CBBC42087602}" destId="{57264898-BA88-4BB9-A27E-5F88B57E77FC}" srcOrd="2" destOrd="0" presId="urn:microsoft.com/office/officeart/2008/layout/BendingPictureBlocks"/>
    <dgm:cxn modelId="{02BAF464-FAC9-4E76-8D75-AF352F17E3FD}" type="presParOf" srcId="{57264898-BA88-4BB9-A27E-5F88B57E77FC}" destId="{6374DEEF-C948-4BC7-9D5F-9173147E3A3A}" srcOrd="0" destOrd="0" presId="urn:microsoft.com/office/officeart/2008/layout/BendingPictureBlocks"/>
    <dgm:cxn modelId="{5B8CD7B9-B794-45DC-AFCD-668175489EAB}" type="presParOf" srcId="{57264898-BA88-4BB9-A27E-5F88B57E77FC}" destId="{66FF6626-DA38-4AAA-A162-1CA5FFAC8E70}" srcOrd="1" destOrd="0" presId="urn:microsoft.com/office/officeart/2008/layout/BendingPictureBlocks"/>
    <dgm:cxn modelId="{0516CCA5-3C90-41C5-9F15-EC6B07C05451}" type="presParOf" srcId="{97929FE6-3441-4E94-8494-CBBC42087602}" destId="{FC019024-7A88-41E0-A464-7CFCDBA3C078}" srcOrd="3" destOrd="0" presId="urn:microsoft.com/office/officeart/2008/layout/BendingPictureBlocks"/>
    <dgm:cxn modelId="{6BC7E12A-6DF2-4099-BFF9-BE01854F75CD}" type="presParOf" srcId="{97929FE6-3441-4E94-8494-CBBC42087602}" destId="{CBF33BF8-8218-4C81-98E2-671A1FF9EEFA}" srcOrd="4" destOrd="0" presId="urn:microsoft.com/office/officeart/2008/layout/BendingPictureBlocks"/>
    <dgm:cxn modelId="{C9F691B1-9193-4501-B7E9-DA4EDFEE03E6}" type="presParOf" srcId="{CBF33BF8-8218-4C81-98E2-671A1FF9EEFA}" destId="{7E6584CA-4E2C-4BF6-AA58-55417D2AA527}" srcOrd="0" destOrd="0" presId="urn:microsoft.com/office/officeart/2008/layout/BendingPictureBlocks"/>
    <dgm:cxn modelId="{21EC92DB-104A-4E67-9709-D3E9F777A13E}" type="presParOf" srcId="{CBF33BF8-8218-4C81-98E2-671A1FF9EEFA}" destId="{1F28DEA8-3144-4C84-B9D7-063E1097882B}" srcOrd="1" destOrd="0" presId="urn:microsoft.com/office/officeart/2008/layout/BendingPictureBlocks"/>
    <dgm:cxn modelId="{4B2FE03F-4351-476D-A29D-C8042CCEA828}" type="presParOf" srcId="{97929FE6-3441-4E94-8494-CBBC42087602}" destId="{9DE25645-CDC6-4A6A-B706-180CACFB685D}" srcOrd="5" destOrd="0" presId="urn:microsoft.com/office/officeart/2008/layout/BendingPictureBlocks"/>
    <dgm:cxn modelId="{B6977244-C3A8-4B4C-91E7-DA71C5DA967C}" type="presParOf" srcId="{97929FE6-3441-4E94-8494-CBBC42087602}" destId="{C3A45450-3FCA-4F4E-837E-05B8AFBEDFDF}" srcOrd="6" destOrd="0" presId="urn:microsoft.com/office/officeart/2008/layout/BendingPictureBlocks"/>
    <dgm:cxn modelId="{7812872C-D9FE-4619-BA32-51C8DE4F1846}" type="presParOf" srcId="{C3A45450-3FCA-4F4E-837E-05B8AFBEDFDF}" destId="{C79A2387-6C4D-4760-A1A6-6754301A010C}" srcOrd="0" destOrd="0" presId="urn:microsoft.com/office/officeart/2008/layout/BendingPictureBlocks"/>
    <dgm:cxn modelId="{990B75AA-F9E8-4342-B492-F7CF64D6CAF4}" type="presParOf" srcId="{C3A45450-3FCA-4F4E-837E-05B8AFBEDFDF}" destId="{52347B5F-6CE6-4E8C-9F77-B76DD456B910}" srcOrd="1" destOrd="0" presId="urn:microsoft.com/office/officeart/2008/layout/BendingPictureBlocks"/>
    <dgm:cxn modelId="{F5372155-085D-4DEA-9A03-DE4F44573B03}" type="presParOf" srcId="{97929FE6-3441-4E94-8494-CBBC42087602}" destId="{9F7AE15F-BE33-4B35-AFBA-DDC0208EB06C}" srcOrd="7" destOrd="0" presId="urn:microsoft.com/office/officeart/2008/layout/BendingPictureBlocks"/>
    <dgm:cxn modelId="{9947E879-3FC0-4F4E-AE0B-CD659C1612B3}" type="presParOf" srcId="{97929FE6-3441-4E94-8494-CBBC42087602}" destId="{60E61DF3-533C-4698-91C3-37EF451DC493}" srcOrd="8" destOrd="0" presId="urn:microsoft.com/office/officeart/2008/layout/BendingPictureBlocks"/>
    <dgm:cxn modelId="{134CA9E4-50D4-4CE5-8F7A-D2D611EEA0EE}" type="presParOf" srcId="{60E61DF3-533C-4698-91C3-37EF451DC493}" destId="{02AE1854-A6CA-4A99-9DE0-BDE7CE30FF76}" srcOrd="0" destOrd="0" presId="urn:microsoft.com/office/officeart/2008/layout/BendingPictureBlocks"/>
    <dgm:cxn modelId="{212BC84D-2570-48DD-BF5C-E83C1001F2CF}" type="presParOf" srcId="{60E61DF3-533C-4698-91C3-37EF451DC493}" destId="{5A785560-E387-4263-A4E4-7C81667694CD}" srcOrd="1" destOrd="0" presId="urn:microsoft.com/office/officeart/2008/layout/BendingPictureBlocks"/>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46.xml><?xml version="1.0" encoding="utf-8"?>
<dgm:dataModel xmlns:dgm="http://schemas.openxmlformats.org/drawingml/2006/diagram" xmlns:a="http://schemas.openxmlformats.org/drawingml/2006/main">
  <dgm:ptLst>
    <dgm:pt modelId="{B9C32B05-62EA-407A-B21C-2310C7945705}" type="doc">
      <dgm:prSet loTypeId="urn:microsoft.com/office/officeart/2008/layout/BendingPictureCaptionList" loCatId="picture" qsTypeId="urn:microsoft.com/office/officeart/2005/8/quickstyle/simple4" qsCatId="simple" csTypeId="urn:microsoft.com/office/officeart/2005/8/colors/colorful1" csCatId="colorful" phldr="1"/>
      <dgm:spPr/>
      <dgm:t>
        <a:bodyPr/>
        <a:lstStyle/>
        <a:p>
          <a:endParaRPr lang="en-US"/>
        </a:p>
      </dgm:t>
    </dgm:pt>
    <dgm:pt modelId="{8EA7219F-BDB2-48EB-9EEB-3133522D132E}">
      <dgm:prSet phldrT="[Text]"/>
      <dgm:spPr/>
      <dgm:t>
        <a:bodyPr/>
        <a:lstStyle/>
        <a:p>
          <a:r>
            <a:rPr lang="en-US"/>
            <a:t>Lorem Ipsum</a:t>
          </a:r>
          <a:endParaRPr lang="en-US" dirty="0"/>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F3FA86F7-575E-4FDD-B637-1D7276F725A4}">
      <dgm:prSet phldrT="[Text]"/>
      <dgm:spPr/>
      <dgm:t>
        <a:bodyPr/>
        <a:lstStyle/>
        <a:p>
          <a:r>
            <a:rPr lang="en-US"/>
            <a:t>Lorem Ipsum</a:t>
          </a:r>
          <a:endParaRPr lang="en-US" dirty="0"/>
        </a:p>
      </dgm:t>
    </dgm:pt>
    <dgm:pt modelId="{192CD16B-FA85-49AB-96EA-80094BA41ED5}" type="parTrans" cxnId="{B38DB338-3B1E-4324-A45E-8025E9D81450}">
      <dgm:prSet/>
      <dgm:spPr/>
      <dgm:t>
        <a:bodyPr/>
        <a:lstStyle/>
        <a:p>
          <a:endParaRPr lang="en-US"/>
        </a:p>
      </dgm:t>
    </dgm:pt>
    <dgm:pt modelId="{BEF45895-E33A-456A-85CE-5D5DFC2CF2C9}" type="sibTrans" cxnId="{B38DB338-3B1E-4324-A45E-8025E9D81450}">
      <dgm:prSet/>
      <dgm:spPr/>
      <dgm:t>
        <a:bodyPr/>
        <a:lstStyle/>
        <a:p>
          <a:endParaRPr lang="en-US"/>
        </a:p>
      </dgm:t>
    </dgm:pt>
    <dgm:pt modelId="{8D3744A8-1883-4930-8E0D-B57E26D003C6}">
      <dgm:prSet phldrT="[Text]"/>
      <dgm:spPr/>
      <dgm:t>
        <a:bodyPr/>
        <a:lstStyle/>
        <a:p>
          <a:r>
            <a:rPr lang="en-US"/>
            <a:t>Lorem Ipsum</a:t>
          </a:r>
          <a:endParaRPr lang="en-US" dirty="0"/>
        </a:p>
      </dgm:t>
    </dgm:pt>
    <dgm:pt modelId="{AC9EAF57-EBF1-4FB7-8ED0-6ECFF59ADE74}" type="parTrans" cxnId="{C8FCCD3C-805E-4A27-964D-25DE1206ADCA}">
      <dgm:prSet/>
      <dgm:spPr/>
      <dgm:t>
        <a:bodyPr/>
        <a:lstStyle/>
        <a:p>
          <a:endParaRPr lang="en-US"/>
        </a:p>
      </dgm:t>
    </dgm:pt>
    <dgm:pt modelId="{D40CF7D9-D0C3-4084-8D2D-359654C28D0F}" type="sibTrans" cxnId="{C8FCCD3C-805E-4A27-964D-25DE1206ADCA}">
      <dgm:prSet/>
      <dgm:spPr/>
      <dgm:t>
        <a:bodyPr/>
        <a:lstStyle/>
        <a:p>
          <a:endParaRPr lang="en-US"/>
        </a:p>
      </dgm:t>
    </dgm:pt>
    <dgm:pt modelId="{BB36F745-62BA-4892-99D7-E4239B0F3843}">
      <dgm:prSet phldrT="[Text]"/>
      <dgm:spPr/>
      <dgm:t>
        <a:bodyPr/>
        <a:lstStyle/>
        <a:p>
          <a:r>
            <a:rPr lang="en-US"/>
            <a:t>Lorem Ipsum</a:t>
          </a:r>
          <a:endParaRPr lang="en-US" dirty="0"/>
        </a:p>
      </dgm:t>
    </dgm:pt>
    <dgm:pt modelId="{CE269D49-A2E4-44F1-A948-9BE1FE5D6140}" type="parTrans" cxnId="{C96A1F07-338B-48CD-B344-80BE34A6C9DF}">
      <dgm:prSet/>
      <dgm:spPr/>
      <dgm:t>
        <a:bodyPr/>
        <a:lstStyle/>
        <a:p>
          <a:endParaRPr lang="en-US"/>
        </a:p>
      </dgm:t>
    </dgm:pt>
    <dgm:pt modelId="{5CE5B550-A310-4948-9BA1-267AF81C5FA4}" type="sibTrans" cxnId="{C96A1F07-338B-48CD-B344-80BE34A6C9DF}">
      <dgm:prSet/>
      <dgm:spPr/>
      <dgm:t>
        <a:bodyPr/>
        <a:lstStyle/>
        <a:p>
          <a:endParaRPr lang="en-US"/>
        </a:p>
      </dgm:t>
    </dgm:pt>
    <dgm:pt modelId="{C9AAC837-F2B0-40E5-8679-D365145CD32D}">
      <dgm:prSet phldrT="[Text]"/>
      <dgm:spPr/>
      <dgm:t>
        <a:bodyPr/>
        <a:lstStyle/>
        <a:p>
          <a:r>
            <a:rPr lang="en-US" dirty="0"/>
            <a:t>Lorem Ipsum</a:t>
          </a:r>
        </a:p>
      </dgm:t>
    </dgm:pt>
    <dgm:pt modelId="{BF762BC7-3A73-465D-85A6-3BCDF9B94784}" type="parTrans" cxnId="{D2F8513A-5886-4FAB-9494-6D284BD96A29}">
      <dgm:prSet/>
      <dgm:spPr/>
      <dgm:t>
        <a:bodyPr/>
        <a:lstStyle/>
        <a:p>
          <a:endParaRPr lang="en-US"/>
        </a:p>
      </dgm:t>
    </dgm:pt>
    <dgm:pt modelId="{0CEADA81-66C0-4096-BEDE-B88D7687450C}" type="sibTrans" cxnId="{D2F8513A-5886-4FAB-9494-6D284BD96A29}">
      <dgm:prSet/>
      <dgm:spPr/>
      <dgm:t>
        <a:bodyPr/>
        <a:lstStyle/>
        <a:p>
          <a:endParaRPr lang="en-US"/>
        </a:p>
      </dgm:t>
    </dgm:pt>
    <dgm:pt modelId="{EAEAC6A8-1CA7-4F44-89A9-5813E611A94A}" type="pres">
      <dgm:prSet presAssocID="{B9C32B05-62EA-407A-B21C-2310C7945705}" presName="Name0" presStyleCnt="0">
        <dgm:presLayoutVars>
          <dgm:dir/>
          <dgm:resizeHandles val="exact"/>
        </dgm:presLayoutVars>
      </dgm:prSet>
      <dgm:spPr/>
    </dgm:pt>
    <dgm:pt modelId="{DA039876-10BA-4FF3-B6FD-68975F1E992A}" type="pres">
      <dgm:prSet presAssocID="{8EA7219F-BDB2-48EB-9EEB-3133522D132E}" presName="composite" presStyleCnt="0"/>
      <dgm:spPr/>
    </dgm:pt>
    <dgm:pt modelId="{0E164620-635E-4D52-A1AF-44B71E68DF11}" type="pres">
      <dgm:prSet presAssocID="{8EA7219F-BDB2-48EB-9EEB-3133522D132E}" presName="rect1" presStyleLbl="bgImgPlace1" presStyleIdx="0" presStyleCnt="5"/>
      <dgm:spPr/>
    </dgm:pt>
    <dgm:pt modelId="{9DCE3BF2-82D3-423C-BB2C-10D63F1D54B8}" type="pres">
      <dgm:prSet presAssocID="{8EA7219F-BDB2-48EB-9EEB-3133522D132E}" presName="wedgeRectCallout1" presStyleLbl="node1" presStyleIdx="0" presStyleCnt="5">
        <dgm:presLayoutVars>
          <dgm:bulletEnabled val="1"/>
        </dgm:presLayoutVars>
      </dgm:prSet>
      <dgm:spPr/>
    </dgm:pt>
    <dgm:pt modelId="{02D0A596-F258-49A7-BF0B-78CF6AA6C4D8}" type="pres">
      <dgm:prSet presAssocID="{C94B7947-85DC-4B21-BB99-DF8438356F98}" presName="sibTrans" presStyleCnt="0"/>
      <dgm:spPr/>
    </dgm:pt>
    <dgm:pt modelId="{04A50507-53C8-47AF-BBF1-4580C1394DA3}" type="pres">
      <dgm:prSet presAssocID="{F3FA86F7-575E-4FDD-B637-1D7276F725A4}" presName="composite" presStyleCnt="0"/>
      <dgm:spPr/>
    </dgm:pt>
    <dgm:pt modelId="{4875EB44-0270-431E-B5AD-5FC57DAB1702}" type="pres">
      <dgm:prSet presAssocID="{F3FA86F7-575E-4FDD-B637-1D7276F725A4}" presName="rect1" presStyleLbl="bgImgPlace1" presStyleIdx="1" presStyleCnt="5"/>
      <dgm:spPr/>
    </dgm:pt>
    <dgm:pt modelId="{36C5C86A-AED0-40B5-BCA3-9279CD365E94}" type="pres">
      <dgm:prSet presAssocID="{F3FA86F7-575E-4FDD-B637-1D7276F725A4}" presName="wedgeRectCallout1" presStyleLbl="node1" presStyleIdx="1" presStyleCnt="5">
        <dgm:presLayoutVars>
          <dgm:bulletEnabled val="1"/>
        </dgm:presLayoutVars>
      </dgm:prSet>
      <dgm:spPr/>
    </dgm:pt>
    <dgm:pt modelId="{45458EB1-C42D-43FD-905C-185C97D9BFFB}" type="pres">
      <dgm:prSet presAssocID="{BEF45895-E33A-456A-85CE-5D5DFC2CF2C9}" presName="sibTrans" presStyleCnt="0"/>
      <dgm:spPr/>
    </dgm:pt>
    <dgm:pt modelId="{B7BE6FCD-5BE4-45D4-A60D-365103D4F7BA}" type="pres">
      <dgm:prSet presAssocID="{8D3744A8-1883-4930-8E0D-B57E26D003C6}" presName="composite" presStyleCnt="0"/>
      <dgm:spPr/>
    </dgm:pt>
    <dgm:pt modelId="{2FFC8695-12E4-45F8-914E-57F7E4B76770}" type="pres">
      <dgm:prSet presAssocID="{8D3744A8-1883-4930-8E0D-B57E26D003C6}" presName="rect1" presStyleLbl="bgImgPlace1" presStyleIdx="2" presStyleCnt="5"/>
      <dgm:spPr/>
    </dgm:pt>
    <dgm:pt modelId="{37231989-4D7B-40E4-8D38-16223047CE17}" type="pres">
      <dgm:prSet presAssocID="{8D3744A8-1883-4930-8E0D-B57E26D003C6}" presName="wedgeRectCallout1" presStyleLbl="node1" presStyleIdx="2" presStyleCnt="5">
        <dgm:presLayoutVars>
          <dgm:bulletEnabled val="1"/>
        </dgm:presLayoutVars>
      </dgm:prSet>
      <dgm:spPr/>
    </dgm:pt>
    <dgm:pt modelId="{D0D40604-A0A7-42DD-A33B-753ACE06884E}" type="pres">
      <dgm:prSet presAssocID="{D40CF7D9-D0C3-4084-8D2D-359654C28D0F}" presName="sibTrans" presStyleCnt="0"/>
      <dgm:spPr/>
    </dgm:pt>
    <dgm:pt modelId="{65F02635-83BF-4446-8BB2-D1F743A2E677}" type="pres">
      <dgm:prSet presAssocID="{C9AAC837-F2B0-40E5-8679-D365145CD32D}" presName="composite" presStyleCnt="0"/>
      <dgm:spPr/>
    </dgm:pt>
    <dgm:pt modelId="{F60F9111-E57B-4763-A280-97B01DBF0A39}" type="pres">
      <dgm:prSet presAssocID="{C9AAC837-F2B0-40E5-8679-D365145CD32D}" presName="rect1" presStyleLbl="bgImgPlace1" presStyleIdx="3" presStyleCnt="5"/>
      <dgm:spPr/>
    </dgm:pt>
    <dgm:pt modelId="{CA509F18-8F1D-4E9B-AF57-F7F79D1EB4AB}" type="pres">
      <dgm:prSet presAssocID="{C9AAC837-F2B0-40E5-8679-D365145CD32D}" presName="wedgeRectCallout1" presStyleLbl="node1" presStyleIdx="3" presStyleCnt="5">
        <dgm:presLayoutVars>
          <dgm:bulletEnabled val="1"/>
        </dgm:presLayoutVars>
      </dgm:prSet>
      <dgm:spPr/>
    </dgm:pt>
    <dgm:pt modelId="{E84870D4-3D00-48A0-9119-D34A6D9859A6}" type="pres">
      <dgm:prSet presAssocID="{0CEADA81-66C0-4096-BEDE-B88D7687450C}" presName="sibTrans" presStyleCnt="0"/>
      <dgm:spPr/>
    </dgm:pt>
    <dgm:pt modelId="{1EF88342-0EFB-4A6C-85C2-97B28F19A1BA}" type="pres">
      <dgm:prSet presAssocID="{BB36F745-62BA-4892-99D7-E4239B0F3843}" presName="composite" presStyleCnt="0"/>
      <dgm:spPr/>
    </dgm:pt>
    <dgm:pt modelId="{A7AD3F72-9953-4FC9-A15D-130296EA2D4F}" type="pres">
      <dgm:prSet presAssocID="{BB36F745-62BA-4892-99D7-E4239B0F3843}" presName="rect1" presStyleLbl="bgImgPlace1" presStyleIdx="4" presStyleCnt="5"/>
      <dgm:spPr/>
    </dgm:pt>
    <dgm:pt modelId="{5307DD9C-5D36-4CFB-97C2-7469140EAF74}" type="pres">
      <dgm:prSet presAssocID="{BB36F745-62BA-4892-99D7-E4239B0F3843}" presName="wedgeRectCallout1" presStyleLbl="node1" presStyleIdx="4" presStyleCnt="5">
        <dgm:presLayoutVars>
          <dgm:bulletEnabled val="1"/>
        </dgm:presLayoutVars>
      </dgm:prSet>
      <dgm:spPr/>
    </dgm:pt>
  </dgm:ptLst>
  <dgm:cxnLst>
    <dgm:cxn modelId="{C96A1F07-338B-48CD-B344-80BE34A6C9DF}" srcId="{B9C32B05-62EA-407A-B21C-2310C7945705}" destId="{BB36F745-62BA-4892-99D7-E4239B0F3843}" srcOrd="4" destOrd="0" parTransId="{CE269D49-A2E4-44F1-A948-9BE1FE5D6140}" sibTransId="{5CE5B550-A310-4948-9BA1-267AF81C5FA4}"/>
    <dgm:cxn modelId="{B38DB338-3B1E-4324-A45E-8025E9D81450}" srcId="{B9C32B05-62EA-407A-B21C-2310C7945705}" destId="{F3FA86F7-575E-4FDD-B637-1D7276F725A4}" srcOrd="1" destOrd="0" parTransId="{192CD16B-FA85-49AB-96EA-80094BA41ED5}" sibTransId="{BEF45895-E33A-456A-85CE-5D5DFC2CF2C9}"/>
    <dgm:cxn modelId="{D2F8513A-5886-4FAB-9494-6D284BD96A29}" srcId="{B9C32B05-62EA-407A-B21C-2310C7945705}" destId="{C9AAC837-F2B0-40E5-8679-D365145CD32D}" srcOrd="3" destOrd="0" parTransId="{BF762BC7-3A73-465D-85A6-3BCDF9B94784}" sibTransId="{0CEADA81-66C0-4096-BEDE-B88D7687450C}"/>
    <dgm:cxn modelId="{1AD5963B-E016-417E-9751-9D83E6439719}" type="presOf" srcId="{B9C32B05-62EA-407A-B21C-2310C7945705}" destId="{EAEAC6A8-1CA7-4F44-89A9-5813E611A94A}" srcOrd="0" destOrd="0" presId="urn:microsoft.com/office/officeart/2008/layout/BendingPictureCaptionList"/>
    <dgm:cxn modelId="{C8FCCD3C-805E-4A27-964D-25DE1206ADCA}" srcId="{B9C32B05-62EA-407A-B21C-2310C7945705}" destId="{8D3744A8-1883-4930-8E0D-B57E26D003C6}" srcOrd="2" destOrd="0" parTransId="{AC9EAF57-EBF1-4FB7-8ED0-6ECFF59ADE74}" sibTransId="{D40CF7D9-D0C3-4084-8D2D-359654C28D0F}"/>
    <dgm:cxn modelId="{3F226B41-FF2D-4A45-976B-F95461F8E944}" type="presOf" srcId="{F3FA86F7-575E-4FDD-B637-1D7276F725A4}" destId="{36C5C86A-AED0-40B5-BCA3-9279CD365E94}" srcOrd="0" destOrd="0" presId="urn:microsoft.com/office/officeart/2008/layout/BendingPictureCaptionList"/>
    <dgm:cxn modelId="{5DA79442-4693-4DF4-A8DF-2C6D618B8636}" type="presOf" srcId="{C9AAC837-F2B0-40E5-8679-D365145CD32D}" destId="{CA509F18-8F1D-4E9B-AF57-F7F79D1EB4AB}" srcOrd="0" destOrd="0" presId="urn:microsoft.com/office/officeart/2008/layout/BendingPictureCaptionList"/>
    <dgm:cxn modelId="{43D77365-D466-43C5-B2A5-E4A85904E1BB}" type="presOf" srcId="{8D3744A8-1883-4930-8E0D-B57E26D003C6}" destId="{37231989-4D7B-40E4-8D38-16223047CE17}" srcOrd="0" destOrd="0" presId="urn:microsoft.com/office/officeart/2008/layout/BendingPictureCaptionList"/>
    <dgm:cxn modelId="{5E92456A-0FEF-46F7-B0F6-D6A2C8E11C23}" type="presOf" srcId="{8EA7219F-BDB2-48EB-9EEB-3133522D132E}" destId="{9DCE3BF2-82D3-423C-BB2C-10D63F1D54B8}" srcOrd="0" destOrd="0" presId="urn:microsoft.com/office/officeart/2008/layout/BendingPictureCaptionList"/>
    <dgm:cxn modelId="{0F513FCC-DC54-40B6-9E9D-0EACF86655BD}" type="presOf" srcId="{BB36F745-62BA-4892-99D7-E4239B0F3843}" destId="{5307DD9C-5D36-4CFB-97C2-7469140EAF74}" srcOrd="0" destOrd="0" presId="urn:microsoft.com/office/officeart/2008/layout/BendingPictureCaptionList"/>
    <dgm:cxn modelId="{58AD7EEF-D408-406B-87EE-4691D4C30668}" srcId="{B9C32B05-62EA-407A-B21C-2310C7945705}" destId="{8EA7219F-BDB2-48EB-9EEB-3133522D132E}" srcOrd="0" destOrd="0" parTransId="{3EE8403A-CB7C-4815-85BD-AEBCAEB71B37}" sibTransId="{C94B7947-85DC-4B21-BB99-DF8438356F98}"/>
    <dgm:cxn modelId="{BD342B3A-4922-477F-8B72-34D00425B2EC}" type="presParOf" srcId="{EAEAC6A8-1CA7-4F44-89A9-5813E611A94A}" destId="{DA039876-10BA-4FF3-B6FD-68975F1E992A}" srcOrd="0" destOrd="0" presId="urn:microsoft.com/office/officeart/2008/layout/BendingPictureCaptionList"/>
    <dgm:cxn modelId="{3A9C3E90-4E78-4972-B0B3-AD020B3B7F1D}" type="presParOf" srcId="{DA039876-10BA-4FF3-B6FD-68975F1E992A}" destId="{0E164620-635E-4D52-A1AF-44B71E68DF11}" srcOrd="0" destOrd="0" presId="urn:microsoft.com/office/officeart/2008/layout/BendingPictureCaptionList"/>
    <dgm:cxn modelId="{2BD53A3B-7E0C-4CC0-ACF2-7410E5EDBE54}" type="presParOf" srcId="{DA039876-10BA-4FF3-B6FD-68975F1E992A}" destId="{9DCE3BF2-82D3-423C-BB2C-10D63F1D54B8}" srcOrd="1" destOrd="0" presId="urn:microsoft.com/office/officeart/2008/layout/BendingPictureCaptionList"/>
    <dgm:cxn modelId="{27CAD084-C273-4FCE-856F-A80877E02ED7}" type="presParOf" srcId="{EAEAC6A8-1CA7-4F44-89A9-5813E611A94A}" destId="{02D0A596-F258-49A7-BF0B-78CF6AA6C4D8}" srcOrd="1" destOrd="0" presId="urn:microsoft.com/office/officeart/2008/layout/BendingPictureCaptionList"/>
    <dgm:cxn modelId="{ABD5085B-9B86-4B9A-BD07-B37834CAAAE6}" type="presParOf" srcId="{EAEAC6A8-1CA7-4F44-89A9-5813E611A94A}" destId="{04A50507-53C8-47AF-BBF1-4580C1394DA3}" srcOrd="2" destOrd="0" presId="urn:microsoft.com/office/officeart/2008/layout/BendingPictureCaptionList"/>
    <dgm:cxn modelId="{3F660F2F-936D-4BB9-9276-FEBA2993AF95}" type="presParOf" srcId="{04A50507-53C8-47AF-BBF1-4580C1394DA3}" destId="{4875EB44-0270-431E-B5AD-5FC57DAB1702}" srcOrd="0" destOrd="0" presId="urn:microsoft.com/office/officeart/2008/layout/BendingPictureCaptionList"/>
    <dgm:cxn modelId="{09FB0ED4-2098-43AA-BEDE-EA84309A3BAA}" type="presParOf" srcId="{04A50507-53C8-47AF-BBF1-4580C1394DA3}" destId="{36C5C86A-AED0-40B5-BCA3-9279CD365E94}" srcOrd="1" destOrd="0" presId="urn:microsoft.com/office/officeart/2008/layout/BendingPictureCaptionList"/>
    <dgm:cxn modelId="{F898BEE5-5B69-449D-B23F-9A5F8116DED4}" type="presParOf" srcId="{EAEAC6A8-1CA7-4F44-89A9-5813E611A94A}" destId="{45458EB1-C42D-43FD-905C-185C97D9BFFB}" srcOrd="3" destOrd="0" presId="urn:microsoft.com/office/officeart/2008/layout/BendingPictureCaptionList"/>
    <dgm:cxn modelId="{409E1A50-FBCC-4217-95A2-C4E59FE9A8AE}" type="presParOf" srcId="{EAEAC6A8-1CA7-4F44-89A9-5813E611A94A}" destId="{B7BE6FCD-5BE4-45D4-A60D-365103D4F7BA}" srcOrd="4" destOrd="0" presId="urn:microsoft.com/office/officeart/2008/layout/BendingPictureCaptionList"/>
    <dgm:cxn modelId="{E694B2A5-67B1-4AEF-8A9E-C2892ED8368B}" type="presParOf" srcId="{B7BE6FCD-5BE4-45D4-A60D-365103D4F7BA}" destId="{2FFC8695-12E4-45F8-914E-57F7E4B76770}" srcOrd="0" destOrd="0" presId="urn:microsoft.com/office/officeart/2008/layout/BendingPictureCaptionList"/>
    <dgm:cxn modelId="{21D0AF4D-FF6D-4D62-BD6E-FB9B575305D7}" type="presParOf" srcId="{B7BE6FCD-5BE4-45D4-A60D-365103D4F7BA}" destId="{37231989-4D7B-40E4-8D38-16223047CE17}" srcOrd="1" destOrd="0" presId="urn:microsoft.com/office/officeart/2008/layout/BendingPictureCaptionList"/>
    <dgm:cxn modelId="{BAF5E795-8E8F-4573-96A1-1740EF4F740B}" type="presParOf" srcId="{EAEAC6A8-1CA7-4F44-89A9-5813E611A94A}" destId="{D0D40604-A0A7-42DD-A33B-753ACE06884E}" srcOrd="5" destOrd="0" presId="urn:microsoft.com/office/officeart/2008/layout/BendingPictureCaptionList"/>
    <dgm:cxn modelId="{0F03E6B6-BCEF-49BD-9A56-91ABD49AA655}" type="presParOf" srcId="{EAEAC6A8-1CA7-4F44-89A9-5813E611A94A}" destId="{65F02635-83BF-4446-8BB2-D1F743A2E677}" srcOrd="6" destOrd="0" presId="urn:microsoft.com/office/officeart/2008/layout/BendingPictureCaptionList"/>
    <dgm:cxn modelId="{BFD2FF63-9C36-4F8D-BA24-4CA20D577112}" type="presParOf" srcId="{65F02635-83BF-4446-8BB2-D1F743A2E677}" destId="{F60F9111-E57B-4763-A280-97B01DBF0A39}" srcOrd="0" destOrd="0" presId="urn:microsoft.com/office/officeart/2008/layout/BendingPictureCaptionList"/>
    <dgm:cxn modelId="{40549EB2-5700-4FF0-8588-1BEC8F95361B}" type="presParOf" srcId="{65F02635-83BF-4446-8BB2-D1F743A2E677}" destId="{CA509F18-8F1D-4E9B-AF57-F7F79D1EB4AB}" srcOrd="1" destOrd="0" presId="urn:microsoft.com/office/officeart/2008/layout/BendingPictureCaptionList"/>
    <dgm:cxn modelId="{12B524D0-90DB-4D2E-84EA-F955097E2237}" type="presParOf" srcId="{EAEAC6A8-1CA7-4F44-89A9-5813E611A94A}" destId="{E84870D4-3D00-48A0-9119-D34A6D9859A6}" srcOrd="7" destOrd="0" presId="urn:microsoft.com/office/officeart/2008/layout/BendingPictureCaptionList"/>
    <dgm:cxn modelId="{8B9021AD-8DE7-4DB1-AA88-615FD3B64092}" type="presParOf" srcId="{EAEAC6A8-1CA7-4F44-89A9-5813E611A94A}" destId="{1EF88342-0EFB-4A6C-85C2-97B28F19A1BA}" srcOrd="8" destOrd="0" presId="urn:microsoft.com/office/officeart/2008/layout/BendingPictureCaptionList"/>
    <dgm:cxn modelId="{6BEFD00B-EBDE-49D8-A91D-CADEF0501362}" type="presParOf" srcId="{1EF88342-0EFB-4A6C-85C2-97B28F19A1BA}" destId="{A7AD3F72-9953-4FC9-A15D-130296EA2D4F}" srcOrd="0" destOrd="0" presId="urn:microsoft.com/office/officeart/2008/layout/BendingPictureCaptionList"/>
    <dgm:cxn modelId="{C4CD6621-1649-481F-85A8-E542E0ADAA27}" type="presParOf" srcId="{1EF88342-0EFB-4A6C-85C2-97B28F19A1BA}" destId="{5307DD9C-5D36-4CFB-97C2-7469140EAF74}" srcOrd="1" destOrd="0" presId="urn:microsoft.com/office/officeart/2008/layout/BendingPictureCaptionList"/>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47.xml><?xml version="1.0" encoding="utf-8"?>
<dgm:dataModel xmlns:dgm="http://schemas.openxmlformats.org/drawingml/2006/diagram" xmlns:a="http://schemas.openxmlformats.org/drawingml/2006/main">
  <dgm:ptLst>
    <dgm:pt modelId="{B9C32B05-62EA-407A-B21C-2310C7945705}" type="doc">
      <dgm:prSet loTypeId="urn:microsoft.com/office/officeart/2008/layout/TitledPictureBlocks" loCatId="picture" qsTypeId="urn:microsoft.com/office/officeart/2005/8/quickstyle/simple4" qsCatId="simple" csTypeId="urn:microsoft.com/office/officeart/2005/8/colors/colorful1" csCatId="colorful" phldr="1"/>
      <dgm:spPr/>
      <dgm:t>
        <a:bodyPr/>
        <a:lstStyle/>
        <a:p>
          <a:endParaRPr lang="en-US"/>
        </a:p>
      </dgm:t>
    </dgm:pt>
    <dgm:pt modelId="{8EA7219F-BDB2-48EB-9EEB-3133522D132E}">
      <dgm:prSet phldrT="[Text]"/>
      <dgm:spPr/>
      <dgm:t>
        <a:bodyPr/>
        <a:lstStyle/>
        <a:p>
          <a:r>
            <a:rPr lang="en-US" dirty="0"/>
            <a:t>Lorem Ipsum</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F3FA86F7-575E-4FDD-B637-1D7276F725A4}">
      <dgm:prSet phldrT="[Text]"/>
      <dgm:spPr/>
      <dgm:t>
        <a:bodyPr/>
        <a:lstStyle/>
        <a:p>
          <a:r>
            <a:rPr lang="en-US" dirty="0"/>
            <a:t>Lorem Ipsum</a:t>
          </a:r>
        </a:p>
      </dgm:t>
    </dgm:pt>
    <dgm:pt modelId="{192CD16B-FA85-49AB-96EA-80094BA41ED5}" type="parTrans" cxnId="{B38DB338-3B1E-4324-A45E-8025E9D81450}">
      <dgm:prSet/>
      <dgm:spPr/>
      <dgm:t>
        <a:bodyPr/>
        <a:lstStyle/>
        <a:p>
          <a:endParaRPr lang="en-US"/>
        </a:p>
      </dgm:t>
    </dgm:pt>
    <dgm:pt modelId="{BEF45895-E33A-456A-85CE-5D5DFC2CF2C9}" type="sibTrans" cxnId="{B38DB338-3B1E-4324-A45E-8025E9D81450}">
      <dgm:prSet/>
      <dgm:spPr/>
      <dgm:t>
        <a:bodyPr/>
        <a:lstStyle/>
        <a:p>
          <a:endParaRPr lang="en-US"/>
        </a:p>
      </dgm:t>
    </dgm:pt>
    <dgm:pt modelId="{8D3744A8-1883-4930-8E0D-B57E26D003C6}">
      <dgm:prSet phldrT="[Text]"/>
      <dgm:spPr/>
      <dgm:t>
        <a:bodyPr/>
        <a:lstStyle/>
        <a:p>
          <a:r>
            <a:rPr lang="en-US" dirty="0"/>
            <a:t>Lorem Ipsum</a:t>
          </a:r>
        </a:p>
      </dgm:t>
    </dgm:pt>
    <dgm:pt modelId="{AC9EAF57-EBF1-4FB7-8ED0-6ECFF59ADE74}" type="parTrans" cxnId="{C8FCCD3C-805E-4A27-964D-25DE1206ADCA}">
      <dgm:prSet/>
      <dgm:spPr/>
      <dgm:t>
        <a:bodyPr/>
        <a:lstStyle/>
        <a:p>
          <a:endParaRPr lang="en-US"/>
        </a:p>
      </dgm:t>
    </dgm:pt>
    <dgm:pt modelId="{D40CF7D9-D0C3-4084-8D2D-359654C28D0F}" type="sibTrans" cxnId="{C8FCCD3C-805E-4A27-964D-25DE1206ADCA}">
      <dgm:prSet/>
      <dgm:spPr/>
      <dgm:t>
        <a:bodyPr/>
        <a:lstStyle/>
        <a:p>
          <a:endParaRPr lang="en-US"/>
        </a:p>
      </dgm:t>
    </dgm:pt>
    <dgm:pt modelId="{C9AAC837-F2B0-40E5-8679-D365145CD32D}">
      <dgm:prSet phldrT="[Text]"/>
      <dgm:spPr/>
      <dgm:t>
        <a:bodyPr/>
        <a:lstStyle/>
        <a:p>
          <a:r>
            <a:rPr lang="en-US" dirty="0"/>
            <a:t>Lorem Ipsum</a:t>
          </a:r>
        </a:p>
      </dgm:t>
    </dgm:pt>
    <dgm:pt modelId="{BF762BC7-3A73-465D-85A6-3BCDF9B94784}" type="parTrans" cxnId="{D2F8513A-5886-4FAB-9494-6D284BD96A29}">
      <dgm:prSet/>
      <dgm:spPr/>
      <dgm:t>
        <a:bodyPr/>
        <a:lstStyle/>
        <a:p>
          <a:endParaRPr lang="en-US"/>
        </a:p>
      </dgm:t>
    </dgm:pt>
    <dgm:pt modelId="{0CEADA81-66C0-4096-BEDE-B88D7687450C}" type="sibTrans" cxnId="{D2F8513A-5886-4FAB-9494-6D284BD96A29}">
      <dgm:prSet/>
      <dgm:spPr/>
      <dgm:t>
        <a:bodyPr/>
        <a:lstStyle/>
        <a:p>
          <a:endParaRPr lang="en-US"/>
        </a:p>
      </dgm:t>
    </dgm:pt>
    <dgm:pt modelId="{BB36F745-62BA-4892-99D7-E4239B0F3843}">
      <dgm:prSet phldrT="[Text]"/>
      <dgm:spPr/>
      <dgm:t>
        <a:bodyPr/>
        <a:lstStyle/>
        <a:p>
          <a:r>
            <a:rPr lang="en-US" dirty="0"/>
            <a:t>Lorem Ipsum</a:t>
          </a:r>
        </a:p>
      </dgm:t>
    </dgm:pt>
    <dgm:pt modelId="{5CE5B550-A310-4948-9BA1-267AF81C5FA4}" type="sibTrans" cxnId="{C96A1F07-338B-48CD-B344-80BE34A6C9DF}">
      <dgm:prSet/>
      <dgm:spPr/>
      <dgm:t>
        <a:bodyPr/>
        <a:lstStyle/>
        <a:p>
          <a:endParaRPr lang="en-US"/>
        </a:p>
      </dgm:t>
    </dgm:pt>
    <dgm:pt modelId="{CE269D49-A2E4-44F1-A948-9BE1FE5D6140}" type="parTrans" cxnId="{C96A1F07-338B-48CD-B344-80BE34A6C9DF}">
      <dgm:prSet/>
      <dgm:spPr/>
      <dgm:t>
        <a:bodyPr/>
        <a:lstStyle/>
        <a:p>
          <a:endParaRPr lang="en-US"/>
        </a:p>
      </dgm:t>
    </dgm:pt>
    <dgm:pt modelId="{11422549-9918-4997-AC07-4713E0736659}">
      <dgm:prSet phldrT="[Text]"/>
      <dgm:spPr/>
      <dgm:t>
        <a:bodyPr/>
        <a:lstStyle/>
        <a:p>
          <a:r>
            <a:rPr lang="en-US" dirty="0"/>
            <a:t>Some text here</a:t>
          </a:r>
        </a:p>
      </dgm:t>
    </dgm:pt>
    <dgm:pt modelId="{8D4C2021-29E2-43FB-A6E1-AE5CED6D9CFE}" type="parTrans" cxnId="{418014AC-4F57-4346-8823-64D4316EFD63}">
      <dgm:prSet/>
      <dgm:spPr/>
      <dgm:t>
        <a:bodyPr/>
        <a:lstStyle/>
        <a:p>
          <a:endParaRPr lang="en-US"/>
        </a:p>
      </dgm:t>
    </dgm:pt>
    <dgm:pt modelId="{96FED412-4144-426B-9981-21E14BB62C77}" type="sibTrans" cxnId="{418014AC-4F57-4346-8823-64D4316EFD63}">
      <dgm:prSet/>
      <dgm:spPr/>
      <dgm:t>
        <a:bodyPr/>
        <a:lstStyle/>
        <a:p>
          <a:endParaRPr lang="en-US"/>
        </a:p>
      </dgm:t>
    </dgm:pt>
    <dgm:pt modelId="{3CDCD12F-6D0D-4E3D-BB7B-CB5F0EBC7CAB}">
      <dgm:prSet phldrT="[Text]"/>
      <dgm:spPr/>
      <dgm:t>
        <a:bodyPr/>
        <a:lstStyle/>
        <a:p>
          <a:r>
            <a:rPr lang="en-US"/>
            <a:t>Some text here</a:t>
          </a:r>
          <a:endParaRPr lang="en-US" dirty="0"/>
        </a:p>
      </dgm:t>
    </dgm:pt>
    <dgm:pt modelId="{2F20987E-9C4D-4D5C-81C7-67F9D719C864}" type="parTrans" cxnId="{381CC5AE-B76B-4C9D-A1E4-FC5F963BDE7C}">
      <dgm:prSet/>
      <dgm:spPr/>
      <dgm:t>
        <a:bodyPr/>
        <a:lstStyle/>
        <a:p>
          <a:endParaRPr lang="en-US"/>
        </a:p>
      </dgm:t>
    </dgm:pt>
    <dgm:pt modelId="{C129AA70-9DA9-4FD7-9110-E2CDF8C00D1C}" type="sibTrans" cxnId="{381CC5AE-B76B-4C9D-A1E4-FC5F963BDE7C}">
      <dgm:prSet/>
      <dgm:spPr/>
      <dgm:t>
        <a:bodyPr/>
        <a:lstStyle/>
        <a:p>
          <a:endParaRPr lang="en-US"/>
        </a:p>
      </dgm:t>
    </dgm:pt>
    <dgm:pt modelId="{712C22A6-93EE-488E-98D7-82DBA4285041}">
      <dgm:prSet phldrT="[Text]"/>
      <dgm:spPr/>
      <dgm:t>
        <a:bodyPr/>
        <a:lstStyle/>
        <a:p>
          <a:r>
            <a:rPr lang="en-US"/>
            <a:t>Some text here</a:t>
          </a:r>
          <a:endParaRPr lang="en-US" dirty="0"/>
        </a:p>
      </dgm:t>
    </dgm:pt>
    <dgm:pt modelId="{35BFD28F-DA45-4679-97BB-84BCF0FC234E}" type="parTrans" cxnId="{1DB8C358-5984-4DFB-AAB1-79366A63B534}">
      <dgm:prSet/>
      <dgm:spPr/>
      <dgm:t>
        <a:bodyPr/>
        <a:lstStyle/>
        <a:p>
          <a:endParaRPr lang="en-US"/>
        </a:p>
      </dgm:t>
    </dgm:pt>
    <dgm:pt modelId="{8E03903A-CB87-4E5E-B833-5B91E6ADA871}" type="sibTrans" cxnId="{1DB8C358-5984-4DFB-AAB1-79366A63B534}">
      <dgm:prSet/>
      <dgm:spPr/>
      <dgm:t>
        <a:bodyPr/>
        <a:lstStyle/>
        <a:p>
          <a:endParaRPr lang="en-US"/>
        </a:p>
      </dgm:t>
    </dgm:pt>
    <dgm:pt modelId="{2382BF3C-E3EC-4B39-B392-75822FF1982F}">
      <dgm:prSet phldrT="[Text]"/>
      <dgm:spPr/>
      <dgm:t>
        <a:bodyPr/>
        <a:lstStyle/>
        <a:p>
          <a:r>
            <a:rPr lang="en-US"/>
            <a:t>Some text here</a:t>
          </a:r>
          <a:endParaRPr lang="en-US" dirty="0"/>
        </a:p>
      </dgm:t>
    </dgm:pt>
    <dgm:pt modelId="{E6CDABE6-3CBE-4429-818C-F8D4B7F8BAC2}" type="parTrans" cxnId="{89DEDC90-E010-42A0-965E-FB1C686193B0}">
      <dgm:prSet/>
      <dgm:spPr/>
      <dgm:t>
        <a:bodyPr/>
        <a:lstStyle/>
        <a:p>
          <a:endParaRPr lang="en-US"/>
        </a:p>
      </dgm:t>
    </dgm:pt>
    <dgm:pt modelId="{B0767AE3-77B3-4AC4-A11F-B8461F9C9238}" type="sibTrans" cxnId="{89DEDC90-E010-42A0-965E-FB1C686193B0}">
      <dgm:prSet/>
      <dgm:spPr/>
      <dgm:t>
        <a:bodyPr/>
        <a:lstStyle/>
        <a:p>
          <a:endParaRPr lang="en-US"/>
        </a:p>
      </dgm:t>
    </dgm:pt>
    <dgm:pt modelId="{C1F8E9DC-8514-41F9-8296-65073BBB6C72}">
      <dgm:prSet phldrT="[Text]"/>
      <dgm:spPr/>
      <dgm:t>
        <a:bodyPr/>
        <a:lstStyle/>
        <a:p>
          <a:r>
            <a:rPr lang="en-US"/>
            <a:t>Some text here</a:t>
          </a:r>
          <a:endParaRPr lang="en-US" dirty="0"/>
        </a:p>
      </dgm:t>
    </dgm:pt>
    <dgm:pt modelId="{9FFF8732-392E-4FBB-A619-376590BD16B3}" type="parTrans" cxnId="{2171D906-875E-46C4-89DF-45F5D81F76CE}">
      <dgm:prSet/>
      <dgm:spPr/>
      <dgm:t>
        <a:bodyPr/>
        <a:lstStyle/>
        <a:p>
          <a:endParaRPr lang="en-US"/>
        </a:p>
      </dgm:t>
    </dgm:pt>
    <dgm:pt modelId="{05EAE6E2-118E-497C-A0A8-96059AD6C030}" type="sibTrans" cxnId="{2171D906-875E-46C4-89DF-45F5D81F76CE}">
      <dgm:prSet/>
      <dgm:spPr/>
      <dgm:t>
        <a:bodyPr/>
        <a:lstStyle/>
        <a:p>
          <a:endParaRPr lang="en-US"/>
        </a:p>
      </dgm:t>
    </dgm:pt>
    <dgm:pt modelId="{1008A79C-795F-49D1-9289-602662DBD284}">
      <dgm:prSet phldrT="[Text]"/>
      <dgm:spPr/>
      <dgm:t>
        <a:bodyPr/>
        <a:lstStyle/>
        <a:p>
          <a:r>
            <a:rPr lang="en-US" dirty="0"/>
            <a:t>Some text here</a:t>
          </a:r>
        </a:p>
      </dgm:t>
    </dgm:pt>
    <dgm:pt modelId="{8952B92A-E5A3-4862-9D40-1921AF20CC73}" type="parTrans" cxnId="{49CF48E6-D65E-4733-B9AC-33CE7B239AA4}">
      <dgm:prSet/>
      <dgm:spPr/>
      <dgm:t>
        <a:bodyPr/>
        <a:lstStyle/>
        <a:p>
          <a:endParaRPr lang="en-US"/>
        </a:p>
      </dgm:t>
    </dgm:pt>
    <dgm:pt modelId="{60FA50DF-9B8F-4EA8-BAAE-5F754BCB5B4B}" type="sibTrans" cxnId="{49CF48E6-D65E-4733-B9AC-33CE7B239AA4}">
      <dgm:prSet/>
      <dgm:spPr/>
      <dgm:t>
        <a:bodyPr/>
        <a:lstStyle/>
        <a:p>
          <a:endParaRPr lang="en-US"/>
        </a:p>
      </dgm:t>
    </dgm:pt>
    <dgm:pt modelId="{DEDAD918-09B4-4643-9ED8-1543761CFFFF}">
      <dgm:prSet phldrT="[Text]"/>
      <dgm:spPr/>
      <dgm:t>
        <a:bodyPr/>
        <a:lstStyle/>
        <a:p>
          <a:r>
            <a:rPr lang="en-US" dirty="0"/>
            <a:t>Some text here</a:t>
          </a:r>
        </a:p>
      </dgm:t>
    </dgm:pt>
    <dgm:pt modelId="{D2ED8905-E0CA-4C88-BACD-0558A91E5340}" type="parTrans" cxnId="{A656E90F-9635-453D-AA4A-A1B13C5091F1}">
      <dgm:prSet/>
      <dgm:spPr/>
      <dgm:t>
        <a:bodyPr/>
        <a:lstStyle/>
        <a:p>
          <a:endParaRPr lang="en-US"/>
        </a:p>
      </dgm:t>
    </dgm:pt>
    <dgm:pt modelId="{AB78C0D2-1E23-4393-ABDB-A9F4206CB84D}" type="sibTrans" cxnId="{A656E90F-9635-453D-AA4A-A1B13C5091F1}">
      <dgm:prSet/>
      <dgm:spPr/>
      <dgm:t>
        <a:bodyPr/>
        <a:lstStyle/>
        <a:p>
          <a:endParaRPr lang="en-US"/>
        </a:p>
      </dgm:t>
    </dgm:pt>
    <dgm:pt modelId="{65AF41D7-F7C5-4CBA-AEC6-4FFA6272DA0F}" type="pres">
      <dgm:prSet presAssocID="{B9C32B05-62EA-407A-B21C-2310C7945705}" presName="rootNode" presStyleCnt="0">
        <dgm:presLayoutVars>
          <dgm:chMax/>
          <dgm:chPref/>
          <dgm:dir/>
          <dgm:animLvl val="lvl"/>
        </dgm:presLayoutVars>
      </dgm:prSet>
      <dgm:spPr/>
    </dgm:pt>
    <dgm:pt modelId="{54304D11-E2F2-45AD-B076-C46606CBB480}" type="pres">
      <dgm:prSet presAssocID="{8EA7219F-BDB2-48EB-9EEB-3133522D132E}" presName="composite" presStyleCnt="0"/>
      <dgm:spPr/>
    </dgm:pt>
    <dgm:pt modelId="{DEADBA4C-E1EA-4751-BCB5-B4BD5FE645A5}" type="pres">
      <dgm:prSet presAssocID="{8EA7219F-BDB2-48EB-9EEB-3133522D132E}" presName="ParentText" presStyleLbl="node1" presStyleIdx="0" presStyleCnt="5">
        <dgm:presLayoutVars>
          <dgm:chMax val="1"/>
          <dgm:chPref val="1"/>
          <dgm:bulletEnabled val="1"/>
        </dgm:presLayoutVars>
      </dgm:prSet>
      <dgm:spPr/>
    </dgm:pt>
    <dgm:pt modelId="{F052EEBE-ED3D-44D0-A634-8D8C5B45262B}" type="pres">
      <dgm:prSet presAssocID="{8EA7219F-BDB2-48EB-9EEB-3133522D132E}" presName="Image" presStyleLbl="bgImgPlace1" presStyleIdx="0" presStyleCnt="5"/>
      <dgm:spPr/>
    </dgm:pt>
    <dgm:pt modelId="{686B5BEF-416D-4E6A-9B45-0CC08A878991}" type="pres">
      <dgm:prSet presAssocID="{8EA7219F-BDB2-48EB-9EEB-3133522D132E}" presName="ChildText" presStyleLbl="fgAcc1" presStyleIdx="0" presStyleCnt="5">
        <dgm:presLayoutVars>
          <dgm:chMax val="0"/>
          <dgm:chPref val="0"/>
          <dgm:bulletEnabled val="1"/>
        </dgm:presLayoutVars>
      </dgm:prSet>
      <dgm:spPr/>
    </dgm:pt>
    <dgm:pt modelId="{0E2DA0F2-4AF8-4DAA-B03D-62BAC3857490}" type="pres">
      <dgm:prSet presAssocID="{C94B7947-85DC-4B21-BB99-DF8438356F98}" presName="sibTrans" presStyleCnt="0"/>
      <dgm:spPr/>
    </dgm:pt>
    <dgm:pt modelId="{27D80E2D-40B5-4756-993A-B5F428E4734B}" type="pres">
      <dgm:prSet presAssocID="{F3FA86F7-575E-4FDD-B637-1D7276F725A4}" presName="composite" presStyleCnt="0"/>
      <dgm:spPr/>
    </dgm:pt>
    <dgm:pt modelId="{BFACBE3A-08BE-407C-9DB1-9CDD3FE7D881}" type="pres">
      <dgm:prSet presAssocID="{F3FA86F7-575E-4FDD-B637-1D7276F725A4}" presName="ParentText" presStyleLbl="node1" presStyleIdx="1" presStyleCnt="5">
        <dgm:presLayoutVars>
          <dgm:chMax val="1"/>
          <dgm:chPref val="1"/>
          <dgm:bulletEnabled val="1"/>
        </dgm:presLayoutVars>
      </dgm:prSet>
      <dgm:spPr/>
    </dgm:pt>
    <dgm:pt modelId="{DA0ECE6E-24AD-44F8-9CDC-E2BF44AE258E}" type="pres">
      <dgm:prSet presAssocID="{F3FA86F7-575E-4FDD-B637-1D7276F725A4}" presName="Image" presStyleLbl="bgImgPlace1" presStyleIdx="1" presStyleCnt="5"/>
      <dgm:spPr/>
    </dgm:pt>
    <dgm:pt modelId="{EDB47086-CA62-4E4D-85A5-8679637C0B6C}" type="pres">
      <dgm:prSet presAssocID="{F3FA86F7-575E-4FDD-B637-1D7276F725A4}" presName="ChildText" presStyleLbl="fgAcc1" presStyleIdx="1" presStyleCnt="5">
        <dgm:presLayoutVars>
          <dgm:chMax val="0"/>
          <dgm:chPref val="0"/>
          <dgm:bulletEnabled val="1"/>
        </dgm:presLayoutVars>
      </dgm:prSet>
      <dgm:spPr/>
    </dgm:pt>
    <dgm:pt modelId="{A2242A9D-9CA7-45E6-8D45-CABBACBEA402}" type="pres">
      <dgm:prSet presAssocID="{BEF45895-E33A-456A-85CE-5D5DFC2CF2C9}" presName="sibTrans" presStyleCnt="0"/>
      <dgm:spPr/>
    </dgm:pt>
    <dgm:pt modelId="{5AC22DF4-29DB-4ED6-B3E5-76B953AAA49B}" type="pres">
      <dgm:prSet presAssocID="{8D3744A8-1883-4930-8E0D-B57E26D003C6}" presName="composite" presStyleCnt="0"/>
      <dgm:spPr/>
    </dgm:pt>
    <dgm:pt modelId="{8E23F581-453A-44A7-95FA-5F84030036EE}" type="pres">
      <dgm:prSet presAssocID="{8D3744A8-1883-4930-8E0D-B57E26D003C6}" presName="ParentText" presStyleLbl="node1" presStyleIdx="2" presStyleCnt="5">
        <dgm:presLayoutVars>
          <dgm:chMax val="1"/>
          <dgm:chPref val="1"/>
          <dgm:bulletEnabled val="1"/>
        </dgm:presLayoutVars>
      </dgm:prSet>
      <dgm:spPr/>
    </dgm:pt>
    <dgm:pt modelId="{95238179-5360-4E82-B4A6-9A346478E473}" type="pres">
      <dgm:prSet presAssocID="{8D3744A8-1883-4930-8E0D-B57E26D003C6}" presName="Image" presStyleLbl="bgImgPlace1" presStyleIdx="2" presStyleCnt="5"/>
      <dgm:spPr/>
    </dgm:pt>
    <dgm:pt modelId="{E79D2075-2D57-44BD-A07B-F73B506B439B}" type="pres">
      <dgm:prSet presAssocID="{8D3744A8-1883-4930-8E0D-B57E26D003C6}" presName="ChildText" presStyleLbl="fgAcc1" presStyleIdx="2" presStyleCnt="5">
        <dgm:presLayoutVars>
          <dgm:chMax val="0"/>
          <dgm:chPref val="0"/>
          <dgm:bulletEnabled val="1"/>
        </dgm:presLayoutVars>
      </dgm:prSet>
      <dgm:spPr/>
    </dgm:pt>
    <dgm:pt modelId="{45837A6F-6992-4933-81C1-E4FAEEF8D76F}" type="pres">
      <dgm:prSet presAssocID="{D40CF7D9-D0C3-4084-8D2D-359654C28D0F}" presName="sibTrans" presStyleCnt="0"/>
      <dgm:spPr/>
    </dgm:pt>
    <dgm:pt modelId="{478E2FDD-F244-4F26-AFED-7FC17B824670}" type="pres">
      <dgm:prSet presAssocID="{C9AAC837-F2B0-40E5-8679-D365145CD32D}" presName="composite" presStyleCnt="0"/>
      <dgm:spPr/>
    </dgm:pt>
    <dgm:pt modelId="{191A797B-4CEE-4636-BB1A-B850A11C59AC}" type="pres">
      <dgm:prSet presAssocID="{C9AAC837-F2B0-40E5-8679-D365145CD32D}" presName="ParentText" presStyleLbl="node1" presStyleIdx="3" presStyleCnt="5">
        <dgm:presLayoutVars>
          <dgm:chMax val="1"/>
          <dgm:chPref val="1"/>
          <dgm:bulletEnabled val="1"/>
        </dgm:presLayoutVars>
      </dgm:prSet>
      <dgm:spPr/>
    </dgm:pt>
    <dgm:pt modelId="{969C91A6-855F-4EA2-B4E7-C682D33C556D}" type="pres">
      <dgm:prSet presAssocID="{C9AAC837-F2B0-40E5-8679-D365145CD32D}" presName="Image" presStyleLbl="bgImgPlace1" presStyleIdx="3" presStyleCnt="5"/>
      <dgm:spPr/>
    </dgm:pt>
    <dgm:pt modelId="{991034B5-C4B1-4A1B-A12B-50E967C13A38}" type="pres">
      <dgm:prSet presAssocID="{C9AAC837-F2B0-40E5-8679-D365145CD32D}" presName="ChildText" presStyleLbl="fgAcc1" presStyleIdx="3" presStyleCnt="5">
        <dgm:presLayoutVars>
          <dgm:chMax val="0"/>
          <dgm:chPref val="0"/>
          <dgm:bulletEnabled val="1"/>
        </dgm:presLayoutVars>
      </dgm:prSet>
      <dgm:spPr/>
    </dgm:pt>
    <dgm:pt modelId="{70E0F6DA-0B7C-41F5-BE1D-FAEAFEDE7523}" type="pres">
      <dgm:prSet presAssocID="{0CEADA81-66C0-4096-BEDE-B88D7687450C}" presName="sibTrans" presStyleCnt="0"/>
      <dgm:spPr/>
    </dgm:pt>
    <dgm:pt modelId="{E85A490D-6844-4B0B-B63B-B7BE364A69CC}" type="pres">
      <dgm:prSet presAssocID="{BB36F745-62BA-4892-99D7-E4239B0F3843}" presName="composite" presStyleCnt="0"/>
      <dgm:spPr/>
    </dgm:pt>
    <dgm:pt modelId="{3FF0C565-820C-4DC7-9E40-184FEDCAEE84}" type="pres">
      <dgm:prSet presAssocID="{BB36F745-62BA-4892-99D7-E4239B0F3843}" presName="ParentText" presStyleLbl="node1" presStyleIdx="4" presStyleCnt="5">
        <dgm:presLayoutVars>
          <dgm:chMax val="1"/>
          <dgm:chPref val="1"/>
          <dgm:bulletEnabled val="1"/>
        </dgm:presLayoutVars>
      </dgm:prSet>
      <dgm:spPr/>
    </dgm:pt>
    <dgm:pt modelId="{D5642608-B4F7-440C-8CBE-05BA3132005B}" type="pres">
      <dgm:prSet presAssocID="{BB36F745-62BA-4892-99D7-E4239B0F3843}" presName="Image" presStyleLbl="bgImgPlace1" presStyleIdx="4" presStyleCnt="5"/>
      <dgm:spPr/>
    </dgm:pt>
    <dgm:pt modelId="{8187ECE8-ED28-486A-8EFD-E41F9693DA68}" type="pres">
      <dgm:prSet presAssocID="{BB36F745-62BA-4892-99D7-E4239B0F3843}" presName="ChildText" presStyleLbl="fgAcc1" presStyleIdx="4" presStyleCnt="5">
        <dgm:presLayoutVars>
          <dgm:chMax val="0"/>
          <dgm:chPref val="0"/>
          <dgm:bulletEnabled val="1"/>
        </dgm:presLayoutVars>
      </dgm:prSet>
      <dgm:spPr/>
    </dgm:pt>
  </dgm:ptLst>
  <dgm:cxnLst>
    <dgm:cxn modelId="{2171D906-875E-46C4-89DF-45F5D81F76CE}" srcId="{C9AAC837-F2B0-40E5-8679-D365145CD32D}" destId="{C1F8E9DC-8514-41F9-8296-65073BBB6C72}" srcOrd="0" destOrd="0" parTransId="{9FFF8732-392E-4FBB-A619-376590BD16B3}" sibTransId="{05EAE6E2-118E-497C-A0A8-96059AD6C030}"/>
    <dgm:cxn modelId="{C96A1F07-338B-48CD-B344-80BE34A6C9DF}" srcId="{B9C32B05-62EA-407A-B21C-2310C7945705}" destId="{BB36F745-62BA-4892-99D7-E4239B0F3843}" srcOrd="4" destOrd="0" parTransId="{CE269D49-A2E4-44F1-A948-9BE1FE5D6140}" sibTransId="{5CE5B550-A310-4948-9BA1-267AF81C5FA4}"/>
    <dgm:cxn modelId="{03C2870B-C2BE-4F9C-AE5E-5D618BEC9957}" type="presOf" srcId="{8D3744A8-1883-4930-8E0D-B57E26D003C6}" destId="{8E23F581-453A-44A7-95FA-5F84030036EE}" srcOrd="0" destOrd="0" presId="urn:microsoft.com/office/officeart/2008/layout/TitledPictureBlocks"/>
    <dgm:cxn modelId="{A656E90F-9635-453D-AA4A-A1B13C5091F1}" srcId="{BB36F745-62BA-4892-99D7-E4239B0F3843}" destId="{DEDAD918-09B4-4643-9ED8-1543761CFFFF}" srcOrd="1" destOrd="0" parTransId="{D2ED8905-E0CA-4C88-BACD-0558A91E5340}" sibTransId="{AB78C0D2-1E23-4393-ABDB-A9F4206CB84D}"/>
    <dgm:cxn modelId="{BFC30D23-B027-412D-ACB7-7037D65D50A5}" type="presOf" srcId="{F3FA86F7-575E-4FDD-B637-1D7276F725A4}" destId="{BFACBE3A-08BE-407C-9DB1-9CDD3FE7D881}" srcOrd="0" destOrd="0" presId="urn:microsoft.com/office/officeart/2008/layout/TitledPictureBlocks"/>
    <dgm:cxn modelId="{B38DB338-3B1E-4324-A45E-8025E9D81450}" srcId="{B9C32B05-62EA-407A-B21C-2310C7945705}" destId="{F3FA86F7-575E-4FDD-B637-1D7276F725A4}" srcOrd="1" destOrd="0" parTransId="{192CD16B-FA85-49AB-96EA-80094BA41ED5}" sibTransId="{BEF45895-E33A-456A-85CE-5D5DFC2CF2C9}"/>
    <dgm:cxn modelId="{D2F8513A-5886-4FAB-9494-6D284BD96A29}" srcId="{B9C32B05-62EA-407A-B21C-2310C7945705}" destId="{C9AAC837-F2B0-40E5-8679-D365145CD32D}" srcOrd="3" destOrd="0" parTransId="{BF762BC7-3A73-465D-85A6-3BCDF9B94784}" sibTransId="{0CEADA81-66C0-4096-BEDE-B88D7687450C}"/>
    <dgm:cxn modelId="{C8FCCD3C-805E-4A27-964D-25DE1206ADCA}" srcId="{B9C32B05-62EA-407A-B21C-2310C7945705}" destId="{8D3744A8-1883-4930-8E0D-B57E26D003C6}" srcOrd="2" destOrd="0" parTransId="{AC9EAF57-EBF1-4FB7-8ED0-6ECFF59ADE74}" sibTransId="{D40CF7D9-D0C3-4084-8D2D-359654C28D0F}"/>
    <dgm:cxn modelId="{B89D6A40-2FB8-43FE-B60F-BFAE6C41E030}" type="presOf" srcId="{712C22A6-93EE-488E-98D7-82DBA4285041}" destId="{EDB47086-CA62-4E4D-85A5-8679637C0B6C}" srcOrd="0" destOrd="1" presId="urn:microsoft.com/office/officeart/2008/layout/TitledPictureBlocks"/>
    <dgm:cxn modelId="{47598440-5343-4F93-A35A-9938DFE5795E}" type="presOf" srcId="{DEDAD918-09B4-4643-9ED8-1543761CFFFF}" destId="{8187ECE8-ED28-486A-8EFD-E41F9693DA68}" srcOrd="0" destOrd="1" presId="urn:microsoft.com/office/officeart/2008/layout/TitledPictureBlocks"/>
    <dgm:cxn modelId="{1171986E-52B1-43BC-A6C0-93B2FD044B60}" type="presOf" srcId="{2382BF3C-E3EC-4B39-B392-75822FF1982F}" destId="{E79D2075-2D57-44BD-A07B-F73B506B439B}" srcOrd="0" destOrd="0" presId="urn:microsoft.com/office/officeart/2008/layout/TitledPictureBlocks"/>
    <dgm:cxn modelId="{1DB8C358-5984-4DFB-AAB1-79366A63B534}" srcId="{F3FA86F7-575E-4FDD-B637-1D7276F725A4}" destId="{712C22A6-93EE-488E-98D7-82DBA4285041}" srcOrd="1" destOrd="0" parTransId="{35BFD28F-DA45-4679-97BB-84BCF0FC234E}" sibTransId="{8E03903A-CB87-4E5E-B833-5B91E6ADA871}"/>
    <dgm:cxn modelId="{AEEF578D-986E-40C7-BA37-47FC7FA89E4F}" type="presOf" srcId="{3CDCD12F-6D0D-4E3D-BB7B-CB5F0EBC7CAB}" destId="{EDB47086-CA62-4E4D-85A5-8679637C0B6C}" srcOrd="0" destOrd="0" presId="urn:microsoft.com/office/officeart/2008/layout/TitledPictureBlocks"/>
    <dgm:cxn modelId="{1BC9D490-9FD3-42F9-BFCF-53E698C63C02}" type="presOf" srcId="{C9AAC837-F2B0-40E5-8679-D365145CD32D}" destId="{191A797B-4CEE-4636-BB1A-B850A11C59AC}" srcOrd="0" destOrd="0" presId="urn:microsoft.com/office/officeart/2008/layout/TitledPictureBlocks"/>
    <dgm:cxn modelId="{89DEDC90-E010-42A0-965E-FB1C686193B0}" srcId="{8D3744A8-1883-4930-8E0D-B57E26D003C6}" destId="{2382BF3C-E3EC-4B39-B392-75822FF1982F}" srcOrd="0" destOrd="0" parTransId="{E6CDABE6-3CBE-4429-818C-F8D4B7F8BAC2}" sibTransId="{B0767AE3-77B3-4AC4-A11F-B8461F9C9238}"/>
    <dgm:cxn modelId="{4189FEA3-9B42-4431-94D8-F436927FD966}" type="presOf" srcId="{1008A79C-795F-49D1-9289-602662DBD284}" destId="{8187ECE8-ED28-486A-8EFD-E41F9693DA68}" srcOrd="0" destOrd="0" presId="urn:microsoft.com/office/officeart/2008/layout/TitledPictureBlocks"/>
    <dgm:cxn modelId="{418014AC-4F57-4346-8823-64D4316EFD63}" srcId="{8EA7219F-BDB2-48EB-9EEB-3133522D132E}" destId="{11422549-9918-4997-AC07-4713E0736659}" srcOrd="0" destOrd="0" parTransId="{8D4C2021-29E2-43FB-A6E1-AE5CED6D9CFE}" sibTransId="{96FED412-4144-426B-9981-21E14BB62C77}"/>
    <dgm:cxn modelId="{381CC5AE-B76B-4C9D-A1E4-FC5F963BDE7C}" srcId="{F3FA86F7-575E-4FDD-B637-1D7276F725A4}" destId="{3CDCD12F-6D0D-4E3D-BB7B-CB5F0EBC7CAB}" srcOrd="0" destOrd="0" parTransId="{2F20987E-9C4D-4D5C-81C7-67F9D719C864}" sibTransId="{C129AA70-9DA9-4FD7-9110-E2CDF8C00D1C}"/>
    <dgm:cxn modelId="{4B5428C2-40C3-414C-A867-03F829CD692E}" type="presOf" srcId="{8EA7219F-BDB2-48EB-9EEB-3133522D132E}" destId="{DEADBA4C-E1EA-4751-BCB5-B4BD5FE645A5}" srcOrd="0" destOrd="0" presId="urn:microsoft.com/office/officeart/2008/layout/TitledPictureBlocks"/>
    <dgm:cxn modelId="{5FF37BC3-16DA-4E74-B5FE-B551D96900FF}" type="presOf" srcId="{B9C32B05-62EA-407A-B21C-2310C7945705}" destId="{65AF41D7-F7C5-4CBA-AEC6-4FFA6272DA0F}" srcOrd="0" destOrd="0" presId="urn:microsoft.com/office/officeart/2008/layout/TitledPictureBlocks"/>
    <dgm:cxn modelId="{A64819CD-6D79-4995-A9D1-CF7909C75E60}" type="presOf" srcId="{11422549-9918-4997-AC07-4713E0736659}" destId="{686B5BEF-416D-4E6A-9B45-0CC08A878991}" srcOrd="0" destOrd="0" presId="urn:microsoft.com/office/officeart/2008/layout/TitledPictureBlocks"/>
    <dgm:cxn modelId="{65446FDD-D8EB-476B-BC4C-C3711B41B814}" type="presOf" srcId="{C1F8E9DC-8514-41F9-8296-65073BBB6C72}" destId="{991034B5-C4B1-4A1B-A12B-50E967C13A38}" srcOrd="0" destOrd="0" presId="urn:microsoft.com/office/officeart/2008/layout/TitledPictureBlocks"/>
    <dgm:cxn modelId="{49CF48E6-D65E-4733-B9AC-33CE7B239AA4}" srcId="{BB36F745-62BA-4892-99D7-E4239B0F3843}" destId="{1008A79C-795F-49D1-9289-602662DBD284}" srcOrd="0" destOrd="0" parTransId="{8952B92A-E5A3-4862-9D40-1921AF20CC73}" sibTransId="{60FA50DF-9B8F-4EA8-BAAE-5F754BCB5B4B}"/>
    <dgm:cxn modelId="{58AD7EEF-D408-406B-87EE-4691D4C30668}" srcId="{B9C32B05-62EA-407A-B21C-2310C7945705}" destId="{8EA7219F-BDB2-48EB-9EEB-3133522D132E}" srcOrd="0" destOrd="0" parTransId="{3EE8403A-CB7C-4815-85BD-AEBCAEB71B37}" sibTransId="{C94B7947-85DC-4B21-BB99-DF8438356F98}"/>
    <dgm:cxn modelId="{205FACEF-1D8A-416E-8D20-9C5606B3BE8D}" type="presOf" srcId="{BB36F745-62BA-4892-99D7-E4239B0F3843}" destId="{3FF0C565-820C-4DC7-9E40-184FEDCAEE84}" srcOrd="0" destOrd="0" presId="urn:microsoft.com/office/officeart/2008/layout/TitledPictureBlocks"/>
    <dgm:cxn modelId="{687E608E-996E-47F7-B60B-B6B11203F609}" type="presParOf" srcId="{65AF41D7-F7C5-4CBA-AEC6-4FFA6272DA0F}" destId="{54304D11-E2F2-45AD-B076-C46606CBB480}" srcOrd="0" destOrd="0" presId="urn:microsoft.com/office/officeart/2008/layout/TitledPictureBlocks"/>
    <dgm:cxn modelId="{51582B60-2311-4F1E-B078-6A2AAD029D85}" type="presParOf" srcId="{54304D11-E2F2-45AD-B076-C46606CBB480}" destId="{DEADBA4C-E1EA-4751-BCB5-B4BD5FE645A5}" srcOrd="0" destOrd="0" presId="urn:microsoft.com/office/officeart/2008/layout/TitledPictureBlocks"/>
    <dgm:cxn modelId="{8B2A1E1D-4916-4AB2-B813-1628C0D0F41C}" type="presParOf" srcId="{54304D11-E2F2-45AD-B076-C46606CBB480}" destId="{F052EEBE-ED3D-44D0-A634-8D8C5B45262B}" srcOrd="1" destOrd="0" presId="urn:microsoft.com/office/officeart/2008/layout/TitledPictureBlocks"/>
    <dgm:cxn modelId="{1A01A15E-878C-4E86-98E7-05E5EF382EA0}" type="presParOf" srcId="{54304D11-E2F2-45AD-B076-C46606CBB480}" destId="{686B5BEF-416D-4E6A-9B45-0CC08A878991}" srcOrd="2" destOrd="0" presId="urn:microsoft.com/office/officeart/2008/layout/TitledPictureBlocks"/>
    <dgm:cxn modelId="{B8C81C77-4C6F-4504-85AF-04561E048BE0}" type="presParOf" srcId="{65AF41D7-F7C5-4CBA-AEC6-4FFA6272DA0F}" destId="{0E2DA0F2-4AF8-4DAA-B03D-62BAC3857490}" srcOrd="1" destOrd="0" presId="urn:microsoft.com/office/officeart/2008/layout/TitledPictureBlocks"/>
    <dgm:cxn modelId="{7DAD2005-0AD5-43E1-9ACA-762F1C5FD46B}" type="presParOf" srcId="{65AF41D7-F7C5-4CBA-AEC6-4FFA6272DA0F}" destId="{27D80E2D-40B5-4756-993A-B5F428E4734B}" srcOrd="2" destOrd="0" presId="urn:microsoft.com/office/officeart/2008/layout/TitledPictureBlocks"/>
    <dgm:cxn modelId="{18BABBB5-2D22-4D15-A798-BF4A89C3C405}" type="presParOf" srcId="{27D80E2D-40B5-4756-993A-B5F428E4734B}" destId="{BFACBE3A-08BE-407C-9DB1-9CDD3FE7D881}" srcOrd="0" destOrd="0" presId="urn:microsoft.com/office/officeart/2008/layout/TitledPictureBlocks"/>
    <dgm:cxn modelId="{A3B38C75-ABC6-4EB7-B45B-5477CD85480B}" type="presParOf" srcId="{27D80E2D-40B5-4756-993A-B5F428E4734B}" destId="{DA0ECE6E-24AD-44F8-9CDC-E2BF44AE258E}" srcOrd="1" destOrd="0" presId="urn:microsoft.com/office/officeart/2008/layout/TitledPictureBlocks"/>
    <dgm:cxn modelId="{E3BB12E6-00D5-46C7-A8EC-540B61AFED58}" type="presParOf" srcId="{27D80E2D-40B5-4756-993A-B5F428E4734B}" destId="{EDB47086-CA62-4E4D-85A5-8679637C0B6C}" srcOrd="2" destOrd="0" presId="urn:microsoft.com/office/officeart/2008/layout/TitledPictureBlocks"/>
    <dgm:cxn modelId="{7DDE6CFA-3682-4483-824A-6E1C63E51E5B}" type="presParOf" srcId="{65AF41D7-F7C5-4CBA-AEC6-4FFA6272DA0F}" destId="{A2242A9D-9CA7-45E6-8D45-CABBACBEA402}" srcOrd="3" destOrd="0" presId="urn:microsoft.com/office/officeart/2008/layout/TitledPictureBlocks"/>
    <dgm:cxn modelId="{7A1CC152-7689-41E8-B638-6AED7CA2EFB7}" type="presParOf" srcId="{65AF41D7-F7C5-4CBA-AEC6-4FFA6272DA0F}" destId="{5AC22DF4-29DB-4ED6-B3E5-76B953AAA49B}" srcOrd="4" destOrd="0" presId="urn:microsoft.com/office/officeart/2008/layout/TitledPictureBlocks"/>
    <dgm:cxn modelId="{149A3BAF-5451-481A-9208-F3C7DBC2020B}" type="presParOf" srcId="{5AC22DF4-29DB-4ED6-B3E5-76B953AAA49B}" destId="{8E23F581-453A-44A7-95FA-5F84030036EE}" srcOrd="0" destOrd="0" presId="urn:microsoft.com/office/officeart/2008/layout/TitledPictureBlocks"/>
    <dgm:cxn modelId="{D311D15B-D04B-4C16-8649-C042A5C0C4C6}" type="presParOf" srcId="{5AC22DF4-29DB-4ED6-B3E5-76B953AAA49B}" destId="{95238179-5360-4E82-B4A6-9A346478E473}" srcOrd="1" destOrd="0" presId="urn:microsoft.com/office/officeart/2008/layout/TitledPictureBlocks"/>
    <dgm:cxn modelId="{0A5023F0-FDDD-4991-A8CA-060547124AC7}" type="presParOf" srcId="{5AC22DF4-29DB-4ED6-B3E5-76B953AAA49B}" destId="{E79D2075-2D57-44BD-A07B-F73B506B439B}" srcOrd="2" destOrd="0" presId="urn:microsoft.com/office/officeart/2008/layout/TitledPictureBlocks"/>
    <dgm:cxn modelId="{36C28E42-05F5-46DD-AFA5-C69394DB1B6F}" type="presParOf" srcId="{65AF41D7-F7C5-4CBA-AEC6-4FFA6272DA0F}" destId="{45837A6F-6992-4933-81C1-E4FAEEF8D76F}" srcOrd="5" destOrd="0" presId="urn:microsoft.com/office/officeart/2008/layout/TitledPictureBlocks"/>
    <dgm:cxn modelId="{683FA5A0-46DE-4533-99FE-8EB700344B79}" type="presParOf" srcId="{65AF41D7-F7C5-4CBA-AEC6-4FFA6272DA0F}" destId="{478E2FDD-F244-4F26-AFED-7FC17B824670}" srcOrd="6" destOrd="0" presId="urn:microsoft.com/office/officeart/2008/layout/TitledPictureBlocks"/>
    <dgm:cxn modelId="{3C818C9F-B1F3-439E-91A4-9B19B04DCD8A}" type="presParOf" srcId="{478E2FDD-F244-4F26-AFED-7FC17B824670}" destId="{191A797B-4CEE-4636-BB1A-B850A11C59AC}" srcOrd="0" destOrd="0" presId="urn:microsoft.com/office/officeart/2008/layout/TitledPictureBlocks"/>
    <dgm:cxn modelId="{2DDB9216-7352-4335-BC46-4BA6051ECADD}" type="presParOf" srcId="{478E2FDD-F244-4F26-AFED-7FC17B824670}" destId="{969C91A6-855F-4EA2-B4E7-C682D33C556D}" srcOrd="1" destOrd="0" presId="urn:microsoft.com/office/officeart/2008/layout/TitledPictureBlocks"/>
    <dgm:cxn modelId="{8554AA58-E870-48B3-A720-B5738CFD97C0}" type="presParOf" srcId="{478E2FDD-F244-4F26-AFED-7FC17B824670}" destId="{991034B5-C4B1-4A1B-A12B-50E967C13A38}" srcOrd="2" destOrd="0" presId="urn:microsoft.com/office/officeart/2008/layout/TitledPictureBlocks"/>
    <dgm:cxn modelId="{FBDD68D1-50C0-4B44-9669-094293414906}" type="presParOf" srcId="{65AF41D7-F7C5-4CBA-AEC6-4FFA6272DA0F}" destId="{70E0F6DA-0B7C-41F5-BE1D-FAEAFEDE7523}" srcOrd="7" destOrd="0" presId="urn:microsoft.com/office/officeart/2008/layout/TitledPictureBlocks"/>
    <dgm:cxn modelId="{98C79822-36F2-4F9B-8EED-A0316445937E}" type="presParOf" srcId="{65AF41D7-F7C5-4CBA-AEC6-4FFA6272DA0F}" destId="{E85A490D-6844-4B0B-B63B-B7BE364A69CC}" srcOrd="8" destOrd="0" presId="urn:microsoft.com/office/officeart/2008/layout/TitledPictureBlocks"/>
    <dgm:cxn modelId="{E4EFEF3B-FC1B-4D2E-AEF2-C856195E5F40}" type="presParOf" srcId="{E85A490D-6844-4B0B-B63B-B7BE364A69CC}" destId="{3FF0C565-820C-4DC7-9E40-184FEDCAEE84}" srcOrd="0" destOrd="0" presId="urn:microsoft.com/office/officeart/2008/layout/TitledPictureBlocks"/>
    <dgm:cxn modelId="{B250FFD1-0D3F-4706-BA12-4E13802F99A2}" type="presParOf" srcId="{E85A490D-6844-4B0B-B63B-B7BE364A69CC}" destId="{D5642608-B4F7-440C-8CBE-05BA3132005B}" srcOrd="1" destOrd="0" presId="urn:microsoft.com/office/officeart/2008/layout/TitledPictureBlocks"/>
    <dgm:cxn modelId="{8FCDDF1A-ED87-4B19-8C7A-FC6C9AE0C48D}" type="presParOf" srcId="{E85A490D-6844-4B0B-B63B-B7BE364A69CC}" destId="{8187ECE8-ED28-486A-8EFD-E41F9693DA68}" srcOrd="2" destOrd="0" presId="urn:microsoft.com/office/officeart/2008/layout/TitledPictureBlocks"/>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48.xml><?xml version="1.0" encoding="utf-8"?>
<dgm:dataModel xmlns:dgm="http://schemas.openxmlformats.org/drawingml/2006/diagram" xmlns:a="http://schemas.openxmlformats.org/drawingml/2006/main">
  <dgm:ptLst>
    <dgm:pt modelId="{B9C32B05-62EA-407A-B21C-2310C7945705}" type="doc">
      <dgm:prSet loTypeId="urn:microsoft.com/office/officeart/2008/layout/PictureGrid" loCatId="picture" qsTypeId="urn:microsoft.com/office/officeart/2005/8/quickstyle/simple4" qsCatId="simple" csTypeId="urn:microsoft.com/office/officeart/2005/8/colors/colorful1" csCatId="colorful" phldr="1"/>
      <dgm:spPr/>
      <dgm:t>
        <a:bodyPr/>
        <a:lstStyle/>
        <a:p>
          <a:endParaRPr lang="en-US"/>
        </a:p>
      </dgm:t>
    </dgm:pt>
    <dgm:pt modelId="{8EA7219F-BDB2-48EB-9EEB-3133522D132E}">
      <dgm:prSet phldrT="[Text]"/>
      <dgm:spPr/>
      <dgm:t>
        <a:bodyPr/>
        <a:lstStyle/>
        <a:p>
          <a:r>
            <a:rPr lang="en-US" dirty="0">
              <a:solidFill>
                <a:schemeClr val="tx2"/>
              </a:solidFill>
            </a:rPr>
            <a:t>Lorem Ipsum</a:t>
          </a:r>
        </a:p>
      </dgm:t>
    </dgm:pt>
    <dgm:pt modelId="{3EE8403A-CB7C-4815-85BD-AEBCAEB71B37}" type="parTrans" cxnId="{58AD7EEF-D408-406B-87EE-4691D4C30668}">
      <dgm:prSet/>
      <dgm:spPr/>
      <dgm:t>
        <a:bodyPr/>
        <a:lstStyle/>
        <a:p>
          <a:endParaRPr lang="en-US">
            <a:solidFill>
              <a:schemeClr val="tx2"/>
            </a:solidFill>
          </a:endParaRPr>
        </a:p>
      </dgm:t>
    </dgm:pt>
    <dgm:pt modelId="{C94B7947-85DC-4B21-BB99-DF8438356F98}" type="sibTrans" cxnId="{58AD7EEF-D408-406B-87EE-4691D4C30668}">
      <dgm:prSet/>
      <dgm:spPr/>
      <dgm:t>
        <a:bodyPr/>
        <a:lstStyle/>
        <a:p>
          <a:endParaRPr lang="en-US">
            <a:solidFill>
              <a:schemeClr val="tx2"/>
            </a:solidFill>
          </a:endParaRPr>
        </a:p>
      </dgm:t>
    </dgm:pt>
    <dgm:pt modelId="{F3FA86F7-575E-4FDD-B637-1D7276F725A4}">
      <dgm:prSet phldrT="[Text]"/>
      <dgm:spPr/>
      <dgm:t>
        <a:bodyPr/>
        <a:lstStyle/>
        <a:p>
          <a:r>
            <a:rPr lang="en-US">
              <a:solidFill>
                <a:schemeClr val="tx2"/>
              </a:solidFill>
            </a:rPr>
            <a:t>Lorem Ipsum</a:t>
          </a:r>
          <a:endParaRPr lang="en-US" dirty="0">
            <a:solidFill>
              <a:schemeClr val="tx2"/>
            </a:solidFill>
          </a:endParaRPr>
        </a:p>
      </dgm:t>
    </dgm:pt>
    <dgm:pt modelId="{192CD16B-FA85-49AB-96EA-80094BA41ED5}" type="parTrans" cxnId="{B38DB338-3B1E-4324-A45E-8025E9D81450}">
      <dgm:prSet/>
      <dgm:spPr/>
      <dgm:t>
        <a:bodyPr/>
        <a:lstStyle/>
        <a:p>
          <a:endParaRPr lang="en-US">
            <a:solidFill>
              <a:schemeClr val="tx2"/>
            </a:solidFill>
          </a:endParaRPr>
        </a:p>
      </dgm:t>
    </dgm:pt>
    <dgm:pt modelId="{BEF45895-E33A-456A-85CE-5D5DFC2CF2C9}" type="sibTrans" cxnId="{B38DB338-3B1E-4324-A45E-8025E9D81450}">
      <dgm:prSet/>
      <dgm:spPr/>
      <dgm:t>
        <a:bodyPr/>
        <a:lstStyle/>
        <a:p>
          <a:endParaRPr lang="en-US">
            <a:solidFill>
              <a:schemeClr val="tx2"/>
            </a:solidFill>
          </a:endParaRPr>
        </a:p>
      </dgm:t>
    </dgm:pt>
    <dgm:pt modelId="{8D3744A8-1883-4930-8E0D-B57E26D003C6}">
      <dgm:prSet phldrT="[Text]"/>
      <dgm:spPr/>
      <dgm:t>
        <a:bodyPr/>
        <a:lstStyle/>
        <a:p>
          <a:r>
            <a:rPr lang="en-US">
              <a:solidFill>
                <a:schemeClr val="tx2"/>
              </a:solidFill>
            </a:rPr>
            <a:t>Lorem Ipsum</a:t>
          </a:r>
          <a:endParaRPr lang="en-US" dirty="0">
            <a:solidFill>
              <a:schemeClr val="tx2"/>
            </a:solidFill>
          </a:endParaRPr>
        </a:p>
      </dgm:t>
    </dgm:pt>
    <dgm:pt modelId="{AC9EAF57-EBF1-4FB7-8ED0-6ECFF59ADE74}" type="parTrans" cxnId="{C8FCCD3C-805E-4A27-964D-25DE1206ADCA}">
      <dgm:prSet/>
      <dgm:spPr/>
      <dgm:t>
        <a:bodyPr/>
        <a:lstStyle/>
        <a:p>
          <a:endParaRPr lang="en-US">
            <a:solidFill>
              <a:schemeClr val="tx2"/>
            </a:solidFill>
          </a:endParaRPr>
        </a:p>
      </dgm:t>
    </dgm:pt>
    <dgm:pt modelId="{D40CF7D9-D0C3-4084-8D2D-359654C28D0F}" type="sibTrans" cxnId="{C8FCCD3C-805E-4A27-964D-25DE1206ADCA}">
      <dgm:prSet/>
      <dgm:spPr/>
      <dgm:t>
        <a:bodyPr/>
        <a:lstStyle/>
        <a:p>
          <a:endParaRPr lang="en-US">
            <a:solidFill>
              <a:schemeClr val="tx2"/>
            </a:solidFill>
          </a:endParaRPr>
        </a:p>
      </dgm:t>
    </dgm:pt>
    <dgm:pt modelId="{BB36F745-62BA-4892-99D7-E4239B0F3843}">
      <dgm:prSet phldrT="[Text]"/>
      <dgm:spPr/>
      <dgm:t>
        <a:bodyPr/>
        <a:lstStyle/>
        <a:p>
          <a:r>
            <a:rPr lang="en-US">
              <a:solidFill>
                <a:schemeClr val="tx2"/>
              </a:solidFill>
            </a:rPr>
            <a:t>Lorem Ipsum</a:t>
          </a:r>
          <a:endParaRPr lang="en-US" dirty="0">
            <a:solidFill>
              <a:schemeClr val="tx2"/>
            </a:solidFill>
          </a:endParaRPr>
        </a:p>
      </dgm:t>
    </dgm:pt>
    <dgm:pt modelId="{CE269D49-A2E4-44F1-A948-9BE1FE5D6140}" type="parTrans" cxnId="{C96A1F07-338B-48CD-B344-80BE34A6C9DF}">
      <dgm:prSet/>
      <dgm:spPr/>
      <dgm:t>
        <a:bodyPr/>
        <a:lstStyle/>
        <a:p>
          <a:endParaRPr lang="en-US">
            <a:solidFill>
              <a:schemeClr val="tx2"/>
            </a:solidFill>
          </a:endParaRPr>
        </a:p>
      </dgm:t>
    </dgm:pt>
    <dgm:pt modelId="{5CE5B550-A310-4948-9BA1-267AF81C5FA4}" type="sibTrans" cxnId="{C96A1F07-338B-48CD-B344-80BE34A6C9DF}">
      <dgm:prSet/>
      <dgm:spPr/>
      <dgm:t>
        <a:bodyPr/>
        <a:lstStyle/>
        <a:p>
          <a:endParaRPr lang="en-US">
            <a:solidFill>
              <a:schemeClr val="tx2"/>
            </a:solidFill>
          </a:endParaRPr>
        </a:p>
      </dgm:t>
    </dgm:pt>
    <dgm:pt modelId="{C9AAC837-F2B0-40E5-8679-D365145CD32D}">
      <dgm:prSet phldrT="[Text]"/>
      <dgm:spPr/>
      <dgm:t>
        <a:bodyPr/>
        <a:lstStyle/>
        <a:p>
          <a:r>
            <a:rPr lang="en-US" dirty="0">
              <a:solidFill>
                <a:schemeClr val="tx2"/>
              </a:solidFill>
            </a:rPr>
            <a:t>Lorem Ipsum</a:t>
          </a:r>
        </a:p>
      </dgm:t>
    </dgm:pt>
    <dgm:pt modelId="{BF762BC7-3A73-465D-85A6-3BCDF9B94784}" type="parTrans" cxnId="{D2F8513A-5886-4FAB-9494-6D284BD96A29}">
      <dgm:prSet/>
      <dgm:spPr/>
      <dgm:t>
        <a:bodyPr/>
        <a:lstStyle/>
        <a:p>
          <a:endParaRPr lang="en-US">
            <a:solidFill>
              <a:schemeClr val="tx2"/>
            </a:solidFill>
          </a:endParaRPr>
        </a:p>
      </dgm:t>
    </dgm:pt>
    <dgm:pt modelId="{0CEADA81-66C0-4096-BEDE-B88D7687450C}" type="sibTrans" cxnId="{D2F8513A-5886-4FAB-9494-6D284BD96A29}">
      <dgm:prSet/>
      <dgm:spPr/>
      <dgm:t>
        <a:bodyPr/>
        <a:lstStyle/>
        <a:p>
          <a:endParaRPr lang="en-US">
            <a:solidFill>
              <a:schemeClr val="tx2"/>
            </a:solidFill>
          </a:endParaRPr>
        </a:p>
      </dgm:t>
    </dgm:pt>
    <dgm:pt modelId="{EBB7D135-9019-4610-842C-BEC3E499DF61}">
      <dgm:prSet phldrT="[Text]"/>
      <dgm:spPr/>
      <dgm:t>
        <a:bodyPr/>
        <a:lstStyle/>
        <a:p>
          <a:r>
            <a:rPr lang="en-US">
              <a:solidFill>
                <a:schemeClr val="tx2"/>
              </a:solidFill>
            </a:rPr>
            <a:t>Lorem Ipsum</a:t>
          </a:r>
          <a:endParaRPr lang="en-US" dirty="0">
            <a:solidFill>
              <a:schemeClr val="tx2"/>
            </a:solidFill>
          </a:endParaRPr>
        </a:p>
      </dgm:t>
    </dgm:pt>
    <dgm:pt modelId="{80B4944C-A60D-47DB-B4C0-0569BCD0C895}" type="parTrans" cxnId="{DECED160-101E-4974-B01C-81F00326DEB1}">
      <dgm:prSet/>
      <dgm:spPr/>
      <dgm:t>
        <a:bodyPr/>
        <a:lstStyle/>
        <a:p>
          <a:endParaRPr lang="en-US">
            <a:solidFill>
              <a:schemeClr val="tx2"/>
            </a:solidFill>
          </a:endParaRPr>
        </a:p>
      </dgm:t>
    </dgm:pt>
    <dgm:pt modelId="{CBC2A924-BFCA-4ABC-B64E-D9BD378B946C}" type="sibTrans" cxnId="{DECED160-101E-4974-B01C-81F00326DEB1}">
      <dgm:prSet/>
      <dgm:spPr/>
      <dgm:t>
        <a:bodyPr/>
        <a:lstStyle/>
        <a:p>
          <a:endParaRPr lang="en-US">
            <a:solidFill>
              <a:schemeClr val="tx2"/>
            </a:solidFill>
          </a:endParaRPr>
        </a:p>
      </dgm:t>
    </dgm:pt>
    <dgm:pt modelId="{82C31AFA-C565-4C34-AF1C-61094A23B38F}" type="pres">
      <dgm:prSet presAssocID="{B9C32B05-62EA-407A-B21C-2310C7945705}" presName="Name0" presStyleCnt="0">
        <dgm:presLayoutVars>
          <dgm:dir/>
        </dgm:presLayoutVars>
      </dgm:prSet>
      <dgm:spPr/>
    </dgm:pt>
    <dgm:pt modelId="{A56B8A13-5731-4527-BD17-CBFA791D620C}" type="pres">
      <dgm:prSet presAssocID="{8EA7219F-BDB2-48EB-9EEB-3133522D132E}" presName="composite" presStyleCnt="0"/>
      <dgm:spPr/>
    </dgm:pt>
    <dgm:pt modelId="{FAF0F08D-89B9-4409-9C45-F58AFA2C5777}" type="pres">
      <dgm:prSet presAssocID="{8EA7219F-BDB2-48EB-9EEB-3133522D132E}" presName="rect2" presStyleLbl="revTx" presStyleIdx="0" presStyleCnt="6">
        <dgm:presLayoutVars>
          <dgm:bulletEnabled val="1"/>
        </dgm:presLayoutVars>
      </dgm:prSet>
      <dgm:spPr/>
    </dgm:pt>
    <dgm:pt modelId="{D07543BF-878A-4CC7-B8FC-E00B00E91251}" type="pres">
      <dgm:prSet presAssocID="{8EA7219F-BDB2-48EB-9EEB-3133522D132E}" presName="rect1" presStyleLbl="alignImgPlace1" presStyleIdx="0" presStyleCnt="6"/>
      <dgm:spPr/>
    </dgm:pt>
    <dgm:pt modelId="{E4D2D587-946C-4A81-8EF1-44BEB5F3334C}" type="pres">
      <dgm:prSet presAssocID="{C94B7947-85DC-4B21-BB99-DF8438356F98}" presName="sibTrans" presStyleCnt="0"/>
      <dgm:spPr/>
    </dgm:pt>
    <dgm:pt modelId="{01C8B956-CBE3-4BA8-A623-F3E51E25CDA7}" type="pres">
      <dgm:prSet presAssocID="{EBB7D135-9019-4610-842C-BEC3E499DF61}" presName="composite" presStyleCnt="0"/>
      <dgm:spPr/>
    </dgm:pt>
    <dgm:pt modelId="{7D1A8BA5-2045-4F78-9EA3-3C67484AAB23}" type="pres">
      <dgm:prSet presAssocID="{EBB7D135-9019-4610-842C-BEC3E499DF61}" presName="rect2" presStyleLbl="revTx" presStyleIdx="1" presStyleCnt="6">
        <dgm:presLayoutVars>
          <dgm:bulletEnabled val="1"/>
        </dgm:presLayoutVars>
      </dgm:prSet>
      <dgm:spPr/>
    </dgm:pt>
    <dgm:pt modelId="{51B38638-2100-4FD5-B35D-D3E167F73CA0}" type="pres">
      <dgm:prSet presAssocID="{EBB7D135-9019-4610-842C-BEC3E499DF61}" presName="rect1" presStyleLbl="alignImgPlace1" presStyleIdx="1" presStyleCnt="6"/>
      <dgm:spPr/>
    </dgm:pt>
    <dgm:pt modelId="{B43CBC27-1F34-4E33-A237-4EC13B417A70}" type="pres">
      <dgm:prSet presAssocID="{CBC2A924-BFCA-4ABC-B64E-D9BD378B946C}" presName="sibTrans" presStyleCnt="0"/>
      <dgm:spPr/>
    </dgm:pt>
    <dgm:pt modelId="{68B88B43-AEFE-4672-A9C5-A813E2235D46}" type="pres">
      <dgm:prSet presAssocID="{F3FA86F7-575E-4FDD-B637-1D7276F725A4}" presName="composite" presStyleCnt="0"/>
      <dgm:spPr/>
    </dgm:pt>
    <dgm:pt modelId="{66B1F773-4415-416E-8754-36A552D97A5E}" type="pres">
      <dgm:prSet presAssocID="{F3FA86F7-575E-4FDD-B637-1D7276F725A4}" presName="rect2" presStyleLbl="revTx" presStyleIdx="2" presStyleCnt="6">
        <dgm:presLayoutVars>
          <dgm:bulletEnabled val="1"/>
        </dgm:presLayoutVars>
      </dgm:prSet>
      <dgm:spPr/>
    </dgm:pt>
    <dgm:pt modelId="{9854A8DF-098A-4FD4-BFEC-0CEAFADC94B6}" type="pres">
      <dgm:prSet presAssocID="{F3FA86F7-575E-4FDD-B637-1D7276F725A4}" presName="rect1" presStyleLbl="alignImgPlace1" presStyleIdx="2" presStyleCnt="6"/>
      <dgm:spPr/>
    </dgm:pt>
    <dgm:pt modelId="{731C51FE-183B-4238-80E6-BEEF3FE4D6F4}" type="pres">
      <dgm:prSet presAssocID="{BEF45895-E33A-456A-85CE-5D5DFC2CF2C9}" presName="sibTrans" presStyleCnt="0"/>
      <dgm:spPr/>
    </dgm:pt>
    <dgm:pt modelId="{06002669-6DE6-46CD-86CE-3FA7E2E51DE9}" type="pres">
      <dgm:prSet presAssocID="{8D3744A8-1883-4930-8E0D-B57E26D003C6}" presName="composite" presStyleCnt="0"/>
      <dgm:spPr/>
    </dgm:pt>
    <dgm:pt modelId="{D26B6624-0B28-477C-89A0-41B62E69B349}" type="pres">
      <dgm:prSet presAssocID="{8D3744A8-1883-4930-8E0D-B57E26D003C6}" presName="rect2" presStyleLbl="revTx" presStyleIdx="3" presStyleCnt="6">
        <dgm:presLayoutVars>
          <dgm:bulletEnabled val="1"/>
        </dgm:presLayoutVars>
      </dgm:prSet>
      <dgm:spPr/>
    </dgm:pt>
    <dgm:pt modelId="{2C8FF669-6738-4E17-A201-1C49705EF124}" type="pres">
      <dgm:prSet presAssocID="{8D3744A8-1883-4930-8E0D-B57E26D003C6}" presName="rect1" presStyleLbl="alignImgPlace1" presStyleIdx="3" presStyleCnt="6"/>
      <dgm:spPr/>
    </dgm:pt>
    <dgm:pt modelId="{85E337DD-87DB-4C8C-9F79-2F0F5AFE5534}" type="pres">
      <dgm:prSet presAssocID="{D40CF7D9-D0C3-4084-8D2D-359654C28D0F}" presName="sibTrans" presStyleCnt="0"/>
      <dgm:spPr/>
    </dgm:pt>
    <dgm:pt modelId="{1EF74BA3-3C01-40D0-97D9-9BC3734C8C0A}" type="pres">
      <dgm:prSet presAssocID="{C9AAC837-F2B0-40E5-8679-D365145CD32D}" presName="composite" presStyleCnt="0"/>
      <dgm:spPr/>
    </dgm:pt>
    <dgm:pt modelId="{0763D561-321B-4309-850C-96E34A7A0200}" type="pres">
      <dgm:prSet presAssocID="{C9AAC837-F2B0-40E5-8679-D365145CD32D}" presName="rect2" presStyleLbl="revTx" presStyleIdx="4" presStyleCnt="6">
        <dgm:presLayoutVars>
          <dgm:bulletEnabled val="1"/>
        </dgm:presLayoutVars>
      </dgm:prSet>
      <dgm:spPr/>
    </dgm:pt>
    <dgm:pt modelId="{4BB689B5-3DA2-425E-9F08-C0C05A580031}" type="pres">
      <dgm:prSet presAssocID="{C9AAC837-F2B0-40E5-8679-D365145CD32D}" presName="rect1" presStyleLbl="alignImgPlace1" presStyleIdx="4" presStyleCnt="6"/>
      <dgm:spPr/>
    </dgm:pt>
    <dgm:pt modelId="{260396B8-7B79-4A4F-9A1D-C7FCAC54CB2F}" type="pres">
      <dgm:prSet presAssocID="{0CEADA81-66C0-4096-BEDE-B88D7687450C}" presName="sibTrans" presStyleCnt="0"/>
      <dgm:spPr/>
    </dgm:pt>
    <dgm:pt modelId="{B48061BA-5D3A-45C6-8585-F1EEA78CDDB9}" type="pres">
      <dgm:prSet presAssocID="{BB36F745-62BA-4892-99D7-E4239B0F3843}" presName="composite" presStyleCnt="0"/>
      <dgm:spPr/>
    </dgm:pt>
    <dgm:pt modelId="{75E761C4-4912-4C8A-8A68-C510923E6FC2}" type="pres">
      <dgm:prSet presAssocID="{BB36F745-62BA-4892-99D7-E4239B0F3843}" presName="rect2" presStyleLbl="revTx" presStyleIdx="5" presStyleCnt="6">
        <dgm:presLayoutVars>
          <dgm:bulletEnabled val="1"/>
        </dgm:presLayoutVars>
      </dgm:prSet>
      <dgm:spPr/>
    </dgm:pt>
    <dgm:pt modelId="{1DA0868C-3218-4345-A8A3-FA042C6C250F}" type="pres">
      <dgm:prSet presAssocID="{BB36F745-62BA-4892-99D7-E4239B0F3843}" presName="rect1" presStyleLbl="alignImgPlace1" presStyleIdx="5" presStyleCnt="6"/>
      <dgm:spPr/>
    </dgm:pt>
  </dgm:ptLst>
  <dgm:cxnLst>
    <dgm:cxn modelId="{C96A1F07-338B-48CD-B344-80BE34A6C9DF}" srcId="{B9C32B05-62EA-407A-B21C-2310C7945705}" destId="{BB36F745-62BA-4892-99D7-E4239B0F3843}" srcOrd="5" destOrd="0" parTransId="{CE269D49-A2E4-44F1-A948-9BE1FE5D6140}" sibTransId="{5CE5B550-A310-4948-9BA1-267AF81C5FA4}"/>
    <dgm:cxn modelId="{C5D7D614-81EE-4899-A9B6-278921CDE469}" type="presOf" srcId="{8D3744A8-1883-4930-8E0D-B57E26D003C6}" destId="{D26B6624-0B28-477C-89A0-41B62E69B349}" srcOrd="0" destOrd="0" presId="urn:microsoft.com/office/officeart/2008/layout/PictureGrid"/>
    <dgm:cxn modelId="{FA7AEF30-A100-4B29-9F98-60346978F960}" type="presOf" srcId="{C9AAC837-F2B0-40E5-8679-D365145CD32D}" destId="{0763D561-321B-4309-850C-96E34A7A0200}" srcOrd="0" destOrd="0" presId="urn:microsoft.com/office/officeart/2008/layout/PictureGrid"/>
    <dgm:cxn modelId="{B38DB338-3B1E-4324-A45E-8025E9D81450}" srcId="{B9C32B05-62EA-407A-B21C-2310C7945705}" destId="{F3FA86F7-575E-4FDD-B637-1D7276F725A4}" srcOrd="2" destOrd="0" parTransId="{192CD16B-FA85-49AB-96EA-80094BA41ED5}" sibTransId="{BEF45895-E33A-456A-85CE-5D5DFC2CF2C9}"/>
    <dgm:cxn modelId="{D2F8513A-5886-4FAB-9494-6D284BD96A29}" srcId="{B9C32B05-62EA-407A-B21C-2310C7945705}" destId="{C9AAC837-F2B0-40E5-8679-D365145CD32D}" srcOrd="4" destOrd="0" parTransId="{BF762BC7-3A73-465D-85A6-3BCDF9B94784}" sibTransId="{0CEADA81-66C0-4096-BEDE-B88D7687450C}"/>
    <dgm:cxn modelId="{C8FCCD3C-805E-4A27-964D-25DE1206ADCA}" srcId="{B9C32B05-62EA-407A-B21C-2310C7945705}" destId="{8D3744A8-1883-4930-8E0D-B57E26D003C6}" srcOrd="3" destOrd="0" parTransId="{AC9EAF57-EBF1-4FB7-8ED0-6ECFF59ADE74}" sibTransId="{D40CF7D9-D0C3-4084-8D2D-359654C28D0F}"/>
    <dgm:cxn modelId="{DECED160-101E-4974-B01C-81F00326DEB1}" srcId="{B9C32B05-62EA-407A-B21C-2310C7945705}" destId="{EBB7D135-9019-4610-842C-BEC3E499DF61}" srcOrd="1" destOrd="0" parTransId="{80B4944C-A60D-47DB-B4C0-0569BCD0C895}" sibTransId="{CBC2A924-BFCA-4ABC-B64E-D9BD378B946C}"/>
    <dgm:cxn modelId="{0E5D7C74-6FAC-461F-B48E-F247FC79EE22}" type="presOf" srcId="{8EA7219F-BDB2-48EB-9EEB-3133522D132E}" destId="{FAF0F08D-89B9-4409-9C45-F58AFA2C5777}" srcOrd="0" destOrd="0" presId="urn:microsoft.com/office/officeart/2008/layout/PictureGrid"/>
    <dgm:cxn modelId="{3115D682-DE33-4DDC-9C14-86A0520415B8}" type="presOf" srcId="{BB36F745-62BA-4892-99D7-E4239B0F3843}" destId="{75E761C4-4912-4C8A-8A68-C510923E6FC2}" srcOrd="0" destOrd="0" presId="urn:microsoft.com/office/officeart/2008/layout/PictureGrid"/>
    <dgm:cxn modelId="{2D7EEEA4-6B2A-43DE-9115-BF7D389D0525}" type="presOf" srcId="{F3FA86F7-575E-4FDD-B637-1D7276F725A4}" destId="{66B1F773-4415-416E-8754-36A552D97A5E}" srcOrd="0" destOrd="0" presId="urn:microsoft.com/office/officeart/2008/layout/PictureGrid"/>
    <dgm:cxn modelId="{DA4AD1AB-300F-4E74-AA44-24974BC6C98E}" type="presOf" srcId="{B9C32B05-62EA-407A-B21C-2310C7945705}" destId="{82C31AFA-C565-4C34-AF1C-61094A23B38F}" srcOrd="0" destOrd="0" presId="urn:microsoft.com/office/officeart/2008/layout/PictureGrid"/>
    <dgm:cxn modelId="{9E1B2BEA-6C88-464F-81C5-6C0B0E657044}" type="presOf" srcId="{EBB7D135-9019-4610-842C-BEC3E499DF61}" destId="{7D1A8BA5-2045-4F78-9EA3-3C67484AAB23}" srcOrd="0" destOrd="0" presId="urn:microsoft.com/office/officeart/2008/layout/PictureGrid"/>
    <dgm:cxn modelId="{58AD7EEF-D408-406B-87EE-4691D4C30668}" srcId="{B9C32B05-62EA-407A-B21C-2310C7945705}" destId="{8EA7219F-BDB2-48EB-9EEB-3133522D132E}" srcOrd="0" destOrd="0" parTransId="{3EE8403A-CB7C-4815-85BD-AEBCAEB71B37}" sibTransId="{C94B7947-85DC-4B21-BB99-DF8438356F98}"/>
    <dgm:cxn modelId="{A6C3E95D-8627-4943-9597-00132F7DFE11}" type="presParOf" srcId="{82C31AFA-C565-4C34-AF1C-61094A23B38F}" destId="{A56B8A13-5731-4527-BD17-CBFA791D620C}" srcOrd="0" destOrd="0" presId="urn:microsoft.com/office/officeart/2008/layout/PictureGrid"/>
    <dgm:cxn modelId="{E9B240AB-6C95-4C46-ACF4-F87B3CA6CB8D}" type="presParOf" srcId="{A56B8A13-5731-4527-BD17-CBFA791D620C}" destId="{FAF0F08D-89B9-4409-9C45-F58AFA2C5777}" srcOrd="0" destOrd="0" presId="urn:microsoft.com/office/officeart/2008/layout/PictureGrid"/>
    <dgm:cxn modelId="{047FE1B8-FB52-4C33-94C5-FEF8DD46E86E}" type="presParOf" srcId="{A56B8A13-5731-4527-BD17-CBFA791D620C}" destId="{D07543BF-878A-4CC7-B8FC-E00B00E91251}" srcOrd="1" destOrd="0" presId="urn:microsoft.com/office/officeart/2008/layout/PictureGrid"/>
    <dgm:cxn modelId="{C22AD6D4-CB38-4D9E-A551-92A26BE49C05}" type="presParOf" srcId="{82C31AFA-C565-4C34-AF1C-61094A23B38F}" destId="{E4D2D587-946C-4A81-8EF1-44BEB5F3334C}" srcOrd="1" destOrd="0" presId="urn:microsoft.com/office/officeart/2008/layout/PictureGrid"/>
    <dgm:cxn modelId="{4F7B6324-D070-4BA6-AC2D-FFAFC0EED070}" type="presParOf" srcId="{82C31AFA-C565-4C34-AF1C-61094A23B38F}" destId="{01C8B956-CBE3-4BA8-A623-F3E51E25CDA7}" srcOrd="2" destOrd="0" presId="urn:microsoft.com/office/officeart/2008/layout/PictureGrid"/>
    <dgm:cxn modelId="{5ACA80E7-20DD-4608-B446-A27B40FE8C81}" type="presParOf" srcId="{01C8B956-CBE3-4BA8-A623-F3E51E25CDA7}" destId="{7D1A8BA5-2045-4F78-9EA3-3C67484AAB23}" srcOrd="0" destOrd="0" presId="urn:microsoft.com/office/officeart/2008/layout/PictureGrid"/>
    <dgm:cxn modelId="{59811412-69A6-434F-9324-4A7D79853393}" type="presParOf" srcId="{01C8B956-CBE3-4BA8-A623-F3E51E25CDA7}" destId="{51B38638-2100-4FD5-B35D-D3E167F73CA0}" srcOrd="1" destOrd="0" presId="urn:microsoft.com/office/officeart/2008/layout/PictureGrid"/>
    <dgm:cxn modelId="{66AE33F0-A9A3-48DE-9FA3-C34CAB5AAC27}" type="presParOf" srcId="{82C31AFA-C565-4C34-AF1C-61094A23B38F}" destId="{B43CBC27-1F34-4E33-A237-4EC13B417A70}" srcOrd="3" destOrd="0" presId="urn:microsoft.com/office/officeart/2008/layout/PictureGrid"/>
    <dgm:cxn modelId="{80F2E942-97F2-4018-A76A-E263B2DE47BB}" type="presParOf" srcId="{82C31AFA-C565-4C34-AF1C-61094A23B38F}" destId="{68B88B43-AEFE-4672-A9C5-A813E2235D46}" srcOrd="4" destOrd="0" presId="urn:microsoft.com/office/officeart/2008/layout/PictureGrid"/>
    <dgm:cxn modelId="{7EBE5E05-9085-4E44-B1C6-6EA54E94F8FF}" type="presParOf" srcId="{68B88B43-AEFE-4672-A9C5-A813E2235D46}" destId="{66B1F773-4415-416E-8754-36A552D97A5E}" srcOrd="0" destOrd="0" presId="urn:microsoft.com/office/officeart/2008/layout/PictureGrid"/>
    <dgm:cxn modelId="{F3080B24-FCA9-46B5-A92C-E69F94E4DA0A}" type="presParOf" srcId="{68B88B43-AEFE-4672-A9C5-A813E2235D46}" destId="{9854A8DF-098A-4FD4-BFEC-0CEAFADC94B6}" srcOrd="1" destOrd="0" presId="urn:microsoft.com/office/officeart/2008/layout/PictureGrid"/>
    <dgm:cxn modelId="{01AB7332-17E4-4AC7-A721-E7EC3B6AD652}" type="presParOf" srcId="{82C31AFA-C565-4C34-AF1C-61094A23B38F}" destId="{731C51FE-183B-4238-80E6-BEEF3FE4D6F4}" srcOrd="5" destOrd="0" presId="urn:microsoft.com/office/officeart/2008/layout/PictureGrid"/>
    <dgm:cxn modelId="{59927591-FA14-430A-A1AD-34D144B4C6D2}" type="presParOf" srcId="{82C31AFA-C565-4C34-AF1C-61094A23B38F}" destId="{06002669-6DE6-46CD-86CE-3FA7E2E51DE9}" srcOrd="6" destOrd="0" presId="urn:microsoft.com/office/officeart/2008/layout/PictureGrid"/>
    <dgm:cxn modelId="{90ED2EB9-9B15-4E03-A00F-16F6E347862F}" type="presParOf" srcId="{06002669-6DE6-46CD-86CE-3FA7E2E51DE9}" destId="{D26B6624-0B28-477C-89A0-41B62E69B349}" srcOrd="0" destOrd="0" presId="urn:microsoft.com/office/officeart/2008/layout/PictureGrid"/>
    <dgm:cxn modelId="{7E02C329-8211-40A5-B6D5-D17E5DBE25F9}" type="presParOf" srcId="{06002669-6DE6-46CD-86CE-3FA7E2E51DE9}" destId="{2C8FF669-6738-4E17-A201-1C49705EF124}" srcOrd="1" destOrd="0" presId="urn:microsoft.com/office/officeart/2008/layout/PictureGrid"/>
    <dgm:cxn modelId="{CA0DA04E-8C8E-4154-BE33-FF83C14CDC69}" type="presParOf" srcId="{82C31AFA-C565-4C34-AF1C-61094A23B38F}" destId="{85E337DD-87DB-4C8C-9F79-2F0F5AFE5534}" srcOrd="7" destOrd="0" presId="urn:microsoft.com/office/officeart/2008/layout/PictureGrid"/>
    <dgm:cxn modelId="{1455BD3B-416E-4AA6-A8BD-8191733F855C}" type="presParOf" srcId="{82C31AFA-C565-4C34-AF1C-61094A23B38F}" destId="{1EF74BA3-3C01-40D0-97D9-9BC3734C8C0A}" srcOrd="8" destOrd="0" presId="urn:microsoft.com/office/officeart/2008/layout/PictureGrid"/>
    <dgm:cxn modelId="{B9D1BD72-3E0E-4D5A-9DAA-3455DC412DEC}" type="presParOf" srcId="{1EF74BA3-3C01-40D0-97D9-9BC3734C8C0A}" destId="{0763D561-321B-4309-850C-96E34A7A0200}" srcOrd="0" destOrd="0" presId="urn:microsoft.com/office/officeart/2008/layout/PictureGrid"/>
    <dgm:cxn modelId="{795EAACD-8276-4BE3-9118-80573C0E7614}" type="presParOf" srcId="{1EF74BA3-3C01-40D0-97D9-9BC3734C8C0A}" destId="{4BB689B5-3DA2-425E-9F08-C0C05A580031}" srcOrd="1" destOrd="0" presId="urn:microsoft.com/office/officeart/2008/layout/PictureGrid"/>
    <dgm:cxn modelId="{86A3AE91-6A4B-4751-8A4F-A666A4E7A795}" type="presParOf" srcId="{82C31AFA-C565-4C34-AF1C-61094A23B38F}" destId="{260396B8-7B79-4A4F-9A1D-C7FCAC54CB2F}" srcOrd="9" destOrd="0" presId="urn:microsoft.com/office/officeart/2008/layout/PictureGrid"/>
    <dgm:cxn modelId="{32A83520-D38E-4744-B374-765B15A51573}" type="presParOf" srcId="{82C31AFA-C565-4C34-AF1C-61094A23B38F}" destId="{B48061BA-5D3A-45C6-8585-F1EEA78CDDB9}" srcOrd="10" destOrd="0" presId="urn:microsoft.com/office/officeart/2008/layout/PictureGrid"/>
    <dgm:cxn modelId="{9D32ED6C-24D3-4A83-91B6-CBF789D1AE2F}" type="presParOf" srcId="{B48061BA-5D3A-45C6-8585-F1EEA78CDDB9}" destId="{75E761C4-4912-4C8A-8A68-C510923E6FC2}" srcOrd="0" destOrd="0" presId="urn:microsoft.com/office/officeart/2008/layout/PictureGrid"/>
    <dgm:cxn modelId="{DD3209E2-E3BD-4DB4-AA3D-A91F30289575}" type="presParOf" srcId="{B48061BA-5D3A-45C6-8585-F1EEA78CDDB9}" destId="{1DA0868C-3218-4345-A8A3-FA042C6C250F}" srcOrd="1" destOrd="0" presId="urn:microsoft.com/office/officeart/2008/layout/PictureGrid"/>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49.xml><?xml version="1.0" encoding="utf-8"?>
<dgm:dataModel xmlns:dgm="http://schemas.openxmlformats.org/drawingml/2006/diagram" xmlns:a="http://schemas.openxmlformats.org/drawingml/2006/main">
  <dgm:ptLst>
    <dgm:pt modelId="{B9C32B05-62EA-407A-B21C-2310C7945705}" type="doc">
      <dgm:prSet loTypeId="urn:microsoft.com/office/officeart/2008/layout/PictureAccentBlocks" loCatId="picture" qsTypeId="urn:microsoft.com/office/officeart/2005/8/quickstyle/simple4" qsCatId="simple" csTypeId="urn:microsoft.com/office/officeart/2005/8/colors/colorful1" csCatId="colorful" phldr="1"/>
      <dgm:spPr/>
      <dgm:t>
        <a:bodyPr/>
        <a:lstStyle/>
        <a:p>
          <a:endParaRPr lang="en-US"/>
        </a:p>
      </dgm:t>
    </dgm:pt>
    <dgm:pt modelId="{8EA7219F-BDB2-48EB-9EEB-3133522D132E}">
      <dgm:prSet phldrT="[Text]"/>
      <dgm:spPr/>
      <dgm:t>
        <a:bodyPr/>
        <a:lstStyle/>
        <a:p>
          <a:r>
            <a:rPr lang="en-US"/>
            <a:t>Lorem Ipsum</a:t>
          </a:r>
          <a:endParaRPr lang="en-US" dirty="0"/>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F3FA86F7-575E-4FDD-B637-1D7276F725A4}">
      <dgm:prSet phldrT="[Text]"/>
      <dgm:spPr/>
      <dgm:t>
        <a:bodyPr/>
        <a:lstStyle/>
        <a:p>
          <a:r>
            <a:rPr lang="en-US"/>
            <a:t>Lorem Ipsum</a:t>
          </a:r>
          <a:endParaRPr lang="en-US" dirty="0"/>
        </a:p>
      </dgm:t>
    </dgm:pt>
    <dgm:pt modelId="{192CD16B-FA85-49AB-96EA-80094BA41ED5}" type="parTrans" cxnId="{B38DB338-3B1E-4324-A45E-8025E9D81450}">
      <dgm:prSet/>
      <dgm:spPr/>
      <dgm:t>
        <a:bodyPr/>
        <a:lstStyle/>
        <a:p>
          <a:endParaRPr lang="en-US"/>
        </a:p>
      </dgm:t>
    </dgm:pt>
    <dgm:pt modelId="{BEF45895-E33A-456A-85CE-5D5DFC2CF2C9}" type="sibTrans" cxnId="{B38DB338-3B1E-4324-A45E-8025E9D81450}">
      <dgm:prSet/>
      <dgm:spPr/>
      <dgm:t>
        <a:bodyPr/>
        <a:lstStyle/>
        <a:p>
          <a:endParaRPr lang="en-US"/>
        </a:p>
      </dgm:t>
    </dgm:pt>
    <dgm:pt modelId="{8D3744A8-1883-4930-8E0D-B57E26D003C6}">
      <dgm:prSet phldrT="[Text]"/>
      <dgm:spPr/>
      <dgm:t>
        <a:bodyPr/>
        <a:lstStyle/>
        <a:p>
          <a:r>
            <a:rPr lang="en-US"/>
            <a:t>Lorem Ipsum</a:t>
          </a:r>
          <a:endParaRPr lang="en-US" dirty="0"/>
        </a:p>
      </dgm:t>
    </dgm:pt>
    <dgm:pt modelId="{AC9EAF57-EBF1-4FB7-8ED0-6ECFF59ADE74}" type="parTrans" cxnId="{C8FCCD3C-805E-4A27-964D-25DE1206ADCA}">
      <dgm:prSet/>
      <dgm:spPr/>
      <dgm:t>
        <a:bodyPr/>
        <a:lstStyle/>
        <a:p>
          <a:endParaRPr lang="en-US"/>
        </a:p>
      </dgm:t>
    </dgm:pt>
    <dgm:pt modelId="{D40CF7D9-D0C3-4084-8D2D-359654C28D0F}" type="sibTrans" cxnId="{C8FCCD3C-805E-4A27-964D-25DE1206ADCA}">
      <dgm:prSet/>
      <dgm:spPr/>
      <dgm:t>
        <a:bodyPr/>
        <a:lstStyle/>
        <a:p>
          <a:endParaRPr lang="en-US"/>
        </a:p>
      </dgm:t>
    </dgm:pt>
    <dgm:pt modelId="{BB36F745-62BA-4892-99D7-E4239B0F3843}">
      <dgm:prSet phldrT="[Text]"/>
      <dgm:spPr/>
      <dgm:t>
        <a:bodyPr/>
        <a:lstStyle/>
        <a:p>
          <a:r>
            <a:rPr lang="en-US" dirty="0"/>
            <a:t>Lorem Ipsum</a:t>
          </a:r>
        </a:p>
      </dgm:t>
    </dgm:pt>
    <dgm:pt modelId="{CE269D49-A2E4-44F1-A948-9BE1FE5D6140}" type="parTrans" cxnId="{C96A1F07-338B-48CD-B344-80BE34A6C9DF}">
      <dgm:prSet/>
      <dgm:spPr/>
      <dgm:t>
        <a:bodyPr/>
        <a:lstStyle/>
        <a:p>
          <a:endParaRPr lang="en-US"/>
        </a:p>
      </dgm:t>
    </dgm:pt>
    <dgm:pt modelId="{5CE5B550-A310-4948-9BA1-267AF81C5FA4}" type="sibTrans" cxnId="{C96A1F07-338B-48CD-B344-80BE34A6C9DF}">
      <dgm:prSet/>
      <dgm:spPr/>
      <dgm:t>
        <a:bodyPr/>
        <a:lstStyle/>
        <a:p>
          <a:endParaRPr lang="en-US"/>
        </a:p>
      </dgm:t>
    </dgm:pt>
    <dgm:pt modelId="{C9AAC837-F2B0-40E5-8679-D365145CD32D}">
      <dgm:prSet phldrT="[Text]"/>
      <dgm:spPr/>
      <dgm:t>
        <a:bodyPr/>
        <a:lstStyle/>
        <a:p>
          <a:r>
            <a:rPr lang="en-US" dirty="0"/>
            <a:t>Lorem Ipsum</a:t>
          </a:r>
        </a:p>
      </dgm:t>
    </dgm:pt>
    <dgm:pt modelId="{BF762BC7-3A73-465D-85A6-3BCDF9B94784}" type="parTrans" cxnId="{D2F8513A-5886-4FAB-9494-6D284BD96A29}">
      <dgm:prSet/>
      <dgm:spPr/>
      <dgm:t>
        <a:bodyPr/>
        <a:lstStyle/>
        <a:p>
          <a:endParaRPr lang="en-US"/>
        </a:p>
      </dgm:t>
    </dgm:pt>
    <dgm:pt modelId="{0CEADA81-66C0-4096-BEDE-B88D7687450C}" type="sibTrans" cxnId="{D2F8513A-5886-4FAB-9494-6D284BD96A29}">
      <dgm:prSet/>
      <dgm:spPr/>
      <dgm:t>
        <a:bodyPr/>
        <a:lstStyle/>
        <a:p>
          <a:endParaRPr lang="en-US"/>
        </a:p>
      </dgm:t>
    </dgm:pt>
    <dgm:pt modelId="{244F8F01-4FBF-47D6-A0A2-66AE8BD242F8}">
      <dgm:prSet phldrT="[Text]"/>
      <dgm:spPr/>
      <dgm:t>
        <a:bodyPr/>
        <a:lstStyle/>
        <a:p>
          <a:r>
            <a:rPr lang="en-US"/>
            <a:t>Lorem Ipsum</a:t>
          </a:r>
          <a:endParaRPr lang="en-US" dirty="0"/>
        </a:p>
      </dgm:t>
    </dgm:pt>
    <dgm:pt modelId="{15250AD4-DFBB-4614-919D-C98724266586}" type="parTrans" cxnId="{C56B0250-5FC7-4EFB-B20C-9981BD56C604}">
      <dgm:prSet/>
      <dgm:spPr/>
      <dgm:t>
        <a:bodyPr/>
        <a:lstStyle/>
        <a:p>
          <a:endParaRPr lang="en-US"/>
        </a:p>
      </dgm:t>
    </dgm:pt>
    <dgm:pt modelId="{4A18B8F4-4FF0-4FA1-AC8F-CC1D4AD72B8E}" type="sibTrans" cxnId="{C56B0250-5FC7-4EFB-B20C-9981BD56C604}">
      <dgm:prSet/>
      <dgm:spPr/>
      <dgm:t>
        <a:bodyPr/>
        <a:lstStyle/>
        <a:p>
          <a:endParaRPr lang="en-US"/>
        </a:p>
      </dgm:t>
    </dgm:pt>
    <dgm:pt modelId="{FCF4A976-9AF6-4CB8-9343-34F3E4D7D3ED}">
      <dgm:prSet phldrT="[Text]"/>
      <dgm:spPr/>
      <dgm:t>
        <a:bodyPr/>
        <a:lstStyle/>
        <a:p>
          <a:r>
            <a:rPr lang="en-US"/>
            <a:t>Lorem Ipsum</a:t>
          </a:r>
          <a:endParaRPr lang="en-US" dirty="0"/>
        </a:p>
      </dgm:t>
    </dgm:pt>
    <dgm:pt modelId="{66B8E656-0FFD-4D84-B440-86C5D17FB010}" type="parTrans" cxnId="{DBCC0740-BA60-46B5-923C-4EC6B73F1CD3}">
      <dgm:prSet/>
      <dgm:spPr/>
      <dgm:t>
        <a:bodyPr/>
        <a:lstStyle/>
        <a:p>
          <a:endParaRPr lang="en-US"/>
        </a:p>
      </dgm:t>
    </dgm:pt>
    <dgm:pt modelId="{440DC3C9-EAE2-469F-97FC-77CF7B9624E2}" type="sibTrans" cxnId="{DBCC0740-BA60-46B5-923C-4EC6B73F1CD3}">
      <dgm:prSet/>
      <dgm:spPr/>
      <dgm:t>
        <a:bodyPr/>
        <a:lstStyle/>
        <a:p>
          <a:endParaRPr lang="en-US"/>
        </a:p>
      </dgm:t>
    </dgm:pt>
    <dgm:pt modelId="{46075A88-4478-4A19-BD01-9AFBBD07BE35}">
      <dgm:prSet phldrT="[Text]"/>
      <dgm:spPr/>
      <dgm:t>
        <a:bodyPr/>
        <a:lstStyle/>
        <a:p>
          <a:r>
            <a:rPr lang="en-US"/>
            <a:t>Lorem Ipsum</a:t>
          </a:r>
          <a:endParaRPr lang="en-US" dirty="0"/>
        </a:p>
      </dgm:t>
    </dgm:pt>
    <dgm:pt modelId="{2340DF08-978E-4B4C-9D48-1F7FB78D42DE}" type="parTrans" cxnId="{DA1E9C48-9CA9-4B91-930B-D22B4602FDA9}">
      <dgm:prSet/>
      <dgm:spPr/>
      <dgm:t>
        <a:bodyPr/>
        <a:lstStyle/>
        <a:p>
          <a:endParaRPr lang="en-US"/>
        </a:p>
      </dgm:t>
    </dgm:pt>
    <dgm:pt modelId="{4723F5C5-33C5-46F0-B14C-E7BDC702F65B}" type="sibTrans" cxnId="{DA1E9C48-9CA9-4B91-930B-D22B4602FDA9}">
      <dgm:prSet/>
      <dgm:spPr/>
      <dgm:t>
        <a:bodyPr/>
        <a:lstStyle/>
        <a:p>
          <a:endParaRPr lang="en-US"/>
        </a:p>
      </dgm:t>
    </dgm:pt>
    <dgm:pt modelId="{A290B8E0-63B6-4B80-853B-48C948CA4A14}">
      <dgm:prSet phldrT="[Text]"/>
      <dgm:spPr/>
      <dgm:t>
        <a:bodyPr/>
        <a:lstStyle/>
        <a:p>
          <a:r>
            <a:rPr lang="en-US"/>
            <a:t>Lorem Ipsum</a:t>
          </a:r>
          <a:endParaRPr lang="en-US" dirty="0"/>
        </a:p>
      </dgm:t>
    </dgm:pt>
    <dgm:pt modelId="{A0B280EB-BFB0-42A5-83D8-91BD472B146C}" type="parTrans" cxnId="{E999ABF0-572E-498B-8A5E-341B07C8A04B}">
      <dgm:prSet/>
      <dgm:spPr/>
      <dgm:t>
        <a:bodyPr/>
        <a:lstStyle/>
        <a:p>
          <a:endParaRPr lang="en-US"/>
        </a:p>
      </dgm:t>
    </dgm:pt>
    <dgm:pt modelId="{D82B1879-656B-4CF1-8E3B-06E81F32A51F}" type="sibTrans" cxnId="{E999ABF0-572E-498B-8A5E-341B07C8A04B}">
      <dgm:prSet/>
      <dgm:spPr/>
      <dgm:t>
        <a:bodyPr/>
        <a:lstStyle/>
        <a:p>
          <a:endParaRPr lang="en-US"/>
        </a:p>
      </dgm:t>
    </dgm:pt>
    <dgm:pt modelId="{A94A81BC-DFA5-40D5-840B-1C34119B9B55}" type="pres">
      <dgm:prSet presAssocID="{B9C32B05-62EA-407A-B21C-2310C7945705}" presName="Name0" presStyleCnt="0">
        <dgm:presLayoutVars>
          <dgm:dir/>
        </dgm:presLayoutVars>
      </dgm:prSet>
      <dgm:spPr/>
    </dgm:pt>
    <dgm:pt modelId="{13406661-7982-44D8-BD25-7C1F29A2B60F}" type="pres">
      <dgm:prSet presAssocID="{8EA7219F-BDB2-48EB-9EEB-3133522D132E}" presName="composite" presStyleCnt="0"/>
      <dgm:spPr/>
    </dgm:pt>
    <dgm:pt modelId="{E312A6FC-6F95-4ADE-BB3B-633F68B2B71F}" type="pres">
      <dgm:prSet presAssocID="{8EA7219F-BDB2-48EB-9EEB-3133522D132E}" presName="Image" presStyleLbl="alignNode1" presStyleIdx="0" presStyleCnt="9"/>
      <dgm:spPr/>
    </dgm:pt>
    <dgm:pt modelId="{CF527B13-6987-4AF2-8C56-858DE2B7BD92}" type="pres">
      <dgm:prSet presAssocID="{8EA7219F-BDB2-48EB-9EEB-3133522D132E}" presName="Parent" presStyleLbl="revTx" presStyleIdx="0" presStyleCnt="9">
        <dgm:presLayoutVars>
          <dgm:bulletEnabled val="1"/>
        </dgm:presLayoutVars>
      </dgm:prSet>
      <dgm:spPr/>
    </dgm:pt>
    <dgm:pt modelId="{5DA181AE-173E-4973-BE73-AADADADF017D}" type="pres">
      <dgm:prSet presAssocID="{C94B7947-85DC-4B21-BB99-DF8438356F98}" presName="sibTrans" presStyleCnt="0"/>
      <dgm:spPr/>
    </dgm:pt>
    <dgm:pt modelId="{DD6D78EC-B940-4214-9483-B891FA727568}" type="pres">
      <dgm:prSet presAssocID="{F3FA86F7-575E-4FDD-B637-1D7276F725A4}" presName="composite" presStyleCnt="0"/>
      <dgm:spPr/>
    </dgm:pt>
    <dgm:pt modelId="{C8965EB7-0C3D-4350-B421-2ABA5260768A}" type="pres">
      <dgm:prSet presAssocID="{F3FA86F7-575E-4FDD-B637-1D7276F725A4}" presName="Image" presStyleLbl="alignNode1" presStyleIdx="1" presStyleCnt="9"/>
      <dgm:spPr/>
    </dgm:pt>
    <dgm:pt modelId="{1464247D-2BEE-4416-80AC-61157E0BBD0F}" type="pres">
      <dgm:prSet presAssocID="{F3FA86F7-575E-4FDD-B637-1D7276F725A4}" presName="Parent" presStyleLbl="revTx" presStyleIdx="1" presStyleCnt="9">
        <dgm:presLayoutVars>
          <dgm:bulletEnabled val="1"/>
        </dgm:presLayoutVars>
      </dgm:prSet>
      <dgm:spPr/>
    </dgm:pt>
    <dgm:pt modelId="{2D82B6E0-3680-4C34-80D0-BA1BCCA67F78}" type="pres">
      <dgm:prSet presAssocID="{BEF45895-E33A-456A-85CE-5D5DFC2CF2C9}" presName="sibTrans" presStyleCnt="0"/>
      <dgm:spPr/>
    </dgm:pt>
    <dgm:pt modelId="{FD987CE9-9DB1-4A1B-9ADF-B6C4F03A2FB5}" type="pres">
      <dgm:prSet presAssocID="{8D3744A8-1883-4930-8E0D-B57E26D003C6}" presName="composite" presStyleCnt="0"/>
      <dgm:spPr/>
    </dgm:pt>
    <dgm:pt modelId="{42919AAE-3086-4584-BDB2-72EED76A1167}" type="pres">
      <dgm:prSet presAssocID="{8D3744A8-1883-4930-8E0D-B57E26D003C6}" presName="Image" presStyleLbl="alignNode1" presStyleIdx="2" presStyleCnt="9"/>
      <dgm:spPr/>
    </dgm:pt>
    <dgm:pt modelId="{C30C40D5-2D95-4741-9B40-4ADAE5F64119}" type="pres">
      <dgm:prSet presAssocID="{8D3744A8-1883-4930-8E0D-B57E26D003C6}" presName="Parent" presStyleLbl="revTx" presStyleIdx="2" presStyleCnt="9">
        <dgm:presLayoutVars>
          <dgm:bulletEnabled val="1"/>
        </dgm:presLayoutVars>
      </dgm:prSet>
      <dgm:spPr/>
    </dgm:pt>
    <dgm:pt modelId="{91025087-57E5-4CFC-B2F4-37050EF45CDF}" type="pres">
      <dgm:prSet presAssocID="{D40CF7D9-D0C3-4084-8D2D-359654C28D0F}" presName="sibTrans" presStyleCnt="0"/>
      <dgm:spPr/>
    </dgm:pt>
    <dgm:pt modelId="{6AA24DEC-C7DF-422C-8B8A-D223920E37D5}" type="pres">
      <dgm:prSet presAssocID="{C9AAC837-F2B0-40E5-8679-D365145CD32D}" presName="composite" presStyleCnt="0"/>
      <dgm:spPr/>
    </dgm:pt>
    <dgm:pt modelId="{2830BB07-8465-4468-8698-F463DD0D9561}" type="pres">
      <dgm:prSet presAssocID="{C9AAC837-F2B0-40E5-8679-D365145CD32D}" presName="Image" presStyleLbl="alignNode1" presStyleIdx="3" presStyleCnt="9"/>
      <dgm:spPr/>
    </dgm:pt>
    <dgm:pt modelId="{5DEFDF4D-AA14-4BE8-86E6-2606A02CA2F1}" type="pres">
      <dgm:prSet presAssocID="{C9AAC837-F2B0-40E5-8679-D365145CD32D}" presName="Parent" presStyleLbl="revTx" presStyleIdx="3" presStyleCnt="9">
        <dgm:presLayoutVars>
          <dgm:bulletEnabled val="1"/>
        </dgm:presLayoutVars>
      </dgm:prSet>
      <dgm:spPr/>
    </dgm:pt>
    <dgm:pt modelId="{36E69972-8BEA-474A-A208-719A6410B582}" type="pres">
      <dgm:prSet presAssocID="{0CEADA81-66C0-4096-BEDE-B88D7687450C}" presName="sibTrans" presStyleCnt="0"/>
      <dgm:spPr/>
    </dgm:pt>
    <dgm:pt modelId="{BD9DC193-9E14-4799-A87E-84BED0CE9D5A}" type="pres">
      <dgm:prSet presAssocID="{BB36F745-62BA-4892-99D7-E4239B0F3843}" presName="composite" presStyleCnt="0"/>
      <dgm:spPr/>
    </dgm:pt>
    <dgm:pt modelId="{B172D77D-192E-4FDE-B90C-25AF19D4352C}" type="pres">
      <dgm:prSet presAssocID="{BB36F745-62BA-4892-99D7-E4239B0F3843}" presName="Image" presStyleLbl="alignNode1" presStyleIdx="4" presStyleCnt="9"/>
      <dgm:spPr/>
    </dgm:pt>
    <dgm:pt modelId="{66CB3F89-275E-4E2F-881B-1634EC231785}" type="pres">
      <dgm:prSet presAssocID="{BB36F745-62BA-4892-99D7-E4239B0F3843}" presName="Parent" presStyleLbl="revTx" presStyleIdx="4" presStyleCnt="9">
        <dgm:presLayoutVars>
          <dgm:bulletEnabled val="1"/>
        </dgm:presLayoutVars>
      </dgm:prSet>
      <dgm:spPr/>
    </dgm:pt>
    <dgm:pt modelId="{C7545730-6519-43AB-AE2B-7F46D3AAE4D4}" type="pres">
      <dgm:prSet presAssocID="{5CE5B550-A310-4948-9BA1-267AF81C5FA4}" presName="sibTrans" presStyleCnt="0"/>
      <dgm:spPr/>
    </dgm:pt>
    <dgm:pt modelId="{C6FABC81-1918-4BB9-AD0B-85F5A061F97A}" type="pres">
      <dgm:prSet presAssocID="{244F8F01-4FBF-47D6-A0A2-66AE8BD242F8}" presName="composite" presStyleCnt="0"/>
      <dgm:spPr/>
    </dgm:pt>
    <dgm:pt modelId="{BE6B1EC9-B48D-45CA-BA8A-786C2EF36141}" type="pres">
      <dgm:prSet presAssocID="{244F8F01-4FBF-47D6-A0A2-66AE8BD242F8}" presName="Image" presStyleLbl="alignNode1" presStyleIdx="5" presStyleCnt="9"/>
      <dgm:spPr/>
    </dgm:pt>
    <dgm:pt modelId="{ED88CE07-D75A-4711-81FF-8873D8C06720}" type="pres">
      <dgm:prSet presAssocID="{244F8F01-4FBF-47D6-A0A2-66AE8BD242F8}" presName="Parent" presStyleLbl="revTx" presStyleIdx="5" presStyleCnt="9">
        <dgm:presLayoutVars>
          <dgm:bulletEnabled val="1"/>
        </dgm:presLayoutVars>
      </dgm:prSet>
      <dgm:spPr/>
    </dgm:pt>
    <dgm:pt modelId="{F91D1674-90EA-47A5-88E1-FD30439B4EEE}" type="pres">
      <dgm:prSet presAssocID="{4A18B8F4-4FF0-4FA1-AC8F-CC1D4AD72B8E}" presName="sibTrans" presStyleCnt="0"/>
      <dgm:spPr/>
    </dgm:pt>
    <dgm:pt modelId="{6BB9A4F3-78FC-4D68-9DDB-C93EDAA21FA3}" type="pres">
      <dgm:prSet presAssocID="{FCF4A976-9AF6-4CB8-9343-34F3E4D7D3ED}" presName="composite" presStyleCnt="0"/>
      <dgm:spPr/>
    </dgm:pt>
    <dgm:pt modelId="{CF3A15C4-C87E-452D-B3D4-A94485E6C505}" type="pres">
      <dgm:prSet presAssocID="{FCF4A976-9AF6-4CB8-9343-34F3E4D7D3ED}" presName="Image" presStyleLbl="alignNode1" presStyleIdx="6" presStyleCnt="9"/>
      <dgm:spPr/>
    </dgm:pt>
    <dgm:pt modelId="{7FD47B72-1D0B-41EC-935D-CECE9BD1D1CF}" type="pres">
      <dgm:prSet presAssocID="{FCF4A976-9AF6-4CB8-9343-34F3E4D7D3ED}" presName="Parent" presStyleLbl="revTx" presStyleIdx="6" presStyleCnt="9">
        <dgm:presLayoutVars>
          <dgm:bulletEnabled val="1"/>
        </dgm:presLayoutVars>
      </dgm:prSet>
      <dgm:spPr/>
    </dgm:pt>
    <dgm:pt modelId="{4F1081C4-9863-4E75-92A1-FD1F414B2684}" type="pres">
      <dgm:prSet presAssocID="{440DC3C9-EAE2-469F-97FC-77CF7B9624E2}" presName="sibTrans" presStyleCnt="0"/>
      <dgm:spPr/>
    </dgm:pt>
    <dgm:pt modelId="{F5B0D9FA-AEC6-4CCB-9B0D-74E8CF5FCBDA}" type="pres">
      <dgm:prSet presAssocID="{46075A88-4478-4A19-BD01-9AFBBD07BE35}" presName="composite" presStyleCnt="0"/>
      <dgm:spPr/>
    </dgm:pt>
    <dgm:pt modelId="{076A031E-BE22-4AB7-BC4E-7CB48105A8C2}" type="pres">
      <dgm:prSet presAssocID="{46075A88-4478-4A19-BD01-9AFBBD07BE35}" presName="Image" presStyleLbl="alignNode1" presStyleIdx="7" presStyleCnt="9"/>
      <dgm:spPr/>
    </dgm:pt>
    <dgm:pt modelId="{27681E4B-29F5-4885-AD05-161FA0C0485B}" type="pres">
      <dgm:prSet presAssocID="{46075A88-4478-4A19-BD01-9AFBBD07BE35}" presName="Parent" presStyleLbl="revTx" presStyleIdx="7" presStyleCnt="9">
        <dgm:presLayoutVars>
          <dgm:bulletEnabled val="1"/>
        </dgm:presLayoutVars>
      </dgm:prSet>
      <dgm:spPr/>
    </dgm:pt>
    <dgm:pt modelId="{35E66056-C016-44C9-A502-40A4E53AE273}" type="pres">
      <dgm:prSet presAssocID="{4723F5C5-33C5-46F0-B14C-E7BDC702F65B}" presName="sibTrans" presStyleCnt="0"/>
      <dgm:spPr/>
    </dgm:pt>
    <dgm:pt modelId="{91B65B27-FBFD-4B8E-A300-BE98654BAB10}" type="pres">
      <dgm:prSet presAssocID="{A290B8E0-63B6-4B80-853B-48C948CA4A14}" presName="composite" presStyleCnt="0"/>
      <dgm:spPr/>
    </dgm:pt>
    <dgm:pt modelId="{5AFA9453-11BF-4944-AC33-7C7326EA51D9}" type="pres">
      <dgm:prSet presAssocID="{A290B8E0-63B6-4B80-853B-48C948CA4A14}" presName="Image" presStyleLbl="alignNode1" presStyleIdx="8" presStyleCnt="9"/>
      <dgm:spPr/>
    </dgm:pt>
    <dgm:pt modelId="{AAAF173F-E5A1-4D05-B066-118EBF9EA1C9}" type="pres">
      <dgm:prSet presAssocID="{A290B8E0-63B6-4B80-853B-48C948CA4A14}" presName="Parent" presStyleLbl="revTx" presStyleIdx="8" presStyleCnt="9">
        <dgm:presLayoutVars>
          <dgm:bulletEnabled val="1"/>
        </dgm:presLayoutVars>
      </dgm:prSet>
      <dgm:spPr/>
    </dgm:pt>
  </dgm:ptLst>
  <dgm:cxnLst>
    <dgm:cxn modelId="{0EB5A905-B439-4071-AF98-7A1E01E485C8}" type="presOf" srcId="{C9AAC837-F2B0-40E5-8679-D365145CD32D}" destId="{5DEFDF4D-AA14-4BE8-86E6-2606A02CA2F1}" srcOrd="0" destOrd="0" presId="urn:microsoft.com/office/officeart/2008/layout/PictureAccentBlocks"/>
    <dgm:cxn modelId="{C96A1F07-338B-48CD-B344-80BE34A6C9DF}" srcId="{B9C32B05-62EA-407A-B21C-2310C7945705}" destId="{BB36F745-62BA-4892-99D7-E4239B0F3843}" srcOrd="4" destOrd="0" parTransId="{CE269D49-A2E4-44F1-A948-9BE1FE5D6140}" sibTransId="{5CE5B550-A310-4948-9BA1-267AF81C5FA4}"/>
    <dgm:cxn modelId="{733AFF2D-DC48-4383-A07E-E28D130BCB9A}" type="presOf" srcId="{8EA7219F-BDB2-48EB-9EEB-3133522D132E}" destId="{CF527B13-6987-4AF2-8C56-858DE2B7BD92}" srcOrd="0" destOrd="0" presId="urn:microsoft.com/office/officeart/2008/layout/PictureAccentBlocks"/>
    <dgm:cxn modelId="{B38DB338-3B1E-4324-A45E-8025E9D81450}" srcId="{B9C32B05-62EA-407A-B21C-2310C7945705}" destId="{F3FA86F7-575E-4FDD-B637-1D7276F725A4}" srcOrd="1" destOrd="0" parTransId="{192CD16B-FA85-49AB-96EA-80094BA41ED5}" sibTransId="{BEF45895-E33A-456A-85CE-5D5DFC2CF2C9}"/>
    <dgm:cxn modelId="{D2F8513A-5886-4FAB-9494-6D284BD96A29}" srcId="{B9C32B05-62EA-407A-B21C-2310C7945705}" destId="{C9AAC837-F2B0-40E5-8679-D365145CD32D}" srcOrd="3" destOrd="0" parTransId="{BF762BC7-3A73-465D-85A6-3BCDF9B94784}" sibTransId="{0CEADA81-66C0-4096-BEDE-B88D7687450C}"/>
    <dgm:cxn modelId="{C8FCCD3C-805E-4A27-964D-25DE1206ADCA}" srcId="{B9C32B05-62EA-407A-B21C-2310C7945705}" destId="{8D3744A8-1883-4930-8E0D-B57E26D003C6}" srcOrd="2" destOrd="0" parTransId="{AC9EAF57-EBF1-4FB7-8ED0-6ECFF59ADE74}" sibTransId="{D40CF7D9-D0C3-4084-8D2D-359654C28D0F}"/>
    <dgm:cxn modelId="{DBCC0740-BA60-46B5-923C-4EC6B73F1CD3}" srcId="{B9C32B05-62EA-407A-B21C-2310C7945705}" destId="{FCF4A976-9AF6-4CB8-9343-34F3E4D7D3ED}" srcOrd="6" destOrd="0" parTransId="{66B8E656-0FFD-4D84-B440-86C5D17FB010}" sibTransId="{440DC3C9-EAE2-469F-97FC-77CF7B9624E2}"/>
    <dgm:cxn modelId="{654F4C62-B609-4788-B394-6C5381C57C9B}" type="presOf" srcId="{FCF4A976-9AF6-4CB8-9343-34F3E4D7D3ED}" destId="{7FD47B72-1D0B-41EC-935D-CECE9BD1D1CF}" srcOrd="0" destOrd="0" presId="urn:microsoft.com/office/officeart/2008/layout/PictureAccentBlocks"/>
    <dgm:cxn modelId="{DA1E9C48-9CA9-4B91-930B-D22B4602FDA9}" srcId="{B9C32B05-62EA-407A-B21C-2310C7945705}" destId="{46075A88-4478-4A19-BD01-9AFBBD07BE35}" srcOrd="7" destOrd="0" parTransId="{2340DF08-978E-4B4C-9D48-1F7FB78D42DE}" sibTransId="{4723F5C5-33C5-46F0-B14C-E7BDC702F65B}"/>
    <dgm:cxn modelId="{EF4F4569-D861-4971-A42E-96A2B3BED1DA}" type="presOf" srcId="{46075A88-4478-4A19-BD01-9AFBBD07BE35}" destId="{27681E4B-29F5-4885-AD05-161FA0C0485B}" srcOrd="0" destOrd="0" presId="urn:microsoft.com/office/officeart/2008/layout/PictureAccentBlocks"/>
    <dgm:cxn modelId="{C56B0250-5FC7-4EFB-B20C-9981BD56C604}" srcId="{B9C32B05-62EA-407A-B21C-2310C7945705}" destId="{244F8F01-4FBF-47D6-A0A2-66AE8BD242F8}" srcOrd="5" destOrd="0" parTransId="{15250AD4-DFBB-4614-919D-C98724266586}" sibTransId="{4A18B8F4-4FF0-4FA1-AC8F-CC1D4AD72B8E}"/>
    <dgm:cxn modelId="{0AC20476-20D6-4F23-AC74-03192C30F4B5}" type="presOf" srcId="{244F8F01-4FBF-47D6-A0A2-66AE8BD242F8}" destId="{ED88CE07-D75A-4711-81FF-8873D8C06720}" srcOrd="0" destOrd="0" presId="urn:microsoft.com/office/officeart/2008/layout/PictureAccentBlocks"/>
    <dgm:cxn modelId="{5C0D2180-84B4-47C4-9002-21541A17E173}" type="presOf" srcId="{A290B8E0-63B6-4B80-853B-48C948CA4A14}" destId="{AAAF173F-E5A1-4D05-B066-118EBF9EA1C9}" srcOrd="0" destOrd="0" presId="urn:microsoft.com/office/officeart/2008/layout/PictureAccentBlocks"/>
    <dgm:cxn modelId="{E488E890-A7D2-4D18-B9B5-E43BC64A2F09}" type="presOf" srcId="{8D3744A8-1883-4930-8E0D-B57E26D003C6}" destId="{C30C40D5-2D95-4741-9B40-4ADAE5F64119}" srcOrd="0" destOrd="0" presId="urn:microsoft.com/office/officeart/2008/layout/PictureAccentBlocks"/>
    <dgm:cxn modelId="{6740AE91-CF06-4CA3-A349-B1AB7711AEE0}" type="presOf" srcId="{B9C32B05-62EA-407A-B21C-2310C7945705}" destId="{A94A81BC-DFA5-40D5-840B-1C34119B9B55}" srcOrd="0" destOrd="0" presId="urn:microsoft.com/office/officeart/2008/layout/PictureAccentBlocks"/>
    <dgm:cxn modelId="{14073D9B-B275-4F1F-AC69-1F6E9672E92B}" type="presOf" srcId="{F3FA86F7-575E-4FDD-B637-1D7276F725A4}" destId="{1464247D-2BEE-4416-80AC-61157E0BBD0F}" srcOrd="0" destOrd="0" presId="urn:microsoft.com/office/officeart/2008/layout/PictureAccentBlocks"/>
    <dgm:cxn modelId="{41DE84E5-FA5E-4A80-948E-5FFF23680C99}" type="presOf" srcId="{BB36F745-62BA-4892-99D7-E4239B0F3843}" destId="{66CB3F89-275E-4E2F-881B-1634EC231785}" srcOrd="0" destOrd="0" presId="urn:microsoft.com/office/officeart/2008/layout/PictureAccentBlocks"/>
    <dgm:cxn modelId="{58AD7EEF-D408-406B-87EE-4691D4C30668}" srcId="{B9C32B05-62EA-407A-B21C-2310C7945705}" destId="{8EA7219F-BDB2-48EB-9EEB-3133522D132E}" srcOrd="0" destOrd="0" parTransId="{3EE8403A-CB7C-4815-85BD-AEBCAEB71B37}" sibTransId="{C94B7947-85DC-4B21-BB99-DF8438356F98}"/>
    <dgm:cxn modelId="{E999ABF0-572E-498B-8A5E-341B07C8A04B}" srcId="{B9C32B05-62EA-407A-B21C-2310C7945705}" destId="{A290B8E0-63B6-4B80-853B-48C948CA4A14}" srcOrd="8" destOrd="0" parTransId="{A0B280EB-BFB0-42A5-83D8-91BD472B146C}" sibTransId="{D82B1879-656B-4CF1-8E3B-06E81F32A51F}"/>
    <dgm:cxn modelId="{6CA6A429-3F4B-46EF-A8DA-757E3C1B671A}" type="presParOf" srcId="{A94A81BC-DFA5-40D5-840B-1C34119B9B55}" destId="{13406661-7982-44D8-BD25-7C1F29A2B60F}" srcOrd="0" destOrd="0" presId="urn:microsoft.com/office/officeart/2008/layout/PictureAccentBlocks"/>
    <dgm:cxn modelId="{711BA788-4886-4621-8729-C133F6686E7E}" type="presParOf" srcId="{13406661-7982-44D8-BD25-7C1F29A2B60F}" destId="{E312A6FC-6F95-4ADE-BB3B-633F68B2B71F}" srcOrd="0" destOrd="0" presId="urn:microsoft.com/office/officeart/2008/layout/PictureAccentBlocks"/>
    <dgm:cxn modelId="{67DCA98A-C817-4983-A107-F1DECB3BF7F8}" type="presParOf" srcId="{13406661-7982-44D8-BD25-7C1F29A2B60F}" destId="{CF527B13-6987-4AF2-8C56-858DE2B7BD92}" srcOrd="1" destOrd="0" presId="urn:microsoft.com/office/officeart/2008/layout/PictureAccentBlocks"/>
    <dgm:cxn modelId="{22D37F81-DD3D-4124-84E5-5FADBC281397}" type="presParOf" srcId="{A94A81BC-DFA5-40D5-840B-1C34119B9B55}" destId="{5DA181AE-173E-4973-BE73-AADADADF017D}" srcOrd="1" destOrd="0" presId="urn:microsoft.com/office/officeart/2008/layout/PictureAccentBlocks"/>
    <dgm:cxn modelId="{12831C64-B276-4D7B-BE20-CAE9EC5AE9D1}" type="presParOf" srcId="{A94A81BC-DFA5-40D5-840B-1C34119B9B55}" destId="{DD6D78EC-B940-4214-9483-B891FA727568}" srcOrd="2" destOrd="0" presId="urn:microsoft.com/office/officeart/2008/layout/PictureAccentBlocks"/>
    <dgm:cxn modelId="{0D994982-8B95-4735-B94B-B0EFF289106C}" type="presParOf" srcId="{DD6D78EC-B940-4214-9483-B891FA727568}" destId="{C8965EB7-0C3D-4350-B421-2ABA5260768A}" srcOrd="0" destOrd="0" presId="urn:microsoft.com/office/officeart/2008/layout/PictureAccentBlocks"/>
    <dgm:cxn modelId="{F21A488D-5BE0-44DA-9320-9A769CCAE7E3}" type="presParOf" srcId="{DD6D78EC-B940-4214-9483-B891FA727568}" destId="{1464247D-2BEE-4416-80AC-61157E0BBD0F}" srcOrd="1" destOrd="0" presId="urn:microsoft.com/office/officeart/2008/layout/PictureAccentBlocks"/>
    <dgm:cxn modelId="{D73D6BBE-65AA-40F6-A70F-83F853D03C2A}" type="presParOf" srcId="{A94A81BC-DFA5-40D5-840B-1C34119B9B55}" destId="{2D82B6E0-3680-4C34-80D0-BA1BCCA67F78}" srcOrd="3" destOrd="0" presId="urn:microsoft.com/office/officeart/2008/layout/PictureAccentBlocks"/>
    <dgm:cxn modelId="{D2AABF6A-9DEC-4C7B-A4E2-3510FE735EBE}" type="presParOf" srcId="{A94A81BC-DFA5-40D5-840B-1C34119B9B55}" destId="{FD987CE9-9DB1-4A1B-9ADF-B6C4F03A2FB5}" srcOrd="4" destOrd="0" presId="urn:microsoft.com/office/officeart/2008/layout/PictureAccentBlocks"/>
    <dgm:cxn modelId="{6C066E2A-BDF0-41C9-929E-90386B3FD4DC}" type="presParOf" srcId="{FD987CE9-9DB1-4A1B-9ADF-B6C4F03A2FB5}" destId="{42919AAE-3086-4584-BDB2-72EED76A1167}" srcOrd="0" destOrd="0" presId="urn:microsoft.com/office/officeart/2008/layout/PictureAccentBlocks"/>
    <dgm:cxn modelId="{E84C7DD4-2238-44E3-AA55-68A9DAD1107A}" type="presParOf" srcId="{FD987CE9-9DB1-4A1B-9ADF-B6C4F03A2FB5}" destId="{C30C40D5-2D95-4741-9B40-4ADAE5F64119}" srcOrd="1" destOrd="0" presId="urn:microsoft.com/office/officeart/2008/layout/PictureAccentBlocks"/>
    <dgm:cxn modelId="{5BCA020B-48D0-4B08-8F32-756F3D8023EF}" type="presParOf" srcId="{A94A81BC-DFA5-40D5-840B-1C34119B9B55}" destId="{91025087-57E5-4CFC-B2F4-37050EF45CDF}" srcOrd="5" destOrd="0" presId="urn:microsoft.com/office/officeart/2008/layout/PictureAccentBlocks"/>
    <dgm:cxn modelId="{28C6B807-465E-47B9-911F-8AB1F8D826D1}" type="presParOf" srcId="{A94A81BC-DFA5-40D5-840B-1C34119B9B55}" destId="{6AA24DEC-C7DF-422C-8B8A-D223920E37D5}" srcOrd="6" destOrd="0" presId="urn:microsoft.com/office/officeart/2008/layout/PictureAccentBlocks"/>
    <dgm:cxn modelId="{6EA8C58B-04D0-438E-9379-D307C85F11F4}" type="presParOf" srcId="{6AA24DEC-C7DF-422C-8B8A-D223920E37D5}" destId="{2830BB07-8465-4468-8698-F463DD0D9561}" srcOrd="0" destOrd="0" presId="urn:microsoft.com/office/officeart/2008/layout/PictureAccentBlocks"/>
    <dgm:cxn modelId="{13514A7E-E488-456E-9C4A-4C886CFA4C44}" type="presParOf" srcId="{6AA24DEC-C7DF-422C-8B8A-D223920E37D5}" destId="{5DEFDF4D-AA14-4BE8-86E6-2606A02CA2F1}" srcOrd="1" destOrd="0" presId="urn:microsoft.com/office/officeart/2008/layout/PictureAccentBlocks"/>
    <dgm:cxn modelId="{8A3A146E-282F-4F8F-88BF-7C7D3A0E55FE}" type="presParOf" srcId="{A94A81BC-DFA5-40D5-840B-1C34119B9B55}" destId="{36E69972-8BEA-474A-A208-719A6410B582}" srcOrd="7" destOrd="0" presId="urn:microsoft.com/office/officeart/2008/layout/PictureAccentBlocks"/>
    <dgm:cxn modelId="{DC8C3DED-EA8A-453A-B399-DB76E4F995B5}" type="presParOf" srcId="{A94A81BC-DFA5-40D5-840B-1C34119B9B55}" destId="{BD9DC193-9E14-4799-A87E-84BED0CE9D5A}" srcOrd="8" destOrd="0" presId="urn:microsoft.com/office/officeart/2008/layout/PictureAccentBlocks"/>
    <dgm:cxn modelId="{75E772AD-EDED-4E2A-9657-F063A2505B7E}" type="presParOf" srcId="{BD9DC193-9E14-4799-A87E-84BED0CE9D5A}" destId="{B172D77D-192E-4FDE-B90C-25AF19D4352C}" srcOrd="0" destOrd="0" presId="urn:microsoft.com/office/officeart/2008/layout/PictureAccentBlocks"/>
    <dgm:cxn modelId="{B5475D04-1E79-4058-BF3C-E3153BB42A62}" type="presParOf" srcId="{BD9DC193-9E14-4799-A87E-84BED0CE9D5A}" destId="{66CB3F89-275E-4E2F-881B-1634EC231785}" srcOrd="1" destOrd="0" presId="urn:microsoft.com/office/officeart/2008/layout/PictureAccentBlocks"/>
    <dgm:cxn modelId="{67AC1C98-265C-4AC7-BAEE-7005EAA8036F}" type="presParOf" srcId="{A94A81BC-DFA5-40D5-840B-1C34119B9B55}" destId="{C7545730-6519-43AB-AE2B-7F46D3AAE4D4}" srcOrd="9" destOrd="0" presId="urn:microsoft.com/office/officeart/2008/layout/PictureAccentBlocks"/>
    <dgm:cxn modelId="{B34A40BB-7170-44A1-936D-46AEE3FC4C62}" type="presParOf" srcId="{A94A81BC-DFA5-40D5-840B-1C34119B9B55}" destId="{C6FABC81-1918-4BB9-AD0B-85F5A061F97A}" srcOrd="10" destOrd="0" presId="urn:microsoft.com/office/officeart/2008/layout/PictureAccentBlocks"/>
    <dgm:cxn modelId="{7C3BB32B-3C5B-463C-A75A-66950E1893AB}" type="presParOf" srcId="{C6FABC81-1918-4BB9-AD0B-85F5A061F97A}" destId="{BE6B1EC9-B48D-45CA-BA8A-786C2EF36141}" srcOrd="0" destOrd="0" presId="urn:microsoft.com/office/officeart/2008/layout/PictureAccentBlocks"/>
    <dgm:cxn modelId="{F0E912BB-462E-4911-A5FA-D6D9D8DA9AEC}" type="presParOf" srcId="{C6FABC81-1918-4BB9-AD0B-85F5A061F97A}" destId="{ED88CE07-D75A-4711-81FF-8873D8C06720}" srcOrd="1" destOrd="0" presId="urn:microsoft.com/office/officeart/2008/layout/PictureAccentBlocks"/>
    <dgm:cxn modelId="{69E77E72-7F8B-41DD-A53C-04EE91D09973}" type="presParOf" srcId="{A94A81BC-DFA5-40D5-840B-1C34119B9B55}" destId="{F91D1674-90EA-47A5-88E1-FD30439B4EEE}" srcOrd="11" destOrd="0" presId="urn:microsoft.com/office/officeart/2008/layout/PictureAccentBlocks"/>
    <dgm:cxn modelId="{7D581C37-90E4-4398-AB97-D615B993F575}" type="presParOf" srcId="{A94A81BC-DFA5-40D5-840B-1C34119B9B55}" destId="{6BB9A4F3-78FC-4D68-9DDB-C93EDAA21FA3}" srcOrd="12" destOrd="0" presId="urn:microsoft.com/office/officeart/2008/layout/PictureAccentBlocks"/>
    <dgm:cxn modelId="{BA805BEE-8912-4BFE-B0B9-A804DC9CF4F0}" type="presParOf" srcId="{6BB9A4F3-78FC-4D68-9DDB-C93EDAA21FA3}" destId="{CF3A15C4-C87E-452D-B3D4-A94485E6C505}" srcOrd="0" destOrd="0" presId="urn:microsoft.com/office/officeart/2008/layout/PictureAccentBlocks"/>
    <dgm:cxn modelId="{46966813-4054-4816-9DF2-66A450D31720}" type="presParOf" srcId="{6BB9A4F3-78FC-4D68-9DDB-C93EDAA21FA3}" destId="{7FD47B72-1D0B-41EC-935D-CECE9BD1D1CF}" srcOrd="1" destOrd="0" presId="urn:microsoft.com/office/officeart/2008/layout/PictureAccentBlocks"/>
    <dgm:cxn modelId="{AD988AF4-5B43-4C22-88C8-DB82A0337A66}" type="presParOf" srcId="{A94A81BC-DFA5-40D5-840B-1C34119B9B55}" destId="{4F1081C4-9863-4E75-92A1-FD1F414B2684}" srcOrd="13" destOrd="0" presId="urn:microsoft.com/office/officeart/2008/layout/PictureAccentBlocks"/>
    <dgm:cxn modelId="{72C8A893-F9B7-4DAE-A93B-9631581ED77D}" type="presParOf" srcId="{A94A81BC-DFA5-40D5-840B-1C34119B9B55}" destId="{F5B0D9FA-AEC6-4CCB-9B0D-74E8CF5FCBDA}" srcOrd="14" destOrd="0" presId="urn:microsoft.com/office/officeart/2008/layout/PictureAccentBlocks"/>
    <dgm:cxn modelId="{197DCFE4-431C-4D9E-B5BB-B47AF91EA836}" type="presParOf" srcId="{F5B0D9FA-AEC6-4CCB-9B0D-74E8CF5FCBDA}" destId="{076A031E-BE22-4AB7-BC4E-7CB48105A8C2}" srcOrd="0" destOrd="0" presId="urn:microsoft.com/office/officeart/2008/layout/PictureAccentBlocks"/>
    <dgm:cxn modelId="{12A65C8C-272F-4844-98B8-AAADD41B9454}" type="presParOf" srcId="{F5B0D9FA-AEC6-4CCB-9B0D-74E8CF5FCBDA}" destId="{27681E4B-29F5-4885-AD05-161FA0C0485B}" srcOrd="1" destOrd="0" presId="urn:microsoft.com/office/officeart/2008/layout/PictureAccentBlocks"/>
    <dgm:cxn modelId="{E38B9042-427F-4AF6-B040-6DFFF743BED7}" type="presParOf" srcId="{A94A81BC-DFA5-40D5-840B-1C34119B9B55}" destId="{35E66056-C016-44C9-A502-40A4E53AE273}" srcOrd="15" destOrd="0" presId="urn:microsoft.com/office/officeart/2008/layout/PictureAccentBlocks"/>
    <dgm:cxn modelId="{048AAA82-5FF6-4013-9EB6-CE1D078A6AB1}" type="presParOf" srcId="{A94A81BC-DFA5-40D5-840B-1C34119B9B55}" destId="{91B65B27-FBFD-4B8E-A300-BE98654BAB10}" srcOrd="16" destOrd="0" presId="urn:microsoft.com/office/officeart/2008/layout/PictureAccentBlocks"/>
    <dgm:cxn modelId="{5BF1D43A-B7A5-43C3-94C9-DEF175A63136}" type="presParOf" srcId="{91B65B27-FBFD-4B8E-A300-BE98654BAB10}" destId="{5AFA9453-11BF-4944-AC33-7C7326EA51D9}" srcOrd="0" destOrd="0" presId="urn:microsoft.com/office/officeart/2008/layout/PictureAccentBlocks"/>
    <dgm:cxn modelId="{81A5459B-BE04-4988-A13B-9FBE04F99B61}" type="presParOf" srcId="{91B65B27-FBFD-4B8E-A300-BE98654BAB10}" destId="{AAAF173F-E5A1-4D05-B066-118EBF9EA1C9}" srcOrd="1" destOrd="0" presId="urn:microsoft.com/office/officeart/2008/layout/PictureAccentBlocks"/>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50.xml><?xml version="1.0" encoding="utf-8"?>
<dgm:dataModel xmlns:dgm="http://schemas.openxmlformats.org/drawingml/2006/diagram" xmlns:a="http://schemas.openxmlformats.org/drawingml/2006/main">
  <dgm:ptLst>
    <dgm:pt modelId="{B9C32B05-62EA-407A-B21C-2310C7945705}" type="doc">
      <dgm:prSet loTypeId="urn:microsoft.com/office/officeart/2011/layout/ThemePictureAccent" loCatId="picture" qsTypeId="urn:microsoft.com/office/officeart/2005/8/quickstyle/simple4" qsCatId="simple" csTypeId="urn:microsoft.com/office/officeart/2005/8/colors/colorful5" csCatId="colorful" phldr="1"/>
      <dgm:spPr/>
      <dgm:t>
        <a:bodyPr/>
        <a:lstStyle/>
        <a:p>
          <a:endParaRPr lang="en-US"/>
        </a:p>
      </dgm:t>
    </dgm:pt>
    <dgm:pt modelId="{8EA7219F-BDB2-48EB-9EEB-3133522D132E}">
      <dgm:prSet phldrT="[Text]"/>
      <dgm:spPr/>
      <dgm:t>
        <a:bodyPr/>
        <a:lstStyle/>
        <a:p>
          <a:r>
            <a:rPr lang="en-US"/>
            <a:t>Lorem Ipsum</a:t>
          </a:r>
          <a:endParaRPr lang="en-US" dirty="0"/>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F3FA86F7-575E-4FDD-B637-1D7276F725A4}">
      <dgm:prSet phldrT="[Text]"/>
      <dgm:spPr/>
      <dgm:t>
        <a:bodyPr/>
        <a:lstStyle/>
        <a:p>
          <a:r>
            <a:rPr lang="en-US"/>
            <a:t>Lorem Ipsum</a:t>
          </a:r>
          <a:endParaRPr lang="en-US" dirty="0"/>
        </a:p>
      </dgm:t>
    </dgm:pt>
    <dgm:pt modelId="{192CD16B-FA85-49AB-96EA-80094BA41ED5}" type="parTrans" cxnId="{B38DB338-3B1E-4324-A45E-8025E9D81450}">
      <dgm:prSet/>
      <dgm:spPr/>
      <dgm:t>
        <a:bodyPr/>
        <a:lstStyle/>
        <a:p>
          <a:endParaRPr lang="en-US"/>
        </a:p>
      </dgm:t>
    </dgm:pt>
    <dgm:pt modelId="{BEF45895-E33A-456A-85CE-5D5DFC2CF2C9}" type="sibTrans" cxnId="{B38DB338-3B1E-4324-A45E-8025E9D81450}">
      <dgm:prSet/>
      <dgm:spPr/>
      <dgm:t>
        <a:bodyPr/>
        <a:lstStyle/>
        <a:p>
          <a:endParaRPr lang="en-US"/>
        </a:p>
      </dgm:t>
    </dgm:pt>
    <dgm:pt modelId="{8D3744A8-1883-4930-8E0D-B57E26D003C6}">
      <dgm:prSet phldrT="[Text]"/>
      <dgm:spPr/>
      <dgm:t>
        <a:bodyPr/>
        <a:lstStyle/>
        <a:p>
          <a:r>
            <a:rPr lang="en-US"/>
            <a:t>Lorem Ipsum</a:t>
          </a:r>
          <a:endParaRPr lang="en-US" dirty="0"/>
        </a:p>
      </dgm:t>
    </dgm:pt>
    <dgm:pt modelId="{AC9EAF57-EBF1-4FB7-8ED0-6ECFF59ADE74}" type="parTrans" cxnId="{C8FCCD3C-805E-4A27-964D-25DE1206ADCA}">
      <dgm:prSet/>
      <dgm:spPr/>
      <dgm:t>
        <a:bodyPr/>
        <a:lstStyle/>
        <a:p>
          <a:endParaRPr lang="en-US"/>
        </a:p>
      </dgm:t>
    </dgm:pt>
    <dgm:pt modelId="{D40CF7D9-D0C3-4084-8D2D-359654C28D0F}" type="sibTrans" cxnId="{C8FCCD3C-805E-4A27-964D-25DE1206ADCA}">
      <dgm:prSet/>
      <dgm:spPr/>
      <dgm:t>
        <a:bodyPr/>
        <a:lstStyle/>
        <a:p>
          <a:endParaRPr lang="en-US"/>
        </a:p>
      </dgm:t>
    </dgm:pt>
    <dgm:pt modelId="{BB36F745-62BA-4892-99D7-E4239B0F3843}">
      <dgm:prSet phldrT="[Text]"/>
      <dgm:spPr/>
      <dgm:t>
        <a:bodyPr/>
        <a:lstStyle/>
        <a:p>
          <a:r>
            <a:rPr lang="en-US"/>
            <a:t>Lorem Ipsum</a:t>
          </a:r>
          <a:endParaRPr lang="en-US" dirty="0"/>
        </a:p>
      </dgm:t>
    </dgm:pt>
    <dgm:pt modelId="{CE269D49-A2E4-44F1-A948-9BE1FE5D6140}" type="parTrans" cxnId="{C96A1F07-338B-48CD-B344-80BE34A6C9DF}">
      <dgm:prSet/>
      <dgm:spPr/>
      <dgm:t>
        <a:bodyPr/>
        <a:lstStyle/>
        <a:p>
          <a:endParaRPr lang="en-US"/>
        </a:p>
      </dgm:t>
    </dgm:pt>
    <dgm:pt modelId="{5CE5B550-A310-4948-9BA1-267AF81C5FA4}" type="sibTrans" cxnId="{C96A1F07-338B-48CD-B344-80BE34A6C9DF}">
      <dgm:prSet/>
      <dgm:spPr/>
      <dgm:t>
        <a:bodyPr/>
        <a:lstStyle/>
        <a:p>
          <a:endParaRPr lang="en-US"/>
        </a:p>
      </dgm:t>
    </dgm:pt>
    <dgm:pt modelId="{C9AAC837-F2B0-40E5-8679-D365145CD32D}">
      <dgm:prSet phldrT="[Text]"/>
      <dgm:spPr/>
      <dgm:t>
        <a:bodyPr/>
        <a:lstStyle/>
        <a:p>
          <a:r>
            <a:rPr lang="en-US" dirty="0"/>
            <a:t>Lorem Ipsum</a:t>
          </a:r>
        </a:p>
      </dgm:t>
    </dgm:pt>
    <dgm:pt modelId="{BF762BC7-3A73-465D-85A6-3BCDF9B94784}" type="parTrans" cxnId="{D2F8513A-5886-4FAB-9494-6D284BD96A29}">
      <dgm:prSet/>
      <dgm:spPr/>
      <dgm:t>
        <a:bodyPr/>
        <a:lstStyle/>
        <a:p>
          <a:endParaRPr lang="en-US"/>
        </a:p>
      </dgm:t>
    </dgm:pt>
    <dgm:pt modelId="{0CEADA81-66C0-4096-BEDE-B88D7687450C}" type="sibTrans" cxnId="{D2F8513A-5886-4FAB-9494-6D284BD96A29}">
      <dgm:prSet/>
      <dgm:spPr/>
      <dgm:t>
        <a:bodyPr/>
        <a:lstStyle/>
        <a:p>
          <a:endParaRPr lang="en-US"/>
        </a:p>
      </dgm:t>
    </dgm:pt>
    <dgm:pt modelId="{D3383C13-A39A-4FC3-84C5-CF71FAAADF64}" type="pres">
      <dgm:prSet presAssocID="{B9C32B05-62EA-407A-B21C-2310C7945705}" presName="Name0" presStyleCnt="0">
        <dgm:presLayoutVars>
          <dgm:chMax val="6"/>
          <dgm:chPref val="6"/>
          <dgm:dir/>
        </dgm:presLayoutVars>
      </dgm:prSet>
      <dgm:spPr/>
    </dgm:pt>
    <dgm:pt modelId="{E277D299-63D3-4A69-96F5-A50881EA7CD7}" type="pres">
      <dgm:prSet presAssocID="{8EA7219F-BDB2-48EB-9EEB-3133522D132E}" presName="Image1" presStyleCnt="0"/>
      <dgm:spPr/>
    </dgm:pt>
    <dgm:pt modelId="{8571E1D4-6EB4-4F2E-A458-4CD70F7C30C7}" type="pres">
      <dgm:prSet presAssocID="{8EA7219F-BDB2-48EB-9EEB-3133522D132E}" presName="Image" presStyleLbl="alignImgPlace1" presStyleIdx="0" presStyleCnt="5"/>
      <dgm:spPr/>
    </dgm:pt>
    <dgm:pt modelId="{E17C55AE-D283-486E-A3F7-FF549C25B068}" type="pres">
      <dgm:prSet presAssocID="{8EA7219F-BDB2-48EB-9EEB-3133522D132E}" presName="Accent1" presStyleCnt="0"/>
      <dgm:spPr/>
    </dgm:pt>
    <dgm:pt modelId="{2D94B460-4CDE-4FCF-B5F1-FD8EC97E155F}" type="pres">
      <dgm:prSet presAssocID="{8EA7219F-BDB2-48EB-9EEB-3133522D132E}" presName="Accent" presStyleLbl="parChTrans1D1" presStyleIdx="0" presStyleCnt="5"/>
      <dgm:spPr/>
    </dgm:pt>
    <dgm:pt modelId="{2585404A-44BD-4A42-862F-9667243222F9}" type="pres">
      <dgm:prSet presAssocID="{8EA7219F-BDB2-48EB-9EEB-3133522D132E}" presName="Text1" presStyleLbl="alignImgPlace1" presStyleIdx="0" presStyleCnt="5">
        <dgm:presLayoutVars>
          <dgm:chMax val="0"/>
          <dgm:chPref val="0"/>
          <dgm:bulletEnabled val="1"/>
        </dgm:presLayoutVars>
      </dgm:prSet>
      <dgm:spPr/>
    </dgm:pt>
    <dgm:pt modelId="{CFB4AF06-D4B1-4B2E-A09A-511E55E6A7E3}" type="pres">
      <dgm:prSet presAssocID="{F3FA86F7-575E-4FDD-B637-1D7276F725A4}" presName="Image2" presStyleCnt="0"/>
      <dgm:spPr/>
    </dgm:pt>
    <dgm:pt modelId="{222ACCA0-3990-4AE1-ABBC-5AEDBCD72342}" type="pres">
      <dgm:prSet presAssocID="{F3FA86F7-575E-4FDD-B637-1D7276F725A4}" presName="Image" presStyleLbl="alignImgPlace1" presStyleIdx="1" presStyleCnt="5"/>
      <dgm:spPr/>
    </dgm:pt>
    <dgm:pt modelId="{0FC69050-704B-4D3D-96D3-C52B438E0190}" type="pres">
      <dgm:prSet presAssocID="{F3FA86F7-575E-4FDD-B637-1D7276F725A4}" presName="Accent2" presStyleCnt="0"/>
      <dgm:spPr/>
    </dgm:pt>
    <dgm:pt modelId="{B41B059F-AC81-4D38-ACD2-9544CFCB8B10}" type="pres">
      <dgm:prSet presAssocID="{F3FA86F7-575E-4FDD-B637-1D7276F725A4}" presName="Accent" presStyleLbl="parChTrans1D1" presStyleIdx="1" presStyleCnt="5"/>
      <dgm:spPr/>
    </dgm:pt>
    <dgm:pt modelId="{19BB0C95-E428-463C-8497-966625004A23}" type="pres">
      <dgm:prSet presAssocID="{F3FA86F7-575E-4FDD-B637-1D7276F725A4}" presName="Text2" presStyleLbl="alignImgPlace1" presStyleIdx="1" presStyleCnt="5">
        <dgm:presLayoutVars>
          <dgm:chMax val="0"/>
          <dgm:chPref val="0"/>
          <dgm:bulletEnabled val="1"/>
        </dgm:presLayoutVars>
      </dgm:prSet>
      <dgm:spPr/>
    </dgm:pt>
    <dgm:pt modelId="{13599038-4CD1-4920-A9E8-7362E1C29115}" type="pres">
      <dgm:prSet presAssocID="{8D3744A8-1883-4930-8E0D-B57E26D003C6}" presName="Image3" presStyleCnt="0"/>
      <dgm:spPr/>
    </dgm:pt>
    <dgm:pt modelId="{3F8DFA38-9F4F-4FA1-8832-83A861026AC3}" type="pres">
      <dgm:prSet presAssocID="{8D3744A8-1883-4930-8E0D-B57E26D003C6}" presName="Image" presStyleLbl="alignImgPlace1" presStyleIdx="2" presStyleCnt="5"/>
      <dgm:spPr/>
    </dgm:pt>
    <dgm:pt modelId="{5D14C290-9D4C-40E7-BB1D-2CF16B49C78E}" type="pres">
      <dgm:prSet presAssocID="{8D3744A8-1883-4930-8E0D-B57E26D003C6}" presName="Accent3" presStyleCnt="0"/>
      <dgm:spPr/>
    </dgm:pt>
    <dgm:pt modelId="{9C922BCE-BF64-4C89-948C-F7349B4D6A1B}" type="pres">
      <dgm:prSet presAssocID="{8D3744A8-1883-4930-8E0D-B57E26D003C6}" presName="Accent" presStyleLbl="parChTrans1D1" presStyleIdx="2" presStyleCnt="5"/>
      <dgm:spPr/>
    </dgm:pt>
    <dgm:pt modelId="{24A8330A-3C69-45F0-8B3F-01BEFA71E19F}" type="pres">
      <dgm:prSet presAssocID="{8D3744A8-1883-4930-8E0D-B57E26D003C6}" presName="Text3" presStyleLbl="alignImgPlace1" presStyleIdx="2" presStyleCnt="5">
        <dgm:presLayoutVars>
          <dgm:chMax val="0"/>
          <dgm:chPref val="0"/>
          <dgm:bulletEnabled val="1"/>
        </dgm:presLayoutVars>
      </dgm:prSet>
      <dgm:spPr/>
    </dgm:pt>
    <dgm:pt modelId="{7124DE24-D16E-4F23-8A27-00DD6D3B5C09}" type="pres">
      <dgm:prSet presAssocID="{C9AAC837-F2B0-40E5-8679-D365145CD32D}" presName="Image4" presStyleCnt="0"/>
      <dgm:spPr/>
    </dgm:pt>
    <dgm:pt modelId="{D216F828-1D4B-431F-994F-025CB4694F0D}" type="pres">
      <dgm:prSet presAssocID="{C9AAC837-F2B0-40E5-8679-D365145CD32D}" presName="Image" presStyleLbl="alignImgPlace1" presStyleIdx="3" presStyleCnt="5"/>
      <dgm:spPr/>
    </dgm:pt>
    <dgm:pt modelId="{5217C1AE-AADB-49F9-BD32-6070E52D590C}" type="pres">
      <dgm:prSet presAssocID="{C9AAC837-F2B0-40E5-8679-D365145CD32D}" presName="Accent4" presStyleCnt="0"/>
      <dgm:spPr/>
    </dgm:pt>
    <dgm:pt modelId="{E0DBCBB0-050D-498F-A546-1276ABFBF8D4}" type="pres">
      <dgm:prSet presAssocID="{C9AAC837-F2B0-40E5-8679-D365145CD32D}" presName="Accent" presStyleLbl="parChTrans1D1" presStyleIdx="3" presStyleCnt="5"/>
      <dgm:spPr/>
    </dgm:pt>
    <dgm:pt modelId="{E1DBB681-EFA3-4FC2-8305-93E08073946C}" type="pres">
      <dgm:prSet presAssocID="{C9AAC837-F2B0-40E5-8679-D365145CD32D}" presName="Text4" presStyleLbl="alignImgPlace1" presStyleIdx="3" presStyleCnt="5">
        <dgm:presLayoutVars>
          <dgm:chMax val="0"/>
          <dgm:chPref val="0"/>
          <dgm:bulletEnabled val="1"/>
        </dgm:presLayoutVars>
      </dgm:prSet>
      <dgm:spPr/>
    </dgm:pt>
    <dgm:pt modelId="{43A6AE7B-AA5E-4886-95DB-D16FC8350E53}" type="pres">
      <dgm:prSet presAssocID="{BB36F745-62BA-4892-99D7-E4239B0F3843}" presName="Image5" presStyleCnt="0"/>
      <dgm:spPr/>
    </dgm:pt>
    <dgm:pt modelId="{461592A7-F8F3-49F1-9960-E8F961911439}" type="pres">
      <dgm:prSet presAssocID="{BB36F745-62BA-4892-99D7-E4239B0F3843}" presName="Image" presStyleLbl="alignImgPlace1" presStyleIdx="4" presStyleCnt="5"/>
      <dgm:spPr/>
    </dgm:pt>
    <dgm:pt modelId="{F2B0DDD7-DFA5-4D20-BE6B-9129E14FFDD8}" type="pres">
      <dgm:prSet presAssocID="{BB36F745-62BA-4892-99D7-E4239B0F3843}" presName="Accent5" presStyleCnt="0"/>
      <dgm:spPr/>
    </dgm:pt>
    <dgm:pt modelId="{8A058FAC-C330-4D97-ACD0-69C4079B9E7D}" type="pres">
      <dgm:prSet presAssocID="{BB36F745-62BA-4892-99D7-E4239B0F3843}" presName="Accent" presStyleLbl="parChTrans1D1" presStyleIdx="4" presStyleCnt="5"/>
      <dgm:spPr/>
    </dgm:pt>
    <dgm:pt modelId="{904E4D81-1729-48BB-A7F1-C5476F0E7B23}" type="pres">
      <dgm:prSet presAssocID="{BB36F745-62BA-4892-99D7-E4239B0F3843}" presName="Text5" presStyleLbl="alignImgPlace1" presStyleIdx="4" presStyleCnt="5">
        <dgm:presLayoutVars>
          <dgm:chMax val="0"/>
          <dgm:chPref val="0"/>
          <dgm:bulletEnabled val="1"/>
        </dgm:presLayoutVars>
      </dgm:prSet>
      <dgm:spPr/>
    </dgm:pt>
  </dgm:ptLst>
  <dgm:cxnLst>
    <dgm:cxn modelId="{C96A1F07-338B-48CD-B344-80BE34A6C9DF}" srcId="{B9C32B05-62EA-407A-B21C-2310C7945705}" destId="{BB36F745-62BA-4892-99D7-E4239B0F3843}" srcOrd="4" destOrd="0" parTransId="{CE269D49-A2E4-44F1-A948-9BE1FE5D6140}" sibTransId="{5CE5B550-A310-4948-9BA1-267AF81C5FA4}"/>
    <dgm:cxn modelId="{8BFBD418-8FC1-42E4-AE7B-961F07520B95}" type="presOf" srcId="{C9AAC837-F2B0-40E5-8679-D365145CD32D}" destId="{E1DBB681-EFA3-4FC2-8305-93E08073946C}" srcOrd="0" destOrd="0" presId="urn:microsoft.com/office/officeart/2011/layout/ThemePictureAccent"/>
    <dgm:cxn modelId="{A9261935-5839-45E4-B4C2-1C160A293702}" type="presOf" srcId="{8D3744A8-1883-4930-8E0D-B57E26D003C6}" destId="{24A8330A-3C69-45F0-8B3F-01BEFA71E19F}" srcOrd="0" destOrd="0" presId="urn:microsoft.com/office/officeart/2011/layout/ThemePictureAccent"/>
    <dgm:cxn modelId="{B38DB338-3B1E-4324-A45E-8025E9D81450}" srcId="{B9C32B05-62EA-407A-B21C-2310C7945705}" destId="{F3FA86F7-575E-4FDD-B637-1D7276F725A4}" srcOrd="1" destOrd="0" parTransId="{192CD16B-FA85-49AB-96EA-80094BA41ED5}" sibTransId="{BEF45895-E33A-456A-85CE-5D5DFC2CF2C9}"/>
    <dgm:cxn modelId="{D2F8513A-5886-4FAB-9494-6D284BD96A29}" srcId="{B9C32B05-62EA-407A-B21C-2310C7945705}" destId="{C9AAC837-F2B0-40E5-8679-D365145CD32D}" srcOrd="3" destOrd="0" parTransId="{BF762BC7-3A73-465D-85A6-3BCDF9B94784}" sibTransId="{0CEADA81-66C0-4096-BEDE-B88D7687450C}"/>
    <dgm:cxn modelId="{C8FCCD3C-805E-4A27-964D-25DE1206ADCA}" srcId="{B9C32B05-62EA-407A-B21C-2310C7945705}" destId="{8D3744A8-1883-4930-8E0D-B57E26D003C6}" srcOrd="2" destOrd="0" parTransId="{AC9EAF57-EBF1-4FB7-8ED0-6ECFF59ADE74}" sibTransId="{D40CF7D9-D0C3-4084-8D2D-359654C28D0F}"/>
    <dgm:cxn modelId="{9F05BFA6-09F3-457B-B8CC-A6248DC2F08A}" type="presOf" srcId="{B9C32B05-62EA-407A-B21C-2310C7945705}" destId="{D3383C13-A39A-4FC3-84C5-CF71FAAADF64}" srcOrd="0" destOrd="0" presId="urn:microsoft.com/office/officeart/2011/layout/ThemePictureAccent"/>
    <dgm:cxn modelId="{53BEE2B3-3F9A-4AF2-9A1B-930349D07014}" type="presOf" srcId="{8EA7219F-BDB2-48EB-9EEB-3133522D132E}" destId="{2585404A-44BD-4A42-862F-9667243222F9}" srcOrd="0" destOrd="0" presId="urn:microsoft.com/office/officeart/2011/layout/ThemePictureAccent"/>
    <dgm:cxn modelId="{755900C8-6D10-4D61-97AB-596EE3DD3BC1}" type="presOf" srcId="{BB36F745-62BA-4892-99D7-E4239B0F3843}" destId="{904E4D81-1729-48BB-A7F1-C5476F0E7B23}" srcOrd="0" destOrd="0" presId="urn:microsoft.com/office/officeart/2011/layout/ThemePictureAccent"/>
    <dgm:cxn modelId="{18D1C2D0-54C0-45EE-8B78-45A029C87EB9}" type="presOf" srcId="{F3FA86F7-575E-4FDD-B637-1D7276F725A4}" destId="{19BB0C95-E428-463C-8497-966625004A23}" srcOrd="0" destOrd="0" presId="urn:microsoft.com/office/officeart/2011/layout/ThemePictureAccent"/>
    <dgm:cxn modelId="{58AD7EEF-D408-406B-87EE-4691D4C30668}" srcId="{B9C32B05-62EA-407A-B21C-2310C7945705}" destId="{8EA7219F-BDB2-48EB-9EEB-3133522D132E}" srcOrd="0" destOrd="0" parTransId="{3EE8403A-CB7C-4815-85BD-AEBCAEB71B37}" sibTransId="{C94B7947-85DC-4B21-BB99-DF8438356F98}"/>
    <dgm:cxn modelId="{D096FF1D-86D4-4F8C-B82E-63C429F0830B}" type="presParOf" srcId="{D3383C13-A39A-4FC3-84C5-CF71FAAADF64}" destId="{E277D299-63D3-4A69-96F5-A50881EA7CD7}" srcOrd="0" destOrd="0" presId="urn:microsoft.com/office/officeart/2011/layout/ThemePictureAccent"/>
    <dgm:cxn modelId="{E69BBF9C-B9CE-40E0-B178-A8145594BD3E}" type="presParOf" srcId="{E277D299-63D3-4A69-96F5-A50881EA7CD7}" destId="{8571E1D4-6EB4-4F2E-A458-4CD70F7C30C7}" srcOrd="0" destOrd="0" presId="urn:microsoft.com/office/officeart/2011/layout/ThemePictureAccent"/>
    <dgm:cxn modelId="{977DA4E6-6612-49ED-A9F0-EFF4B8D4D669}" type="presParOf" srcId="{D3383C13-A39A-4FC3-84C5-CF71FAAADF64}" destId="{E17C55AE-D283-486E-A3F7-FF549C25B068}" srcOrd="1" destOrd="0" presId="urn:microsoft.com/office/officeart/2011/layout/ThemePictureAccent"/>
    <dgm:cxn modelId="{EAC7D276-29CF-4ACC-8E0D-66C5301D7CD7}" type="presParOf" srcId="{E17C55AE-D283-486E-A3F7-FF549C25B068}" destId="{2D94B460-4CDE-4FCF-B5F1-FD8EC97E155F}" srcOrd="0" destOrd="0" presId="urn:microsoft.com/office/officeart/2011/layout/ThemePictureAccent"/>
    <dgm:cxn modelId="{67D0F24B-D360-48E2-AAD2-1653BAF993E5}" type="presParOf" srcId="{D3383C13-A39A-4FC3-84C5-CF71FAAADF64}" destId="{2585404A-44BD-4A42-862F-9667243222F9}" srcOrd="2" destOrd="0" presId="urn:microsoft.com/office/officeart/2011/layout/ThemePictureAccent"/>
    <dgm:cxn modelId="{36DC010C-067F-47B4-BA73-DB068E78A9A3}" type="presParOf" srcId="{D3383C13-A39A-4FC3-84C5-CF71FAAADF64}" destId="{CFB4AF06-D4B1-4B2E-A09A-511E55E6A7E3}" srcOrd="3" destOrd="0" presId="urn:microsoft.com/office/officeart/2011/layout/ThemePictureAccent"/>
    <dgm:cxn modelId="{ECB19F5C-056F-4C61-91E4-912BE5480D53}" type="presParOf" srcId="{CFB4AF06-D4B1-4B2E-A09A-511E55E6A7E3}" destId="{222ACCA0-3990-4AE1-ABBC-5AEDBCD72342}" srcOrd="0" destOrd="0" presId="urn:microsoft.com/office/officeart/2011/layout/ThemePictureAccent"/>
    <dgm:cxn modelId="{0FC0AFB4-FAE9-40B5-8504-7DC4CB46783A}" type="presParOf" srcId="{D3383C13-A39A-4FC3-84C5-CF71FAAADF64}" destId="{0FC69050-704B-4D3D-96D3-C52B438E0190}" srcOrd="4" destOrd="0" presId="urn:microsoft.com/office/officeart/2011/layout/ThemePictureAccent"/>
    <dgm:cxn modelId="{F37797A7-47FA-4BC8-9960-7539E230329A}" type="presParOf" srcId="{0FC69050-704B-4D3D-96D3-C52B438E0190}" destId="{B41B059F-AC81-4D38-ACD2-9544CFCB8B10}" srcOrd="0" destOrd="0" presId="urn:microsoft.com/office/officeart/2011/layout/ThemePictureAccent"/>
    <dgm:cxn modelId="{CFC58224-F191-46DB-B491-B132893A9E41}" type="presParOf" srcId="{D3383C13-A39A-4FC3-84C5-CF71FAAADF64}" destId="{19BB0C95-E428-463C-8497-966625004A23}" srcOrd="5" destOrd="0" presId="urn:microsoft.com/office/officeart/2011/layout/ThemePictureAccent"/>
    <dgm:cxn modelId="{C34FA837-0B62-41D4-862A-AC4AD02FB1C7}" type="presParOf" srcId="{D3383C13-A39A-4FC3-84C5-CF71FAAADF64}" destId="{13599038-4CD1-4920-A9E8-7362E1C29115}" srcOrd="6" destOrd="0" presId="urn:microsoft.com/office/officeart/2011/layout/ThemePictureAccent"/>
    <dgm:cxn modelId="{6D9DE994-8F5C-47E9-99FB-5905F3DF7CC7}" type="presParOf" srcId="{13599038-4CD1-4920-A9E8-7362E1C29115}" destId="{3F8DFA38-9F4F-4FA1-8832-83A861026AC3}" srcOrd="0" destOrd="0" presId="urn:microsoft.com/office/officeart/2011/layout/ThemePictureAccent"/>
    <dgm:cxn modelId="{780A5217-02AD-421C-8B4A-B0DECF966DEC}" type="presParOf" srcId="{D3383C13-A39A-4FC3-84C5-CF71FAAADF64}" destId="{5D14C290-9D4C-40E7-BB1D-2CF16B49C78E}" srcOrd="7" destOrd="0" presId="urn:microsoft.com/office/officeart/2011/layout/ThemePictureAccent"/>
    <dgm:cxn modelId="{542948CC-8527-47A0-A99D-A1531CD6DE19}" type="presParOf" srcId="{5D14C290-9D4C-40E7-BB1D-2CF16B49C78E}" destId="{9C922BCE-BF64-4C89-948C-F7349B4D6A1B}" srcOrd="0" destOrd="0" presId="urn:microsoft.com/office/officeart/2011/layout/ThemePictureAccent"/>
    <dgm:cxn modelId="{F0ED5A47-B842-4B2B-BE82-66B164E94961}" type="presParOf" srcId="{D3383C13-A39A-4FC3-84C5-CF71FAAADF64}" destId="{24A8330A-3C69-45F0-8B3F-01BEFA71E19F}" srcOrd="8" destOrd="0" presId="urn:microsoft.com/office/officeart/2011/layout/ThemePictureAccent"/>
    <dgm:cxn modelId="{540B66FD-1EEA-4F4D-AA0F-E5F5E5126204}" type="presParOf" srcId="{D3383C13-A39A-4FC3-84C5-CF71FAAADF64}" destId="{7124DE24-D16E-4F23-8A27-00DD6D3B5C09}" srcOrd="9" destOrd="0" presId="urn:microsoft.com/office/officeart/2011/layout/ThemePictureAccent"/>
    <dgm:cxn modelId="{5911318E-9A2A-44A7-959F-FB8B1BF35FBE}" type="presParOf" srcId="{7124DE24-D16E-4F23-8A27-00DD6D3B5C09}" destId="{D216F828-1D4B-431F-994F-025CB4694F0D}" srcOrd="0" destOrd="0" presId="urn:microsoft.com/office/officeart/2011/layout/ThemePictureAccent"/>
    <dgm:cxn modelId="{EE84F32E-6F95-4672-B921-6E65C212B0BF}" type="presParOf" srcId="{D3383C13-A39A-4FC3-84C5-CF71FAAADF64}" destId="{5217C1AE-AADB-49F9-BD32-6070E52D590C}" srcOrd="10" destOrd="0" presId="urn:microsoft.com/office/officeart/2011/layout/ThemePictureAccent"/>
    <dgm:cxn modelId="{92041275-DBA6-490F-B15F-819A294B2BD7}" type="presParOf" srcId="{5217C1AE-AADB-49F9-BD32-6070E52D590C}" destId="{E0DBCBB0-050D-498F-A546-1276ABFBF8D4}" srcOrd="0" destOrd="0" presId="urn:microsoft.com/office/officeart/2011/layout/ThemePictureAccent"/>
    <dgm:cxn modelId="{A4AC7E1D-8855-4A0C-BA1C-73E429402CD4}" type="presParOf" srcId="{D3383C13-A39A-4FC3-84C5-CF71FAAADF64}" destId="{E1DBB681-EFA3-4FC2-8305-93E08073946C}" srcOrd="11" destOrd="0" presId="urn:microsoft.com/office/officeart/2011/layout/ThemePictureAccent"/>
    <dgm:cxn modelId="{16F4D3B3-22ED-43AA-B58E-7DC1F9F935D9}" type="presParOf" srcId="{D3383C13-A39A-4FC3-84C5-CF71FAAADF64}" destId="{43A6AE7B-AA5E-4886-95DB-D16FC8350E53}" srcOrd="12" destOrd="0" presId="urn:microsoft.com/office/officeart/2011/layout/ThemePictureAccent"/>
    <dgm:cxn modelId="{20463600-DD4E-4FAC-9E86-E4CBCB62A355}" type="presParOf" srcId="{43A6AE7B-AA5E-4886-95DB-D16FC8350E53}" destId="{461592A7-F8F3-49F1-9960-E8F961911439}" srcOrd="0" destOrd="0" presId="urn:microsoft.com/office/officeart/2011/layout/ThemePictureAccent"/>
    <dgm:cxn modelId="{B64FEBBA-FAB1-4D47-8C41-986D9B03F213}" type="presParOf" srcId="{D3383C13-A39A-4FC3-84C5-CF71FAAADF64}" destId="{F2B0DDD7-DFA5-4D20-BE6B-9129E14FFDD8}" srcOrd="13" destOrd="0" presId="urn:microsoft.com/office/officeart/2011/layout/ThemePictureAccent"/>
    <dgm:cxn modelId="{D497A948-4A20-4BDF-BE54-17CBF56F7D19}" type="presParOf" srcId="{F2B0DDD7-DFA5-4D20-BE6B-9129E14FFDD8}" destId="{8A058FAC-C330-4D97-ACD0-69C4079B9E7D}" srcOrd="0" destOrd="0" presId="urn:microsoft.com/office/officeart/2011/layout/ThemePictureAccent"/>
    <dgm:cxn modelId="{50CD131F-38CD-49D7-83D1-DA5861EA4E8E}" type="presParOf" srcId="{D3383C13-A39A-4FC3-84C5-CF71FAAADF64}" destId="{904E4D81-1729-48BB-A7F1-C5476F0E7B23}" srcOrd="14" destOrd="0" presId="urn:microsoft.com/office/officeart/2011/layout/ThemePictureAccent"/>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51.xml><?xml version="1.0" encoding="utf-8"?>
<dgm:dataModel xmlns:dgm="http://schemas.openxmlformats.org/drawingml/2006/diagram" xmlns:a="http://schemas.openxmlformats.org/drawingml/2006/main">
  <dgm:ptLst>
    <dgm:pt modelId="{B9C32B05-62EA-407A-B21C-2310C7945705}" type="doc">
      <dgm:prSet loTypeId="urn:microsoft.com/office/officeart/2011/layout/ThemePictureGrid" loCatId="picture" qsTypeId="urn:microsoft.com/office/officeart/2005/8/quickstyle/simple4" qsCatId="simple" csTypeId="urn:microsoft.com/office/officeart/2005/8/colors/colorful1" csCatId="colorful" phldr="1"/>
      <dgm:spPr/>
      <dgm:t>
        <a:bodyPr/>
        <a:lstStyle/>
        <a:p>
          <a:endParaRPr lang="en-US"/>
        </a:p>
      </dgm:t>
    </dgm:pt>
    <dgm:pt modelId="{8EA7219F-BDB2-48EB-9EEB-3133522D132E}">
      <dgm:prSet phldrT="[Text]"/>
      <dgm:spPr/>
      <dgm:t>
        <a:bodyPr/>
        <a:lstStyle/>
        <a:p>
          <a:r>
            <a:rPr lang="en-US" dirty="0">
              <a:solidFill>
                <a:schemeClr val="tx2"/>
              </a:solidFill>
            </a:rPr>
            <a:t>Lorem Ipsum</a:t>
          </a:r>
        </a:p>
      </dgm:t>
    </dgm:pt>
    <dgm:pt modelId="{3EE8403A-CB7C-4815-85BD-AEBCAEB71B37}" type="parTrans" cxnId="{58AD7EEF-D408-406B-87EE-4691D4C30668}">
      <dgm:prSet/>
      <dgm:spPr/>
      <dgm:t>
        <a:bodyPr/>
        <a:lstStyle/>
        <a:p>
          <a:endParaRPr lang="en-US">
            <a:solidFill>
              <a:schemeClr val="tx2"/>
            </a:solidFill>
          </a:endParaRPr>
        </a:p>
      </dgm:t>
    </dgm:pt>
    <dgm:pt modelId="{C94B7947-85DC-4B21-BB99-DF8438356F98}" type="sibTrans" cxnId="{58AD7EEF-D408-406B-87EE-4691D4C30668}">
      <dgm:prSet/>
      <dgm:spPr/>
      <dgm:t>
        <a:bodyPr/>
        <a:lstStyle/>
        <a:p>
          <a:endParaRPr lang="en-US">
            <a:solidFill>
              <a:schemeClr val="tx2"/>
            </a:solidFill>
          </a:endParaRPr>
        </a:p>
      </dgm:t>
    </dgm:pt>
    <dgm:pt modelId="{F3FA86F7-575E-4FDD-B637-1D7276F725A4}">
      <dgm:prSet phldrT="[Text]"/>
      <dgm:spPr/>
      <dgm:t>
        <a:bodyPr/>
        <a:lstStyle/>
        <a:p>
          <a:r>
            <a:rPr lang="en-US">
              <a:solidFill>
                <a:schemeClr val="tx2"/>
              </a:solidFill>
            </a:rPr>
            <a:t>Lorem Ipsum</a:t>
          </a:r>
          <a:endParaRPr lang="en-US" dirty="0">
            <a:solidFill>
              <a:schemeClr val="tx2"/>
            </a:solidFill>
          </a:endParaRPr>
        </a:p>
      </dgm:t>
    </dgm:pt>
    <dgm:pt modelId="{192CD16B-FA85-49AB-96EA-80094BA41ED5}" type="parTrans" cxnId="{B38DB338-3B1E-4324-A45E-8025E9D81450}">
      <dgm:prSet/>
      <dgm:spPr/>
      <dgm:t>
        <a:bodyPr/>
        <a:lstStyle/>
        <a:p>
          <a:endParaRPr lang="en-US">
            <a:solidFill>
              <a:schemeClr val="tx2"/>
            </a:solidFill>
          </a:endParaRPr>
        </a:p>
      </dgm:t>
    </dgm:pt>
    <dgm:pt modelId="{BEF45895-E33A-456A-85CE-5D5DFC2CF2C9}" type="sibTrans" cxnId="{B38DB338-3B1E-4324-A45E-8025E9D81450}">
      <dgm:prSet/>
      <dgm:spPr/>
      <dgm:t>
        <a:bodyPr/>
        <a:lstStyle/>
        <a:p>
          <a:endParaRPr lang="en-US">
            <a:solidFill>
              <a:schemeClr val="tx2"/>
            </a:solidFill>
          </a:endParaRPr>
        </a:p>
      </dgm:t>
    </dgm:pt>
    <dgm:pt modelId="{8D3744A8-1883-4930-8E0D-B57E26D003C6}">
      <dgm:prSet phldrT="[Text]"/>
      <dgm:spPr/>
      <dgm:t>
        <a:bodyPr/>
        <a:lstStyle/>
        <a:p>
          <a:r>
            <a:rPr lang="en-US">
              <a:solidFill>
                <a:schemeClr val="tx2"/>
              </a:solidFill>
            </a:rPr>
            <a:t>Lorem Ipsum</a:t>
          </a:r>
          <a:endParaRPr lang="en-US" dirty="0">
            <a:solidFill>
              <a:schemeClr val="tx2"/>
            </a:solidFill>
          </a:endParaRPr>
        </a:p>
      </dgm:t>
    </dgm:pt>
    <dgm:pt modelId="{AC9EAF57-EBF1-4FB7-8ED0-6ECFF59ADE74}" type="parTrans" cxnId="{C8FCCD3C-805E-4A27-964D-25DE1206ADCA}">
      <dgm:prSet/>
      <dgm:spPr/>
      <dgm:t>
        <a:bodyPr/>
        <a:lstStyle/>
        <a:p>
          <a:endParaRPr lang="en-US">
            <a:solidFill>
              <a:schemeClr val="tx2"/>
            </a:solidFill>
          </a:endParaRPr>
        </a:p>
      </dgm:t>
    </dgm:pt>
    <dgm:pt modelId="{D40CF7D9-D0C3-4084-8D2D-359654C28D0F}" type="sibTrans" cxnId="{C8FCCD3C-805E-4A27-964D-25DE1206ADCA}">
      <dgm:prSet/>
      <dgm:spPr/>
      <dgm:t>
        <a:bodyPr/>
        <a:lstStyle/>
        <a:p>
          <a:endParaRPr lang="en-US">
            <a:solidFill>
              <a:schemeClr val="tx2"/>
            </a:solidFill>
          </a:endParaRPr>
        </a:p>
      </dgm:t>
    </dgm:pt>
    <dgm:pt modelId="{BB36F745-62BA-4892-99D7-E4239B0F3843}">
      <dgm:prSet phldrT="[Text]"/>
      <dgm:spPr/>
    </dgm:pt>
    <dgm:pt modelId="{CE269D49-A2E4-44F1-A948-9BE1FE5D6140}" type="parTrans" cxnId="{C96A1F07-338B-48CD-B344-80BE34A6C9DF}">
      <dgm:prSet/>
      <dgm:spPr/>
      <dgm:t>
        <a:bodyPr/>
        <a:lstStyle/>
        <a:p>
          <a:endParaRPr lang="en-US">
            <a:solidFill>
              <a:schemeClr val="tx2"/>
            </a:solidFill>
          </a:endParaRPr>
        </a:p>
      </dgm:t>
    </dgm:pt>
    <dgm:pt modelId="{5CE5B550-A310-4948-9BA1-267AF81C5FA4}" type="sibTrans" cxnId="{C96A1F07-338B-48CD-B344-80BE34A6C9DF}">
      <dgm:prSet/>
      <dgm:spPr/>
      <dgm:t>
        <a:bodyPr/>
        <a:lstStyle/>
        <a:p>
          <a:endParaRPr lang="en-US">
            <a:solidFill>
              <a:schemeClr val="tx2"/>
            </a:solidFill>
          </a:endParaRPr>
        </a:p>
      </dgm:t>
    </dgm:pt>
    <dgm:pt modelId="{C9AAC837-F2B0-40E5-8679-D365145CD32D}">
      <dgm:prSet phldrT="[Text]"/>
      <dgm:spPr/>
      <dgm:t>
        <a:bodyPr/>
        <a:lstStyle/>
        <a:p>
          <a:r>
            <a:rPr lang="en-US" dirty="0">
              <a:solidFill>
                <a:schemeClr val="tx2"/>
              </a:solidFill>
            </a:rPr>
            <a:t>Lorem Ipsum</a:t>
          </a:r>
        </a:p>
      </dgm:t>
    </dgm:pt>
    <dgm:pt modelId="{BF762BC7-3A73-465D-85A6-3BCDF9B94784}" type="parTrans" cxnId="{D2F8513A-5886-4FAB-9494-6D284BD96A29}">
      <dgm:prSet/>
      <dgm:spPr/>
      <dgm:t>
        <a:bodyPr/>
        <a:lstStyle/>
        <a:p>
          <a:endParaRPr lang="en-US">
            <a:solidFill>
              <a:schemeClr val="tx2"/>
            </a:solidFill>
          </a:endParaRPr>
        </a:p>
      </dgm:t>
    </dgm:pt>
    <dgm:pt modelId="{0CEADA81-66C0-4096-BEDE-B88D7687450C}" type="sibTrans" cxnId="{D2F8513A-5886-4FAB-9494-6D284BD96A29}">
      <dgm:prSet/>
      <dgm:spPr/>
      <dgm:t>
        <a:bodyPr/>
        <a:lstStyle/>
        <a:p>
          <a:endParaRPr lang="en-US">
            <a:solidFill>
              <a:schemeClr val="tx2"/>
            </a:solidFill>
          </a:endParaRPr>
        </a:p>
      </dgm:t>
    </dgm:pt>
    <dgm:pt modelId="{7E55D203-6B94-4D0D-9D6C-66158BB32C65}">
      <dgm:prSet phldrT="[Text]"/>
      <dgm:spPr/>
      <dgm:t>
        <a:bodyPr/>
        <a:lstStyle/>
        <a:p>
          <a:r>
            <a:rPr lang="en-US" dirty="0">
              <a:solidFill>
                <a:schemeClr val="tx2"/>
              </a:solidFill>
            </a:rPr>
            <a:t>Lorem Ipsum</a:t>
          </a:r>
        </a:p>
      </dgm:t>
    </dgm:pt>
    <dgm:pt modelId="{B33AA065-6A3F-492E-9805-94A0332EAD5C}" type="parTrans" cxnId="{2E74E51E-CBDD-4EEF-A075-2183355CBA7C}">
      <dgm:prSet/>
      <dgm:spPr/>
      <dgm:t>
        <a:bodyPr/>
        <a:lstStyle/>
        <a:p>
          <a:endParaRPr lang="en-US">
            <a:solidFill>
              <a:schemeClr val="tx2"/>
            </a:solidFill>
          </a:endParaRPr>
        </a:p>
      </dgm:t>
    </dgm:pt>
    <dgm:pt modelId="{7CA558FC-E706-4CA2-9431-490F485159DB}" type="sibTrans" cxnId="{2E74E51E-CBDD-4EEF-A075-2183355CBA7C}">
      <dgm:prSet/>
      <dgm:spPr/>
      <dgm:t>
        <a:bodyPr/>
        <a:lstStyle/>
        <a:p>
          <a:endParaRPr lang="en-US">
            <a:solidFill>
              <a:schemeClr val="tx2"/>
            </a:solidFill>
          </a:endParaRPr>
        </a:p>
      </dgm:t>
    </dgm:pt>
    <dgm:pt modelId="{120E74EB-717A-4752-B321-85F33A0FC621}" type="pres">
      <dgm:prSet presAssocID="{B9C32B05-62EA-407A-B21C-2310C7945705}" presName="Name0" presStyleCnt="0">
        <dgm:presLayoutVars>
          <dgm:chMax val="5"/>
          <dgm:chPref val="5"/>
          <dgm:dir/>
        </dgm:presLayoutVars>
      </dgm:prSet>
      <dgm:spPr/>
    </dgm:pt>
    <dgm:pt modelId="{FDEF22B2-5AF9-4A1A-96D6-21959DA89249}" type="pres">
      <dgm:prSet presAssocID="{8EA7219F-BDB2-48EB-9EEB-3133522D132E}" presName="picture1" presStyleCnt="0"/>
      <dgm:spPr/>
    </dgm:pt>
    <dgm:pt modelId="{61724F2D-8426-43A9-BE8D-ADE5DE9C56EC}" type="pres">
      <dgm:prSet presAssocID="{8EA7219F-BDB2-48EB-9EEB-3133522D132E}" presName="picture" presStyleLbl="bgImgPlace1" presStyleIdx="0" presStyleCnt="5"/>
      <dgm:spPr/>
    </dgm:pt>
    <dgm:pt modelId="{A9E05A46-DF4B-4286-B73B-64642947851D}" type="pres">
      <dgm:prSet presAssocID="{8EA7219F-BDB2-48EB-9EEB-3133522D132E}" presName="accent1" presStyleLbl="parChTrans1D1" presStyleIdx="0" presStyleCnt="1"/>
      <dgm:spPr/>
    </dgm:pt>
    <dgm:pt modelId="{AB9E001B-549F-4204-BA81-0D1EB5DEDE23}" type="pres">
      <dgm:prSet presAssocID="{8EA7219F-BDB2-48EB-9EEB-3133522D132E}" presName="parent1" presStyleLbl="revTx" presStyleIdx="0" presStyleCnt="1">
        <dgm:presLayoutVars>
          <dgm:chMax val="0"/>
          <dgm:chPref val="0"/>
          <dgm:bulletEnabled val="1"/>
        </dgm:presLayoutVars>
      </dgm:prSet>
      <dgm:spPr/>
    </dgm:pt>
    <dgm:pt modelId="{23D48CCF-DD74-46D5-B42A-2449AABBC322}" type="pres">
      <dgm:prSet presAssocID="{7E55D203-6B94-4D0D-9D6C-66158BB32C65}" presName="picture2" presStyleCnt="0"/>
      <dgm:spPr/>
    </dgm:pt>
    <dgm:pt modelId="{41FE1219-C8EC-4AF2-B715-9D44D9B3A092}" type="pres">
      <dgm:prSet presAssocID="{7E55D203-6B94-4D0D-9D6C-66158BB32C65}" presName="picture" presStyleLbl="bgImgPlace1" presStyleIdx="1" presStyleCnt="5"/>
      <dgm:spPr/>
    </dgm:pt>
    <dgm:pt modelId="{4B1BCFE9-C652-4D8D-9D80-4F5F18034AAB}" type="pres">
      <dgm:prSet presAssocID="{7E55D203-6B94-4D0D-9D6C-66158BB32C65}" presName="parent2" presStyleLbl="trBgShp" presStyleIdx="0" presStyleCnt="4">
        <dgm:presLayoutVars>
          <dgm:chMax val="0"/>
          <dgm:chPref val="0"/>
          <dgm:bulletEnabled val="1"/>
        </dgm:presLayoutVars>
      </dgm:prSet>
      <dgm:spPr/>
    </dgm:pt>
    <dgm:pt modelId="{5B7D1816-A5B9-4847-9F24-0C180124660E}" type="pres">
      <dgm:prSet presAssocID="{F3FA86F7-575E-4FDD-B637-1D7276F725A4}" presName="picture3" presStyleCnt="0"/>
      <dgm:spPr/>
    </dgm:pt>
    <dgm:pt modelId="{95AC4AC0-5482-4D33-98AA-80F89C6BCCAE}" type="pres">
      <dgm:prSet presAssocID="{F3FA86F7-575E-4FDD-B637-1D7276F725A4}" presName="picture" presStyleLbl="bgImgPlace1" presStyleIdx="2" presStyleCnt="5"/>
      <dgm:spPr/>
    </dgm:pt>
    <dgm:pt modelId="{F656ADE7-C092-41ED-A4B6-25894E4266DD}" type="pres">
      <dgm:prSet presAssocID="{F3FA86F7-575E-4FDD-B637-1D7276F725A4}" presName="parent3" presStyleLbl="trBgShp" presStyleIdx="1" presStyleCnt="4">
        <dgm:presLayoutVars>
          <dgm:chMax val="0"/>
          <dgm:chPref val="0"/>
          <dgm:bulletEnabled val="1"/>
        </dgm:presLayoutVars>
      </dgm:prSet>
      <dgm:spPr/>
    </dgm:pt>
    <dgm:pt modelId="{A9B130E0-2400-485C-AF13-0C8D72394286}" type="pres">
      <dgm:prSet presAssocID="{8D3744A8-1883-4930-8E0D-B57E26D003C6}" presName="picture4" presStyleCnt="0"/>
      <dgm:spPr/>
    </dgm:pt>
    <dgm:pt modelId="{1A0938E9-B0C0-40DF-9FB9-2575C28EAC4E}" type="pres">
      <dgm:prSet presAssocID="{8D3744A8-1883-4930-8E0D-B57E26D003C6}" presName="picture" presStyleLbl="bgImgPlace1" presStyleIdx="3" presStyleCnt="5"/>
      <dgm:spPr/>
    </dgm:pt>
    <dgm:pt modelId="{D6378E10-CE9A-445C-8723-B19645CC16D8}" type="pres">
      <dgm:prSet presAssocID="{8D3744A8-1883-4930-8E0D-B57E26D003C6}" presName="parent4" presStyleLbl="trBgShp" presStyleIdx="2" presStyleCnt="4">
        <dgm:presLayoutVars>
          <dgm:chMax val="0"/>
          <dgm:chPref val="0"/>
          <dgm:bulletEnabled val="1"/>
        </dgm:presLayoutVars>
      </dgm:prSet>
      <dgm:spPr/>
    </dgm:pt>
    <dgm:pt modelId="{CEAEF657-9D84-4D5B-85D2-E1D60148F87F}" type="pres">
      <dgm:prSet presAssocID="{C9AAC837-F2B0-40E5-8679-D365145CD32D}" presName="picture5" presStyleCnt="0"/>
      <dgm:spPr/>
    </dgm:pt>
    <dgm:pt modelId="{98F75105-532E-44CE-B7E1-D78AB30C5105}" type="pres">
      <dgm:prSet presAssocID="{C9AAC837-F2B0-40E5-8679-D365145CD32D}" presName="picture" presStyleLbl="bgImgPlace1" presStyleIdx="4" presStyleCnt="5"/>
      <dgm:spPr/>
    </dgm:pt>
    <dgm:pt modelId="{44F1FE5B-7269-4A16-AB0B-FA6BA03B7958}" type="pres">
      <dgm:prSet presAssocID="{C9AAC837-F2B0-40E5-8679-D365145CD32D}" presName="parent5" presStyleLbl="trBgShp" presStyleIdx="3" presStyleCnt="4">
        <dgm:presLayoutVars>
          <dgm:chMax val="0"/>
          <dgm:chPref val="0"/>
        </dgm:presLayoutVars>
      </dgm:prSet>
      <dgm:spPr/>
    </dgm:pt>
  </dgm:ptLst>
  <dgm:cxnLst>
    <dgm:cxn modelId="{65764A06-6F19-4B76-AF00-7285E824B0DE}" type="presOf" srcId="{F3FA86F7-575E-4FDD-B637-1D7276F725A4}" destId="{F656ADE7-C092-41ED-A4B6-25894E4266DD}" srcOrd="0" destOrd="0" presId="urn:microsoft.com/office/officeart/2011/layout/ThemePictureGrid"/>
    <dgm:cxn modelId="{C96A1F07-338B-48CD-B344-80BE34A6C9DF}" srcId="{B9C32B05-62EA-407A-B21C-2310C7945705}" destId="{BB36F745-62BA-4892-99D7-E4239B0F3843}" srcOrd="5" destOrd="0" parTransId="{CE269D49-A2E4-44F1-A948-9BE1FE5D6140}" sibTransId="{5CE5B550-A310-4948-9BA1-267AF81C5FA4}"/>
    <dgm:cxn modelId="{9161620D-E102-4097-B1B9-182D31365223}" type="presOf" srcId="{C9AAC837-F2B0-40E5-8679-D365145CD32D}" destId="{44F1FE5B-7269-4A16-AB0B-FA6BA03B7958}" srcOrd="0" destOrd="0" presId="urn:microsoft.com/office/officeart/2011/layout/ThemePictureGrid"/>
    <dgm:cxn modelId="{2E74E51E-CBDD-4EEF-A075-2183355CBA7C}" srcId="{B9C32B05-62EA-407A-B21C-2310C7945705}" destId="{7E55D203-6B94-4D0D-9D6C-66158BB32C65}" srcOrd="1" destOrd="0" parTransId="{B33AA065-6A3F-492E-9805-94A0332EAD5C}" sibTransId="{7CA558FC-E706-4CA2-9431-490F485159DB}"/>
    <dgm:cxn modelId="{8BCF0131-8047-483D-A24F-F296CF571898}" type="presOf" srcId="{B9C32B05-62EA-407A-B21C-2310C7945705}" destId="{120E74EB-717A-4752-B321-85F33A0FC621}" srcOrd="0" destOrd="0" presId="urn:microsoft.com/office/officeart/2011/layout/ThemePictureGrid"/>
    <dgm:cxn modelId="{B38DB338-3B1E-4324-A45E-8025E9D81450}" srcId="{B9C32B05-62EA-407A-B21C-2310C7945705}" destId="{F3FA86F7-575E-4FDD-B637-1D7276F725A4}" srcOrd="2" destOrd="0" parTransId="{192CD16B-FA85-49AB-96EA-80094BA41ED5}" sibTransId="{BEF45895-E33A-456A-85CE-5D5DFC2CF2C9}"/>
    <dgm:cxn modelId="{D2F8513A-5886-4FAB-9494-6D284BD96A29}" srcId="{B9C32B05-62EA-407A-B21C-2310C7945705}" destId="{C9AAC837-F2B0-40E5-8679-D365145CD32D}" srcOrd="4" destOrd="0" parTransId="{BF762BC7-3A73-465D-85A6-3BCDF9B94784}" sibTransId="{0CEADA81-66C0-4096-BEDE-B88D7687450C}"/>
    <dgm:cxn modelId="{C8FCCD3C-805E-4A27-964D-25DE1206ADCA}" srcId="{B9C32B05-62EA-407A-B21C-2310C7945705}" destId="{8D3744A8-1883-4930-8E0D-B57E26D003C6}" srcOrd="3" destOrd="0" parTransId="{AC9EAF57-EBF1-4FB7-8ED0-6ECFF59ADE74}" sibTransId="{D40CF7D9-D0C3-4084-8D2D-359654C28D0F}"/>
    <dgm:cxn modelId="{9A94D365-0CFA-4300-88FA-1D1FDB961DB2}" type="presOf" srcId="{7E55D203-6B94-4D0D-9D6C-66158BB32C65}" destId="{4B1BCFE9-C652-4D8D-9D80-4F5F18034AAB}" srcOrd="0" destOrd="0" presId="urn:microsoft.com/office/officeart/2011/layout/ThemePictureGrid"/>
    <dgm:cxn modelId="{00E454CC-5A5A-4E9F-BCF3-84A3E1EA7DDB}" type="presOf" srcId="{8EA7219F-BDB2-48EB-9EEB-3133522D132E}" destId="{AB9E001B-549F-4204-BA81-0D1EB5DEDE23}" srcOrd="0" destOrd="0" presId="urn:microsoft.com/office/officeart/2011/layout/ThemePictureGrid"/>
    <dgm:cxn modelId="{A0C322D2-F377-4952-912F-228C29267045}" type="presOf" srcId="{8D3744A8-1883-4930-8E0D-B57E26D003C6}" destId="{D6378E10-CE9A-445C-8723-B19645CC16D8}" srcOrd="0" destOrd="0" presId="urn:microsoft.com/office/officeart/2011/layout/ThemePictureGrid"/>
    <dgm:cxn modelId="{58AD7EEF-D408-406B-87EE-4691D4C30668}" srcId="{B9C32B05-62EA-407A-B21C-2310C7945705}" destId="{8EA7219F-BDB2-48EB-9EEB-3133522D132E}" srcOrd="0" destOrd="0" parTransId="{3EE8403A-CB7C-4815-85BD-AEBCAEB71B37}" sibTransId="{C94B7947-85DC-4B21-BB99-DF8438356F98}"/>
    <dgm:cxn modelId="{41056659-3F14-4C63-A195-1C476F32A5F6}" type="presParOf" srcId="{120E74EB-717A-4752-B321-85F33A0FC621}" destId="{FDEF22B2-5AF9-4A1A-96D6-21959DA89249}" srcOrd="0" destOrd="0" presId="urn:microsoft.com/office/officeart/2011/layout/ThemePictureGrid"/>
    <dgm:cxn modelId="{E4A67BBE-582B-4DC0-AD9D-E558809CD5A3}" type="presParOf" srcId="{FDEF22B2-5AF9-4A1A-96D6-21959DA89249}" destId="{61724F2D-8426-43A9-BE8D-ADE5DE9C56EC}" srcOrd="0" destOrd="0" presId="urn:microsoft.com/office/officeart/2011/layout/ThemePictureGrid"/>
    <dgm:cxn modelId="{E53155E7-0C88-4091-AF26-B5575903E671}" type="presParOf" srcId="{120E74EB-717A-4752-B321-85F33A0FC621}" destId="{A9E05A46-DF4B-4286-B73B-64642947851D}" srcOrd="1" destOrd="0" presId="urn:microsoft.com/office/officeart/2011/layout/ThemePictureGrid"/>
    <dgm:cxn modelId="{84D52B4D-76D9-4288-97A3-684FB5C00B1A}" type="presParOf" srcId="{120E74EB-717A-4752-B321-85F33A0FC621}" destId="{AB9E001B-549F-4204-BA81-0D1EB5DEDE23}" srcOrd="2" destOrd="0" presId="urn:microsoft.com/office/officeart/2011/layout/ThemePictureGrid"/>
    <dgm:cxn modelId="{64D6C844-CD86-42B4-9480-BCC660C3F7FB}" type="presParOf" srcId="{120E74EB-717A-4752-B321-85F33A0FC621}" destId="{23D48CCF-DD74-46D5-B42A-2449AABBC322}" srcOrd="3" destOrd="0" presId="urn:microsoft.com/office/officeart/2011/layout/ThemePictureGrid"/>
    <dgm:cxn modelId="{F3E6421D-A6C7-4D90-B0D2-F222319752C8}" type="presParOf" srcId="{23D48CCF-DD74-46D5-B42A-2449AABBC322}" destId="{41FE1219-C8EC-4AF2-B715-9D44D9B3A092}" srcOrd="0" destOrd="0" presId="urn:microsoft.com/office/officeart/2011/layout/ThemePictureGrid"/>
    <dgm:cxn modelId="{06952505-35B9-4DAB-B83A-B394B670269C}" type="presParOf" srcId="{120E74EB-717A-4752-B321-85F33A0FC621}" destId="{4B1BCFE9-C652-4D8D-9D80-4F5F18034AAB}" srcOrd="4" destOrd="0" presId="urn:microsoft.com/office/officeart/2011/layout/ThemePictureGrid"/>
    <dgm:cxn modelId="{6E1A340F-F158-4AC8-9F6B-0E4F1A473714}" type="presParOf" srcId="{120E74EB-717A-4752-B321-85F33A0FC621}" destId="{5B7D1816-A5B9-4847-9F24-0C180124660E}" srcOrd="5" destOrd="0" presId="urn:microsoft.com/office/officeart/2011/layout/ThemePictureGrid"/>
    <dgm:cxn modelId="{0231AEA8-01BC-45B6-BDEE-5EF233C8D74C}" type="presParOf" srcId="{5B7D1816-A5B9-4847-9F24-0C180124660E}" destId="{95AC4AC0-5482-4D33-98AA-80F89C6BCCAE}" srcOrd="0" destOrd="0" presId="urn:microsoft.com/office/officeart/2011/layout/ThemePictureGrid"/>
    <dgm:cxn modelId="{638189C1-4C4F-4EDE-B9F2-6E26AA392CC7}" type="presParOf" srcId="{120E74EB-717A-4752-B321-85F33A0FC621}" destId="{F656ADE7-C092-41ED-A4B6-25894E4266DD}" srcOrd="6" destOrd="0" presId="urn:microsoft.com/office/officeart/2011/layout/ThemePictureGrid"/>
    <dgm:cxn modelId="{52A0049C-8539-46A5-8A6F-68FAEAE2978C}" type="presParOf" srcId="{120E74EB-717A-4752-B321-85F33A0FC621}" destId="{A9B130E0-2400-485C-AF13-0C8D72394286}" srcOrd="7" destOrd="0" presId="urn:microsoft.com/office/officeart/2011/layout/ThemePictureGrid"/>
    <dgm:cxn modelId="{D2131F3A-A90A-4480-B539-166964A6DF2A}" type="presParOf" srcId="{A9B130E0-2400-485C-AF13-0C8D72394286}" destId="{1A0938E9-B0C0-40DF-9FB9-2575C28EAC4E}" srcOrd="0" destOrd="0" presId="urn:microsoft.com/office/officeart/2011/layout/ThemePictureGrid"/>
    <dgm:cxn modelId="{5EA04542-2A3B-4826-905B-7F18CCF43AFB}" type="presParOf" srcId="{120E74EB-717A-4752-B321-85F33A0FC621}" destId="{D6378E10-CE9A-445C-8723-B19645CC16D8}" srcOrd="8" destOrd="0" presId="urn:microsoft.com/office/officeart/2011/layout/ThemePictureGrid"/>
    <dgm:cxn modelId="{0CAE97A2-6847-4340-875C-E146D8A11E39}" type="presParOf" srcId="{120E74EB-717A-4752-B321-85F33A0FC621}" destId="{CEAEF657-9D84-4D5B-85D2-E1D60148F87F}" srcOrd="9" destOrd="0" presId="urn:microsoft.com/office/officeart/2011/layout/ThemePictureGrid"/>
    <dgm:cxn modelId="{9F54BA95-91D9-43BE-B108-1218897849C8}" type="presParOf" srcId="{CEAEF657-9D84-4D5B-85D2-E1D60148F87F}" destId="{98F75105-532E-44CE-B7E1-D78AB30C5105}" srcOrd="0" destOrd="0" presId="urn:microsoft.com/office/officeart/2011/layout/ThemePictureGrid"/>
    <dgm:cxn modelId="{61BC2B0B-6BE1-43E5-A96E-5178EC9EA535}" type="presParOf" srcId="{120E74EB-717A-4752-B321-85F33A0FC621}" destId="{44F1FE5B-7269-4A16-AB0B-FA6BA03B7958}" srcOrd="10" destOrd="0" presId="urn:microsoft.com/office/officeart/2011/layout/ThemePictureGrid"/>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52.xml><?xml version="1.0" encoding="utf-8"?>
<dgm:dataModel xmlns:dgm="http://schemas.openxmlformats.org/drawingml/2006/diagram" xmlns:a="http://schemas.openxmlformats.org/drawingml/2006/main">
  <dgm:ptLst>
    <dgm:pt modelId="{B9C32B05-62EA-407A-B21C-2310C7945705}" type="doc">
      <dgm:prSet loTypeId="urn:microsoft.com/office/officeart/2011/layout/ThemePictureAlternatingAccent" loCatId="picture" qsTypeId="urn:microsoft.com/office/officeart/2005/8/quickstyle/simple4" qsCatId="simple" csTypeId="urn:microsoft.com/office/officeart/2005/8/colors/colorful1" csCatId="colorful" phldr="1"/>
      <dgm:spPr/>
      <dgm:t>
        <a:bodyPr/>
        <a:lstStyle/>
        <a:p>
          <a:endParaRPr lang="en-US"/>
        </a:p>
      </dgm:t>
    </dgm:pt>
    <dgm:pt modelId="{8EA7219F-BDB2-48EB-9EEB-3133522D132E}">
      <dgm:prSet phldrT="[Text]"/>
      <dgm:spPr/>
      <dgm:t>
        <a:bodyPr/>
        <a:lstStyle/>
        <a:p>
          <a:r>
            <a:rPr lang="en-US" dirty="0">
              <a:solidFill>
                <a:schemeClr val="tx2"/>
              </a:solidFill>
              <a:effectLst/>
            </a:rPr>
            <a:t>Lorem Ipsum</a:t>
          </a:r>
        </a:p>
      </dgm:t>
    </dgm:pt>
    <dgm:pt modelId="{3EE8403A-CB7C-4815-85BD-AEBCAEB71B37}" type="parTrans" cxnId="{58AD7EEF-D408-406B-87EE-4691D4C30668}">
      <dgm:prSet/>
      <dgm:spPr/>
      <dgm:t>
        <a:bodyPr/>
        <a:lstStyle/>
        <a:p>
          <a:endParaRPr lang="en-US">
            <a:solidFill>
              <a:schemeClr val="tx2"/>
            </a:solidFill>
            <a:effectLst/>
          </a:endParaRPr>
        </a:p>
      </dgm:t>
    </dgm:pt>
    <dgm:pt modelId="{C94B7947-85DC-4B21-BB99-DF8438356F98}" type="sibTrans" cxnId="{58AD7EEF-D408-406B-87EE-4691D4C30668}">
      <dgm:prSet/>
      <dgm:spPr/>
      <dgm:t>
        <a:bodyPr/>
        <a:lstStyle/>
        <a:p>
          <a:endParaRPr lang="en-US">
            <a:solidFill>
              <a:schemeClr val="tx2"/>
            </a:solidFill>
            <a:effectLst/>
          </a:endParaRPr>
        </a:p>
      </dgm:t>
    </dgm:pt>
    <dgm:pt modelId="{F3FA86F7-575E-4FDD-B637-1D7276F725A4}">
      <dgm:prSet phldrT="[Text]"/>
      <dgm:spPr/>
      <dgm:t>
        <a:bodyPr/>
        <a:lstStyle/>
        <a:p>
          <a:r>
            <a:rPr lang="en-US">
              <a:solidFill>
                <a:schemeClr val="tx2"/>
              </a:solidFill>
              <a:effectLst/>
            </a:rPr>
            <a:t>Lorem Ipsum</a:t>
          </a:r>
          <a:endParaRPr lang="en-US" dirty="0">
            <a:solidFill>
              <a:schemeClr val="tx2"/>
            </a:solidFill>
            <a:effectLst/>
          </a:endParaRPr>
        </a:p>
      </dgm:t>
    </dgm:pt>
    <dgm:pt modelId="{192CD16B-FA85-49AB-96EA-80094BA41ED5}" type="parTrans" cxnId="{B38DB338-3B1E-4324-A45E-8025E9D81450}">
      <dgm:prSet/>
      <dgm:spPr/>
      <dgm:t>
        <a:bodyPr/>
        <a:lstStyle/>
        <a:p>
          <a:endParaRPr lang="en-US">
            <a:solidFill>
              <a:schemeClr val="tx2"/>
            </a:solidFill>
            <a:effectLst/>
          </a:endParaRPr>
        </a:p>
      </dgm:t>
    </dgm:pt>
    <dgm:pt modelId="{BEF45895-E33A-456A-85CE-5D5DFC2CF2C9}" type="sibTrans" cxnId="{B38DB338-3B1E-4324-A45E-8025E9D81450}">
      <dgm:prSet/>
      <dgm:spPr/>
      <dgm:t>
        <a:bodyPr/>
        <a:lstStyle/>
        <a:p>
          <a:endParaRPr lang="en-US">
            <a:solidFill>
              <a:schemeClr val="tx2"/>
            </a:solidFill>
            <a:effectLst/>
          </a:endParaRPr>
        </a:p>
      </dgm:t>
    </dgm:pt>
    <dgm:pt modelId="{8D3744A8-1883-4930-8E0D-B57E26D003C6}">
      <dgm:prSet phldrT="[Text]"/>
      <dgm:spPr/>
      <dgm:t>
        <a:bodyPr/>
        <a:lstStyle/>
        <a:p>
          <a:r>
            <a:rPr lang="en-US">
              <a:solidFill>
                <a:schemeClr val="tx2"/>
              </a:solidFill>
              <a:effectLst/>
            </a:rPr>
            <a:t>Lorem Ipsum</a:t>
          </a:r>
          <a:endParaRPr lang="en-US" dirty="0">
            <a:solidFill>
              <a:schemeClr val="tx2"/>
            </a:solidFill>
            <a:effectLst/>
          </a:endParaRPr>
        </a:p>
      </dgm:t>
    </dgm:pt>
    <dgm:pt modelId="{AC9EAF57-EBF1-4FB7-8ED0-6ECFF59ADE74}" type="parTrans" cxnId="{C8FCCD3C-805E-4A27-964D-25DE1206ADCA}">
      <dgm:prSet/>
      <dgm:spPr/>
      <dgm:t>
        <a:bodyPr/>
        <a:lstStyle/>
        <a:p>
          <a:endParaRPr lang="en-US">
            <a:solidFill>
              <a:schemeClr val="tx2"/>
            </a:solidFill>
            <a:effectLst/>
          </a:endParaRPr>
        </a:p>
      </dgm:t>
    </dgm:pt>
    <dgm:pt modelId="{D40CF7D9-D0C3-4084-8D2D-359654C28D0F}" type="sibTrans" cxnId="{C8FCCD3C-805E-4A27-964D-25DE1206ADCA}">
      <dgm:prSet/>
      <dgm:spPr/>
      <dgm:t>
        <a:bodyPr/>
        <a:lstStyle/>
        <a:p>
          <a:endParaRPr lang="en-US">
            <a:solidFill>
              <a:schemeClr val="tx2"/>
            </a:solidFill>
            <a:effectLst/>
          </a:endParaRPr>
        </a:p>
      </dgm:t>
    </dgm:pt>
    <dgm:pt modelId="{BB36F745-62BA-4892-99D7-E4239B0F3843}">
      <dgm:prSet phldrT="[Text]"/>
      <dgm:spPr/>
      <dgm:t>
        <a:bodyPr/>
        <a:lstStyle/>
        <a:p>
          <a:r>
            <a:rPr lang="en-US">
              <a:solidFill>
                <a:schemeClr val="tx2"/>
              </a:solidFill>
              <a:effectLst/>
            </a:rPr>
            <a:t>Lorem Ipsum</a:t>
          </a:r>
          <a:endParaRPr lang="en-US" dirty="0">
            <a:solidFill>
              <a:schemeClr val="tx2"/>
            </a:solidFill>
            <a:effectLst/>
          </a:endParaRPr>
        </a:p>
      </dgm:t>
    </dgm:pt>
    <dgm:pt modelId="{CE269D49-A2E4-44F1-A948-9BE1FE5D6140}" type="parTrans" cxnId="{C96A1F07-338B-48CD-B344-80BE34A6C9DF}">
      <dgm:prSet/>
      <dgm:spPr/>
      <dgm:t>
        <a:bodyPr/>
        <a:lstStyle/>
        <a:p>
          <a:endParaRPr lang="en-US">
            <a:solidFill>
              <a:schemeClr val="tx2"/>
            </a:solidFill>
            <a:effectLst/>
          </a:endParaRPr>
        </a:p>
      </dgm:t>
    </dgm:pt>
    <dgm:pt modelId="{5CE5B550-A310-4948-9BA1-267AF81C5FA4}" type="sibTrans" cxnId="{C96A1F07-338B-48CD-B344-80BE34A6C9DF}">
      <dgm:prSet/>
      <dgm:spPr/>
      <dgm:t>
        <a:bodyPr/>
        <a:lstStyle/>
        <a:p>
          <a:endParaRPr lang="en-US">
            <a:solidFill>
              <a:schemeClr val="tx2"/>
            </a:solidFill>
            <a:effectLst/>
          </a:endParaRPr>
        </a:p>
      </dgm:t>
    </dgm:pt>
    <dgm:pt modelId="{C9AAC837-F2B0-40E5-8679-D365145CD32D}">
      <dgm:prSet phldrT="[Text]"/>
      <dgm:spPr/>
      <dgm:t>
        <a:bodyPr/>
        <a:lstStyle/>
        <a:p>
          <a:r>
            <a:rPr lang="en-US" dirty="0">
              <a:solidFill>
                <a:schemeClr val="tx2"/>
              </a:solidFill>
              <a:effectLst/>
            </a:rPr>
            <a:t>Lorem Ipsum</a:t>
          </a:r>
        </a:p>
      </dgm:t>
    </dgm:pt>
    <dgm:pt modelId="{BF762BC7-3A73-465D-85A6-3BCDF9B94784}" type="parTrans" cxnId="{D2F8513A-5886-4FAB-9494-6D284BD96A29}">
      <dgm:prSet/>
      <dgm:spPr/>
      <dgm:t>
        <a:bodyPr/>
        <a:lstStyle/>
        <a:p>
          <a:endParaRPr lang="en-US">
            <a:solidFill>
              <a:schemeClr val="tx2"/>
            </a:solidFill>
            <a:effectLst/>
          </a:endParaRPr>
        </a:p>
      </dgm:t>
    </dgm:pt>
    <dgm:pt modelId="{0CEADA81-66C0-4096-BEDE-B88D7687450C}" type="sibTrans" cxnId="{D2F8513A-5886-4FAB-9494-6D284BD96A29}">
      <dgm:prSet/>
      <dgm:spPr/>
      <dgm:t>
        <a:bodyPr/>
        <a:lstStyle/>
        <a:p>
          <a:endParaRPr lang="en-US">
            <a:solidFill>
              <a:schemeClr val="tx2"/>
            </a:solidFill>
            <a:effectLst/>
          </a:endParaRPr>
        </a:p>
      </dgm:t>
    </dgm:pt>
    <dgm:pt modelId="{51DFE1C2-58D3-4B13-8238-D39892C7DE18}" type="pres">
      <dgm:prSet presAssocID="{B9C32B05-62EA-407A-B21C-2310C7945705}" presName="Name0" presStyleCnt="0">
        <dgm:presLayoutVars>
          <dgm:chMax val="9"/>
          <dgm:chPref val="9"/>
        </dgm:presLayoutVars>
      </dgm:prSet>
      <dgm:spPr/>
    </dgm:pt>
    <dgm:pt modelId="{014E581C-F0B6-4031-A4B1-EAD4A1CF3580}" type="pres">
      <dgm:prSet presAssocID="{8EA7219F-BDB2-48EB-9EEB-3133522D132E}" presName="picture1" presStyleCnt="0"/>
      <dgm:spPr/>
    </dgm:pt>
    <dgm:pt modelId="{5BEBAD43-D573-49DA-8C32-10A05E6821DD}" type="pres">
      <dgm:prSet presAssocID="{8EA7219F-BDB2-48EB-9EEB-3133522D132E}" presName="picture" presStyleLbl="alignImgPlace1" presStyleIdx="0" presStyleCnt="5"/>
      <dgm:spPr/>
    </dgm:pt>
    <dgm:pt modelId="{8A1D38FB-BCDA-42D1-83D0-F09544949C1E}" type="pres">
      <dgm:prSet presAssocID="{8EA7219F-BDB2-48EB-9EEB-3133522D132E}" presName="parent1" presStyleLbl="node1" presStyleIdx="0" presStyleCnt="0">
        <dgm:presLayoutVars>
          <dgm:chMax val="0"/>
          <dgm:chPref val="0"/>
          <dgm:bulletEnabled val="1"/>
        </dgm:presLayoutVars>
      </dgm:prSet>
      <dgm:spPr/>
    </dgm:pt>
    <dgm:pt modelId="{CC6F6810-97A1-454F-8C5D-90B48D43615D}" type="pres">
      <dgm:prSet presAssocID="{F3FA86F7-575E-4FDD-B637-1D7276F725A4}" presName="picture2" presStyleCnt="0"/>
      <dgm:spPr/>
    </dgm:pt>
    <dgm:pt modelId="{3DBCB702-CE20-4C46-B7A3-5962F6241D49}" type="pres">
      <dgm:prSet presAssocID="{F3FA86F7-575E-4FDD-B637-1D7276F725A4}" presName="picture" presStyleLbl="alignImgPlace1" presStyleIdx="1" presStyleCnt="5"/>
      <dgm:spPr/>
    </dgm:pt>
    <dgm:pt modelId="{8B8112D9-A0BE-48C5-9A80-406BC857134F}" type="pres">
      <dgm:prSet presAssocID="{F3FA86F7-575E-4FDD-B637-1D7276F725A4}" presName="parent2" presStyleLbl="node1" presStyleIdx="0" presStyleCnt="0">
        <dgm:presLayoutVars>
          <dgm:chMax val="0"/>
          <dgm:chPref val="0"/>
          <dgm:bulletEnabled val="1"/>
        </dgm:presLayoutVars>
      </dgm:prSet>
      <dgm:spPr/>
    </dgm:pt>
    <dgm:pt modelId="{9651EC43-8FF0-435C-AC3B-16B7A32EAD4B}" type="pres">
      <dgm:prSet presAssocID="{8D3744A8-1883-4930-8E0D-B57E26D003C6}" presName="picture3" presStyleCnt="0"/>
      <dgm:spPr/>
    </dgm:pt>
    <dgm:pt modelId="{9F35D935-BB06-47AF-AC31-FF4D162320FF}" type="pres">
      <dgm:prSet presAssocID="{8D3744A8-1883-4930-8E0D-B57E26D003C6}" presName="picture" presStyleLbl="alignImgPlace1" presStyleIdx="2" presStyleCnt="5"/>
      <dgm:spPr/>
    </dgm:pt>
    <dgm:pt modelId="{5B43B3E5-66E8-4727-80B5-D846DE2C4C18}" type="pres">
      <dgm:prSet presAssocID="{8D3744A8-1883-4930-8E0D-B57E26D003C6}" presName="parent3" presStyleLbl="node1" presStyleIdx="0" presStyleCnt="0">
        <dgm:presLayoutVars>
          <dgm:chMax val="0"/>
          <dgm:chPref val="0"/>
          <dgm:bulletEnabled val="1"/>
        </dgm:presLayoutVars>
      </dgm:prSet>
      <dgm:spPr/>
    </dgm:pt>
    <dgm:pt modelId="{248A93E9-F116-4D59-AA18-9E5A13CFB5D2}" type="pres">
      <dgm:prSet presAssocID="{C9AAC837-F2B0-40E5-8679-D365145CD32D}" presName="picture4" presStyleCnt="0"/>
      <dgm:spPr/>
    </dgm:pt>
    <dgm:pt modelId="{62C3AB34-4EB3-48D5-878C-FAC1D01A8897}" type="pres">
      <dgm:prSet presAssocID="{C9AAC837-F2B0-40E5-8679-D365145CD32D}" presName="picture" presStyleLbl="alignImgPlace1" presStyleIdx="3" presStyleCnt="5"/>
      <dgm:spPr/>
    </dgm:pt>
    <dgm:pt modelId="{9EDFDCDF-9BE1-40EC-926C-F5AC8826F453}" type="pres">
      <dgm:prSet presAssocID="{C9AAC837-F2B0-40E5-8679-D365145CD32D}" presName="parent4" presStyleLbl="node1" presStyleIdx="0" presStyleCnt="0">
        <dgm:presLayoutVars>
          <dgm:chMax val="0"/>
          <dgm:chPref val="0"/>
          <dgm:bulletEnabled val="1"/>
        </dgm:presLayoutVars>
      </dgm:prSet>
      <dgm:spPr/>
    </dgm:pt>
    <dgm:pt modelId="{8217CBBF-FF74-4C17-A4DE-FA985630AF3B}" type="pres">
      <dgm:prSet presAssocID="{BB36F745-62BA-4892-99D7-E4239B0F3843}" presName="picture5" presStyleCnt="0"/>
      <dgm:spPr/>
    </dgm:pt>
    <dgm:pt modelId="{776279BF-7C90-4DD4-8A92-3FB57A79E1CB}" type="pres">
      <dgm:prSet presAssocID="{BB36F745-62BA-4892-99D7-E4239B0F3843}" presName="picture" presStyleLbl="alignImgPlace1" presStyleIdx="4" presStyleCnt="5"/>
      <dgm:spPr/>
    </dgm:pt>
    <dgm:pt modelId="{EEE39B78-C217-4C24-AD78-1C87650BA110}" type="pres">
      <dgm:prSet presAssocID="{BB36F745-62BA-4892-99D7-E4239B0F3843}" presName="parent5" presStyleLbl="node1" presStyleIdx="0" presStyleCnt="0">
        <dgm:presLayoutVars>
          <dgm:chMax val="0"/>
          <dgm:chPref val="0"/>
          <dgm:bulletEnabled val="1"/>
        </dgm:presLayoutVars>
      </dgm:prSet>
      <dgm:spPr/>
    </dgm:pt>
  </dgm:ptLst>
  <dgm:cxnLst>
    <dgm:cxn modelId="{C96A1F07-338B-48CD-B344-80BE34A6C9DF}" srcId="{B9C32B05-62EA-407A-B21C-2310C7945705}" destId="{BB36F745-62BA-4892-99D7-E4239B0F3843}" srcOrd="4" destOrd="0" parTransId="{CE269D49-A2E4-44F1-A948-9BE1FE5D6140}" sibTransId="{5CE5B550-A310-4948-9BA1-267AF81C5FA4}"/>
    <dgm:cxn modelId="{903A3C1C-3AD2-4152-BDAE-F1348034616E}" type="presOf" srcId="{8D3744A8-1883-4930-8E0D-B57E26D003C6}" destId="{5B43B3E5-66E8-4727-80B5-D846DE2C4C18}" srcOrd="0" destOrd="0" presId="urn:microsoft.com/office/officeart/2011/layout/ThemePictureAlternatingAccent"/>
    <dgm:cxn modelId="{797E6D27-0648-46A7-AE97-B7BC200220FA}" type="presOf" srcId="{B9C32B05-62EA-407A-B21C-2310C7945705}" destId="{51DFE1C2-58D3-4B13-8238-D39892C7DE18}" srcOrd="0" destOrd="0" presId="urn:microsoft.com/office/officeart/2011/layout/ThemePictureAlternatingAccent"/>
    <dgm:cxn modelId="{B38DB338-3B1E-4324-A45E-8025E9D81450}" srcId="{B9C32B05-62EA-407A-B21C-2310C7945705}" destId="{F3FA86F7-575E-4FDD-B637-1D7276F725A4}" srcOrd="1" destOrd="0" parTransId="{192CD16B-FA85-49AB-96EA-80094BA41ED5}" sibTransId="{BEF45895-E33A-456A-85CE-5D5DFC2CF2C9}"/>
    <dgm:cxn modelId="{D2F8513A-5886-4FAB-9494-6D284BD96A29}" srcId="{B9C32B05-62EA-407A-B21C-2310C7945705}" destId="{C9AAC837-F2B0-40E5-8679-D365145CD32D}" srcOrd="3" destOrd="0" parTransId="{BF762BC7-3A73-465D-85A6-3BCDF9B94784}" sibTransId="{0CEADA81-66C0-4096-BEDE-B88D7687450C}"/>
    <dgm:cxn modelId="{C8FCCD3C-805E-4A27-964D-25DE1206ADCA}" srcId="{B9C32B05-62EA-407A-B21C-2310C7945705}" destId="{8D3744A8-1883-4930-8E0D-B57E26D003C6}" srcOrd="2" destOrd="0" parTransId="{AC9EAF57-EBF1-4FB7-8ED0-6ECFF59ADE74}" sibTransId="{D40CF7D9-D0C3-4084-8D2D-359654C28D0F}"/>
    <dgm:cxn modelId="{E5651988-4E70-4B22-A782-6816D5D9474A}" type="presOf" srcId="{C9AAC837-F2B0-40E5-8679-D365145CD32D}" destId="{9EDFDCDF-9BE1-40EC-926C-F5AC8826F453}" srcOrd="0" destOrd="0" presId="urn:microsoft.com/office/officeart/2011/layout/ThemePictureAlternatingAccent"/>
    <dgm:cxn modelId="{17CF8C97-A9C9-4583-A705-EBC2E9AB54EE}" type="presOf" srcId="{8EA7219F-BDB2-48EB-9EEB-3133522D132E}" destId="{8A1D38FB-BCDA-42D1-83D0-F09544949C1E}" srcOrd="0" destOrd="0" presId="urn:microsoft.com/office/officeart/2011/layout/ThemePictureAlternatingAccent"/>
    <dgm:cxn modelId="{A444C99D-967F-4CE3-87DA-CA41B6DE4481}" type="presOf" srcId="{F3FA86F7-575E-4FDD-B637-1D7276F725A4}" destId="{8B8112D9-A0BE-48C5-9A80-406BC857134F}" srcOrd="0" destOrd="0" presId="urn:microsoft.com/office/officeart/2011/layout/ThemePictureAlternatingAccent"/>
    <dgm:cxn modelId="{94ACC6AD-DE4B-42BE-A5BE-463D572746BD}" type="presOf" srcId="{BB36F745-62BA-4892-99D7-E4239B0F3843}" destId="{EEE39B78-C217-4C24-AD78-1C87650BA110}" srcOrd="0" destOrd="0" presId="urn:microsoft.com/office/officeart/2011/layout/ThemePictureAlternatingAccent"/>
    <dgm:cxn modelId="{58AD7EEF-D408-406B-87EE-4691D4C30668}" srcId="{B9C32B05-62EA-407A-B21C-2310C7945705}" destId="{8EA7219F-BDB2-48EB-9EEB-3133522D132E}" srcOrd="0" destOrd="0" parTransId="{3EE8403A-CB7C-4815-85BD-AEBCAEB71B37}" sibTransId="{C94B7947-85DC-4B21-BB99-DF8438356F98}"/>
    <dgm:cxn modelId="{67C18228-8710-4EE4-9D42-2B26CF6ACF07}" type="presParOf" srcId="{51DFE1C2-58D3-4B13-8238-D39892C7DE18}" destId="{014E581C-F0B6-4031-A4B1-EAD4A1CF3580}" srcOrd="0" destOrd="0" presId="urn:microsoft.com/office/officeart/2011/layout/ThemePictureAlternatingAccent"/>
    <dgm:cxn modelId="{5A74A744-20CA-4525-8FF7-B326CE33C9C3}" type="presParOf" srcId="{014E581C-F0B6-4031-A4B1-EAD4A1CF3580}" destId="{5BEBAD43-D573-49DA-8C32-10A05E6821DD}" srcOrd="0" destOrd="0" presId="urn:microsoft.com/office/officeart/2011/layout/ThemePictureAlternatingAccent"/>
    <dgm:cxn modelId="{127353A3-443E-4621-8BE4-B2599D41194E}" type="presParOf" srcId="{51DFE1C2-58D3-4B13-8238-D39892C7DE18}" destId="{8A1D38FB-BCDA-42D1-83D0-F09544949C1E}" srcOrd="1" destOrd="0" presId="urn:microsoft.com/office/officeart/2011/layout/ThemePictureAlternatingAccent"/>
    <dgm:cxn modelId="{9D2D4D11-2C09-4EF0-B7CC-C5CBC5D8457E}" type="presParOf" srcId="{51DFE1C2-58D3-4B13-8238-D39892C7DE18}" destId="{CC6F6810-97A1-454F-8C5D-90B48D43615D}" srcOrd="2" destOrd="0" presId="urn:microsoft.com/office/officeart/2011/layout/ThemePictureAlternatingAccent"/>
    <dgm:cxn modelId="{1BFB2B89-2492-4B9B-BE86-3F6B597184BC}" type="presParOf" srcId="{CC6F6810-97A1-454F-8C5D-90B48D43615D}" destId="{3DBCB702-CE20-4C46-B7A3-5962F6241D49}" srcOrd="0" destOrd="0" presId="urn:microsoft.com/office/officeart/2011/layout/ThemePictureAlternatingAccent"/>
    <dgm:cxn modelId="{BEDE82A5-C8B9-4CDD-93C7-3C9EE3864A1A}" type="presParOf" srcId="{51DFE1C2-58D3-4B13-8238-D39892C7DE18}" destId="{8B8112D9-A0BE-48C5-9A80-406BC857134F}" srcOrd="3" destOrd="0" presId="urn:microsoft.com/office/officeart/2011/layout/ThemePictureAlternatingAccent"/>
    <dgm:cxn modelId="{043E4306-22E2-47CD-BCC0-825D0BFF7550}" type="presParOf" srcId="{51DFE1C2-58D3-4B13-8238-D39892C7DE18}" destId="{9651EC43-8FF0-435C-AC3B-16B7A32EAD4B}" srcOrd="4" destOrd="0" presId="urn:microsoft.com/office/officeart/2011/layout/ThemePictureAlternatingAccent"/>
    <dgm:cxn modelId="{026B9E50-7EB0-4A28-BBCF-B728AD12F92F}" type="presParOf" srcId="{9651EC43-8FF0-435C-AC3B-16B7A32EAD4B}" destId="{9F35D935-BB06-47AF-AC31-FF4D162320FF}" srcOrd="0" destOrd="0" presId="urn:microsoft.com/office/officeart/2011/layout/ThemePictureAlternatingAccent"/>
    <dgm:cxn modelId="{27C0ACB8-EA48-4ED5-80B2-DA9D2903ACDB}" type="presParOf" srcId="{51DFE1C2-58D3-4B13-8238-D39892C7DE18}" destId="{5B43B3E5-66E8-4727-80B5-D846DE2C4C18}" srcOrd="5" destOrd="0" presId="urn:microsoft.com/office/officeart/2011/layout/ThemePictureAlternatingAccent"/>
    <dgm:cxn modelId="{3BC34BCA-2D24-43B0-BCAE-F8FC90BB8372}" type="presParOf" srcId="{51DFE1C2-58D3-4B13-8238-D39892C7DE18}" destId="{248A93E9-F116-4D59-AA18-9E5A13CFB5D2}" srcOrd="6" destOrd="0" presId="urn:microsoft.com/office/officeart/2011/layout/ThemePictureAlternatingAccent"/>
    <dgm:cxn modelId="{77FE3BB1-6661-458B-B8CE-E968516E48BB}" type="presParOf" srcId="{248A93E9-F116-4D59-AA18-9E5A13CFB5D2}" destId="{62C3AB34-4EB3-48D5-878C-FAC1D01A8897}" srcOrd="0" destOrd="0" presId="urn:microsoft.com/office/officeart/2011/layout/ThemePictureAlternatingAccent"/>
    <dgm:cxn modelId="{F9FA26AB-3EE4-48CA-A71C-4B16BD3DF65D}" type="presParOf" srcId="{51DFE1C2-58D3-4B13-8238-D39892C7DE18}" destId="{9EDFDCDF-9BE1-40EC-926C-F5AC8826F453}" srcOrd="7" destOrd="0" presId="urn:microsoft.com/office/officeart/2011/layout/ThemePictureAlternatingAccent"/>
    <dgm:cxn modelId="{F7DB88E7-6E3C-4A4B-BD32-4C1978DF9B8A}" type="presParOf" srcId="{51DFE1C2-58D3-4B13-8238-D39892C7DE18}" destId="{8217CBBF-FF74-4C17-A4DE-FA985630AF3B}" srcOrd="8" destOrd="0" presId="urn:microsoft.com/office/officeart/2011/layout/ThemePictureAlternatingAccent"/>
    <dgm:cxn modelId="{9354627B-0C57-48F9-A16E-96F2DE0514A9}" type="presParOf" srcId="{8217CBBF-FF74-4C17-A4DE-FA985630AF3B}" destId="{776279BF-7C90-4DD4-8A92-3FB57A79E1CB}" srcOrd="0" destOrd="0" presId="urn:microsoft.com/office/officeart/2011/layout/ThemePictureAlternatingAccent"/>
    <dgm:cxn modelId="{893BF455-5B3C-4FD7-BB78-A29E4B417DFD}" type="presParOf" srcId="{51DFE1C2-58D3-4B13-8238-D39892C7DE18}" destId="{EEE39B78-C217-4C24-AD78-1C87650BA110}" srcOrd="9" destOrd="0" presId="urn:microsoft.com/office/officeart/2011/layout/ThemePictureAlternatingAccent"/>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53.xml><?xml version="1.0" encoding="utf-8"?>
<dgm:dataModel xmlns:dgm="http://schemas.openxmlformats.org/drawingml/2006/diagram" xmlns:a="http://schemas.openxmlformats.org/drawingml/2006/main">
  <dgm:ptLst>
    <dgm:pt modelId="{2C97851F-27F7-451D-BDCE-39A1EA60EB1C}" type="doc">
      <dgm:prSet loTypeId="urn:microsoft.com/office/officeart/2008/layout/PictureAccentList" loCatId="picture" qsTypeId="urn:microsoft.com/office/officeart/2005/8/quickstyle/simple1" qsCatId="simple" csTypeId="urn:microsoft.com/office/officeart/2005/8/colors/colorful4" csCatId="colorful" phldr="1"/>
      <dgm:spPr/>
      <dgm:t>
        <a:bodyPr/>
        <a:lstStyle/>
        <a:p>
          <a:endParaRPr lang="en-US"/>
        </a:p>
      </dgm:t>
    </dgm:pt>
    <dgm:pt modelId="{4505D9F3-B7BE-4C11-8968-AF8E38061BD1}">
      <dgm:prSet phldrT="[Text]"/>
      <dgm:spPr/>
      <dgm:t>
        <a:bodyPr/>
        <a:lstStyle/>
        <a:p>
          <a:r>
            <a:rPr lang="en-US" dirty="0"/>
            <a:t>Lorem Ipsum</a:t>
          </a:r>
        </a:p>
      </dgm:t>
    </dgm:pt>
    <dgm:pt modelId="{FE68A6A7-B931-44DE-90EF-46FCAC68636D}" type="parTrans" cxnId="{4B307B0D-E3DD-4817-9325-775DB379967A}">
      <dgm:prSet/>
      <dgm:spPr/>
      <dgm:t>
        <a:bodyPr/>
        <a:lstStyle/>
        <a:p>
          <a:endParaRPr lang="en-US"/>
        </a:p>
      </dgm:t>
    </dgm:pt>
    <dgm:pt modelId="{1F8FB041-C2C6-4587-ABB1-287EBDA6A114}" type="sibTrans" cxnId="{4B307B0D-E3DD-4817-9325-775DB379967A}">
      <dgm:prSet/>
      <dgm:spPr/>
      <dgm:t>
        <a:bodyPr/>
        <a:lstStyle/>
        <a:p>
          <a:endParaRPr lang="en-US"/>
        </a:p>
      </dgm:t>
    </dgm:pt>
    <dgm:pt modelId="{D04E816C-0E7B-48A8-94A0-D9EC29A71063}">
      <dgm:prSet phldrT="[Text]"/>
      <dgm:spPr/>
      <dgm:t>
        <a:bodyPr/>
        <a:lstStyle/>
        <a:p>
          <a:r>
            <a:rPr lang="en-US" dirty="0"/>
            <a:t>Some text here</a:t>
          </a:r>
        </a:p>
      </dgm:t>
    </dgm:pt>
    <dgm:pt modelId="{D2371E46-87C9-483D-970A-B56431976599}" type="parTrans" cxnId="{FE527A4F-2526-4A88-BE6B-3E84402DC8C1}">
      <dgm:prSet/>
      <dgm:spPr/>
      <dgm:t>
        <a:bodyPr/>
        <a:lstStyle/>
        <a:p>
          <a:endParaRPr lang="en-US"/>
        </a:p>
      </dgm:t>
    </dgm:pt>
    <dgm:pt modelId="{84E97440-0C78-4586-821F-E7065204ECED}" type="sibTrans" cxnId="{FE527A4F-2526-4A88-BE6B-3E84402DC8C1}">
      <dgm:prSet/>
      <dgm:spPr/>
      <dgm:t>
        <a:bodyPr/>
        <a:lstStyle/>
        <a:p>
          <a:endParaRPr lang="en-US"/>
        </a:p>
      </dgm:t>
    </dgm:pt>
    <dgm:pt modelId="{A70A2B00-6004-4736-B315-97F41FE81791}">
      <dgm:prSet phldrT="[Text]"/>
      <dgm:spPr/>
      <dgm:t>
        <a:bodyPr/>
        <a:lstStyle/>
        <a:p>
          <a:r>
            <a:rPr lang="en-US" dirty="0"/>
            <a:t>Some text here</a:t>
          </a:r>
        </a:p>
      </dgm:t>
    </dgm:pt>
    <dgm:pt modelId="{EC4F6802-A6DE-453F-9907-316D81C9B74A}" type="parTrans" cxnId="{D743B188-45C6-4AA4-9C4C-8B5620A9BDDC}">
      <dgm:prSet/>
      <dgm:spPr/>
      <dgm:t>
        <a:bodyPr/>
        <a:lstStyle/>
        <a:p>
          <a:endParaRPr lang="en-US"/>
        </a:p>
      </dgm:t>
    </dgm:pt>
    <dgm:pt modelId="{01EE2F51-CD1F-41AD-AA6E-3B1935E94023}" type="sibTrans" cxnId="{D743B188-45C6-4AA4-9C4C-8B5620A9BDDC}">
      <dgm:prSet/>
      <dgm:spPr/>
      <dgm:t>
        <a:bodyPr/>
        <a:lstStyle/>
        <a:p>
          <a:endParaRPr lang="en-US"/>
        </a:p>
      </dgm:t>
    </dgm:pt>
    <dgm:pt modelId="{046DE36E-0FA3-433A-BD2C-1F1A6AFD35CE}">
      <dgm:prSet phldrT="[Text]"/>
      <dgm:spPr/>
      <dgm:t>
        <a:bodyPr/>
        <a:lstStyle/>
        <a:p>
          <a:r>
            <a:rPr lang="en-US" dirty="0"/>
            <a:t>Some text here</a:t>
          </a:r>
        </a:p>
      </dgm:t>
    </dgm:pt>
    <dgm:pt modelId="{4461E001-FD7B-43C4-AD74-5F9044B38E3F}" type="parTrans" cxnId="{0B54CEF2-7297-451F-8987-82D37A6D2271}">
      <dgm:prSet/>
      <dgm:spPr/>
      <dgm:t>
        <a:bodyPr/>
        <a:lstStyle/>
        <a:p>
          <a:endParaRPr lang="en-US"/>
        </a:p>
      </dgm:t>
    </dgm:pt>
    <dgm:pt modelId="{A4AF1590-D2AD-445E-84DB-272C6632B0FC}" type="sibTrans" cxnId="{0B54CEF2-7297-451F-8987-82D37A6D2271}">
      <dgm:prSet/>
      <dgm:spPr/>
      <dgm:t>
        <a:bodyPr/>
        <a:lstStyle/>
        <a:p>
          <a:endParaRPr lang="en-US"/>
        </a:p>
      </dgm:t>
    </dgm:pt>
    <dgm:pt modelId="{E59773C4-9B77-4E40-B93C-C8C8265D51F1}">
      <dgm:prSet phldrT="[Text]"/>
      <dgm:spPr/>
      <dgm:t>
        <a:bodyPr/>
        <a:lstStyle/>
        <a:p>
          <a:r>
            <a:rPr lang="en-US" dirty="0"/>
            <a:t>Some text here</a:t>
          </a:r>
        </a:p>
      </dgm:t>
    </dgm:pt>
    <dgm:pt modelId="{1292AF75-874E-4799-B9F1-D5A1B653832E}" type="parTrans" cxnId="{D020651F-E8D1-4F11-98F0-EE2D50800F81}">
      <dgm:prSet/>
      <dgm:spPr/>
      <dgm:t>
        <a:bodyPr/>
        <a:lstStyle/>
        <a:p>
          <a:endParaRPr lang="en-US"/>
        </a:p>
      </dgm:t>
    </dgm:pt>
    <dgm:pt modelId="{33726658-9590-4C80-AB48-5954DC3F410D}" type="sibTrans" cxnId="{D020651F-E8D1-4F11-98F0-EE2D50800F81}">
      <dgm:prSet/>
      <dgm:spPr/>
      <dgm:t>
        <a:bodyPr/>
        <a:lstStyle/>
        <a:p>
          <a:endParaRPr lang="en-US"/>
        </a:p>
      </dgm:t>
    </dgm:pt>
    <dgm:pt modelId="{9EB8DDFA-6A25-41EB-AC5F-C8507953C8C8}" type="pres">
      <dgm:prSet presAssocID="{2C97851F-27F7-451D-BDCE-39A1EA60EB1C}" presName="layout" presStyleCnt="0">
        <dgm:presLayoutVars>
          <dgm:chMax/>
          <dgm:chPref/>
          <dgm:dir/>
          <dgm:animOne val="branch"/>
          <dgm:animLvl val="lvl"/>
          <dgm:resizeHandles/>
        </dgm:presLayoutVars>
      </dgm:prSet>
      <dgm:spPr/>
    </dgm:pt>
    <dgm:pt modelId="{05B0F567-FB31-4B00-BDE0-518011C08DCB}" type="pres">
      <dgm:prSet presAssocID="{4505D9F3-B7BE-4C11-8968-AF8E38061BD1}" presName="root" presStyleCnt="0">
        <dgm:presLayoutVars>
          <dgm:chMax/>
          <dgm:chPref val="4"/>
        </dgm:presLayoutVars>
      </dgm:prSet>
      <dgm:spPr/>
    </dgm:pt>
    <dgm:pt modelId="{A9579550-0627-41EC-87BF-D3A5904A3E2D}" type="pres">
      <dgm:prSet presAssocID="{4505D9F3-B7BE-4C11-8968-AF8E38061BD1}" presName="rootComposite" presStyleCnt="0">
        <dgm:presLayoutVars/>
      </dgm:prSet>
      <dgm:spPr/>
    </dgm:pt>
    <dgm:pt modelId="{9B325BCB-F525-4E5E-99D4-4CF449F80089}" type="pres">
      <dgm:prSet presAssocID="{4505D9F3-B7BE-4C11-8968-AF8E38061BD1}" presName="rootText" presStyleLbl="node0" presStyleIdx="0" presStyleCnt="1">
        <dgm:presLayoutVars>
          <dgm:chMax/>
          <dgm:chPref val="4"/>
        </dgm:presLayoutVars>
      </dgm:prSet>
      <dgm:spPr/>
    </dgm:pt>
    <dgm:pt modelId="{6FAC8BFF-5A1D-4F43-B1B2-6BA0F750C29C}" type="pres">
      <dgm:prSet presAssocID="{4505D9F3-B7BE-4C11-8968-AF8E38061BD1}" presName="childShape" presStyleCnt="0">
        <dgm:presLayoutVars>
          <dgm:chMax val="0"/>
          <dgm:chPref val="0"/>
        </dgm:presLayoutVars>
      </dgm:prSet>
      <dgm:spPr/>
    </dgm:pt>
    <dgm:pt modelId="{15CD0998-CEE5-4E62-9C9F-7971CCBC1D21}" type="pres">
      <dgm:prSet presAssocID="{D04E816C-0E7B-48A8-94A0-D9EC29A71063}" presName="childComposite" presStyleCnt="0">
        <dgm:presLayoutVars>
          <dgm:chMax val="0"/>
          <dgm:chPref val="0"/>
        </dgm:presLayoutVars>
      </dgm:prSet>
      <dgm:spPr/>
    </dgm:pt>
    <dgm:pt modelId="{0FC42421-2343-4582-A7A5-EDA3B6916E1D}" type="pres">
      <dgm:prSet presAssocID="{D04E816C-0E7B-48A8-94A0-D9EC29A71063}" presName="Image" presStyleLbl="node1" presStyleIdx="0" presStyleCnt="4"/>
      <dgm:spPr/>
    </dgm:pt>
    <dgm:pt modelId="{CB9BBF9A-9AB0-4215-BB48-52F5EB95D6CB}" type="pres">
      <dgm:prSet presAssocID="{D04E816C-0E7B-48A8-94A0-D9EC29A71063}" presName="childText" presStyleLbl="lnNode1" presStyleIdx="0" presStyleCnt="4">
        <dgm:presLayoutVars>
          <dgm:chMax val="0"/>
          <dgm:chPref val="0"/>
          <dgm:bulletEnabled val="1"/>
        </dgm:presLayoutVars>
      </dgm:prSet>
      <dgm:spPr/>
    </dgm:pt>
    <dgm:pt modelId="{30D7C082-FD25-4012-8D5F-C9C27DD4D9C8}" type="pres">
      <dgm:prSet presAssocID="{A70A2B00-6004-4736-B315-97F41FE81791}" presName="childComposite" presStyleCnt="0">
        <dgm:presLayoutVars>
          <dgm:chMax val="0"/>
          <dgm:chPref val="0"/>
        </dgm:presLayoutVars>
      </dgm:prSet>
      <dgm:spPr/>
    </dgm:pt>
    <dgm:pt modelId="{0A1C9250-6378-4C72-9486-5649231B413C}" type="pres">
      <dgm:prSet presAssocID="{A70A2B00-6004-4736-B315-97F41FE81791}" presName="Image" presStyleLbl="node1" presStyleIdx="1" presStyleCnt="4"/>
      <dgm:spPr/>
    </dgm:pt>
    <dgm:pt modelId="{2EECF0B7-B216-41A0-9781-801651721E9E}" type="pres">
      <dgm:prSet presAssocID="{A70A2B00-6004-4736-B315-97F41FE81791}" presName="childText" presStyleLbl="lnNode1" presStyleIdx="1" presStyleCnt="4">
        <dgm:presLayoutVars>
          <dgm:chMax val="0"/>
          <dgm:chPref val="0"/>
          <dgm:bulletEnabled val="1"/>
        </dgm:presLayoutVars>
      </dgm:prSet>
      <dgm:spPr/>
    </dgm:pt>
    <dgm:pt modelId="{B923E52F-AB1D-4743-9627-457CA3522A39}" type="pres">
      <dgm:prSet presAssocID="{046DE36E-0FA3-433A-BD2C-1F1A6AFD35CE}" presName="childComposite" presStyleCnt="0">
        <dgm:presLayoutVars>
          <dgm:chMax val="0"/>
          <dgm:chPref val="0"/>
        </dgm:presLayoutVars>
      </dgm:prSet>
      <dgm:spPr/>
    </dgm:pt>
    <dgm:pt modelId="{9E9FC1ED-0F4E-4662-B58C-07807D2F4FEF}" type="pres">
      <dgm:prSet presAssocID="{046DE36E-0FA3-433A-BD2C-1F1A6AFD35CE}" presName="Image" presStyleLbl="node1" presStyleIdx="2" presStyleCnt="4"/>
      <dgm:spPr/>
    </dgm:pt>
    <dgm:pt modelId="{4788EB96-0D90-485D-8832-798594CB3540}" type="pres">
      <dgm:prSet presAssocID="{046DE36E-0FA3-433A-BD2C-1F1A6AFD35CE}" presName="childText" presStyleLbl="lnNode1" presStyleIdx="2" presStyleCnt="4">
        <dgm:presLayoutVars>
          <dgm:chMax val="0"/>
          <dgm:chPref val="0"/>
          <dgm:bulletEnabled val="1"/>
        </dgm:presLayoutVars>
      </dgm:prSet>
      <dgm:spPr/>
    </dgm:pt>
    <dgm:pt modelId="{0BBF7726-F0F1-4BF6-BE64-A1EC4215A95D}" type="pres">
      <dgm:prSet presAssocID="{E59773C4-9B77-4E40-B93C-C8C8265D51F1}" presName="childComposite" presStyleCnt="0">
        <dgm:presLayoutVars>
          <dgm:chMax val="0"/>
          <dgm:chPref val="0"/>
        </dgm:presLayoutVars>
      </dgm:prSet>
      <dgm:spPr/>
    </dgm:pt>
    <dgm:pt modelId="{22DA623E-1478-4CFC-A1FD-8E0B6846905A}" type="pres">
      <dgm:prSet presAssocID="{E59773C4-9B77-4E40-B93C-C8C8265D51F1}" presName="Image" presStyleLbl="node1" presStyleIdx="3" presStyleCnt="4"/>
      <dgm:spPr/>
    </dgm:pt>
    <dgm:pt modelId="{A25A13D4-86EE-4D8E-9FAF-656A12787598}" type="pres">
      <dgm:prSet presAssocID="{E59773C4-9B77-4E40-B93C-C8C8265D51F1}" presName="childText" presStyleLbl="lnNode1" presStyleIdx="3" presStyleCnt="4">
        <dgm:presLayoutVars>
          <dgm:chMax val="0"/>
          <dgm:chPref val="0"/>
          <dgm:bulletEnabled val="1"/>
        </dgm:presLayoutVars>
      </dgm:prSet>
      <dgm:spPr/>
    </dgm:pt>
  </dgm:ptLst>
  <dgm:cxnLst>
    <dgm:cxn modelId="{BAA71D04-1D6B-4229-8F04-E23A4369699B}" type="presOf" srcId="{A70A2B00-6004-4736-B315-97F41FE81791}" destId="{2EECF0B7-B216-41A0-9781-801651721E9E}" srcOrd="0" destOrd="0" presId="urn:microsoft.com/office/officeart/2008/layout/PictureAccentList"/>
    <dgm:cxn modelId="{4B307B0D-E3DD-4817-9325-775DB379967A}" srcId="{2C97851F-27F7-451D-BDCE-39A1EA60EB1C}" destId="{4505D9F3-B7BE-4C11-8968-AF8E38061BD1}" srcOrd="0" destOrd="0" parTransId="{FE68A6A7-B931-44DE-90EF-46FCAC68636D}" sibTransId="{1F8FB041-C2C6-4587-ABB1-287EBDA6A114}"/>
    <dgm:cxn modelId="{D020651F-E8D1-4F11-98F0-EE2D50800F81}" srcId="{4505D9F3-B7BE-4C11-8968-AF8E38061BD1}" destId="{E59773C4-9B77-4E40-B93C-C8C8265D51F1}" srcOrd="3" destOrd="0" parTransId="{1292AF75-874E-4799-B9F1-D5A1B653832E}" sibTransId="{33726658-9590-4C80-AB48-5954DC3F410D}"/>
    <dgm:cxn modelId="{03499834-5F3E-4FB3-BCD2-6269B0210254}" type="presOf" srcId="{E59773C4-9B77-4E40-B93C-C8C8265D51F1}" destId="{A25A13D4-86EE-4D8E-9FAF-656A12787598}" srcOrd="0" destOrd="0" presId="urn:microsoft.com/office/officeart/2008/layout/PictureAccentList"/>
    <dgm:cxn modelId="{87E4645B-3993-405F-A985-1972819F959A}" type="presOf" srcId="{2C97851F-27F7-451D-BDCE-39A1EA60EB1C}" destId="{9EB8DDFA-6A25-41EB-AC5F-C8507953C8C8}" srcOrd="0" destOrd="0" presId="urn:microsoft.com/office/officeart/2008/layout/PictureAccentList"/>
    <dgm:cxn modelId="{28E46D5D-0D81-4DBE-817D-96168876EEBA}" type="presOf" srcId="{4505D9F3-B7BE-4C11-8968-AF8E38061BD1}" destId="{9B325BCB-F525-4E5E-99D4-4CF449F80089}" srcOrd="0" destOrd="0" presId="urn:microsoft.com/office/officeart/2008/layout/PictureAccentList"/>
    <dgm:cxn modelId="{FD819F45-4DDE-4739-9182-3ACF23BEE2EE}" type="presOf" srcId="{D04E816C-0E7B-48A8-94A0-D9EC29A71063}" destId="{CB9BBF9A-9AB0-4215-BB48-52F5EB95D6CB}" srcOrd="0" destOrd="0" presId="urn:microsoft.com/office/officeart/2008/layout/PictureAccentList"/>
    <dgm:cxn modelId="{FE527A4F-2526-4A88-BE6B-3E84402DC8C1}" srcId="{4505D9F3-B7BE-4C11-8968-AF8E38061BD1}" destId="{D04E816C-0E7B-48A8-94A0-D9EC29A71063}" srcOrd="0" destOrd="0" parTransId="{D2371E46-87C9-483D-970A-B56431976599}" sibTransId="{84E97440-0C78-4586-821F-E7065204ECED}"/>
    <dgm:cxn modelId="{D743B188-45C6-4AA4-9C4C-8B5620A9BDDC}" srcId="{4505D9F3-B7BE-4C11-8968-AF8E38061BD1}" destId="{A70A2B00-6004-4736-B315-97F41FE81791}" srcOrd="1" destOrd="0" parTransId="{EC4F6802-A6DE-453F-9907-316D81C9B74A}" sibTransId="{01EE2F51-CD1F-41AD-AA6E-3B1935E94023}"/>
    <dgm:cxn modelId="{6EE293DA-61FB-4DD7-8F22-6116752ED20F}" type="presOf" srcId="{046DE36E-0FA3-433A-BD2C-1F1A6AFD35CE}" destId="{4788EB96-0D90-485D-8832-798594CB3540}" srcOrd="0" destOrd="0" presId="urn:microsoft.com/office/officeart/2008/layout/PictureAccentList"/>
    <dgm:cxn modelId="{0B54CEF2-7297-451F-8987-82D37A6D2271}" srcId="{4505D9F3-B7BE-4C11-8968-AF8E38061BD1}" destId="{046DE36E-0FA3-433A-BD2C-1F1A6AFD35CE}" srcOrd="2" destOrd="0" parTransId="{4461E001-FD7B-43C4-AD74-5F9044B38E3F}" sibTransId="{A4AF1590-D2AD-445E-84DB-272C6632B0FC}"/>
    <dgm:cxn modelId="{23F82FDD-2F20-4CEC-91FE-31C52BB1B36F}" type="presParOf" srcId="{9EB8DDFA-6A25-41EB-AC5F-C8507953C8C8}" destId="{05B0F567-FB31-4B00-BDE0-518011C08DCB}" srcOrd="0" destOrd="0" presId="urn:microsoft.com/office/officeart/2008/layout/PictureAccentList"/>
    <dgm:cxn modelId="{13C48308-8DE0-458E-92F9-97FECD119F2E}" type="presParOf" srcId="{05B0F567-FB31-4B00-BDE0-518011C08DCB}" destId="{A9579550-0627-41EC-87BF-D3A5904A3E2D}" srcOrd="0" destOrd="0" presId="urn:microsoft.com/office/officeart/2008/layout/PictureAccentList"/>
    <dgm:cxn modelId="{1D608259-28C9-435D-B3AD-11BCD2B8F99E}" type="presParOf" srcId="{A9579550-0627-41EC-87BF-D3A5904A3E2D}" destId="{9B325BCB-F525-4E5E-99D4-4CF449F80089}" srcOrd="0" destOrd="0" presId="urn:microsoft.com/office/officeart/2008/layout/PictureAccentList"/>
    <dgm:cxn modelId="{CF6D75CD-87F7-4E1A-B698-0236227592D3}" type="presParOf" srcId="{05B0F567-FB31-4B00-BDE0-518011C08DCB}" destId="{6FAC8BFF-5A1D-4F43-B1B2-6BA0F750C29C}" srcOrd="1" destOrd="0" presId="urn:microsoft.com/office/officeart/2008/layout/PictureAccentList"/>
    <dgm:cxn modelId="{BF3C9F4F-6E84-4811-B807-015FC75D4616}" type="presParOf" srcId="{6FAC8BFF-5A1D-4F43-B1B2-6BA0F750C29C}" destId="{15CD0998-CEE5-4E62-9C9F-7971CCBC1D21}" srcOrd="0" destOrd="0" presId="urn:microsoft.com/office/officeart/2008/layout/PictureAccentList"/>
    <dgm:cxn modelId="{3B3A676D-F43C-4D05-B752-81E341B31F64}" type="presParOf" srcId="{15CD0998-CEE5-4E62-9C9F-7971CCBC1D21}" destId="{0FC42421-2343-4582-A7A5-EDA3B6916E1D}" srcOrd="0" destOrd="0" presId="urn:microsoft.com/office/officeart/2008/layout/PictureAccentList"/>
    <dgm:cxn modelId="{A3292E51-5A47-4FB9-B822-5DD4F8E68265}" type="presParOf" srcId="{15CD0998-CEE5-4E62-9C9F-7971CCBC1D21}" destId="{CB9BBF9A-9AB0-4215-BB48-52F5EB95D6CB}" srcOrd="1" destOrd="0" presId="urn:microsoft.com/office/officeart/2008/layout/PictureAccentList"/>
    <dgm:cxn modelId="{4F7B0B35-1E65-4981-B720-5B66B56EE775}" type="presParOf" srcId="{6FAC8BFF-5A1D-4F43-B1B2-6BA0F750C29C}" destId="{30D7C082-FD25-4012-8D5F-C9C27DD4D9C8}" srcOrd="1" destOrd="0" presId="urn:microsoft.com/office/officeart/2008/layout/PictureAccentList"/>
    <dgm:cxn modelId="{B49917BD-BAEF-4349-9B65-9088188B509B}" type="presParOf" srcId="{30D7C082-FD25-4012-8D5F-C9C27DD4D9C8}" destId="{0A1C9250-6378-4C72-9486-5649231B413C}" srcOrd="0" destOrd="0" presId="urn:microsoft.com/office/officeart/2008/layout/PictureAccentList"/>
    <dgm:cxn modelId="{FC815C73-EC84-431E-BD49-36A0CE1BED84}" type="presParOf" srcId="{30D7C082-FD25-4012-8D5F-C9C27DD4D9C8}" destId="{2EECF0B7-B216-41A0-9781-801651721E9E}" srcOrd="1" destOrd="0" presId="urn:microsoft.com/office/officeart/2008/layout/PictureAccentList"/>
    <dgm:cxn modelId="{50803909-3EA8-4375-858E-05649E5C0FB4}" type="presParOf" srcId="{6FAC8BFF-5A1D-4F43-B1B2-6BA0F750C29C}" destId="{B923E52F-AB1D-4743-9627-457CA3522A39}" srcOrd="2" destOrd="0" presId="urn:microsoft.com/office/officeart/2008/layout/PictureAccentList"/>
    <dgm:cxn modelId="{DF8A6CC0-E68B-407A-AD0D-91B3572C37ED}" type="presParOf" srcId="{B923E52F-AB1D-4743-9627-457CA3522A39}" destId="{9E9FC1ED-0F4E-4662-B58C-07807D2F4FEF}" srcOrd="0" destOrd="0" presId="urn:microsoft.com/office/officeart/2008/layout/PictureAccentList"/>
    <dgm:cxn modelId="{80F118F6-003F-40FC-9FEF-DB1B5164152F}" type="presParOf" srcId="{B923E52F-AB1D-4743-9627-457CA3522A39}" destId="{4788EB96-0D90-485D-8832-798594CB3540}" srcOrd="1" destOrd="0" presId="urn:microsoft.com/office/officeart/2008/layout/PictureAccentList"/>
    <dgm:cxn modelId="{65CDB507-DA38-4B12-AE29-4EDC1E18D70B}" type="presParOf" srcId="{6FAC8BFF-5A1D-4F43-B1B2-6BA0F750C29C}" destId="{0BBF7726-F0F1-4BF6-BE64-A1EC4215A95D}" srcOrd="3" destOrd="0" presId="urn:microsoft.com/office/officeart/2008/layout/PictureAccentList"/>
    <dgm:cxn modelId="{2B407EA6-E3AF-47E7-BD1D-3D4DB2099E32}" type="presParOf" srcId="{0BBF7726-F0F1-4BF6-BE64-A1EC4215A95D}" destId="{22DA623E-1478-4CFC-A1FD-8E0B6846905A}" srcOrd="0" destOrd="0" presId="urn:microsoft.com/office/officeart/2008/layout/PictureAccentList"/>
    <dgm:cxn modelId="{3C3ADF8B-FC4B-4487-BE33-77FAD761BDA3}" type="presParOf" srcId="{0BBF7726-F0F1-4BF6-BE64-A1EC4215A95D}" destId="{A25A13D4-86EE-4D8E-9FAF-656A12787598}" srcOrd="1" destOrd="0" presId="urn:microsoft.com/office/officeart/2008/layout/PictureAccent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4.xml><?xml version="1.0" encoding="utf-8"?>
<dgm:dataModel xmlns:dgm="http://schemas.openxmlformats.org/drawingml/2006/diagram" xmlns:a="http://schemas.openxmlformats.org/drawingml/2006/main">
  <dgm:ptLst>
    <dgm:pt modelId="{B9C32B05-62EA-407A-B21C-2310C7945705}" type="doc">
      <dgm:prSet loTypeId="urn:microsoft.com/office/officeart/2008/layout/AlternatingPictureCircles" loCatId="picture" qsTypeId="urn:microsoft.com/office/officeart/2005/8/quickstyle/simple4" qsCatId="simple" csTypeId="urn:microsoft.com/office/officeart/2005/8/colors/colorful1" csCatId="colorful" phldr="1"/>
      <dgm:spPr/>
      <dgm:t>
        <a:bodyPr/>
        <a:lstStyle/>
        <a:p>
          <a:endParaRPr lang="en-US"/>
        </a:p>
      </dgm:t>
    </dgm:pt>
    <dgm:pt modelId="{8EA7219F-BDB2-48EB-9EEB-3133522D132E}">
      <dgm:prSet phldrT="[Text]"/>
      <dgm:spPr/>
      <dgm:t>
        <a:bodyPr/>
        <a:lstStyle/>
        <a:p>
          <a:r>
            <a:rPr lang="en-US">
              <a:solidFill>
                <a:schemeClr val="tx2"/>
              </a:solidFill>
            </a:rPr>
            <a:t>Lorem Ipsum</a:t>
          </a:r>
          <a:endParaRPr lang="en-US" dirty="0">
            <a:solidFill>
              <a:schemeClr val="tx2"/>
            </a:solidFill>
          </a:endParaRPr>
        </a:p>
      </dgm:t>
    </dgm:pt>
    <dgm:pt modelId="{3EE8403A-CB7C-4815-85BD-AEBCAEB71B37}" type="parTrans" cxnId="{58AD7EEF-D408-406B-87EE-4691D4C30668}">
      <dgm:prSet/>
      <dgm:spPr/>
      <dgm:t>
        <a:bodyPr/>
        <a:lstStyle/>
        <a:p>
          <a:endParaRPr lang="en-US">
            <a:solidFill>
              <a:schemeClr val="tx2"/>
            </a:solidFill>
          </a:endParaRPr>
        </a:p>
      </dgm:t>
    </dgm:pt>
    <dgm:pt modelId="{C94B7947-85DC-4B21-BB99-DF8438356F98}" type="sibTrans" cxnId="{58AD7EEF-D408-406B-87EE-4691D4C30668}">
      <dgm:prSet/>
      <dgm:spPr/>
      <dgm:t>
        <a:bodyPr/>
        <a:lstStyle/>
        <a:p>
          <a:endParaRPr lang="en-US">
            <a:solidFill>
              <a:schemeClr val="tx2"/>
            </a:solidFill>
          </a:endParaRPr>
        </a:p>
      </dgm:t>
    </dgm:pt>
    <dgm:pt modelId="{F3FA86F7-575E-4FDD-B637-1D7276F725A4}">
      <dgm:prSet phldrT="[Text]"/>
      <dgm:spPr/>
      <dgm:t>
        <a:bodyPr/>
        <a:lstStyle/>
        <a:p>
          <a:r>
            <a:rPr lang="en-US">
              <a:solidFill>
                <a:schemeClr val="tx2"/>
              </a:solidFill>
            </a:rPr>
            <a:t>Lorem Ipsum</a:t>
          </a:r>
          <a:endParaRPr lang="en-US" dirty="0">
            <a:solidFill>
              <a:schemeClr val="tx2"/>
            </a:solidFill>
          </a:endParaRPr>
        </a:p>
      </dgm:t>
    </dgm:pt>
    <dgm:pt modelId="{192CD16B-FA85-49AB-96EA-80094BA41ED5}" type="parTrans" cxnId="{B38DB338-3B1E-4324-A45E-8025E9D81450}">
      <dgm:prSet/>
      <dgm:spPr/>
      <dgm:t>
        <a:bodyPr/>
        <a:lstStyle/>
        <a:p>
          <a:endParaRPr lang="en-US">
            <a:solidFill>
              <a:schemeClr val="tx2"/>
            </a:solidFill>
          </a:endParaRPr>
        </a:p>
      </dgm:t>
    </dgm:pt>
    <dgm:pt modelId="{BEF45895-E33A-456A-85CE-5D5DFC2CF2C9}" type="sibTrans" cxnId="{B38DB338-3B1E-4324-A45E-8025E9D81450}">
      <dgm:prSet/>
      <dgm:spPr/>
      <dgm:t>
        <a:bodyPr/>
        <a:lstStyle/>
        <a:p>
          <a:endParaRPr lang="en-US">
            <a:solidFill>
              <a:schemeClr val="tx2"/>
            </a:solidFill>
          </a:endParaRPr>
        </a:p>
      </dgm:t>
    </dgm:pt>
    <dgm:pt modelId="{8D3744A8-1883-4930-8E0D-B57E26D003C6}">
      <dgm:prSet phldrT="[Text]"/>
      <dgm:spPr/>
      <dgm:t>
        <a:bodyPr/>
        <a:lstStyle/>
        <a:p>
          <a:r>
            <a:rPr lang="en-US" dirty="0">
              <a:solidFill>
                <a:schemeClr val="tx2"/>
              </a:solidFill>
            </a:rPr>
            <a:t>Lorem Ipsum</a:t>
          </a:r>
        </a:p>
      </dgm:t>
    </dgm:pt>
    <dgm:pt modelId="{AC9EAF57-EBF1-4FB7-8ED0-6ECFF59ADE74}" type="parTrans" cxnId="{C8FCCD3C-805E-4A27-964D-25DE1206ADCA}">
      <dgm:prSet/>
      <dgm:spPr/>
      <dgm:t>
        <a:bodyPr/>
        <a:lstStyle/>
        <a:p>
          <a:endParaRPr lang="en-US">
            <a:solidFill>
              <a:schemeClr val="tx2"/>
            </a:solidFill>
          </a:endParaRPr>
        </a:p>
      </dgm:t>
    </dgm:pt>
    <dgm:pt modelId="{D40CF7D9-D0C3-4084-8D2D-359654C28D0F}" type="sibTrans" cxnId="{C8FCCD3C-805E-4A27-964D-25DE1206ADCA}">
      <dgm:prSet/>
      <dgm:spPr/>
      <dgm:t>
        <a:bodyPr/>
        <a:lstStyle/>
        <a:p>
          <a:endParaRPr lang="en-US">
            <a:solidFill>
              <a:schemeClr val="tx2"/>
            </a:solidFill>
          </a:endParaRPr>
        </a:p>
      </dgm:t>
    </dgm:pt>
    <dgm:pt modelId="{C9AAC837-F2B0-40E5-8679-D365145CD32D}">
      <dgm:prSet phldrT="[Text]"/>
      <dgm:spPr/>
      <dgm:t>
        <a:bodyPr/>
        <a:lstStyle/>
        <a:p>
          <a:r>
            <a:rPr lang="en-US" dirty="0">
              <a:solidFill>
                <a:schemeClr val="tx2"/>
              </a:solidFill>
            </a:rPr>
            <a:t>Lorem Ipsum</a:t>
          </a:r>
        </a:p>
      </dgm:t>
    </dgm:pt>
    <dgm:pt modelId="{BF762BC7-3A73-465D-85A6-3BCDF9B94784}" type="parTrans" cxnId="{D2F8513A-5886-4FAB-9494-6D284BD96A29}">
      <dgm:prSet/>
      <dgm:spPr/>
      <dgm:t>
        <a:bodyPr/>
        <a:lstStyle/>
        <a:p>
          <a:endParaRPr lang="en-US">
            <a:solidFill>
              <a:schemeClr val="tx2"/>
            </a:solidFill>
          </a:endParaRPr>
        </a:p>
      </dgm:t>
    </dgm:pt>
    <dgm:pt modelId="{0CEADA81-66C0-4096-BEDE-B88D7687450C}" type="sibTrans" cxnId="{D2F8513A-5886-4FAB-9494-6D284BD96A29}">
      <dgm:prSet/>
      <dgm:spPr/>
      <dgm:t>
        <a:bodyPr/>
        <a:lstStyle/>
        <a:p>
          <a:endParaRPr lang="en-US">
            <a:solidFill>
              <a:schemeClr val="tx2"/>
            </a:solidFill>
          </a:endParaRPr>
        </a:p>
      </dgm:t>
    </dgm:pt>
    <dgm:pt modelId="{1B33EC5F-F2C8-4B11-A7A5-BC5A0D534AD1}" type="pres">
      <dgm:prSet presAssocID="{B9C32B05-62EA-407A-B21C-2310C7945705}" presName="Name0" presStyleCnt="0">
        <dgm:presLayoutVars>
          <dgm:chMax/>
          <dgm:chPref/>
          <dgm:dir/>
        </dgm:presLayoutVars>
      </dgm:prSet>
      <dgm:spPr/>
    </dgm:pt>
    <dgm:pt modelId="{B4C4EA6B-B6DF-44B6-99DC-0CEEB318B3F6}" type="pres">
      <dgm:prSet presAssocID="{8EA7219F-BDB2-48EB-9EEB-3133522D132E}" presName="composite" presStyleCnt="0"/>
      <dgm:spPr/>
    </dgm:pt>
    <dgm:pt modelId="{DB993CD2-488C-4ED4-B8DA-96553248D1AE}" type="pres">
      <dgm:prSet presAssocID="{8EA7219F-BDB2-48EB-9EEB-3133522D132E}" presName="Accent" presStyleLbl="alignNode1" presStyleIdx="0" presStyleCnt="7">
        <dgm:presLayoutVars>
          <dgm:chMax val="0"/>
          <dgm:chPref val="0"/>
        </dgm:presLayoutVars>
      </dgm:prSet>
      <dgm:spPr/>
    </dgm:pt>
    <dgm:pt modelId="{9396DB03-0A8D-4740-A62F-A2408DCDAC01}" type="pres">
      <dgm:prSet presAssocID="{8EA7219F-BDB2-48EB-9EEB-3133522D132E}" presName="Image" presStyleLbl="bgImgPlace1" presStyleIdx="0" presStyleCnt="4">
        <dgm:presLayoutVars>
          <dgm:chMax val="0"/>
          <dgm:chPref val="0"/>
          <dgm:bulletEnabled val="1"/>
        </dgm:presLayoutVars>
      </dgm:prSet>
      <dgm:spPr/>
    </dgm:pt>
    <dgm:pt modelId="{E878A1CA-DFFB-4497-85D5-075C9BA252FC}" type="pres">
      <dgm:prSet presAssocID="{8EA7219F-BDB2-48EB-9EEB-3133522D132E}" presName="Parent" presStyleLbl="fgAccFollowNode1" presStyleIdx="0" presStyleCnt="4">
        <dgm:presLayoutVars>
          <dgm:chMax val="0"/>
          <dgm:chPref val="0"/>
          <dgm:bulletEnabled val="1"/>
        </dgm:presLayoutVars>
      </dgm:prSet>
      <dgm:spPr/>
    </dgm:pt>
    <dgm:pt modelId="{79F87227-BCDC-498F-872D-CA28DB1A8398}" type="pres">
      <dgm:prSet presAssocID="{8EA7219F-BDB2-48EB-9EEB-3133522D132E}" presName="Space" presStyleCnt="0">
        <dgm:presLayoutVars>
          <dgm:chMax val="0"/>
          <dgm:chPref val="0"/>
        </dgm:presLayoutVars>
      </dgm:prSet>
      <dgm:spPr/>
    </dgm:pt>
    <dgm:pt modelId="{70602596-9FBC-446B-A409-54F6AD59F7C3}" type="pres">
      <dgm:prSet presAssocID="{C94B7947-85DC-4B21-BB99-DF8438356F98}" presName="ConnectorComposite" presStyleCnt="0"/>
      <dgm:spPr/>
    </dgm:pt>
    <dgm:pt modelId="{3026E0AA-9BAF-4B4E-A2AB-686CBB9F55A5}" type="pres">
      <dgm:prSet presAssocID="{C94B7947-85DC-4B21-BB99-DF8438356F98}" presName="TopSpacing" presStyleCnt="0"/>
      <dgm:spPr/>
    </dgm:pt>
    <dgm:pt modelId="{DE2F4796-7145-43AB-B42E-A5EB16A3FE92}" type="pres">
      <dgm:prSet presAssocID="{C94B7947-85DC-4B21-BB99-DF8438356F98}" presName="Connector" presStyleLbl="alignNode1" presStyleIdx="1" presStyleCnt="7"/>
      <dgm:spPr/>
    </dgm:pt>
    <dgm:pt modelId="{6546AF40-5933-4E44-B63E-7E4F277EE3B6}" type="pres">
      <dgm:prSet presAssocID="{C94B7947-85DC-4B21-BB99-DF8438356F98}" presName="BottomSpacing" presStyleCnt="0"/>
      <dgm:spPr/>
    </dgm:pt>
    <dgm:pt modelId="{63DBFC8A-C6D0-4179-AD9C-D6CF931D5E47}" type="pres">
      <dgm:prSet presAssocID="{F3FA86F7-575E-4FDD-B637-1D7276F725A4}" presName="composite" presStyleCnt="0"/>
      <dgm:spPr/>
    </dgm:pt>
    <dgm:pt modelId="{061A9CF4-99CD-4EFA-9AEF-B22EF7875620}" type="pres">
      <dgm:prSet presAssocID="{F3FA86F7-575E-4FDD-B637-1D7276F725A4}" presName="Accent" presStyleLbl="alignNode1" presStyleIdx="2" presStyleCnt="7">
        <dgm:presLayoutVars>
          <dgm:chMax val="0"/>
          <dgm:chPref val="0"/>
        </dgm:presLayoutVars>
      </dgm:prSet>
      <dgm:spPr/>
    </dgm:pt>
    <dgm:pt modelId="{A79F6515-C43F-4EA9-B545-587A95D35739}" type="pres">
      <dgm:prSet presAssocID="{F3FA86F7-575E-4FDD-B637-1D7276F725A4}" presName="Image" presStyleLbl="bgImgPlace1" presStyleIdx="1" presStyleCnt="4">
        <dgm:presLayoutVars>
          <dgm:chMax val="0"/>
          <dgm:chPref val="0"/>
          <dgm:bulletEnabled val="1"/>
        </dgm:presLayoutVars>
      </dgm:prSet>
      <dgm:spPr/>
    </dgm:pt>
    <dgm:pt modelId="{1DA9481C-5D3C-42D1-A728-930225ADC218}" type="pres">
      <dgm:prSet presAssocID="{F3FA86F7-575E-4FDD-B637-1D7276F725A4}" presName="Parent" presStyleLbl="fgAccFollowNode1" presStyleIdx="1" presStyleCnt="4">
        <dgm:presLayoutVars>
          <dgm:chMax val="0"/>
          <dgm:chPref val="0"/>
          <dgm:bulletEnabled val="1"/>
        </dgm:presLayoutVars>
      </dgm:prSet>
      <dgm:spPr/>
    </dgm:pt>
    <dgm:pt modelId="{7A84691D-6411-4243-91D1-CAB72FE9596E}" type="pres">
      <dgm:prSet presAssocID="{F3FA86F7-575E-4FDD-B637-1D7276F725A4}" presName="Space" presStyleCnt="0">
        <dgm:presLayoutVars>
          <dgm:chMax val="0"/>
          <dgm:chPref val="0"/>
        </dgm:presLayoutVars>
      </dgm:prSet>
      <dgm:spPr/>
    </dgm:pt>
    <dgm:pt modelId="{AE27FB44-9456-451C-BF19-61EEC90A98FA}" type="pres">
      <dgm:prSet presAssocID="{BEF45895-E33A-456A-85CE-5D5DFC2CF2C9}" presName="ConnectorComposite" presStyleCnt="0"/>
      <dgm:spPr/>
    </dgm:pt>
    <dgm:pt modelId="{9F80ACF0-47E2-4374-A13A-2693CE180ECB}" type="pres">
      <dgm:prSet presAssocID="{BEF45895-E33A-456A-85CE-5D5DFC2CF2C9}" presName="TopSpacing" presStyleCnt="0"/>
      <dgm:spPr/>
    </dgm:pt>
    <dgm:pt modelId="{C4F7722B-DD8C-4568-AC33-B7C934F45289}" type="pres">
      <dgm:prSet presAssocID="{BEF45895-E33A-456A-85CE-5D5DFC2CF2C9}" presName="Connector" presStyleLbl="alignNode1" presStyleIdx="3" presStyleCnt="7"/>
      <dgm:spPr/>
    </dgm:pt>
    <dgm:pt modelId="{0AEBEED4-B750-4D95-A846-9F2F4A0BE103}" type="pres">
      <dgm:prSet presAssocID="{BEF45895-E33A-456A-85CE-5D5DFC2CF2C9}" presName="BottomSpacing" presStyleCnt="0"/>
      <dgm:spPr/>
    </dgm:pt>
    <dgm:pt modelId="{C50C36BB-650E-4CF1-B1F5-923176D78945}" type="pres">
      <dgm:prSet presAssocID="{8D3744A8-1883-4930-8E0D-B57E26D003C6}" presName="composite" presStyleCnt="0"/>
      <dgm:spPr/>
    </dgm:pt>
    <dgm:pt modelId="{BE4724EB-0FDA-491B-B47F-F36E80EE3101}" type="pres">
      <dgm:prSet presAssocID="{8D3744A8-1883-4930-8E0D-B57E26D003C6}" presName="Accent" presStyleLbl="alignNode1" presStyleIdx="4" presStyleCnt="7">
        <dgm:presLayoutVars>
          <dgm:chMax val="0"/>
          <dgm:chPref val="0"/>
        </dgm:presLayoutVars>
      </dgm:prSet>
      <dgm:spPr/>
    </dgm:pt>
    <dgm:pt modelId="{ACCF1064-541A-4FF3-AADD-131387D7CC09}" type="pres">
      <dgm:prSet presAssocID="{8D3744A8-1883-4930-8E0D-B57E26D003C6}" presName="Image" presStyleLbl="bgImgPlace1" presStyleIdx="2" presStyleCnt="4">
        <dgm:presLayoutVars>
          <dgm:chMax val="0"/>
          <dgm:chPref val="0"/>
          <dgm:bulletEnabled val="1"/>
        </dgm:presLayoutVars>
      </dgm:prSet>
      <dgm:spPr/>
    </dgm:pt>
    <dgm:pt modelId="{B2FC8B27-405D-4DB6-8BF6-9D87955904F3}" type="pres">
      <dgm:prSet presAssocID="{8D3744A8-1883-4930-8E0D-B57E26D003C6}" presName="Parent" presStyleLbl="fgAccFollowNode1" presStyleIdx="2" presStyleCnt="4">
        <dgm:presLayoutVars>
          <dgm:chMax val="0"/>
          <dgm:chPref val="0"/>
          <dgm:bulletEnabled val="1"/>
        </dgm:presLayoutVars>
      </dgm:prSet>
      <dgm:spPr/>
    </dgm:pt>
    <dgm:pt modelId="{5D319C76-420E-4291-BA33-F9A1567281AB}" type="pres">
      <dgm:prSet presAssocID="{8D3744A8-1883-4930-8E0D-B57E26D003C6}" presName="Space" presStyleCnt="0">
        <dgm:presLayoutVars>
          <dgm:chMax val="0"/>
          <dgm:chPref val="0"/>
        </dgm:presLayoutVars>
      </dgm:prSet>
      <dgm:spPr/>
    </dgm:pt>
    <dgm:pt modelId="{903E6310-6323-4A5A-A882-F586103833AA}" type="pres">
      <dgm:prSet presAssocID="{D40CF7D9-D0C3-4084-8D2D-359654C28D0F}" presName="ConnectorComposite" presStyleCnt="0"/>
      <dgm:spPr/>
    </dgm:pt>
    <dgm:pt modelId="{9179FE6E-DC2A-43C5-B92E-0E23A1C7C16C}" type="pres">
      <dgm:prSet presAssocID="{D40CF7D9-D0C3-4084-8D2D-359654C28D0F}" presName="TopSpacing" presStyleCnt="0"/>
      <dgm:spPr/>
    </dgm:pt>
    <dgm:pt modelId="{A836EDA4-6FC4-4CB6-8456-5BC445EDE03F}" type="pres">
      <dgm:prSet presAssocID="{D40CF7D9-D0C3-4084-8D2D-359654C28D0F}" presName="Connector" presStyleLbl="alignNode1" presStyleIdx="5" presStyleCnt="7"/>
      <dgm:spPr/>
    </dgm:pt>
    <dgm:pt modelId="{32142438-6583-4F0C-8CE9-18C57C90C333}" type="pres">
      <dgm:prSet presAssocID="{D40CF7D9-D0C3-4084-8D2D-359654C28D0F}" presName="BottomSpacing" presStyleCnt="0"/>
      <dgm:spPr/>
    </dgm:pt>
    <dgm:pt modelId="{8DB33572-035C-4966-A90A-8F690151C2D6}" type="pres">
      <dgm:prSet presAssocID="{C9AAC837-F2B0-40E5-8679-D365145CD32D}" presName="composite" presStyleCnt="0"/>
      <dgm:spPr/>
    </dgm:pt>
    <dgm:pt modelId="{8204ADAC-707B-4D5D-A5A5-37497E7E1A36}" type="pres">
      <dgm:prSet presAssocID="{C9AAC837-F2B0-40E5-8679-D365145CD32D}" presName="Accent" presStyleLbl="alignNode1" presStyleIdx="6" presStyleCnt="7">
        <dgm:presLayoutVars>
          <dgm:chMax val="0"/>
          <dgm:chPref val="0"/>
        </dgm:presLayoutVars>
      </dgm:prSet>
      <dgm:spPr/>
    </dgm:pt>
    <dgm:pt modelId="{07B9C09E-2021-4D81-BB13-79EE6846A3CB}" type="pres">
      <dgm:prSet presAssocID="{C9AAC837-F2B0-40E5-8679-D365145CD32D}" presName="Image" presStyleLbl="bgImgPlace1" presStyleIdx="3" presStyleCnt="4">
        <dgm:presLayoutVars>
          <dgm:chMax val="0"/>
          <dgm:chPref val="0"/>
          <dgm:bulletEnabled val="1"/>
        </dgm:presLayoutVars>
      </dgm:prSet>
      <dgm:spPr/>
    </dgm:pt>
    <dgm:pt modelId="{6288EC27-3E3D-479A-88AD-212333F4BFD6}" type="pres">
      <dgm:prSet presAssocID="{C9AAC837-F2B0-40E5-8679-D365145CD32D}" presName="Parent" presStyleLbl="fgAccFollowNode1" presStyleIdx="3" presStyleCnt="4">
        <dgm:presLayoutVars>
          <dgm:chMax val="0"/>
          <dgm:chPref val="0"/>
          <dgm:bulletEnabled val="1"/>
        </dgm:presLayoutVars>
      </dgm:prSet>
      <dgm:spPr/>
    </dgm:pt>
    <dgm:pt modelId="{5F513163-D74B-4189-8B13-08B0D6085757}" type="pres">
      <dgm:prSet presAssocID="{C9AAC837-F2B0-40E5-8679-D365145CD32D}" presName="Space" presStyleCnt="0">
        <dgm:presLayoutVars>
          <dgm:chMax val="0"/>
          <dgm:chPref val="0"/>
        </dgm:presLayoutVars>
      </dgm:prSet>
      <dgm:spPr/>
    </dgm:pt>
  </dgm:ptLst>
  <dgm:cxnLst>
    <dgm:cxn modelId="{D2924918-7E52-471F-A902-AC89D1340BC5}" type="presOf" srcId="{8EA7219F-BDB2-48EB-9EEB-3133522D132E}" destId="{E878A1CA-DFFB-4497-85D5-075C9BA252FC}" srcOrd="0" destOrd="0" presId="urn:microsoft.com/office/officeart/2008/layout/AlternatingPictureCircles"/>
    <dgm:cxn modelId="{20213637-424D-4504-B4A2-BF88CF9B3ED6}" type="presOf" srcId="{C9AAC837-F2B0-40E5-8679-D365145CD32D}" destId="{6288EC27-3E3D-479A-88AD-212333F4BFD6}" srcOrd="0" destOrd="0" presId="urn:microsoft.com/office/officeart/2008/layout/AlternatingPictureCircles"/>
    <dgm:cxn modelId="{B38DB338-3B1E-4324-A45E-8025E9D81450}" srcId="{B9C32B05-62EA-407A-B21C-2310C7945705}" destId="{F3FA86F7-575E-4FDD-B637-1D7276F725A4}" srcOrd="1" destOrd="0" parTransId="{192CD16B-FA85-49AB-96EA-80094BA41ED5}" sibTransId="{BEF45895-E33A-456A-85CE-5D5DFC2CF2C9}"/>
    <dgm:cxn modelId="{D2F8513A-5886-4FAB-9494-6D284BD96A29}" srcId="{B9C32B05-62EA-407A-B21C-2310C7945705}" destId="{C9AAC837-F2B0-40E5-8679-D365145CD32D}" srcOrd="3" destOrd="0" parTransId="{BF762BC7-3A73-465D-85A6-3BCDF9B94784}" sibTransId="{0CEADA81-66C0-4096-BEDE-B88D7687450C}"/>
    <dgm:cxn modelId="{C8FCCD3C-805E-4A27-964D-25DE1206ADCA}" srcId="{B9C32B05-62EA-407A-B21C-2310C7945705}" destId="{8D3744A8-1883-4930-8E0D-B57E26D003C6}" srcOrd="2" destOrd="0" parTransId="{AC9EAF57-EBF1-4FB7-8ED0-6ECFF59ADE74}" sibTransId="{D40CF7D9-D0C3-4084-8D2D-359654C28D0F}"/>
    <dgm:cxn modelId="{BE536F5A-D77A-4CCA-A3CE-AD663A767290}" type="presOf" srcId="{8D3744A8-1883-4930-8E0D-B57E26D003C6}" destId="{B2FC8B27-405D-4DB6-8BF6-9D87955904F3}" srcOrd="0" destOrd="0" presId="urn:microsoft.com/office/officeart/2008/layout/AlternatingPictureCircles"/>
    <dgm:cxn modelId="{C3A012AC-36B1-45E5-BC85-B6C8483F0941}" type="presOf" srcId="{F3FA86F7-575E-4FDD-B637-1D7276F725A4}" destId="{1DA9481C-5D3C-42D1-A728-930225ADC218}" srcOrd="0" destOrd="0" presId="urn:microsoft.com/office/officeart/2008/layout/AlternatingPictureCircles"/>
    <dgm:cxn modelId="{7711F5ED-721A-45DD-9AC6-E6A2DE430C09}" type="presOf" srcId="{B9C32B05-62EA-407A-B21C-2310C7945705}" destId="{1B33EC5F-F2C8-4B11-A7A5-BC5A0D534AD1}" srcOrd="0" destOrd="0" presId="urn:microsoft.com/office/officeart/2008/layout/AlternatingPictureCircles"/>
    <dgm:cxn modelId="{58AD7EEF-D408-406B-87EE-4691D4C30668}" srcId="{B9C32B05-62EA-407A-B21C-2310C7945705}" destId="{8EA7219F-BDB2-48EB-9EEB-3133522D132E}" srcOrd="0" destOrd="0" parTransId="{3EE8403A-CB7C-4815-85BD-AEBCAEB71B37}" sibTransId="{C94B7947-85DC-4B21-BB99-DF8438356F98}"/>
    <dgm:cxn modelId="{FD36C4A1-C038-4094-9966-59A10328E85F}" type="presParOf" srcId="{1B33EC5F-F2C8-4B11-A7A5-BC5A0D534AD1}" destId="{B4C4EA6B-B6DF-44B6-99DC-0CEEB318B3F6}" srcOrd="0" destOrd="0" presId="urn:microsoft.com/office/officeart/2008/layout/AlternatingPictureCircles"/>
    <dgm:cxn modelId="{C26A0F14-F081-4F87-823A-DC0C1E8388FE}" type="presParOf" srcId="{B4C4EA6B-B6DF-44B6-99DC-0CEEB318B3F6}" destId="{DB993CD2-488C-4ED4-B8DA-96553248D1AE}" srcOrd="0" destOrd="0" presId="urn:microsoft.com/office/officeart/2008/layout/AlternatingPictureCircles"/>
    <dgm:cxn modelId="{39CC75AB-0B02-4B85-9EDD-3F6F2E49C4E7}" type="presParOf" srcId="{B4C4EA6B-B6DF-44B6-99DC-0CEEB318B3F6}" destId="{9396DB03-0A8D-4740-A62F-A2408DCDAC01}" srcOrd="1" destOrd="0" presId="urn:microsoft.com/office/officeart/2008/layout/AlternatingPictureCircles"/>
    <dgm:cxn modelId="{220705AC-113F-4BE6-BCBA-7AE9CCD811E0}" type="presParOf" srcId="{B4C4EA6B-B6DF-44B6-99DC-0CEEB318B3F6}" destId="{E878A1CA-DFFB-4497-85D5-075C9BA252FC}" srcOrd="2" destOrd="0" presId="urn:microsoft.com/office/officeart/2008/layout/AlternatingPictureCircles"/>
    <dgm:cxn modelId="{4D4F6C2C-D5C1-4A18-9981-D34385474396}" type="presParOf" srcId="{B4C4EA6B-B6DF-44B6-99DC-0CEEB318B3F6}" destId="{79F87227-BCDC-498F-872D-CA28DB1A8398}" srcOrd="3" destOrd="0" presId="urn:microsoft.com/office/officeart/2008/layout/AlternatingPictureCircles"/>
    <dgm:cxn modelId="{960558F2-BEAF-450D-929F-9F3967A96A53}" type="presParOf" srcId="{1B33EC5F-F2C8-4B11-A7A5-BC5A0D534AD1}" destId="{70602596-9FBC-446B-A409-54F6AD59F7C3}" srcOrd="1" destOrd="0" presId="urn:microsoft.com/office/officeart/2008/layout/AlternatingPictureCircles"/>
    <dgm:cxn modelId="{5E45751A-01C5-445C-8D5B-F81C6CD71CB0}" type="presParOf" srcId="{70602596-9FBC-446B-A409-54F6AD59F7C3}" destId="{3026E0AA-9BAF-4B4E-A2AB-686CBB9F55A5}" srcOrd="0" destOrd="0" presId="urn:microsoft.com/office/officeart/2008/layout/AlternatingPictureCircles"/>
    <dgm:cxn modelId="{C1E0A250-7FA0-4D48-8E70-4AA5AC35770B}" type="presParOf" srcId="{70602596-9FBC-446B-A409-54F6AD59F7C3}" destId="{DE2F4796-7145-43AB-B42E-A5EB16A3FE92}" srcOrd="1" destOrd="0" presId="urn:microsoft.com/office/officeart/2008/layout/AlternatingPictureCircles"/>
    <dgm:cxn modelId="{75139E96-F79D-4EB9-BF5F-4C5522033B6E}" type="presParOf" srcId="{70602596-9FBC-446B-A409-54F6AD59F7C3}" destId="{6546AF40-5933-4E44-B63E-7E4F277EE3B6}" srcOrd="2" destOrd="0" presId="urn:microsoft.com/office/officeart/2008/layout/AlternatingPictureCircles"/>
    <dgm:cxn modelId="{B3DF94BB-3844-4CCE-9706-E677725DB4C4}" type="presParOf" srcId="{1B33EC5F-F2C8-4B11-A7A5-BC5A0D534AD1}" destId="{63DBFC8A-C6D0-4179-AD9C-D6CF931D5E47}" srcOrd="2" destOrd="0" presId="urn:microsoft.com/office/officeart/2008/layout/AlternatingPictureCircles"/>
    <dgm:cxn modelId="{EEE09E7B-3657-45D0-9A24-1E36481015E2}" type="presParOf" srcId="{63DBFC8A-C6D0-4179-AD9C-D6CF931D5E47}" destId="{061A9CF4-99CD-4EFA-9AEF-B22EF7875620}" srcOrd="0" destOrd="0" presId="urn:microsoft.com/office/officeart/2008/layout/AlternatingPictureCircles"/>
    <dgm:cxn modelId="{9339CB50-24EA-442D-B5C0-0EEBF4A4A03B}" type="presParOf" srcId="{63DBFC8A-C6D0-4179-AD9C-D6CF931D5E47}" destId="{A79F6515-C43F-4EA9-B545-587A95D35739}" srcOrd="1" destOrd="0" presId="urn:microsoft.com/office/officeart/2008/layout/AlternatingPictureCircles"/>
    <dgm:cxn modelId="{614AD8C9-E69F-4FFE-B9C7-7F66BEACB711}" type="presParOf" srcId="{63DBFC8A-C6D0-4179-AD9C-D6CF931D5E47}" destId="{1DA9481C-5D3C-42D1-A728-930225ADC218}" srcOrd="2" destOrd="0" presId="urn:microsoft.com/office/officeart/2008/layout/AlternatingPictureCircles"/>
    <dgm:cxn modelId="{04FBEB29-630F-4DB4-A10B-8627BF76C472}" type="presParOf" srcId="{63DBFC8A-C6D0-4179-AD9C-D6CF931D5E47}" destId="{7A84691D-6411-4243-91D1-CAB72FE9596E}" srcOrd="3" destOrd="0" presId="urn:microsoft.com/office/officeart/2008/layout/AlternatingPictureCircles"/>
    <dgm:cxn modelId="{56C5DC94-D10A-4790-89C6-6BED3CAF19EF}" type="presParOf" srcId="{1B33EC5F-F2C8-4B11-A7A5-BC5A0D534AD1}" destId="{AE27FB44-9456-451C-BF19-61EEC90A98FA}" srcOrd="3" destOrd="0" presId="urn:microsoft.com/office/officeart/2008/layout/AlternatingPictureCircles"/>
    <dgm:cxn modelId="{DAEBAFC0-9B13-43CC-AF46-FEF83108F342}" type="presParOf" srcId="{AE27FB44-9456-451C-BF19-61EEC90A98FA}" destId="{9F80ACF0-47E2-4374-A13A-2693CE180ECB}" srcOrd="0" destOrd="0" presId="urn:microsoft.com/office/officeart/2008/layout/AlternatingPictureCircles"/>
    <dgm:cxn modelId="{57E85C33-2D2D-4157-9571-9C4F0E3B8D00}" type="presParOf" srcId="{AE27FB44-9456-451C-BF19-61EEC90A98FA}" destId="{C4F7722B-DD8C-4568-AC33-B7C934F45289}" srcOrd="1" destOrd="0" presId="urn:microsoft.com/office/officeart/2008/layout/AlternatingPictureCircles"/>
    <dgm:cxn modelId="{27B5485E-1F65-4A69-AB35-7B2D4837AC67}" type="presParOf" srcId="{AE27FB44-9456-451C-BF19-61EEC90A98FA}" destId="{0AEBEED4-B750-4D95-A846-9F2F4A0BE103}" srcOrd="2" destOrd="0" presId="urn:microsoft.com/office/officeart/2008/layout/AlternatingPictureCircles"/>
    <dgm:cxn modelId="{62F36292-F6B7-4ACE-B54F-9B1D202F8D1C}" type="presParOf" srcId="{1B33EC5F-F2C8-4B11-A7A5-BC5A0D534AD1}" destId="{C50C36BB-650E-4CF1-B1F5-923176D78945}" srcOrd="4" destOrd="0" presId="urn:microsoft.com/office/officeart/2008/layout/AlternatingPictureCircles"/>
    <dgm:cxn modelId="{A581B958-DD4E-4C38-B759-D900E65B25CE}" type="presParOf" srcId="{C50C36BB-650E-4CF1-B1F5-923176D78945}" destId="{BE4724EB-0FDA-491B-B47F-F36E80EE3101}" srcOrd="0" destOrd="0" presId="urn:microsoft.com/office/officeart/2008/layout/AlternatingPictureCircles"/>
    <dgm:cxn modelId="{A7F2C364-364A-4F1D-BFC1-5056BA399DD6}" type="presParOf" srcId="{C50C36BB-650E-4CF1-B1F5-923176D78945}" destId="{ACCF1064-541A-4FF3-AADD-131387D7CC09}" srcOrd="1" destOrd="0" presId="urn:microsoft.com/office/officeart/2008/layout/AlternatingPictureCircles"/>
    <dgm:cxn modelId="{AA2700DC-3C1B-4B67-B25C-80E2DFF314F3}" type="presParOf" srcId="{C50C36BB-650E-4CF1-B1F5-923176D78945}" destId="{B2FC8B27-405D-4DB6-8BF6-9D87955904F3}" srcOrd="2" destOrd="0" presId="urn:microsoft.com/office/officeart/2008/layout/AlternatingPictureCircles"/>
    <dgm:cxn modelId="{1D68A7DB-E735-4B77-AA40-776A01A070F6}" type="presParOf" srcId="{C50C36BB-650E-4CF1-B1F5-923176D78945}" destId="{5D319C76-420E-4291-BA33-F9A1567281AB}" srcOrd="3" destOrd="0" presId="urn:microsoft.com/office/officeart/2008/layout/AlternatingPictureCircles"/>
    <dgm:cxn modelId="{8E49C8CD-F660-4AAF-888B-51C904B7612C}" type="presParOf" srcId="{1B33EC5F-F2C8-4B11-A7A5-BC5A0D534AD1}" destId="{903E6310-6323-4A5A-A882-F586103833AA}" srcOrd="5" destOrd="0" presId="urn:microsoft.com/office/officeart/2008/layout/AlternatingPictureCircles"/>
    <dgm:cxn modelId="{41A5B72D-D758-4FB3-A54F-AF25B4E2EF96}" type="presParOf" srcId="{903E6310-6323-4A5A-A882-F586103833AA}" destId="{9179FE6E-DC2A-43C5-B92E-0E23A1C7C16C}" srcOrd="0" destOrd="0" presId="urn:microsoft.com/office/officeart/2008/layout/AlternatingPictureCircles"/>
    <dgm:cxn modelId="{6955349F-02B9-4BB5-9FE6-59A09DF94818}" type="presParOf" srcId="{903E6310-6323-4A5A-A882-F586103833AA}" destId="{A836EDA4-6FC4-4CB6-8456-5BC445EDE03F}" srcOrd="1" destOrd="0" presId="urn:microsoft.com/office/officeart/2008/layout/AlternatingPictureCircles"/>
    <dgm:cxn modelId="{E6DD1C1B-5985-4766-B09E-73C820881AF0}" type="presParOf" srcId="{903E6310-6323-4A5A-A882-F586103833AA}" destId="{32142438-6583-4F0C-8CE9-18C57C90C333}" srcOrd="2" destOrd="0" presId="urn:microsoft.com/office/officeart/2008/layout/AlternatingPictureCircles"/>
    <dgm:cxn modelId="{4AF29DBC-FB33-4036-8109-1966AFA6AB8A}" type="presParOf" srcId="{1B33EC5F-F2C8-4B11-A7A5-BC5A0D534AD1}" destId="{8DB33572-035C-4966-A90A-8F690151C2D6}" srcOrd="6" destOrd="0" presId="urn:microsoft.com/office/officeart/2008/layout/AlternatingPictureCircles"/>
    <dgm:cxn modelId="{148B2DFB-678A-4A85-924D-98F3CDBF708D}" type="presParOf" srcId="{8DB33572-035C-4966-A90A-8F690151C2D6}" destId="{8204ADAC-707B-4D5D-A5A5-37497E7E1A36}" srcOrd="0" destOrd="0" presId="urn:microsoft.com/office/officeart/2008/layout/AlternatingPictureCircles"/>
    <dgm:cxn modelId="{CB29E9F0-1DAC-4BAA-BFE3-F76D6360295A}" type="presParOf" srcId="{8DB33572-035C-4966-A90A-8F690151C2D6}" destId="{07B9C09E-2021-4D81-BB13-79EE6846A3CB}" srcOrd="1" destOrd="0" presId="urn:microsoft.com/office/officeart/2008/layout/AlternatingPictureCircles"/>
    <dgm:cxn modelId="{41120282-93C8-48F0-AF1C-26B6B8F62C7D}" type="presParOf" srcId="{8DB33572-035C-4966-A90A-8F690151C2D6}" destId="{6288EC27-3E3D-479A-88AD-212333F4BFD6}" srcOrd="2" destOrd="0" presId="urn:microsoft.com/office/officeart/2008/layout/AlternatingPictureCircles"/>
    <dgm:cxn modelId="{4343208F-FDF9-4751-9F9F-C251CC6B91C1}" type="presParOf" srcId="{8DB33572-035C-4966-A90A-8F690151C2D6}" destId="{5F513163-D74B-4189-8B13-08B0D6085757}" srcOrd="3" destOrd="0" presId="urn:microsoft.com/office/officeart/2008/layout/AlternatingPictureCircles"/>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55.xml><?xml version="1.0" encoding="utf-8"?>
<dgm:dataModel xmlns:dgm="http://schemas.openxmlformats.org/drawingml/2006/diagram" xmlns:a="http://schemas.openxmlformats.org/drawingml/2006/main">
  <dgm:ptLst>
    <dgm:pt modelId="{B9C32B05-62EA-407A-B21C-2310C7945705}" type="doc">
      <dgm:prSet loTypeId="urn:microsoft.com/office/officeart/2008/layout/TitlePictureLineup" loCatId="picture" qsTypeId="urn:microsoft.com/office/officeart/2005/8/quickstyle/simple4" qsCatId="simple" csTypeId="urn:microsoft.com/office/officeart/2005/8/colors/colorful1" csCatId="colorful" phldr="1"/>
      <dgm:spPr/>
      <dgm:t>
        <a:bodyPr/>
        <a:lstStyle/>
        <a:p>
          <a:endParaRPr lang="en-US"/>
        </a:p>
      </dgm:t>
    </dgm:pt>
    <dgm:pt modelId="{8EA7219F-BDB2-48EB-9EEB-3133522D132E}">
      <dgm:prSet phldrT="[Text]"/>
      <dgm:spPr/>
      <dgm:t>
        <a:bodyPr/>
        <a:lstStyle/>
        <a:p>
          <a:r>
            <a:rPr lang="en-US" dirty="0"/>
            <a:t>Lorem Ipsum</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F3FA86F7-575E-4FDD-B637-1D7276F725A4}">
      <dgm:prSet phldrT="[Text]"/>
      <dgm:spPr/>
      <dgm:t>
        <a:bodyPr/>
        <a:lstStyle/>
        <a:p>
          <a:r>
            <a:rPr lang="en-US" dirty="0"/>
            <a:t>Lorem Ipsum</a:t>
          </a:r>
        </a:p>
      </dgm:t>
    </dgm:pt>
    <dgm:pt modelId="{192CD16B-FA85-49AB-96EA-80094BA41ED5}" type="parTrans" cxnId="{B38DB338-3B1E-4324-A45E-8025E9D81450}">
      <dgm:prSet/>
      <dgm:spPr/>
      <dgm:t>
        <a:bodyPr/>
        <a:lstStyle/>
        <a:p>
          <a:endParaRPr lang="en-US"/>
        </a:p>
      </dgm:t>
    </dgm:pt>
    <dgm:pt modelId="{BEF45895-E33A-456A-85CE-5D5DFC2CF2C9}" type="sibTrans" cxnId="{B38DB338-3B1E-4324-A45E-8025E9D81450}">
      <dgm:prSet/>
      <dgm:spPr/>
      <dgm:t>
        <a:bodyPr/>
        <a:lstStyle/>
        <a:p>
          <a:endParaRPr lang="en-US"/>
        </a:p>
      </dgm:t>
    </dgm:pt>
    <dgm:pt modelId="{8D3744A8-1883-4930-8E0D-B57E26D003C6}">
      <dgm:prSet phldrT="[Text]"/>
      <dgm:spPr/>
      <dgm:t>
        <a:bodyPr/>
        <a:lstStyle/>
        <a:p>
          <a:r>
            <a:rPr lang="en-US" dirty="0"/>
            <a:t>Lorem Ipsum</a:t>
          </a:r>
        </a:p>
      </dgm:t>
    </dgm:pt>
    <dgm:pt modelId="{AC9EAF57-EBF1-4FB7-8ED0-6ECFF59ADE74}" type="parTrans" cxnId="{C8FCCD3C-805E-4A27-964D-25DE1206ADCA}">
      <dgm:prSet/>
      <dgm:spPr/>
      <dgm:t>
        <a:bodyPr/>
        <a:lstStyle/>
        <a:p>
          <a:endParaRPr lang="en-US"/>
        </a:p>
      </dgm:t>
    </dgm:pt>
    <dgm:pt modelId="{D40CF7D9-D0C3-4084-8D2D-359654C28D0F}" type="sibTrans" cxnId="{C8FCCD3C-805E-4A27-964D-25DE1206ADCA}">
      <dgm:prSet/>
      <dgm:spPr/>
      <dgm:t>
        <a:bodyPr/>
        <a:lstStyle/>
        <a:p>
          <a:endParaRPr lang="en-US"/>
        </a:p>
      </dgm:t>
    </dgm:pt>
    <dgm:pt modelId="{BB36F745-62BA-4892-99D7-E4239B0F3843}">
      <dgm:prSet phldrT="[Text]"/>
      <dgm:spPr/>
      <dgm:t>
        <a:bodyPr/>
        <a:lstStyle/>
        <a:p>
          <a:r>
            <a:rPr lang="en-US" dirty="0"/>
            <a:t>Lorem Ipsum</a:t>
          </a:r>
        </a:p>
      </dgm:t>
    </dgm:pt>
    <dgm:pt modelId="{CE269D49-A2E4-44F1-A948-9BE1FE5D6140}" type="parTrans" cxnId="{C96A1F07-338B-48CD-B344-80BE34A6C9DF}">
      <dgm:prSet/>
      <dgm:spPr/>
      <dgm:t>
        <a:bodyPr/>
        <a:lstStyle/>
        <a:p>
          <a:endParaRPr lang="en-US"/>
        </a:p>
      </dgm:t>
    </dgm:pt>
    <dgm:pt modelId="{5CE5B550-A310-4948-9BA1-267AF81C5FA4}" type="sibTrans" cxnId="{C96A1F07-338B-48CD-B344-80BE34A6C9DF}">
      <dgm:prSet/>
      <dgm:spPr/>
      <dgm:t>
        <a:bodyPr/>
        <a:lstStyle/>
        <a:p>
          <a:endParaRPr lang="en-US"/>
        </a:p>
      </dgm:t>
    </dgm:pt>
    <dgm:pt modelId="{C9AAC837-F2B0-40E5-8679-D365145CD32D}">
      <dgm:prSet phldrT="[Text]"/>
      <dgm:spPr/>
      <dgm:t>
        <a:bodyPr/>
        <a:lstStyle/>
        <a:p>
          <a:r>
            <a:rPr lang="en-US" dirty="0"/>
            <a:t>Lorem Ipsum</a:t>
          </a:r>
        </a:p>
      </dgm:t>
    </dgm:pt>
    <dgm:pt modelId="{BF762BC7-3A73-465D-85A6-3BCDF9B94784}" type="parTrans" cxnId="{D2F8513A-5886-4FAB-9494-6D284BD96A29}">
      <dgm:prSet/>
      <dgm:spPr/>
      <dgm:t>
        <a:bodyPr/>
        <a:lstStyle/>
        <a:p>
          <a:endParaRPr lang="en-US"/>
        </a:p>
      </dgm:t>
    </dgm:pt>
    <dgm:pt modelId="{0CEADA81-66C0-4096-BEDE-B88D7687450C}" type="sibTrans" cxnId="{D2F8513A-5886-4FAB-9494-6D284BD96A29}">
      <dgm:prSet/>
      <dgm:spPr/>
      <dgm:t>
        <a:bodyPr/>
        <a:lstStyle/>
        <a:p>
          <a:endParaRPr lang="en-US"/>
        </a:p>
      </dgm:t>
    </dgm:pt>
    <dgm:pt modelId="{98839238-EFA1-4E8F-943A-9C1A32829530}">
      <dgm:prSet phldrT="[Text]"/>
      <dgm:spPr/>
      <dgm:t>
        <a:bodyPr/>
        <a:lstStyle/>
        <a:p>
          <a:r>
            <a:rPr lang="en-US" dirty="0"/>
            <a:t>Some text here</a:t>
          </a:r>
        </a:p>
      </dgm:t>
    </dgm:pt>
    <dgm:pt modelId="{42486346-8AA5-4F71-9CB8-684E27A54C7E}" type="parTrans" cxnId="{7B54EF8E-18C1-4EB3-8046-682842793312}">
      <dgm:prSet/>
      <dgm:spPr/>
      <dgm:t>
        <a:bodyPr/>
        <a:lstStyle/>
        <a:p>
          <a:endParaRPr lang="en-US"/>
        </a:p>
      </dgm:t>
    </dgm:pt>
    <dgm:pt modelId="{9C578531-5B61-4A42-8B4C-ABAC84E322ED}" type="sibTrans" cxnId="{7B54EF8E-18C1-4EB3-8046-682842793312}">
      <dgm:prSet/>
      <dgm:spPr/>
      <dgm:t>
        <a:bodyPr/>
        <a:lstStyle/>
        <a:p>
          <a:endParaRPr lang="en-US"/>
        </a:p>
      </dgm:t>
    </dgm:pt>
    <dgm:pt modelId="{6A7BF106-E8E3-4CFB-B0B9-07D29AE0F0CD}">
      <dgm:prSet phldrT="[Text]"/>
      <dgm:spPr/>
      <dgm:t>
        <a:bodyPr/>
        <a:lstStyle/>
        <a:p>
          <a:r>
            <a:rPr lang="en-US" dirty="0"/>
            <a:t>Some text here</a:t>
          </a:r>
        </a:p>
      </dgm:t>
    </dgm:pt>
    <dgm:pt modelId="{E70BCBF6-9C82-4586-A25A-D11E05972556}" type="parTrans" cxnId="{7CA83C9B-C21D-4DA3-9B23-CA5DA7BCD246}">
      <dgm:prSet/>
      <dgm:spPr/>
      <dgm:t>
        <a:bodyPr/>
        <a:lstStyle/>
        <a:p>
          <a:endParaRPr lang="en-US"/>
        </a:p>
      </dgm:t>
    </dgm:pt>
    <dgm:pt modelId="{4B9B2D59-B417-42B5-AF2D-8A9060F8E802}" type="sibTrans" cxnId="{7CA83C9B-C21D-4DA3-9B23-CA5DA7BCD246}">
      <dgm:prSet/>
      <dgm:spPr/>
      <dgm:t>
        <a:bodyPr/>
        <a:lstStyle/>
        <a:p>
          <a:endParaRPr lang="en-US"/>
        </a:p>
      </dgm:t>
    </dgm:pt>
    <dgm:pt modelId="{29AA93B0-C893-4968-B9CB-7879E09DEADE}">
      <dgm:prSet phldrT="[Text]"/>
      <dgm:spPr/>
      <dgm:t>
        <a:bodyPr/>
        <a:lstStyle/>
        <a:p>
          <a:r>
            <a:rPr lang="en-US" dirty="0"/>
            <a:t>Some text here</a:t>
          </a:r>
        </a:p>
      </dgm:t>
    </dgm:pt>
    <dgm:pt modelId="{A7766DCB-C50E-4346-B5B3-0F2648931CF6}" type="parTrans" cxnId="{B3D69804-80F3-4587-A37C-4B6192DE0298}">
      <dgm:prSet/>
      <dgm:spPr/>
      <dgm:t>
        <a:bodyPr/>
        <a:lstStyle/>
        <a:p>
          <a:endParaRPr lang="en-US"/>
        </a:p>
      </dgm:t>
    </dgm:pt>
    <dgm:pt modelId="{13A180F0-D3E5-4F71-85A5-8B9AC5269A53}" type="sibTrans" cxnId="{B3D69804-80F3-4587-A37C-4B6192DE0298}">
      <dgm:prSet/>
      <dgm:spPr/>
      <dgm:t>
        <a:bodyPr/>
        <a:lstStyle/>
        <a:p>
          <a:endParaRPr lang="en-US"/>
        </a:p>
      </dgm:t>
    </dgm:pt>
    <dgm:pt modelId="{30DB1F2D-4EF1-4D27-8674-51EA05E47B76}">
      <dgm:prSet phldrT="[Text]"/>
      <dgm:spPr/>
      <dgm:t>
        <a:bodyPr/>
        <a:lstStyle/>
        <a:p>
          <a:r>
            <a:rPr lang="en-US" dirty="0"/>
            <a:t>Some text here</a:t>
          </a:r>
        </a:p>
      </dgm:t>
    </dgm:pt>
    <dgm:pt modelId="{40953F17-D6DB-45C3-9BA3-3C0EA96DCF4C}" type="parTrans" cxnId="{DAB5DDCD-DBBE-4F47-9785-5672F59C34B0}">
      <dgm:prSet/>
      <dgm:spPr/>
      <dgm:t>
        <a:bodyPr/>
        <a:lstStyle/>
        <a:p>
          <a:endParaRPr lang="en-US"/>
        </a:p>
      </dgm:t>
    </dgm:pt>
    <dgm:pt modelId="{C6498805-49BB-4B6D-B8EC-457A36E1512C}" type="sibTrans" cxnId="{DAB5DDCD-DBBE-4F47-9785-5672F59C34B0}">
      <dgm:prSet/>
      <dgm:spPr/>
      <dgm:t>
        <a:bodyPr/>
        <a:lstStyle/>
        <a:p>
          <a:endParaRPr lang="en-US"/>
        </a:p>
      </dgm:t>
    </dgm:pt>
    <dgm:pt modelId="{B223247C-0227-4DBE-B652-674B1CAA2E7A}">
      <dgm:prSet phldrT="[Text]"/>
      <dgm:spPr/>
      <dgm:t>
        <a:bodyPr/>
        <a:lstStyle/>
        <a:p>
          <a:r>
            <a:rPr lang="en-US" dirty="0"/>
            <a:t>Some text here</a:t>
          </a:r>
        </a:p>
      </dgm:t>
    </dgm:pt>
    <dgm:pt modelId="{6A2E9237-E126-4B28-A235-4EBE2EBABB8A}" type="parTrans" cxnId="{1917D92A-B2FE-4457-9619-247AFF5473BD}">
      <dgm:prSet/>
      <dgm:spPr/>
      <dgm:t>
        <a:bodyPr/>
        <a:lstStyle/>
        <a:p>
          <a:endParaRPr lang="en-US"/>
        </a:p>
      </dgm:t>
    </dgm:pt>
    <dgm:pt modelId="{36580FBC-6D1B-4F5A-92FE-B47B7A276DB3}" type="sibTrans" cxnId="{1917D92A-B2FE-4457-9619-247AFF5473BD}">
      <dgm:prSet/>
      <dgm:spPr/>
      <dgm:t>
        <a:bodyPr/>
        <a:lstStyle/>
        <a:p>
          <a:endParaRPr lang="en-US"/>
        </a:p>
      </dgm:t>
    </dgm:pt>
    <dgm:pt modelId="{3C147DD2-DFAF-4A0C-B8D1-54FBFFF5D943}">
      <dgm:prSet phldrT="[Text]"/>
      <dgm:spPr/>
      <dgm:t>
        <a:bodyPr/>
        <a:lstStyle/>
        <a:p>
          <a:r>
            <a:rPr lang="en-US" dirty="0"/>
            <a:t>Some text here</a:t>
          </a:r>
        </a:p>
      </dgm:t>
    </dgm:pt>
    <dgm:pt modelId="{294B6F34-EF5E-42DF-8CFC-BF3A1F708E2F}" type="parTrans" cxnId="{FC2DF9B4-C022-4489-A85E-4CE61B4DA605}">
      <dgm:prSet/>
      <dgm:spPr/>
      <dgm:t>
        <a:bodyPr/>
        <a:lstStyle/>
        <a:p>
          <a:endParaRPr lang="en-US"/>
        </a:p>
      </dgm:t>
    </dgm:pt>
    <dgm:pt modelId="{96008937-FBBD-4051-BFE4-0964D23A9BA9}" type="sibTrans" cxnId="{FC2DF9B4-C022-4489-A85E-4CE61B4DA605}">
      <dgm:prSet/>
      <dgm:spPr/>
      <dgm:t>
        <a:bodyPr/>
        <a:lstStyle/>
        <a:p>
          <a:endParaRPr lang="en-US"/>
        </a:p>
      </dgm:t>
    </dgm:pt>
    <dgm:pt modelId="{4D0AFD27-F15A-44F0-8FB0-C922FE68FFFD}">
      <dgm:prSet phldrT="[Text]"/>
      <dgm:spPr/>
      <dgm:t>
        <a:bodyPr/>
        <a:lstStyle/>
        <a:p>
          <a:r>
            <a:rPr lang="en-US" dirty="0"/>
            <a:t>Some text here</a:t>
          </a:r>
        </a:p>
      </dgm:t>
    </dgm:pt>
    <dgm:pt modelId="{A58D446B-D228-4B74-A5B9-59DA0DA4152F}" type="parTrans" cxnId="{AEF2C438-EEF6-4E94-8F8F-2B88342F124A}">
      <dgm:prSet/>
      <dgm:spPr/>
      <dgm:t>
        <a:bodyPr/>
        <a:lstStyle/>
        <a:p>
          <a:endParaRPr lang="en-US"/>
        </a:p>
      </dgm:t>
    </dgm:pt>
    <dgm:pt modelId="{E5D60B12-C341-4F2B-88D3-3AD012EF6E9B}" type="sibTrans" cxnId="{AEF2C438-EEF6-4E94-8F8F-2B88342F124A}">
      <dgm:prSet/>
      <dgm:spPr/>
      <dgm:t>
        <a:bodyPr/>
        <a:lstStyle/>
        <a:p>
          <a:endParaRPr lang="en-US"/>
        </a:p>
      </dgm:t>
    </dgm:pt>
    <dgm:pt modelId="{FC89B2EA-8DF6-47B3-B3E4-83EED7257C1A}">
      <dgm:prSet phldrT="[Text]"/>
      <dgm:spPr/>
      <dgm:t>
        <a:bodyPr/>
        <a:lstStyle/>
        <a:p>
          <a:r>
            <a:rPr lang="en-US" dirty="0"/>
            <a:t>Some text here</a:t>
          </a:r>
        </a:p>
      </dgm:t>
    </dgm:pt>
    <dgm:pt modelId="{BA8E5592-9B91-4E3B-9584-AF2C18FB5312}" type="parTrans" cxnId="{E6851B17-2EE6-4DCF-8C7A-F5AB734D68B5}">
      <dgm:prSet/>
      <dgm:spPr/>
      <dgm:t>
        <a:bodyPr/>
        <a:lstStyle/>
        <a:p>
          <a:endParaRPr lang="en-US"/>
        </a:p>
      </dgm:t>
    </dgm:pt>
    <dgm:pt modelId="{EC3D6E2B-8D22-440B-A1A2-FD8936E5885D}" type="sibTrans" cxnId="{E6851B17-2EE6-4DCF-8C7A-F5AB734D68B5}">
      <dgm:prSet/>
      <dgm:spPr/>
      <dgm:t>
        <a:bodyPr/>
        <a:lstStyle/>
        <a:p>
          <a:endParaRPr lang="en-US"/>
        </a:p>
      </dgm:t>
    </dgm:pt>
    <dgm:pt modelId="{EA322D68-AB58-4BAE-A794-919D7DF2D9F6}">
      <dgm:prSet phldrT="[Text]"/>
      <dgm:spPr/>
      <dgm:t>
        <a:bodyPr/>
        <a:lstStyle/>
        <a:p>
          <a:r>
            <a:rPr lang="en-US" dirty="0"/>
            <a:t>Some text here</a:t>
          </a:r>
        </a:p>
      </dgm:t>
    </dgm:pt>
    <dgm:pt modelId="{38A5FB67-CA9C-43D8-A631-FE23BAF4ABC9}" type="parTrans" cxnId="{21A84D70-2594-45D0-9D09-E412B6F54A46}">
      <dgm:prSet/>
      <dgm:spPr/>
      <dgm:t>
        <a:bodyPr/>
        <a:lstStyle/>
        <a:p>
          <a:endParaRPr lang="en-US"/>
        </a:p>
      </dgm:t>
    </dgm:pt>
    <dgm:pt modelId="{88B24629-CF29-4E31-B32E-DB4F6C2A7A8B}" type="sibTrans" cxnId="{21A84D70-2594-45D0-9D09-E412B6F54A46}">
      <dgm:prSet/>
      <dgm:spPr/>
      <dgm:t>
        <a:bodyPr/>
        <a:lstStyle/>
        <a:p>
          <a:endParaRPr lang="en-US"/>
        </a:p>
      </dgm:t>
    </dgm:pt>
    <dgm:pt modelId="{761CBE54-F6EB-4F2F-9723-210A270D1CFE}">
      <dgm:prSet phldrT="[Text]"/>
      <dgm:spPr/>
      <dgm:t>
        <a:bodyPr/>
        <a:lstStyle/>
        <a:p>
          <a:r>
            <a:rPr lang="en-US" dirty="0"/>
            <a:t>Some text here</a:t>
          </a:r>
        </a:p>
      </dgm:t>
    </dgm:pt>
    <dgm:pt modelId="{3172B0F1-8DBD-4E03-8E42-5C098F65C468}" type="parTrans" cxnId="{E356DB3B-D831-481C-B8F0-B401662423FC}">
      <dgm:prSet/>
      <dgm:spPr/>
      <dgm:t>
        <a:bodyPr/>
        <a:lstStyle/>
        <a:p>
          <a:endParaRPr lang="en-US"/>
        </a:p>
      </dgm:t>
    </dgm:pt>
    <dgm:pt modelId="{DF992772-A81D-49E0-A24E-AD2298D5252E}" type="sibTrans" cxnId="{E356DB3B-D831-481C-B8F0-B401662423FC}">
      <dgm:prSet/>
      <dgm:spPr/>
      <dgm:t>
        <a:bodyPr/>
        <a:lstStyle/>
        <a:p>
          <a:endParaRPr lang="en-US"/>
        </a:p>
      </dgm:t>
    </dgm:pt>
    <dgm:pt modelId="{BADEB590-E32F-4027-BBE4-B6B61E768F93}">
      <dgm:prSet phldrT="[Text]"/>
      <dgm:spPr/>
      <dgm:t>
        <a:bodyPr/>
        <a:lstStyle/>
        <a:p>
          <a:r>
            <a:rPr lang="en-US" dirty="0"/>
            <a:t>Some text here</a:t>
          </a:r>
        </a:p>
      </dgm:t>
    </dgm:pt>
    <dgm:pt modelId="{27AACF4C-112D-4B31-B767-BAF9EEF5DB7A}" type="parTrans" cxnId="{28664C31-35BA-4C2D-85ED-AF5F7A11290A}">
      <dgm:prSet/>
      <dgm:spPr/>
      <dgm:t>
        <a:bodyPr/>
        <a:lstStyle/>
        <a:p>
          <a:endParaRPr lang="en-US"/>
        </a:p>
      </dgm:t>
    </dgm:pt>
    <dgm:pt modelId="{1EFCAFD1-DF1D-4A50-B531-77868A2F23F9}" type="sibTrans" cxnId="{28664C31-35BA-4C2D-85ED-AF5F7A11290A}">
      <dgm:prSet/>
      <dgm:spPr/>
      <dgm:t>
        <a:bodyPr/>
        <a:lstStyle/>
        <a:p>
          <a:endParaRPr lang="en-US"/>
        </a:p>
      </dgm:t>
    </dgm:pt>
    <dgm:pt modelId="{63371148-BC12-480F-83A5-57E0E7FAFDF4}">
      <dgm:prSet phldrT="[Text]"/>
      <dgm:spPr/>
      <dgm:t>
        <a:bodyPr/>
        <a:lstStyle/>
        <a:p>
          <a:r>
            <a:rPr lang="en-US" dirty="0"/>
            <a:t>Some text here</a:t>
          </a:r>
        </a:p>
      </dgm:t>
    </dgm:pt>
    <dgm:pt modelId="{75148053-9F63-48E3-B4CB-023A76723561}" type="parTrans" cxnId="{DA3629EF-424A-4562-A624-827E530D4893}">
      <dgm:prSet/>
      <dgm:spPr/>
      <dgm:t>
        <a:bodyPr/>
        <a:lstStyle/>
        <a:p>
          <a:endParaRPr lang="en-US"/>
        </a:p>
      </dgm:t>
    </dgm:pt>
    <dgm:pt modelId="{AAE72339-1880-4A73-8119-D7CDC6533C73}" type="sibTrans" cxnId="{DA3629EF-424A-4562-A624-827E530D4893}">
      <dgm:prSet/>
      <dgm:spPr/>
      <dgm:t>
        <a:bodyPr/>
        <a:lstStyle/>
        <a:p>
          <a:endParaRPr lang="en-US"/>
        </a:p>
      </dgm:t>
    </dgm:pt>
    <dgm:pt modelId="{CE18E1A9-5224-44F2-AAB5-E3010E452A00}">
      <dgm:prSet phldrT="[Text]"/>
      <dgm:spPr/>
      <dgm:t>
        <a:bodyPr/>
        <a:lstStyle/>
        <a:p>
          <a:r>
            <a:rPr lang="en-US" dirty="0"/>
            <a:t>Some text here</a:t>
          </a:r>
        </a:p>
      </dgm:t>
    </dgm:pt>
    <dgm:pt modelId="{09EDAC3C-0359-45C4-9B85-91F0074B6553}" type="parTrans" cxnId="{4B76FE12-B02E-470D-B465-F50629E428B1}">
      <dgm:prSet/>
      <dgm:spPr/>
      <dgm:t>
        <a:bodyPr/>
        <a:lstStyle/>
        <a:p>
          <a:endParaRPr lang="en-US"/>
        </a:p>
      </dgm:t>
    </dgm:pt>
    <dgm:pt modelId="{588C1B81-2BE9-4B17-844C-77E4932CC2E8}" type="sibTrans" cxnId="{4B76FE12-B02E-470D-B465-F50629E428B1}">
      <dgm:prSet/>
      <dgm:spPr/>
      <dgm:t>
        <a:bodyPr/>
        <a:lstStyle/>
        <a:p>
          <a:endParaRPr lang="en-US"/>
        </a:p>
      </dgm:t>
    </dgm:pt>
    <dgm:pt modelId="{587FCC82-96EB-4759-BE61-37E97BFC7861}">
      <dgm:prSet phldrT="[Text]"/>
      <dgm:spPr/>
      <dgm:t>
        <a:bodyPr/>
        <a:lstStyle/>
        <a:p>
          <a:r>
            <a:rPr lang="en-US" dirty="0"/>
            <a:t>Some text here</a:t>
          </a:r>
        </a:p>
      </dgm:t>
    </dgm:pt>
    <dgm:pt modelId="{1C5D541C-B3FA-48A4-B31B-5DCAA6084010}" type="parTrans" cxnId="{227EEA41-49ED-44BE-8F5F-38A55013BF44}">
      <dgm:prSet/>
      <dgm:spPr/>
      <dgm:t>
        <a:bodyPr/>
        <a:lstStyle/>
        <a:p>
          <a:endParaRPr lang="en-US"/>
        </a:p>
      </dgm:t>
    </dgm:pt>
    <dgm:pt modelId="{EF9A3E98-2CF0-45DD-9C9A-C6F9DAAB6BA3}" type="sibTrans" cxnId="{227EEA41-49ED-44BE-8F5F-38A55013BF44}">
      <dgm:prSet/>
      <dgm:spPr/>
      <dgm:t>
        <a:bodyPr/>
        <a:lstStyle/>
        <a:p>
          <a:endParaRPr lang="en-US"/>
        </a:p>
      </dgm:t>
    </dgm:pt>
    <dgm:pt modelId="{CF126053-C17F-4FA2-B2E8-CC59B981F1BD}">
      <dgm:prSet phldrT="[Text]"/>
      <dgm:spPr/>
      <dgm:t>
        <a:bodyPr/>
        <a:lstStyle/>
        <a:p>
          <a:r>
            <a:rPr lang="en-US" dirty="0"/>
            <a:t>Some text here</a:t>
          </a:r>
        </a:p>
      </dgm:t>
    </dgm:pt>
    <dgm:pt modelId="{A53C3C30-DF63-46AC-B8B5-9290F7B85AB9}" type="parTrans" cxnId="{7A052E23-DD44-45DD-805B-173DFC0703C9}">
      <dgm:prSet/>
      <dgm:spPr/>
      <dgm:t>
        <a:bodyPr/>
        <a:lstStyle/>
        <a:p>
          <a:endParaRPr lang="en-US"/>
        </a:p>
      </dgm:t>
    </dgm:pt>
    <dgm:pt modelId="{EC15BABA-D13D-4289-8CA1-28FCE386E6A9}" type="sibTrans" cxnId="{7A052E23-DD44-45DD-805B-173DFC0703C9}">
      <dgm:prSet/>
      <dgm:spPr/>
      <dgm:t>
        <a:bodyPr/>
        <a:lstStyle/>
        <a:p>
          <a:endParaRPr lang="en-US"/>
        </a:p>
      </dgm:t>
    </dgm:pt>
    <dgm:pt modelId="{1D6AE814-F70C-4646-BD93-7434040D824C}" type="pres">
      <dgm:prSet presAssocID="{B9C32B05-62EA-407A-B21C-2310C7945705}" presName="Name0" presStyleCnt="0">
        <dgm:presLayoutVars>
          <dgm:dir/>
        </dgm:presLayoutVars>
      </dgm:prSet>
      <dgm:spPr/>
    </dgm:pt>
    <dgm:pt modelId="{1CD029FD-9EA8-4CBF-B91A-50361097B303}" type="pres">
      <dgm:prSet presAssocID="{8EA7219F-BDB2-48EB-9EEB-3133522D132E}" presName="composite" presStyleCnt="0"/>
      <dgm:spPr/>
    </dgm:pt>
    <dgm:pt modelId="{17F3C67B-BD87-4D87-9EC6-5757C4D3A868}" type="pres">
      <dgm:prSet presAssocID="{8EA7219F-BDB2-48EB-9EEB-3133522D132E}" presName="Accent" presStyleLbl="alignAcc1" presStyleIdx="0" presStyleCnt="5"/>
      <dgm:spPr/>
    </dgm:pt>
    <dgm:pt modelId="{D0E10A95-B6DF-481A-87F0-8B67A27F11F6}" type="pres">
      <dgm:prSet presAssocID="{8EA7219F-BDB2-48EB-9EEB-3133522D132E}" presName="Image" presStyleLbl="node1" presStyleIdx="0" presStyleCnt="5"/>
      <dgm:spPr/>
    </dgm:pt>
    <dgm:pt modelId="{308BE4E8-3153-40F3-A365-89CC443FBE24}" type="pres">
      <dgm:prSet presAssocID="{8EA7219F-BDB2-48EB-9EEB-3133522D132E}" presName="Child" presStyleLbl="revTx" presStyleIdx="0" presStyleCnt="5">
        <dgm:presLayoutVars>
          <dgm:bulletEnabled val="1"/>
        </dgm:presLayoutVars>
      </dgm:prSet>
      <dgm:spPr/>
    </dgm:pt>
    <dgm:pt modelId="{772E38A5-DA1A-42ED-8F75-8F6971D0E76E}" type="pres">
      <dgm:prSet presAssocID="{8EA7219F-BDB2-48EB-9EEB-3133522D132E}" presName="Parent" presStyleLbl="alignNode1" presStyleIdx="0" presStyleCnt="5">
        <dgm:presLayoutVars>
          <dgm:bulletEnabled val="1"/>
        </dgm:presLayoutVars>
      </dgm:prSet>
      <dgm:spPr/>
    </dgm:pt>
    <dgm:pt modelId="{92A5AF32-3392-4CFA-B2B3-852F2A12411E}" type="pres">
      <dgm:prSet presAssocID="{C94B7947-85DC-4B21-BB99-DF8438356F98}" presName="sibTrans" presStyleCnt="0"/>
      <dgm:spPr/>
    </dgm:pt>
    <dgm:pt modelId="{3F36E188-A4B7-4CD5-8D2A-EA848AC4D751}" type="pres">
      <dgm:prSet presAssocID="{F3FA86F7-575E-4FDD-B637-1D7276F725A4}" presName="composite" presStyleCnt="0"/>
      <dgm:spPr/>
    </dgm:pt>
    <dgm:pt modelId="{908C82A3-28DD-4E25-B8F0-D558C2489AB8}" type="pres">
      <dgm:prSet presAssocID="{F3FA86F7-575E-4FDD-B637-1D7276F725A4}" presName="Accent" presStyleLbl="alignAcc1" presStyleIdx="1" presStyleCnt="5"/>
      <dgm:spPr/>
    </dgm:pt>
    <dgm:pt modelId="{5DDB965B-7869-4C9E-8227-D237A612C012}" type="pres">
      <dgm:prSet presAssocID="{F3FA86F7-575E-4FDD-B637-1D7276F725A4}" presName="Image" presStyleLbl="node1" presStyleIdx="1" presStyleCnt="5"/>
      <dgm:spPr/>
    </dgm:pt>
    <dgm:pt modelId="{7A370AAB-A44F-4301-9F2C-55C1F77DEB7C}" type="pres">
      <dgm:prSet presAssocID="{F3FA86F7-575E-4FDD-B637-1D7276F725A4}" presName="Child" presStyleLbl="revTx" presStyleIdx="1" presStyleCnt="5">
        <dgm:presLayoutVars>
          <dgm:bulletEnabled val="1"/>
        </dgm:presLayoutVars>
      </dgm:prSet>
      <dgm:spPr/>
    </dgm:pt>
    <dgm:pt modelId="{B1EF4149-9BA4-4069-A34C-BD0DFFF947CF}" type="pres">
      <dgm:prSet presAssocID="{F3FA86F7-575E-4FDD-B637-1D7276F725A4}" presName="Parent" presStyleLbl="alignNode1" presStyleIdx="1" presStyleCnt="5">
        <dgm:presLayoutVars>
          <dgm:bulletEnabled val="1"/>
        </dgm:presLayoutVars>
      </dgm:prSet>
      <dgm:spPr/>
    </dgm:pt>
    <dgm:pt modelId="{4E763DD7-3C62-449F-9993-07D6A0579F45}" type="pres">
      <dgm:prSet presAssocID="{BEF45895-E33A-456A-85CE-5D5DFC2CF2C9}" presName="sibTrans" presStyleCnt="0"/>
      <dgm:spPr/>
    </dgm:pt>
    <dgm:pt modelId="{D59ACC8D-C627-4611-9B10-613B28990861}" type="pres">
      <dgm:prSet presAssocID="{8D3744A8-1883-4930-8E0D-B57E26D003C6}" presName="composite" presStyleCnt="0"/>
      <dgm:spPr/>
    </dgm:pt>
    <dgm:pt modelId="{94DA0CB2-D0AC-4ADC-8C46-F107D688FE52}" type="pres">
      <dgm:prSet presAssocID="{8D3744A8-1883-4930-8E0D-B57E26D003C6}" presName="Accent" presStyleLbl="alignAcc1" presStyleIdx="2" presStyleCnt="5"/>
      <dgm:spPr/>
    </dgm:pt>
    <dgm:pt modelId="{7A594055-9E35-4F66-9950-359D3E2CAC81}" type="pres">
      <dgm:prSet presAssocID="{8D3744A8-1883-4930-8E0D-B57E26D003C6}" presName="Image" presStyleLbl="node1" presStyleIdx="2" presStyleCnt="5"/>
      <dgm:spPr/>
    </dgm:pt>
    <dgm:pt modelId="{4086309D-BB2F-4797-98A5-1A547744399E}" type="pres">
      <dgm:prSet presAssocID="{8D3744A8-1883-4930-8E0D-B57E26D003C6}" presName="Child" presStyleLbl="revTx" presStyleIdx="2" presStyleCnt="5">
        <dgm:presLayoutVars>
          <dgm:bulletEnabled val="1"/>
        </dgm:presLayoutVars>
      </dgm:prSet>
      <dgm:spPr/>
    </dgm:pt>
    <dgm:pt modelId="{1C6D875E-1BFA-4FB7-BC53-0602C72B25E6}" type="pres">
      <dgm:prSet presAssocID="{8D3744A8-1883-4930-8E0D-B57E26D003C6}" presName="Parent" presStyleLbl="alignNode1" presStyleIdx="2" presStyleCnt="5">
        <dgm:presLayoutVars>
          <dgm:bulletEnabled val="1"/>
        </dgm:presLayoutVars>
      </dgm:prSet>
      <dgm:spPr/>
    </dgm:pt>
    <dgm:pt modelId="{108ABE06-238F-4CCA-80CD-B1AF476C726A}" type="pres">
      <dgm:prSet presAssocID="{D40CF7D9-D0C3-4084-8D2D-359654C28D0F}" presName="sibTrans" presStyleCnt="0"/>
      <dgm:spPr/>
    </dgm:pt>
    <dgm:pt modelId="{B2BAF6C5-66BD-470C-AA58-55ABC336C677}" type="pres">
      <dgm:prSet presAssocID="{C9AAC837-F2B0-40E5-8679-D365145CD32D}" presName="composite" presStyleCnt="0"/>
      <dgm:spPr/>
    </dgm:pt>
    <dgm:pt modelId="{16EA2FB4-17B5-4F39-8A48-AAADF1001E4A}" type="pres">
      <dgm:prSet presAssocID="{C9AAC837-F2B0-40E5-8679-D365145CD32D}" presName="Accent" presStyleLbl="alignAcc1" presStyleIdx="3" presStyleCnt="5"/>
      <dgm:spPr/>
    </dgm:pt>
    <dgm:pt modelId="{740ADCD5-E1C7-4A15-943B-8D4170D8273B}" type="pres">
      <dgm:prSet presAssocID="{C9AAC837-F2B0-40E5-8679-D365145CD32D}" presName="Image" presStyleLbl="node1" presStyleIdx="3" presStyleCnt="5"/>
      <dgm:spPr/>
    </dgm:pt>
    <dgm:pt modelId="{C501C974-CB08-4C83-B0E9-BE3D72C2E35E}" type="pres">
      <dgm:prSet presAssocID="{C9AAC837-F2B0-40E5-8679-D365145CD32D}" presName="Child" presStyleLbl="revTx" presStyleIdx="3" presStyleCnt="5">
        <dgm:presLayoutVars>
          <dgm:bulletEnabled val="1"/>
        </dgm:presLayoutVars>
      </dgm:prSet>
      <dgm:spPr/>
    </dgm:pt>
    <dgm:pt modelId="{99E36620-8699-41EE-942E-5A23B0DB638D}" type="pres">
      <dgm:prSet presAssocID="{C9AAC837-F2B0-40E5-8679-D365145CD32D}" presName="Parent" presStyleLbl="alignNode1" presStyleIdx="3" presStyleCnt="5">
        <dgm:presLayoutVars>
          <dgm:bulletEnabled val="1"/>
        </dgm:presLayoutVars>
      </dgm:prSet>
      <dgm:spPr/>
    </dgm:pt>
    <dgm:pt modelId="{751C51D7-BF85-418A-BEC5-639E2D0AF587}" type="pres">
      <dgm:prSet presAssocID="{0CEADA81-66C0-4096-BEDE-B88D7687450C}" presName="sibTrans" presStyleCnt="0"/>
      <dgm:spPr/>
    </dgm:pt>
    <dgm:pt modelId="{920E4068-3ABC-43FB-B5CF-1B6B2312B589}" type="pres">
      <dgm:prSet presAssocID="{BB36F745-62BA-4892-99D7-E4239B0F3843}" presName="composite" presStyleCnt="0"/>
      <dgm:spPr/>
    </dgm:pt>
    <dgm:pt modelId="{158A5E54-1A35-40B6-B05C-F6EE6B333725}" type="pres">
      <dgm:prSet presAssocID="{BB36F745-62BA-4892-99D7-E4239B0F3843}" presName="Accent" presStyleLbl="alignAcc1" presStyleIdx="4" presStyleCnt="5"/>
      <dgm:spPr/>
    </dgm:pt>
    <dgm:pt modelId="{16D674FF-AA4E-43DE-AE75-CD6D378509F1}" type="pres">
      <dgm:prSet presAssocID="{BB36F745-62BA-4892-99D7-E4239B0F3843}" presName="Image" presStyleLbl="node1" presStyleIdx="4" presStyleCnt="5"/>
      <dgm:spPr/>
    </dgm:pt>
    <dgm:pt modelId="{0C00A5FA-89B0-41C2-B986-1F3254202978}" type="pres">
      <dgm:prSet presAssocID="{BB36F745-62BA-4892-99D7-E4239B0F3843}" presName="Child" presStyleLbl="revTx" presStyleIdx="4" presStyleCnt="5">
        <dgm:presLayoutVars>
          <dgm:bulletEnabled val="1"/>
        </dgm:presLayoutVars>
      </dgm:prSet>
      <dgm:spPr/>
    </dgm:pt>
    <dgm:pt modelId="{93AC3748-976E-4CE7-BE84-61F13B7DE84F}" type="pres">
      <dgm:prSet presAssocID="{BB36F745-62BA-4892-99D7-E4239B0F3843}" presName="Parent" presStyleLbl="alignNode1" presStyleIdx="4" presStyleCnt="5">
        <dgm:presLayoutVars>
          <dgm:bulletEnabled val="1"/>
        </dgm:presLayoutVars>
      </dgm:prSet>
      <dgm:spPr/>
    </dgm:pt>
  </dgm:ptLst>
  <dgm:cxnLst>
    <dgm:cxn modelId="{B3D69804-80F3-4587-A37C-4B6192DE0298}" srcId="{8EA7219F-BDB2-48EB-9EEB-3133522D132E}" destId="{29AA93B0-C893-4968-B9CB-7879E09DEADE}" srcOrd="2" destOrd="0" parTransId="{A7766DCB-C50E-4346-B5B3-0F2648931CF6}" sibTransId="{13A180F0-D3E5-4F71-85A5-8B9AC5269A53}"/>
    <dgm:cxn modelId="{C96A1F07-338B-48CD-B344-80BE34A6C9DF}" srcId="{B9C32B05-62EA-407A-B21C-2310C7945705}" destId="{BB36F745-62BA-4892-99D7-E4239B0F3843}" srcOrd="4" destOrd="0" parTransId="{CE269D49-A2E4-44F1-A948-9BE1FE5D6140}" sibTransId="{5CE5B550-A310-4948-9BA1-267AF81C5FA4}"/>
    <dgm:cxn modelId="{BE23C507-7237-4A36-9DFD-D8DD050AE272}" type="presOf" srcId="{BADEB590-E32F-4027-BBE4-B6B61E768F93}" destId="{C501C974-CB08-4C83-B0E9-BE3D72C2E35E}" srcOrd="0" destOrd="0" presId="urn:microsoft.com/office/officeart/2008/layout/TitlePictureLineup"/>
    <dgm:cxn modelId="{4B76FE12-B02E-470D-B465-F50629E428B1}" srcId="{BB36F745-62BA-4892-99D7-E4239B0F3843}" destId="{CE18E1A9-5224-44F2-AAB5-E3010E452A00}" srcOrd="0" destOrd="0" parTransId="{09EDAC3C-0359-45C4-9B85-91F0074B6553}" sibTransId="{588C1B81-2BE9-4B17-844C-77E4932CC2E8}"/>
    <dgm:cxn modelId="{E6851B17-2EE6-4DCF-8C7A-F5AB734D68B5}" srcId="{8D3744A8-1883-4930-8E0D-B57E26D003C6}" destId="{FC89B2EA-8DF6-47B3-B3E4-83EED7257C1A}" srcOrd="2" destOrd="0" parTransId="{BA8E5592-9B91-4E3B-9584-AF2C18FB5312}" sibTransId="{EC3D6E2B-8D22-440B-A1A2-FD8936E5885D}"/>
    <dgm:cxn modelId="{DED2651B-67CA-4A34-BB29-80E04611EC33}" type="presOf" srcId="{3C147DD2-DFAF-4A0C-B8D1-54FBFFF5D943}" destId="{4086309D-BB2F-4797-98A5-1A547744399E}" srcOrd="0" destOrd="0" presId="urn:microsoft.com/office/officeart/2008/layout/TitlePictureLineup"/>
    <dgm:cxn modelId="{7A052E23-DD44-45DD-805B-173DFC0703C9}" srcId="{BB36F745-62BA-4892-99D7-E4239B0F3843}" destId="{CF126053-C17F-4FA2-B2E8-CC59B981F1BD}" srcOrd="2" destOrd="0" parTransId="{A53C3C30-DF63-46AC-B8B5-9290F7B85AB9}" sibTransId="{EC15BABA-D13D-4289-8CA1-28FCE386E6A9}"/>
    <dgm:cxn modelId="{1917D92A-B2FE-4457-9619-247AFF5473BD}" srcId="{F3FA86F7-575E-4FDD-B637-1D7276F725A4}" destId="{B223247C-0227-4DBE-B652-674B1CAA2E7A}" srcOrd="1" destOrd="0" parTransId="{6A2E9237-E126-4B28-A235-4EBE2EBABB8A}" sibTransId="{36580FBC-6D1B-4F5A-92FE-B47B7A276DB3}"/>
    <dgm:cxn modelId="{28664C31-35BA-4C2D-85ED-AF5F7A11290A}" srcId="{C9AAC837-F2B0-40E5-8679-D365145CD32D}" destId="{BADEB590-E32F-4027-BBE4-B6B61E768F93}" srcOrd="0" destOrd="0" parTransId="{27AACF4C-112D-4B31-B767-BAF9EEF5DB7A}" sibTransId="{1EFCAFD1-DF1D-4A50-B531-77868A2F23F9}"/>
    <dgm:cxn modelId="{B38DB338-3B1E-4324-A45E-8025E9D81450}" srcId="{B9C32B05-62EA-407A-B21C-2310C7945705}" destId="{F3FA86F7-575E-4FDD-B637-1D7276F725A4}" srcOrd="1" destOrd="0" parTransId="{192CD16B-FA85-49AB-96EA-80094BA41ED5}" sibTransId="{BEF45895-E33A-456A-85CE-5D5DFC2CF2C9}"/>
    <dgm:cxn modelId="{AEF2C438-EEF6-4E94-8F8F-2B88342F124A}" srcId="{8D3744A8-1883-4930-8E0D-B57E26D003C6}" destId="{4D0AFD27-F15A-44F0-8FB0-C922FE68FFFD}" srcOrd="1" destOrd="0" parTransId="{A58D446B-D228-4B74-A5B9-59DA0DA4152F}" sibTransId="{E5D60B12-C341-4F2B-88D3-3AD012EF6E9B}"/>
    <dgm:cxn modelId="{D2F8513A-5886-4FAB-9494-6D284BD96A29}" srcId="{B9C32B05-62EA-407A-B21C-2310C7945705}" destId="{C9AAC837-F2B0-40E5-8679-D365145CD32D}" srcOrd="3" destOrd="0" parTransId="{BF762BC7-3A73-465D-85A6-3BCDF9B94784}" sibTransId="{0CEADA81-66C0-4096-BEDE-B88D7687450C}"/>
    <dgm:cxn modelId="{E356DB3B-D831-481C-B8F0-B401662423FC}" srcId="{8D3744A8-1883-4930-8E0D-B57E26D003C6}" destId="{761CBE54-F6EB-4F2F-9723-210A270D1CFE}" srcOrd="4" destOrd="0" parTransId="{3172B0F1-8DBD-4E03-8E42-5C098F65C468}" sibTransId="{DF992772-A81D-49E0-A24E-AD2298D5252E}"/>
    <dgm:cxn modelId="{C8FCCD3C-805E-4A27-964D-25DE1206ADCA}" srcId="{B9C32B05-62EA-407A-B21C-2310C7945705}" destId="{8D3744A8-1883-4930-8E0D-B57E26D003C6}" srcOrd="2" destOrd="0" parTransId="{AC9EAF57-EBF1-4FB7-8ED0-6ECFF59ADE74}" sibTransId="{D40CF7D9-D0C3-4084-8D2D-359654C28D0F}"/>
    <dgm:cxn modelId="{227EEA41-49ED-44BE-8F5F-38A55013BF44}" srcId="{BB36F745-62BA-4892-99D7-E4239B0F3843}" destId="{587FCC82-96EB-4759-BE61-37E97BFC7861}" srcOrd="1" destOrd="0" parTransId="{1C5D541C-B3FA-48A4-B31B-5DCAA6084010}" sibTransId="{EF9A3E98-2CF0-45DD-9C9A-C6F9DAAB6BA3}"/>
    <dgm:cxn modelId="{9FE52E43-BDB8-477A-967E-7B9478903919}" type="presOf" srcId="{F3FA86F7-575E-4FDD-B637-1D7276F725A4}" destId="{B1EF4149-9BA4-4069-A34C-BD0DFFF947CF}" srcOrd="0" destOrd="0" presId="urn:microsoft.com/office/officeart/2008/layout/TitlePictureLineup"/>
    <dgm:cxn modelId="{3AE66E43-26EE-4B9F-B03E-3F5A00DBF5B4}" type="presOf" srcId="{98839238-EFA1-4E8F-943A-9C1A32829530}" destId="{308BE4E8-3153-40F3-A365-89CC443FBE24}" srcOrd="0" destOrd="0" presId="urn:microsoft.com/office/officeart/2008/layout/TitlePictureLineup"/>
    <dgm:cxn modelId="{283D4F66-AE5B-455E-9C67-7AB53D63D3DB}" type="presOf" srcId="{8D3744A8-1883-4930-8E0D-B57E26D003C6}" destId="{1C6D875E-1BFA-4FB7-BC53-0602C72B25E6}" srcOrd="0" destOrd="0" presId="urn:microsoft.com/office/officeart/2008/layout/TitlePictureLineup"/>
    <dgm:cxn modelId="{4C14776C-6D8F-49E4-A1B7-4D276438DC9C}" type="presOf" srcId="{CE18E1A9-5224-44F2-AAB5-E3010E452A00}" destId="{0C00A5FA-89B0-41C2-B986-1F3254202978}" srcOrd="0" destOrd="0" presId="urn:microsoft.com/office/officeart/2008/layout/TitlePictureLineup"/>
    <dgm:cxn modelId="{D892946F-CDDA-4DB5-9097-FE04FDF098AE}" type="presOf" srcId="{BB36F745-62BA-4892-99D7-E4239B0F3843}" destId="{93AC3748-976E-4CE7-BE84-61F13B7DE84F}" srcOrd="0" destOrd="0" presId="urn:microsoft.com/office/officeart/2008/layout/TitlePictureLineup"/>
    <dgm:cxn modelId="{8A3DAA6F-2442-4D1C-A374-66B7DAF92BD1}" type="presOf" srcId="{587FCC82-96EB-4759-BE61-37E97BFC7861}" destId="{0C00A5FA-89B0-41C2-B986-1F3254202978}" srcOrd="0" destOrd="1" presId="urn:microsoft.com/office/officeart/2008/layout/TitlePictureLineup"/>
    <dgm:cxn modelId="{21A84D70-2594-45D0-9D09-E412B6F54A46}" srcId="{8D3744A8-1883-4930-8E0D-B57E26D003C6}" destId="{EA322D68-AB58-4BAE-A794-919D7DF2D9F6}" srcOrd="3" destOrd="0" parTransId="{38A5FB67-CA9C-43D8-A631-FE23BAF4ABC9}" sibTransId="{88B24629-CF29-4E31-B32E-DB4F6C2A7A8B}"/>
    <dgm:cxn modelId="{7FCEB553-7CC6-461D-87F2-1FA943CCDC41}" type="presOf" srcId="{761CBE54-F6EB-4F2F-9723-210A270D1CFE}" destId="{4086309D-BB2F-4797-98A5-1A547744399E}" srcOrd="0" destOrd="4" presId="urn:microsoft.com/office/officeart/2008/layout/TitlePictureLineup"/>
    <dgm:cxn modelId="{990FBC87-9544-4145-A732-02DC4A5E6D8F}" type="presOf" srcId="{C9AAC837-F2B0-40E5-8679-D365145CD32D}" destId="{99E36620-8699-41EE-942E-5A23B0DB638D}" srcOrd="0" destOrd="0" presId="urn:microsoft.com/office/officeart/2008/layout/TitlePictureLineup"/>
    <dgm:cxn modelId="{67B9CD87-DA4A-412C-A966-ECF8D8179B52}" type="presOf" srcId="{EA322D68-AB58-4BAE-A794-919D7DF2D9F6}" destId="{4086309D-BB2F-4797-98A5-1A547744399E}" srcOrd="0" destOrd="3" presId="urn:microsoft.com/office/officeart/2008/layout/TitlePictureLineup"/>
    <dgm:cxn modelId="{7B54EF8E-18C1-4EB3-8046-682842793312}" srcId="{8EA7219F-BDB2-48EB-9EEB-3133522D132E}" destId="{98839238-EFA1-4E8F-943A-9C1A32829530}" srcOrd="0" destOrd="0" parTransId="{42486346-8AA5-4F71-9CB8-684E27A54C7E}" sibTransId="{9C578531-5B61-4A42-8B4C-ABAC84E322ED}"/>
    <dgm:cxn modelId="{7CA83C9B-C21D-4DA3-9B23-CA5DA7BCD246}" srcId="{8EA7219F-BDB2-48EB-9EEB-3133522D132E}" destId="{6A7BF106-E8E3-4CFB-B0B9-07D29AE0F0CD}" srcOrd="1" destOrd="0" parTransId="{E70BCBF6-9C82-4586-A25A-D11E05972556}" sibTransId="{4B9B2D59-B417-42B5-AF2D-8A9060F8E802}"/>
    <dgm:cxn modelId="{8E361F9C-F44A-4436-8BED-29B5AB5E95D2}" type="presOf" srcId="{B223247C-0227-4DBE-B652-674B1CAA2E7A}" destId="{7A370AAB-A44F-4301-9F2C-55C1F77DEB7C}" srcOrd="0" destOrd="1" presId="urn:microsoft.com/office/officeart/2008/layout/TitlePictureLineup"/>
    <dgm:cxn modelId="{EDA0DB9C-15D3-4822-A85F-93DC22AFF538}" type="presOf" srcId="{B9C32B05-62EA-407A-B21C-2310C7945705}" destId="{1D6AE814-F70C-4646-BD93-7434040D824C}" srcOrd="0" destOrd="0" presId="urn:microsoft.com/office/officeart/2008/layout/TitlePictureLineup"/>
    <dgm:cxn modelId="{3A7A86B1-6C87-4909-8E84-666EDE5433AD}" type="presOf" srcId="{FC89B2EA-8DF6-47B3-B3E4-83EED7257C1A}" destId="{4086309D-BB2F-4797-98A5-1A547744399E}" srcOrd="0" destOrd="2" presId="urn:microsoft.com/office/officeart/2008/layout/TitlePictureLineup"/>
    <dgm:cxn modelId="{FC2DF9B4-C022-4489-A85E-4CE61B4DA605}" srcId="{8D3744A8-1883-4930-8E0D-B57E26D003C6}" destId="{3C147DD2-DFAF-4A0C-B8D1-54FBFFF5D943}" srcOrd="0" destOrd="0" parTransId="{294B6F34-EF5E-42DF-8CFC-BF3A1F708E2F}" sibTransId="{96008937-FBBD-4051-BFE4-0964D23A9BA9}"/>
    <dgm:cxn modelId="{FD8B9AC2-EB82-4CB2-8210-F74D89F347B1}" type="presOf" srcId="{63371148-BC12-480F-83A5-57E0E7FAFDF4}" destId="{C501C974-CB08-4C83-B0E9-BE3D72C2E35E}" srcOrd="0" destOrd="1" presId="urn:microsoft.com/office/officeart/2008/layout/TitlePictureLineup"/>
    <dgm:cxn modelId="{DAB5DDCD-DBBE-4F47-9785-5672F59C34B0}" srcId="{F3FA86F7-575E-4FDD-B637-1D7276F725A4}" destId="{30DB1F2D-4EF1-4D27-8674-51EA05E47B76}" srcOrd="0" destOrd="0" parTransId="{40953F17-D6DB-45C3-9BA3-3C0EA96DCF4C}" sibTransId="{C6498805-49BB-4B6D-B8EC-457A36E1512C}"/>
    <dgm:cxn modelId="{B82FEDD4-DB35-40BB-B860-6D0033052138}" type="presOf" srcId="{29AA93B0-C893-4968-B9CB-7879E09DEADE}" destId="{308BE4E8-3153-40F3-A365-89CC443FBE24}" srcOrd="0" destOrd="2" presId="urn:microsoft.com/office/officeart/2008/layout/TitlePictureLineup"/>
    <dgm:cxn modelId="{855897E0-38A5-485E-9D74-27D4D8EAFE73}" type="presOf" srcId="{4D0AFD27-F15A-44F0-8FB0-C922FE68FFFD}" destId="{4086309D-BB2F-4797-98A5-1A547744399E}" srcOrd="0" destOrd="1" presId="urn:microsoft.com/office/officeart/2008/layout/TitlePictureLineup"/>
    <dgm:cxn modelId="{B4861AE6-AF55-47EC-936E-414DB3B2FC6D}" type="presOf" srcId="{CF126053-C17F-4FA2-B2E8-CC59B981F1BD}" destId="{0C00A5FA-89B0-41C2-B986-1F3254202978}" srcOrd="0" destOrd="2" presId="urn:microsoft.com/office/officeart/2008/layout/TitlePictureLineup"/>
    <dgm:cxn modelId="{DA3629EF-424A-4562-A624-827E530D4893}" srcId="{C9AAC837-F2B0-40E5-8679-D365145CD32D}" destId="{63371148-BC12-480F-83A5-57E0E7FAFDF4}" srcOrd="1" destOrd="0" parTransId="{75148053-9F63-48E3-B4CB-023A76723561}" sibTransId="{AAE72339-1880-4A73-8119-D7CDC6533C73}"/>
    <dgm:cxn modelId="{58AD7EEF-D408-406B-87EE-4691D4C30668}" srcId="{B9C32B05-62EA-407A-B21C-2310C7945705}" destId="{8EA7219F-BDB2-48EB-9EEB-3133522D132E}" srcOrd="0" destOrd="0" parTransId="{3EE8403A-CB7C-4815-85BD-AEBCAEB71B37}" sibTransId="{C94B7947-85DC-4B21-BB99-DF8438356F98}"/>
    <dgm:cxn modelId="{C8A118F2-421D-4BFE-9269-BE8F4313DDAD}" type="presOf" srcId="{8EA7219F-BDB2-48EB-9EEB-3133522D132E}" destId="{772E38A5-DA1A-42ED-8F75-8F6971D0E76E}" srcOrd="0" destOrd="0" presId="urn:microsoft.com/office/officeart/2008/layout/TitlePictureLineup"/>
    <dgm:cxn modelId="{16D2CBF9-195A-4D7F-AC94-FE0E36893770}" type="presOf" srcId="{6A7BF106-E8E3-4CFB-B0B9-07D29AE0F0CD}" destId="{308BE4E8-3153-40F3-A365-89CC443FBE24}" srcOrd="0" destOrd="1" presId="urn:microsoft.com/office/officeart/2008/layout/TitlePictureLineup"/>
    <dgm:cxn modelId="{37162DFB-1D75-47EC-A4C4-81EA1FDEA5B1}" type="presOf" srcId="{30DB1F2D-4EF1-4D27-8674-51EA05E47B76}" destId="{7A370AAB-A44F-4301-9F2C-55C1F77DEB7C}" srcOrd="0" destOrd="0" presId="urn:microsoft.com/office/officeart/2008/layout/TitlePictureLineup"/>
    <dgm:cxn modelId="{3BA9589C-10E9-4DFB-8E98-BDEC15EF25B4}" type="presParOf" srcId="{1D6AE814-F70C-4646-BD93-7434040D824C}" destId="{1CD029FD-9EA8-4CBF-B91A-50361097B303}" srcOrd="0" destOrd="0" presId="urn:microsoft.com/office/officeart/2008/layout/TitlePictureLineup"/>
    <dgm:cxn modelId="{9F9106EF-311E-421C-8EDE-E7C00711A28E}" type="presParOf" srcId="{1CD029FD-9EA8-4CBF-B91A-50361097B303}" destId="{17F3C67B-BD87-4D87-9EC6-5757C4D3A868}" srcOrd="0" destOrd="0" presId="urn:microsoft.com/office/officeart/2008/layout/TitlePictureLineup"/>
    <dgm:cxn modelId="{87210EB9-C042-4F32-A4D1-4AB4B64FC7DF}" type="presParOf" srcId="{1CD029FD-9EA8-4CBF-B91A-50361097B303}" destId="{D0E10A95-B6DF-481A-87F0-8B67A27F11F6}" srcOrd="1" destOrd="0" presId="urn:microsoft.com/office/officeart/2008/layout/TitlePictureLineup"/>
    <dgm:cxn modelId="{B2B9AF70-E115-4E07-89DE-16BCC3EB4228}" type="presParOf" srcId="{1CD029FD-9EA8-4CBF-B91A-50361097B303}" destId="{308BE4E8-3153-40F3-A365-89CC443FBE24}" srcOrd="2" destOrd="0" presId="urn:microsoft.com/office/officeart/2008/layout/TitlePictureLineup"/>
    <dgm:cxn modelId="{AE857363-952A-42FE-AA2C-C561825454F8}" type="presParOf" srcId="{1CD029FD-9EA8-4CBF-B91A-50361097B303}" destId="{772E38A5-DA1A-42ED-8F75-8F6971D0E76E}" srcOrd="3" destOrd="0" presId="urn:microsoft.com/office/officeart/2008/layout/TitlePictureLineup"/>
    <dgm:cxn modelId="{8A22D9EA-CFD1-4A36-A9DB-0983C5E9DFF6}" type="presParOf" srcId="{1D6AE814-F70C-4646-BD93-7434040D824C}" destId="{92A5AF32-3392-4CFA-B2B3-852F2A12411E}" srcOrd="1" destOrd="0" presId="urn:microsoft.com/office/officeart/2008/layout/TitlePictureLineup"/>
    <dgm:cxn modelId="{767ABCAE-9C6B-4DCB-93F4-9DE2A3A812FC}" type="presParOf" srcId="{1D6AE814-F70C-4646-BD93-7434040D824C}" destId="{3F36E188-A4B7-4CD5-8D2A-EA848AC4D751}" srcOrd="2" destOrd="0" presId="urn:microsoft.com/office/officeart/2008/layout/TitlePictureLineup"/>
    <dgm:cxn modelId="{AE481B1B-717D-4D99-926A-81734DAF5530}" type="presParOf" srcId="{3F36E188-A4B7-4CD5-8D2A-EA848AC4D751}" destId="{908C82A3-28DD-4E25-B8F0-D558C2489AB8}" srcOrd="0" destOrd="0" presId="urn:microsoft.com/office/officeart/2008/layout/TitlePictureLineup"/>
    <dgm:cxn modelId="{AC96A4B4-3151-47EA-A11A-9F1B9DB6E32D}" type="presParOf" srcId="{3F36E188-A4B7-4CD5-8D2A-EA848AC4D751}" destId="{5DDB965B-7869-4C9E-8227-D237A612C012}" srcOrd="1" destOrd="0" presId="urn:microsoft.com/office/officeart/2008/layout/TitlePictureLineup"/>
    <dgm:cxn modelId="{BD42B844-82B4-4DD5-96A8-0888E2922351}" type="presParOf" srcId="{3F36E188-A4B7-4CD5-8D2A-EA848AC4D751}" destId="{7A370AAB-A44F-4301-9F2C-55C1F77DEB7C}" srcOrd="2" destOrd="0" presId="urn:microsoft.com/office/officeart/2008/layout/TitlePictureLineup"/>
    <dgm:cxn modelId="{D0738DA0-C2F6-498E-9627-26D538129C0B}" type="presParOf" srcId="{3F36E188-A4B7-4CD5-8D2A-EA848AC4D751}" destId="{B1EF4149-9BA4-4069-A34C-BD0DFFF947CF}" srcOrd="3" destOrd="0" presId="urn:microsoft.com/office/officeart/2008/layout/TitlePictureLineup"/>
    <dgm:cxn modelId="{B9A01543-081E-49D4-BA61-C5DC9E060B2E}" type="presParOf" srcId="{1D6AE814-F70C-4646-BD93-7434040D824C}" destId="{4E763DD7-3C62-449F-9993-07D6A0579F45}" srcOrd="3" destOrd="0" presId="urn:microsoft.com/office/officeart/2008/layout/TitlePictureLineup"/>
    <dgm:cxn modelId="{0B4D9026-7019-42E7-9BC5-B87BFE92CE89}" type="presParOf" srcId="{1D6AE814-F70C-4646-BD93-7434040D824C}" destId="{D59ACC8D-C627-4611-9B10-613B28990861}" srcOrd="4" destOrd="0" presId="urn:microsoft.com/office/officeart/2008/layout/TitlePictureLineup"/>
    <dgm:cxn modelId="{EF8F1044-8237-4F45-8A0A-D3E0027A14BB}" type="presParOf" srcId="{D59ACC8D-C627-4611-9B10-613B28990861}" destId="{94DA0CB2-D0AC-4ADC-8C46-F107D688FE52}" srcOrd="0" destOrd="0" presId="urn:microsoft.com/office/officeart/2008/layout/TitlePictureLineup"/>
    <dgm:cxn modelId="{6A369236-5259-4D1F-93D1-A754B37158E7}" type="presParOf" srcId="{D59ACC8D-C627-4611-9B10-613B28990861}" destId="{7A594055-9E35-4F66-9950-359D3E2CAC81}" srcOrd="1" destOrd="0" presId="urn:microsoft.com/office/officeart/2008/layout/TitlePictureLineup"/>
    <dgm:cxn modelId="{7969F707-DA3E-49E8-A7BF-1DEA4FA08877}" type="presParOf" srcId="{D59ACC8D-C627-4611-9B10-613B28990861}" destId="{4086309D-BB2F-4797-98A5-1A547744399E}" srcOrd="2" destOrd="0" presId="urn:microsoft.com/office/officeart/2008/layout/TitlePictureLineup"/>
    <dgm:cxn modelId="{C1FE75AE-4CDB-440E-A538-915DF03C225E}" type="presParOf" srcId="{D59ACC8D-C627-4611-9B10-613B28990861}" destId="{1C6D875E-1BFA-4FB7-BC53-0602C72B25E6}" srcOrd="3" destOrd="0" presId="urn:microsoft.com/office/officeart/2008/layout/TitlePictureLineup"/>
    <dgm:cxn modelId="{0AF63532-7E19-4B7F-A0EF-0183D37AA724}" type="presParOf" srcId="{1D6AE814-F70C-4646-BD93-7434040D824C}" destId="{108ABE06-238F-4CCA-80CD-B1AF476C726A}" srcOrd="5" destOrd="0" presId="urn:microsoft.com/office/officeart/2008/layout/TitlePictureLineup"/>
    <dgm:cxn modelId="{B7BB910B-3F59-4E3B-AFFC-87E577EC4B7B}" type="presParOf" srcId="{1D6AE814-F70C-4646-BD93-7434040D824C}" destId="{B2BAF6C5-66BD-470C-AA58-55ABC336C677}" srcOrd="6" destOrd="0" presId="urn:microsoft.com/office/officeart/2008/layout/TitlePictureLineup"/>
    <dgm:cxn modelId="{F93C6D8C-1297-4DE1-8D03-2FFABE2B544B}" type="presParOf" srcId="{B2BAF6C5-66BD-470C-AA58-55ABC336C677}" destId="{16EA2FB4-17B5-4F39-8A48-AAADF1001E4A}" srcOrd="0" destOrd="0" presId="urn:microsoft.com/office/officeart/2008/layout/TitlePictureLineup"/>
    <dgm:cxn modelId="{7CFB16B8-55FD-470D-81B0-ABAC87FBA7CB}" type="presParOf" srcId="{B2BAF6C5-66BD-470C-AA58-55ABC336C677}" destId="{740ADCD5-E1C7-4A15-943B-8D4170D8273B}" srcOrd="1" destOrd="0" presId="urn:microsoft.com/office/officeart/2008/layout/TitlePictureLineup"/>
    <dgm:cxn modelId="{FAF4046A-381A-454C-8B47-56413D1C6FE9}" type="presParOf" srcId="{B2BAF6C5-66BD-470C-AA58-55ABC336C677}" destId="{C501C974-CB08-4C83-B0E9-BE3D72C2E35E}" srcOrd="2" destOrd="0" presId="urn:microsoft.com/office/officeart/2008/layout/TitlePictureLineup"/>
    <dgm:cxn modelId="{25E0F006-CEF7-41B1-BE00-5BBC81D41E79}" type="presParOf" srcId="{B2BAF6C5-66BD-470C-AA58-55ABC336C677}" destId="{99E36620-8699-41EE-942E-5A23B0DB638D}" srcOrd="3" destOrd="0" presId="urn:microsoft.com/office/officeart/2008/layout/TitlePictureLineup"/>
    <dgm:cxn modelId="{E146B03F-3741-4230-9B62-CBD3555A351F}" type="presParOf" srcId="{1D6AE814-F70C-4646-BD93-7434040D824C}" destId="{751C51D7-BF85-418A-BEC5-639E2D0AF587}" srcOrd="7" destOrd="0" presId="urn:microsoft.com/office/officeart/2008/layout/TitlePictureLineup"/>
    <dgm:cxn modelId="{DEC792FD-D896-47EE-AAAE-5075184A764E}" type="presParOf" srcId="{1D6AE814-F70C-4646-BD93-7434040D824C}" destId="{920E4068-3ABC-43FB-B5CF-1B6B2312B589}" srcOrd="8" destOrd="0" presId="urn:microsoft.com/office/officeart/2008/layout/TitlePictureLineup"/>
    <dgm:cxn modelId="{275CF839-8271-4F53-A8E2-BDE8287C045A}" type="presParOf" srcId="{920E4068-3ABC-43FB-B5CF-1B6B2312B589}" destId="{158A5E54-1A35-40B6-B05C-F6EE6B333725}" srcOrd="0" destOrd="0" presId="urn:microsoft.com/office/officeart/2008/layout/TitlePictureLineup"/>
    <dgm:cxn modelId="{49E6F6B9-520F-4453-887A-02DED7EEAA34}" type="presParOf" srcId="{920E4068-3ABC-43FB-B5CF-1B6B2312B589}" destId="{16D674FF-AA4E-43DE-AE75-CD6D378509F1}" srcOrd="1" destOrd="0" presId="urn:microsoft.com/office/officeart/2008/layout/TitlePictureLineup"/>
    <dgm:cxn modelId="{66979F70-1801-48B1-8057-41E9213946BE}" type="presParOf" srcId="{920E4068-3ABC-43FB-B5CF-1B6B2312B589}" destId="{0C00A5FA-89B0-41C2-B986-1F3254202978}" srcOrd="2" destOrd="0" presId="urn:microsoft.com/office/officeart/2008/layout/TitlePictureLineup"/>
    <dgm:cxn modelId="{D1D54DFA-6FB8-4ADA-BCB6-ABB8BA548CA2}" type="presParOf" srcId="{920E4068-3ABC-43FB-B5CF-1B6B2312B589}" destId="{93AC3748-976E-4CE7-BE84-61F13B7DE84F}" srcOrd="3" destOrd="0" presId="urn:microsoft.com/office/officeart/2008/layout/TitlePictureLineup"/>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56.xml><?xml version="1.0" encoding="utf-8"?>
<dgm:dataModel xmlns:dgm="http://schemas.openxmlformats.org/drawingml/2006/diagram" xmlns:a="http://schemas.openxmlformats.org/drawingml/2006/main">
  <dgm:ptLst>
    <dgm:pt modelId="{B9C32B05-62EA-407A-B21C-2310C7945705}" type="doc">
      <dgm:prSet loTypeId="urn:microsoft.com/office/officeart/2008/layout/PictureLineup" loCatId="picture" qsTypeId="urn:microsoft.com/office/officeart/2005/8/quickstyle/simple4" qsCatId="simple" csTypeId="urn:microsoft.com/office/officeart/2005/8/colors/colorful1" csCatId="colorful" phldr="1"/>
      <dgm:spPr/>
      <dgm:t>
        <a:bodyPr/>
        <a:lstStyle/>
        <a:p>
          <a:endParaRPr lang="en-US"/>
        </a:p>
      </dgm:t>
    </dgm:pt>
    <dgm:pt modelId="{8EA7219F-BDB2-48EB-9EEB-3133522D132E}">
      <dgm:prSet phldrT="[Text]"/>
      <dgm:spPr/>
      <dgm:t>
        <a:bodyPr/>
        <a:lstStyle/>
        <a:p>
          <a:r>
            <a:rPr lang="en-US" dirty="0"/>
            <a:t>Lorem Ipsum</a:t>
          </a:r>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F3FA86F7-575E-4FDD-B637-1D7276F725A4}">
      <dgm:prSet phldrT="[Text]"/>
      <dgm:spPr/>
      <dgm:t>
        <a:bodyPr/>
        <a:lstStyle/>
        <a:p>
          <a:r>
            <a:rPr lang="en-US"/>
            <a:t>Lorem Ipsum</a:t>
          </a:r>
          <a:endParaRPr lang="en-US" dirty="0"/>
        </a:p>
      </dgm:t>
    </dgm:pt>
    <dgm:pt modelId="{192CD16B-FA85-49AB-96EA-80094BA41ED5}" type="parTrans" cxnId="{B38DB338-3B1E-4324-A45E-8025E9D81450}">
      <dgm:prSet/>
      <dgm:spPr/>
      <dgm:t>
        <a:bodyPr/>
        <a:lstStyle/>
        <a:p>
          <a:endParaRPr lang="en-US"/>
        </a:p>
      </dgm:t>
    </dgm:pt>
    <dgm:pt modelId="{BEF45895-E33A-456A-85CE-5D5DFC2CF2C9}" type="sibTrans" cxnId="{B38DB338-3B1E-4324-A45E-8025E9D81450}">
      <dgm:prSet/>
      <dgm:spPr/>
      <dgm:t>
        <a:bodyPr/>
        <a:lstStyle/>
        <a:p>
          <a:endParaRPr lang="en-US"/>
        </a:p>
      </dgm:t>
    </dgm:pt>
    <dgm:pt modelId="{8D3744A8-1883-4930-8E0D-B57E26D003C6}">
      <dgm:prSet phldrT="[Text]"/>
      <dgm:spPr/>
      <dgm:t>
        <a:bodyPr/>
        <a:lstStyle/>
        <a:p>
          <a:r>
            <a:rPr lang="en-US" dirty="0"/>
            <a:t>Lorem Ipsum</a:t>
          </a:r>
        </a:p>
      </dgm:t>
    </dgm:pt>
    <dgm:pt modelId="{AC9EAF57-EBF1-4FB7-8ED0-6ECFF59ADE74}" type="parTrans" cxnId="{C8FCCD3C-805E-4A27-964D-25DE1206ADCA}">
      <dgm:prSet/>
      <dgm:spPr/>
      <dgm:t>
        <a:bodyPr/>
        <a:lstStyle/>
        <a:p>
          <a:endParaRPr lang="en-US"/>
        </a:p>
      </dgm:t>
    </dgm:pt>
    <dgm:pt modelId="{D40CF7D9-D0C3-4084-8D2D-359654C28D0F}" type="sibTrans" cxnId="{C8FCCD3C-805E-4A27-964D-25DE1206ADCA}">
      <dgm:prSet/>
      <dgm:spPr/>
      <dgm:t>
        <a:bodyPr/>
        <a:lstStyle/>
        <a:p>
          <a:endParaRPr lang="en-US"/>
        </a:p>
      </dgm:t>
    </dgm:pt>
    <dgm:pt modelId="{BB36F745-62BA-4892-99D7-E4239B0F3843}">
      <dgm:prSet phldrT="[Text]"/>
      <dgm:spPr/>
      <dgm:t>
        <a:bodyPr/>
        <a:lstStyle/>
        <a:p>
          <a:r>
            <a:rPr lang="en-US" dirty="0"/>
            <a:t>Lorem Ipsum</a:t>
          </a:r>
        </a:p>
      </dgm:t>
    </dgm:pt>
    <dgm:pt modelId="{CE269D49-A2E4-44F1-A948-9BE1FE5D6140}" type="parTrans" cxnId="{C96A1F07-338B-48CD-B344-80BE34A6C9DF}">
      <dgm:prSet/>
      <dgm:spPr/>
      <dgm:t>
        <a:bodyPr/>
        <a:lstStyle/>
        <a:p>
          <a:endParaRPr lang="en-US"/>
        </a:p>
      </dgm:t>
    </dgm:pt>
    <dgm:pt modelId="{5CE5B550-A310-4948-9BA1-267AF81C5FA4}" type="sibTrans" cxnId="{C96A1F07-338B-48CD-B344-80BE34A6C9DF}">
      <dgm:prSet/>
      <dgm:spPr/>
      <dgm:t>
        <a:bodyPr/>
        <a:lstStyle/>
        <a:p>
          <a:endParaRPr lang="en-US"/>
        </a:p>
      </dgm:t>
    </dgm:pt>
    <dgm:pt modelId="{C9AAC837-F2B0-40E5-8679-D365145CD32D}">
      <dgm:prSet phldrT="[Text]"/>
      <dgm:spPr/>
      <dgm:t>
        <a:bodyPr/>
        <a:lstStyle/>
        <a:p>
          <a:r>
            <a:rPr lang="en-US" dirty="0"/>
            <a:t>Lorem Ipsum</a:t>
          </a:r>
        </a:p>
      </dgm:t>
    </dgm:pt>
    <dgm:pt modelId="{BF762BC7-3A73-465D-85A6-3BCDF9B94784}" type="parTrans" cxnId="{D2F8513A-5886-4FAB-9494-6D284BD96A29}">
      <dgm:prSet/>
      <dgm:spPr/>
      <dgm:t>
        <a:bodyPr/>
        <a:lstStyle/>
        <a:p>
          <a:endParaRPr lang="en-US"/>
        </a:p>
      </dgm:t>
    </dgm:pt>
    <dgm:pt modelId="{0CEADA81-66C0-4096-BEDE-B88D7687450C}" type="sibTrans" cxnId="{D2F8513A-5886-4FAB-9494-6D284BD96A29}">
      <dgm:prSet/>
      <dgm:spPr/>
      <dgm:t>
        <a:bodyPr/>
        <a:lstStyle/>
        <a:p>
          <a:endParaRPr lang="en-US"/>
        </a:p>
      </dgm:t>
    </dgm:pt>
    <dgm:pt modelId="{152C28A6-1976-4B4D-A357-9741FF841DA4}">
      <dgm:prSet phldrT="[Text]"/>
      <dgm:spPr/>
      <dgm:t>
        <a:bodyPr/>
        <a:lstStyle/>
        <a:p>
          <a:r>
            <a:rPr lang="en-US" dirty="0"/>
            <a:t>Some text here</a:t>
          </a:r>
        </a:p>
      </dgm:t>
    </dgm:pt>
    <dgm:pt modelId="{BF6C5A61-6250-4864-BA86-F96D5A00D5C2}" type="parTrans" cxnId="{E12433D2-5C5F-4A5C-8436-6EE50A4CE10F}">
      <dgm:prSet/>
      <dgm:spPr/>
      <dgm:t>
        <a:bodyPr/>
        <a:lstStyle/>
        <a:p>
          <a:endParaRPr lang="en-US"/>
        </a:p>
      </dgm:t>
    </dgm:pt>
    <dgm:pt modelId="{65463E85-793E-4B27-9A25-6A9D5A481B48}" type="sibTrans" cxnId="{E12433D2-5C5F-4A5C-8436-6EE50A4CE10F}">
      <dgm:prSet/>
      <dgm:spPr/>
      <dgm:t>
        <a:bodyPr/>
        <a:lstStyle/>
        <a:p>
          <a:endParaRPr lang="en-US"/>
        </a:p>
      </dgm:t>
    </dgm:pt>
    <dgm:pt modelId="{E08BEFE8-43FE-4964-BB25-91EF526DA182}">
      <dgm:prSet phldrT="[Text]"/>
      <dgm:spPr/>
      <dgm:t>
        <a:bodyPr/>
        <a:lstStyle/>
        <a:p>
          <a:r>
            <a:rPr lang="en-US" dirty="0"/>
            <a:t>Some text here</a:t>
          </a:r>
        </a:p>
      </dgm:t>
    </dgm:pt>
    <dgm:pt modelId="{FFCE4AA5-414D-4D3E-9E41-C315B920C0C9}" type="parTrans" cxnId="{FAD0ED8B-DE5D-4676-A0F0-4FD66AFEFD85}">
      <dgm:prSet/>
      <dgm:spPr/>
      <dgm:t>
        <a:bodyPr/>
        <a:lstStyle/>
        <a:p>
          <a:endParaRPr lang="en-US"/>
        </a:p>
      </dgm:t>
    </dgm:pt>
    <dgm:pt modelId="{9FC2E1BD-BDE7-414B-999B-88D347B06153}" type="sibTrans" cxnId="{FAD0ED8B-DE5D-4676-A0F0-4FD66AFEFD85}">
      <dgm:prSet/>
      <dgm:spPr/>
      <dgm:t>
        <a:bodyPr/>
        <a:lstStyle/>
        <a:p>
          <a:endParaRPr lang="en-US"/>
        </a:p>
      </dgm:t>
    </dgm:pt>
    <dgm:pt modelId="{147BEAD2-3009-43F0-9032-78E1F717ADED}">
      <dgm:prSet phldrT="[Text]"/>
      <dgm:spPr/>
      <dgm:t>
        <a:bodyPr/>
        <a:lstStyle/>
        <a:p>
          <a:r>
            <a:rPr lang="en-US" dirty="0"/>
            <a:t>Some text here</a:t>
          </a:r>
        </a:p>
      </dgm:t>
    </dgm:pt>
    <dgm:pt modelId="{6464E09D-E579-4A8E-857F-7746FCF15B0F}" type="parTrans" cxnId="{E362B086-97FF-4E49-A949-E782E3BCAF16}">
      <dgm:prSet/>
      <dgm:spPr/>
      <dgm:t>
        <a:bodyPr/>
        <a:lstStyle/>
        <a:p>
          <a:endParaRPr lang="en-US"/>
        </a:p>
      </dgm:t>
    </dgm:pt>
    <dgm:pt modelId="{E94A9721-F858-4111-80C7-AD2595E40152}" type="sibTrans" cxnId="{E362B086-97FF-4E49-A949-E782E3BCAF16}">
      <dgm:prSet/>
      <dgm:spPr/>
      <dgm:t>
        <a:bodyPr/>
        <a:lstStyle/>
        <a:p>
          <a:endParaRPr lang="en-US"/>
        </a:p>
      </dgm:t>
    </dgm:pt>
    <dgm:pt modelId="{49EB378D-A203-42B4-B71E-24AAC554D030}">
      <dgm:prSet phldrT="[Text]"/>
      <dgm:spPr/>
      <dgm:t>
        <a:bodyPr/>
        <a:lstStyle/>
        <a:p>
          <a:r>
            <a:rPr lang="en-US" dirty="0"/>
            <a:t>Some text here</a:t>
          </a:r>
        </a:p>
      </dgm:t>
    </dgm:pt>
    <dgm:pt modelId="{7E5BEA88-38A7-4ED5-BF5D-DB5EE320FB6B}" type="parTrans" cxnId="{61A79A54-9C1A-4C41-BBF9-BDB666BE1939}">
      <dgm:prSet/>
      <dgm:spPr/>
      <dgm:t>
        <a:bodyPr/>
        <a:lstStyle/>
        <a:p>
          <a:endParaRPr lang="en-US"/>
        </a:p>
      </dgm:t>
    </dgm:pt>
    <dgm:pt modelId="{83C99B4F-9315-4618-BECA-AC49524A76EE}" type="sibTrans" cxnId="{61A79A54-9C1A-4C41-BBF9-BDB666BE1939}">
      <dgm:prSet/>
      <dgm:spPr/>
      <dgm:t>
        <a:bodyPr/>
        <a:lstStyle/>
        <a:p>
          <a:endParaRPr lang="en-US"/>
        </a:p>
      </dgm:t>
    </dgm:pt>
    <dgm:pt modelId="{00F5593D-D66D-4EBB-A10F-5D24CA7BA912}">
      <dgm:prSet phldrT="[Text]"/>
      <dgm:spPr/>
      <dgm:t>
        <a:bodyPr/>
        <a:lstStyle/>
        <a:p>
          <a:r>
            <a:rPr lang="en-US" dirty="0"/>
            <a:t>Some text here</a:t>
          </a:r>
        </a:p>
      </dgm:t>
    </dgm:pt>
    <dgm:pt modelId="{0F7CD243-5D6B-41B4-A517-DD682E51F2AF}" type="parTrans" cxnId="{3E39FBB6-353B-448A-9CA9-F354D19CD3C9}">
      <dgm:prSet/>
      <dgm:spPr/>
      <dgm:t>
        <a:bodyPr/>
        <a:lstStyle/>
        <a:p>
          <a:endParaRPr lang="en-US"/>
        </a:p>
      </dgm:t>
    </dgm:pt>
    <dgm:pt modelId="{D442C50B-6DD3-4B67-AC74-6D6BCBAD1243}" type="sibTrans" cxnId="{3E39FBB6-353B-448A-9CA9-F354D19CD3C9}">
      <dgm:prSet/>
      <dgm:spPr/>
      <dgm:t>
        <a:bodyPr/>
        <a:lstStyle/>
        <a:p>
          <a:endParaRPr lang="en-US"/>
        </a:p>
      </dgm:t>
    </dgm:pt>
    <dgm:pt modelId="{253E5CC9-903F-47DF-B317-5FBE9086713A}" type="pres">
      <dgm:prSet presAssocID="{B9C32B05-62EA-407A-B21C-2310C7945705}" presName="Name0" presStyleCnt="0">
        <dgm:presLayoutVars>
          <dgm:chMax/>
          <dgm:chPref/>
          <dgm:dir/>
          <dgm:animLvl val="lvl"/>
          <dgm:resizeHandles val="exact"/>
        </dgm:presLayoutVars>
      </dgm:prSet>
      <dgm:spPr/>
    </dgm:pt>
    <dgm:pt modelId="{0DF9D675-763A-4231-B683-CF6A643A9FDD}" type="pres">
      <dgm:prSet presAssocID="{8EA7219F-BDB2-48EB-9EEB-3133522D132E}" presName="composite" presStyleCnt="0"/>
      <dgm:spPr/>
    </dgm:pt>
    <dgm:pt modelId="{88C01073-6DF7-4E04-B025-E6D6DA0B4FB8}" type="pres">
      <dgm:prSet presAssocID="{8EA7219F-BDB2-48EB-9EEB-3133522D132E}" presName="Image" presStyleLbl="alignNode1" presStyleIdx="0" presStyleCnt="5"/>
      <dgm:spPr/>
    </dgm:pt>
    <dgm:pt modelId="{9E2463BD-809C-4EBD-8734-D94D4AD76462}" type="pres">
      <dgm:prSet presAssocID="{8EA7219F-BDB2-48EB-9EEB-3133522D132E}" presName="Accent" presStyleLbl="parChTrans1D1" presStyleIdx="0" presStyleCnt="5"/>
      <dgm:spPr/>
    </dgm:pt>
    <dgm:pt modelId="{6E05B39B-0BAE-4FEA-BF13-60B2F47650F7}" type="pres">
      <dgm:prSet presAssocID="{8EA7219F-BDB2-48EB-9EEB-3133522D132E}" presName="Parent" presStyleLbl="revTx" presStyleIdx="0" presStyleCnt="5">
        <dgm:presLayoutVars>
          <dgm:chMax val="0"/>
          <dgm:chPref val="0"/>
          <dgm:bulletEnabled val="1"/>
        </dgm:presLayoutVars>
      </dgm:prSet>
      <dgm:spPr/>
    </dgm:pt>
    <dgm:pt modelId="{D951F8AA-2675-4B32-A820-10A8B0ADAF90}" type="pres">
      <dgm:prSet presAssocID="{C94B7947-85DC-4B21-BB99-DF8438356F98}" presName="sibTrans" presStyleCnt="0"/>
      <dgm:spPr/>
    </dgm:pt>
    <dgm:pt modelId="{A1590908-078D-46E9-8FE7-6C72AE385A39}" type="pres">
      <dgm:prSet presAssocID="{F3FA86F7-575E-4FDD-B637-1D7276F725A4}" presName="composite" presStyleCnt="0"/>
      <dgm:spPr/>
    </dgm:pt>
    <dgm:pt modelId="{F86EDF1C-4CF3-4039-A8C1-64E6750CC3A2}" type="pres">
      <dgm:prSet presAssocID="{F3FA86F7-575E-4FDD-B637-1D7276F725A4}" presName="Image" presStyleLbl="alignNode1" presStyleIdx="1" presStyleCnt="5"/>
      <dgm:spPr/>
    </dgm:pt>
    <dgm:pt modelId="{FB398C1E-5076-4839-A6E4-1803CCD928EB}" type="pres">
      <dgm:prSet presAssocID="{F3FA86F7-575E-4FDD-B637-1D7276F725A4}" presName="Accent" presStyleLbl="parChTrans1D1" presStyleIdx="1" presStyleCnt="5"/>
      <dgm:spPr/>
    </dgm:pt>
    <dgm:pt modelId="{AFE3F851-AEA4-4198-BFA7-D4FE3363015C}" type="pres">
      <dgm:prSet presAssocID="{F3FA86F7-575E-4FDD-B637-1D7276F725A4}" presName="Parent" presStyleLbl="revTx" presStyleIdx="1" presStyleCnt="5">
        <dgm:presLayoutVars>
          <dgm:chMax val="0"/>
          <dgm:chPref val="0"/>
          <dgm:bulletEnabled val="1"/>
        </dgm:presLayoutVars>
      </dgm:prSet>
      <dgm:spPr/>
    </dgm:pt>
    <dgm:pt modelId="{E5621685-CF4D-4A8C-8EDC-F384DB7B93C8}" type="pres">
      <dgm:prSet presAssocID="{BEF45895-E33A-456A-85CE-5D5DFC2CF2C9}" presName="sibTrans" presStyleCnt="0"/>
      <dgm:spPr/>
    </dgm:pt>
    <dgm:pt modelId="{29A68B2C-6A95-40EA-8B62-365B774A1FF5}" type="pres">
      <dgm:prSet presAssocID="{8D3744A8-1883-4930-8E0D-B57E26D003C6}" presName="composite" presStyleCnt="0"/>
      <dgm:spPr/>
    </dgm:pt>
    <dgm:pt modelId="{BF534A13-FF92-4F17-A912-B22AFD20163F}" type="pres">
      <dgm:prSet presAssocID="{8D3744A8-1883-4930-8E0D-B57E26D003C6}" presName="Image" presStyleLbl="alignNode1" presStyleIdx="2" presStyleCnt="5"/>
      <dgm:spPr/>
    </dgm:pt>
    <dgm:pt modelId="{CB1239F9-5949-490F-803A-5944203C1783}" type="pres">
      <dgm:prSet presAssocID="{8D3744A8-1883-4930-8E0D-B57E26D003C6}" presName="Accent" presStyleLbl="parChTrans1D1" presStyleIdx="2" presStyleCnt="5"/>
      <dgm:spPr/>
    </dgm:pt>
    <dgm:pt modelId="{7AE419FF-6338-4B7C-9D46-B398D14E3029}" type="pres">
      <dgm:prSet presAssocID="{8D3744A8-1883-4930-8E0D-B57E26D003C6}" presName="Parent" presStyleLbl="revTx" presStyleIdx="2" presStyleCnt="5">
        <dgm:presLayoutVars>
          <dgm:chMax val="0"/>
          <dgm:chPref val="0"/>
          <dgm:bulletEnabled val="1"/>
        </dgm:presLayoutVars>
      </dgm:prSet>
      <dgm:spPr/>
    </dgm:pt>
    <dgm:pt modelId="{BE1280E0-BD2B-47DF-BACC-77817FC3CB34}" type="pres">
      <dgm:prSet presAssocID="{D40CF7D9-D0C3-4084-8D2D-359654C28D0F}" presName="sibTrans" presStyleCnt="0"/>
      <dgm:spPr/>
    </dgm:pt>
    <dgm:pt modelId="{772C8791-4119-4E17-88C7-FB134A47579B}" type="pres">
      <dgm:prSet presAssocID="{C9AAC837-F2B0-40E5-8679-D365145CD32D}" presName="composite" presStyleCnt="0"/>
      <dgm:spPr/>
    </dgm:pt>
    <dgm:pt modelId="{0CF7BBFE-61C0-4DA9-96D9-B17B3963E513}" type="pres">
      <dgm:prSet presAssocID="{C9AAC837-F2B0-40E5-8679-D365145CD32D}" presName="Image" presStyleLbl="alignNode1" presStyleIdx="3" presStyleCnt="5"/>
      <dgm:spPr/>
    </dgm:pt>
    <dgm:pt modelId="{8249B8B2-C153-495A-BC0D-C4F7F0D0D184}" type="pres">
      <dgm:prSet presAssocID="{C9AAC837-F2B0-40E5-8679-D365145CD32D}" presName="Accent" presStyleLbl="parChTrans1D1" presStyleIdx="3" presStyleCnt="5"/>
      <dgm:spPr/>
    </dgm:pt>
    <dgm:pt modelId="{380429FB-86BB-4614-B227-1C65CC40496B}" type="pres">
      <dgm:prSet presAssocID="{C9AAC837-F2B0-40E5-8679-D365145CD32D}" presName="Parent" presStyleLbl="revTx" presStyleIdx="3" presStyleCnt="5">
        <dgm:presLayoutVars>
          <dgm:chMax val="0"/>
          <dgm:chPref val="0"/>
          <dgm:bulletEnabled val="1"/>
        </dgm:presLayoutVars>
      </dgm:prSet>
      <dgm:spPr/>
    </dgm:pt>
    <dgm:pt modelId="{4E049D1B-966B-411B-AD55-CEAA6C245927}" type="pres">
      <dgm:prSet presAssocID="{0CEADA81-66C0-4096-BEDE-B88D7687450C}" presName="sibTrans" presStyleCnt="0"/>
      <dgm:spPr/>
    </dgm:pt>
    <dgm:pt modelId="{1BF73DD7-38FA-49CA-BC95-84A8C6E7F049}" type="pres">
      <dgm:prSet presAssocID="{BB36F745-62BA-4892-99D7-E4239B0F3843}" presName="composite" presStyleCnt="0"/>
      <dgm:spPr/>
    </dgm:pt>
    <dgm:pt modelId="{EF198E18-1AB4-4C46-9708-DB7493DB3E33}" type="pres">
      <dgm:prSet presAssocID="{BB36F745-62BA-4892-99D7-E4239B0F3843}" presName="Image" presStyleLbl="alignNode1" presStyleIdx="4" presStyleCnt="5"/>
      <dgm:spPr/>
    </dgm:pt>
    <dgm:pt modelId="{F6982ABB-BAA3-4B20-BEBB-4100EB966130}" type="pres">
      <dgm:prSet presAssocID="{BB36F745-62BA-4892-99D7-E4239B0F3843}" presName="Accent" presStyleLbl="parChTrans1D1" presStyleIdx="4" presStyleCnt="5"/>
      <dgm:spPr/>
    </dgm:pt>
    <dgm:pt modelId="{0618D4C9-513A-4768-AA91-6D3257254504}" type="pres">
      <dgm:prSet presAssocID="{BB36F745-62BA-4892-99D7-E4239B0F3843}" presName="Parent" presStyleLbl="revTx" presStyleIdx="4" presStyleCnt="5">
        <dgm:presLayoutVars>
          <dgm:chMax val="0"/>
          <dgm:chPref val="0"/>
          <dgm:bulletEnabled val="1"/>
        </dgm:presLayoutVars>
      </dgm:prSet>
      <dgm:spPr/>
    </dgm:pt>
  </dgm:ptLst>
  <dgm:cxnLst>
    <dgm:cxn modelId="{B0BB3801-06DA-4B28-BB28-219CDE5C1567}" type="presOf" srcId="{8D3744A8-1883-4930-8E0D-B57E26D003C6}" destId="{7AE419FF-6338-4B7C-9D46-B398D14E3029}" srcOrd="0" destOrd="0" presId="urn:microsoft.com/office/officeart/2008/layout/PictureLineup"/>
    <dgm:cxn modelId="{C96A1F07-338B-48CD-B344-80BE34A6C9DF}" srcId="{B9C32B05-62EA-407A-B21C-2310C7945705}" destId="{BB36F745-62BA-4892-99D7-E4239B0F3843}" srcOrd="4" destOrd="0" parTransId="{CE269D49-A2E4-44F1-A948-9BE1FE5D6140}" sibTransId="{5CE5B550-A310-4948-9BA1-267AF81C5FA4}"/>
    <dgm:cxn modelId="{9302E62F-C384-4DCD-843C-66FFA84622AD}" type="presOf" srcId="{BB36F745-62BA-4892-99D7-E4239B0F3843}" destId="{0618D4C9-513A-4768-AA91-6D3257254504}" srcOrd="0" destOrd="0" presId="urn:microsoft.com/office/officeart/2008/layout/PictureLineup"/>
    <dgm:cxn modelId="{B38DB338-3B1E-4324-A45E-8025E9D81450}" srcId="{B9C32B05-62EA-407A-B21C-2310C7945705}" destId="{F3FA86F7-575E-4FDD-B637-1D7276F725A4}" srcOrd="1" destOrd="0" parTransId="{192CD16B-FA85-49AB-96EA-80094BA41ED5}" sibTransId="{BEF45895-E33A-456A-85CE-5D5DFC2CF2C9}"/>
    <dgm:cxn modelId="{D2F8513A-5886-4FAB-9494-6D284BD96A29}" srcId="{B9C32B05-62EA-407A-B21C-2310C7945705}" destId="{C9AAC837-F2B0-40E5-8679-D365145CD32D}" srcOrd="3" destOrd="0" parTransId="{BF762BC7-3A73-465D-85A6-3BCDF9B94784}" sibTransId="{0CEADA81-66C0-4096-BEDE-B88D7687450C}"/>
    <dgm:cxn modelId="{C8FCCD3C-805E-4A27-964D-25DE1206ADCA}" srcId="{B9C32B05-62EA-407A-B21C-2310C7945705}" destId="{8D3744A8-1883-4930-8E0D-B57E26D003C6}" srcOrd="2" destOrd="0" parTransId="{AC9EAF57-EBF1-4FB7-8ED0-6ECFF59ADE74}" sibTransId="{D40CF7D9-D0C3-4084-8D2D-359654C28D0F}"/>
    <dgm:cxn modelId="{3EFA0A6A-DD51-4673-A92D-C2C58A1E94CF}" type="presOf" srcId="{00F5593D-D66D-4EBB-A10F-5D24CA7BA912}" destId="{0618D4C9-513A-4768-AA91-6D3257254504}" srcOrd="0" destOrd="2" presId="urn:microsoft.com/office/officeart/2008/layout/PictureLineup"/>
    <dgm:cxn modelId="{61A79A54-9C1A-4C41-BBF9-BDB666BE1939}" srcId="{BB36F745-62BA-4892-99D7-E4239B0F3843}" destId="{49EB378D-A203-42B4-B71E-24AAC554D030}" srcOrd="0" destOrd="0" parTransId="{7E5BEA88-38A7-4ED5-BF5D-DB5EE320FB6B}" sibTransId="{83C99B4F-9315-4618-BECA-AC49524A76EE}"/>
    <dgm:cxn modelId="{8DCDBE75-AE4D-4C85-9E20-4CE59306C5B7}" type="presOf" srcId="{C9AAC837-F2B0-40E5-8679-D365145CD32D}" destId="{380429FB-86BB-4614-B227-1C65CC40496B}" srcOrd="0" destOrd="0" presId="urn:microsoft.com/office/officeart/2008/layout/PictureLineup"/>
    <dgm:cxn modelId="{44854056-4573-4680-8BB5-A465AF12A810}" type="presOf" srcId="{8EA7219F-BDB2-48EB-9EEB-3133522D132E}" destId="{6E05B39B-0BAE-4FEA-BF13-60B2F47650F7}" srcOrd="0" destOrd="0" presId="urn:microsoft.com/office/officeart/2008/layout/PictureLineup"/>
    <dgm:cxn modelId="{F977187D-2363-4FB7-8CC0-EAB1219D8FC2}" type="presOf" srcId="{152C28A6-1976-4B4D-A357-9741FF841DA4}" destId="{6E05B39B-0BAE-4FEA-BF13-60B2F47650F7}" srcOrd="0" destOrd="1" presId="urn:microsoft.com/office/officeart/2008/layout/PictureLineup"/>
    <dgm:cxn modelId="{E362B086-97FF-4E49-A949-E782E3BCAF16}" srcId="{8D3744A8-1883-4930-8E0D-B57E26D003C6}" destId="{147BEAD2-3009-43F0-9032-78E1F717ADED}" srcOrd="0" destOrd="0" parTransId="{6464E09D-E579-4A8E-857F-7746FCF15B0F}" sibTransId="{E94A9721-F858-4111-80C7-AD2595E40152}"/>
    <dgm:cxn modelId="{FAD0ED8B-DE5D-4676-A0F0-4FD66AFEFD85}" srcId="{8EA7219F-BDB2-48EB-9EEB-3133522D132E}" destId="{E08BEFE8-43FE-4964-BB25-91EF526DA182}" srcOrd="1" destOrd="0" parTransId="{FFCE4AA5-414D-4D3E-9E41-C315B920C0C9}" sibTransId="{9FC2E1BD-BDE7-414B-999B-88D347B06153}"/>
    <dgm:cxn modelId="{45D17B99-8418-4A3D-87DC-7057C8D87289}" type="presOf" srcId="{B9C32B05-62EA-407A-B21C-2310C7945705}" destId="{253E5CC9-903F-47DF-B317-5FBE9086713A}" srcOrd="0" destOrd="0" presId="urn:microsoft.com/office/officeart/2008/layout/PictureLineup"/>
    <dgm:cxn modelId="{B71E9DB6-43D0-4CD0-82EA-0CF979312AF6}" type="presOf" srcId="{E08BEFE8-43FE-4964-BB25-91EF526DA182}" destId="{6E05B39B-0BAE-4FEA-BF13-60B2F47650F7}" srcOrd="0" destOrd="2" presId="urn:microsoft.com/office/officeart/2008/layout/PictureLineup"/>
    <dgm:cxn modelId="{3E39FBB6-353B-448A-9CA9-F354D19CD3C9}" srcId="{BB36F745-62BA-4892-99D7-E4239B0F3843}" destId="{00F5593D-D66D-4EBB-A10F-5D24CA7BA912}" srcOrd="1" destOrd="0" parTransId="{0F7CD243-5D6B-41B4-A517-DD682E51F2AF}" sibTransId="{D442C50B-6DD3-4B67-AC74-6D6BCBAD1243}"/>
    <dgm:cxn modelId="{E12433D2-5C5F-4A5C-8436-6EE50A4CE10F}" srcId="{8EA7219F-BDB2-48EB-9EEB-3133522D132E}" destId="{152C28A6-1976-4B4D-A357-9741FF841DA4}" srcOrd="0" destOrd="0" parTransId="{BF6C5A61-6250-4864-BA86-F96D5A00D5C2}" sibTransId="{65463E85-793E-4B27-9A25-6A9D5A481B48}"/>
    <dgm:cxn modelId="{3EF0D8D4-EC07-4149-BF96-279B0BD809A8}" type="presOf" srcId="{49EB378D-A203-42B4-B71E-24AAC554D030}" destId="{0618D4C9-513A-4768-AA91-6D3257254504}" srcOrd="0" destOrd="1" presId="urn:microsoft.com/office/officeart/2008/layout/PictureLineup"/>
    <dgm:cxn modelId="{E840FEE9-E93F-41C6-8675-8AF0A236C4B9}" type="presOf" srcId="{F3FA86F7-575E-4FDD-B637-1D7276F725A4}" destId="{AFE3F851-AEA4-4198-BFA7-D4FE3363015C}" srcOrd="0" destOrd="0" presId="urn:microsoft.com/office/officeart/2008/layout/PictureLineup"/>
    <dgm:cxn modelId="{58AD7EEF-D408-406B-87EE-4691D4C30668}" srcId="{B9C32B05-62EA-407A-B21C-2310C7945705}" destId="{8EA7219F-BDB2-48EB-9EEB-3133522D132E}" srcOrd="0" destOrd="0" parTransId="{3EE8403A-CB7C-4815-85BD-AEBCAEB71B37}" sibTransId="{C94B7947-85DC-4B21-BB99-DF8438356F98}"/>
    <dgm:cxn modelId="{068810FC-AD15-4B8E-A31F-EC5804E3CF81}" type="presOf" srcId="{147BEAD2-3009-43F0-9032-78E1F717ADED}" destId="{7AE419FF-6338-4B7C-9D46-B398D14E3029}" srcOrd="0" destOrd="1" presId="urn:microsoft.com/office/officeart/2008/layout/PictureLineup"/>
    <dgm:cxn modelId="{DC7965BD-DF6D-4B2B-80A3-265A0F64E279}" type="presParOf" srcId="{253E5CC9-903F-47DF-B317-5FBE9086713A}" destId="{0DF9D675-763A-4231-B683-CF6A643A9FDD}" srcOrd="0" destOrd="0" presId="urn:microsoft.com/office/officeart/2008/layout/PictureLineup"/>
    <dgm:cxn modelId="{48446B30-A138-4E65-9BBC-A0FA684CDF50}" type="presParOf" srcId="{0DF9D675-763A-4231-B683-CF6A643A9FDD}" destId="{88C01073-6DF7-4E04-B025-E6D6DA0B4FB8}" srcOrd="0" destOrd="0" presId="urn:microsoft.com/office/officeart/2008/layout/PictureLineup"/>
    <dgm:cxn modelId="{394F402E-E151-4274-99F2-1095FFC2E744}" type="presParOf" srcId="{0DF9D675-763A-4231-B683-CF6A643A9FDD}" destId="{9E2463BD-809C-4EBD-8734-D94D4AD76462}" srcOrd="1" destOrd="0" presId="urn:microsoft.com/office/officeart/2008/layout/PictureLineup"/>
    <dgm:cxn modelId="{0E537B5E-3BE7-44CC-B299-173BFC1369D8}" type="presParOf" srcId="{0DF9D675-763A-4231-B683-CF6A643A9FDD}" destId="{6E05B39B-0BAE-4FEA-BF13-60B2F47650F7}" srcOrd="2" destOrd="0" presId="urn:microsoft.com/office/officeart/2008/layout/PictureLineup"/>
    <dgm:cxn modelId="{F8380D8A-21A9-4808-AF46-EE370050E90D}" type="presParOf" srcId="{253E5CC9-903F-47DF-B317-5FBE9086713A}" destId="{D951F8AA-2675-4B32-A820-10A8B0ADAF90}" srcOrd="1" destOrd="0" presId="urn:microsoft.com/office/officeart/2008/layout/PictureLineup"/>
    <dgm:cxn modelId="{36866C7F-FE89-4B89-AF3C-427A35234191}" type="presParOf" srcId="{253E5CC9-903F-47DF-B317-5FBE9086713A}" destId="{A1590908-078D-46E9-8FE7-6C72AE385A39}" srcOrd="2" destOrd="0" presId="urn:microsoft.com/office/officeart/2008/layout/PictureLineup"/>
    <dgm:cxn modelId="{E250C5D8-38AB-4D9E-A3A8-F3329BA9C141}" type="presParOf" srcId="{A1590908-078D-46E9-8FE7-6C72AE385A39}" destId="{F86EDF1C-4CF3-4039-A8C1-64E6750CC3A2}" srcOrd="0" destOrd="0" presId="urn:microsoft.com/office/officeart/2008/layout/PictureLineup"/>
    <dgm:cxn modelId="{C564858A-BE29-4CEC-B854-BBCAA3EC5765}" type="presParOf" srcId="{A1590908-078D-46E9-8FE7-6C72AE385A39}" destId="{FB398C1E-5076-4839-A6E4-1803CCD928EB}" srcOrd="1" destOrd="0" presId="urn:microsoft.com/office/officeart/2008/layout/PictureLineup"/>
    <dgm:cxn modelId="{4CD2F2E1-3967-4389-9A30-2C95E2C808F5}" type="presParOf" srcId="{A1590908-078D-46E9-8FE7-6C72AE385A39}" destId="{AFE3F851-AEA4-4198-BFA7-D4FE3363015C}" srcOrd="2" destOrd="0" presId="urn:microsoft.com/office/officeart/2008/layout/PictureLineup"/>
    <dgm:cxn modelId="{B4BE55FF-3F18-4AD0-92C1-27FCCA364BE1}" type="presParOf" srcId="{253E5CC9-903F-47DF-B317-5FBE9086713A}" destId="{E5621685-CF4D-4A8C-8EDC-F384DB7B93C8}" srcOrd="3" destOrd="0" presId="urn:microsoft.com/office/officeart/2008/layout/PictureLineup"/>
    <dgm:cxn modelId="{4C6FF705-78D0-440C-B16A-BEAADCFFE19D}" type="presParOf" srcId="{253E5CC9-903F-47DF-B317-5FBE9086713A}" destId="{29A68B2C-6A95-40EA-8B62-365B774A1FF5}" srcOrd="4" destOrd="0" presId="urn:microsoft.com/office/officeart/2008/layout/PictureLineup"/>
    <dgm:cxn modelId="{5ED6F434-807B-44F5-B471-D86E6C784C78}" type="presParOf" srcId="{29A68B2C-6A95-40EA-8B62-365B774A1FF5}" destId="{BF534A13-FF92-4F17-A912-B22AFD20163F}" srcOrd="0" destOrd="0" presId="urn:microsoft.com/office/officeart/2008/layout/PictureLineup"/>
    <dgm:cxn modelId="{D9A93CC2-0B6F-48C0-A01B-2DE2305DB163}" type="presParOf" srcId="{29A68B2C-6A95-40EA-8B62-365B774A1FF5}" destId="{CB1239F9-5949-490F-803A-5944203C1783}" srcOrd="1" destOrd="0" presId="urn:microsoft.com/office/officeart/2008/layout/PictureLineup"/>
    <dgm:cxn modelId="{4CE88DB7-419A-465E-9F27-5FB61B0F6BAC}" type="presParOf" srcId="{29A68B2C-6A95-40EA-8B62-365B774A1FF5}" destId="{7AE419FF-6338-4B7C-9D46-B398D14E3029}" srcOrd="2" destOrd="0" presId="urn:microsoft.com/office/officeart/2008/layout/PictureLineup"/>
    <dgm:cxn modelId="{BD7D8DAB-7DAB-401D-B467-5E5AEAEF2343}" type="presParOf" srcId="{253E5CC9-903F-47DF-B317-5FBE9086713A}" destId="{BE1280E0-BD2B-47DF-BACC-77817FC3CB34}" srcOrd="5" destOrd="0" presId="urn:microsoft.com/office/officeart/2008/layout/PictureLineup"/>
    <dgm:cxn modelId="{596048AA-862D-41D5-ABCF-A296D80F094E}" type="presParOf" srcId="{253E5CC9-903F-47DF-B317-5FBE9086713A}" destId="{772C8791-4119-4E17-88C7-FB134A47579B}" srcOrd="6" destOrd="0" presId="urn:microsoft.com/office/officeart/2008/layout/PictureLineup"/>
    <dgm:cxn modelId="{1FE018CA-1032-408E-94EC-AE81B255097C}" type="presParOf" srcId="{772C8791-4119-4E17-88C7-FB134A47579B}" destId="{0CF7BBFE-61C0-4DA9-96D9-B17B3963E513}" srcOrd="0" destOrd="0" presId="urn:microsoft.com/office/officeart/2008/layout/PictureLineup"/>
    <dgm:cxn modelId="{A0BF8708-B8A5-4C7A-824E-58948071F17C}" type="presParOf" srcId="{772C8791-4119-4E17-88C7-FB134A47579B}" destId="{8249B8B2-C153-495A-BC0D-C4F7F0D0D184}" srcOrd="1" destOrd="0" presId="urn:microsoft.com/office/officeart/2008/layout/PictureLineup"/>
    <dgm:cxn modelId="{907E9001-5226-4D27-965C-707CF86426C1}" type="presParOf" srcId="{772C8791-4119-4E17-88C7-FB134A47579B}" destId="{380429FB-86BB-4614-B227-1C65CC40496B}" srcOrd="2" destOrd="0" presId="urn:microsoft.com/office/officeart/2008/layout/PictureLineup"/>
    <dgm:cxn modelId="{21183D56-F685-481E-97F9-883549659506}" type="presParOf" srcId="{253E5CC9-903F-47DF-B317-5FBE9086713A}" destId="{4E049D1B-966B-411B-AD55-CEAA6C245927}" srcOrd="7" destOrd="0" presId="urn:microsoft.com/office/officeart/2008/layout/PictureLineup"/>
    <dgm:cxn modelId="{25DA1612-74D0-4AEA-A826-FF66E5682649}" type="presParOf" srcId="{253E5CC9-903F-47DF-B317-5FBE9086713A}" destId="{1BF73DD7-38FA-49CA-BC95-84A8C6E7F049}" srcOrd="8" destOrd="0" presId="urn:microsoft.com/office/officeart/2008/layout/PictureLineup"/>
    <dgm:cxn modelId="{24710F32-3721-4495-9E92-22DC0224E7A8}" type="presParOf" srcId="{1BF73DD7-38FA-49CA-BC95-84A8C6E7F049}" destId="{EF198E18-1AB4-4C46-9708-DB7493DB3E33}" srcOrd="0" destOrd="0" presId="urn:microsoft.com/office/officeart/2008/layout/PictureLineup"/>
    <dgm:cxn modelId="{D54DADE0-627F-4CA2-8B5A-BD78EC6A3BE6}" type="presParOf" srcId="{1BF73DD7-38FA-49CA-BC95-84A8C6E7F049}" destId="{F6982ABB-BAA3-4B20-BEBB-4100EB966130}" srcOrd="1" destOrd="0" presId="urn:microsoft.com/office/officeart/2008/layout/PictureLineup"/>
    <dgm:cxn modelId="{AD6E45F0-BAB3-4EBA-BA09-B79212877955}" type="presParOf" srcId="{1BF73DD7-38FA-49CA-BC95-84A8C6E7F049}" destId="{0618D4C9-513A-4768-AA91-6D3257254504}" srcOrd="2" destOrd="0" presId="urn:microsoft.com/office/officeart/2008/layout/PictureLineup"/>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57.xml><?xml version="1.0" encoding="utf-8"?>
<dgm:dataModel xmlns:dgm="http://schemas.openxmlformats.org/drawingml/2006/diagram" xmlns:a="http://schemas.openxmlformats.org/drawingml/2006/main">
  <dgm:ptLst>
    <dgm:pt modelId="{BAA06497-8CA6-4C3A-B9E8-87B243255F65}" type="doc">
      <dgm:prSet loTypeId="urn:microsoft.com/office/officeart/2009/3/layout/FramedTextPicture" loCatId="picture" qsTypeId="urn:microsoft.com/office/officeart/2005/8/quickstyle/simple1" qsCatId="simple" csTypeId="urn:microsoft.com/office/officeart/2005/8/colors/accent1_2" csCatId="accent1" phldr="1"/>
      <dgm:spPr/>
      <dgm:t>
        <a:bodyPr/>
        <a:lstStyle/>
        <a:p>
          <a:endParaRPr lang="en-US"/>
        </a:p>
      </dgm:t>
    </dgm:pt>
    <dgm:pt modelId="{3F1C9BE2-8C3F-4EFE-A915-29EEDE51A485}">
      <dgm:prSet phldrT="[Text]"/>
      <dgm:spPr/>
      <dgm:t>
        <a:bodyPr/>
        <a:lstStyle/>
        <a:p>
          <a:r>
            <a:rPr lang="en-US" dirty="0"/>
            <a:t>Lorem Ipsum</a:t>
          </a:r>
        </a:p>
      </dgm:t>
    </dgm:pt>
    <dgm:pt modelId="{23C28B3B-FBD8-4B91-B4DF-C9C44BC37DA8}" type="parTrans" cxnId="{2CDFC537-0AA9-42F7-AD7A-16C05A907AFE}">
      <dgm:prSet/>
      <dgm:spPr/>
      <dgm:t>
        <a:bodyPr/>
        <a:lstStyle/>
        <a:p>
          <a:endParaRPr lang="en-US"/>
        </a:p>
      </dgm:t>
    </dgm:pt>
    <dgm:pt modelId="{6A933232-1BE9-43A3-9A19-C68D5A46D1D2}" type="sibTrans" cxnId="{2CDFC537-0AA9-42F7-AD7A-16C05A907AFE}">
      <dgm:prSet/>
      <dgm:spPr/>
      <dgm:t>
        <a:bodyPr/>
        <a:lstStyle/>
        <a:p>
          <a:endParaRPr lang="en-US"/>
        </a:p>
      </dgm:t>
    </dgm:pt>
    <dgm:pt modelId="{79EAB4E4-3A4C-4AAE-B890-E72504EDA924}">
      <dgm:prSet phldrT="[Text]"/>
      <dgm:spPr/>
      <dgm:t>
        <a:bodyPr/>
        <a:lstStyle/>
        <a:p>
          <a:r>
            <a:rPr lang="en-US"/>
            <a:t>Lorem Ipsum</a:t>
          </a:r>
        </a:p>
      </dgm:t>
    </dgm:pt>
    <dgm:pt modelId="{D16A830C-3634-433D-8468-AC0425FFE471}" type="parTrans" cxnId="{96F37A34-22F8-49EB-B2EE-2AF12299473D}">
      <dgm:prSet/>
      <dgm:spPr/>
      <dgm:t>
        <a:bodyPr/>
        <a:lstStyle/>
        <a:p>
          <a:endParaRPr lang="en-US"/>
        </a:p>
      </dgm:t>
    </dgm:pt>
    <dgm:pt modelId="{E277E29A-754C-4A8B-AAAF-266122477708}" type="sibTrans" cxnId="{96F37A34-22F8-49EB-B2EE-2AF12299473D}">
      <dgm:prSet/>
      <dgm:spPr/>
      <dgm:t>
        <a:bodyPr/>
        <a:lstStyle/>
        <a:p>
          <a:endParaRPr lang="en-US"/>
        </a:p>
      </dgm:t>
    </dgm:pt>
    <dgm:pt modelId="{F791045D-1F77-4D31-BAE0-695CFAE87BD2}">
      <dgm:prSet phldrT="[Text]"/>
      <dgm:spPr/>
      <dgm:t>
        <a:bodyPr/>
        <a:lstStyle/>
        <a:p>
          <a:r>
            <a:rPr lang="en-US"/>
            <a:t>Lorem Ipsum</a:t>
          </a:r>
        </a:p>
      </dgm:t>
    </dgm:pt>
    <dgm:pt modelId="{BDD07572-8461-4554-BAAD-8612B59D71AE}" type="parTrans" cxnId="{2CFACEEF-6182-44BC-B4E7-72984C5C8839}">
      <dgm:prSet/>
      <dgm:spPr/>
      <dgm:t>
        <a:bodyPr/>
        <a:lstStyle/>
        <a:p>
          <a:endParaRPr lang="en-US"/>
        </a:p>
      </dgm:t>
    </dgm:pt>
    <dgm:pt modelId="{2763A77E-ED0C-4326-BD3E-FB8E002E998A}" type="sibTrans" cxnId="{2CFACEEF-6182-44BC-B4E7-72984C5C8839}">
      <dgm:prSet/>
      <dgm:spPr/>
      <dgm:t>
        <a:bodyPr/>
        <a:lstStyle/>
        <a:p>
          <a:endParaRPr lang="en-US"/>
        </a:p>
      </dgm:t>
    </dgm:pt>
    <dgm:pt modelId="{41A4DBF4-7A20-4545-ACA1-ADF7A449370E}">
      <dgm:prSet phldrT="[Text]"/>
      <dgm:spPr/>
      <dgm:t>
        <a:bodyPr/>
        <a:lstStyle/>
        <a:p>
          <a:r>
            <a:rPr lang="en-US" dirty="0"/>
            <a:t>Lorem Ipsum</a:t>
          </a:r>
        </a:p>
      </dgm:t>
    </dgm:pt>
    <dgm:pt modelId="{DF9BDCCB-CF6F-4E84-81B0-30916B1E7A43}" type="parTrans" cxnId="{2A736719-0CF1-406C-91D3-D5FF86DD6B20}">
      <dgm:prSet/>
      <dgm:spPr/>
      <dgm:t>
        <a:bodyPr/>
        <a:lstStyle/>
        <a:p>
          <a:endParaRPr lang="en-US"/>
        </a:p>
      </dgm:t>
    </dgm:pt>
    <dgm:pt modelId="{3DA078AE-C1DC-4869-92AE-99AD46C597FC}" type="sibTrans" cxnId="{2A736719-0CF1-406C-91D3-D5FF86DD6B20}">
      <dgm:prSet/>
      <dgm:spPr/>
      <dgm:t>
        <a:bodyPr/>
        <a:lstStyle/>
        <a:p>
          <a:endParaRPr lang="en-US"/>
        </a:p>
      </dgm:t>
    </dgm:pt>
    <dgm:pt modelId="{8A5F3B87-B8A6-421F-8154-7534121071FE}">
      <dgm:prSet phldrT="[Text]"/>
      <dgm:spPr/>
      <dgm:t>
        <a:bodyPr/>
        <a:lstStyle/>
        <a:p>
          <a:r>
            <a:rPr lang="en-US" dirty="0"/>
            <a:t>Some text here</a:t>
          </a:r>
        </a:p>
      </dgm:t>
    </dgm:pt>
    <dgm:pt modelId="{4810F8AA-62A9-448A-B711-5DB782FEFE03}" type="parTrans" cxnId="{2BDF4442-30BE-4886-99D7-1395C3AE057A}">
      <dgm:prSet/>
      <dgm:spPr/>
      <dgm:t>
        <a:bodyPr/>
        <a:lstStyle/>
        <a:p>
          <a:endParaRPr lang="en-US"/>
        </a:p>
      </dgm:t>
    </dgm:pt>
    <dgm:pt modelId="{2575D85C-77A9-41F1-99EE-FDA5C565272E}" type="sibTrans" cxnId="{2BDF4442-30BE-4886-99D7-1395C3AE057A}">
      <dgm:prSet/>
      <dgm:spPr/>
      <dgm:t>
        <a:bodyPr/>
        <a:lstStyle/>
        <a:p>
          <a:endParaRPr lang="en-US"/>
        </a:p>
      </dgm:t>
    </dgm:pt>
    <dgm:pt modelId="{90D94B02-47E4-4C46-B85B-5485F74DCEEF}">
      <dgm:prSet phldrT="[Text]"/>
      <dgm:spPr/>
      <dgm:t>
        <a:bodyPr/>
        <a:lstStyle/>
        <a:p>
          <a:r>
            <a:rPr lang="en-US" dirty="0"/>
            <a:t>Some text here</a:t>
          </a:r>
        </a:p>
      </dgm:t>
    </dgm:pt>
    <dgm:pt modelId="{44B5A4D4-C3F5-449E-BC90-F51FCDAED948}" type="parTrans" cxnId="{9ECCDE59-358E-46CE-9A0A-58B0AD3C5445}">
      <dgm:prSet/>
      <dgm:spPr/>
      <dgm:t>
        <a:bodyPr/>
        <a:lstStyle/>
        <a:p>
          <a:endParaRPr lang="en-US"/>
        </a:p>
      </dgm:t>
    </dgm:pt>
    <dgm:pt modelId="{BF84C260-7DEC-4C85-B57A-AF765C296A07}" type="sibTrans" cxnId="{9ECCDE59-358E-46CE-9A0A-58B0AD3C5445}">
      <dgm:prSet/>
      <dgm:spPr/>
      <dgm:t>
        <a:bodyPr/>
        <a:lstStyle/>
        <a:p>
          <a:endParaRPr lang="en-US"/>
        </a:p>
      </dgm:t>
    </dgm:pt>
    <dgm:pt modelId="{010E50D7-ED28-4168-B54F-EAEFB6563513}">
      <dgm:prSet phldrT="[Text]"/>
      <dgm:spPr/>
      <dgm:t>
        <a:bodyPr/>
        <a:lstStyle/>
        <a:p>
          <a:r>
            <a:rPr lang="en-US" dirty="0"/>
            <a:t>Some text here</a:t>
          </a:r>
        </a:p>
      </dgm:t>
    </dgm:pt>
    <dgm:pt modelId="{2E1B7A11-4C65-407C-AA43-CEB222313C86}" type="parTrans" cxnId="{6F9D30A4-8F8C-4747-B0A0-1C5F727ABACB}">
      <dgm:prSet/>
      <dgm:spPr/>
      <dgm:t>
        <a:bodyPr/>
        <a:lstStyle/>
        <a:p>
          <a:endParaRPr lang="en-US"/>
        </a:p>
      </dgm:t>
    </dgm:pt>
    <dgm:pt modelId="{C95142AD-201A-4D7F-90EE-D0A36095A458}" type="sibTrans" cxnId="{6F9D30A4-8F8C-4747-B0A0-1C5F727ABACB}">
      <dgm:prSet/>
      <dgm:spPr/>
      <dgm:t>
        <a:bodyPr/>
        <a:lstStyle/>
        <a:p>
          <a:endParaRPr lang="en-US"/>
        </a:p>
      </dgm:t>
    </dgm:pt>
    <dgm:pt modelId="{6D5B8392-3801-4B74-AD3B-ADE899EB69B1}">
      <dgm:prSet phldrT="[Text]"/>
      <dgm:spPr/>
      <dgm:t>
        <a:bodyPr/>
        <a:lstStyle/>
        <a:p>
          <a:r>
            <a:rPr lang="en-US" dirty="0"/>
            <a:t>Some text here</a:t>
          </a:r>
        </a:p>
      </dgm:t>
    </dgm:pt>
    <dgm:pt modelId="{2AC89058-73BE-41FA-B43A-30F92AEC0E56}" type="parTrans" cxnId="{B3CD0341-6ADC-49B7-9DB1-359D704B1102}">
      <dgm:prSet/>
      <dgm:spPr/>
      <dgm:t>
        <a:bodyPr/>
        <a:lstStyle/>
        <a:p>
          <a:endParaRPr lang="en-US"/>
        </a:p>
      </dgm:t>
    </dgm:pt>
    <dgm:pt modelId="{EC915772-A223-4B7B-9CEF-E51180738746}" type="sibTrans" cxnId="{B3CD0341-6ADC-49B7-9DB1-359D704B1102}">
      <dgm:prSet/>
      <dgm:spPr/>
      <dgm:t>
        <a:bodyPr/>
        <a:lstStyle/>
        <a:p>
          <a:endParaRPr lang="en-US"/>
        </a:p>
      </dgm:t>
    </dgm:pt>
    <dgm:pt modelId="{2188F7BB-9649-428A-9586-430FEE1F0598}" type="pres">
      <dgm:prSet presAssocID="{BAA06497-8CA6-4C3A-B9E8-87B243255F65}" presName="Name0" presStyleCnt="0">
        <dgm:presLayoutVars>
          <dgm:chMax/>
          <dgm:chPref/>
          <dgm:dir/>
        </dgm:presLayoutVars>
      </dgm:prSet>
      <dgm:spPr/>
    </dgm:pt>
    <dgm:pt modelId="{49CD8CAC-C4C8-45C8-B4B3-22CB8BC16D27}" type="pres">
      <dgm:prSet presAssocID="{3F1C9BE2-8C3F-4EFE-A915-29EEDE51A485}" presName="composite" presStyleCnt="0">
        <dgm:presLayoutVars>
          <dgm:chMax/>
          <dgm:chPref/>
        </dgm:presLayoutVars>
      </dgm:prSet>
      <dgm:spPr/>
    </dgm:pt>
    <dgm:pt modelId="{236D90A2-88DA-4AEF-B34A-38901CD439DB}" type="pres">
      <dgm:prSet presAssocID="{3F1C9BE2-8C3F-4EFE-A915-29EEDE51A485}" presName="Image" presStyleLbl="bgImgPlace1" presStyleIdx="0" presStyleCnt="4"/>
      <dgm:spPr/>
    </dgm:pt>
    <dgm:pt modelId="{B5D47833-D881-4662-AC8A-7552C3545A33}" type="pres">
      <dgm:prSet presAssocID="{3F1C9BE2-8C3F-4EFE-A915-29EEDE51A485}" presName="ParentText" presStyleLbl="revTx" presStyleIdx="0" presStyleCnt="4">
        <dgm:presLayoutVars>
          <dgm:chMax val="0"/>
          <dgm:chPref val="0"/>
          <dgm:bulletEnabled val="1"/>
        </dgm:presLayoutVars>
      </dgm:prSet>
      <dgm:spPr/>
    </dgm:pt>
    <dgm:pt modelId="{B57F67CE-2CEE-45F0-B9EB-1021B80A91E3}" type="pres">
      <dgm:prSet presAssocID="{3F1C9BE2-8C3F-4EFE-A915-29EEDE51A485}" presName="tlFrame" presStyleLbl="node1" presStyleIdx="0" presStyleCnt="16"/>
      <dgm:spPr/>
    </dgm:pt>
    <dgm:pt modelId="{1347DBA1-5D19-4667-94EF-B6A1891259D2}" type="pres">
      <dgm:prSet presAssocID="{3F1C9BE2-8C3F-4EFE-A915-29EEDE51A485}" presName="trFrame" presStyleLbl="node1" presStyleIdx="1" presStyleCnt="16"/>
      <dgm:spPr/>
    </dgm:pt>
    <dgm:pt modelId="{F5D37D20-0535-4FF0-B2D9-BCB8551F2217}" type="pres">
      <dgm:prSet presAssocID="{3F1C9BE2-8C3F-4EFE-A915-29EEDE51A485}" presName="blFrame" presStyleLbl="node1" presStyleIdx="2" presStyleCnt="16"/>
      <dgm:spPr/>
    </dgm:pt>
    <dgm:pt modelId="{6FBB18CF-D641-4ADF-B126-F8094395EF14}" type="pres">
      <dgm:prSet presAssocID="{3F1C9BE2-8C3F-4EFE-A915-29EEDE51A485}" presName="brFrame" presStyleLbl="node1" presStyleIdx="3" presStyleCnt="16"/>
      <dgm:spPr/>
    </dgm:pt>
    <dgm:pt modelId="{A0FF4E7D-36D8-40F5-92C6-C7E14398A593}" type="pres">
      <dgm:prSet presAssocID="{6A933232-1BE9-43A3-9A19-C68D5A46D1D2}" presName="sibTrans" presStyleCnt="0"/>
      <dgm:spPr/>
    </dgm:pt>
    <dgm:pt modelId="{53C7537D-C410-4A6C-A299-B6003E73C7B8}" type="pres">
      <dgm:prSet presAssocID="{79EAB4E4-3A4C-4AAE-B890-E72504EDA924}" presName="composite" presStyleCnt="0">
        <dgm:presLayoutVars>
          <dgm:chMax/>
          <dgm:chPref/>
        </dgm:presLayoutVars>
      </dgm:prSet>
      <dgm:spPr/>
    </dgm:pt>
    <dgm:pt modelId="{BE9C15E5-D9FF-4B50-A9F9-1A2BC8C9F68D}" type="pres">
      <dgm:prSet presAssocID="{79EAB4E4-3A4C-4AAE-B890-E72504EDA924}" presName="Image" presStyleLbl="bgImgPlace1" presStyleIdx="1" presStyleCnt="4"/>
      <dgm:spPr/>
    </dgm:pt>
    <dgm:pt modelId="{ED72D913-84CD-4341-B678-B6DCC31F9F84}" type="pres">
      <dgm:prSet presAssocID="{79EAB4E4-3A4C-4AAE-B890-E72504EDA924}" presName="ParentText" presStyleLbl="revTx" presStyleIdx="1" presStyleCnt="4">
        <dgm:presLayoutVars>
          <dgm:chMax val="0"/>
          <dgm:chPref val="0"/>
          <dgm:bulletEnabled val="1"/>
        </dgm:presLayoutVars>
      </dgm:prSet>
      <dgm:spPr/>
    </dgm:pt>
    <dgm:pt modelId="{F22581CF-1E7D-461C-B845-EC060F0383A8}" type="pres">
      <dgm:prSet presAssocID="{79EAB4E4-3A4C-4AAE-B890-E72504EDA924}" presName="tlFrame" presStyleLbl="node1" presStyleIdx="4" presStyleCnt="16"/>
      <dgm:spPr/>
    </dgm:pt>
    <dgm:pt modelId="{4C24E880-65FB-4C67-BD5E-0A802A140FF5}" type="pres">
      <dgm:prSet presAssocID="{79EAB4E4-3A4C-4AAE-B890-E72504EDA924}" presName="trFrame" presStyleLbl="node1" presStyleIdx="5" presStyleCnt="16"/>
      <dgm:spPr/>
    </dgm:pt>
    <dgm:pt modelId="{CA781715-5652-485C-AC9A-8CFB3CE21666}" type="pres">
      <dgm:prSet presAssocID="{79EAB4E4-3A4C-4AAE-B890-E72504EDA924}" presName="blFrame" presStyleLbl="node1" presStyleIdx="6" presStyleCnt="16"/>
      <dgm:spPr/>
    </dgm:pt>
    <dgm:pt modelId="{166D7695-AF13-4A78-8057-07E796F552A0}" type="pres">
      <dgm:prSet presAssocID="{79EAB4E4-3A4C-4AAE-B890-E72504EDA924}" presName="brFrame" presStyleLbl="node1" presStyleIdx="7" presStyleCnt="16"/>
      <dgm:spPr/>
    </dgm:pt>
    <dgm:pt modelId="{FD6F7ED1-2ED7-4F1D-91CE-7BA817BB2F0B}" type="pres">
      <dgm:prSet presAssocID="{E277E29A-754C-4A8B-AAAF-266122477708}" presName="sibTrans" presStyleCnt="0"/>
      <dgm:spPr/>
    </dgm:pt>
    <dgm:pt modelId="{14B873B1-2888-4863-94BC-9D6C76BC924E}" type="pres">
      <dgm:prSet presAssocID="{F791045D-1F77-4D31-BAE0-695CFAE87BD2}" presName="composite" presStyleCnt="0">
        <dgm:presLayoutVars>
          <dgm:chMax/>
          <dgm:chPref/>
        </dgm:presLayoutVars>
      </dgm:prSet>
      <dgm:spPr/>
    </dgm:pt>
    <dgm:pt modelId="{4A346526-BAE2-4863-964E-D9AFC677F44C}" type="pres">
      <dgm:prSet presAssocID="{F791045D-1F77-4D31-BAE0-695CFAE87BD2}" presName="Image" presStyleLbl="bgImgPlace1" presStyleIdx="2" presStyleCnt="4"/>
      <dgm:spPr/>
    </dgm:pt>
    <dgm:pt modelId="{05D1352D-E883-46E3-87D9-1583FC6A78CA}" type="pres">
      <dgm:prSet presAssocID="{F791045D-1F77-4D31-BAE0-695CFAE87BD2}" presName="ParentText" presStyleLbl="revTx" presStyleIdx="2" presStyleCnt="4">
        <dgm:presLayoutVars>
          <dgm:chMax val="0"/>
          <dgm:chPref val="0"/>
          <dgm:bulletEnabled val="1"/>
        </dgm:presLayoutVars>
      </dgm:prSet>
      <dgm:spPr/>
    </dgm:pt>
    <dgm:pt modelId="{1F349A1B-00F3-4EA6-946A-A33C670D61A9}" type="pres">
      <dgm:prSet presAssocID="{F791045D-1F77-4D31-BAE0-695CFAE87BD2}" presName="tlFrame" presStyleLbl="node1" presStyleIdx="8" presStyleCnt="16"/>
      <dgm:spPr/>
    </dgm:pt>
    <dgm:pt modelId="{470AD4E0-4FB2-41AE-92D3-C4B40E514C69}" type="pres">
      <dgm:prSet presAssocID="{F791045D-1F77-4D31-BAE0-695CFAE87BD2}" presName="trFrame" presStyleLbl="node1" presStyleIdx="9" presStyleCnt="16"/>
      <dgm:spPr/>
    </dgm:pt>
    <dgm:pt modelId="{C00859E5-0F29-41EF-8730-413255A15146}" type="pres">
      <dgm:prSet presAssocID="{F791045D-1F77-4D31-BAE0-695CFAE87BD2}" presName="blFrame" presStyleLbl="node1" presStyleIdx="10" presStyleCnt="16"/>
      <dgm:spPr/>
    </dgm:pt>
    <dgm:pt modelId="{F1513530-6CE7-474A-8F8A-4EA22AC468DF}" type="pres">
      <dgm:prSet presAssocID="{F791045D-1F77-4D31-BAE0-695CFAE87BD2}" presName="brFrame" presStyleLbl="node1" presStyleIdx="11" presStyleCnt="16"/>
      <dgm:spPr/>
    </dgm:pt>
    <dgm:pt modelId="{57C6DD29-3D2C-4B2F-8E09-18F4AFD2B58C}" type="pres">
      <dgm:prSet presAssocID="{2763A77E-ED0C-4326-BD3E-FB8E002E998A}" presName="sibTrans" presStyleCnt="0"/>
      <dgm:spPr/>
    </dgm:pt>
    <dgm:pt modelId="{34217696-FAB6-40EC-BF7D-DC2190861D99}" type="pres">
      <dgm:prSet presAssocID="{41A4DBF4-7A20-4545-ACA1-ADF7A449370E}" presName="composite" presStyleCnt="0">
        <dgm:presLayoutVars>
          <dgm:chMax/>
          <dgm:chPref/>
        </dgm:presLayoutVars>
      </dgm:prSet>
      <dgm:spPr/>
    </dgm:pt>
    <dgm:pt modelId="{AE9DC631-3E6C-499A-9B7A-6B4CA57F1B1A}" type="pres">
      <dgm:prSet presAssocID="{41A4DBF4-7A20-4545-ACA1-ADF7A449370E}" presName="Image" presStyleLbl="bgImgPlace1" presStyleIdx="3" presStyleCnt="4"/>
      <dgm:spPr/>
    </dgm:pt>
    <dgm:pt modelId="{A98C47DC-404E-47E7-9D9E-D8C89ABD0B36}" type="pres">
      <dgm:prSet presAssocID="{41A4DBF4-7A20-4545-ACA1-ADF7A449370E}" presName="ParentText" presStyleLbl="revTx" presStyleIdx="3" presStyleCnt="4">
        <dgm:presLayoutVars>
          <dgm:chMax val="0"/>
          <dgm:chPref val="0"/>
          <dgm:bulletEnabled val="1"/>
        </dgm:presLayoutVars>
      </dgm:prSet>
      <dgm:spPr/>
    </dgm:pt>
    <dgm:pt modelId="{52FA6AB8-E34B-4704-9978-1EA31C0B5D8F}" type="pres">
      <dgm:prSet presAssocID="{41A4DBF4-7A20-4545-ACA1-ADF7A449370E}" presName="tlFrame" presStyleLbl="node1" presStyleIdx="12" presStyleCnt="16"/>
      <dgm:spPr/>
    </dgm:pt>
    <dgm:pt modelId="{0B0D8E75-034D-41CC-B4FD-3819760870B2}" type="pres">
      <dgm:prSet presAssocID="{41A4DBF4-7A20-4545-ACA1-ADF7A449370E}" presName="trFrame" presStyleLbl="node1" presStyleIdx="13" presStyleCnt="16"/>
      <dgm:spPr/>
    </dgm:pt>
    <dgm:pt modelId="{C4B61F65-66E5-4743-9F72-879AB85C0826}" type="pres">
      <dgm:prSet presAssocID="{41A4DBF4-7A20-4545-ACA1-ADF7A449370E}" presName="blFrame" presStyleLbl="node1" presStyleIdx="14" presStyleCnt="16"/>
      <dgm:spPr/>
    </dgm:pt>
    <dgm:pt modelId="{40CCAF10-2AAB-4B4C-998C-9A479F3D41D1}" type="pres">
      <dgm:prSet presAssocID="{41A4DBF4-7A20-4545-ACA1-ADF7A449370E}" presName="brFrame" presStyleLbl="node1" presStyleIdx="15" presStyleCnt="16"/>
      <dgm:spPr/>
    </dgm:pt>
  </dgm:ptLst>
  <dgm:cxnLst>
    <dgm:cxn modelId="{A2E4EE0E-0A02-4813-A6DD-492C2F40D23D}" type="presOf" srcId="{6D5B8392-3801-4B74-AD3B-ADE899EB69B1}" destId="{A98C47DC-404E-47E7-9D9E-D8C89ABD0B36}" srcOrd="0" destOrd="2" presId="urn:microsoft.com/office/officeart/2009/3/layout/FramedTextPicture"/>
    <dgm:cxn modelId="{2A736719-0CF1-406C-91D3-D5FF86DD6B20}" srcId="{BAA06497-8CA6-4C3A-B9E8-87B243255F65}" destId="{41A4DBF4-7A20-4545-ACA1-ADF7A449370E}" srcOrd="3" destOrd="0" parTransId="{DF9BDCCB-CF6F-4E84-81B0-30916B1E7A43}" sibTransId="{3DA078AE-C1DC-4869-92AE-99AD46C597FC}"/>
    <dgm:cxn modelId="{679D3821-4447-410B-AE48-17BCC145EA8D}" type="presOf" srcId="{BAA06497-8CA6-4C3A-B9E8-87B243255F65}" destId="{2188F7BB-9649-428A-9586-430FEE1F0598}" srcOrd="0" destOrd="0" presId="urn:microsoft.com/office/officeart/2009/3/layout/FramedTextPicture"/>
    <dgm:cxn modelId="{96F37A34-22F8-49EB-B2EE-2AF12299473D}" srcId="{BAA06497-8CA6-4C3A-B9E8-87B243255F65}" destId="{79EAB4E4-3A4C-4AAE-B890-E72504EDA924}" srcOrd="1" destOrd="0" parTransId="{D16A830C-3634-433D-8468-AC0425FFE471}" sibTransId="{E277E29A-754C-4A8B-AAAF-266122477708}"/>
    <dgm:cxn modelId="{2CDFC537-0AA9-42F7-AD7A-16C05A907AFE}" srcId="{BAA06497-8CA6-4C3A-B9E8-87B243255F65}" destId="{3F1C9BE2-8C3F-4EFE-A915-29EEDE51A485}" srcOrd="0" destOrd="0" parTransId="{23C28B3B-FBD8-4B91-B4DF-C9C44BC37DA8}" sibTransId="{6A933232-1BE9-43A3-9A19-C68D5A46D1D2}"/>
    <dgm:cxn modelId="{EA00B140-70F8-45E6-910A-6FD0B4E00677}" type="presOf" srcId="{79EAB4E4-3A4C-4AAE-B890-E72504EDA924}" destId="{ED72D913-84CD-4341-B678-B6DCC31F9F84}" srcOrd="0" destOrd="0" presId="urn:microsoft.com/office/officeart/2009/3/layout/FramedTextPicture"/>
    <dgm:cxn modelId="{B3CD0341-6ADC-49B7-9DB1-359D704B1102}" srcId="{41A4DBF4-7A20-4545-ACA1-ADF7A449370E}" destId="{6D5B8392-3801-4B74-AD3B-ADE899EB69B1}" srcOrd="1" destOrd="0" parTransId="{2AC89058-73BE-41FA-B43A-30F92AEC0E56}" sibTransId="{EC915772-A223-4B7B-9CEF-E51180738746}"/>
    <dgm:cxn modelId="{2BDF4442-30BE-4886-99D7-1395C3AE057A}" srcId="{3F1C9BE2-8C3F-4EFE-A915-29EEDE51A485}" destId="{8A5F3B87-B8A6-421F-8154-7534121071FE}" srcOrd="0" destOrd="0" parTransId="{4810F8AA-62A9-448A-B711-5DB782FEFE03}" sibTransId="{2575D85C-77A9-41F1-99EE-FDA5C565272E}"/>
    <dgm:cxn modelId="{19194043-5304-45C5-B82B-48EAA8D573EE}" type="presOf" srcId="{90D94B02-47E4-4C46-B85B-5485F74DCEEF}" destId="{B5D47833-D881-4662-AC8A-7552C3545A33}" srcOrd="0" destOrd="2" presId="urn:microsoft.com/office/officeart/2009/3/layout/FramedTextPicture"/>
    <dgm:cxn modelId="{5E56C075-FF8C-4887-BCCF-34C404292A73}" type="presOf" srcId="{010E50D7-ED28-4168-B54F-EAEFB6563513}" destId="{A98C47DC-404E-47E7-9D9E-D8C89ABD0B36}" srcOrd="0" destOrd="1" presId="urn:microsoft.com/office/officeart/2009/3/layout/FramedTextPicture"/>
    <dgm:cxn modelId="{9ECCDE59-358E-46CE-9A0A-58B0AD3C5445}" srcId="{3F1C9BE2-8C3F-4EFE-A915-29EEDE51A485}" destId="{90D94B02-47E4-4C46-B85B-5485F74DCEEF}" srcOrd="1" destOrd="0" parTransId="{44B5A4D4-C3F5-449E-BC90-F51FCDAED948}" sibTransId="{BF84C260-7DEC-4C85-B57A-AF765C296A07}"/>
    <dgm:cxn modelId="{65E69081-B719-4AED-BD07-02C54E9AF356}" type="presOf" srcId="{3F1C9BE2-8C3F-4EFE-A915-29EEDE51A485}" destId="{B5D47833-D881-4662-AC8A-7552C3545A33}" srcOrd="0" destOrd="0" presId="urn:microsoft.com/office/officeart/2009/3/layout/FramedTextPicture"/>
    <dgm:cxn modelId="{EA64FF83-4BEA-44C2-98D6-54C453A96E64}" type="presOf" srcId="{41A4DBF4-7A20-4545-ACA1-ADF7A449370E}" destId="{A98C47DC-404E-47E7-9D9E-D8C89ABD0B36}" srcOrd="0" destOrd="0" presId="urn:microsoft.com/office/officeart/2009/3/layout/FramedTextPicture"/>
    <dgm:cxn modelId="{9BE0BDA2-9F0D-411F-BDC3-4C65B1DC7F12}" type="presOf" srcId="{F791045D-1F77-4D31-BAE0-695CFAE87BD2}" destId="{05D1352D-E883-46E3-87D9-1583FC6A78CA}" srcOrd="0" destOrd="0" presId="urn:microsoft.com/office/officeart/2009/3/layout/FramedTextPicture"/>
    <dgm:cxn modelId="{6F9D30A4-8F8C-4747-B0A0-1C5F727ABACB}" srcId="{41A4DBF4-7A20-4545-ACA1-ADF7A449370E}" destId="{010E50D7-ED28-4168-B54F-EAEFB6563513}" srcOrd="0" destOrd="0" parTransId="{2E1B7A11-4C65-407C-AA43-CEB222313C86}" sibTransId="{C95142AD-201A-4D7F-90EE-D0A36095A458}"/>
    <dgm:cxn modelId="{F8E708A8-351F-4E30-B39B-3CB4E0843C7F}" type="presOf" srcId="{8A5F3B87-B8A6-421F-8154-7534121071FE}" destId="{B5D47833-D881-4662-AC8A-7552C3545A33}" srcOrd="0" destOrd="1" presId="urn:microsoft.com/office/officeart/2009/3/layout/FramedTextPicture"/>
    <dgm:cxn modelId="{2CFACEEF-6182-44BC-B4E7-72984C5C8839}" srcId="{BAA06497-8CA6-4C3A-B9E8-87B243255F65}" destId="{F791045D-1F77-4D31-BAE0-695CFAE87BD2}" srcOrd="2" destOrd="0" parTransId="{BDD07572-8461-4554-BAAD-8612B59D71AE}" sibTransId="{2763A77E-ED0C-4326-BD3E-FB8E002E998A}"/>
    <dgm:cxn modelId="{4649E9EB-09C3-407D-B9B1-5853ECA34276}" type="presParOf" srcId="{2188F7BB-9649-428A-9586-430FEE1F0598}" destId="{49CD8CAC-C4C8-45C8-B4B3-22CB8BC16D27}" srcOrd="0" destOrd="0" presId="urn:microsoft.com/office/officeart/2009/3/layout/FramedTextPicture"/>
    <dgm:cxn modelId="{1352955D-4CDA-4C52-98ED-3B9234FEBB9C}" type="presParOf" srcId="{49CD8CAC-C4C8-45C8-B4B3-22CB8BC16D27}" destId="{236D90A2-88DA-4AEF-B34A-38901CD439DB}" srcOrd="0" destOrd="0" presId="urn:microsoft.com/office/officeart/2009/3/layout/FramedTextPicture"/>
    <dgm:cxn modelId="{9CC1846A-AA9B-4493-90B3-1627CC2B17C0}" type="presParOf" srcId="{49CD8CAC-C4C8-45C8-B4B3-22CB8BC16D27}" destId="{B5D47833-D881-4662-AC8A-7552C3545A33}" srcOrd="1" destOrd="0" presId="urn:microsoft.com/office/officeart/2009/3/layout/FramedTextPicture"/>
    <dgm:cxn modelId="{7B5344A7-A53B-4418-A8E3-6ECABF1209B7}" type="presParOf" srcId="{49CD8CAC-C4C8-45C8-B4B3-22CB8BC16D27}" destId="{B57F67CE-2CEE-45F0-B9EB-1021B80A91E3}" srcOrd="2" destOrd="0" presId="urn:microsoft.com/office/officeart/2009/3/layout/FramedTextPicture"/>
    <dgm:cxn modelId="{F920A1C0-1919-45C7-A3BF-33EDEBE52893}" type="presParOf" srcId="{49CD8CAC-C4C8-45C8-B4B3-22CB8BC16D27}" destId="{1347DBA1-5D19-4667-94EF-B6A1891259D2}" srcOrd="3" destOrd="0" presId="urn:microsoft.com/office/officeart/2009/3/layout/FramedTextPicture"/>
    <dgm:cxn modelId="{DE2D6AE1-7560-4D64-B750-2A60A5006C30}" type="presParOf" srcId="{49CD8CAC-C4C8-45C8-B4B3-22CB8BC16D27}" destId="{F5D37D20-0535-4FF0-B2D9-BCB8551F2217}" srcOrd="4" destOrd="0" presId="urn:microsoft.com/office/officeart/2009/3/layout/FramedTextPicture"/>
    <dgm:cxn modelId="{6AE5AA76-6EB8-4C88-93EF-E74D03FF308C}" type="presParOf" srcId="{49CD8CAC-C4C8-45C8-B4B3-22CB8BC16D27}" destId="{6FBB18CF-D641-4ADF-B126-F8094395EF14}" srcOrd="5" destOrd="0" presId="urn:microsoft.com/office/officeart/2009/3/layout/FramedTextPicture"/>
    <dgm:cxn modelId="{AA8F4621-290A-4217-BDCC-ADC8D3777A1B}" type="presParOf" srcId="{2188F7BB-9649-428A-9586-430FEE1F0598}" destId="{A0FF4E7D-36D8-40F5-92C6-C7E14398A593}" srcOrd="1" destOrd="0" presId="urn:microsoft.com/office/officeart/2009/3/layout/FramedTextPicture"/>
    <dgm:cxn modelId="{F4271DBD-A9D4-4E65-96E9-04EC09B81866}" type="presParOf" srcId="{2188F7BB-9649-428A-9586-430FEE1F0598}" destId="{53C7537D-C410-4A6C-A299-B6003E73C7B8}" srcOrd="2" destOrd="0" presId="urn:microsoft.com/office/officeart/2009/3/layout/FramedTextPicture"/>
    <dgm:cxn modelId="{E06F5810-ED72-468B-A69E-99CA48997FBB}" type="presParOf" srcId="{53C7537D-C410-4A6C-A299-B6003E73C7B8}" destId="{BE9C15E5-D9FF-4B50-A9F9-1A2BC8C9F68D}" srcOrd="0" destOrd="0" presId="urn:microsoft.com/office/officeart/2009/3/layout/FramedTextPicture"/>
    <dgm:cxn modelId="{92AEAD22-6E72-4105-B33F-BD6BFE6B6A03}" type="presParOf" srcId="{53C7537D-C410-4A6C-A299-B6003E73C7B8}" destId="{ED72D913-84CD-4341-B678-B6DCC31F9F84}" srcOrd="1" destOrd="0" presId="urn:microsoft.com/office/officeart/2009/3/layout/FramedTextPicture"/>
    <dgm:cxn modelId="{6A68D6BB-5351-41B2-BA68-B0A018F530F6}" type="presParOf" srcId="{53C7537D-C410-4A6C-A299-B6003E73C7B8}" destId="{F22581CF-1E7D-461C-B845-EC060F0383A8}" srcOrd="2" destOrd="0" presId="urn:microsoft.com/office/officeart/2009/3/layout/FramedTextPicture"/>
    <dgm:cxn modelId="{0E85D8D5-DEEB-49C7-8FC4-8F0B68ABBEF0}" type="presParOf" srcId="{53C7537D-C410-4A6C-A299-B6003E73C7B8}" destId="{4C24E880-65FB-4C67-BD5E-0A802A140FF5}" srcOrd="3" destOrd="0" presId="urn:microsoft.com/office/officeart/2009/3/layout/FramedTextPicture"/>
    <dgm:cxn modelId="{9275C61E-43C5-498E-9F57-C56B1B307C3B}" type="presParOf" srcId="{53C7537D-C410-4A6C-A299-B6003E73C7B8}" destId="{CA781715-5652-485C-AC9A-8CFB3CE21666}" srcOrd="4" destOrd="0" presId="urn:microsoft.com/office/officeart/2009/3/layout/FramedTextPicture"/>
    <dgm:cxn modelId="{22EE85E0-2735-4ADB-843F-0837FC3901F5}" type="presParOf" srcId="{53C7537D-C410-4A6C-A299-B6003E73C7B8}" destId="{166D7695-AF13-4A78-8057-07E796F552A0}" srcOrd="5" destOrd="0" presId="urn:microsoft.com/office/officeart/2009/3/layout/FramedTextPicture"/>
    <dgm:cxn modelId="{A7AAC624-4EB0-4450-8FDD-EBA772358C2A}" type="presParOf" srcId="{2188F7BB-9649-428A-9586-430FEE1F0598}" destId="{FD6F7ED1-2ED7-4F1D-91CE-7BA817BB2F0B}" srcOrd="3" destOrd="0" presId="urn:microsoft.com/office/officeart/2009/3/layout/FramedTextPicture"/>
    <dgm:cxn modelId="{5F872FDA-516C-45B2-A057-089650684218}" type="presParOf" srcId="{2188F7BB-9649-428A-9586-430FEE1F0598}" destId="{14B873B1-2888-4863-94BC-9D6C76BC924E}" srcOrd="4" destOrd="0" presId="urn:microsoft.com/office/officeart/2009/3/layout/FramedTextPicture"/>
    <dgm:cxn modelId="{78AB8650-6F15-480C-9FA9-EC4155136E4C}" type="presParOf" srcId="{14B873B1-2888-4863-94BC-9D6C76BC924E}" destId="{4A346526-BAE2-4863-964E-D9AFC677F44C}" srcOrd="0" destOrd="0" presId="urn:microsoft.com/office/officeart/2009/3/layout/FramedTextPicture"/>
    <dgm:cxn modelId="{6A3CF7B9-72E3-42DF-9DE7-CE129046232F}" type="presParOf" srcId="{14B873B1-2888-4863-94BC-9D6C76BC924E}" destId="{05D1352D-E883-46E3-87D9-1583FC6A78CA}" srcOrd="1" destOrd="0" presId="urn:microsoft.com/office/officeart/2009/3/layout/FramedTextPicture"/>
    <dgm:cxn modelId="{E978E488-A645-48FF-B43B-6768869E847F}" type="presParOf" srcId="{14B873B1-2888-4863-94BC-9D6C76BC924E}" destId="{1F349A1B-00F3-4EA6-946A-A33C670D61A9}" srcOrd="2" destOrd="0" presId="urn:microsoft.com/office/officeart/2009/3/layout/FramedTextPicture"/>
    <dgm:cxn modelId="{4A362E71-D201-40DA-9C8E-41D96FC73252}" type="presParOf" srcId="{14B873B1-2888-4863-94BC-9D6C76BC924E}" destId="{470AD4E0-4FB2-41AE-92D3-C4B40E514C69}" srcOrd="3" destOrd="0" presId="urn:microsoft.com/office/officeart/2009/3/layout/FramedTextPicture"/>
    <dgm:cxn modelId="{19DE46BF-789E-479E-97B7-1654B424EE91}" type="presParOf" srcId="{14B873B1-2888-4863-94BC-9D6C76BC924E}" destId="{C00859E5-0F29-41EF-8730-413255A15146}" srcOrd="4" destOrd="0" presId="urn:microsoft.com/office/officeart/2009/3/layout/FramedTextPicture"/>
    <dgm:cxn modelId="{55BCE921-7E4A-43A5-8542-E44A82BA987E}" type="presParOf" srcId="{14B873B1-2888-4863-94BC-9D6C76BC924E}" destId="{F1513530-6CE7-474A-8F8A-4EA22AC468DF}" srcOrd="5" destOrd="0" presId="urn:microsoft.com/office/officeart/2009/3/layout/FramedTextPicture"/>
    <dgm:cxn modelId="{4AE64F43-165B-4AC0-A61D-8532A4219D9C}" type="presParOf" srcId="{2188F7BB-9649-428A-9586-430FEE1F0598}" destId="{57C6DD29-3D2C-4B2F-8E09-18F4AFD2B58C}" srcOrd="5" destOrd="0" presId="urn:microsoft.com/office/officeart/2009/3/layout/FramedTextPicture"/>
    <dgm:cxn modelId="{C42DAE95-1374-47D0-B0FD-CA9E5D69162F}" type="presParOf" srcId="{2188F7BB-9649-428A-9586-430FEE1F0598}" destId="{34217696-FAB6-40EC-BF7D-DC2190861D99}" srcOrd="6" destOrd="0" presId="urn:microsoft.com/office/officeart/2009/3/layout/FramedTextPicture"/>
    <dgm:cxn modelId="{A7004366-684E-4118-84FB-383C42C8B480}" type="presParOf" srcId="{34217696-FAB6-40EC-BF7D-DC2190861D99}" destId="{AE9DC631-3E6C-499A-9B7A-6B4CA57F1B1A}" srcOrd="0" destOrd="0" presId="urn:microsoft.com/office/officeart/2009/3/layout/FramedTextPicture"/>
    <dgm:cxn modelId="{B8B6FBB1-98BF-4F89-A235-A2C24ABEE443}" type="presParOf" srcId="{34217696-FAB6-40EC-BF7D-DC2190861D99}" destId="{A98C47DC-404E-47E7-9D9E-D8C89ABD0B36}" srcOrd="1" destOrd="0" presId="urn:microsoft.com/office/officeart/2009/3/layout/FramedTextPicture"/>
    <dgm:cxn modelId="{B4ABDC2D-8CB1-42C1-94C4-B61074938E9D}" type="presParOf" srcId="{34217696-FAB6-40EC-BF7D-DC2190861D99}" destId="{52FA6AB8-E34B-4704-9978-1EA31C0B5D8F}" srcOrd="2" destOrd="0" presId="urn:microsoft.com/office/officeart/2009/3/layout/FramedTextPicture"/>
    <dgm:cxn modelId="{49DF3459-B645-4183-A3D6-F14FE1EEA5E5}" type="presParOf" srcId="{34217696-FAB6-40EC-BF7D-DC2190861D99}" destId="{0B0D8E75-034D-41CC-B4FD-3819760870B2}" srcOrd="3" destOrd="0" presId="urn:microsoft.com/office/officeart/2009/3/layout/FramedTextPicture"/>
    <dgm:cxn modelId="{60E76774-69D8-49B6-B31E-7A12E1B9D014}" type="presParOf" srcId="{34217696-FAB6-40EC-BF7D-DC2190861D99}" destId="{C4B61F65-66E5-4743-9F72-879AB85C0826}" srcOrd="4" destOrd="0" presId="urn:microsoft.com/office/officeart/2009/3/layout/FramedTextPicture"/>
    <dgm:cxn modelId="{18279DC0-44EF-4FDA-9330-D03E61D6A2F8}" type="presParOf" srcId="{34217696-FAB6-40EC-BF7D-DC2190861D99}" destId="{40CCAF10-2AAB-4B4C-998C-9A479F3D41D1}" srcOrd="5" destOrd="0" presId="urn:microsoft.com/office/officeart/2009/3/layout/FramedTextPictur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8.xml><?xml version="1.0" encoding="utf-8"?>
<dgm:dataModel xmlns:dgm="http://schemas.openxmlformats.org/drawingml/2006/diagram" xmlns:a="http://schemas.openxmlformats.org/drawingml/2006/main">
  <dgm:ptLst>
    <dgm:pt modelId="{B9C32B05-62EA-407A-B21C-2310C7945705}" type="doc">
      <dgm:prSet loTypeId="urn:microsoft.com/office/officeart/2008/layout/HexagonCluster" loCatId="picture" qsTypeId="urn:microsoft.com/office/officeart/2005/8/quickstyle/simple4" qsCatId="simple" csTypeId="urn:microsoft.com/office/officeart/2005/8/colors/colorful1" csCatId="colorful" phldr="1"/>
      <dgm:spPr/>
      <dgm:t>
        <a:bodyPr/>
        <a:lstStyle/>
        <a:p>
          <a:endParaRPr lang="en-US"/>
        </a:p>
      </dgm:t>
    </dgm:pt>
    <dgm:pt modelId="{8EA7219F-BDB2-48EB-9EEB-3133522D132E}">
      <dgm:prSet phldrT="[Text]"/>
      <dgm:spPr/>
      <dgm:t>
        <a:bodyPr/>
        <a:lstStyle/>
        <a:p>
          <a:r>
            <a:rPr lang="en-US"/>
            <a:t>Lorem Ipsum</a:t>
          </a:r>
          <a:endParaRPr lang="en-US" dirty="0"/>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F3FA86F7-575E-4FDD-B637-1D7276F725A4}">
      <dgm:prSet phldrT="[Text]"/>
      <dgm:spPr/>
      <dgm:t>
        <a:bodyPr/>
        <a:lstStyle/>
        <a:p>
          <a:r>
            <a:rPr lang="en-US"/>
            <a:t>Lorem Ipsum</a:t>
          </a:r>
          <a:endParaRPr lang="en-US" dirty="0"/>
        </a:p>
      </dgm:t>
    </dgm:pt>
    <dgm:pt modelId="{192CD16B-FA85-49AB-96EA-80094BA41ED5}" type="parTrans" cxnId="{B38DB338-3B1E-4324-A45E-8025E9D81450}">
      <dgm:prSet/>
      <dgm:spPr/>
      <dgm:t>
        <a:bodyPr/>
        <a:lstStyle/>
        <a:p>
          <a:endParaRPr lang="en-US"/>
        </a:p>
      </dgm:t>
    </dgm:pt>
    <dgm:pt modelId="{BEF45895-E33A-456A-85CE-5D5DFC2CF2C9}" type="sibTrans" cxnId="{B38DB338-3B1E-4324-A45E-8025E9D81450}">
      <dgm:prSet/>
      <dgm:spPr/>
      <dgm:t>
        <a:bodyPr/>
        <a:lstStyle/>
        <a:p>
          <a:endParaRPr lang="en-US"/>
        </a:p>
      </dgm:t>
    </dgm:pt>
    <dgm:pt modelId="{8D3744A8-1883-4930-8E0D-B57E26D003C6}">
      <dgm:prSet phldrT="[Text]"/>
      <dgm:spPr/>
      <dgm:t>
        <a:bodyPr/>
        <a:lstStyle/>
        <a:p>
          <a:r>
            <a:rPr lang="en-US"/>
            <a:t>Lorem Ipsum</a:t>
          </a:r>
          <a:endParaRPr lang="en-US" dirty="0"/>
        </a:p>
      </dgm:t>
    </dgm:pt>
    <dgm:pt modelId="{AC9EAF57-EBF1-4FB7-8ED0-6ECFF59ADE74}" type="parTrans" cxnId="{C8FCCD3C-805E-4A27-964D-25DE1206ADCA}">
      <dgm:prSet/>
      <dgm:spPr/>
      <dgm:t>
        <a:bodyPr/>
        <a:lstStyle/>
        <a:p>
          <a:endParaRPr lang="en-US"/>
        </a:p>
      </dgm:t>
    </dgm:pt>
    <dgm:pt modelId="{D40CF7D9-D0C3-4084-8D2D-359654C28D0F}" type="sibTrans" cxnId="{C8FCCD3C-805E-4A27-964D-25DE1206ADCA}">
      <dgm:prSet/>
      <dgm:spPr/>
      <dgm:t>
        <a:bodyPr/>
        <a:lstStyle/>
        <a:p>
          <a:endParaRPr lang="en-US"/>
        </a:p>
      </dgm:t>
    </dgm:pt>
    <dgm:pt modelId="{BB36F745-62BA-4892-99D7-E4239B0F3843}">
      <dgm:prSet phldrT="[Text]"/>
      <dgm:spPr/>
      <dgm:t>
        <a:bodyPr/>
        <a:lstStyle/>
        <a:p>
          <a:r>
            <a:rPr lang="en-US"/>
            <a:t>Lorem Ipsum</a:t>
          </a:r>
          <a:endParaRPr lang="en-US" dirty="0"/>
        </a:p>
      </dgm:t>
    </dgm:pt>
    <dgm:pt modelId="{CE269D49-A2E4-44F1-A948-9BE1FE5D6140}" type="parTrans" cxnId="{C96A1F07-338B-48CD-B344-80BE34A6C9DF}">
      <dgm:prSet/>
      <dgm:spPr/>
      <dgm:t>
        <a:bodyPr/>
        <a:lstStyle/>
        <a:p>
          <a:endParaRPr lang="en-US"/>
        </a:p>
      </dgm:t>
    </dgm:pt>
    <dgm:pt modelId="{5CE5B550-A310-4948-9BA1-267AF81C5FA4}" type="sibTrans" cxnId="{C96A1F07-338B-48CD-B344-80BE34A6C9DF}">
      <dgm:prSet/>
      <dgm:spPr/>
      <dgm:t>
        <a:bodyPr/>
        <a:lstStyle/>
        <a:p>
          <a:endParaRPr lang="en-US"/>
        </a:p>
      </dgm:t>
    </dgm:pt>
    <dgm:pt modelId="{C9AAC837-F2B0-40E5-8679-D365145CD32D}">
      <dgm:prSet phldrT="[Text]"/>
      <dgm:spPr/>
      <dgm:t>
        <a:bodyPr/>
        <a:lstStyle/>
        <a:p>
          <a:r>
            <a:rPr lang="en-US" dirty="0"/>
            <a:t>Lorem Ipsum</a:t>
          </a:r>
        </a:p>
      </dgm:t>
    </dgm:pt>
    <dgm:pt modelId="{BF762BC7-3A73-465D-85A6-3BCDF9B94784}" type="parTrans" cxnId="{D2F8513A-5886-4FAB-9494-6D284BD96A29}">
      <dgm:prSet/>
      <dgm:spPr/>
      <dgm:t>
        <a:bodyPr/>
        <a:lstStyle/>
        <a:p>
          <a:endParaRPr lang="en-US"/>
        </a:p>
      </dgm:t>
    </dgm:pt>
    <dgm:pt modelId="{0CEADA81-66C0-4096-BEDE-B88D7687450C}" type="sibTrans" cxnId="{D2F8513A-5886-4FAB-9494-6D284BD96A29}">
      <dgm:prSet/>
      <dgm:spPr/>
      <dgm:t>
        <a:bodyPr/>
        <a:lstStyle/>
        <a:p>
          <a:endParaRPr lang="en-US"/>
        </a:p>
      </dgm:t>
    </dgm:pt>
    <dgm:pt modelId="{F0FF712F-1F26-4E60-8CF1-05EE861B3815}" type="pres">
      <dgm:prSet presAssocID="{B9C32B05-62EA-407A-B21C-2310C7945705}" presName="Name0" presStyleCnt="0">
        <dgm:presLayoutVars>
          <dgm:chMax val="21"/>
          <dgm:chPref val="21"/>
        </dgm:presLayoutVars>
      </dgm:prSet>
      <dgm:spPr/>
    </dgm:pt>
    <dgm:pt modelId="{B9A5A42C-B617-48CF-BB12-FED86A95A275}" type="pres">
      <dgm:prSet presAssocID="{8EA7219F-BDB2-48EB-9EEB-3133522D132E}" presName="text1" presStyleCnt="0"/>
      <dgm:spPr/>
    </dgm:pt>
    <dgm:pt modelId="{2147AC06-6602-4E94-A915-2B36AE66EBDE}" type="pres">
      <dgm:prSet presAssocID="{8EA7219F-BDB2-48EB-9EEB-3133522D132E}" presName="textRepeatNode" presStyleLbl="alignNode1" presStyleIdx="0" presStyleCnt="5">
        <dgm:presLayoutVars>
          <dgm:chMax val="0"/>
          <dgm:chPref val="0"/>
          <dgm:bulletEnabled val="1"/>
        </dgm:presLayoutVars>
      </dgm:prSet>
      <dgm:spPr/>
    </dgm:pt>
    <dgm:pt modelId="{F3EE64FA-443E-4471-B948-547DF5BCD192}" type="pres">
      <dgm:prSet presAssocID="{8EA7219F-BDB2-48EB-9EEB-3133522D132E}" presName="textaccent1" presStyleCnt="0"/>
      <dgm:spPr/>
    </dgm:pt>
    <dgm:pt modelId="{20801740-DCD8-4EEA-B2E7-BA06227F827D}" type="pres">
      <dgm:prSet presAssocID="{8EA7219F-BDB2-48EB-9EEB-3133522D132E}" presName="accentRepeatNode" presStyleLbl="solidAlignAcc1" presStyleIdx="0" presStyleCnt="10"/>
      <dgm:spPr/>
    </dgm:pt>
    <dgm:pt modelId="{4D37CFAE-14F0-404A-9DB4-52DBE48A38D1}" type="pres">
      <dgm:prSet presAssocID="{C94B7947-85DC-4B21-BB99-DF8438356F98}" presName="image1" presStyleCnt="0"/>
      <dgm:spPr/>
    </dgm:pt>
    <dgm:pt modelId="{9B9383E9-7299-4FEA-97B9-AB6C703DE3C9}" type="pres">
      <dgm:prSet presAssocID="{C94B7947-85DC-4B21-BB99-DF8438356F98}" presName="imageRepeatNode" presStyleLbl="alignAcc1" presStyleIdx="0" presStyleCnt="5"/>
      <dgm:spPr/>
    </dgm:pt>
    <dgm:pt modelId="{9580359E-6F1D-4CDC-8860-92A993C4C0B3}" type="pres">
      <dgm:prSet presAssocID="{C94B7947-85DC-4B21-BB99-DF8438356F98}" presName="imageaccent1" presStyleCnt="0"/>
      <dgm:spPr/>
    </dgm:pt>
    <dgm:pt modelId="{AD4BF4A1-8209-420F-B5B0-7D8BA9E0FDB7}" type="pres">
      <dgm:prSet presAssocID="{C94B7947-85DC-4B21-BB99-DF8438356F98}" presName="accentRepeatNode" presStyleLbl="solidAlignAcc1" presStyleIdx="1" presStyleCnt="10"/>
      <dgm:spPr/>
    </dgm:pt>
    <dgm:pt modelId="{C04B99A2-B0FF-45F0-8E88-6C2F335F9855}" type="pres">
      <dgm:prSet presAssocID="{F3FA86F7-575E-4FDD-B637-1D7276F725A4}" presName="text2" presStyleCnt="0"/>
      <dgm:spPr/>
    </dgm:pt>
    <dgm:pt modelId="{BF29FD73-BCCB-4FE8-BFE3-8355D64D902C}" type="pres">
      <dgm:prSet presAssocID="{F3FA86F7-575E-4FDD-B637-1D7276F725A4}" presName="textRepeatNode" presStyleLbl="alignNode1" presStyleIdx="1" presStyleCnt="5">
        <dgm:presLayoutVars>
          <dgm:chMax val="0"/>
          <dgm:chPref val="0"/>
          <dgm:bulletEnabled val="1"/>
        </dgm:presLayoutVars>
      </dgm:prSet>
      <dgm:spPr/>
    </dgm:pt>
    <dgm:pt modelId="{903C75BF-A8C0-4CC0-8EE2-73E649AF7599}" type="pres">
      <dgm:prSet presAssocID="{F3FA86F7-575E-4FDD-B637-1D7276F725A4}" presName="textaccent2" presStyleCnt="0"/>
      <dgm:spPr/>
    </dgm:pt>
    <dgm:pt modelId="{3FA833D2-7E12-4D23-A97C-AA552A9FF9F4}" type="pres">
      <dgm:prSet presAssocID="{F3FA86F7-575E-4FDD-B637-1D7276F725A4}" presName="accentRepeatNode" presStyleLbl="solidAlignAcc1" presStyleIdx="2" presStyleCnt="10"/>
      <dgm:spPr/>
    </dgm:pt>
    <dgm:pt modelId="{154365A8-0AA6-4929-8DFE-FD23F1B7C544}" type="pres">
      <dgm:prSet presAssocID="{BEF45895-E33A-456A-85CE-5D5DFC2CF2C9}" presName="image2" presStyleCnt="0"/>
      <dgm:spPr/>
    </dgm:pt>
    <dgm:pt modelId="{C60E0EF1-FF4C-4950-8010-DE189B865CA8}" type="pres">
      <dgm:prSet presAssocID="{BEF45895-E33A-456A-85CE-5D5DFC2CF2C9}" presName="imageRepeatNode" presStyleLbl="alignAcc1" presStyleIdx="1" presStyleCnt="5"/>
      <dgm:spPr/>
    </dgm:pt>
    <dgm:pt modelId="{D471B46A-96C5-4F08-B711-034CA69A8996}" type="pres">
      <dgm:prSet presAssocID="{BEF45895-E33A-456A-85CE-5D5DFC2CF2C9}" presName="imageaccent2" presStyleCnt="0"/>
      <dgm:spPr/>
    </dgm:pt>
    <dgm:pt modelId="{7521DD5C-D4C3-496C-ACB8-659567FBC83F}" type="pres">
      <dgm:prSet presAssocID="{BEF45895-E33A-456A-85CE-5D5DFC2CF2C9}" presName="accentRepeatNode" presStyleLbl="solidAlignAcc1" presStyleIdx="3" presStyleCnt="10"/>
      <dgm:spPr/>
    </dgm:pt>
    <dgm:pt modelId="{18AE5E4A-56DB-4C93-B963-B249A56310B2}" type="pres">
      <dgm:prSet presAssocID="{8D3744A8-1883-4930-8E0D-B57E26D003C6}" presName="text3" presStyleCnt="0"/>
      <dgm:spPr/>
    </dgm:pt>
    <dgm:pt modelId="{15F48E88-1209-40DC-9CE8-C1C50BED10B8}" type="pres">
      <dgm:prSet presAssocID="{8D3744A8-1883-4930-8E0D-B57E26D003C6}" presName="textRepeatNode" presStyleLbl="alignNode1" presStyleIdx="2" presStyleCnt="5">
        <dgm:presLayoutVars>
          <dgm:chMax val="0"/>
          <dgm:chPref val="0"/>
          <dgm:bulletEnabled val="1"/>
        </dgm:presLayoutVars>
      </dgm:prSet>
      <dgm:spPr/>
    </dgm:pt>
    <dgm:pt modelId="{F3B83D74-5529-44A3-8558-58F51E4F39E8}" type="pres">
      <dgm:prSet presAssocID="{8D3744A8-1883-4930-8E0D-B57E26D003C6}" presName="textaccent3" presStyleCnt="0"/>
      <dgm:spPr/>
    </dgm:pt>
    <dgm:pt modelId="{9F93824C-C1EF-4B0B-82D5-9AD9DCF49688}" type="pres">
      <dgm:prSet presAssocID="{8D3744A8-1883-4930-8E0D-B57E26D003C6}" presName="accentRepeatNode" presStyleLbl="solidAlignAcc1" presStyleIdx="4" presStyleCnt="10"/>
      <dgm:spPr/>
    </dgm:pt>
    <dgm:pt modelId="{5D624ADE-E07D-43D7-9979-53A825EE330D}" type="pres">
      <dgm:prSet presAssocID="{D40CF7D9-D0C3-4084-8D2D-359654C28D0F}" presName="image3" presStyleCnt="0"/>
      <dgm:spPr/>
    </dgm:pt>
    <dgm:pt modelId="{FAB57DDE-AC8E-41AE-BE76-55CA0E07AE69}" type="pres">
      <dgm:prSet presAssocID="{D40CF7D9-D0C3-4084-8D2D-359654C28D0F}" presName="imageRepeatNode" presStyleLbl="alignAcc1" presStyleIdx="2" presStyleCnt="5"/>
      <dgm:spPr/>
    </dgm:pt>
    <dgm:pt modelId="{3583CED3-A59B-4D56-BECF-270C2C77F714}" type="pres">
      <dgm:prSet presAssocID="{D40CF7D9-D0C3-4084-8D2D-359654C28D0F}" presName="imageaccent3" presStyleCnt="0"/>
      <dgm:spPr/>
    </dgm:pt>
    <dgm:pt modelId="{2F21E763-A2CD-423D-90C3-241E44AE0505}" type="pres">
      <dgm:prSet presAssocID="{D40CF7D9-D0C3-4084-8D2D-359654C28D0F}" presName="accentRepeatNode" presStyleLbl="solidAlignAcc1" presStyleIdx="5" presStyleCnt="10"/>
      <dgm:spPr/>
    </dgm:pt>
    <dgm:pt modelId="{F159A873-1366-4DAF-9C9F-369D497684E3}" type="pres">
      <dgm:prSet presAssocID="{C9AAC837-F2B0-40E5-8679-D365145CD32D}" presName="text4" presStyleCnt="0"/>
      <dgm:spPr/>
    </dgm:pt>
    <dgm:pt modelId="{1ED91CE8-DE43-4089-815A-CD32296D0702}" type="pres">
      <dgm:prSet presAssocID="{C9AAC837-F2B0-40E5-8679-D365145CD32D}" presName="textRepeatNode" presStyleLbl="alignNode1" presStyleIdx="3" presStyleCnt="5">
        <dgm:presLayoutVars>
          <dgm:chMax val="0"/>
          <dgm:chPref val="0"/>
          <dgm:bulletEnabled val="1"/>
        </dgm:presLayoutVars>
      </dgm:prSet>
      <dgm:spPr/>
    </dgm:pt>
    <dgm:pt modelId="{E22D71D2-C275-4D14-A49A-25A79A211E4B}" type="pres">
      <dgm:prSet presAssocID="{C9AAC837-F2B0-40E5-8679-D365145CD32D}" presName="textaccent4" presStyleCnt="0"/>
      <dgm:spPr/>
    </dgm:pt>
    <dgm:pt modelId="{3C6D0A67-96E5-4C9E-81E7-226D7F07035D}" type="pres">
      <dgm:prSet presAssocID="{C9AAC837-F2B0-40E5-8679-D365145CD32D}" presName="accentRepeatNode" presStyleLbl="solidAlignAcc1" presStyleIdx="6" presStyleCnt="10"/>
      <dgm:spPr/>
    </dgm:pt>
    <dgm:pt modelId="{49BD675E-D02D-4F42-BA34-B81CBE03315C}" type="pres">
      <dgm:prSet presAssocID="{0CEADA81-66C0-4096-BEDE-B88D7687450C}" presName="image4" presStyleCnt="0"/>
      <dgm:spPr/>
    </dgm:pt>
    <dgm:pt modelId="{E5DFC421-19A6-4B0F-84D8-57F1DBB50538}" type="pres">
      <dgm:prSet presAssocID="{0CEADA81-66C0-4096-BEDE-B88D7687450C}" presName="imageRepeatNode" presStyleLbl="alignAcc1" presStyleIdx="3" presStyleCnt="5"/>
      <dgm:spPr/>
    </dgm:pt>
    <dgm:pt modelId="{688EA9DD-1867-4961-AE4E-503D908DB2B9}" type="pres">
      <dgm:prSet presAssocID="{0CEADA81-66C0-4096-BEDE-B88D7687450C}" presName="imageaccent4" presStyleCnt="0"/>
      <dgm:spPr/>
    </dgm:pt>
    <dgm:pt modelId="{568D8962-BB61-4CDE-B299-516D7C28A1FE}" type="pres">
      <dgm:prSet presAssocID="{0CEADA81-66C0-4096-BEDE-B88D7687450C}" presName="accentRepeatNode" presStyleLbl="solidAlignAcc1" presStyleIdx="7" presStyleCnt="10"/>
      <dgm:spPr/>
    </dgm:pt>
    <dgm:pt modelId="{E4D4C398-FC64-46F6-812C-C09829A3CD34}" type="pres">
      <dgm:prSet presAssocID="{BB36F745-62BA-4892-99D7-E4239B0F3843}" presName="text5" presStyleCnt="0"/>
      <dgm:spPr/>
    </dgm:pt>
    <dgm:pt modelId="{D23A450D-428E-4838-87FF-33AD4B125255}" type="pres">
      <dgm:prSet presAssocID="{BB36F745-62BA-4892-99D7-E4239B0F3843}" presName="textRepeatNode" presStyleLbl="alignNode1" presStyleIdx="4" presStyleCnt="5">
        <dgm:presLayoutVars>
          <dgm:chMax val="0"/>
          <dgm:chPref val="0"/>
          <dgm:bulletEnabled val="1"/>
        </dgm:presLayoutVars>
      </dgm:prSet>
      <dgm:spPr/>
    </dgm:pt>
    <dgm:pt modelId="{54E5527B-1476-4869-BF8A-2D66AF5459A8}" type="pres">
      <dgm:prSet presAssocID="{BB36F745-62BA-4892-99D7-E4239B0F3843}" presName="textaccent5" presStyleCnt="0"/>
      <dgm:spPr/>
    </dgm:pt>
    <dgm:pt modelId="{72031319-7150-49FA-A903-56E14B1045AE}" type="pres">
      <dgm:prSet presAssocID="{BB36F745-62BA-4892-99D7-E4239B0F3843}" presName="accentRepeatNode" presStyleLbl="solidAlignAcc1" presStyleIdx="8" presStyleCnt="10"/>
      <dgm:spPr/>
    </dgm:pt>
    <dgm:pt modelId="{47E96812-FF12-4904-BAE4-EC683FDAB50D}" type="pres">
      <dgm:prSet presAssocID="{5CE5B550-A310-4948-9BA1-267AF81C5FA4}" presName="image5" presStyleCnt="0"/>
      <dgm:spPr/>
    </dgm:pt>
    <dgm:pt modelId="{0708FC8A-38D2-443D-83A9-5713DCAFB6AE}" type="pres">
      <dgm:prSet presAssocID="{5CE5B550-A310-4948-9BA1-267AF81C5FA4}" presName="imageRepeatNode" presStyleLbl="alignAcc1" presStyleIdx="4" presStyleCnt="5"/>
      <dgm:spPr/>
    </dgm:pt>
    <dgm:pt modelId="{8BCEB873-A90D-4B6B-9954-163AB4194B93}" type="pres">
      <dgm:prSet presAssocID="{5CE5B550-A310-4948-9BA1-267AF81C5FA4}" presName="imageaccent5" presStyleCnt="0"/>
      <dgm:spPr/>
    </dgm:pt>
    <dgm:pt modelId="{8DA38D06-24AA-47A0-9BDF-55C1E9E9A03D}" type="pres">
      <dgm:prSet presAssocID="{5CE5B550-A310-4948-9BA1-267AF81C5FA4}" presName="accentRepeatNode" presStyleLbl="solidAlignAcc1" presStyleIdx="9" presStyleCnt="10"/>
      <dgm:spPr/>
    </dgm:pt>
  </dgm:ptLst>
  <dgm:cxnLst>
    <dgm:cxn modelId="{C96A1F07-338B-48CD-B344-80BE34A6C9DF}" srcId="{B9C32B05-62EA-407A-B21C-2310C7945705}" destId="{BB36F745-62BA-4892-99D7-E4239B0F3843}" srcOrd="4" destOrd="0" parTransId="{CE269D49-A2E4-44F1-A948-9BE1FE5D6140}" sibTransId="{5CE5B550-A310-4948-9BA1-267AF81C5FA4}"/>
    <dgm:cxn modelId="{89AEAF0E-D1A0-4F19-A8F8-0A6E33DEB2E0}" type="presOf" srcId="{C9AAC837-F2B0-40E5-8679-D365145CD32D}" destId="{1ED91CE8-DE43-4089-815A-CD32296D0702}" srcOrd="0" destOrd="0" presId="urn:microsoft.com/office/officeart/2008/layout/HexagonCluster"/>
    <dgm:cxn modelId="{14E3460F-6A44-4F52-AA24-3DE073B82A41}" type="presOf" srcId="{F3FA86F7-575E-4FDD-B637-1D7276F725A4}" destId="{BF29FD73-BCCB-4FE8-BFE3-8355D64D902C}" srcOrd="0" destOrd="0" presId="urn:microsoft.com/office/officeart/2008/layout/HexagonCluster"/>
    <dgm:cxn modelId="{756E3B18-D27C-45C0-BE09-A8FC62D734E4}" type="presOf" srcId="{0CEADA81-66C0-4096-BEDE-B88D7687450C}" destId="{E5DFC421-19A6-4B0F-84D8-57F1DBB50538}" srcOrd="0" destOrd="0" presId="urn:microsoft.com/office/officeart/2008/layout/HexagonCluster"/>
    <dgm:cxn modelId="{B38DB338-3B1E-4324-A45E-8025E9D81450}" srcId="{B9C32B05-62EA-407A-B21C-2310C7945705}" destId="{F3FA86F7-575E-4FDD-B637-1D7276F725A4}" srcOrd="1" destOrd="0" parTransId="{192CD16B-FA85-49AB-96EA-80094BA41ED5}" sibTransId="{BEF45895-E33A-456A-85CE-5D5DFC2CF2C9}"/>
    <dgm:cxn modelId="{D2F8513A-5886-4FAB-9494-6D284BD96A29}" srcId="{B9C32B05-62EA-407A-B21C-2310C7945705}" destId="{C9AAC837-F2B0-40E5-8679-D365145CD32D}" srcOrd="3" destOrd="0" parTransId="{BF762BC7-3A73-465D-85A6-3BCDF9B94784}" sibTransId="{0CEADA81-66C0-4096-BEDE-B88D7687450C}"/>
    <dgm:cxn modelId="{C8FCCD3C-805E-4A27-964D-25DE1206ADCA}" srcId="{B9C32B05-62EA-407A-B21C-2310C7945705}" destId="{8D3744A8-1883-4930-8E0D-B57E26D003C6}" srcOrd="2" destOrd="0" parTransId="{AC9EAF57-EBF1-4FB7-8ED0-6ECFF59ADE74}" sibTransId="{D40CF7D9-D0C3-4084-8D2D-359654C28D0F}"/>
    <dgm:cxn modelId="{129B635C-2484-4990-8E87-828E63A4087D}" type="presOf" srcId="{C94B7947-85DC-4B21-BB99-DF8438356F98}" destId="{9B9383E9-7299-4FEA-97B9-AB6C703DE3C9}" srcOrd="0" destOrd="0" presId="urn:microsoft.com/office/officeart/2008/layout/HexagonCluster"/>
    <dgm:cxn modelId="{C8BE756C-2C11-4537-BD66-8767F4FA0521}" type="presOf" srcId="{BEF45895-E33A-456A-85CE-5D5DFC2CF2C9}" destId="{C60E0EF1-FF4C-4950-8010-DE189B865CA8}" srcOrd="0" destOrd="0" presId="urn:microsoft.com/office/officeart/2008/layout/HexagonCluster"/>
    <dgm:cxn modelId="{BE6C9B99-572D-48DD-AB2C-2EC5D4051A1D}" type="presOf" srcId="{D40CF7D9-D0C3-4084-8D2D-359654C28D0F}" destId="{FAB57DDE-AC8E-41AE-BE76-55CA0E07AE69}" srcOrd="0" destOrd="0" presId="urn:microsoft.com/office/officeart/2008/layout/HexagonCluster"/>
    <dgm:cxn modelId="{F52B84A4-F471-48F7-9AC4-32FDE2A418AB}" type="presOf" srcId="{BB36F745-62BA-4892-99D7-E4239B0F3843}" destId="{D23A450D-428E-4838-87FF-33AD4B125255}" srcOrd="0" destOrd="0" presId="urn:microsoft.com/office/officeart/2008/layout/HexagonCluster"/>
    <dgm:cxn modelId="{FE23F0B0-D033-4E0A-B6D5-E309C6DBBDAA}" type="presOf" srcId="{8D3744A8-1883-4930-8E0D-B57E26D003C6}" destId="{15F48E88-1209-40DC-9CE8-C1C50BED10B8}" srcOrd="0" destOrd="0" presId="urn:microsoft.com/office/officeart/2008/layout/HexagonCluster"/>
    <dgm:cxn modelId="{8F49EBC4-492C-475E-9FCC-48BBB357E491}" type="presOf" srcId="{5CE5B550-A310-4948-9BA1-267AF81C5FA4}" destId="{0708FC8A-38D2-443D-83A9-5713DCAFB6AE}" srcOrd="0" destOrd="0" presId="urn:microsoft.com/office/officeart/2008/layout/HexagonCluster"/>
    <dgm:cxn modelId="{5C5765E1-19B9-4E1E-AEC0-535BD29BFCBF}" type="presOf" srcId="{B9C32B05-62EA-407A-B21C-2310C7945705}" destId="{F0FF712F-1F26-4E60-8CF1-05EE861B3815}" srcOrd="0" destOrd="0" presId="urn:microsoft.com/office/officeart/2008/layout/HexagonCluster"/>
    <dgm:cxn modelId="{E6404BE2-9A50-4772-8726-5DDF39076B51}" type="presOf" srcId="{8EA7219F-BDB2-48EB-9EEB-3133522D132E}" destId="{2147AC06-6602-4E94-A915-2B36AE66EBDE}" srcOrd="0" destOrd="0" presId="urn:microsoft.com/office/officeart/2008/layout/HexagonCluster"/>
    <dgm:cxn modelId="{58AD7EEF-D408-406B-87EE-4691D4C30668}" srcId="{B9C32B05-62EA-407A-B21C-2310C7945705}" destId="{8EA7219F-BDB2-48EB-9EEB-3133522D132E}" srcOrd="0" destOrd="0" parTransId="{3EE8403A-CB7C-4815-85BD-AEBCAEB71B37}" sibTransId="{C94B7947-85DC-4B21-BB99-DF8438356F98}"/>
    <dgm:cxn modelId="{F0CE67C5-4AB4-4498-880C-6CD5B815324C}" type="presParOf" srcId="{F0FF712F-1F26-4E60-8CF1-05EE861B3815}" destId="{B9A5A42C-B617-48CF-BB12-FED86A95A275}" srcOrd="0" destOrd="0" presId="urn:microsoft.com/office/officeart/2008/layout/HexagonCluster"/>
    <dgm:cxn modelId="{EC9116E0-79B9-4F79-BEB8-58A3BD1B57E1}" type="presParOf" srcId="{B9A5A42C-B617-48CF-BB12-FED86A95A275}" destId="{2147AC06-6602-4E94-A915-2B36AE66EBDE}" srcOrd="0" destOrd="0" presId="urn:microsoft.com/office/officeart/2008/layout/HexagonCluster"/>
    <dgm:cxn modelId="{ABE4C112-FA6A-42A5-AE41-8DE8C4D8A13A}" type="presParOf" srcId="{F0FF712F-1F26-4E60-8CF1-05EE861B3815}" destId="{F3EE64FA-443E-4471-B948-547DF5BCD192}" srcOrd="1" destOrd="0" presId="urn:microsoft.com/office/officeart/2008/layout/HexagonCluster"/>
    <dgm:cxn modelId="{D804DF55-03B2-4B53-A675-DB6D7042DF6A}" type="presParOf" srcId="{F3EE64FA-443E-4471-B948-547DF5BCD192}" destId="{20801740-DCD8-4EEA-B2E7-BA06227F827D}" srcOrd="0" destOrd="0" presId="urn:microsoft.com/office/officeart/2008/layout/HexagonCluster"/>
    <dgm:cxn modelId="{4BBA62BB-4F1B-4528-97AF-591E1FB73E3C}" type="presParOf" srcId="{F0FF712F-1F26-4E60-8CF1-05EE861B3815}" destId="{4D37CFAE-14F0-404A-9DB4-52DBE48A38D1}" srcOrd="2" destOrd="0" presId="urn:microsoft.com/office/officeart/2008/layout/HexagonCluster"/>
    <dgm:cxn modelId="{CFA0B674-738C-48D0-BCBE-7E9DEBFFDF55}" type="presParOf" srcId="{4D37CFAE-14F0-404A-9DB4-52DBE48A38D1}" destId="{9B9383E9-7299-4FEA-97B9-AB6C703DE3C9}" srcOrd="0" destOrd="0" presId="urn:microsoft.com/office/officeart/2008/layout/HexagonCluster"/>
    <dgm:cxn modelId="{39F4E09D-6E4A-4A10-8ADF-EC3CD6D6FF62}" type="presParOf" srcId="{F0FF712F-1F26-4E60-8CF1-05EE861B3815}" destId="{9580359E-6F1D-4CDC-8860-92A993C4C0B3}" srcOrd="3" destOrd="0" presId="urn:microsoft.com/office/officeart/2008/layout/HexagonCluster"/>
    <dgm:cxn modelId="{FDD6B4CC-E593-48E6-A8D1-E85032D23607}" type="presParOf" srcId="{9580359E-6F1D-4CDC-8860-92A993C4C0B3}" destId="{AD4BF4A1-8209-420F-B5B0-7D8BA9E0FDB7}" srcOrd="0" destOrd="0" presId="urn:microsoft.com/office/officeart/2008/layout/HexagonCluster"/>
    <dgm:cxn modelId="{FB32EA6E-BD54-46F2-ABEF-5104C33E7625}" type="presParOf" srcId="{F0FF712F-1F26-4E60-8CF1-05EE861B3815}" destId="{C04B99A2-B0FF-45F0-8E88-6C2F335F9855}" srcOrd="4" destOrd="0" presId="urn:microsoft.com/office/officeart/2008/layout/HexagonCluster"/>
    <dgm:cxn modelId="{5F8455F6-0926-4F9D-A601-30C946DBE26D}" type="presParOf" srcId="{C04B99A2-B0FF-45F0-8E88-6C2F335F9855}" destId="{BF29FD73-BCCB-4FE8-BFE3-8355D64D902C}" srcOrd="0" destOrd="0" presId="urn:microsoft.com/office/officeart/2008/layout/HexagonCluster"/>
    <dgm:cxn modelId="{833C3B0E-1C89-444C-9865-F27E7DFA6D25}" type="presParOf" srcId="{F0FF712F-1F26-4E60-8CF1-05EE861B3815}" destId="{903C75BF-A8C0-4CC0-8EE2-73E649AF7599}" srcOrd="5" destOrd="0" presId="urn:microsoft.com/office/officeart/2008/layout/HexagonCluster"/>
    <dgm:cxn modelId="{C3B68D5C-DB10-44F4-AC5F-ECF8D42A4E4D}" type="presParOf" srcId="{903C75BF-A8C0-4CC0-8EE2-73E649AF7599}" destId="{3FA833D2-7E12-4D23-A97C-AA552A9FF9F4}" srcOrd="0" destOrd="0" presId="urn:microsoft.com/office/officeart/2008/layout/HexagonCluster"/>
    <dgm:cxn modelId="{90913DFA-6DCE-4E0C-A20C-0C71B6EC9605}" type="presParOf" srcId="{F0FF712F-1F26-4E60-8CF1-05EE861B3815}" destId="{154365A8-0AA6-4929-8DFE-FD23F1B7C544}" srcOrd="6" destOrd="0" presId="urn:microsoft.com/office/officeart/2008/layout/HexagonCluster"/>
    <dgm:cxn modelId="{E1A8E51B-1ABB-461E-BB52-29FDC857462B}" type="presParOf" srcId="{154365A8-0AA6-4929-8DFE-FD23F1B7C544}" destId="{C60E0EF1-FF4C-4950-8010-DE189B865CA8}" srcOrd="0" destOrd="0" presId="urn:microsoft.com/office/officeart/2008/layout/HexagonCluster"/>
    <dgm:cxn modelId="{D8E19A3B-B9AA-4701-B8DD-EEE9ED3B64D9}" type="presParOf" srcId="{F0FF712F-1F26-4E60-8CF1-05EE861B3815}" destId="{D471B46A-96C5-4F08-B711-034CA69A8996}" srcOrd="7" destOrd="0" presId="urn:microsoft.com/office/officeart/2008/layout/HexagonCluster"/>
    <dgm:cxn modelId="{00DF491D-DBFD-4EA4-B900-79568DF491C3}" type="presParOf" srcId="{D471B46A-96C5-4F08-B711-034CA69A8996}" destId="{7521DD5C-D4C3-496C-ACB8-659567FBC83F}" srcOrd="0" destOrd="0" presId="urn:microsoft.com/office/officeart/2008/layout/HexagonCluster"/>
    <dgm:cxn modelId="{67AC6193-9C67-401A-8339-E8F4FF64FDBA}" type="presParOf" srcId="{F0FF712F-1F26-4E60-8CF1-05EE861B3815}" destId="{18AE5E4A-56DB-4C93-B963-B249A56310B2}" srcOrd="8" destOrd="0" presId="urn:microsoft.com/office/officeart/2008/layout/HexagonCluster"/>
    <dgm:cxn modelId="{9BD68025-7163-417F-A46C-5313C89A00CA}" type="presParOf" srcId="{18AE5E4A-56DB-4C93-B963-B249A56310B2}" destId="{15F48E88-1209-40DC-9CE8-C1C50BED10B8}" srcOrd="0" destOrd="0" presId="urn:microsoft.com/office/officeart/2008/layout/HexagonCluster"/>
    <dgm:cxn modelId="{D74B9D90-6A40-4BAD-AC1A-BC0D2B038DF5}" type="presParOf" srcId="{F0FF712F-1F26-4E60-8CF1-05EE861B3815}" destId="{F3B83D74-5529-44A3-8558-58F51E4F39E8}" srcOrd="9" destOrd="0" presId="urn:microsoft.com/office/officeart/2008/layout/HexagonCluster"/>
    <dgm:cxn modelId="{7D4E1625-E34F-41B3-97FB-8E65DB924D99}" type="presParOf" srcId="{F3B83D74-5529-44A3-8558-58F51E4F39E8}" destId="{9F93824C-C1EF-4B0B-82D5-9AD9DCF49688}" srcOrd="0" destOrd="0" presId="urn:microsoft.com/office/officeart/2008/layout/HexagonCluster"/>
    <dgm:cxn modelId="{55434D00-64F5-41D9-8217-EB1B5DF982E6}" type="presParOf" srcId="{F0FF712F-1F26-4E60-8CF1-05EE861B3815}" destId="{5D624ADE-E07D-43D7-9979-53A825EE330D}" srcOrd="10" destOrd="0" presId="urn:microsoft.com/office/officeart/2008/layout/HexagonCluster"/>
    <dgm:cxn modelId="{D28F03B2-010A-4C60-A77D-B3CF78EBEDA2}" type="presParOf" srcId="{5D624ADE-E07D-43D7-9979-53A825EE330D}" destId="{FAB57DDE-AC8E-41AE-BE76-55CA0E07AE69}" srcOrd="0" destOrd="0" presId="urn:microsoft.com/office/officeart/2008/layout/HexagonCluster"/>
    <dgm:cxn modelId="{132CDD1F-8806-4D81-93D3-4279D15874BE}" type="presParOf" srcId="{F0FF712F-1F26-4E60-8CF1-05EE861B3815}" destId="{3583CED3-A59B-4D56-BECF-270C2C77F714}" srcOrd="11" destOrd="0" presId="urn:microsoft.com/office/officeart/2008/layout/HexagonCluster"/>
    <dgm:cxn modelId="{53475448-9B73-4964-BBBF-93EE19A77070}" type="presParOf" srcId="{3583CED3-A59B-4D56-BECF-270C2C77F714}" destId="{2F21E763-A2CD-423D-90C3-241E44AE0505}" srcOrd="0" destOrd="0" presId="urn:microsoft.com/office/officeart/2008/layout/HexagonCluster"/>
    <dgm:cxn modelId="{0E9B8041-B36B-4E5C-BDA4-B955D4C8DD18}" type="presParOf" srcId="{F0FF712F-1F26-4E60-8CF1-05EE861B3815}" destId="{F159A873-1366-4DAF-9C9F-369D497684E3}" srcOrd="12" destOrd="0" presId="urn:microsoft.com/office/officeart/2008/layout/HexagonCluster"/>
    <dgm:cxn modelId="{F044CDF6-1C8E-49D3-A762-AA7B8E0C3439}" type="presParOf" srcId="{F159A873-1366-4DAF-9C9F-369D497684E3}" destId="{1ED91CE8-DE43-4089-815A-CD32296D0702}" srcOrd="0" destOrd="0" presId="urn:microsoft.com/office/officeart/2008/layout/HexagonCluster"/>
    <dgm:cxn modelId="{3379DBFD-8B3B-4616-861B-4039CAD14DBD}" type="presParOf" srcId="{F0FF712F-1F26-4E60-8CF1-05EE861B3815}" destId="{E22D71D2-C275-4D14-A49A-25A79A211E4B}" srcOrd="13" destOrd="0" presId="urn:microsoft.com/office/officeart/2008/layout/HexagonCluster"/>
    <dgm:cxn modelId="{BFA01C58-FC91-4215-A6BA-627170D5E46B}" type="presParOf" srcId="{E22D71D2-C275-4D14-A49A-25A79A211E4B}" destId="{3C6D0A67-96E5-4C9E-81E7-226D7F07035D}" srcOrd="0" destOrd="0" presId="urn:microsoft.com/office/officeart/2008/layout/HexagonCluster"/>
    <dgm:cxn modelId="{42EE837C-6A78-4E98-A6E7-77DD5D3D0730}" type="presParOf" srcId="{F0FF712F-1F26-4E60-8CF1-05EE861B3815}" destId="{49BD675E-D02D-4F42-BA34-B81CBE03315C}" srcOrd="14" destOrd="0" presId="urn:microsoft.com/office/officeart/2008/layout/HexagonCluster"/>
    <dgm:cxn modelId="{0D1EFD96-E0EA-483E-A484-A8386C9A366E}" type="presParOf" srcId="{49BD675E-D02D-4F42-BA34-B81CBE03315C}" destId="{E5DFC421-19A6-4B0F-84D8-57F1DBB50538}" srcOrd="0" destOrd="0" presId="urn:microsoft.com/office/officeart/2008/layout/HexagonCluster"/>
    <dgm:cxn modelId="{981C0805-7601-4607-9F93-FE5A956F7950}" type="presParOf" srcId="{F0FF712F-1F26-4E60-8CF1-05EE861B3815}" destId="{688EA9DD-1867-4961-AE4E-503D908DB2B9}" srcOrd="15" destOrd="0" presId="urn:microsoft.com/office/officeart/2008/layout/HexagonCluster"/>
    <dgm:cxn modelId="{7DF7D2F4-F16A-4228-9D2A-70BB8230F1A3}" type="presParOf" srcId="{688EA9DD-1867-4961-AE4E-503D908DB2B9}" destId="{568D8962-BB61-4CDE-B299-516D7C28A1FE}" srcOrd="0" destOrd="0" presId="urn:microsoft.com/office/officeart/2008/layout/HexagonCluster"/>
    <dgm:cxn modelId="{F0E44BB1-3071-4C81-8C74-CF42C796E3DC}" type="presParOf" srcId="{F0FF712F-1F26-4E60-8CF1-05EE861B3815}" destId="{E4D4C398-FC64-46F6-812C-C09829A3CD34}" srcOrd="16" destOrd="0" presId="urn:microsoft.com/office/officeart/2008/layout/HexagonCluster"/>
    <dgm:cxn modelId="{C8269779-4885-4B86-940F-1203673BEB08}" type="presParOf" srcId="{E4D4C398-FC64-46F6-812C-C09829A3CD34}" destId="{D23A450D-428E-4838-87FF-33AD4B125255}" srcOrd="0" destOrd="0" presId="urn:microsoft.com/office/officeart/2008/layout/HexagonCluster"/>
    <dgm:cxn modelId="{D1B4DABF-5300-4CB1-9EC1-986FFD5946DB}" type="presParOf" srcId="{F0FF712F-1F26-4E60-8CF1-05EE861B3815}" destId="{54E5527B-1476-4869-BF8A-2D66AF5459A8}" srcOrd="17" destOrd="0" presId="urn:microsoft.com/office/officeart/2008/layout/HexagonCluster"/>
    <dgm:cxn modelId="{B1144A80-D8D8-4E52-9D2D-0AD763791D61}" type="presParOf" srcId="{54E5527B-1476-4869-BF8A-2D66AF5459A8}" destId="{72031319-7150-49FA-A903-56E14B1045AE}" srcOrd="0" destOrd="0" presId="urn:microsoft.com/office/officeart/2008/layout/HexagonCluster"/>
    <dgm:cxn modelId="{2AD66EE8-ED40-44E3-85DB-65F9F6119BA0}" type="presParOf" srcId="{F0FF712F-1F26-4E60-8CF1-05EE861B3815}" destId="{47E96812-FF12-4904-BAE4-EC683FDAB50D}" srcOrd="18" destOrd="0" presId="urn:microsoft.com/office/officeart/2008/layout/HexagonCluster"/>
    <dgm:cxn modelId="{EA981F5E-E8D3-4845-AED2-0D4562048CDD}" type="presParOf" srcId="{47E96812-FF12-4904-BAE4-EC683FDAB50D}" destId="{0708FC8A-38D2-443D-83A9-5713DCAFB6AE}" srcOrd="0" destOrd="0" presId="urn:microsoft.com/office/officeart/2008/layout/HexagonCluster"/>
    <dgm:cxn modelId="{D58D6CF8-3EEC-4BCF-98D9-8DBE0AAC9039}" type="presParOf" srcId="{F0FF712F-1F26-4E60-8CF1-05EE861B3815}" destId="{8BCEB873-A90D-4B6B-9954-163AB4194B93}" srcOrd="19" destOrd="0" presId="urn:microsoft.com/office/officeart/2008/layout/HexagonCluster"/>
    <dgm:cxn modelId="{C875BBF5-8906-40B1-B1EF-AD3BE20EB4CC}" type="presParOf" srcId="{8BCEB873-A90D-4B6B-9954-163AB4194B93}" destId="{8DA38D06-24AA-47A0-9BDF-55C1E9E9A03D}" srcOrd="0" destOrd="0" presId="urn:microsoft.com/office/officeart/2008/layout/HexagonCluster"/>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159.xml><?xml version="1.0" encoding="utf-8"?>
<dgm:dataModel xmlns:dgm="http://schemas.openxmlformats.org/drawingml/2006/diagram" xmlns:a="http://schemas.openxmlformats.org/drawingml/2006/main">
  <dgm:ptLst>
    <dgm:pt modelId="{B9C32B05-62EA-407A-B21C-2310C7945705}" type="doc">
      <dgm:prSet loTypeId="urn:microsoft.com/office/officeart/2008/layout/BubblePictureList" loCatId="picture" qsTypeId="urn:microsoft.com/office/officeart/2005/8/quickstyle/simple4" qsCatId="simple" csTypeId="urn:microsoft.com/office/officeart/2005/8/colors/colorful1" csCatId="colorful" phldr="1"/>
      <dgm:spPr/>
      <dgm:t>
        <a:bodyPr/>
        <a:lstStyle/>
        <a:p>
          <a:endParaRPr lang="en-US"/>
        </a:p>
      </dgm:t>
    </dgm:pt>
    <dgm:pt modelId="{8EA7219F-BDB2-48EB-9EEB-3133522D132E}">
      <dgm:prSet phldrT="[Text]"/>
      <dgm:spPr/>
      <dgm:t>
        <a:bodyPr/>
        <a:lstStyle/>
        <a:p>
          <a:r>
            <a:rPr lang="en-US"/>
            <a:t>Lorem Ipsum</a:t>
          </a:r>
          <a:endParaRPr lang="en-US" dirty="0"/>
        </a:p>
      </dgm:t>
    </dgm:pt>
    <dgm:pt modelId="{3EE8403A-CB7C-4815-85BD-AEBCAEB71B37}" type="parTrans" cxnId="{58AD7EEF-D408-406B-87EE-4691D4C30668}">
      <dgm:prSet/>
      <dgm:spPr/>
      <dgm:t>
        <a:bodyPr/>
        <a:lstStyle/>
        <a:p>
          <a:endParaRPr lang="en-US"/>
        </a:p>
      </dgm:t>
    </dgm:pt>
    <dgm:pt modelId="{C94B7947-85DC-4B21-BB99-DF8438356F98}" type="sibTrans" cxnId="{58AD7EEF-D408-406B-87EE-4691D4C30668}">
      <dgm:prSet/>
      <dgm:spPr/>
      <dgm:t>
        <a:bodyPr/>
        <a:lstStyle/>
        <a:p>
          <a:endParaRPr lang="en-US"/>
        </a:p>
      </dgm:t>
    </dgm:pt>
    <dgm:pt modelId="{F3FA86F7-575E-4FDD-B637-1D7276F725A4}">
      <dgm:prSet phldrT="[Text]"/>
      <dgm:spPr/>
      <dgm:t>
        <a:bodyPr/>
        <a:lstStyle/>
        <a:p>
          <a:r>
            <a:rPr lang="en-US"/>
            <a:t>Lorem Ipsum</a:t>
          </a:r>
          <a:endParaRPr lang="en-US" dirty="0"/>
        </a:p>
      </dgm:t>
    </dgm:pt>
    <dgm:pt modelId="{192CD16B-FA85-49AB-96EA-80094BA41ED5}" type="parTrans" cxnId="{B38DB338-3B1E-4324-A45E-8025E9D81450}">
      <dgm:prSet/>
      <dgm:spPr/>
      <dgm:t>
        <a:bodyPr/>
        <a:lstStyle/>
        <a:p>
          <a:endParaRPr lang="en-US"/>
        </a:p>
      </dgm:t>
    </dgm:pt>
    <dgm:pt modelId="{BEF45895-E33A-456A-85CE-5D5DFC2CF2C9}" type="sibTrans" cxnId="{B38DB338-3B1E-4324-A45E-8025E9D81450}">
      <dgm:prSet/>
      <dgm:spPr/>
      <dgm:t>
        <a:bodyPr/>
        <a:lstStyle/>
        <a:p>
          <a:endParaRPr lang="en-US"/>
        </a:p>
      </dgm:t>
    </dgm:pt>
    <dgm:pt modelId="{8D3744A8-1883-4930-8E0D-B57E26D003C6}">
      <dgm:prSet phldrT="[Text]"/>
      <dgm:spPr/>
      <dgm:t>
        <a:bodyPr/>
        <a:lstStyle/>
        <a:p>
          <a:r>
            <a:rPr lang="en-US"/>
            <a:t>Lorem Ipsum</a:t>
          </a:r>
          <a:endParaRPr lang="en-US" dirty="0"/>
        </a:p>
      </dgm:t>
    </dgm:pt>
    <dgm:pt modelId="{AC9EAF57-EBF1-4FB7-8ED0-6ECFF59ADE74}" type="parTrans" cxnId="{C8FCCD3C-805E-4A27-964D-25DE1206ADCA}">
      <dgm:prSet/>
      <dgm:spPr/>
      <dgm:t>
        <a:bodyPr/>
        <a:lstStyle/>
        <a:p>
          <a:endParaRPr lang="en-US"/>
        </a:p>
      </dgm:t>
    </dgm:pt>
    <dgm:pt modelId="{D40CF7D9-D0C3-4084-8D2D-359654C28D0F}" type="sibTrans" cxnId="{C8FCCD3C-805E-4A27-964D-25DE1206ADCA}">
      <dgm:prSet/>
      <dgm:spPr/>
      <dgm:t>
        <a:bodyPr/>
        <a:lstStyle/>
        <a:p>
          <a:endParaRPr lang="en-US"/>
        </a:p>
      </dgm:t>
    </dgm:pt>
    <dgm:pt modelId="{BB36F745-62BA-4892-99D7-E4239B0F3843}">
      <dgm:prSet phldrT="[Text]"/>
      <dgm:spPr/>
      <dgm:t>
        <a:bodyPr/>
        <a:lstStyle/>
        <a:p>
          <a:r>
            <a:rPr lang="en-US"/>
            <a:t>Lorem Ipsum</a:t>
          </a:r>
          <a:endParaRPr lang="en-US" dirty="0"/>
        </a:p>
      </dgm:t>
    </dgm:pt>
    <dgm:pt modelId="{CE269D49-A2E4-44F1-A948-9BE1FE5D6140}" type="parTrans" cxnId="{C96A1F07-338B-48CD-B344-80BE34A6C9DF}">
      <dgm:prSet/>
      <dgm:spPr/>
      <dgm:t>
        <a:bodyPr/>
        <a:lstStyle/>
        <a:p>
          <a:endParaRPr lang="en-US"/>
        </a:p>
      </dgm:t>
    </dgm:pt>
    <dgm:pt modelId="{5CE5B550-A310-4948-9BA1-267AF81C5FA4}" type="sibTrans" cxnId="{C96A1F07-338B-48CD-B344-80BE34A6C9DF}">
      <dgm:prSet/>
      <dgm:spPr/>
      <dgm:t>
        <a:bodyPr/>
        <a:lstStyle/>
        <a:p>
          <a:endParaRPr lang="en-US"/>
        </a:p>
      </dgm:t>
    </dgm:pt>
    <dgm:pt modelId="{C9AAC837-F2B0-40E5-8679-D365145CD32D}">
      <dgm:prSet phldrT="[Text]"/>
      <dgm:spPr/>
      <dgm:t>
        <a:bodyPr/>
        <a:lstStyle/>
        <a:p>
          <a:r>
            <a:rPr lang="en-US" dirty="0"/>
            <a:t>Lorem Ipsum</a:t>
          </a:r>
        </a:p>
      </dgm:t>
    </dgm:pt>
    <dgm:pt modelId="{BF762BC7-3A73-465D-85A6-3BCDF9B94784}" type="parTrans" cxnId="{D2F8513A-5886-4FAB-9494-6D284BD96A29}">
      <dgm:prSet/>
      <dgm:spPr/>
      <dgm:t>
        <a:bodyPr/>
        <a:lstStyle/>
        <a:p>
          <a:endParaRPr lang="en-US"/>
        </a:p>
      </dgm:t>
    </dgm:pt>
    <dgm:pt modelId="{0CEADA81-66C0-4096-BEDE-B88D7687450C}" type="sibTrans" cxnId="{D2F8513A-5886-4FAB-9494-6D284BD96A29}">
      <dgm:prSet/>
      <dgm:spPr/>
      <dgm:t>
        <a:bodyPr/>
        <a:lstStyle/>
        <a:p>
          <a:endParaRPr lang="en-US"/>
        </a:p>
      </dgm:t>
    </dgm:pt>
    <dgm:pt modelId="{2E61E4DD-C207-4418-9BA9-6F6E3DD5276E}" type="pres">
      <dgm:prSet presAssocID="{B9C32B05-62EA-407A-B21C-2310C7945705}" presName="Name0" presStyleCnt="0">
        <dgm:presLayoutVars>
          <dgm:chMax val="8"/>
          <dgm:chPref val="8"/>
          <dgm:dir/>
        </dgm:presLayoutVars>
      </dgm:prSet>
      <dgm:spPr/>
    </dgm:pt>
    <dgm:pt modelId="{0278A41A-BFA7-48C0-B1B1-5F4A4C932B5A}" type="pres">
      <dgm:prSet presAssocID="{8EA7219F-BDB2-48EB-9EEB-3133522D132E}" presName="parent_text_1" presStyleLbl="revTx" presStyleIdx="0" presStyleCnt="5">
        <dgm:presLayoutVars>
          <dgm:chMax val="0"/>
          <dgm:chPref val="0"/>
          <dgm:bulletEnabled val="1"/>
        </dgm:presLayoutVars>
      </dgm:prSet>
      <dgm:spPr/>
    </dgm:pt>
    <dgm:pt modelId="{52957DF5-B09C-45FE-A9E0-A7C296DE5179}" type="pres">
      <dgm:prSet presAssocID="{8EA7219F-BDB2-48EB-9EEB-3133522D132E}" presName="image_accent_1" presStyleCnt="0"/>
      <dgm:spPr/>
    </dgm:pt>
    <dgm:pt modelId="{BF66E6AB-4C96-4F31-AA72-4166E4E3325A}" type="pres">
      <dgm:prSet presAssocID="{8EA7219F-BDB2-48EB-9EEB-3133522D132E}" presName="imageAccentRepeatNode" presStyleLbl="alignNode1" presStyleIdx="0" presStyleCnt="9"/>
      <dgm:spPr/>
    </dgm:pt>
    <dgm:pt modelId="{63A56449-5D3C-4871-A11C-01A0F2ADC6AA}" type="pres">
      <dgm:prSet presAssocID="{8EA7219F-BDB2-48EB-9EEB-3133522D132E}" presName="accent_1" presStyleLbl="alignNode1" presStyleIdx="1" presStyleCnt="9"/>
      <dgm:spPr/>
    </dgm:pt>
    <dgm:pt modelId="{E5667A3E-E5F6-4FD7-8BE3-9824136CAE54}" type="pres">
      <dgm:prSet presAssocID="{C94B7947-85DC-4B21-BB99-DF8438356F98}" presName="image_1" presStyleCnt="0"/>
      <dgm:spPr/>
    </dgm:pt>
    <dgm:pt modelId="{A09742C8-746C-40C9-9911-087325EA3202}" type="pres">
      <dgm:prSet presAssocID="{C94B7947-85DC-4B21-BB99-DF8438356F98}" presName="imageRepeatNode" presStyleLbl="fgImgPlace1" presStyleIdx="0" presStyleCnt="5"/>
      <dgm:spPr/>
    </dgm:pt>
    <dgm:pt modelId="{6B58FE61-E9E3-40B2-B870-E4D9D83F52F1}" type="pres">
      <dgm:prSet presAssocID="{F3FA86F7-575E-4FDD-B637-1D7276F725A4}" presName="parent_text_2" presStyleLbl="revTx" presStyleIdx="1" presStyleCnt="5">
        <dgm:presLayoutVars>
          <dgm:chMax val="0"/>
          <dgm:chPref val="0"/>
          <dgm:bulletEnabled val="1"/>
        </dgm:presLayoutVars>
      </dgm:prSet>
      <dgm:spPr/>
    </dgm:pt>
    <dgm:pt modelId="{0938C087-5D0E-45F3-B912-B6737855CD28}" type="pres">
      <dgm:prSet presAssocID="{F3FA86F7-575E-4FDD-B637-1D7276F725A4}" presName="image_accent_2" presStyleCnt="0"/>
      <dgm:spPr/>
    </dgm:pt>
    <dgm:pt modelId="{E16FBF03-ADAC-47C4-AA8A-86C716F3002E}" type="pres">
      <dgm:prSet presAssocID="{F3FA86F7-575E-4FDD-B637-1D7276F725A4}" presName="imageAccentRepeatNode" presStyleLbl="alignNode1" presStyleIdx="2" presStyleCnt="9"/>
      <dgm:spPr/>
    </dgm:pt>
    <dgm:pt modelId="{8B5C15F3-56F9-438E-81ED-282C55BEBE3B}" type="pres">
      <dgm:prSet presAssocID="{BEF45895-E33A-456A-85CE-5D5DFC2CF2C9}" presName="image_2" presStyleCnt="0"/>
      <dgm:spPr/>
    </dgm:pt>
    <dgm:pt modelId="{A95B594B-67BD-4DD4-8AC5-6A58D8111A1B}" type="pres">
      <dgm:prSet presAssocID="{BEF45895-E33A-456A-85CE-5D5DFC2CF2C9}" presName="imageRepeatNode" presStyleLbl="fgImgPlace1" presStyleIdx="1" presStyleCnt="5"/>
      <dgm:spPr/>
    </dgm:pt>
    <dgm:pt modelId="{29ACC1EA-1F3B-46B4-9667-F828378D3BD4}" type="pres">
      <dgm:prSet presAssocID="{8D3744A8-1883-4930-8E0D-B57E26D003C6}" presName="image_accent_3" presStyleCnt="0"/>
      <dgm:spPr/>
    </dgm:pt>
    <dgm:pt modelId="{BBF7EA25-1112-4B78-9E52-9A9E8F08D076}" type="pres">
      <dgm:prSet presAssocID="{8D3744A8-1883-4930-8E0D-B57E26D003C6}" presName="imageAccentRepeatNode" presStyleLbl="alignNode1" presStyleIdx="3" presStyleCnt="9"/>
      <dgm:spPr/>
    </dgm:pt>
    <dgm:pt modelId="{C96BB609-8467-4BA0-96E7-DF1312F0656F}" type="pres">
      <dgm:prSet presAssocID="{8D3744A8-1883-4930-8E0D-B57E26D003C6}" presName="parent_text_3" presStyleLbl="revTx" presStyleIdx="2" presStyleCnt="5">
        <dgm:presLayoutVars>
          <dgm:chMax val="0"/>
          <dgm:chPref val="0"/>
          <dgm:bulletEnabled val="1"/>
        </dgm:presLayoutVars>
      </dgm:prSet>
      <dgm:spPr/>
    </dgm:pt>
    <dgm:pt modelId="{44D8D467-6471-45A6-B9E9-8EA6DAD7F84F}" type="pres">
      <dgm:prSet presAssocID="{8D3744A8-1883-4930-8E0D-B57E26D003C6}" presName="accent_2" presStyleLbl="alignNode1" presStyleIdx="4" presStyleCnt="9"/>
      <dgm:spPr/>
    </dgm:pt>
    <dgm:pt modelId="{E6ACFA1E-1755-43EE-961E-1D36E56835BC}" type="pres">
      <dgm:prSet presAssocID="{8D3744A8-1883-4930-8E0D-B57E26D003C6}" presName="accent_3" presStyleLbl="alignNode1" presStyleIdx="5" presStyleCnt="9"/>
      <dgm:spPr/>
    </dgm:pt>
    <dgm:pt modelId="{B30FEB08-0E92-43F6-9D39-18CDFEAFBD2D}" type="pres">
      <dgm:prSet presAssocID="{D40CF7D9-D0C3-4084-8D2D-359654C28D0F}" presName="image_3" presStyleCnt="0"/>
      <dgm:spPr/>
    </dgm:pt>
    <dgm:pt modelId="{22E4F30E-60A8-4F8C-8CDC-A13369588B2E}" type="pres">
      <dgm:prSet presAssocID="{D40CF7D9-D0C3-4084-8D2D-359654C28D0F}" presName="imageRepeatNode" presStyleLbl="fgImgPlace1" presStyleIdx="2" presStyleCnt="5"/>
      <dgm:spPr/>
    </dgm:pt>
    <dgm:pt modelId="{B61763E8-0D63-4163-9BCD-F27554E3C68C}" type="pres">
      <dgm:prSet presAssocID="{C9AAC837-F2B0-40E5-8679-D365145CD32D}" presName="image_accent_4" presStyleCnt="0"/>
      <dgm:spPr/>
    </dgm:pt>
    <dgm:pt modelId="{AFFBDA1D-3BD7-4220-A068-6ADF4EC3A275}" type="pres">
      <dgm:prSet presAssocID="{C9AAC837-F2B0-40E5-8679-D365145CD32D}" presName="imageAccentRepeatNode" presStyleLbl="alignNode1" presStyleIdx="6" presStyleCnt="9"/>
      <dgm:spPr/>
    </dgm:pt>
    <dgm:pt modelId="{FCF20A96-3C13-42BA-873C-EDB0B0433F27}" type="pres">
      <dgm:prSet presAssocID="{C9AAC837-F2B0-40E5-8679-D365145CD32D}" presName="parent_text_4" presStyleLbl="revTx" presStyleIdx="3" presStyleCnt="5">
        <dgm:presLayoutVars>
          <dgm:chMax val="0"/>
          <dgm:chPref val="0"/>
          <dgm:bulletEnabled val="1"/>
        </dgm:presLayoutVars>
      </dgm:prSet>
      <dgm:spPr/>
    </dgm:pt>
    <dgm:pt modelId="{0DED6AFA-0FCF-47E6-99E4-563CA52C5910}" type="pres">
      <dgm:prSet presAssocID="{C9AAC837-F2B0-40E5-8679-D365145CD32D}" presName="accent_4" presStyleLbl="alignNode1" presStyleIdx="7" presStyleCnt="9"/>
      <dgm:spPr/>
    </dgm:pt>
    <dgm:pt modelId="{887D7A03-08A5-4980-8F4C-7C5E525430D2}" type="pres">
      <dgm:prSet presAssocID="{0CEADA81-66C0-4096-BEDE-B88D7687450C}" presName="image_4" presStyleCnt="0"/>
      <dgm:spPr/>
    </dgm:pt>
    <dgm:pt modelId="{FCEA757E-F805-4DCC-AA4E-16C79F9BBBB5}" type="pres">
      <dgm:prSet presAssocID="{0CEADA81-66C0-4096-BEDE-B88D7687450C}" presName="imageRepeatNode" presStyleLbl="fgImgPlace1" presStyleIdx="3" presStyleCnt="5"/>
      <dgm:spPr/>
    </dgm:pt>
    <dgm:pt modelId="{C42C9427-8BF1-48E2-9013-6EA383E11022}" type="pres">
      <dgm:prSet presAssocID="{BB36F745-62BA-4892-99D7-E4239B0F3843}" presName="image_accent_5" presStyleCnt="0"/>
      <dgm:spPr/>
    </dgm:pt>
    <dgm:pt modelId="{E632EC91-5DE7-443F-90EA-2A5D1866992A}" type="pres">
      <dgm:prSet presAssocID="{BB36F745-62BA-4892-99D7-E4239B0F3843}" presName="imageAccentRepeatNode" presStyleLbl="alignNode1" presStyleIdx="8" presStyleCnt="9"/>
      <dgm:spPr/>
    </dgm:pt>
    <dgm:pt modelId="{4005BEBF-8C19-4B0D-A465-58FD1296A128}" type="pres">
      <dgm:prSet presAssocID="{BB36F745-62BA-4892-99D7-E4239B0F3843}" presName="parent_text_5" presStyleLbl="revTx" presStyleIdx="4" presStyleCnt="5">
        <dgm:presLayoutVars>
          <dgm:chMax val="0"/>
          <dgm:chPref val="0"/>
          <dgm:bulletEnabled val="1"/>
        </dgm:presLayoutVars>
      </dgm:prSet>
      <dgm:spPr/>
    </dgm:pt>
    <dgm:pt modelId="{6B04F5D2-A292-437C-9469-3D4948C1A3D2}" type="pres">
      <dgm:prSet presAssocID="{5CE5B550-A310-4948-9BA1-267AF81C5FA4}" presName="image_5" presStyleCnt="0"/>
      <dgm:spPr/>
    </dgm:pt>
    <dgm:pt modelId="{E9030ACF-E368-4529-BF38-8A7BC68ABEAF}" type="pres">
      <dgm:prSet presAssocID="{5CE5B550-A310-4948-9BA1-267AF81C5FA4}" presName="imageRepeatNode" presStyleLbl="fgImgPlace1" presStyleIdx="4" presStyleCnt="5"/>
      <dgm:spPr/>
    </dgm:pt>
  </dgm:ptLst>
  <dgm:cxnLst>
    <dgm:cxn modelId="{FE703C02-7630-4DA0-A302-E102869552B6}" type="presOf" srcId="{BB36F745-62BA-4892-99D7-E4239B0F3843}" destId="{4005BEBF-8C19-4B0D-A465-58FD1296A128}" srcOrd="0" destOrd="0" presId="urn:microsoft.com/office/officeart/2008/layout/BubblePictureList"/>
    <dgm:cxn modelId="{C96A1F07-338B-48CD-B344-80BE34A6C9DF}" srcId="{B9C32B05-62EA-407A-B21C-2310C7945705}" destId="{BB36F745-62BA-4892-99D7-E4239B0F3843}" srcOrd="4" destOrd="0" parTransId="{CE269D49-A2E4-44F1-A948-9BE1FE5D6140}" sibTransId="{5CE5B550-A310-4948-9BA1-267AF81C5FA4}"/>
    <dgm:cxn modelId="{D6A3890F-FE7A-4077-B241-F401AA73E116}" type="presOf" srcId="{5CE5B550-A310-4948-9BA1-267AF81C5FA4}" destId="{E9030ACF-E368-4529-BF38-8A7BC68ABEAF}" srcOrd="0" destOrd="0" presId="urn:microsoft.com/office/officeart/2008/layout/BubblePictureList"/>
    <dgm:cxn modelId="{BC7AA32E-B188-4CF8-A166-C2816A6759D9}" type="presOf" srcId="{8D3744A8-1883-4930-8E0D-B57E26D003C6}" destId="{C96BB609-8467-4BA0-96E7-DF1312F0656F}" srcOrd="0" destOrd="0" presId="urn:microsoft.com/office/officeart/2008/layout/BubblePictureList"/>
    <dgm:cxn modelId="{37332232-DAFA-4C93-AB4E-B3ED6C528BD1}" type="presOf" srcId="{D40CF7D9-D0C3-4084-8D2D-359654C28D0F}" destId="{22E4F30E-60A8-4F8C-8CDC-A13369588B2E}" srcOrd="0" destOrd="0" presId="urn:microsoft.com/office/officeart/2008/layout/BubblePictureList"/>
    <dgm:cxn modelId="{B38DB338-3B1E-4324-A45E-8025E9D81450}" srcId="{B9C32B05-62EA-407A-B21C-2310C7945705}" destId="{F3FA86F7-575E-4FDD-B637-1D7276F725A4}" srcOrd="1" destOrd="0" parTransId="{192CD16B-FA85-49AB-96EA-80094BA41ED5}" sibTransId="{BEF45895-E33A-456A-85CE-5D5DFC2CF2C9}"/>
    <dgm:cxn modelId="{D2F8513A-5886-4FAB-9494-6D284BD96A29}" srcId="{B9C32B05-62EA-407A-B21C-2310C7945705}" destId="{C9AAC837-F2B0-40E5-8679-D365145CD32D}" srcOrd="3" destOrd="0" parTransId="{BF762BC7-3A73-465D-85A6-3BCDF9B94784}" sibTransId="{0CEADA81-66C0-4096-BEDE-B88D7687450C}"/>
    <dgm:cxn modelId="{103AB03C-255C-4E72-B8D3-BB1F3BDE9706}" type="presOf" srcId="{BEF45895-E33A-456A-85CE-5D5DFC2CF2C9}" destId="{A95B594B-67BD-4DD4-8AC5-6A58D8111A1B}" srcOrd="0" destOrd="0" presId="urn:microsoft.com/office/officeart/2008/layout/BubblePictureList"/>
    <dgm:cxn modelId="{C8FCCD3C-805E-4A27-964D-25DE1206ADCA}" srcId="{B9C32B05-62EA-407A-B21C-2310C7945705}" destId="{8D3744A8-1883-4930-8E0D-B57E26D003C6}" srcOrd="2" destOrd="0" parTransId="{AC9EAF57-EBF1-4FB7-8ED0-6ECFF59ADE74}" sibTransId="{D40CF7D9-D0C3-4084-8D2D-359654C28D0F}"/>
    <dgm:cxn modelId="{C1E7883D-6C54-4E31-B0F7-A71EE3419A6E}" type="presOf" srcId="{C9AAC837-F2B0-40E5-8679-D365145CD32D}" destId="{FCF20A96-3C13-42BA-873C-EDB0B0433F27}" srcOrd="0" destOrd="0" presId="urn:microsoft.com/office/officeart/2008/layout/BubblePictureList"/>
    <dgm:cxn modelId="{B4D5E33D-BCC8-46F9-9701-8CD995BC373A}" type="presOf" srcId="{B9C32B05-62EA-407A-B21C-2310C7945705}" destId="{2E61E4DD-C207-4418-9BA9-6F6E3DD5276E}" srcOrd="0" destOrd="0" presId="urn:microsoft.com/office/officeart/2008/layout/BubblePictureList"/>
    <dgm:cxn modelId="{EB2D5B9C-ADA0-44D8-B096-0DC637CC34F1}" type="presOf" srcId="{0CEADA81-66C0-4096-BEDE-B88D7687450C}" destId="{FCEA757E-F805-4DCC-AA4E-16C79F9BBBB5}" srcOrd="0" destOrd="0" presId="urn:microsoft.com/office/officeart/2008/layout/BubblePictureList"/>
    <dgm:cxn modelId="{3C2EB09E-F78E-46D1-82FD-3210387EAF06}" type="presOf" srcId="{8EA7219F-BDB2-48EB-9EEB-3133522D132E}" destId="{0278A41A-BFA7-48C0-B1B1-5F4A4C932B5A}" srcOrd="0" destOrd="0" presId="urn:microsoft.com/office/officeart/2008/layout/BubblePictureList"/>
    <dgm:cxn modelId="{EA75C5A6-A32A-4869-8050-A02EAC23C849}" type="presOf" srcId="{C94B7947-85DC-4B21-BB99-DF8438356F98}" destId="{A09742C8-746C-40C9-9911-087325EA3202}" srcOrd="0" destOrd="0" presId="urn:microsoft.com/office/officeart/2008/layout/BubblePictureList"/>
    <dgm:cxn modelId="{4D4F6EE5-99A4-4625-9B15-A2BA277ED0B3}" type="presOf" srcId="{F3FA86F7-575E-4FDD-B637-1D7276F725A4}" destId="{6B58FE61-E9E3-40B2-B870-E4D9D83F52F1}" srcOrd="0" destOrd="0" presId="urn:microsoft.com/office/officeart/2008/layout/BubblePictureList"/>
    <dgm:cxn modelId="{58AD7EEF-D408-406B-87EE-4691D4C30668}" srcId="{B9C32B05-62EA-407A-B21C-2310C7945705}" destId="{8EA7219F-BDB2-48EB-9EEB-3133522D132E}" srcOrd="0" destOrd="0" parTransId="{3EE8403A-CB7C-4815-85BD-AEBCAEB71B37}" sibTransId="{C94B7947-85DC-4B21-BB99-DF8438356F98}"/>
    <dgm:cxn modelId="{DE9A5194-FF6B-4382-A6F9-B96A8A3DFF4E}" type="presParOf" srcId="{2E61E4DD-C207-4418-9BA9-6F6E3DD5276E}" destId="{0278A41A-BFA7-48C0-B1B1-5F4A4C932B5A}" srcOrd="0" destOrd="0" presId="urn:microsoft.com/office/officeart/2008/layout/BubblePictureList"/>
    <dgm:cxn modelId="{4BC61EC0-372A-4683-8F50-0801B77F2760}" type="presParOf" srcId="{2E61E4DD-C207-4418-9BA9-6F6E3DD5276E}" destId="{52957DF5-B09C-45FE-A9E0-A7C296DE5179}" srcOrd="1" destOrd="0" presId="urn:microsoft.com/office/officeart/2008/layout/BubblePictureList"/>
    <dgm:cxn modelId="{AA99E44F-C8F6-4E89-B060-A51460EBE3A9}" type="presParOf" srcId="{52957DF5-B09C-45FE-A9E0-A7C296DE5179}" destId="{BF66E6AB-4C96-4F31-AA72-4166E4E3325A}" srcOrd="0" destOrd="0" presId="urn:microsoft.com/office/officeart/2008/layout/BubblePictureList"/>
    <dgm:cxn modelId="{E0869C17-D0C5-4014-B71F-122087FE663C}" type="presParOf" srcId="{2E61E4DD-C207-4418-9BA9-6F6E3DD5276E}" destId="{63A56449-5D3C-4871-A11C-01A0F2ADC6AA}" srcOrd="2" destOrd="0" presId="urn:microsoft.com/office/officeart/2008/layout/BubblePictureList"/>
    <dgm:cxn modelId="{67423DBD-6514-492D-9A9A-74B3747F995E}" type="presParOf" srcId="{2E61E4DD-C207-4418-9BA9-6F6E3DD5276E}" destId="{E5667A3E-E5F6-4FD7-8BE3-9824136CAE54}" srcOrd="3" destOrd="0" presId="urn:microsoft.com/office/officeart/2008/layout/BubblePictureList"/>
    <dgm:cxn modelId="{200AC0C7-5C3C-454D-9CC3-50C0271A39FC}" type="presParOf" srcId="{E5667A3E-E5F6-4FD7-8BE3-9824136CAE54}" destId="{A09742C8-746C-40C9-9911-087325EA3202}" srcOrd="0" destOrd="0" presId="urn:microsoft.com/office/officeart/2008/layout/BubblePictureList"/>
    <dgm:cxn modelId="{0F03BC20-9C59-4C1D-B323-5180E79AFCD9}" type="presParOf" srcId="{2E61E4DD-C207-4418-9BA9-6F6E3DD5276E}" destId="{6B58FE61-E9E3-40B2-B870-E4D9D83F52F1}" srcOrd="4" destOrd="0" presId="urn:microsoft.com/office/officeart/2008/layout/BubblePictureList"/>
    <dgm:cxn modelId="{B46BCAB4-2CA1-4EDD-BF85-EACB62C46778}" type="presParOf" srcId="{2E61E4DD-C207-4418-9BA9-6F6E3DD5276E}" destId="{0938C087-5D0E-45F3-B912-B6737855CD28}" srcOrd="5" destOrd="0" presId="urn:microsoft.com/office/officeart/2008/layout/BubblePictureList"/>
    <dgm:cxn modelId="{DC75B850-5564-46CF-8293-A1F376A0BB9C}" type="presParOf" srcId="{0938C087-5D0E-45F3-B912-B6737855CD28}" destId="{E16FBF03-ADAC-47C4-AA8A-86C716F3002E}" srcOrd="0" destOrd="0" presId="urn:microsoft.com/office/officeart/2008/layout/BubblePictureList"/>
    <dgm:cxn modelId="{688A7AE6-A284-42B6-B284-7B2A553D733A}" type="presParOf" srcId="{2E61E4DD-C207-4418-9BA9-6F6E3DD5276E}" destId="{8B5C15F3-56F9-438E-81ED-282C55BEBE3B}" srcOrd="6" destOrd="0" presId="urn:microsoft.com/office/officeart/2008/layout/BubblePictureList"/>
    <dgm:cxn modelId="{0A90E323-A2C8-4279-A132-88E4D576315A}" type="presParOf" srcId="{8B5C15F3-56F9-438E-81ED-282C55BEBE3B}" destId="{A95B594B-67BD-4DD4-8AC5-6A58D8111A1B}" srcOrd="0" destOrd="0" presId="urn:microsoft.com/office/officeart/2008/layout/BubblePictureList"/>
    <dgm:cxn modelId="{2F22C89E-0CF7-438F-9CFC-8631E7A57610}" type="presParOf" srcId="{2E61E4DD-C207-4418-9BA9-6F6E3DD5276E}" destId="{29ACC1EA-1F3B-46B4-9667-F828378D3BD4}" srcOrd="7" destOrd="0" presId="urn:microsoft.com/office/officeart/2008/layout/BubblePictureList"/>
    <dgm:cxn modelId="{D17502D9-6F1C-45A2-93BC-A66661DBA1D2}" type="presParOf" srcId="{29ACC1EA-1F3B-46B4-9667-F828378D3BD4}" destId="{BBF7EA25-1112-4B78-9E52-9A9E8F08D076}" srcOrd="0" destOrd="0" presId="urn:microsoft.com/office/officeart/2008/layout/BubblePictureList"/>
    <dgm:cxn modelId="{CE80E2DB-CFCE-475B-8711-AF475621628E}" type="presParOf" srcId="{2E61E4DD-C207-4418-9BA9-6F6E3DD5276E}" destId="{C96BB609-8467-4BA0-96E7-DF1312F0656F}" srcOrd="8" destOrd="0" presId="urn:microsoft.com/office/officeart/2008/layout/BubblePictureList"/>
    <dgm:cxn modelId="{3AEC67F7-BD44-43C2-A232-FF8C6A639902}" type="presParOf" srcId="{2E61E4DD-C207-4418-9BA9-6F6E3DD5276E}" destId="{44D8D467-6471-45A6-B9E9-8EA6DAD7F84F}" srcOrd="9" destOrd="0" presId="urn:microsoft.com/office/officeart/2008/layout/BubblePictureList"/>
    <dgm:cxn modelId="{6FE7C3A8-6003-4A33-A424-D0D9331ADF26}" type="presParOf" srcId="{2E61E4DD-C207-4418-9BA9-6F6E3DD5276E}" destId="{E6ACFA1E-1755-43EE-961E-1D36E56835BC}" srcOrd="10" destOrd="0" presId="urn:microsoft.com/office/officeart/2008/layout/BubblePictureList"/>
    <dgm:cxn modelId="{D60A9EBB-1CA0-422A-BF7E-2334D1D05BCA}" type="presParOf" srcId="{2E61E4DD-C207-4418-9BA9-6F6E3DD5276E}" destId="{B30FEB08-0E92-43F6-9D39-18CDFEAFBD2D}" srcOrd="11" destOrd="0" presId="urn:microsoft.com/office/officeart/2008/layout/BubblePictureList"/>
    <dgm:cxn modelId="{F86AA837-170C-4B9F-923B-778418E7F6DA}" type="presParOf" srcId="{B30FEB08-0E92-43F6-9D39-18CDFEAFBD2D}" destId="{22E4F30E-60A8-4F8C-8CDC-A13369588B2E}" srcOrd="0" destOrd="0" presId="urn:microsoft.com/office/officeart/2008/layout/BubblePictureList"/>
    <dgm:cxn modelId="{5D01F31D-83FF-4EA3-BAB7-943A03F06806}" type="presParOf" srcId="{2E61E4DD-C207-4418-9BA9-6F6E3DD5276E}" destId="{B61763E8-0D63-4163-9BCD-F27554E3C68C}" srcOrd="12" destOrd="0" presId="urn:microsoft.com/office/officeart/2008/layout/BubblePictureList"/>
    <dgm:cxn modelId="{2D2EA51E-9724-4C30-AEDD-62193E7B3E30}" type="presParOf" srcId="{B61763E8-0D63-4163-9BCD-F27554E3C68C}" destId="{AFFBDA1D-3BD7-4220-A068-6ADF4EC3A275}" srcOrd="0" destOrd="0" presId="urn:microsoft.com/office/officeart/2008/layout/BubblePictureList"/>
    <dgm:cxn modelId="{0237C323-5E56-46CE-85E0-139449BD5D3B}" type="presParOf" srcId="{2E61E4DD-C207-4418-9BA9-6F6E3DD5276E}" destId="{FCF20A96-3C13-42BA-873C-EDB0B0433F27}" srcOrd="13" destOrd="0" presId="urn:microsoft.com/office/officeart/2008/layout/BubblePictureList"/>
    <dgm:cxn modelId="{5083B95E-A255-4A74-9307-3BAF0B76995D}" type="presParOf" srcId="{2E61E4DD-C207-4418-9BA9-6F6E3DD5276E}" destId="{0DED6AFA-0FCF-47E6-99E4-563CA52C5910}" srcOrd="14" destOrd="0" presId="urn:microsoft.com/office/officeart/2008/layout/BubblePictureList"/>
    <dgm:cxn modelId="{92F31B68-C7AA-4C06-8E60-B4157D88A5DF}" type="presParOf" srcId="{2E61E4DD-C207-4418-9BA9-6F6E3DD5276E}" destId="{887D7A03-08A5-4980-8F4C-7C5E525430D2}" srcOrd="15" destOrd="0" presId="urn:microsoft.com/office/officeart/2008/layout/BubblePictureList"/>
    <dgm:cxn modelId="{0EF52D76-0436-4610-BF54-D640F586C7A5}" type="presParOf" srcId="{887D7A03-08A5-4980-8F4C-7C5E525430D2}" destId="{FCEA757E-F805-4DCC-AA4E-16C79F9BBBB5}" srcOrd="0" destOrd="0" presId="urn:microsoft.com/office/officeart/2008/layout/BubblePictureList"/>
    <dgm:cxn modelId="{85B5781B-9C81-4F0D-9A26-E928F9F66F22}" type="presParOf" srcId="{2E61E4DD-C207-4418-9BA9-6F6E3DD5276E}" destId="{C42C9427-8BF1-48E2-9013-6EA383E11022}" srcOrd="16" destOrd="0" presId="urn:microsoft.com/office/officeart/2008/layout/BubblePictureList"/>
    <dgm:cxn modelId="{BD79E560-665E-4B8E-B572-1A941CD7A228}" type="presParOf" srcId="{C42C9427-8BF1-48E2-9013-6EA383E11022}" destId="{E632EC91-5DE7-443F-90EA-2A5D1866992A}" srcOrd="0" destOrd="0" presId="urn:microsoft.com/office/officeart/2008/layout/BubblePictureList"/>
    <dgm:cxn modelId="{FD7E9DEA-C9B4-4C04-874C-D93A19F1D39F}" type="presParOf" srcId="{2E61E4DD-C207-4418-9BA9-6F6E3DD5276E}" destId="{4005BEBF-8C19-4B0D-A465-58FD1296A128}" srcOrd="17" destOrd="0" presId="urn:microsoft.com/office/officeart/2008/layout/BubblePictureList"/>
    <dgm:cxn modelId="{6FF9C3EA-5D5A-4C71-A01C-5674387EC43F}" type="presParOf" srcId="{2E61E4DD-C207-4418-9BA9-6F6E3DD5276E}" destId="{6B04F5D2-A292-437C-9469-3D4948C1A3D2}" srcOrd="18" destOrd="0" presId="urn:microsoft.com/office/officeart/2008/layout/BubblePictureList"/>
    <dgm:cxn modelId="{CE21940A-A075-4C5E-9D64-B42ED9D1DF39}" type="presParOf" srcId="{6B04F5D2-A292-437C-9469-3D4948C1A3D2}" destId="{E9030ACF-E368-4529-BF38-8A7BC68ABEAF}" srcOrd="0" destOrd="0" presId="urn:microsoft.com/office/officeart/2008/layout/BubblePictureList"/>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82AE52-AB99-4BA8-AEA5-4A654DD3C37F}">
      <dsp:nvSpPr>
        <dsp:cNvPr id="0" name=""/>
        <dsp:cNvSpPr/>
      </dsp:nvSpPr>
      <dsp:spPr>
        <a:xfrm>
          <a:off x="0" y="102218"/>
          <a:ext cx="1576734" cy="224640"/>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l" defTabSz="400050">
            <a:lnSpc>
              <a:spcPct val="90000"/>
            </a:lnSpc>
            <a:spcBef>
              <a:spcPct val="0"/>
            </a:spcBef>
            <a:spcAft>
              <a:spcPct val="35000"/>
            </a:spcAft>
            <a:buNone/>
          </a:pPr>
          <a:endParaRPr lang="en-US" sz="900" kern="1200"/>
        </a:p>
      </dsp:txBody>
      <dsp:txXfrm>
        <a:off x="10966" y="113184"/>
        <a:ext cx="1554802" cy="202708"/>
      </dsp:txXfrm>
    </dsp:sp>
    <dsp:sp modelId="{6E94055C-BB7F-4BA8-B1D6-13287893A207}">
      <dsp:nvSpPr>
        <dsp:cNvPr id="0" name=""/>
        <dsp:cNvSpPr/>
      </dsp:nvSpPr>
      <dsp:spPr>
        <a:xfrm>
          <a:off x="0" y="326858"/>
          <a:ext cx="1576734" cy="1987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061" tIns="11430" rIns="64008" bIns="11430" numCol="1" spcCol="1270" anchor="t" anchorCtr="0">
          <a:noAutofit/>
        </a:bodyPr>
        <a:lstStyle/>
        <a:p>
          <a:pPr marL="57150" lvl="1" indent="-57150" algn="l" defTabSz="311150">
            <a:lnSpc>
              <a:spcPct val="90000"/>
            </a:lnSpc>
            <a:spcBef>
              <a:spcPct val="0"/>
            </a:spcBef>
            <a:spcAft>
              <a:spcPct val="20000"/>
            </a:spcAft>
            <a:buChar char="•"/>
          </a:pPr>
          <a:endParaRPr lang="en-US" sz="700" kern="1200"/>
        </a:p>
      </dsp:txBody>
      <dsp:txXfrm>
        <a:off x="0" y="326858"/>
        <a:ext cx="1576734" cy="198720"/>
      </dsp:txXfrm>
    </dsp:sp>
    <dsp:sp modelId="{4BB00F9E-C0FB-43B0-99B8-F79CA4860FDD}">
      <dsp:nvSpPr>
        <dsp:cNvPr id="0" name=""/>
        <dsp:cNvSpPr/>
      </dsp:nvSpPr>
      <dsp:spPr>
        <a:xfrm>
          <a:off x="0" y="525578"/>
          <a:ext cx="1576734" cy="224640"/>
        </a:xfrm>
        <a:prstGeom prst="round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l" defTabSz="400050">
            <a:lnSpc>
              <a:spcPct val="90000"/>
            </a:lnSpc>
            <a:spcBef>
              <a:spcPct val="0"/>
            </a:spcBef>
            <a:spcAft>
              <a:spcPct val="35000"/>
            </a:spcAft>
            <a:buNone/>
          </a:pPr>
          <a:endParaRPr lang="en-US" sz="900" kern="1200"/>
        </a:p>
      </dsp:txBody>
      <dsp:txXfrm>
        <a:off x="10966" y="536544"/>
        <a:ext cx="1554802" cy="202708"/>
      </dsp:txXfrm>
    </dsp:sp>
    <dsp:sp modelId="{2104477C-323F-45E9-B083-FE3B1888DFE4}">
      <dsp:nvSpPr>
        <dsp:cNvPr id="0" name=""/>
        <dsp:cNvSpPr/>
      </dsp:nvSpPr>
      <dsp:spPr>
        <a:xfrm>
          <a:off x="0" y="750218"/>
          <a:ext cx="1576734" cy="1987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061" tIns="11430" rIns="64008" bIns="11430" numCol="1" spcCol="1270" anchor="t" anchorCtr="0">
          <a:noAutofit/>
        </a:bodyPr>
        <a:lstStyle/>
        <a:p>
          <a:pPr marL="57150" lvl="1" indent="-57150" algn="l" defTabSz="311150">
            <a:lnSpc>
              <a:spcPct val="90000"/>
            </a:lnSpc>
            <a:spcBef>
              <a:spcPct val="0"/>
            </a:spcBef>
            <a:spcAft>
              <a:spcPct val="20000"/>
            </a:spcAft>
            <a:buChar char="•"/>
          </a:pPr>
          <a:endParaRPr lang="en-US" sz="700" kern="1200"/>
        </a:p>
      </dsp:txBody>
      <dsp:txXfrm>
        <a:off x="0" y="750218"/>
        <a:ext cx="1576734" cy="19872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493097-5181-45B9-978F-22D8A46B60BB}">
      <dsp:nvSpPr>
        <dsp:cNvPr id="0" name=""/>
        <dsp:cNvSpPr/>
      </dsp:nvSpPr>
      <dsp:spPr>
        <a:xfrm>
          <a:off x="461" y="413020"/>
          <a:ext cx="562789" cy="225115"/>
        </a:xfrm>
        <a:prstGeom prst="chevron">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6005" tIns="12002" rIns="12002" bIns="12002"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113019" y="413020"/>
        <a:ext cx="337674" cy="225115"/>
      </dsp:txXfrm>
    </dsp:sp>
    <dsp:sp modelId="{DE8867D1-DF94-4092-BE88-C6F8084A7099}">
      <dsp:nvSpPr>
        <dsp:cNvPr id="0" name=""/>
        <dsp:cNvSpPr/>
      </dsp:nvSpPr>
      <dsp:spPr>
        <a:xfrm>
          <a:off x="506972" y="413020"/>
          <a:ext cx="562789" cy="225115"/>
        </a:xfrm>
        <a:prstGeom prst="chevron">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6005" tIns="12002" rIns="12002" bIns="12002"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619530" y="413020"/>
        <a:ext cx="337674" cy="225115"/>
      </dsp:txXfrm>
    </dsp:sp>
    <dsp:sp modelId="{C1C7F2FF-E596-419F-909E-B61C2A8EB311}">
      <dsp:nvSpPr>
        <dsp:cNvPr id="0" name=""/>
        <dsp:cNvSpPr/>
      </dsp:nvSpPr>
      <dsp:spPr>
        <a:xfrm>
          <a:off x="1013482" y="413020"/>
          <a:ext cx="562789" cy="225115"/>
        </a:xfrm>
        <a:prstGeom prst="chevron">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6005" tIns="12002" rIns="12002" bIns="12002" numCol="1" spcCol="1270" anchor="ctr" anchorCtr="0">
          <a:noAutofit/>
        </a:bodyPr>
        <a:lstStyle/>
        <a:p>
          <a:pPr marL="0" lvl="0" indent="0" algn="ctr" defTabSz="400050">
            <a:lnSpc>
              <a:spcPct val="90000"/>
            </a:lnSpc>
            <a:spcBef>
              <a:spcPct val="0"/>
            </a:spcBef>
            <a:spcAft>
              <a:spcPct val="35000"/>
            </a:spcAft>
            <a:buNone/>
          </a:pPr>
          <a:endParaRPr lang="en-US" sz="900" kern="1200" dirty="0"/>
        </a:p>
      </dsp:txBody>
      <dsp:txXfrm>
        <a:off x="1126040" y="413020"/>
        <a:ext cx="337674" cy="22511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9FB4BD-4ECD-4708-A5F4-2D13523175A1}">
      <dsp:nvSpPr>
        <dsp:cNvPr id="0" name=""/>
        <dsp:cNvSpPr/>
      </dsp:nvSpPr>
      <dsp:spPr>
        <a:xfrm>
          <a:off x="629769" y="103"/>
          <a:ext cx="317194" cy="317194"/>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a:off x="676221" y="46555"/>
        <a:ext cx="224290" cy="224290"/>
      </dsp:txXfrm>
    </dsp:sp>
    <dsp:sp modelId="{3AB98C4C-8673-4F3D-8863-89DE910EC065}">
      <dsp:nvSpPr>
        <dsp:cNvPr id="0" name=""/>
        <dsp:cNvSpPr/>
      </dsp:nvSpPr>
      <dsp:spPr>
        <a:xfrm rot="2160000">
          <a:off x="937007" y="243901"/>
          <a:ext cx="84602" cy="107053"/>
        </a:xfrm>
        <a:prstGeom prst="rightArrow">
          <a:avLst>
            <a:gd name="adj1" fmla="val 60000"/>
            <a:gd name="adj2" fmla="val 5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939431" y="257853"/>
        <a:ext cx="59221" cy="64231"/>
      </dsp:txXfrm>
    </dsp:sp>
    <dsp:sp modelId="{83518D77-A6F7-42E8-9156-188360602780}">
      <dsp:nvSpPr>
        <dsp:cNvPr id="0" name=""/>
        <dsp:cNvSpPr/>
      </dsp:nvSpPr>
      <dsp:spPr>
        <a:xfrm>
          <a:off x="1015527" y="280372"/>
          <a:ext cx="317194" cy="317194"/>
        </a:xfrm>
        <a:prstGeom prst="ellipse">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a:off x="1061979" y="326824"/>
        <a:ext cx="224290" cy="224290"/>
      </dsp:txXfrm>
    </dsp:sp>
    <dsp:sp modelId="{DCCBCF00-7ABD-4B72-899C-8174D5A5DB35}">
      <dsp:nvSpPr>
        <dsp:cNvPr id="0" name=""/>
        <dsp:cNvSpPr/>
      </dsp:nvSpPr>
      <dsp:spPr>
        <a:xfrm rot="6480000">
          <a:off x="1058889" y="609908"/>
          <a:ext cx="84602" cy="107053"/>
        </a:xfrm>
        <a:prstGeom prst="rightArrow">
          <a:avLst>
            <a:gd name="adj1" fmla="val 60000"/>
            <a:gd name="adj2" fmla="val 5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1075501" y="619250"/>
        <a:ext cx="59221" cy="64231"/>
      </dsp:txXfrm>
    </dsp:sp>
    <dsp:sp modelId="{C24426C5-F9F6-4DE1-9B9B-88E94B8CB073}">
      <dsp:nvSpPr>
        <dsp:cNvPr id="0" name=""/>
        <dsp:cNvSpPr/>
      </dsp:nvSpPr>
      <dsp:spPr>
        <a:xfrm>
          <a:off x="868180" y="733857"/>
          <a:ext cx="317194" cy="317194"/>
        </a:xfrm>
        <a:prstGeom prst="ellipse">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a:off x="914632" y="780309"/>
        <a:ext cx="224290" cy="224290"/>
      </dsp:txXfrm>
    </dsp:sp>
    <dsp:sp modelId="{8B081307-78AE-4EA0-AED4-223CE4F2E46A}">
      <dsp:nvSpPr>
        <dsp:cNvPr id="0" name=""/>
        <dsp:cNvSpPr/>
      </dsp:nvSpPr>
      <dsp:spPr>
        <a:xfrm rot="10800000">
          <a:off x="748460" y="838928"/>
          <a:ext cx="84602" cy="107053"/>
        </a:xfrm>
        <a:prstGeom prst="rightArrow">
          <a:avLst>
            <a:gd name="adj1" fmla="val 60000"/>
            <a:gd name="adj2" fmla="val 5000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773841" y="860339"/>
        <a:ext cx="59221" cy="64231"/>
      </dsp:txXfrm>
    </dsp:sp>
    <dsp:sp modelId="{28D20E07-501B-4ECC-9304-052C62B8893E}">
      <dsp:nvSpPr>
        <dsp:cNvPr id="0" name=""/>
        <dsp:cNvSpPr/>
      </dsp:nvSpPr>
      <dsp:spPr>
        <a:xfrm>
          <a:off x="391358" y="733857"/>
          <a:ext cx="317194" cy="317194"/>
        </a:xfrm>
        <a:prstGeom prst="ellipse">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a:off x="437810" y="780309"/>
        <a:ext cx="224290" cy="224290"/>
      </dsp:txXfrm>
    </dsp:sp>
    <dsp:sp modelId="{A1A90604-4B08-4A31-B6E1-0A90EF689F14}">
      <dsp:nvSpPr>
        <dsp:cNvPr id="0" name=""/>
        <dsp:cNvSpPr/>
      </dsp:nvSpPr>
      <dsp:spPr>
        <a:xfrm rot="15120000">
          <a:off x="434721" y="614463"/>
          <a:ext cx="84602" cy="107053"/>
        </a:xfrm>
        <a:prstGeom prst="rightArrow">
          <a:avLst>
            <a:gd name="adj1" fmla="val 60000"/>
            <a:gd name="adj2" fmla="val 5000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451333" y="647943"/>
        <a:ext cx="59221" cy="64231"/>
      </dsp:txXfrm>
    </dsp:sp>
    <dsp:sp modelId="{BD8CB416-CA21-4F97-9D04-854292EDE344}">
      <dsp:nvSpPr>
        <dsp:cNvPr id="0" name=""/>
        <dsp:cNvSpPr/>
      </dsp:nvSpPr>
      <dsp:spPr>
        <a:xfrm>
          <a:off x="244012" y="280372"/>
          <a:ext cx="317194" cy="317194"/>
        </a:xfrm>
        <a:prstGeom prst="ellipse">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a:off x="290464" y="326824"/>
        <a:ext cx="224290" cy="224290"/>
      </dsp:txXfrm>
    </dsp:sp>
    <dsp:sp modelId="{272AEB99-E80F-4836-80AE-C8094F4B234E}">
      <dsp:nvSpPr>
        <dsp:cNvPr id="0" name=""/>
        <dsp:cNvSpPr/>
      </dsp:nvSpPr>
      <dsp:spPr>
        <a:xfrm rot="19440000">
          <a:off x="551249" y="246716"/>
          <a:ext cx="84602" cy="107053"/>
        </a:xfrm>
        <a:prstGeom prst="rightArrow">
          <a:avLst>
            <a:gd name="adj1" fmla="val 60000"/>
            <a:gd name="adj2" fmla="val 50000"/>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53673" y="275586"/>
        <a:ext cx="59221" cy="6423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0CE016-0765-48B3-8FEE-D4F2B09B24EC}">
      <dsp:nvSpPr>
        <dsp:cNvPr id="0" name=""/>
        <dsp:cNvSpPr/>
      </dsp:nvSpPr>
      <dsp:spPr>
        <a:xfrm>
          <a:off x="694245" y="313531"/>
          <a:ext cx="91440" cy="212046"/>
        </a:xfrm>
        <a:custGeom>
          <a:avLst/>
          <a:gdLst/>
          <a:ahLst/>
          <a:cxnLst/>
          <a:rect l="0" t="0" r="0" b="0"/>
          <a:pathLst>
            <a:path>
              <a:moveTo>
                <a:pt x="94121" y="0"/>
              </a:moveTo>
              <a:lnTo>
                <a:pt x="94121" y="212046"/>
              </a:lnTo>
              <a:lnTo>
                <a:pt x="45720" y="212046"/>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4CC51D2-59E3-40F9-9644-32706D3136A6}">
      <dsp:nvSpPr>
        <dsp:cNvPr id="0" name=""/>
        <dsp:cNvSpPr/>
      </dsp:nvSpPr>
      <dsp:spPr>
        <a:xfrm>
          <a:off x="788367" y="313531"/>
          <a:ext cx="557775" cy="424093"/>
        </a:xfrm>
        <a:custGeom>
          <a:avLst/>
          <a:gdLst/>
          <a:ahLst/>
          <a:cxnLst/>
          <a:rect l="0" t="0" r="0" b="0"/>
          <a:pathLst>
            <a:path>
              <a:moveTo>
                <a:pt x="0" y="0"/>
              </a:moveTo>
              <a:lnTo>
                <a:pt x="0" y="375691"/>
              </a:lnTo>
              <a:lnTo>
                <a:pt x="557775" y="375691"/>
              </a:lnTo>
              <a:lnTo>
                <a:pt x="557775" y="424093"/>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F2D476C7-8955-45CF-9365-96E29149E4BF}">
      <dsp:nvSpPr>
        <dsp:cNvPr id="0" name=""/>
        <dsp:cNvSpPr/>
      </dsp:nvSpPr>
      <dsp:spPr>
        <a:xfrm>
          <a:off x="742646" y="313531"/>
          <a:ext cx="91440" cy="424093"/>
        </a:xfrm>
        <a:custGeom>
          <a:avLst/>
          <a:gdLst/>
          <a:ahLst/>
          <a:cxnLst/>
          <a:rect l="0" t="0" r="0" b="0"/>
          <a:pathLst>
            <a:path>
              <a:moveTo>
                <a:pt x="45720" y="0"/>
              </a:moveTo>
              <a:lnTo>
                <a:pt x="45720" y="424093"/>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3F852337-CC24-479B-90E6-EB4A3AE8CB01}">
      <dsp:nvSpPr>
        <dsp:cNvPr id="0" name=""/>
        <dsp:cNvSpPr/>
      </dsp:nvSpPr>
      <dsp:spPr>
        <a:xfrm>
          <a:off x="230591" y="313531"/>
          <a:ext cx="557775" cy="424093"/>
        </a:xfrm>
        <a:custGeom>
          <a:avLst/>
          <a:gdLst/>
          <a:ahLst/>
          <a:cxnLst/>
          <a:rect l="0" t="0" r="0" b="0"/>
          <a:pathLst>
            <a:path>
              <a:moveTo>
                <a:pt x="557775" y="0"/>
              </a:moveTo>
              <a:lnTo>
                <a:pt x="557775" y="375691"/>
              </a:lnTo>
              <a:lnTo>
                <a:pt x="0" y="375691"/>
              </a:lnTo>
              <a:lnTo>
                <a:pt x="0" y="424093"/>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A0E25A19-FA94-4226-95B4-BE69E6F33457}">
      <dsp:nvSpPr>
        <dsp:cNvPr id="0" name=""/>
        <dsp:cNvSpPr/>
      </dsp:nvSpPr>
      <dsp:spPr>
        <a:xfrm>
          <a:off x="557881" y="83045"/>
          <a:ext cx="460971" cy="230485"/>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557881" y="83045"/>
        <a:ext cx="460971" cy="230485"/>
      </dsp:txXfrm>
    </dsp:sp>
    <dsp:sp modelId="{4831554B-293A-4182-B757-0D97798C8369}">
      <dsp:nvSpPr>
        <dsp:cNvPr id="0" name=""/>
        <dsp:cNvSpPr/>
      </dsp:nvSpPr>
      <dsp:spPr>
        <a:xfrm>
          <a:off x="105" y="737624"/>
          <a:ext cx="460971" cy="230485"/>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105" y="737624"/>
        <a:ext cx="460971" cy="230485"/>
      </dsp:txXfrm>
    </dsp:sp>
    <dsp:sp modelId="{D8C35572-7625-4E66-892E-78CA00C0B040}">
      <dsp:nvSpPr>
        <dsp:cNvPr id="0" name=""/>
        <dsp:cNvSpPr/>
      </dsp:nvSpPr>
      <dsp:spPr>
        <a:xfrm>
          <a:off x="557881" y="737624"/>
          <a:ext cx="460971" cy="230485"/>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557881" y="737624"/>
        <a:ext cx="460971" cy="230485"/>
      </dsp:txXfrm>
    </dsp:sp>
    <dsp:sp modelId="{F67421FB-59A9-460E-8E13-AB0C04C9A106}">
      <dsp:nvSpPr>
        <dsp:cNvPr id="0" name=""/>
        <dsp:cNvSpPr/>
      </dsp:nvSpPr>
      <dsp:spPr>
        <a:xfrm>
          <a:off x="1115656" y="737624"/>
          <a:ext cx="460971" cy="230485"/>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1115656" y="737624"/>
        <a:ext cx="460971" cy="230485"/>
      </dsp:txXfrm>
    </dsp:sp>
    <dsp:sp modelId="{002C0090-17B1-4D28-9F09-D7407772FBF0}">
      <dsp:nvSpPr>
        <dsp:cNvPr id="0" name=""/>
        <dsp:cNvSpPr/>
      </dsp:nvSpPr>
      <dsp:spPr>
        <a:xfrm>
          <a:off x="278993" y="410335"/>
          <a:ext cx="460971" cy="230485"/>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278993" y="410335"/>
        <a:ext cx="460971" cy="23048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2414BE-91CC-4EC5-B93D-34AFD515DC75}">
      <dsp:nvSpPr>
        <dsp:cNvPr id="0" name=""/>
        <dsp:cNvSpPr/>
      </dsp:nvSpPr>
      <dsp:spPr>
        <a:xfrm>
          <a:off x="735809" y="473020"/>
          <a:ext cx="578135" cy="578135"/>
        </a:xfrm>
        <a:prstGeom prst="gear9">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endParaRPr lang="en-US" sz="1000" kern="1200" dirty="0"/>
        </a:p>
      </dsp:txBody>
      <dsp:txXfrm>
        <a:off x="852040" y="608445"/>
        <a:ext cx="345673" cy="297174"/>
      </dsp:txXfrm>
    </dsp:sp>
    <dsp:sp modelId="{42C60E64-23B3-4577-8532-AD407431BBBD}">
      <dsp:nvSpPr>
        <dsp:cNvPr id="0" name=""/>
        <dsp:cNvSpPr/>
      </dsp:nvSpPr>
      <dsp:spPr>
        <a:xfrm>
          <a:off x="399439" y="336369"/>
          <a:ext cx="420462" cy="420462"/>
        </a:xfrm>
        <a:prstGeom prst="gear6">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a:off x="505292" y="442861"/>
        <a:ext cx="208756" cy="207478"/>
      </dsp:txXfrm>
    </dsp:sp>
    <dsp:sp modelId="{FCD84BEF-B124-4459-93A2-AA275F1722BF}">
      <dsp:nvSpPr>
        <dsp:cNvPr id="0" name=""/>
        <dsp:cNvSpPr/>
      </dsp:nvSpPr>
      <dsp:spPr>
        <a:xfrm rot="20700000">
          <a:off x="634941" y="46293"/>
          <a:ext cx="411967" cy="411967"/>
        </a:xfrm>
        <a:prstGeom prst="gear6">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rot="-20700000">
        <a:off x="725297" y="136650"/>
        <a:ext cx="231254" cy="231254"/>
      </dsp:txXfrm>
    </dsp:sp>
    <dsp:sp modelId="{2081E918-210A-4998-A0C5-B4C993675265}">
      <dsp:nvSpPr>
        <dsp:cNvPr id="0" name=""/>
        <dsp:cNvSpPr/>
      </dsp:nvSpPr>
      <dsp:spPr>
        <a:xfrm>
          <a:off x="663421" y="400141"/>
          <a:ext cx="740013" cy="740013"/>
        </a:xfrm>
        <a:prstGeom prst="circularArrow">
          <a:avLst>
            <a:gd name="adj1" fmla="val 4688"/>
            <a:gd name="adj2" fmla="val 299029"/>
            <a:gd name="adj3" fmla="val 2305572"/>
            <a:gd name="adj4" fmla="val 16429680"/>
            <a:gd name="adj5" fmla="val 5469"/>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6B913869-A0E2-4024-88B3-8005CE0126E8}">
      <dsp:nvSpPr>
        <dsp:cNvPr id="0" name=""/>
        <dsp:cNvSpPr/>
      </dsp:nvSpPr>
      <dsp:spPr>
        <a:xfrm>
          <a:off x="324976" y="256826"/>
          <a:ext cx="537666" cy="537666"/>
        </a:xfrm>
        <a:prstGeom prst="leftCircularArrow">
          <a:avLst>
            <a:gd name="adj1" fmla="val 6452"/>
            <a:gd name="adj2" fmla="val 429999"/>
            <a:gd name="adj3" fmla="val 10489124"/>
            <a:gd name="adj4" fmla="val 14837806"/>
            <a:gd name="adj5" fmla="val 7527"/>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24FB5E2F-5050-4CF5-B9AE-4F2B00FBE6F7}">
      <dsp:nvSpPr>
        <dsp:cNvPr id="0" name=""/>
        <dsp:cNvSpPr/>
      </dsp:nvSpPr>
      <dsp:spPr>
        <a:xfrm>
          <a:off x="539648" y="-30453"/>
          <a:ext cx="579712" cy="579712"/>
        </a:xfrm>
        <a:prstGeom prst="circularArrow">
          <a:avLst>
            <a:gd name="adj1" fmla="val 5984"/>
            <a:gd name="adj2" fmla="val 394124"/>
            <a:gd name="adj3" fmla="val 13313824"/>
            <a:gd name="adj4" fmla="val 10508221"/>
            <a:gd name="adj5" fmla="val 6981"/>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4358BE-B5BD-463A-A900-6BC6F6ADF431}">
      <dsp:nvSpPr>
        <dsp:cNvPr id="0" name=""/>
        <dsp:cNvSpPr/>
      </dsp:nvSpPr>
      <dsp:spPr>
        <a:xfrm>
          <a:off x="262789" y="0"/>
          <a:ext cx="1051156" cy="1051156"/>
        </a:xfrm>
        <a:prstGeom prst="diamond">
          <a:avLst/>
        </a:prstGeom>
        <a:solidFill>
          <a:schemeClr val="accent2">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B57EAF13-5DCC-43A0-B7FF-C9A7BA257946}">
      <dsp:nvSpPr>
        <dsp:cNvPr id="0" name=""/>
        <dsp:cNvSpPr/>
      </dsp:nvSpPr>
      <dsp:spPr>
        <a:xfrm>
          <a:off x="362648" y="99859"/>
          <a:ext cx="409950" cy="409950"/>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382660" y="119871"/>
        <a:ext cx="369926" cy="369926"/>
      </dsp:txXfrm>
    </dsp:sp>
    <dsp:sp modelId="{D58C73CD-F91C-4D9D-B637-F6BA3427889F}">
      <dsp:nvSpPr>
        <dsp:cNvPr id="0" name=""/>
        <dsp:cNvSpPr/>
      </dsp:nvSpPr>
      <dsp:spPr>
        <a:xfrm>
          <a:off x="804134" y="99859"/>
          <a:ext cx="409950" cy="409950"/>
        </a:xfrm>
        <a:prstGeom prst="round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824146" y="119871"/>
        <a:ext cx="369926" cy="369926"/>
      </dsp:txXfrm>
    </dsp:sp>
    <dsp:sp modelId="{FB5E4153-7D2E-4C5C-81BB-894EAEB07CCE}">
      <dsp:nvSpPr>
        <dsp:cNvPr id="0" name=""/>
        <dsp:cNvSpPr/>
      </dsp:nvSpPr>
      <dsp:spPr>
        <a:xfrm>
          <a:off x="362648" y="541345"/>
          <a:ext cx="409950" cy="409950"/>
        </a:xfrm>
        <a:prstGeom prst="round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382660" y="561357"/>
        <a:ext cx="369926" cy="369926"/>
      </dsp:txXfrm>
    </dsp:sp>
    <dsp:sp modelId="{1ECE4A6F-793F-4529-B5AA-CFD4764522B4}">
      <dsp:nvSpPr>
        <dsp:cNvPr id="0" name=""/>
        <dsp:cNvSpPr/>
      </dsp:nvSpPr>
      <dsp:spPr>
        <a:xfrm>
          <a:off x="804134" y="541345"/>
          <a:ext cx="409950" cy="409950"/>
        </a:xfrm>
        <a:prstGeom prst="roundRect">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824146" y="561357"/>
        <a:ext cx="369926" cy="36992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7F4B4E-3879-46A4-B5E8-AE6A6B965E99}">
      <dsp:nvSpPr>
        <dsp:cNvPr id="0" name=""/>
        <dsp:cNvSpPr/>
      </dsp:nvSpPr>
      <dsp:spPr>
        <a:xfrm>
          <a:off x="525578" y="0"/>
          <a:ext cx="525578" cy="350385"/>
        </a:xfrm>
        <a:prstGeom prst="trapezoid">
          <a:avLst>
            <a:gd name="adj" fmla="val 75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525578" y="0"/>
        <a:ext cx="525578" cy="350385"/>
      </dsp:txXfrm>
    </dsp:sp>
    <dsp:sp modelId="{F9856872-7E75-49E8-911D-4FC31A3CCAB5}">
      <dsp:nvSpPr>
        <dsp:cNvPr id="0" name=""/>
        <dsp:cNvSpPr/>
      </dsp:nvSpPr>
      <dsp:spPr>
        <a:xfrm>
          <a:off x="262789" y="350385"/>
          <a:ext cx="1051156" cy="350385"/>
        </a:xfrm>
        <a:prstGeom prst="trapezoid">
          <a:avLst>
            <a:gd name="adj" fmla="val 75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446741" y="350385"/>
        <a:ext cx="683251" cy="350385"/>
      </dsp:txXfrm>
    </dsp:sp>
    <dsp:sp modelId="{881627F4-BBEC-44A3-A007-A987D3B0C2CB}">
      <dsp:nvSpPr>
        <dsp:cNvPr id="0" name=""/>
        <dsp:cNvSpPr/>
      </dsp:nvSpPr>
      <dsp:spPr>
        <a:xfrm>
          <a:off x="0" y="700770"/>
          <a:ext cx="1576734" cy="350385"/>
        </a:xfrm>
        <a:prstGeom prst="trapezoid">
          <a:avLst>
            <a:gd name="adj" fmla="val 7500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endParaRPr lang="en-US" sz="1100" kern="1200" dirty="0"/>
        </a:p>
      </dsp:txBody>
      <dsp:txXfrm>
        <a:off x="275928" y="700770"/>
        <a:ext cx="1024877" cy="35038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E1ABC9-ECFA-4388-9574-7E8BF07439B7}">
      <dsp:nvSpPr>
        <dsp:cNvPr id="0" name=""/>
        <dsp:cNvSpPr/>
      </dsp:nvSpPr>
      <dsp:spPr>
        <a:xfrm>
          <a:off x="378731" y="648200"/>
          <a:ext cx="443062" cy="381996"/>
        </a:xfrm>
        <a:prstGeom prst="hexagon">
          <a:avLst>
            <a:gd name="adj" fmla="val 25000"/>
            <a:gd name="vf" fmla="val 11547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0" tIns="12700" rIns="0" bIns="1270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447486" y="707479"/>
        <a:ext cx="305552" cy="263438"/>
      </dsp:txXfrm>
    </dsp:sp>
    <dsp:sp modelId="{BB616F13-EF0E-44F5-B264-131C4908890B}">
      <dsp:nvSpPr>
        <dsp:cNvPr id="0" name=""/>
        <dsp:cNvSpPr/>
      </dsp:nvSpPr>
      <dsp:spPr>
        <a:xfrm>
          <a:off x="390241" y="816844"/>
          <a:ext cx="51874" cy="44709"/>
        </a:xfrm>
        <a:prstGeom prst="hexagon">
          <a:avLst>
            <a:gd name="adj" fmla="val 25000"/>
            <a:gd name="vf" fmla="val 115470"/>
          </a:avLst>
        </a:prstGeom>
        <a:solidFill>
          <a:schemeClr val="lt1">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E57C5ED9-AB0F-4858-8F74-15FB80FC98B8}">
      <dsp:nvSpPr>
        <dsp:cNvPr id="0" name=""/>
        <dsp:cNvSpPr/>
      </dsp:nvSpPr>
      <dsp:spPr>
        <a:xfrm>
          <a:off x="0" y="443022"/>
          <a:ext cx="443062" cy="381996"/>
        </a:xfrm>
        <a:prstGeom prst="hexagon">
          <a:avLst>
            <a:gd name="adj" fmla="val 25000"/>
            <a:gd name="vf" fmla="val 115470"/>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9A210769-AC15-4D0C-BD9F-5730713242FA}">
      <dsp:nvSpPr>
        <dsp:cNvPr id="0" name=""/>
        <dsp:cNvSpPr/>
      </dsp:nvSpPr>
      <dsp:spPr>
        <a:xfrm>
          <a:off x="301629" y="774557"/>
          <a:ext cx="51874" cy="44709"/>
        </a:xfrm>
        <a:prstGeom prst="hexagon">
          <a:avLst>
            <a:gd name="adj" fmla="val 25000"/>
            <a:gd name="vf" fmla="val 115470"/>
          </a:avLst>
        </a:prstGeom>
        <a:solidFill>
          <a:schemeClr val="lt1">
            <a:hueOff val="0"/>
            <a:satOff val="0"/>
            <a:lumOff val="0"/>
            <a:alphaOff val="0"/>
          </a:schemeClr>
        </a:solidFill>
        <a:ln w="9525" cap="flat" cmpd="sng" algn="ctr">
          <a:solidFill>
            <a:schemeClr val="accent3">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CF0F0448-5597-4B56-8C09-BBF8044523DB}">
      <dsp:nvSpPr>
        <dsp:cNvPr id="0" name=""/>
        <dsp:cNvSpPr/>
      </dsp:nvSpPr>
      <dsp:spPr>
        <a:xfrm>
          <a:off x="756201" y="438480"/>
          <a:ext cx="443062" cy="381996"/>
        </a:xfrm>
        <a:prstGeom prst="hexagon">
          <a:avLst>
            <a:gd name="adj" fmla="val 25000"/>
            <a:gd name="vf" fmla="val 11547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0" tIns="12700" rIns="0" bIns="1270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824956" y="497759"/>
        <a:ext cx="305552" cy="263438"/>
      </dsp:txXfrm>
    </dsp:sp>
    <dsp:sp modelId="{823231AC-CF8C-4731-8D3E-41072935C17D}">
      <dsp:nvSpPr>
        <dsp:cNvPr id="0" name=""/>
        <dsp:cNvSpPr/>
      </dsp:nvSpPr>
      <dsp:spPr>
        <a:xfrm>
          <a:off x="1059092" y="769611"/>
          <a:ext cx="51874" cy="44709"/>
        </a:xfrm>
        <a:prstGeom prst="hexagon">
          <a:avLst>
            <a:gd name="adj" fmla="val 25000"/>
            <a:gd name="vf" fmla="val 115470"/>
          </a:avLst>
        </a:prstGeom>
        <a:solidFill>
          <a:schemeClr val="lt1">
            <a:hueOff val="0"/>
            <a:satOff val="0"/>
            <a:lumOff val="0"/>
            <a:alphaOff val="0"/>
          </a:schemeClr>
        </a:solidFill>
        <a:ln w="9525" cap="flat" cmpd="sng" algn="ctr">
          <a:solidFill>
            <a:schemeClr val="accent4">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6B63E07E-69DD-464C-BCF6-CD3429ED0D2E}">
      <dsp:nvSpPr>
        <dsp:cNvPr id="0" name=""/>
        <dsp:cNvSpPr/>
      </dsp:nvSpPr>
      <dsp:spPr>
        <a:xfrm>
          <a:off x="1133671" y="648200"/>
          <a:ext cx="443062" cy="381996"/>
        </a:xfrm>
        <a:prstGeom prst="hexagon">
          <a:avLst>
            <a:gd name="adj" fmla="val 25000"/>
            <a:gd name="vf" fmla="val 115470"/>
          </a:avLst>
        </a:prstGeom>
        <a:solidFill>
          <a:schemeClr val="lt1">
            <a:alpha val="90000"/>
            <a:hueOff val="0"/>
            <a:satOff val="0"/>
            <a:lumOff val="0"/>
            <a:alphaOff val="0"/>
          </a:schemeClr>
        </a:solidFill>
        <a:ln w="9525" cap="flat" cmpd="sng" algn="ctr">
          <a:solidFill>
            <a:schemeClr val="accent3">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EF0E568B-A6B5-4ECC-B9C0-FF96B0FD31F7}">
      <dsp:nvSpPr>
        <dsp:cNvPr id="0" name=""/>
        <dsp:cNvSpPr/>
      </dsp:nvSpPr>
      <dsp:spPr>
        <a:xfrm>
          <a:off x="1145181" y="816844"/>
          <a:ext cx="51874" cy="44709"/>
        </a:xfrm>
        <a:prstGeom prst="hexagon">
          <a:avLst>
            <a:gd name="adj" fmla="val 25000"/>
            <a:gd name="vf" fmla="val 115470"/>
          </a:avLst>
        </a:prstGeom>
        <a:solidFill>
          <a:schemeClr val="lt1">
            <a:hueOff val="0"/>
            <a:satOff val="0"/>
            <a:lumOff val="0"/>
            <a:alphaOff val="0"/>
          </a:schemeClr>
        </a:solidFill>
        <a:ln w="9525" cap="flat" cmpd="sng" algn="ctr">
          <a:solidFill>
            <a:schemeClr val="accent5">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2ED9E8AB-98EB-421D-93A6-CE26FB099316}">
      <dsp:nvSpPr>
        <dsp:cNvPr id="0" name=""/>
        <dsp:cNvSpPr/>
      </dsp:nvSpPr>
      <dsp:spPr>
        <a:xfrm>
          <a:off x="378731" y="229669"/>
          <a:ext cx="443062" cy="381996"/>
        </a:xfrm>
        <a:prstGeom prst="hexagon">
          <a:avLst>
            <a:gd name="adj" fmla="val 25000"/>
            <a:gd name="vf" fmla="val 11547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w="9525" cap="flat" cmpd="sng" algn="ctr">
          <a:solidFill>
            <a:schemeClr val="accent4">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0" tIns="12700" rIns="0" bIns="1270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447486" y="288948"/>
        <a:ext cx="305552" cy="263438"/>
      </dsp:txXfrm>
    </dsp:sp>
    <dsp:sp modelId="{785039A5-4292-493B-BB97-5C4139E0A008}">
      <dsp:nvSpPr>
        <dsp:cNvPr id="0" name=""/>
        <dsp:cNvSpPr/>
      </dsp:nvSpPr>
      <dsp:spPr>
        <a:xfrm>
          <a:off x="679099" y="237944"/>
          <a:ext cx="51874" cy="44709"/>
        </a:xfrm>
        <a:prstGeom prst="hexagon">
          <a:avLst>
            <a:gd name="adj" fmla="val 25000"/>
            <a:gd name="vf" fmla="val 115470"/>
          </a:avLst>
        </a:prstGeom>
        <a:solidFill>
          <a:schemeClr val="lt1">
            <a:hueOff val="0"/>
            <a:satOff val="0"/>
            <a:lumOff val="0"/>
            <a:alphaOff val="0"/>
          </a:schemeClr>
        </a:solidFill>
        <a:ln w="9525" cap="flat"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670B960B-3F19-4E62-8D8A-6C4D3B606821}">
      <dsp:nvSpPr>
        <dsp:cNvPr id="0" name=""/>
        <dsp:cNvSpPr/>
      </dsp:nvSpPr>
      <dsp:spPr>
        <a:xfrm>
          <a:off x="756201" y="20958"/>
          <a:ext cx="443062" cy="381996"/>
        </a:xfrm>
        <a:prstGeom prst="hexagon">
          <a:avLst>
            <a:gd name="adj" fmla="val 25000"/>
            <a:gd name="vf" fmla="val 115470"/>
          </a:avLst>
        </a:prstGeom>
        <a:solidFill>
          <a:schemeClr val="lt1">
            <a:alpha val="90000"/>
            <a:hueOff val="0"/>
            <a:satOff val="0"/>
            <a:lumOff val="0"/>
            <a:alphaOff val="0"/>
          </a:schemeClr>
        </a:solidFill>
        <a:ln w="9525" cap="flat" cmpd="sng" algn="ctr">
          <a:solidFill>
            <a:schemeClr val="accent4">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9686654B-37B0-40AC-90FF-D6A8D1E42F84}">
      <dsp:nvSpPr>
        <dsp:cNvPr id="0" name=""/>
        <dsp:cNvSpPr/>
      </dsp:nvSpPr>
      <dsp:spPr>
        <a:xfrm>
          <a:off x="769288" y="188694"/>
          <a:ext cx="51874" cy="44709"/>
        </a:xfrm>
        <a:prstGeom prst="hexagon">
          <a:avLst>
            <a:gd name="adj" fmla="val 25000"/>
            <a:gd name="vf" fmla="val 115470"/>
          </a:avLst>
        </a:prstGeom>
        <a:solidFill>
          <a:schemeClr val="lt1">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5524E8-6B6E-4448-B025-602D0D1058FE}">
      <dsp:nvSpPr>
        <dsp:cNvPr id="0" name=""/>
        <dsp:cNvSpPr/>
      </dsp:nvSpPr>
      <dsp:spPr>
        <a:xfrm>
          <a:off x="654050" y="1776"/>
          <a:ext cx="2131218" cy="1278731"/>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US" sz="3500" kern="1200" dirty="0"/>
            <a:t>Lorem Ipsum</a:t>
          </a:r>
        </a:p>
      </dsp:txBody>
      <dsp:txXfrm>
        <a:off x="654050" y="1776"/>
        <a:ext cx="2131218" cy="1278731"/>
      </dsp:txXfrm>
    </dsp:sp>
    <dsp:sp modelId="{C6AB88CD-8428-42C0-B6CC-3F8887D6DA1D}">
      <dsp:nvSpPr>
        <dsp:cNvPr id="0" name=""/>
        <dsp:cNvSpPr/>
      </dsp:nvSpPr>
      <dsp:spPr>
        <a:xfrm>
          <a:off x="2998390" y="1776"/>
          <a:ext cx="2131218" cy="1278731"/>
        </a:xfrm>
        <a:prstGeom prst="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US" sz="3500" kern="1200"/>
            <a:t>Lorem Ipsum</a:t>
          </a:r>
          <a:endParaRPr lang="en-US" sz="3500" kern="1200" dirty="0"/>
        </a:p>
      </dsp:txBody>
      <dsp:txXfrm>
        <a:off x="2998390" y="1776"/>
        <a:ext cx="2131218" cy="1278731"/>
      </dsp:txXfrm>
    </dsp:sp>
    <dsp:sp modelId="{B0560B5F-0C67-4447-93A6-E918ED7DC891}">
      <dsp:nvSpPr>
        <dsp:cNvPr id="0" name=""/>
        <dsp:cNvSpPr/>
      </dsp:nvSpPr>
      <dsp:spPr>
        <a:xfrm>
          <a:off x="5342731" y="1776"/>
          <a:ext cx="2131218" cy="1278731"/>
        </a:xfrm>
        <a:prstGeom prst="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US" sz="3500" kern="1200"/>
            <a:t>Lorem Ipsum</a:t>
          </a:r>
          <a:endParaRPr lang="en-US" sz="3500" kern="1200" dirty="0"/>
        </a:p>
      </dsp:txBody>
      <dsp:txXfrm>
        <a:off x="5342731" y="1776"/>
        <a:ext cx="2131218" cy="1278731"/>
      </dsp:txXfrm>
    </dsp:sp>
    <dsp:sp modelId="{E90ECB9F-1E70-43E3-BE10-3FAA361BA821}">
      <dsp:nvSpPr>
        <dsp:cNvPr id="0" name=""/>
        <dsp:cNvSpPr/>
      </dsp:nvSpPr>
      <dsp:spPr>
        <a:xfrm>
          <a:off x="654050" y="1493629"/>
          <a:ext cx="2131218" cy="1278731"/>
        </a:xfrm>
        <a:prstGeom prst="rect">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US" sz="3500" kern="1200" dirty="0"/>
            <a:t>Lorem Ipsum</a:t>
          </a:r>
        </a:p>
      </dsp:txBody>
      <dsp:txXfrm>
        <a:off x="654050" y="1493629"/>
        <a:ext cx="2131218" cy="1278731"/>
      </dsp:txXfrm>
    </dsp:sp>
    <dsp:sp modelId="{0AAAABFB-0309-49F1-9ECE-554AE9863A89}">
      <dsp:nvSpPr>
        <dsp:cNvPr id="0" name=""/>
        <dsp:cNvSpPr/>
      </dsp:nvSpPr>
      <dsp:spPr>
        <a:xfrm>
          <a:off x="2998390" y="1493629"/>
          <a:ext cx="2131218" cy="1278731"/>
        </a:xfrm>
        <a:prstGeom prst="rect">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US" sz="3500" kern="1200"/>
            <a:t>Lorem Ipsum</a:t>
          </a:r>
          <a:endParaRPr lang="en-US" sz="3500" kern="1200" dirty="0"/>
        </a:p>
      </dsp:txBody>
      <dsp:txXfrm>
        <a:off x="2998390" y="1493629"/>
        <a:ext cx="2131218" cy="1278731"/>
      </dsp:txXfrm>
    </dsp:sp>
    <dsp:sp modelId="{80C505CE-49F7-433F-912A-85DD9DEBEFF6}">
      <dsp:nvSpPr>
        <dsp:cNvPr id="0" name=""/>
        <dsp:cNvSpPr/>
      </dsp:nvSpPr>
      <dsp:spPr>
        <a:xfrm>
          <a:off x="5342731" y="1493629"/>
          <a:ext cx="2131218" cy="1278731"/>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US" sz="3500" kern="1200"/>
            <a:t>Lorem Ipsum</a:t>
          </a:r>
          <a:endParaRPr lang="en-US" sz="3500" kern="1200" dirty="0"/>
        </a:p>
      </dsp:txBody>
      <dsp:txXfrm>
        <a:off x="5342731" y="1493629"/>
        <a:ext cx="2131218" cy="1278731"/>
      </dsp:txXfrm>
    </dsp:sp>
    <dsp:sp modelId="{9CBF323B-CF90-4752-AE81-18E45409BDB7}">
      <dsp:nvSpPr>
        <dsp:cNvPr id="0" name=""/>
        <dsp:cNvSpPr/>
      </dsp:nvSpPr>
      <dsp:spPr>
        <a:xfrm>
          <a:off x="654050" y="2985482"/>
          <a:ext cx="2131218" cy="1278731"/>
        </a:xfrm>
        <a:prstGeom prst="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US" sz="3500" kern="1200" dirty="0"/>
            <a:t>Lorem Ipsum</a:t>
          </a:r>
        </a:p>
      </dsp:txBody>
      <dsp:txXfrm>
        <a:off x="654050" y="2985482"/>
        <a:ext cx="2131218" cy="1278731"/>
      </dsp:txXfrm>
    </dsp:sp>
    <dsp:sp modelId="{E8C430BF-B69B-43B9-89D6-EDDB198896AA}">
      <dsp:nvSpPr>
        <dsp:cNvPr id="0" name=""/>
        <dsp:cNvSpPr/>
      </dsp:nvSpPr>
      <dsp:spPr>
        <a:xfrm>
          <a:off x="2998390" y="2985482"/>
          <a:ext cx="2131218" cy="1278731"/>
        </a:xfrm>
        <a:prstGeom prst="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US" sz="3500" kern="1200"/>
            <a:t>Lorem Ipsum</a:t>
          </a:r>
          <a:endParaRPr lang="en-US" sz="3500" kern="1200" dirty="0"/>
        </a:p>
      </dsp:txBody>
      <dsp:txXfrm>
        <a:off x="2998390" y="2985482"/>
        <a:ext cx="2131218" cy="1278731"/>
      </dsp:txXfrm>
    </dsp:sp>
    <dsp:sp modelId="{0350B742-110A-4DCA-B5F6-7D6887137A81}">
      <dsp:nvSpPr>
        <dsp:cNvPr id="0" name=""/>
        <dsp:cNvSpPr/>
      </dsp:nvSpPr>
      <dsp:spPr>
        <a:xfrm>
          <a:off x="5342731" y="2985482"/>
          <a:ext cx="2131218" cy="1278731"/>
        </a:xfrm>
        <a:prstGeom prst="rect">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US" sz="3500" kern="1200"/>
            <a:t>Lorem Ipsum</a:t>
          </a:r>
          <a:endParaRPr lang="en-US" sz="3500" kern="1200" dirty="0"/>
        </a:p>
      </dsp:txBody>
      <dsp:txXfrm>
        <a:off x="5342731" y="2985482"/>
        <a:ext cx="2131218" cy="1278731"/>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A26DDC-E032-4123-B630-CBDA30309CD0}">
      <dsp:nvSpPr>
        <dsp:cNvPr id="0" name=""/>
        <dsp:cNvSpPr/>
      </dsp:nvSpPr>
      <dsp:spPr>
        <a:xfrm rot="5400000">
          <a:off x="2957498" y="110190"/>
          <a:ext cx="1693995" cy="1473776"/>
        </a:xfrm>
        <a:prstGeom prst="hexagon">
          <a:avLst>
            <a:gd name="adj" fmla="val 25000"/>
            <a:gd name="vf" fmla="val 11547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Lorem Ipsum</a:t>
          </a:r>
        </a:p>
      </dsp:txBody>
      <dsp:txXfrm rot="-5400000">
        <a:off x="3297270" y="264062"/>
        <a:ext cx="1014450" cy="1166033"/>
      </dsp:txXfrm>
    </dsp:sp>
    <dsp:sp modelId="{6C89AF77-78CC-4A2C-BD73-68E135919958}">
      <dsp:nvSpPr>
        <dsp:cNvPr id="0" name=""/>
        <dsp:cNvSpPr/>
      </dsp:nvSpPr>
      <dsp:spPr>
        <a:xfrm>
          <a:off x="4586105" y="338879"/>
          <a:ext cx="1890499" cy="10163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dirty="0"/>
            <a:t>Lorem Ipsum</a:t>
          </a:r>
        </a:p>
      </dsp:txBody>
      <dsp:txXfrm>
        <a:off x="4586105" y="338879"/>
        <a:ext cx="1890499" cy="1016397"/>
      </dsp:txXfrm>
    </dsp:sp>
    <dsp:sp modelId="{02132D3F-0D5D-493D-AAD5-4C2C410A5E13}">
      <dsp:nvSpPr>
        <dsp:cNvPr id="0" name=""/>
        <dsp:cNvSpPr/>
      </dsp:nvSpPr>
      <dsp:spPr>
        <a:xfrm rot="5400000">
          <a:off x="1365819" y="110190"/>
          <a:ext cx="1693995" cy="1473776"/>
        </a:xfrm>
        <a:prstGeom prst="hexagon">
          <a:avLst>
            <a:gd name="adj" fmla="val 25000"/>
            <a:gd name="vf" fmla="val 11547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rot="-5400000">
        <a:off x="1705591" y="264062"/>
        <a:ext cx="1014450" cy="1166033"/>
      </dsp:txXfrm>
    </dsp:sp>
    <dsp:sp modelId="{4E32DBAD-F95D-4034-94E0-706FC5E94D6E}">
      <dsp:nvSpPr>
        <dsp:cNvPr id="0" name=""/>
        <dsp:cNvSpPr/>
      </dsp:nvSpPr>
      <dsp:spPr>
        <a:xfrm rot="5400000">
          <a:off x="2158609" y="1548053"/>
          <a:ext cx="1693995" cy="1473776"/>
        </a:xfrm>
        <a:prstGeom prst="hexagon">
          <a:avLst>
            <a:gd name="adj" fmla="val 25000"/>
            <a:gd name="vf" fmla="val 11547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Lorem Ipsum</a:t>
          </a:r>
        </a:p>
      </dsp:txBody>
      <dsp:txXfrm rot="-5400000">
        <a:off x="2498381" y="1701925"/>
        <a:ext cx="1014450" cy="1166033"/>
      </dsp:txXfrm>
    </dsp:sp>
    <dsp:sp modelId="{E1A0FA4C-E380-4599-8FB4-133B7280556C}">
      <dsp:nvSpPr>
        <dsp:cNvPr id="0" name=""/>
        <dsp:cNvSpPr/>
      </dsp:nvSpPr>
      <dsp:spPr>
        <a:xfrm>
          <a:off x="378220" y="1776743"/>
          <a:ext cx="1829515" cy="10163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r" defTabSz="1111250">
            <a:lnSpc>
              <a:spcPct val="90000"/>
            </a:lnSpc>
            <a:spcBef>
              <a:spcPct val="0"/>
            </a:spcBef>
            <a:spcAft>
              <a:spcPct val="35000"/>
            </a:spcAft>
            <a:buNone/>
          </a:pPr>
          <a:r>
            <a:rPr lang="en-US" sz="2500" kern="1200" dirty="0"/>
            <a:t>Lorem Ipsum</a:t>
          </a:r>
        </a:p>
      </dsp:txBody>
      <dsp:txXfrm>
        <a:off x="378220" y="1776743"/>
        <a:ext cx="1829515" cy="1016397"/>
      </dsp:txXfrm>
    </dsp:sp>
    <dsp:sp modelId="{0166F58E-F44C-4C52-99DA-0124B93FB492}">
      <dsp:nvSpPr>
        <dsp:cNvPr id="0" name=""/>
        <dsp:cNvSpPr/>
      </dsp:nvSpPr>
      <dsp:spPr>
        <a:xfrm rot="5400000">
          <a:off x="3750288" y="1548053"/>
          <a:ext cx="1693995" cy="1473776"/>
        </a:xfrm>
        <a:prstGeom prst="hexagon">
          <a:avLst>
            <a:gd name="adj" fmla="val 25000"/>
            <a:gd name="vf" fmla="val 11547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rot="-5400000">
        <a:off x="4090060" y="1701925"/>
        <a:ext cx="1014450" cy="1166033"/>
      </dsp:txXfrm>
    </dsp:sp>
    <dsp:sp modelId="{A186E599-E4E3-47A9-A2EA-7A6FAA606791}">
      <dsp:nvSpPr>
        <dsp:cNvPr id="0" name=""/>
        <dsp:cNvSpPr/>
      </dsp:nvSpPr>
      <dsp:spPr>
        <a:xfrm rot="5400000">
          <a:off x="2957498" y="2985917"/>
          <a:ext cx="1693995" cy="1473776"/>
        </a:xfrm>
        <a:prstGeom prst="hexagon">
          <a:avLst>
            <a:gd name="adj" fmla="val 25000"/>
            <a:gd name="vf" fmla="val 115470"/>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Lorem Ipsum</a:t>
          </a:r>
        </a:p>
      </dsp:txBody>
      <dsp:txXfrm rot="-5400000">
        <a:off x="3297270" y="3139789"/>
        <a:ext cx="1014450" cy="1166033"/>
      </dsp:txXfrm>
    </dsp:sp>
    <dsp:sp modelId="{82F3311D-6C54-471B-BB24-8F0BDDF6BDB4}">
      <dsp:nvSpPr>
        <dsp:cNvPr id="0" name=""/>
        <dsp:cNvSpPr/>
      </dsp:nvSpPr>
      <dsp:spPr>
        <a:xfrm>
          <a:off x="4586105" y="3214606"/>
          <a:ext cx="1890499" cy="10163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dirty="0"/>
            <a:t>Lorem Ipsum</a:t>
          </a:r>
        </a:p>
      </dsp:txBody>
      <dsp:txXfrm>
        <a:off x="4586105" y="3214606"/>
        <a:ext cx="1890499" cy="1016397"/>
      </dsp:txXfrm>
    </dsp:sp>
    <dsp:sp modelId="{A50F25F9-C65C-4087-878B-2B11A2604551}">
      <dsp:nvSpPr>
        <dsp:cNvPr id="0" name=""/>
        <dsp:cNvSpPr/>
      </dsp:nvSpPr>
      <dsp:spPr>
        <a:xfrm rot="5400000">
          <a:off x="1365819" y="2985917"/>
          <a:ext cx="1693995" cy="1473776"/>
        </a:xfrm>
        <a:prstGeom prst="hexagon">
          <a:avLst>
            <a:gd name="adj" fmla="val 25000"/>
            <a:gd name="vf" fmla="val 11547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rot="-5400000">
        <a:off x="1705591" y="3139789"/>
        <a:ext cx="1014450" cy="1166033"/>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19FD19-16B6-4FDD-B0D6-C74942FF8565}">
      <dsp:nvSpPr>
        <dsp:cNvPr id="0" name=""/>
        <dsp:cNvSpPr/>
      </dsp:nvSpPr>
      <dsp:spPr>
        <a:xfrm>
          <a:off x="942869" y="2250"/>
          <a:ext cx="1999271" cy="1377497"/>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166F521E-B704-45B7-A8C8-88A847A646E5}">
      <dsp:nvSpPr>
        <dsp:cNvPr id="0" name=""/>
        <dsp:cNvSpPr/>
      </dsp:nvSpPr>
      <dsp:spPr>
        <a:xfrm>
          <a:off x="942869" y="1379748"/>
          <a:ext cx="1999271" cy="7417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0" numCol="1" spcCol="1270" anchor="t" anchorCtr="0">
          <a:noAutofit/>
        </a:bodyPr>
        <a:lstStyle/>
        <a:p>
          <a:pPr marL="0" lvl="0" indent="0" algn="ctr" defTabSz="1066800">
            <a:lnSpc>
              <a:spcPct val="90000"/>
            </a:lnSpc>
            <a:spcBef>
              <a:spcPct val="0"/>
            </a:spcBef>
            <a:spcAft>
              <a:spcPct val="35000"/>
            </a:spcAft>
            <a:buNone/>
          </a:pPr>
          <a:r>
            <a:rPr lang="en-US" sz="2400" kern="1200"/>
            <a:t>Lorem Ipsum</a:t>
          </a:r>
        </a:p>
      </dsp:txBody>
      <dsp:txXfrm>
        <a:off x="942869" y="1379748"/>
        <a:ext cx="1999271" cy="741729"/>
      </dsp:txXfrm>
    </dsp:sp>
    <dsp:sp modelId="{97B7A70E-4A71-4A17-92F3-A0C3A660EFB6}">
      <dsp:nvSpPr>
        <dsp:cNvPr id="0" name=""/>
        <dsp:cNvSpPr/>
      </dsp:nvSpPr>
      <dsp:spPr>
        <a:xfrm>
          <a:off x="3142151" y="2250"/>
          <a:ext cx="1999271" cy="1377497"/>
        </a:xfrm>
        <a:prstGeom prst="round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E91CF904-C5A8-4555-86EC-5F6F269587DF}">
      <dsp:nvSpPr>
        <dsp:cNvPr id="0" name=""/>
        <dsp:cNvSpPr/>
      </dsp:nvSpPr>
      <dsp:spPr>
        <a:xfrm>
          <a:off x="3142151" y="1379748"/>
          <a:ext cx="1999271" cy="7417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0" numCol="1" spcCol="1270" anchor="t" anchorCtr="0">
          <a:noAutofit/>
        </a:bodyPr>
        <a:lstStyle/>
        <a:p>
          <a:pPr marL="0" lvl="0" indent="0" algn="ctr" defTabSz="1066800">
            <a:lnSpc>
              <a:spcPct val="90000"/>
            </a:lnSpc>
            <a:spcBef>
              <a:spcPct val="0"/>
            </a:spcBef>
            <a:spcAft>
              <a:spcPct val="35000"/>
            </a:spcAft>
            <a:buNone/>
          </a:pPr>
          <a:r>
            <a:rPr lang="en-US" sz="2400" kern="1200" dirty="0"/>
            <a:t>Lorem Ipsum</a:t>
          </a:r>
        </a:p>
      </dsp:txBody>
      <dsp:txXfrm>
        <a:off x="3142151" y="1379748"/>
        <a:ext cx="1999271" cy="741729"/>
      </dsp:txXfrm>
    </dsp:sp>
    <dsp:sp modelId="{FB172143-A5F4-479A-B9EA-57A6EEA10033}">
      <dsp:nvSpPr>
        <dsp:cNvPr id="0" name=""/>
        <dsp:cNvSpPr/>
      </dsp:nvSpPr>
      <dsp:spPr>
        <a:xfrm>
          <a:off x="5341434" y="2250"/>
          <a:ext cx="1999271" cy="1377497"/>
        </a:xfrm>
        <a:prstGeom prst="round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BD37EF7B-6941-4FA8-8EAC-6FA7A7051DC1}">
      <dsp:nvSpPr>
        <dsp:cNvPr id="0" name=""/>
        <dsp:cNvSpPr/>
      </dsp:nvSpPr>
      <dsp:spPr>
        <a:xfrm>
          <a:off x="5341434" y="1379748"/>
          <a:ext cx="1999271" cy="7417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0" numCol="1" spcCol="1270" anchor="t" anchorCtr="0">
          <a:noAutofit/>
        </a:bodyPr>
        <a:lstStyle/>
        <a:p>
          <a:pPr marL="0" lvl="0" indent="0" algn="ctr" defTabSz="1066800">
            <a:lnSpc>
              <a:spcPct val="90000"/>
            </a:lnSpc>
            <a:spcBef>
              <a:spcPct val="0"/>
            </a:spcBef>
            <a:spcAft>
              <a:spcPct val="35000"/>
            </a:spcAft>
            <a:buNone/>
          </a:pPr>
          <a:r>
            <a:rPr lang="en-US" sz="2400" kern="1200" dirty="0"/>
            <a:t>Lorem Ipsum</a:t>
          </a:r>
        </a:p>
      </dsp:txBody>
      <dsp:txXfrm>
        <a:off x="5341434" y="1379748"/>
        <a:ext cx="1999271" cy="741729"/>
      </dsp:txXfrm>
    </dsp:sp>
    <dsp:sp modelId="{6FF1134B-EC25-4CC5-8C06-F46149C563C8}">
      <dsp:nvSpPr>
        <dsp:cNvPr id="0" name=""/>
        <dsp:cNvSpPr/>
      </dsp:nvSpPr>
      <dsp:spPr>
        <a:xfrm>
          <a:off x="2042510" y="2321405"/>
          <a:ext cx="1999271" cy="1377497"/>
        </a:xfrm>
        <a:prstGeom prst="roundRect">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40BFC403-1056-442B-86A0-3B88E92FE305}">
      <dsp:nvSpPr>
        <dsp:cNvPr id="0" name=""/>
        <dsp:cNvSpPr/>
      </dsp:nvSpPr>
      <dsp:spPr>
        <a:xfrm>
          <a:off x="2042510" y="3698903"/>
          <a:ext cx="1999271" cy="7417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0" numCol="1" spcCol="1270" anchor="t" anchorCtr="0">
          <a:noAutofit/>
        </a:bodyPr>
        <a:lstStyle/>
        <a:p>
          <a:pPr marL="0" lvl="0" indent="0" algn="ctr" defTabSz="1066800">
            <a:lnSpc>
              <a:spcPct val="90000"/>
            </a:lnSpc>
            <a:spcBef>
              <a:spcPct val="0"/>
            </a:spcBef>
            <a:spcAft>
              <a:spcPct val="35000"/>
            </a:spcAft>
            <a:buNone/>
          </a:pPr>
          <a:r>
            <a:rPr lang="en-US" sz="2400" kern="1200" dirty="0"/>
            <a:t>Lorem Ipsum</a:t>
          </a:r>
        </a:p>
      </dsp:txBody>
      <dsp:txXfrm>
        <a:off x="2042510" y="3698903"/>
        <a:ext cx="1999271" cy="741729"/>
      </dsp:txXfrm>
    </dsp:sp>
    <dsp:sp modelId="{59135F2F-B5C2-4093-B1AA-13C6AF71D317}">
      <dsp:nvSpPr>
        <dsp:cNvPr id="0" name=""/>
        <dsp:cNvSpPr/>
      </dsp:nvSpPr>
      <dsp:spPr>
        <a:xfrm>
          <a:off x="4241793" y="2321405"/>
          <a:ext cx="1999271" cy="1377497"/>
        </a:xfrm>
        <a:prstGeom prst="roundRect">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E0E91051-32FE-4FF4-A63D-3334B288FA23}">
      <dsp:nvSpPr>
        <dsp:cNvPr id="0" name=""/>
        <dsp:cNvSpPr/>
      </dsp:nvSpPr>
      <dsp:spPr>
        <a:xfrm>
          <a:off x="4241793" y="3698903"/>
          <a:ext cx="1999271" cy="7417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0" numCol="1" spcCol="1270" anchor="t" anchorCtr="0">
          <a:noAutofit/>
        </a:bodyPr>
        <a:lstStyle/>
        <a:p>
          <a:pPr marL="0" lvl="0" indent="0" algn="ctr" defTabSz="1066800">
            <a:lnSpc>
              <a:spcPct val="90000"/>
            </a:lnSpc>
            <a:spcBef>
              <a:spcPct val="0"/>
            </a:spcBef>
            <a:spcAft>
              <a:spcPct val="35000"/>
            </a:spcAft>
            <a:buNone/>
          </a:pPr>
          <a:r>
            <a:rPr lang="en-US" sz="2400" kern="1200"/>
            <a:t>Lorem Ipsum</a:t>
          </a:r>
          <a:endParaRPr lang="en-US" sz="2400" kern="1200" dirty="0"/>
        </a:p>
      </dsp:txBody>
      <dsp:txXfrm>
        <a:off x="4241793" y="3698903"/>
        <a:ext cx="1999271" cy="741729"/>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56141A-D58C-4658-B5AF-E0E02C05AE4C}">
      <dsp:nvSpPr>
        <dsp:cNvPr id="0" name=""/>
        <dsp:cNvSpPr/>
      </dsp:nvSpPr>
      <dsp:spPr>
        <a:xfrm>
          <a:off x="0" y="0"/>
          <a:ext cx="8128000"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01821607-18C2-4239-9E4E-CD8A14A9780A}">
      <dsp:nvSpPr>
        <dsp:cNvPr id="0" name=""/>
        <dsp:cNvSpPr/>
      </dsp:nvSpPr>
      <dsp:spPr>
        <a:xfrm>
          <a:off x="0" y="0"/>
          <a:ext cx="1625600" cy="10664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dirty="0"/>
            <a:t>Lorem Ipsum</a:t>
          </a:r>
        </a:p>
      </dsp:txBody>
      <dsp:txXfrm>
        <a:off x="0" y="0"/>
        <a:ext cx="1625600" cy="1066497"/>
      </dsp:txXfrm>
    </dsp:sp>
    <dsp:sp modelId="{DF724304-9E60-4CFA-9174-A77629B65355}">
      <dsp:nvSpPr>
        <dsp:cNvPr id="0" name=""/>
        <dsp:cNvSpPr/>
      </dsp:nvSpPr>
      <dsp:spPr>
        <a:xfrm>
          <a:off x="1747520" y="24787"/>
          <a:ext cx="3129280" cy="4957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dirty="0"/>
            <a:t>Some text here</a:t>
          </a:r>
        </a:p>
      </dsp:txBody>
      <dsp:txXfrm>
        <a:off x="1747520" y="24787"/>
        <a:ext cx="3129280" cy="495754"/>
      </dsp:txXfrm>
    </dsp:sp>
    <dsp:sp modelId="{CEE2CAC5-1004-4C43-A01E-0C1F2D8ECCFE}">
      <dsp:nvSpPr>
        <dsp:cNvPr id="0" name=""/>
        <dsp:cNvSpPr/>
      </dsp:nvSpPr>
      <dsp:spPr>
        <a:xfrm>
          <a:off x="4998720" y="24787"/>
          <a:ext cx="3129280" cy="4957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dirty="0"/>
            <a:t>Some text here</a:t>
          </a:r>
        </a:p>
      </dsp:txBody>
      <dsp:txXfrm>
        <a:off x="4998720" y="24787"/>
        <a:ext cx="3129280" cy="495754"/>
      </dsp:txXfrm>
    </dsp:sp>
    <dsp:sp modelId="{7C384037-85E1-4632-A4A1-A832D2F1AE5D}">
      <dsp:nvSpPr>
        <dsp:cNvPr id="0" name=""/>
        <dsp:cNvSpPr/>
      </dsp:nvSpPr>
      <dsp:spPr>
        <a:xfrm>
          <a:off x="1625600" y="520542"/>
          <a:ext cx="6502400" cy="0"/>
        </a:xfrm>
        <a:prstGeom prst="line">
          <a:avLst/>
        </a:prstGeom>
        <a:solidFill>
          <a:schemeClr val="accent2">
            <a:hueOff val="0"/>
            <a:satOff val="0"/>
            <a:lumOff val="0"/>
            <a:alphaOff val="0"/>
          </a:schemeClr>
        </a:solidFill>
        <a:ln w="25400" cap="flat" cmpd="sng" algn="ctr">
          <a:solidFill>
            <a:schemeClr val="accent2">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06ACA069-CE79-4EF9-AD59-698BE017E3C0}">
      <dsp:nvSpPr>
        <dsp:cNvPr id="0" name=""/>
        <dsp:cNvSpPr/>
      </dsp:nvSpPr>
      <dsp:spPr>
        <a:xfrm>
          <a:off x="1747520" y="545330"/>
          <a:ext cx="3129280" cy="4957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dirty="0"/>
            <a:t>Some text here</a:t>
          </a:r>
        </a:p>
      </dsp:txBody>
      <dsp:txXfrm>
        <a:off x="1747520" y="545330"/>
        <a:ext cx="3129280" cy="495754"/>
      </dsp:txXfrm>
    </dsp:sp>
    <dsp:sp modelId="{6FA12343-6E1E-40E0-B13F-E3E0C6F1869A}">
      <dsp:nvSpPr>
        <dsp:cNvPr id="0" name=""/>
        <dsp:cNvSpPr/>
      </dsp:nvSpPr>
      <dsp:spPr>
        <a:xfrm>
          <a:off x="1625600" y="1041084"/>
          <a:ext cx="6502400" cy="0"/>
        </a:xfrm>
        <a:prstGeom prst="line">
          <a:avLst/>
        </a:prstGeom>
        <a:solidFill>
          <a:schemeClr val="accent2">
            <a:hueOff val="0"/>
            <a:satOff val="0"/>
            <a:lumOff val="0"/>
            <a:alphaOff val="0"/>
          </a:schemeClr>
        </a:solidFill>
        <a:ln w="25400" cap="flat" cmpd="sng" algn="ctr">
          <a:solidFill>
            <a:schemeClr val="accent2">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B15BD3CF-6ECC-478F-8B43-CE5BA7EC2EAA}">
      <dsp:nvSpPr>
        <dsp:cNvPr id="0" name=""/>
        <dsp:cNvSpPr/>
      </dsp:nvSpPr>
      <dsp:spPr>
        <a:xfrm>
          <a:off x="0" y="1066497"/>
          <a:ext cx="8128000" cy="0"/>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72AD20B4-FF47-4977-9FD1-77F1C95E804B}">
      <dsp:nvSpPr>
        <dsp:cNvPr id="0" name=""/>
        <dsp:cNvSpPr/>
      </dsp:nvSpPr>
      <dsp:spPr>
        <a:xfrm>
          <a:off x="0" y="1066497"/>
          <a:ext cx="1625600" cy="10664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dirty="0"/>
            <a:t>Lorem Ipsum</a:t>
          </a:r>
        </a:p>
      </dsp:txBody>
      <dsp:txXfrm>
        <a:off x="0" y="1066497"/>
        <a:ext cx="1625600" cy="1066497"/>
      </dsp:txXfrm>
    </dsp:sp>
    <dsp:sp modelId="{CD6D5A18-C1A9-4D3E-9AEB-78FE1CE29C96}">
      <dsp:nvSpPr>
        <dsp:cNvPr id="0" name=""/>
        <dsp:cNvSpPr/>
      </dsp:nvSpPr>
      <dsp:spPr>
        <a:xfrm>
          <a:off x="1747520" y="1091285"/>
          <a:ext cx="3129280" cy="4957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dirty="0"/>
            <a:t>Some text here</a:t>
          </a:r>
        </a:p>
      </dsp:txBody>
      <dsp:txXfrm>
        <a:off x="1747520" y="1091285"/>
        <a:ext cx="3129280" cy="495754"/>
      </dsp:txXfrm>
    </dsp:sp>
    <dsp:sp modelId="{5425A115-60EF-44A0-B7C7-6BFA5890A80F}">
      <dsp:nvSpPr>
        <dsp:cNvPr id="0" name=""/>
        <dsp:cNvSpPr/>
      </dsp:nvSpPr>
      <dsp:spPr>
        <a:xfrm>
          <a:off x="1625599" y="1587039"/>
          <a:ext cx="6502400" cy="0"/>
        </a:xfrm>
        <a:prstGeom prst="line">
          <a:avLst/>
        </a:prstGeom>
        <a:solidFill>
          <a:schemeClr val="accent2">
            <a:hueOff val="0"/>
            <a:satOff val="0"/>
            <a:lumOff val="0"/>
            <a:alphaOff val="0"/>
          </a:schemeClr>
        </a:solidFill>
        <a:ln w="25400" cap="flat" cmpd="sng" algn="ctr">
          <a:solidFill>
            <a:schemeClr val="accent2">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F3F1F499-3F6D-49EF-A05B-D2C38DAFB7CC}">
      <dsp:nvSpPr>
        <dsp:cNvPr id="0" name=""/>
        <dsp:cNvSpPr/>
      </dsp:nvSpPr>
      <dsp:spPr>
        <a:xfrm>
          <a:off x="1747520" y="1611827"/>
          <a:ext cx="3129280" cy="4957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dirty="0"/>
            <a:t>Some text here</a:t>
          </a:r>
        </a:p>
      </dsp:txBody>
      <dsp:txXfrm>
        <a:off x="1747520" y="1611827"/>
        <a:ext cx="3129280" cy="495754"/>
      </dsp:txXfrm>
    </dsp:sp>
    <dsp:sp modelId="{911E4E5C-8584-4C01-B6FD-3C463D4D7B68}">
      <dsp:nvSpPr>
        <dsp:cNvPr id="0" name=""/>
        <dsp:cNvSpPr/>
      </dsp:nvSpPr>
      <dsp:spPr>
        <a:xfrm>
          <a:off x="1625599" y="2107582"/>
          <a:ext cx="6502400" cy="0"/>
        </a:xfrm>
        <a:prstGeom prst="line">
          <a:avLst/>
        </a:prstGeom>
        <a:solidFill>
          <a:schemeClr val="accent2">
            <a:hueOff val="0"/>
            <a:satOff val="0"/>
            <a:lumOff val="0"/>
            <a:alphaOff val="0"/>
          </a:schemeClr>
        </a:solidFill>
        <a:ln w="25400" cap="flat" cmpd="sng" algn="ctr">
          <a:solidFill>
            <a:schemeClr val="accent2">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51A958EA-7AB2-41BB-B60D-38C6FCA1919C}">
      <dsp:nvSpPr>
        <dsp:cNvPr id="0" name=""/>
        <dsp:cNvSpPr/>
      </dsp:nvSpPr>
      <dsp:spPr>
        <a:xfrm>
          <a:off x="0" y="2132994"/>
          <a:ext cx="8128000" cy="0"/>
        </a:xfrm>
        <a:prstGeom prst="line">
          <a:avLst/>
        </a:prstGeom>
        <a:solidFill>
          <a:schemeClr val="accent4">
            <a:hueOff val="0"/>
            <a:satOff val="0"/>
            <a:lumOff val="0"/>
            <a:alphaOff val="0"/>
          </a:schemeClr>
        </a:solidFill>
        <a:ln w="25400" cap="flat" cmpd="sng" algn="ctr">
          <a:solidFill>
            <a:schemeClr val="accent4">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D365A88C-608F-4502-A417-E4A642208AE2}">
      <dsp:nvSpPr>
        <dsp:cNvPr id="0" name=""/>
        <dsp:cNvSpPr/>
      </dsp:nvSpPr>
      <dsp:spPr>
        <a:xfrm>
          <a:off x="0" y="2132995"/>
          <a:ext cx="1625600" cy="10664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dirty="0"/>
            <a:t>Lorem Ipsum</a:t>
          </a:r>
        </a:p>
      </dsp:txBody>
      <dsp:txXfrm>
        <a:off x="0" y="2132995"/>
        <a:ext cx="1625600" cy="1066497"/>
      </dsp:txXfrm>
    </dsp:sp>
    <dsp:sp modelId="{2155879C-4425-42D9-87F9-7B9CD8CE29D5}">
      <dsp:nvSpPr>
        <dsp:cNvPr id="0" name=""/>
        <dsp:cNvSpPr/>
      </dsp:nvSpPr>
      <dsp:spPr>
        <a:xfrm>
          <a:off x="1747520" y="2157782"/>
          <a:ext cx="3129280" cy="4957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dirty="0"/>
            <a:t>Some text here</a:t>
          </a:r>
        </a:p>
      </dsp:txBody>
      <dsp:txXfrm>
        <a:off x="1747520" y="2157782"/>
        <a:ext cx="3129280" cy="495754"/>
      </dsp:txXfrm>
    </dsp:sp>
    <dsp:sp modelId="{5677B94D-5C22-48D3-B581-C96AD90FF2FF}">
      <dsp:nvSpPr>
        <dsp:cNvPr id="0" name=""/>
        <dsp:cNvSpPr/>
      </dsp:nvSpPr>
      <dsp:spPr>
        <a:xfrm>
          <a:off x="1625599" y="2653537"/>
          <a:ext cx="6502400" cy="0"/>
        </a:xfrm>
        <a:prstGeom prst="line">
          <a:avLst/>
        </a:prstGeom>
        <a:solidFill>
          <a:schemeClr val="accent2">
            <a:hueOff val="0"/>
            <a:satOff val="0"/>
            <a:lumOff val="0"/>
            <a:alphaOff val="0"/>
          </a:schemeClr>
        </a:solidFill>
        <a:ln w="25400" cap="flat" cmpd="sng" algn="ctr">
          <a:solidFill>
            <a:schemeClr val="accent2">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57E807C4-F20C-45A7-B213-7A6A879DAE20}">
      <dsp:nvSpPr>
        <dsp:cNvPr id="0" name=""/>
        <dsp:cNvSpPr/>
      </dsp:nvSpPr>
      <dsp:spPr>
        <a:xfrm>
          <a:off x="1747520" y="2678325"/>
          <a:ext cx="3129280" cy="4957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dirty="0"/>
            <a:t>Some text here</a:t>
          </a:r>
        </a:p>
      </dsp:txBody>
      <dsp:txXfrm>
        <a:off x="1747520" y="2678325"/>
        <a:ext cx="3129280" cy="495754"/>
      </dsp:txXfrm>
    </dsp:sp>
    <dsp:sp modelId="{C29E72C7-5538-40C1-B839-9D0465BC109F}">
      <dsp:nvSpPr>
        <dsp:cNvPr id="0" name=""/>
        <dsp:cNvSpPr/>
      </dsp:nvSpPr>
      <dsp:spPr>
        <a:xfrm>
          <a:off x="1625599" y="3174079"/>
          <a:ext cx="6502400" cy="0"/>
        </a:xfrm>
        <a:prstGeom prst="line">
          <a:avLst/>
        </a:prstGeom>
        <a:solidFill>
          <a:schemeClr val="accent2">
            <a:hueOff val="0"/>
            <a:satOff val="0"/>
            <a:lumOff val="0"/>
            <a:alphaOff val="0"/>
          </a:schemeClr>
        </a:solidFill>
        <a:ln w="25400" cap="flat" cmpd="sng" algn="ctr">
          <a:solidFill>
            <a:schemeClr val="accent2">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BA7E3266-0FEB-40D6-A1AA-A7971322840D}">
      <dsp:nvSpPr>
        <dsp:cNvPr id="0" name=""/>
        <dsp:cNvSpPr/>
      </dsp:nvSpPr>
      <dsp:spPr>
        <a:xfrm>
          <a:off x="0" y="3199492"/>
          <a:ext cx="8128000" cy="0"/>
        </a:xfrm>
        <a:prstGeom prst="line">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a:schemeClr val="lt1"/>
        </a:fontRef>
      </dsp:style>
    </dsp:sp>
    <dsp:sp modelId="{A0DBFA98-DD15-4BA1-A23C-A688F1CFCE81}">
      <dsp:nvSpPr>
        <dsp:cNvPr id="0" name=""/>
        <dsp:cNvSpPr/>
      </dsp:nvSpPr>
      <dsp:spPr>
        <a:xfrm>
          <a:off x="0" y="3199492"/>
          <a:ext cx="1625600" cy="10664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dirty="0"/>
            <a:t>Lorem Ipsum</a:t>
          </a:r>
        </a:p>
      </dsp:txBody>
      <dsp:txXfrm>
        <a:off x="0" y="3199492"/>
        <a:ext cx="1625600" cy="1066497"/>
      </dsp:txXfrm>
    </dsp:sp>
    <dsp:sp modelId="{B75D0EAA-820B-4404-9C5D-059F4BC8B4F1}">
      <dsp:nvSpPr>
        <dsp:cNvPr id="0" name=""/>
        <dsp:cNvSpPr/>
      </dsp:nvSpPr>
      <dsp:spPr>
        <a:xfrm>
          <a:off x="1747520" y="3224280"/>
          <a:ext cx="3129280" cy="4957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dirty="0"/>
            <a:t>Some text here</a:t>
          </a:r>
        </a:p>
      </dsp:txBody>
      <dsp:txXfrm>
        <a:off x="1747520" y="3224280"/>
        <a:ext cx="3129280" cy="495754"/>
      </dsp:txXfrm>
    </dsp:sp>
    <dsp:sp modelId="{6204AFA2-0EC1-4C17-914F-CE8726263CA7}">
      <dsp:nvSpPr>
        <dsp:cNvPr id="0" name=""/>
        <dsp:cNvSpPr/>
      </dsp:nvSpPr>
      <dsp:spPr>
        <a:xfrm>
          <a:off x="1625599" y="3720034"/>
          <a:ext cx="6502400" cy="0"/>
        </a:xfrm>
        <a:prstGeom prst="line">
          <a:avLst/>
        </a:prstGeom>
        <a:solidFill>
          <a:schemeClr val="accent2">
            <a:hueOff val="0"/>
            <a:satOff val="0"/>
            <a:lumOff val="0"/>
            <a:alphaOff val="0"/>
          </a:schemeClr>
        </a:solidFill>
        <a:ln w="25400" cap="flat" cmpd="sng" algn="ctr">
          <a:solidFill>
            <a:schemeClr val="accent2">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D7B93CE3-4B01-43F0-A9F0-DCA577A415FB}">
      <dsp:nvSpPr>
        <dsp:cNvPr id="0" name=""/>
        <dsp:cNvSpPr/>
      </dsp:nvSpPr>
      <dsp:spPr>
        <a:xfrm>
          <a:off x="1747520" y="3744822"/>
          <a:ext cx="3129280" cy="4957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dirty="0"/>
            <a:t>Some text here</a:t>
          </a:r>
        </a:p>
      </dsp:txBody>
      <dsp:txXfrm>
        <a:off x="1747520" y="3744822"/>
        <a:ext cx="3129280" cy="495754"/>
      </dsp:txXfrm>
    </dsp:sp>
    <dsp:sp modelId="{88D74616-EE85-44BE-8C76-ED8CC48DF167}">
      <dsp:nvSpPr>
        <dsp:cNvPr id="0" name=""/>
        <dsp:cNvSpPr/>
      </dsp:nvSpPr>
      <dsp:spPr>
        <a:xfrm>
          <a:off x="1625599" y="4240577"/>
          <a:ext cx="6502400" cy="0"/>
        </a:xfrm>
        <a:prstGeom prst="line">
          <a:avLst/>
        </a:prstGeom>
        <a:solidFill>
          <a:schemeClr val="accent2">
            <a:hueOff val="0"/>
            <a:satOff val="0"/>
            <a:lumOff val="0"/>
            <a:alphaOff val="0"/>
          </a:schemeClr>
        </a:solidFill>
        <a:ln w="25400" cap="flat" cmpd="sng" algn="ctr">
          <a:solidFill>
            <a:schemeClr val="accent2">
              <a:tint val="50000"/>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DE0CAA-39FC-41B4-9154-3E63B63DEB1E}">
      <dsp:nvSpPr>
        <dsp:cNvPr id="0" name=""/>
        <dsp:cNvSpPr/>
      </dsp:nvSpPr>
      <dsp:spPr>
        <a:xfrm>
          <a:off x="0" y="17139"/>
          <a:ext cx="8128000" cy="503685"/>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dirty="0"/>
            <a:t>Lorem Ipsum</a:t>
          </a:r>
        </a:p>
      </dsp:txBody>
      <dsp:txXfrm>
        <a:off x="24588" y="41727"/>
        <a:ext cx="8078824" cy="454509"/>
      </dsp:txXfrm>
    </dsp:sp>
    <dsp:sp modelId="{C1EEBF41-EF24-49B7-93C0-A97FBF4ABFB2}">
      <dsp:nvSpPr>
        <dsp:cNvPr id="0" name=""/>
        <dsp:cNvSpPr/>
      </dsp:nvSpPr>
      <dsp:spPr>
        <a:xfrm>
          <a:off x="0" y="520824"/>
          <a:ext cx="8128000" cy="5542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8064"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US" sz="1600" kern="1200" dirty="0"/>
            <a:t>Some text here</a:t>
          </a:r>
        </a:p>
        <a:p>
          <a:pPr marL="171450" lvl="1" indent="-171450" algn="l" defTabSz="711200">
            <a:lnSpc>
              <a:spcPct val="90000"/>
            </a:lnSpc>
            <a:spcBef>
              <a:spcPct val="0"/>
            </a:spcBef>
            <a:spcAft>
              <a:spcPct val="20000"/>
            </a:spcAft>
            <a:buChar char="•"/>
          </a:pPr>
          <a:r>
            <a:rPr lang="en-US" sz="1600" kern="1200" dirty="0"/>
            <a:t>Some text here</a:t>
          </a:r>
        </a:p>
      </dsp:txBody>
      <dsp:txXfrm>
        <a:off x="0" y="520824"/>
        <a:ext cx="8128000" cy="554242"/>
      </dsp:txXfrm>
    </dsp:sp>
    <dsp:sp modelId="{FD198AF8-9B6D-492B-BCCF-5B14789B523F}">
      <dsp:nvSpPr>
        <dsp:cNvPr id="0" name=""/>
        <dsp:cNvSpPr/>
      </dsp:nvSpPr>
      <dsp:spPr>
        <a:xfrm>
          <a:off x="0" y="1075067"/>
          <a:ext cx="8128000" cy="503685"/>
        </a:xfrm>
        <a:prstGeom prst="round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dirty="0"/>
            <a:t>Lorem Ipsum</a:t>
          </a:r>
        </a:p>
      </dsp:txBody>
      <dsp:txXfrm>
        <a:off x="24588" y="1099655"/>
        <a:ext cx="8078824" cy="454509"/>
      </dsp:txXfrm>
    </dsp:sp>
    <dsp:sp modelId="{A3D055C9-D29D-4E47-8921-6BD67F875901}">
      <dsp:nvSpPr>
        <dsp:cNvPr id="0" name=""/>
        <dsp:cNvSpPr/>
      </dsp:nvSpPr>
      <dsp:spPr>
        <a:xfrm>
          <a:off x="0" y="1578752"/>
          <a:ext cx="8128000" cy="5542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8064"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US" sz="1600" kern="1200" dirty="0"/>
            <a:t>Some text here</a:t>
          </a:r>
        </a:p>
        <a:p>
          <a:pPr marL="171450" lvl="1" indent="-171450" algn="l" defTabSz="711200">
            <a:lnSpc>
              <a:spcPct val="90000"/>
            </a:lnSpc>
            <a:spcBef>
              <a:spcPct val="0"/>
            </a:spcBef>
            <a:spcAft>
              <a:spcPct val="20000"/>
            </a:spcAft>
            <a:buChar char="•"/>
          </a:pPr>
          <a:r>
            <a:rPr lang="en-US" sz="1600" kern="1200" dirty="0"/>
            <a:t>Some text here</a:t>
          </a:r>
        </a:p>
      </dsp:txBody>
      <dsp:txXfrm>
        <a:off x="0" y="1578752"/>
        <a:ext cx="8128000" cy="554242"/>
      </dsp:txXfrm>
    </dsp:sp>
    <dsp:sp modelId="{7DE15947-2DD6-4DA2-ADE2-AD26D97BEAEC}">
      <dsp:nvSpPr>
        <dsp:cNvPr id="0" name=""/>
        <dsp:cNvSpPr/>
      </dsp:nvSpPr>
      <dsp:spPr>
        <a:xfrm>
          <a:off x="0" y="2132995"/>
          <a:ext cx="8128000" cy="503685"/>
        </a:xfrm>
        <a:prstGeom prst="round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dirty="0"/>
            <a:t>Lorem Ipsum</a:t>
          </a:r>
        </a:p>
      </dsp:txBody>
      <dsp:txXfrm>
        <a:off x="24588" y="2157583"/>
        <a:ext cx="8078824" cy="454509"/>
      </dsp:txXfrm>
    </dsp:sp>
    <dsp:sp modelId="{62BD204B-BAE4-4EEC-B5AA-703B7D4846DD}">
      <dsp:nvSpPr>
        <dsp:cNvPr id="0" name=""/>
        <dsp:cNvSpPr/>
      </dsp:nvSpPr>
      <dsp:spPr>
        <a:xfrm>
          <a:off x="0" y="2636680"/>
          <a:ext cx="8128000" cy="5542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8064"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US" sz="1600" kern="1200" dirty="0"/>
            <a:t>Some text here</a:t>
          </a:r>
        </a:p>
        <a:p>
          <a:pPr marL="171450" lvl="1" indent="-171450" algn="l" defTabSz="711200">
            <a:lnSpc>
              <a:spcPct val="90000"/>
            </a:lnSpc>
            <a:spcBef>
              <a:spcPct val="0"/>
            </a:spcBef>
            <a:spcAft>
              <a:spcPct val="20000"/>
            </a:spcAft>
            <a:buChar char="•"/>
          </a:pPr>
          <a:r>
            <a:rPr lang="en-US" sz="1600" kern="1200" dirty="0"/>
            <a:t>Some text here</a:t>
          </a:r>
        </a:p>
      </dsp:txBody>
      <dsp:txXfrm>
        <a:off x="0" y="2636680"/>
        <a:ext cx="8128000" cy="554242"/>
      </dsp:txXfrm>
    </dsp:sp>
    <dsp:sp modelId="{A1197DB1-D76C-4C01-8B50-B696C677B699}">
      <dsp:nvSpPr>
        <dsp:cNvPr id="0" name=""/>
        <dsp:cNvSpPr/>
      </dsp:nvSpPr>
      <dsp:spPr>
        <a:xfrm>
          <a:off x="0" y="3190922"/>
          <a:ext cx="8128000" cy="503685"/>
        </a:xfrm>
        <a:prstGeom prst="roundRect">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dirty="0"/>
            <a:t>Lorem Ipsum</a:t>
          </a:r>
        </a:p>
      </dsp:txBody>
      <dsp:txXfrm>
        <a:off x="24588" y="3215510"/>
        <a:ext cx="8078824" cy="454509"/>
      </dsp:txXfrm>
    </dsp:sp>
    <dsp:sp modelId="{5A74C9FC-9E28-49ED-8635-A219C34CB361}">
      <dsp:nvSpPr>
        <dsp:cNvPr id="0" name=""/>
        <dsp:cNvSpPr/>
      </dsp:nvSpPr>
      <dsp:spPr>
        <a:xfrm>
          <a:off x="0" y="3694607"/>
          <a:ext cx="8128000" cy="5542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8064"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US" sz="1600" kern="1200" dirty="0"/>
            <a:t>Some text here</a:t>
          </a:r>
        </a:p>
        <a:p>
          <a:pPr marL="171450" lvl="1" indent="-171450" algn="l" defTabSz="711200">
            <a:lnSpc>
              <a:spcPct val="90000"/>
            </a:lnSpc>
            <a:spcBef>
              <a:spcPct val="0"/>
            </a:spcBef>
            <a:spcAft>
              <a:spcPct val="20000"/>
            </a:spcAft>
            <a:buChar char="•"/>
          </a:pPr>
          <a:r>
            <a:rPr lang="en-US" sz="1600" kern="1200" dirty="0"/>
            <a:t>Some text here</a:t>
          </a:r>
        </a:p>
      </dsp:txBody>
      <dsp:txXfrm>
        <a:off x="0" y="3694607"/>
        <a:ext cx="8128000" cy="554242"/>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30B246-7AE2-4037-9A1A-7C06243C93F2}">
      <dsp:nvSpPr>
        <dsp:cNvPr id="0" name=""/>
        <dsp:cNvSpPr/>
      </dsp:nvSpPr>
      <dsp:spPr>
        <a:xfrm>
          <a:off x="0" y="320664"/>
          <a:ext cx="8128000" cy="757575"/>
        </a:xfrm>
        <a:prstGeom prst="rect">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30823" tIns="270764" rIns="630823"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dirty="0"/>
            <a:t>Some text here</a:t>
          </a:r>
        </a:p>
        <a:p>
          <a:pPr marL="114300" lvl="1" indent="-114300" algn="l" defTabSz="577850">
            <a:lnSpc>
              <a:spcPct val="90000"/>
            </a:lnSpc>
            <a:spcBef>
              <a:spcPct val="0"/>
            </a:spcBef>
            <a:spcAft>
              <a:spcPct val="15000"/>
            </a:spcAft>
            <a:buChar char="•"/>
          </a:pPr>
          <a:r>
            <a:rPr lang="en-US" sz="1300" kern="1200" dirty="0"/>
            <a:t>Some text here</a:t>
          </a:r>
        </a:p>
      </dsp:txBody>
      <dsp:txXfrm>
        <a:off x="0" y="320664"/>
        <a:ext cx="8128000" cy="757575"/>
      </dsp:txXfrm>
    </dsp:sp>
    <dsp:sp modelId="{4D31BD36-3E40-4DE3-A02C-F6D0EF1BAC7C}">
      <dsp:nvSpPr>
        <dsp:cNvPr id="0" name=""/>
        <dsp:cNvSpPr/>
      </dsp:nvSpPr>
      <dsp:spPr>
        <a:xfrm>
          <a:off x="406400" y="128784"/>
          <a:ext cx="5689600" cy="383760"/>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15053" tIns="0" rIns="215053" bIns="0" numCol="1" spcCol="1270" anchor="ctr" anchorCtr="0">
          <a:noAutofit/>
        </a:bodyPr>
        <a:lstStyle/>
        <a:p>
          <a:pPr marL="0" lvl="0" indent="0" algn="l" defTabSz="577850">
            <a:lnSpc>
              <a:spcPct val="90000"/>
            </a:lnSpc>
            <a:spcBef>
              <a:spcPct val="0"/>
            </a:spcBef>
            <a:spcAft>
              <a:spcPct val="35000"/>
            </a:spcAft>
            <a:buNone/>
          </a:pPr>
          <a:r>
            <a:rPr lang="en-US" sz="1300" kern="1200" dirty="0"/>
            <a:t>Lorem Ipsum</a:t>
          </a:r>
        </a:p>
      </dsp:txBody>
      <dsp:txXfrm>
        <a:off x="425134" y="147518"/>
        <a:ext cx="5652132" cy="346292"/>
      </dsp:txXfrm>
    </dsp:sp>
    <dsp:sp modelId="{BC156AD2-BF74-4BB0-B73A-11606965D754}">
      <dsp:nvSpPr>
        <dsp:cNvPr id="0" name=""/>
        <dsp:cNvSpPr/>
      </dsp:nvSpPr>
      <dsp:spPr>
        <a:xfrm>
          <a:off x="0" y="1340319"/>
          <a:ext cx="8128000" cy="757575"/>
        </a:xfrm>
        <a:prstGeom prst="rect">
          <a:avLst/>
        </a:prstGeom>
        <a:solidFill>
          <a:schemeClr val="lt1">
            <a:alpha val="90000"/>
            <a:hueOff val="0"/>
            <a:satOff val="0"/>
            <a:lumOff val="0"/>
            <a:alphaOff val="0"/>
          </a:schemeClr>
        </a:solidFill>
        <a:ln w="9525" cap="flat" cmpd="sng" algn="ctr">
          <a:solidFill>
            <a:schemeClr val="accent3">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30823" tIns="270764" rIns="630823"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dirty="0"/>
            <a:t>Some text here</a:t>
          </a:r>
        </a:p>
        <a:p>
          <a:pPr marL="114300" lvl="1" indent="-114300" algn="l" defTabSz="577850">
            <a:lnSpc>
              <a:spcPct val="90000"/>
            </a:lnSpc>
            <a:spcBef>
              <a:spcPct val="0"/>
            </a:spcBef>
            <a:spcAft>
              <a:spcPct val="15000"/>
            </a:spcAft>
            <a:buChar char="•"/>
          </a:pPr>
          <a:r>
            <a:rPr lang="en-US" sz="1300" kern="1200" dirty="0"/>
            <a:t>Some text here</a:t>
          </a:r>
        </a:p>
      </dsp:txBody>
      <dsp:txXfrm>
        <a:off x="0" y="1340319"/>
        <a:ext cx="8128000" cy="757575"/>
      </dsp:txXfrm>
    </dsp:sp>
    <dsp:sp modelId="{2210AFAB-EA6C-45AA-93D4-15B5F10DECC2}">
      <dsp:nvSpPr>
        <dsp:cNvPr id="0" name=""/>
        <dsp:cNvSpPr/>
      </dsp:nvSpPr>
      <dsp:spPr>
        <a:xfrm>
          <a:off x="406400" y="1148439"/>
          <a:ext cx="5689600" cy="383760"/>
        </a:xfrm>
        <a:prstGeom prst="round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15053" tIns="0" rIns="215053" bIns="0" numCol="1" spcCol="1270" anchor="ctr" anchorCtr="0">
          <a:noAutofit/>
        </a:bodyPr>
        <a:lstStyle/>
        <a:p>
          <a:pPr marL="0" lvl="0" indent="0" algn="l" defTabSz="577850">
            <a:lnSpc>
              <a:spcPct val="90000"/>
            </a:lnSpc>
            <a:spcBef>
              <a:spcPct val="0"/>
            </a:spcBef>
            <a:spcAft>
              <a:spcPct val="35000"/>
            </a:spcAft>
            <a:buNone/>
          </a:pPr>
          <a:r>
            <a:rPr lang="en-US" sz="1300" kern="1200"/>
            <a:t>Lorem Ipsum</a:t>
          </a:r>
          <a:endParaRPr lang="en-US" sz="1300" kern="1200" dirty="0"/>
        </a:p>
      </dsp:txBody>
      <dsp:txXfrm>
        <a:off x="425134" y="1167173"/>
        <a:ext cx="5652132" cy="346292"/>
      </dsp:txXfrm>
    </dsp:sp>
    <dsp:sp modelId="{64FE8F24-969C-48BD-8FDC-5E2AD6BBEF05}">
      <dsp:nvSpPr>
        <dsp:cNvPr id="0" name=""/>
        <dsp:cNvSpPr/>
      </dsp:nvSpPr>
      <dsp:spPr>
        <a:xfrm>
          <a:off x="0" y="2359975"/>
          <a:ext cx="8128000" cy="757575"/>
        </a:xfrm>
        <a:prstGeom prst="rect">
          <a:avLst/>
        </a:prstGeom>
        <a:solidFill>
          <a:schemeClr val="lt1">
            <a:alpha val="90000"/>
            <a:hueOff val="0"/>
            <a:satOff val="0"/>
            <a:lumOff val="0"/>
            <a:alphaOff val="0"/>
          </a:schemeClr>
        </a:solidFill>
        <a:ln w="9525" cap="flat" cmpd="sng" algn="ctr">
          <a:solidFill>
            <a:schemeClr val="accent4">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30823" tIns="270764" rIns="630823"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dirty="0"/>
            <a:t>Some text here</a:t>
          </a:r>
        </a:p>
        <a:p>
          <a:pPr marL="114300" lvl="1" indent="-114300" algn="l" defTabSz="577850">
            <a:lnSpc>
              <a:spcPct val="90000"/>
            </a:lnSpc>
            <a:spcBef>
              <a:spcPct val="0"/>
            </a:spcBef>
            <a:spcAft>
              <a:spcPct val="15000"/>
            </a:spcAft>
            <a:buChar char="•"/>
          </a:pPr>
          <a:r>
            <a:rPr lang="en-US" sz="1300" kern="1200" dirty="0"/>
            <a:t>Some text here</a:t>
          </a:r>
        </a:p>
      </dsp:txBody>
      <dsp:txXfrm>
        <a:off x="0" y="2359975"/>
        <a:ext cx="8128000" cy="757575"/>
      </dsp:txXfrm>
    </dsp:sp>
    <dsp:sp modelId="{6063FBB6-0446-418B-96D2-25EB959E1CA8}">
      <dsp:nvSpPr>
        <dsp:cNvPr id="0" name=""/>
        <dsp:cNvSpPr/>
      </dsp:nvSpPr>
      <dsp:spPr>
        <a:xfrm>
          <a:off x="406400" y="2168095"/>
          <a:ext cx="5689600" cy="383760"/>
        </a:xfrm>
        <a:prstGeom prst="round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15053" tIns="0" rIns="215053" bIns="0" numCol="1" spcCol="1270" anchor="ctr" anchorCtr="0">
          <a:noAutofit/>
        </a:bodyPr>
        <a:lstStyle/>
        <a:p>
          <a:pPr marL="0" lvl="0" indent="0" algn="l" defTabSz="577850">
            <a:lnSpc>
              <a:spcPct val="90000"/>
            </a:lnSpc>
            <a:spcBef>
              <a:spcPct val="0"/>
            </a:spcBef>
            <a:spcAft>
              <a:spcPct val="35000"/>
            </a:spcAft>
            <a:buNone/>
          </a:pPr>
          <a:r>
            <a:rPr lang="en-US" sz="1300" kern="1200"/>
            <a:t>Lorem Ipsum</a:t>
          </a:r>
          <a:endParaRPr lang="en-US" sz="1300" kern="1200" dirty="0"/>
        </a:p>
      </dsp:txBody>
      <dsp:txXfrm>
        <a:off x="425134" y="2186829"/>
        <a:ext cx="5652132" cy="346292"/>
      </dsp:txXfrm>
    </dsp:sp>
    <dsp:sp modelId="{A052C7EA-58FF-4879-BDB9-E423C871D117}">
      <dsp:nvSpPr>
        <dsp:cNvPr id="0" name=""/>
        <dsp:cNvSpPr/>
      </dsp:nvSpPr>
      <dsp:spPr>
        <a:xfrm>
          <a:off x="0" y="3379630"/>
          <a:ext cx="8128000" cy="757575"/>
        </a:xfrm>
        <a:prstGeom prst="rect">
          <a:avLst/>
        </a:prstGeom>
        <a:solidFill>
          <a:schemeClr val="lt1">
            <a:alpha val="90000"/>
            <a:hueOff val="0"/>
            <a:satOff val="0"/>
            <a:lumOff val="0"/>
            <a:alphaOff val="0"/>
          </a:schemeClr>
        </a:solidFill>
        <a:ln w="9525" cap="flat" cmpd="sng" algn="ctr">
          <a:solidFill>
            <a:schemeClr val="accent5">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30823" tIns="270764" rIns="630823"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dirty="0"/>
            <a:t>Some text here</a:t>
          </a:r>
        </a:p>
        <a:p>
          <a:pPr marL="114300" lvl="1" indent="-114300" algn="l" defTabSz="577850">
            <a:lnSpc>
              <a:spcPct val="90000"/>
            </a:lnSpc>
            <a:spcBef>
              <a:spcPct val="0"/>
            </a:spcBef>
            <a:spcAft>
              <a:spcPct val="15000"/>
            </a:spcAft>
            <a:buChar char="•"/>
          </a:pPr>
          <a:r>
            <a:rPr lang="en-US" sz="1300" kern="1200" dirty="0"/>
            <a:t>Some text here</a:t>
          </a:r>
        </a:p>
      </dsp:txBody>
      <dsp:txXfrm>
        <a:off x="0" y="3379630"/>
        <a:ext cx="8128000" cy="757575"/>
      </dsp:txXfrm>
    </dsp:sp>
    <dsp:sp modelId="{E909E222-84D8-4BA0-868E-E102B815009B}">
      <dsp:nvSpPr>
        <dsp:cNvPr id="0" name=""/>
        <dsp:cNvSpPr/>
      </dsp:nvSpPr>
      <dsp:spPr>
        <a:xfrm>
          <a:off x="406400" y="3187750"/>
          <a:ext cx="5689600" cy="383760"/>
        </a:xfrm>
        <a:prstGeom prst="roundRect">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15053" tIns="0" rIns="215053" bIns="0" numCol="1" spcCol="1270" anchor="ctr" anchorCtr="0">
          <a:noAutofit/>
        </a:bodyPr>
        <a:lstStyle/>
        <a:p>
          <a:pPr marL="0" lvl="0" indent="0" algn="l" defTabSz="577850">
            <a:lnSpc>
              <a:spcPct val="90000"/>
            </a:lnSpc>
            <a:spcBef>
              <a:spcPct val="0"/>
            </a:spcBef>
            <a:spcAft>
              <a:spcPct val="35000"/>
            </a:spcAft>
            <a:buNone/>
          </a:pPr>
          <a:r>
            <a:rPr lang="en-US" sz="1300" kern="1200"/>
            <a:t>Lorem Ipsum</a:t>
          </a:r>
          <a:endParaRPr lang="en-US" sz="1300" kern="1200" dirty="0"/>
        </a:p>
      </dsp:txBody>
      <dsp:txXfrm>
        <a:off x="425134" y="3206484"/>
        <a:ext cx="5652132" cy="346292"/>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F1A4A6-8FEF-47D0-869B-6AE6412FB719}">
      <dsp:nvSpPr>
        <dsp:cNvPr id="0" name=""/>
        <dsp:cNvSpPr/>
      </dsp:nvSpPr>
      <dsp:spPr>
        <a:xfrm>
          <a:off x="3968" y="256494"/>
          <a:ext cx="2030015" cy="396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50800" rIns="142240" bIns="50800" numCol="1" spcCol="1270" anchor="ctr" anchorCtr="0">
          <a:noAutofit/>
        </a:bodyPr>
        <a:lstStyle/>
        <a:p>
          <a:pPr marL="0" lvl="0" indent="0" algn="r" defTabSz="889000">
            <a:lnSpc>
              <a:spcPct val="90000"/>
            </a:lnSpc>
            <a:spcBef>
              <a:spcPct val="0"/>
            </a:spcBef>
            <a:spcAft>
              <a:spcPct val="35000"/>
            </a:spcAft>
            <a:buNone/>
          </a:pPr>
          <a:r>
            <a:rPr lang="en-US" sz="2000" kern="1200" dirty="0"/>
            <a:t>Lorem Ipsum</a:t>
          </a:r>
        </a:p>
      </dsp:txBody>
      <dsp:txXfrm>
        <a:off x="3968" y="256494"/>
        <a:ext cx="2030015" cy="396000"/>
      </dsp:txXfrm>
    </dsp:sp>
    <dsp:sp modelId="{D02A5D66-2A22-4ED3-B177-A2F4E2622DB5}">
      <dsp:nvSpPr>
        <dsp:cNvPr id="0" name=""/>
        <dsp:cNvSpPr/>
      </dsp:nvSpPr>
      <dsp:spPr>
        <a:xfrm>
          <a:off x="2033984" y="70869"/>
          <a:ext cx="406003" cy="767250"/>
        </a:xfrm>
        <a:prstGeom prst="leftBrace">
          <a:avLst>
            <a:gd name="adj1" fmla="val 35000"/>
            <a:gd name="adj2" fmla="val 50000"/>
          </a:avLst>
        </a:pr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A39910DE-1FAE-4421-A9EC-B6A9ABCC3223}">
      <dsp:nvSpPr>
        <dsp:cNvPr id="0" name=""/>
        <dsp:cNvSpPr/>
      </dsp:nvSpPr>
      <dsp:spPr>
        <a:xfrm>
          <a:off x="2602388" y="70869"/>
          <a:ext cx="5521642" cy="767250"/>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Some text here</a:t>
          </a:r>
        </a:p>
        <a:p>
          <a:pPr marL="228600" lvl="1" indent="-228600" algn="l" defTabSz="889000">
            <a:lnSpc>
              <a:spcPct val="90000"/>
            </a:lnSpc>
            <a:spcBef>
              <a:spcPct val="0"/>
            </a:spcBef>
            <a:spcAft>
              <a:spcPct val="15000"/>
            </a:spcAft>
            <a:buChar char="•"/>
          </a:pPr>
          <a:r>
            <a:rPr lang="en-US" sz="2000" kern="1200" dirty="0"/>
            <a:t>Some text here</a:t>
          </a:r>
        </a:p>
      </dsp:txBody>
      <dsp:txXfrm>
        <a:off x="2602388" y="70869"/>
        <a:ext cx="5521642" cy="767250"/>
      </dsp:txXfrm>
    </dsp:sp>
    <dsp:sp modelId="{0D80AC4A-A6CE-4186-B663-EFB90A3F36E0}">
      <dsp:nvSpPr>
        <dsp:cNvPr id="0" name=""/>
        <dsp:cNvSpPr/>
      </dsp:nvSpPr>
      <dsp:spPr>
        <a:xfrm>
          <a:off x="3968" y="1095745"/>
          <a:ext cx="2030015" cy="396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50800" rIns="142240" bIns="50800" numCol="1" spcCol="1270" anchor="ctr" anchorCtr="0">
          <a:noAutofit/>
        </a:bodyPr>
        <a:lstStyle/>
        <a:p>
          <a:pPr marL="0" lvl="0" indent="0" algn="r" defTabSz="889000">
            <a:lnSpc>
              <a:spcPct val="90000"/>
            </a:lnSpc>
            <a:spcBef>
              <a:spcPct val="0"/>
            </a:spcBef>
            <a:spcAft>
              <a:spcPct val="35000"/>
            </a:spcAft>
            <a:buNone/>
          </a:pPr>
          <a:r>
            <a:rPr lang="en-US" sz="2000" kern="1200"/>
            <a:t>Lorem Ipsum</a:t>
          </a:r>
          <a:endParaRPr lang="en-US" sz="2000" kern="1200" dirty="0"/>
        </a:p>
      </dsp:txBody>
      <dsp:txXfrm>
        <a:off x="3968" y="1095745"/>
        <a:ext cx="2030015" cy="396000"/>
      </dsp:txXfrm>
    </dsp:sp>
    <dsp:sp modelId="{A60F9A32-BC07-4AF0-AF35-E1CDCE768195}">
      <dsp:nvSpPr>
        <dsp:cNvPr id="0" name=""/>
        <dsp:cNvSpPr/>
      </dsp:nvSpPr>
      <dsp:spPr>
        <a:xfrm>
          <a:off x="2033984" y="910120"/>
          <a:ext cx="406003" cy="767250"/>
        </a:xfrm>
        <a:prstGeom prst="leftBrace">
          <a:avLst>
            <a:gd name="adj1" fmla="val 35000"/>
            <a:gd name="adj2" fmla="val 50000"/>
          </a:avLst>
        </a:pr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3F7C9D1-91AE-44D0-B01D-010FD4CC5D55}">
      <dsp:nvSpPr>
        <dsp:cNvPr id="0" name=""/>
        <dsp:cNvSpPr/>
      </dsp:nvSpPr>
      <dsp:spPr>
        <a:xfrm>
          <a:off x="2602388" y="910120"/>
          <a:ext cx="5521642" cy="767250"/>
        </a:xfrm>
        <a:prstGeom prst="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Some text here</a:t>
          </a:r>
        </a:p>
        <a:p>
          <a:pPr marL="228600" lvl="1" indent="-228600" algn="l" defTabSz="889000">
            <a:lnSpc>
              <a:spcPct val="90000"/>
            </a:lnSpc>
            <a:spcBef>
              <a:spcPct val="0"/>
            </a:spcBef>
            <a:spcAft>
              <a:spcPct val="15000"/>
            </a:spcAft>
            <a:buChar char="•"/>
          </a:pPr>
          <a:r>
            <a:rPr lang="en-US" sz="2000" kern="1200" dirty="0"/>
            <a:t>Some text here</a:t>
          </a:r>
        </a:p>
      </dsp:txBody>
      <dsp:txXfrm>
        <a:off x="2602388" y="910120"/>
        <a:ext cx="5521642" cy="767250"/>
      </dsp:txXfrm>
    </dsp:sp>
    <dsp:sp modelId="{0208A43C-8EE1-4777-A67D-0A059446A349}">
      <dsp:nvSpPr>
        <dsp:cNvPr id="0" name=""/>
        <dsp:cNvSpPr/>
      </dsp:nvSpPr>
      <dsp:spPr>
        <a:xfrm>
          <a:off x="3968" y="1934995"/>
          <a:ext cx="2030015" cy="396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50800" rIns="142240" bIns="50800" numCol="1" spcCol="1270" anchor="ctr" anchorCtr="0">
          <a:noAutofit/>
        </a:bodyPr>
        <a:lstStyle/>
        <a:p>
          <a:pPr marL="0" lvl="0" indent="0" algn="r" defTabSz="889000">
            <a:lnSpc>
              <a:spcPct val="90000"/>
            </a:lnSpc>
            <a:spcBef>
              <a:spcPct val="0"/>
            </a:spcBef>
            <a:spcAft>
              <a:spcPct val="35000"/>
            </a:spcAft>
            <a:buNone/>
          </a:pPr>
          <a:r>
            <a:rPr lang="en-US" sz="2000" kern="1200"/>
            <a:t>Lorem Ipsum</a:t>
          </a:r>
          <a:endParaRPr lang="en-US" sz="2000" kern="1200" dirty="0"/>
        </a:p>
      </dsp:txBody>
      <dsp:txXfrm>
        <a:off x="3968" y="1934995"/>
        <a:ext cx="2030015" cy="396000"/>
      </dsp:txXfrm>
    </dsp:sp>
    <dsp:sp modelId="{0A79E584-77A8-4302-B9EC-035C8DF38F0D}">
      <dsp:nvSpPr>
        <dsp:cNvPr id="0" name=""/>
        <dsp:cNvSpPr/>
      </dsp:nvSpPr>
      <dsp:spPr>
        <a:xfrm>
          <a:off x="2033984" y="1749370"/>
          <a:ext cx="406003" cy="767250"/>
        </a:xfrm>
        <a:prstGeom prst="leftBrace">
          <a:avLst>
            <a:gd name="adj1" fmla="val 35000"/>
            <a:gd name="adj2" fmla="val 50000"/>
          </a:avLst>
        </a:pr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AD04ED39-F7CB-41C2-8759-B5055F58DF4B}">
      <dsp:nvSpPr>
        <dsp:cNvPr id="0" name=""/>
        <dsp:cNvSpPr/>
      </dsp:nvSpPr>
      <dsp:spPr>
        <a:xfrm>
          <a:off x="2602388" y="1749370"/>
          <a:ext cx="5521642" cy="767250"/>
        </a:xfrm>
        <a:prstGeom prst="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Some text here</a:t>
          </a:r>
        </a:p>
        <a:p>
          <a:pPr marL="228600" lvl="1" indent="-228600" algn="l" defTabSz="889000">
            <a:lnSpc>
              <a:spcPct val="90000"/>
            </a:lnSpc>
            <a:spcBef>
              <a:spcPct val="0"/>
            </a:spcBef>
            <a:spcAft>
              <a:spcPct val="15000"/>
            </a:spcAft>
            <a:buChar char="•"/>
          </a:pPr>
          <a:r>
            <a:rPr lang="en-US" sz="2000" kern="1200" dirty="0"/>
            <a:t>Some text here</a:t>
          </a:r>
        </a:p>
      </dsp:txBody>
      <dsp:txXfrm>
        <a:off x="2602388" y="1749370"/>
        <a:ext cx="5521642" cy="767250"/>
      </dsp:txXfrm>
    </dsp:sp>
    <dsp:sp modelId="{CCE372F8-A734-4349-9ED6-2703D53D4161}">
      <dsp:nvSpPr>
        <dsp:cNvPr id="0" name=""/>
        <dsp:cNvSpPr/>
      </dsp:nvSpPr>
      <dsp:spPr>
        <a:xfrm>
          <a:off x="3968" y="2774244"/>
          <a:ext cx="2030015" cy="396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50800" rIns="142240" bIns="50800" numCol="1" spcCol="1270" anchor="ctr" anchorCtr="0">
          <a:noAutofit/>
        </a:bodyPr>
        <a:lstStyle/>
        <a:p>
          <a:pPr marL="0" lvl="0" indent="0" algn="r" defTabSz="889000">
            <a:lnSpc>
              <a:spcPct val="90000"/>
            </a:lnSpc>
            <a:spcBef>
              <a:spcPct val="0"/>
            </a:spcBef>
            <a:spcAft>
              <a:spcPct val="35000"/>
            </a:spcAft>
            <a:buNone/>
          </a:pPr>
          <a:r>
            <a:rPr lang="en-US" sz="2000" kern="1200"/>
            <a:t>Lorem Ipsum</a:t>
          </a:r>
          <a:endParaRPr lang="en-US" sz="2000" kern="1200" dirty="0"/>
        </a:p>
      </dsp:txBody>
      <dsp:txXfrm>
        <a:off x="3968" y="2774244"/>
        <a:ext cx="2030015" cy="396000"/>
      </dsp:txXfrm>
    </dsp:sp>
    <dsp:sp modelId="{F95A7D52-A902-42DB-94C6-50F27FD3E3A4}">
      <dsp:nvSpPr>
        <dsp:cNvPr id="0" name=""/>
        <dsp:cNvSpPr/>
      </dsp:nvSpPr>
      <dsp:spPr>
        <a:xfrm>
          <a:off x="2033984" y="2588619"/>
          <a:ext cx="406003" cy="767250"/>
        </a:xfrm>
        <a:prstGeom prst="leftBrace">
          <a:avLst>
            <a:gd name="adj1" fmla="val 35000"/>
            <a:gd name="adj2" fmla="val 50000"/>
          </a:avLst>
        </a:pr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84801765-2781-429F-9E98-810B4595344F}">
      <dsp:nvSpPr>
        <dsp:cNvPr id="0" name=""/>
        <dsp:cNvSpPr/>
      </dsp:nvSpPr>
      <dsp:spPr>
        <a:xfrm>
          <a:off x="2602388" y="2588619"/>
          <a:ext cx="5521642" cy="767250"/>
        </a:xfrm>
        <a:prstGeom prst="rect">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Some text here</a:t>
          </a:r>
        </a:p>
        <a:p>
          <a:pPr marL="228600" lvl="1" indent="-228600" algn="l" defTabSz="889000">
            <a:lnSpc>
              <a:spcPct val="90000"/>
            </a:lnSpc>
            <a:spcBef>
              <a:spcPct val="0"/>
            </a:spcBef>
            <a:spcAft>
              <a:spcPct val="15000"/>
            </a:spcAft>
            <a:buChar char="•"/>
          </a:pPr>
          <a:r>
            <a:rPr lang="en-US" sz="2000" kern="1200" dirty="0"/>
            <a:t>Some text here</a:t>
          </a:r>
        </a:p>
      </dsp:txBody>
      <dsp:txXfrm>
        <a:off x="2602388" y="2588619"/>
        <a:ext cx="5521642" cy="767250"/>
      </dsp:txXfrm>
    </dsp:sp>
    <dsp:sp modelId="{63EE59EC-FB57-48BB-9EEB-DE1346C06AC5}">
      <dsp:nvSpPr>
        <dsp:cNvPr id="0" name=""/>
        <dsp:cNvSpPr/>
      </dsp:nvSpPr>
      <dsp:spPr>
        <a:xfrm>
          <a:off x="3968" y="3613495"/>
          <a:ext cx="2030015" cy="396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50800" rIns="142240" bIns="50800" numCol="1" spcCol="1270" anchor="ctr" anchorCtr="0">
          <a:noAutofit/>
        </a:bodyPr>
        <a:lstStyle/>
        <a:p>
          <a:pPr marL="0" lvl="0" indent="0" algn="r" defTabSz="889000">
            <a:lnSpc>
              <a:spcPct val="90000"/>
            </a:lnSpc>
            <a:spcBef>
              <a:spcPct val="0"/>
            </a:spcBef>
            <a:spcAft>
              <a:spcPct val="35000"/>
            </a:spcAft>
            <a:buNone/>
          </a:pPr>
          <a:r>
            <a:rPr lang="en-US" sz="2000" kern="1200"/>
            <a:t>Lorem Ipsum</a:t>
          </a:r>
          <a:endParaRPr lang="en-US" sz="2000" kern="1200" dirty="0"/>
        </a:p>
      </dsp:txBody>
      <dsp:txXfrm>
        <a:off x="3968" y="3613495"/>
        <a:ext cx="2030015" cy="396000"/>
      </dsp:txXfrm>
    </dsp:sp>
    <dsp:sp modelId="{5CAFAAEE-9D1B-45B2-B91B-0DBDD893AF10}">
      <dsp:nvSpPr>
        <dsp:cNvPr id="0" name=""/>
        <dsp:cNvSpPr/>
      </dsp:nvSpPr>
      <dsp:spPr>
        <a:xfrm>
          <a:off x="2033984" y="3427870"/>
          <a:ext cx="406003" cy="767250"/>
        </a:xfrm>
        <a:prstGeom prst="leftBrace">
          <a:avLst>
            <a:gd name="adj1" fmla="val 35000"/>
            <a:gd name="adj2" fmla="val 50000"/>
          </a:avLst>
        </a:pr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45E41BC7-6154-4B35-9FFD-1BC9D3A8D0C5}">
      <dsp:nvSpPr>
        <dsp:cNvPr id="0" name=""/>
        <dsp:cNvSpPr/>
      </dsp:nvSpPr>
      <dsp:spPr>
        <a:xfrm>
          <a:off x="2602388" y="3427870"/>
          <a:ext cx="5521642" cy="767250"/>
        </a:xfrm>
        <a:prstGeom prst="rect">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Some text here</a:t>
          </a:r>
        </a:p>
        <a:p>
          <a:pPr marL="228600" lvl="1" indent="-228600" algn="l" defTabSz="889000">
            <a:lnSpc>
              <a:spcPct val="90000"/>
            </a:lnSpc>
            <a:spcBef>
              <a:spcPct val="0"/>
            </a:spcBef>
            <a:spcAft>
              <a:spcPct val="15000"/>
            </a:spcAft>
            <a:buChar char="•"/>
          </a:pPr>
          <a:r>
            <a:rPr lang="en-US" sz="2000" kern="1200" dirty="0"/>
            <a:t>Some </a:t>
          </a:r>
          <a:r>
            <a:rPr lang="en-US" sz="2000" kern="1200"/>
            <a:t>text here</a:t>
          </a:r>
          <a:endParaRPr lang="en-US" sz="2000" kern="1200" dirty="0"/>
        </a:p>
      </dsp:txBody>
      <dsp:txXfrm>
        <a:off x="2602388" y="3427870"/>
        <a:ext cx="5521642" cy="767250"/>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D5BB13-3087-4852-A5FC-D628A8FA5BBE}">
      <dsp:nvSpPr>
        <dsp:cNvPr id="0" name=""/>
        <dsp:cNvSpPr/>
      </dsp:nvSpPr>
      <dsp:spPr>
        <a:xfrm>
          <a:off x="103999" y="1874"/>
          <a:ext cx="7920000" cy="819661"/>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9220" tIns="109220" rIns="109220" bIns="109220" numCol="1" spcCol="1270" anchor="ctr" anchorCtr="0">
          <a:noAutofit/>
        </a:bodyPr>
        <a:lstStyle/>
        <a:p>
          <a:pPr marL="0" lvl="0" indent="0" algn="ctr" defTabSz="1911350">
            <a:lnSpc>
              <a:spcPct val="90000"/>
            </a:lnSpc>
            <a:spcBef>
              <a:spcPct val="0"/>
            </a:spcBef>
            <a:spcAft>
              <a:spcPct val="35000"/>
            </a:spcAft>
            <a:buNone/>
          </a:pPr>
          <a:r>
            <a:rPr lang="en-US" sz="4300" kern="1200" dirty="0"/>
            <a:t>Lorem Ipsum with very large width</a:t>
          </a:r>
        </a:p>
      </dsp:txBody>
      <dsp:txXfrm>
        <a:off x="103999" y="1874"/>
        <a:ext cx="7920000" cy="819661"/>
      </dsp:txXfrm>
    </dsp:sp>
    <dsp:sp modelId="{F17A4FD7-74B5-4308-93CA-3301FAA0482E}">
      <dsp:nvSpPr>
        <dsp:cNvPr id="0" name=""/>
        <dsp:cNvSpPr/>
      </dsp:nvSpPr>
      <dsp:spPr>
        <a:xfrm>
          <a:off x="643999" y="862519"/>
          <a:ext cx="6840000" cy="819661"/>
        </a:xfrm>
        <a:prstGeom prst="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9220" tIns="109220" rIns="109220" bIns="109220" numCol="1" spcCol="1270" anchor="ctr" anchorCtr="0">
          <a:noAutofit/>
        </a:bodyPr>
        <a:lstStyle/>
        <a:p>
          <a:pPr marL="0" lvl="0" indent="0" algn="ctr" defTabSz="1911350">
            <a:lnSpc>
              <a:spcPct val="90000"/>
            </a:lnSpc>
            <a:spcBef>
              <a:spcPct val="0"/>
            </a:spcBef>
            <a:spcAft>
              <a:spcPct val="35000"/>
            </a:spcAft>
            <a:buNone/>
          </a:pPr>
          <a:r>
            <a:rPr lang="en-US" sz="4300" kern="1200" dirty="0"/>
            <a:t>Lorem Ipsum with large width</a:t>
          </a:r>
        </a:p>
      </dsp:txBody>
      <dsp:txXfrm>
        <a:off x="643999" y="862519"/>
        <a:ext cx="6840000" cy="819661"/>
      </dsp:txXfrm>
    </dsp:sp>
    <dsp:sp modelId="{2345020A-22C1-44FE-9B49-83AEC5C7BCB7}">
      <dsp:nvSpPr>
        <dsp:cNvPr id="0" name=""/>
        <dsp:cNvSpPr/>
      </dsp:nvSpPr>
      <dsp:spPr>
        <a:xfrm>
          <a:off x="1498999" y="1723164"/>
          <a:ext cx="5130000" cy="819661"/>
        </a:xfrm>
        <a:prstGeom prst="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9220" tIns="109220" rIns="109220" bIns="109220" numCol="1" spcCol="1270" anchor="ctr" anchorCtr="0">
          <a:noAutofit/>
        </a:bodyPr>
        <a:lstStyle/>
        <a:p>
          <a:pPr marL="0" lvl="0" indent="0" algn="ctr" defTabSz="1911350">
            <a:lnSpc>
              <a:spcPct val="90000"/>
            </a:lnSpc>
            <a:spcBef>
              <a:spcPct val="0"/>
            </a:spcBef>
            <a:spcAft>
              <a:spcPct val="35000"/>
            </a:spcAft>
            <a:buNone/>
          </a:pPr>
          <a:r>
            <a:rPr lang="en-US" sz="4300" kern="1200" dirty="0"/>
            <a:t>Lorem Ipsum medium</a:t>
          </a:r>
        </a:p>
      </dsp:txBody>
      <dsp:txXfrm>
        <a:off x="1498999" y="1723164"/>
        <a:ext cx="5130000" cy="819661"/>
      </dsp:txXfrm>
    </dsp:sp>
    <dsp:sp modelId="{5A59F46C-47C5-4852-8F90-78E22F0860C8}">
      <dsp:nvSpPr>
        <dsp:cNvPr id="0" name=""/>
        <dsp:cNvSpPr/>
      </dsp:nvSpPr>
      <dsp:spPr>
        <a:xfrm>
          <a:off x="1814000" y="2583808"/>
          <a:ext cx="4500000" cy="819661"/>
        </a:xfrm>
        <a:prstGeom prst="rect">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9220" tIns="109220" rIns="109220" bIns="109220" numCol="1" spcCol="1270" anchor="ctr" anchorCtr="0">
          <a:noAutofit/>
        </a:bodyPr>
        <a:lstStyle/>
        <a:p>
          <a:pPr marL="0" lvl="0" indent="0" algn="ctr" defTabSz="1911350">
            <a:lnSpc>
              <a:spcPct val="90000"/>
            </a:lnSpc>
            <a:spcBef>
              <a:spcPct val="0"/>
            </a:spcBef>
            <a:spcAft>
              <a:spcPct val="35000"/>
            </a:spcAft>
            <a:buNone/>
          </a:pPr>
          <a:r>
            <a:rPr lang="en-US" sz="4300" kern="1200" dirty="0"/>
            <a:t>Lorem Ipsum lower</a:t>
          </a:r>
        </a:p>
      </dsp:txBody>
      <dsp:txXfrm>
        <a:off x="1814000" y="2583808"/>
        <a:ext cx="4500000" cy="819661"/>
      </dsp:txXfrm>
    </dsp:sp>
    <dsp:sp modelId="{9EFA1E31-9BAA-467C-9E1F-3309FEF16529}">
      <dsp:nvSpPr>
        <dsp:cNvPr id="0" name=""/>
        <dsp:cNvSpPr/>
      </dsp:nvSpPr>
      <dsp:spPr>
        <a:xfrm>
          <a:off x="2489000" y="3444453"/>
          <a:ext cx="3150000" cy="819661"/>
        </a:xfrm>
        <a:prstGeom prst="rect">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9220" tIns="109220" rIns="109220" bIns="109220" numCol="1" spcCol="1270" anchor="ctr" anchorCtr="0">
          <a:noAutofit/>
        </a:bodyPr>
        <a:lstStyle/>
        <a:p>
          <a:pPr marL="0" lvl="0" indent="0" algn="ctr" defTabSz="1911350">
            <a:lnSpc>
              <a:spcPct val="90000"/>
            </a:lnSpc>
            <a:spcBef>
              <a:spcPct val="0"/>
            </a:spcBef>
            <a:spcAft>
              <a:spcPct val="35000"/>
            </a:spcAft>
            <a:buNone/>
          </a:pPr>
          <a:r>
            <a:rPr lang="en-US" sz="4300" kern="1200" dirty="0"/>
            <a:t>Lorem Ipsum</a:t>
          </a:r>
        </a:p>
      </dsp:txBody>
      <dsp:txXfrm>
        <a:off x="2489000" y="3444453"/>
        <a:ext cx="3150000" cy="819661"/>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ADA0C6-D75C-4995-B475-A57A395EBB53}">
      <dsp:nvSpPr>
        <dsp:cNvPr id="0" name=""/>
        <dsp:cNvSpPr/>
      </dsp:nvSpPr>
      <dsp:spPr>
        <a:xfrm>
          <a:off x="0" y="4265032"/>
          <a:ext cx="8128000" cy="0"/>
        </a:xfrm>
        <a:prstGeom prst="line">
          <a:avLst/>
        </a:pr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FC8B0465-E46E-4343-86D7-6FA24CD276AD}">
      <dsp:nvSpPr>
        <dsp:cNvPr id="0" name=""/>
        <dsp:cNvSpPr/>
      </dsp:nvSpPr>
      <dsp:spPr>
        <a:xfrm>
          <a:off x="0" y="3643214"/>
          <a:ext cx="8128000" cy="0"/>
        </a:xfrm>
        <a:prstGeom prst="line">
          <a:avLst/>
        </a:pr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4F9E3741-E08B-4D52-B5DF-40CE6970621E}">
      <dsp:nvSpPr>
        <dsp:cNvPr id="0" name=""/>
        <dsp:cNvSpPr/>
      </dsp:nvSpPr>
      <dsp:spPr>
        <a:xfrm>
          <a:off x="0" y="3021395"/>
          <a:ext cx="8128000" cy="0"/>
        </a:xfrm>
        <a:prstGeom prst="line">
          <a:avLst/>
        </a:pr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6ABFB129-986D-4354-A493-DCAF88795CFB}">
      <dsp:nvSpPr>
        <dsp:cNvPr id="0" name=""/>
        <dsp:cNvSpPr/>
      </dsp:nvSpPr>
      <dsp:spPr>
        <a:xfrm>
          <a:off x="0" y="2399577"/>
          <a:ext cx="8128000" cy="0"/>
        </a:xfrm>
        <a:prstGeom prst="line">
          <a:avLst/>
        </a:pr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B5F27DEF-3C5C-4451-BCCD-5290784F9E11}">
      <dsp:nvSpPr>
        <dsp:cNvPr id="0" name=""/>
        <dsp:cNvSpPr/>
      </dsp:nvSpPr>
      <dsp:spPr>
        <a:xfrm>
          <a:off x="0" y="593165"/>
          <a:ext cx="8128000" cy="0"/>
        </a:xfrm>
        <a:prstGeom prst="line">
          <a:avLst/>
        </a:pr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DAC936D-AB6E-4718-B8C2-C074D6C60D4F}">
      <dsp:nvSpPr>
        <dsp:cNvPr id="0" name=""/>
        <dsp:cNvSpPr/>
      </dsp:nvSpPr>
      <dsp:spPr>
        <a:xfrm>
          <a:off x="2113279" y="957"/>
          <a:ext cx="6014720" cy="5922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b" anchorCtr="0">
          <a:noAutofit/>
        </a:bodyPr>
        <a:lstStyle/>
        <a:p>
          <a:pPr marL="0" lvl="0" indent="0" algn="l" defTabSz="1244600">
            <a:lnSpc>
              <a:spcPct val="90000"/>
            </a:lnSpc>
            <a:spcBef>
              <a:spcPct val="0"/>
            </a:spcBef>
            <a:spcAft>
              <a:spcPct val="35000"/>
            </a:spcAft>
            <a:buNone/>
          </a:pPr>
          <a:r>
            <a:rPr lang="en-US" sz="2800" kern="1200" dirty="0"/>
            <a:t>Some headline here</a:t>
          </a:r>
        </a:p>
      </dsp:txBody>
      <dsp:txXfrm>
        <a:off x="2113279" y="957"/>
        <a:ext cx="6014720" cy="592207"/>
      </dsp:txXfrm>
    </dsp:sp>
    <dsp:sp modelId="{FE5BFEAA-7934-48B4-BF95-5746E1E845C3}">
      <dsp:nvSpPr>
        <dsp:cNvPr id="0" name=""/>
        <dsp:cNvSpPr/>
      </dsp:nvSpPr>
      <dsp:spPr>
        <a:xfrm>
          <a:off x="0" y="957"/>
          <a:ext cx="2113280" cy="592207"/>
        </a:xfrm>
        <a:prstGeom prst="round2SameRect">
          <a:avLst>
            <a:gd name="adj1" fmla="val 16670"/>
            <a:gd name="adj2" fmla="val 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1244600">
            <a:lnSpc>
              <a:spcPct val="90000"/>
            </a:lnSpc>
            <a:spcBef>
              <a:spcPct val="0"/>
            </a:spcBef>
            <a:spcAft>
              <a:spcPct val="35000"/>
            </a:spcAft>
            <a:buNone/>
          </a:pPr>
          <a:r>
            <a:rPr lang="en-US" sz="2800" kern="1200" dirty="0"/>
            <a:t>Lorem Ipsum</a:t>
          </a:r>
        </a:p>
      </dsp:txBody>
      <dsp:txXfrm>
        <a:off x="28914" y="29871"/>
        <a:ext cx="2055452" cy="563293"/>
      </dsp:txXfrm>
    </dsp:sp>
    <dsp:sp modelId="{D12D7B91-4E41-43E9-964D-22FA26405C39}">
      <dsp:nvSpPr>
        <dsp:cNvPr id="0" name=""/>
        <dsp:cNvSpPr/>
      </dsp:nvSpPr>
      <dsp:spPr>
        <a:xfrm>
          <a:off x="0" y="593165"/>
          <a:ext cx="8128000" cy="11845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228600" lvl="1" indent="-228600" algn="l" defTabSz="977900">
            <a:lnSpc>
              <a:spcPct val="90000"/>
            </a:lnSpc>
            <a:spcBef>
              <a:spcPct val="0"/>
            </a:spcBef>
            <a:spcAft>
              <a:spcPct val="15000"/>
            </a:spcAft>
            <a:buChar char="•"/>
          </a:pPr>
          <a:r>
            <a:rPr lang="en-US" sz="2200" kern="1200" dirty="0"/>
            <a:t>Some text here</a:t>
          </a:r>
        </a:p>
        <a:p>
          <a:pPr marL="228600" lvl="1" indent="-228600" algn="l" defTabSz="977900">
            <a:lnSpc>
              <a:spcPct val="90000"/>
            </a:lnSpc>
            <a:spcBef>
              <a:spcPct val="0"/>
            </a:spcBef>
            <a:spcAft>
              <a:spcPct val="15000"/>
            </a:spcAft>
            <a:buChar char="•"/>
          </a:pPr>
          <a:r>
            <a:rPr lang="en-US" sz="2200" kern="1200" dirty="0"/>
            <a:t>Some text here</a:t>
          </a:r>
        </a:p>
        <a:p>
          <a:pPr marL="228600" lvl="1" indent="-228600" algn="l" defTabSz="977900">
            <a:lnSpc>
              <a:spcPct val="90000"/>
            </a:lnSpc>
            <a:spcBef>
              <a:spcPct val="0"/>
            </a:spcBef>
            <a:spcAft>
              <a:spcPct val="15000"/>
            </a:spcAft>
            <a:buChar char="•"/>
          </a:pPr>
          <a:r>
            <a:rPr lang="en-US" sz="2200" kern="1200" dirty="0"/>
            <a:t>And again here</a:t>
          </a:r>
        </a:p>
      </dsp:txBody>
      <dsp:txXfrm>
        <a:off x="0" y="593165"/>
        <a:ext cx="8128000" cy="1184593"/>
      </dsp:txXfrm>
    </dsp:sp>
    <dsp:sp modelId="{38B87C19-27AC-4106-B1AE-53A6D69A1838}">
      <dsp:nvSpPr>
        <dsp:cNvPr id="0" name=""/>
        <dsp:cNvSpPr/>
      </dsp:nvSpPr>
      <dsp:spPr>
        <a:xfrm>
          <a:off x="2113279" y="1807369"/>
          <a:ext cx="6014720" cy="592207"/>
        </a:xfrm>
        <a:prstGeom prst="rect">
          <a:avLst/>
        </a:prstGeom>
        <a:noFill/>
        <a:ln>
          <a:noFill/>
        </a:ln>
        <a:effectLst/>
      </dsp:spPr>
      <dsp:style>
        <a:lnRef idx="0">
          <a:scrgbClr r="0" g="0" b="0"/>
        </a:lnRef>
        <a:fillRef idx="0">
          <a:scrgbClr r="0" g="0" b="0"/>
        </a:fillRef>
        <a:effectRef idx="0">
          <a:scrgbClr r="0" g="0" b="0"/>
        </a:effectRef>
        <a:fontRef idx="minor"/>
      </dsp:style>
    </dsp:sp>
    <dsp:sp modelId="{3D027ED6-55B1-44D7-8943-E3801748CB63}">
      <dsp:nvSpPr>
        <dsp:cNvPr id="0" name=""/>
        <dsp:cNvSpPr/>
      </dsp:nvSpPr>
      <dsp:spPr>
        <a:xfrm>
          <a:off x="0" y="1807369"/>
          <a:ext cx="2113280" cy="592207"/>
        </a:xfrm>
        <a:prstGeom prst="round2SameRect">
          <a:avLst>
            <a:gd name="adj1" fmla="val 16670"/>
            <a:gd name="adj2" fmla="val 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1244600">
            <a:lnSpc>
              <a:spcPct val="90000"/>
            </a:lnSpc>
            <a:spcBef>
              <a:spcPct val="0"/>
            </a:spcBef>
            <a:spcAft>
              <a:spcPct val="35000"/>
            </a:spcAft>
            <a:buNone/>
          </a:pPr>
          <a:r>
            <a:rPr lang="en-US" sz="2800" kern="1200"/>
            <a:t>Lorem Ipsum</a:t>
          </a:r>
          <a:endParaRPr lang="en-US" sz="2800" kern="1200" dirty="0"/>
        </a:p>
      </dsp:txBody>
      <dsp:txXfrm>
        <a:off x="28914" y="1836283"/>
        <a:ext cx="2055452" cy="563293"/>
      </dsp:txXfrm>
    </dsp:sp>
    <dsp:sp modelId="{35635FEE-C57B-41DD-89A6-D02ED95BECA7}">
      <dsp:nvSpPr>
        <dsp:cNvPr id="0" name=""/>
        <dsp:cNvSpPr/>
      </dsp:nvSpPr>
      <dsp:spPr>
        <a:xfrm>
          <a:off x="2113279" y="2429187"/>
          <a:ext cx="6014720" cy="592207"/>
        </a:xfrm>
        <a:prstGeom prst="rect">
          <a:avLst/>
        </a:prstGeom>
        <a:noFill/>
        <a:ln>
          <a:noFill/>
        </a:ln>
        <a:effectLst/>
      </dsp:spPr>
      <dsp:style>
        <a:lnRef idx="0">
          <a:scrgbClr r="0" g="0" b="0"/>
        </a:lnRef>
        <a:fillRef idx="0">
          <a:scrgbClr r="0" g="0" b="0"/>
        </a:fillRef>
        <a:effectRef idx="0">
          <a:scrgbClr r="0" g="0" b="0"/>
        </a:effectRef>
        <a:fontRef idx="minor"/>
      </dsp:style>
    </dsp:sp>
    <dsp:sp modelId="{2DFCB390-6BAB-496C-89A3-4CB00FC9D5F5}">
      <dsp:nvSpPr>
        <dsp:cNvPr id="0" name=""/>
        <dsp:cNvSpPr/>
      </dsp:nvSpPr>
      <dsp:spPr>
        <a:xfrm>
          <a:off x="0" y="2429187"/>
          <a:ext cx="2113280" cy="592207"/>
        </a:xfrm>
        <a:prstGeom prst="round2SameRect">
          <a:avLst>
            <a:gd name="adj1" fmla="val 16670"/>
            <a:gd name="adj2" fmla="val 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w="9525" cap="flat" cmpd="sng" algn="ctr">
          <a:solidFill>
            <a:schemeClr val="accent4">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1244600">
            <a:lnSpc>
              <a:spcPct val="90000"/>
            </a:lnSpc>
            <a:spcBef>
              <a:spcPct val="0"/>
            </a:spcBef>
            <a:spcAft>
              <a:spcPct val="35000"/>
            </a:spcAft>
            <a:buNone/>
          </a:pPr>
          <a:r>
            <a:rPr lang="en-US" sz="2800" kern="1200"/>
            <a:t>Lorem Ipsum</a:t>
          </a:r>
          <a:endParaRPr lang="en-US" sz="2800" kern="1200" dirty="0"/>
        </a:p>
      </dsp:txBody>
      <dsp:txXfrm>
        <a:off x="28914" y="2458101"/>
        <a:ext cx="2055452" cy="563293"/>
      </dsp:txXfrm>
    </dsp:sp>
    <dsp:sp modelId="{209029B2-7945-41DD-B749-84FDF2A5C7A6}">
      <dsp:nvSpPr>
        <dsp:cNvPr id="0" name=""/>
        <dsp:cNvSpPr/>
      </dsp:nvSpPr>
      <dsp:spPr>
        <a:xfrm>
          <a:off x="2113279" y="3051006"/>
          <a:ext cx="6014720" cy="592207"/>
        </a:xfrm>
        <a:prstGeom prst="rect">
          <a:avLst/>
        </a:prstGeom>
        <a:noFill/>
        <a:ln>
          <a:noFill/>
        </a:ln>
        <a:effectLst/>
      </dsp:spPr>
      <dsp:style>
        <a:lnRef idx="0">
          <a:scrgbClr r="0" g="0" b="0"/>
        </a:lnRef>
        <a:fillRef idx="0">
          <a:scrgbClr r="0" g="0" b="0"/>
        </a:fillRef>
        <a:effectRef idx="0">
          <a:scrgbClr r="0" g="0" b="0"/>
        </a:effectRef>
        <a:fontRef idx="minor"/>
      </dsp:style>
    </dsp:sp>
    <dsp:sp modelId="{6299E3C8-2B18-4E2F-98EB-850F5B6C4645}">
      <dsp:nvSpPr>
        <dsp:cNvPr id="0" name=""/>
        <dsp:cNvSpPr/>
      </dsp:nvSpPr>
      <dsp:spPr>
        <a:xfrm>
          <a:off x="0" y="3051006"/>
          <a:ext cx="2113280" cy="592207"/>
        </a:xfrm>
        <a:prstGeom prst="round2SameRect">
          <a:avLst>
            <a:gd name="adj1" fmla="val 16670"/>
            <a:gd name="adj2" fmla="val 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w="9525" cap="flat" cmpd="sng" algn="ctr">
          <a:solidFill>
            <a:schemeClr val="accent5">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1244600">
            <a:lnSpc>
              <a:spcPct val="90000"/>
            </a:lnSpc>
            <a:spcBef>
              <a:spcPct val="0"/>
            </a:spcBef>
            <a:spcAft>
              <a:spcPct val="35000"/>
            </a:spcAft>
            <a:buNone/>
          </a:pPr>
          <a:r>
            <a:rPr lang="en-US" sz="2800" kern="1200"/>
            <a:t>Lorem Ipsum</a:t>
          </a:r>
          <a:endParaRPr lang="en-US" sz="2800" kern="1200" dirty="0"/>
        </a:p>
      </dsp:txBody>
      <dsp:txXfrm>
        <a:off x="28914" y="3079920"/>
        <a:ext cx="2055452" cy="563293"/>
      </dsp:txXfrm>
    </dsp:sp>
    <dsp:sp modelId="{87D374C5-9CCD-4223-940F-9D155910A91A}">
      <dsp:nvSpPr>
        <dsp:cNvPr id="0" name=""/>
        <dsp:cNvSpPr/>
      </dsp:nvSpPr>
      <dsp:spPr>
        <a:xfrm>
          <a:off x="2113279" y="3672824"/>
          <a:ext cx="6014720" cy="592207"/>
        </a:xfrm>
        <a:prstGeom prst="rect">
          <a:avLst/>
        </a:prstGeom>
        <a:noFill/>
        <a:ln>
          <a:noFill/>
        </a:ln>
        <a:effectLst/>
      </dsp:spPr>
      <dsp:style>
        <a:lnRef idx="0">
          <a:scrgbClr r="0" g="0" b="0"/>
        </a:lnRef>
        <a:fillRef idx="0">
          <a:scrgbClr r="0" g="0" b="0"/>
        </a:fillRef>
        <a:effectRef idx="0">
          <a:scrgbClr r="0" g="0" b="0"/>
        </a:effectRef>
        <a:fontRef idx="minor"/>
      </dsp:style>
    </dsp:sp>
    <dsp:sp modelId="{59B2D938-41BD-47A6-9334-D04C3D25B475}">
      <dsp:nvSpPr>
        <dsp:cNvPr id="0" name=""/>
        <dsp:cNvSpPr/>
      </dsp:nvSpPr>
      <dsp:spPr>
        <a:xfrm>
          <a:off x="0" y="3672824"/>
          <a:ext cx="2113280" cy="592207"/>
        </a:xfrm>
        <a:prstGeom prst="round2SameRect">
          <a:avLst>
            <a:gd name="adj1" fmla="val 16670"/>
            <a:gd name="adj2" fmla="val 0"/>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w="9525" cap="flat" cmpd="sng" algn="ctr">
          <a:solidFill>
            <a:schemeClr val="accent6">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1244600">
            <a:lnSpc>
              <a:spcPct val="90000"/>
            </a:lnSpc>
            <a:spcBef>
              <a:spcPct val="0"/>
            </a:spcBef>
            <a:spcAft>
              <a:spcPct val="35000"/>
            </a:spcAft>
            <a:buNone/>
          </a:pPr>
          <a:r>
            <a:rPr lang="en-US" sz="2800" kern="1200"/>
            <a:t>Lorem Ipsum</a:t>
          </a:r>
          <a:endParaRPr lang="en-US" sz="2800" kern="1200" dirty="0"/>
        </a:p>
      </dsp:txBody>
      <dsp:txXfrm>
        <a:off x="28914" y="3701738"/>
        <a:ext cx="2055452" cy="563293"/>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1F39AB-B84D-4B95-9F06-E8910C9269B8}">
      <dsp:nvSpPr>
        <dsp:cNvPr id="0" name=""/>
        <dsp:cNvSpPr/>
      </dsp:nvSpPr>
      <dsp:spPr>
        <a:xfrm>
          <a:off x="3055" y="336639"/>
          <a:ext cx="1837531" cy="633600"/>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US" sz="2200" kern="1200" dirty="0"/>
            <a:t>Lorem Ipsum</a:t>
          </a:r>
        </a:p>
      </dsp:txBody>
      <dsp:txXfrm>
        <a:off x="3055" y="336639"/>
        <a:ext cx="1837531" cy="633600"/>
      </dsp:txXfrm>
    </dsp:sp>
    <dsp:sp modelId="{5CF6AD51-273B-4BF5-B5AC-38CBD4AAE234}">
      <dsp:nvSpPr>
        <dsp:cNvPr id="0" name=""/>
        <dsp:cNvSpPr/>
      </dsp:nvSpPr>
      <dsp:spPr>
        <a:xfrm>
          <a:off x="3055" y="970239"/>
          <a:ext cx="1837531" cy="2959110"/>
        </a:xfrm>
        <a:prstGeom prst="rect">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Char char="•"/>
          </a:pPr>
          <a:r>
            <a:rPr lang="en-US" sz="2200" kern="1200" dirty="0"/>
            <a:t>Some text here</a:t>
          </a:r>
        </a:p>
        <a:p>
          <a:pPr marL="228600" lvl="1" indent="-228600" algn="l" defTabSz="977900">
            <a:lnSpc>
              <a:spcPct val="90000"/>
            </a:lnSpc>
            <a:spcBef>
              <a:spcPct val="0"/>
            </a:spcBef>
            <a:spcAft>
              <a:spcPct val="15000"/>
            </a:spcAft>
            <a:buChar char="•"/>
          </a:pPr>
          <a:r>
            <a:rPr lang="en-US" sz="2200" kern="1200" dirty="0"/>
            <a:t>Some text here</a:t>
          </a:r>
        </a:p>
        <a:p>
          <a:pPr marL="228600" lvl="1" indent="-228600" algn="l" defTabSz="977900">
            <a:lnSpc>
              <a:spcPct val="90000"/>
            </a:lnSpc>
            <a:spcBef>
              <a:spcPct val="0"/>
            </a:spcBef>
            <a:spcAft>
              <a:spcPct val="15000"/>
            </a:spcAft>
            <a:buChar char="•"/>
          </a:pPr>
          <a:r>
            <a:rPr lang="en-US" sz="2200" kern="1200" dirty="0"/>
            <a:t>Some text here</a:t>
          </a:r>
        </a:p>
        <a:p>
          <a:pPr marL="228600" lvl="1" indent="-228600" algn="l" defTabSz="977900">
            <a:lnSpc>
              <a:spcPct val="90000"/>
            </a:lnSpc>
            <a:spcBef>
              <a:spcPct val="0"/>
            </a:spcBef>
            <a:spcAft>
              <a:spcPct val="15000"/>
            </a:spcAft>
            <a:buChar char="•"/>
          </a:pPr>
          <a:r>
            <a:rPr lang="en-US" sz="2200" kern="1200" dirty="0"/>
            <a:t>Some text here</a:t>
          </a:r>
        </a:p>
      </dsp:txBody>
      <dsp:txXfrm>
        <a:off x="3055" y="970239"/>
        <a:ext cx="1837531" cy="2959110"/>
      </dsp:txXfrm>
    </dsp:sp>
    <dsp:sp modelId="{C9D212FA-8AA5-4434-8EB9-9478E66F1B86}">
      <dsp:nvSpPr>
        <dsp:cNvPr id="0" name=""/>
        <dsp:cNvSpPr/>
      </dsp:nvSpPr>
      <dsp:spPr>
        <a:xfrm>
          <a:off x="2097841" y="336639"/>
          <a:ext cx="1837531" cy="633600"/>
        </a:xfrm>
        <a:prstGeom prst="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US" sz="2200" kern="1200" dirty="0"/>
            <a:t>Lorem Ipsum</a:t>
          </a:r>
        </a:p>
      </dsp:txBody>
      <dsp:txXfrm>
        <a:off x="2097841" y="336639"/>
        <a:ext cx="1837531" cy="633600"/>
      </dsp:txXfrm>
    </dsp:sp>
    <dsp:sp modelId="{7D157D37-29DE-4E6D-B7CF-69C0FA45F7AD}">
      <dsp:nvSpPr>
        <dsp:cNvPr id="0" name=""/>
        <dsp:cNvSpPr/>
      </dsp:nvSpPr>
      <dsp:spPr>
        <a:xfrm>
          <a:off x="2097841" y="970239"/>
          <a:ext cx="1837531" cy="2959110"/>
        </a:xfrm>
        <a:prstGeom prst="rect">
          <a:avLst/>
        </a:prstGeom>
        <a:solidFill>
          <a:schemeClr val="accent3">
            <a:tint val="40000"/>
            <a:alpha val="90000"/>
            <a:hueOff val="0"/>
            <a:satOff val="0"/>
            <a:lumOff val="0"/>
            <a:alphaOff val="0"/>
          </a:schemeClr>
        </a:solidFill>
        <a:ln w="9525" cap="flat" cmpd="sng" algn="ctr">
          <a:solidFill>
            <a:schemeClr val="accent3">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Char char="•"/>
          </a:pPr>
          <a:r>
            <a:rPr lang="en-US" sz="2200" kern="1200" dirty="0"/>
            <a:t>Some text here</a:t>
          </a:r>
        </a:p>
        <a:p>
          <a:pPr marL="228600" lvl="1" indent="-228600" algn="l" defTabSz="977900">
            <a:lnSpc>
              <a:spcPct val="90000"/>
            </a:lnSpc>
            <a:spcBef>
              <a:spcPct val="0"/>
            </a:spcBef>
            <a:spcAft>
              <a:spcPct val="15000"/>
            </a:spcAft>
            <a:buChar char="•"/>
          </a:pPr>
          <a:r>
            <a:rPr lang="en-US" sz="2200" kern="1200" dirty="0"/>
            <a:t>Some text here</a:t>
          </a:r>
        </a:p>
        <a:p>
          <a:pPr marL="228600" lvl="1" indent="-228600" algn="l" defTabSz="977900">
            <a:lnSpc>
              <a:spcPct val="90000"/>
            </a:lnSpc>
            <a:spcBef>
              <a:spcPct val="0"/>
            </a:spcBef>
            <a:spcAft>
              <a:spcPct val="15000"/>
            </a:spcAft>
            <a:buChar char="•"/>
          </a:pPr>
          <a:r>
            <a:rPr lang="en-US" sz="2200" kern="1200" dirty="0"/>
            <a:t>Some text here</a:t>
          </a:r>
        </a:p>
        <a:p>
          <a:pPr marL="228600" lvl="1" indent="-228600" algn="l" defTabSz="977900">
            <a:lnSpc>
              <a:spcPct val="90000"/>
            </a:lnSpc>
            <a:spcBef>
              <a:spcPct val="0"/>
            </a:spcBef>
            <a:spcAft>
              <a:spcPct val="15000"/>
            </a:spcAft>
            <a:buChar char="•"/>
          </a:pPr>
          <a:r>
            <a:rPr lang="en-US" sz="2200" kern="1200" dirty="0"/>
            <a:t>Some text here</a:t>
          </a:r>
        </a:p>
      </dsp:txBody>
      <dsp:txXfrm>
        <a:off x="2097841" y="970239"/>
        <a:ext cx="1837531" cy="2959110"/>
      </dsp:txXfrm>
    </dsp:sp>
    <dsp:sp modelId="{68C621C9-D6D8-4723-B0BD-87BFD58C9B89}">
      <dsp:nvSpPr>
        <dsp:cNvPr id="0" name=""/>
        <dsp:cNvSpPr/>
      </dsp:nvSpPr>
      <dsp:spPr>
        <a:xfrm>
          <a:off x="4192627" y="336639"/>
          <a:ext cx="1837531" cy="633600"/>
        </a:xfrm>
        <a:prstGeom prst="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w="9525" cap="flat" cmpd="sng" algn="ctr">
          <a:solidFill>
            <a:schemeClr val="accent4">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US" sz="2200" kern="1200" dirty="0"/>
            <a:t>Lorem Ipsum</a:t>
          </a:r>
        </a:p>
      </dsp:txBody>
      <dsp:txXfrm>
        <a:off x="4192627" y="336639"/>
        <a:ext cx="1837531" cy="633600"/>
      </dsp:txXfrm>
    </dsp:sp>
    <dsp:sp modelId="{36D4A3A6-7BB4-4535-B114-A3E0193EBAAD}">
      <dsp:nvSpPr>
        <dsp:cNvPr id="0" name=""/>
        <dsp:cNvSpPr/>
      </dsp:nvSpPr>
      <dsp:spPr>
        <a:xfrm>
          <a:off x="4192627" y="970239"/>
          <a:ext cx="1837531" cy="2959110"/>
        </a:xfrm>
        <a:prstGeom prst="rect">
          <a:avLst/>
        </a:prstGeom>
        <a:solidFill>
          <a:schemeClr val="accent4">
            <a:tint val="40000"/>
            <a:alpha val="90000"/>
            <a:hueOff val="0"/>
            <a:satOff val="0"/>
            <a:lumOff val="0"/>
            <a:alphaOff val="0"/>
          </a:schemeClr>
        </a:solidFill>
        <a:ln w="9525" cap="flat" cmpd="sng" algn="ctr">
          <a:solidFill>
            <a:schemeClr val="accent4">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Char char="•"/>
          </a:pPr>
          <a:r>
            <a:rPr lang="en-US" sz="2200" kern="1200" dirty="0"/>
            <a:t>Some text here</a:t>
          </a:r>
        </a:p>
        <a:p>
          <a:pPr marL="228600" lvl="1" indent="-228600" algn="l" defTabSz="977900">
            <a:lnSpc>
              <a:spcPct val="90000"/>
            </a:lnSpc>
            <a:spcBef>
              <a:spcPct val="0"/>
            </a:spcBef>
            <a:spcAft>
              <a:spcPct val="15000"/>
            </a:spcAft>
            <a:buChar char="•"/>
          </a:pPr>
          <a:r>
            <a:rPr lang="en-US" sz="2200" kern="1200" dirty="0"/>
            <a:t>Some text here</a:t>
          </a:r>
        </a:p>
        <a:p>
          <a:pPr marL="228600" lvl="1" indent="-228600" algn="l" defTabSz="977900">
            <a:lnSpc>
              <a:spcPct val="90000"/>
            </a:lnSpc>
            <a:spcBef>
              <a:spcPct val="0"/>
            </a:spcBef>
            <a:spcAft>
              <a:spcPct val="15000"/>
            </a:spcAft>
            <a:buChar char="•"/>
          </a:pPr>
          <a:r>
            <a:rPr lang="en-US" sz="2200" kern="1200" dirty="0"/>
            <a:t>Some text here</a:t>
          </a:r>
        </a:p>
        <a:p>
          <a:pPr marL="228600" lvl="1" indent="-228600" algn="l" defTabSz="977900">
            <a:lnSpc>
              <a:spcPct val="90000"/>
            </a:lnSpc>
            <a:spcBef>
              <a:spcPct val="0"/>
            </a:spcBef>
            <a:spcAft>
              <a:spcPct val="15000"/>
            </a:spcAft>
            <a:buChar char="•"/>
          </a:pPr>
          <a:r>
            <a:rPr lang="en-US" sz="2200" kern="1200" dirty="0"/>
            <a:t>Some text here</a:t>
          </a:r>
        </a:p>
      </dsp:txBody>
      <dsp:txXfrm>
        <a:off x="4192627" y="970239"/>
        <a:ext cx="1837531" cy="2959110"/>
      </dsp:txXfrm>
    </dsp:sp>
    <dsp:sp modelId="{065B6A84-14ED-41E8-AED6-081E56A07570}">
      <dsp:nvSpPr>
        <dsp:cNvPr id="0" name=""/>
        <dsp:cNvSpPr/>
      </dsp:nvSpPr>
      <dsp:spPr>
        <a:xfrm>
          <a:off x="6287412" y="336639"/>
          <a:ext cx="1837531" cy="633600"/>
        </a:xfrm>
        <a:prstGeom prst="rect">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w="9525" cap="flat" cmpd="sng" algn="ctr">
          <a:solidFill>
            <a:schemeClr val="accent5">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US" sz="2200" kern="1200" dirty="0"/>
            <a:t>Lorem Ipsum</a:t>
          </a:r>
        </a:p>
      </dsp:txBody>
      <dsp:txXfrm>
        <a:off x="6287412" y="336639"/>
        <a:ext cx="1837531" cy="633600"/>
      </dsp:txXfrm>
    </dsp:sp>
    <dsp:sp modelId="{F9D9E659-DE12-4907-B93A-AA343A65670B}">
      <dsp:nvSpPr>
        <dsp:cNvPr id="0" name=""/>
        <dsp:cNvSpPr/>
      </dsp:nvSpPr>
      <dsp:spPr>
        <a:xfrm>
          <a:off x="6287412" y="970239"/>
          <a:ext cx="1837531" cy="2959110"/>
        </a:xfrm>
        <a:prstGeom prst="rect">
          <a:avLst/>
        </a:prstGeom>
        <a:solidFill>
          <a:schemeClr val="accent5">
            <a:tint val="40000"/>
            <a:alpha val="90000"/>
            <a:hueOff val="0"/>
            <a:satOff val="0"/>
            <a:lumOff val="0"/>
            <a:alphaOff val="0"/>
          </a:schemeClr>
        </a:solidFill>
        <a:ln w="9525" cap="flat" cmpd="sng" algn="ctr">
          <a:solidFill>
            <a:schemeClr val="accent5">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Char char="•"/>
          </a:pPr>
          <a:r>
            <a:rPr lang="en-US" sz="2200" kern="1200" dirty="0"/>
            <a:t>Some text here</a:t>
          </a:r>
        </a:p>
        <a:p>
          <a:pPr marL="228600" lvl="1" indent="-228600" algn="l" defTabSz="977900">
            <a:lnSpc>
              <a:spcPct val="90000"/>
            </a:lnSpc>
            <a:spcBef>
              <a:spcPct val="0"/>
            </a:spcBef>
            <a:spcAft>
              <a:spcPct val="15000"/>
            </a:spcAft>
            <a:buChar char="•"/>
          </a:pPr>
          <a:r>
            <a:rPr lang="en-US" sz="2200" kern="1200" dirty="0"/>
            <a:t>Some text here</a:t>
          </a:r>
        </a:p>
        <a:p>
          <a:pPr marL="228600" lvl="1" indent="-228600" algn="l" defTabSz="977900">
            <a:lnSpc>
              <a:spcPct val="90000"/>
            </a:lnSpc>
            <a:spcBef>
              <a:spcPct val="0"/>
            </a:spcBef>
            <a:spcAft>
              <a:spcPct val="15000"/>
            </a:spcAft>
            <a:buChar char="•"/>
          </a:pPr>
          <a:r>
            <a:rPr lang="en-US" sz="2200" kern="1200" dirty="0"/>
            <a:t>Some text here</a:t>
          </a:r>
        </a:p>
        <a:p>
          <a:pPr marL="228600" lvl="1" indent="-228600" algn="l" defTabSz="977900">
            <a:lnSpc>
              <a:spcPct val="90000"/>
            </a:lnSpc>
            <a:spcBef>
              <a:spcPct val="0"/>
            </a:spcBef>
            <a:spcAft>
              <a:spcPct val="15000"/>
            </a:spcAft>
            <a:buChar char="•"/>
          </a:pPr>
          <a:r>
            <a:rPr lang="en-US" sz="2200" kern="1200" dirty="0"/>
            <a:t>Some text here</a:t>
          </a:r>
        </a:p>
      </dsp:txBody>
      <dsp:txXfrm>
        <a:off x="6287412" y="970239"/>
        <a:ext cx="1837531" cy="2959110"/>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54CE4A-7E76-4082-97C9-AF8F5C7D8F2B}">
      <dsp:nvSpPr>
        <dsp:cNvPr id="0" name=""/>
        <dsp:cNvSpPr/>
      </dsp:nvSpPr>
      <dsp:spPr>
        <a:xfrm>
          <a:off x="1079" y="553982"/>
          <a:ext cx="2621239" cy="308381"/>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AC4B241B-53F3-4D62-93CC-136D6022356D}">
      <dsp:nvSpPr>
        <dsp:cNvPr id="0" name=""/>
        <dsp:cNvSpPr/>
      </dsp:nvSpPr>
      <dsp:spPr>
        <a:xfrm>
          <a:off x="1079" y="669797"/>
          <a:ext cx="192565" cy="192565"/>
        </a:xfrm>
        <a:prstGeom prst="rect">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46B207D8-13FC-4432-AAB1-5EDBFC0964C8}">
      <dsp:nvSpPr>
        <dsp:cNvPr id="0" name=""/>
        <dsp:cNvSpPr/>
      </dsp:nvSpPr>
      <dsp:spPr>
        <a:xfrm>
          <a:off x="1079" y="0"/>
          <a:ext cx="2621239" cy="5539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2865" tIns="41910" rIns="62865" bIns="41910" numCol="1" spcCol="1270" anchor="ctr" anchorCtr="0">
          <a:noAutofit/>
        </a:bodyPr>
        <a:lstStyle/>
        <a:p>
          <a:pPr marL="0" lvl="0" indent="0" algn="l" defTabSz="1466850">
            <a:lnSpc>
              <a:spcPct val="90000"/>
            </a:lnSpc>
            <a:spcBef>
              <a:spcPct val="0"/>
            </a:spcBef>
            <a:spcAft>
              <a:spcPct val="35000"/>
            </a:spcAft>
            <a:buNone/>
          </a:pPr>
          <a:r>
            <a:rPr lang="en-US" sz="3300" kern="1200" dirty="0"/>
            <a:t>Lorem Ipsum</a:t>
          </a:r>
        </a:p>
      </dsp:txBody>
      <dsp:txXfrm>
        <a:off x="1079" y="0"/>
        <a:ext cx="2621239" cy="553982"/>
      </dsp:txXfrm>
    </dsp:sp>
    <dsp:sp modelId="{35C04EC1-5D64-45C5-A8DB-C3632633271A}">
      <dsp:nvSpPr>
        <dsp:cNvPr id="0" name=""/>
        <dsp:cNvSpPr/>
      </dsp:nvSpPr>
      <dsp:spPr>
        <a:xfrm>
          <a:off x="1079" y="1118662"/>
          <a:ext cx="192560" cy="192560"/>
        </a:xfrm>
        <a:prstGeom prst="rect">
          <a:avLst/>
        </a:prstGeom>
        <a:solidFill>
          <a:schemeClr val="lt1">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05A6D37C-5260-4983-93FE-DF9EC7F04129}">
      <dsp:nvSpPr>
        <dsp:cNvPr id="0" name=""/>
        <dsp:cNvSpPr/>
      </dsp:nvSpPr>
      <dsp:spPr>
        <a:xfrm>
          <a:off x="184565" y="990512"/>
          <a:ext cx="2437752" cy="4488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666750">
            <a:lnSpc>
              <a:spcPct val="90000"/>
            </a:lnSpc>
            <a:spcBef>
              <a:spcPct val="0"/>
            </a:spcBef>
            <a:spcAft>
              <a:spcPct val="35000"/>
            </a:spcAft>
            <a:buNone/>
          </a:pPr>
          <a:r>
            <a:rPr lang="en-US" sz="1500" kern="1200" dirty="0"/>
            <a:t>Some text here</a:t>
          </a:r>
        </a:p>
      </dsp:txBody>
      <dsp:txXfrm>
        <a:off x="184565" y="990512"/>
        <a:ext cx="2437752" cy="448860"/>
      </dsp:txXfrm>
    </dsp:sp>
    <dsp:sp modelId="{D08D153F-7DED-4654-8CBE-7F0483E662FA}">
      <dsp:nvSpPr>
        <dsp:cNvPr id="0" name=""/>
        <dsp:cNvSpPr/>
      </dsp:nvSpPr>
      <dsp:spPr>
        <a:xfrm>
          <a:off x="1079" y="1567522"/>
          <a:ext cx="192560" cy="192560"/>
        </a:xfrm>
        <a:prstGeom prst="rect">
          <a:avLst/>
        </a:prstGeom>
        <a:solidFill>
          <a:schemeClr val="lt1">
            <a:hueOff val="0"/>
            <a:satOff val="0"/>
            <a:lumOff val="0"/>
            <a:alphaOff val="0"/>
          </a:schemeClr>
        </a:solidFill>
        <a:ln w="9525" cap="flat" cmpd="sng" algn="ctr">
          <a:solidFill>
            <a:schemeClr val="accent3">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59C9B348-B48E-4A78-A001-969B66B4AB8E}">
      <dsp:nvSpPr>
        <dsp:cNvPr id="0" name=""/>
        <dsp:cNvSpPr/>
      </dsp:nvSpPr>
      <dsp:spPr>
        <a:xfrm>
          <a:off x="184565" y="1439372"/>
          <a:ext cx="2437752" cy="4488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666750">
            <a:lnSpc>
              <a:spcPct val="90000"/>
            </a:lnSpc>
            <a:spcBef>
              <a:spcPct val="0"/>
            </a:spcBef>
            <a:spcAft>
              <a:spcPct val="35000"/>
            </a:spcAft>
            <a:buNone/>
          </a:pPr>
          <a:r>
            <a:rPr lang="en-US" sz="1500" kern="1200" dirty="0"/>
            <a:t>Some text here</a:t>
          </a:r>
        </a:p>
      </dsp:txBody>
      <dsp:txXfrm>
        <a:off x="184565" y="1439372"/>
        <a:ext cx="2437752" cy="448860"/>
      </dsp:txXfrm>
    </dsp:sp>
    <dsp:sp modelId="{E7FA71F3-ADB6-4FCD-947E-B72DCF1C3314}">
      <dsp:nvSpPr>
        <dsp:cNvPr id="0" name=""/>
        <dsp:cNvSpPr/>
      </dsp:nvSpPr>
      <dsp:spPr>
        <a:xfrm>
          <a:off x="1079" y="2016382"/>
          <a:ext cx="192560" cy="192560"/>
        </a:xfrm>
        <a:prstGeom prst="rect">
          <a:avLst/>
        </a:prstGeom>
        <a:solidFill>
          <a:schemeClr val="lt1">
            <a:hueOff val="0"/>
            <a:satOff val="0"/>
            <a:lumOff val="0"/>
            <a:alphaOff val="0"/>
          </a:schemeClr>
        </a:solidFill>
        <a:ln w="9525" cap="flat" cmpd="sng" algn="ctr">
          <a:solidFill>
            <a:schemeClr val="accent4">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9F21C716-8675-481F-96E7-36F03FF1970C}">
      <dsp:nvSpPr>
        <dsp:cNvPr id="0" name=""/>
        <dsp:cNvSpPr/>
      </dsp:nvSpPr>
      <dsp:spPr>
        <a:xfrm>
          <a:off x="184565" y="1888232"/>
          <a:ext cx="2437752" cy="4488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666750">
            <a:lnSpc>
              <a:spcPct val="90000"/>
            </a:lnSpc>
            <a:spcBef>
              <a:spcPct val="0"/>
            </a:spcBef>
            <a:spcAft>
              <a:spcPct val="35000"/>
            </a:spcAft>
            <a:buNone/>
          </a:pPr>
          <a:r>
            <a:rPr lang="en-US" sz="1500" kern="1200" dirty="0"/>
            <a:t>Some text here</a:t>
          </a:r>
        </a:p>
      </dsp:txBody>
      <dsp:txXfrm>
        <a:off x="184565" y="1888232"/>
        <a:ext cx="2437752" cy="448860"/>
      </dsp:txXfrm>
    </dsp:sp>
    <dsp:sp modelId="{D354108C-D268-4B52-9893-95FFBD2C1E7F}">
      <dsp:nvSpPr>
        <dsp:cNvPr id="0" name=""/>
        <dsp:cNvSpPr/>
      </dsp:nvSpPr>
      <dsp:spPr>
        <a:xfrm>
          <a:off x="1079" y="2465242"/>
          <a:ext cx="192560" cy="192560"/>
        </a:xfrm>
        <a:prstGeom prst="rect">
          <a:avLst/>
        </a:prstGeom>
        <a:solidFill>
          <a:schemeClr val="lt1">
            <a:hueOff val="0"/>
            <a:satOff val="0"/>
            <a:lumOff val="0"/>
            <a:alphaOff val="0"/>
          </a:schemeClr>
        </a:solidFill>
        <a:ln w="9525" cap="flat" cmpd="sng" algn="ctr">
          <a:solidFill>
            <a:schemeClr val="accent5">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23E69C7B-4156-4879-9548-21BAE41EC32F}">
      <dsp:nvSpPr>
        <dsp:cNvPr id="0" name=""/>
        <dsp:cNvSpPr/>
      </dsp:nvSpPr>
      <dsp:spPr>
        <a:xfrm>
          <a:off x="184565" y="2337092"/>
          <a:ext cx="2437752" cy="4488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666750">
            <a:lnSpc>
              <a:spcPct val="90000"/>
            </a:lnSpc>
            <a:spcBef>
              <a:spcPct val="0"/>
            </a:spcBef>
            <a:spcAft>
              <a:spcPct val="35000"/>
            </a:spcAft>
            <a:buNone/>
          </a:pPr>
          <a:r>
            <a:rPr lang="en-US" sz="1500" kern="1200" dirty="0"/>
            <a:t>Some text here</a:t>
          </a:r>
        </a:p>
      </dsp:txBody>
      <dsp:txXfrm>
        <a:off x="184565" y="2337092"/>
        <a:ext cx="2437752" cy="448860"/>
      </dsp:txXfrm>
    </dsp:sp>
    <dsp:sp modelId="{9200F4F8-F59F-4DB6-B28F-B152FE5BEF7D}">
      <dsp:nvSpPr>
        <dsp:cNvPr id="0" name=""/>
        <dsp:cNvSpPr/>
      </dsp:nvSpPr>
      <dsp:spPr>
        <a:xfrm>
          <a:off x="1079" y="2914102"/>
          <a:ext cx="192560" cy="192560"/>
        </a:xfrm>
        <a:prstGeom prst="rect">
          <a:avLst/>
        </a:prstGeom>
        <a:solidFill>
          <a:schemeClr val="lt1">
            <a:hueOff val="0"/>
            <a:satOff val="0"/>
            <a:lumOff val="0"/>
            <a:alphaOff val="0"/>
          </a:schemeClr>
        </a:solidFill>
        <a:ln w="9525" cap="flat"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2B07A3E0-0A98-4247-AD2F-5C93B6D17DF7}">
      <dsp:nvSpPr>
        <dsp:cNvPr id="0" name=""/>
        <dsp:cNvSpPr/>
      </dsp:nvSpPr>
      <dsp:spPr>
        <a:xfrm>
          <a:off x="184565" y="2785952"/>
          <a:ext cx="2437752" cy="4488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666750">
            <a:lnSpc>
              <a:spcPct val="90000"/>
            </a:lnSpc>
            <a:spcBef>
              <a:spcPct val="0"/>
            </a:spcBef>
            <a:spcAft>
              <a:spcPct val="35000"/>
            </a:spcAft>
            <a:buNone/>
          </a:pPr>
          <a:r>
            <a:rPr lang="en-US" sz="1500" kern="1200"/>
            <a:t>Some text here</a:t>
          </a:r>
          <a:endParaRPr lang="en-US" sz="1500" kern="1200" dirty="0"/>
        </a:p>
      </dsp:txBody>
      <dsp:txXfrm>
        <a:off x="184565" y="2785952"/>
        <a:ext cx="2437752" cy="448860"/>
      </dsp:txXfrm>
    </dsp:sp>
    <dsp:sp modelId="{AEE12A3C-9597-482D-B2FB-DCEFCD51F79A}">
      <dsp:nvSpPr>
        <dsp:cNvPr id="0" name=""/>
        <dsp:cNvSpPr/>
      </dsp:nvSpPr>
      <dsp:spPr>
        <a:xfrm>
          <a:off x="1079" y="3362962"/>
          <a:ext cx="192560" cy="192560"/>
        </a:xfrm>
        <a:prstGeom prst="rect">
          <a:avLst/>
        </a:prstGeom>
        <a:solidFill>
          <a:schemeClr val="lt1">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3C6121AE-AEEF-4D19-95C2-2FE7CD730D82}">
      <dsp:nvSpPr>
        <dsp:cNvPr id="0" name=""/>
        <dsp:cNvSpPr/>
      </dsp:nvSpPr>
      <dsp:spPr>
        <a:xfrm>
          <a:off x="184565" y="3234813"/>
          <a:ext cx="2437752" cy="4488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666750">
            <a:lnSpc>
              <a:spcPct val="90000"/>
            </a:lnSpc>
            <a:spcBef>
              <a:spcPct val="0"/>
            </a:spcBef>
            <a:spcAft>
              <a:spcPct val="35000"/>
            </a:spcAft>
            <a:buNone/>
          </a:pPr>
          <a:r>
            <a:rPr lang="en-US" sz="1500" kern="1200"/>
            <a:t>Some text here</a:t>
          </a:r>
          <a:endParaRPr lang="en-US" sz="1500" kern="1200" dirty="0"/>
        </a:p>
      </dsp:txBody>
      <dsp:txXfrm>
        <a:off x="184565" y="3234813"/>
        <a:ext cx="2437752" cy="448860"/>
      </dsp:txXfrm>
    </dsp:sp>
    <dsp:sp modelId="{9B701155-709D-495E-A132-F313BFE51B27}">
      <dsp:nvSpPr>
        <dsp:cNvPr id="0" name=""/>
        <dsp:cNvSpPr/>
      </dsp:nvSpPr>
      <dsp:spPr>
        <a:xfrm>
          <a:off x="2753380" y="553982"/>
          <a:ext cx="2621239" cy="308381"/>
        </a:xfrm>
        <a:prstGeom prst="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DC39E309-E635-4FAE-8DD3-34FA3F4B3F87}">
      <dsp:nvSpPr>
        <dsp:cNvPr id="0" name=""/>
        <dsp:cNvSpPr/>
      </dsp:nvSpPr>
      <dsp:spPr>
        <a:xfrm>
          <a:off x="2753380" y="669797"/>
          <a:ext cx="192565" cy="192565"/>
        </a:xfrm>
        <a:prstGeom prst="rect">
          <a:avLst/>
        </a:prstGeom>
        <a:solidFill>
          <a:schemeClr val="lt1">
            <a:alpha val="90000"/>
            <a:hueOff val="0"/>
            <a:satOff val="0"/>
            <a:lumOff val="0"/>
            <a:alphaOff val="0"/>
          </a:schemeClr>
        </a:solidFill>
        <a:ln w="9525" cap="flat" cmpd="sng" algn="ctr">
          <a:solidFill>
            <a:schemeClr val="accent3">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F2A5BF35-2FB9-4C5C-AD09-336875251D55}">
      <dsp:nvSpPr>
        <dsp:cNvPr id="0" name=""/>
        <dsp:cNvSpPr/>
      </dsp:nvSpPr>
      <dsp:spPr>
        <a:xfrm>
          <a:off x="2753380" y="0"/>
          <a:ext cx="2621239" cy="5539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2865" tIns="41910" rIns="62865" bIns="41910" numCol="1" spcCol="1270" anchor="ctr" anchorCtr="0">
          <a:noAutofit/>
        </a:bodyPr>
        <a:lstStyle/>
        <a:p>
          <a:pPr marL="0" lvl="0" indent="0" algn="l" defTabSz="1466850">
            <a:lnSpc>
              <a:spcPct val="90000"/>
            </a:lnSpc>
            <a:spcBef>
              <a:spcPct val="0"/>
            </a:spcBef>
            <a:spcAft>
              <a:spcPct val="35000"/>
            </a:spcAft>
            <a:buNone/>
          </a:pPr>
          <a:r>
            <a:rPr lang="en-US" sz="3300" kern="1200" dirty="0"/>
            <a:t>Lorem Ipsum</a:t>
          </a:r>
        </a:p>
      </dsp:txBody>
      <dsp:txXfrm>
        <a:off x="2753380" y="0"/>
        <a:ext cx="2621239" cy="553982"/>
      </dsp:txXfrm>
    </dsp:sp>
    <dsp:sp modelId="{13CFFAD2-6BB2-4A7B-9593-09A7022A5D1B}">
      <dsp:nvSpPr>
        <dsp:cNvPr id="0" name=""/>
        <dsp:cNvSpPr/>
      </dsp:nvSpPr>
      <dsp:spPr>
        <a:xfrm>
          <a:off x="2753380" y="1118662"/>
          <a:ext cx="192560" cy="192560"/>
        </a:xfrm>
        <a:prstGeom prst="rect">
          <a:avLst/>
        </a:prstGeom>
        <a:solidFill>
          <a:schemeClr val="lt1">
            <a:hueOff val="0"/>
            <a:satOff val="0"/>
            <a:lumOff val="0"/>
            <a:alphaOff val="0"/>
          </a:schemeClr>
        </a:solidFill>
        <a:ln w="9525" cap="flat" cmpd="sng" algn="ctr">
          <a:solidFill>
            <a:schemeClr val="accent3">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39F0940A-2444-42CF-A695-A758DAC4C6E8}">
      <dsp:nvSpPr>
        <dsp:cNvPr id="0" name=""/>
        <dsp:cNvSpPr/>
      </dsp:nvSpPr>
      <dsp:spPr>
        <a:xfrm>
          <a:off x="2936867" y="990512"/>
          <a:ext cx="2437752" cy="4488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666750">
            <a:lnSpc>
              <a:spcPct val="90000"/>
            </a:lnSpc>
            <a:spcBef>
              <a:spcPct val="0"/>
            </a:spcBef>
            <a:spcAft>
              <a:spcPct val="35000"/>
            </a:spcAft>
            <a:buNone/>
          </a:pPr>
          <a:r>
            <a:rPr lang="en-US" sz="1500" kern="1200" dirty="0"/>
            <a:t>Some text here</a:t>
          </a:r>
        </a:p>
      </dsp:txBody>
      <dsp:txXfrm>
        <a:off x="2936867" y="990512"/>
        <a:ext cx="2437752" cy="448860"/>
      </dsp:txXfrm>
    </dsp:sp>
    <dsp:sp modelId="{758E3EAC-0286-412C-8973-FF232A7E62E7}">
      <dsp:nvSpPr>
        <dsp:cNvPr id="0" name=""/>
        <dsp:cNvSpPr/>
      </dsp:nvSpPr>
      <dsp:spPr>
        <a:xfrm>
          <a:off x="2753380" y="1567522"/>
          <a:ext cx="192560" cy="192560"/>
        </a:xfrm>
        <a:prstGeom prst="rect">
          <a:avLst/>
        </a:prstGeom>
        <a:solidFill>
          <a:schemeClr val="lt1">
            <a:hueOff val="0"/>
            <a:satOff val="0"/>
            <a:lumOff val="0"/>
            <a:alphaOff val="0"/>
          </a:schemeClr>
        </a:solidFill>
        <a:ln w="9525" cap="flat" cmpd="sng" algn="ctr">
          <a:solidFill>
            <a:schemeClr val="accent4">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A65D26A9-396E-4565-A24A-0620A490F905}">
      <dsp:nvSpPr>
        <dsp:cNvPr id="0" name=""/>
        <dsp:cNvSpPr/>
      </dsp:nvSpPr>
      <dsp:spPr>
        <a:xfrm>
          <a:off x="2936867" y="1439372"/>
          <a:ext cx="2437752" cy="4488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666750">
            <a:lnSpc>
              <a:spcPct val="90000"/>
            </a:lnSpc>
            <a:spcBef>
              <a:spcPct val="0"/>
            </a:spcBef>
            <a:spcAft>
              <a:spcPct val="35000"/>
            </a:spcAft>
            <a:buNone/>
          </a:pPr>
          <a:r>
            <a:rPr lang="en-US" sz="1500" kern="1200" dirty="0"/>
            <a:t>Some text here</a:t>
          </a:r>
        </a:p>
      </dsp:txBody>
      <dsp:txXfrm>
        <a:off x="2936867" y="1439372"/>
        <a:ext cx="2437752" cy="448860"/>
      </dsp:txXfrm>
    </dsp:sp>
    <dsp:sp modelId="{90021971-7E97-404A-958B-470F26E4B1C7}">
      <dsp:nvSpPr>
        <dsp:cNvPr id="0" name=""/>
        <dsp:cNvSpPr/>
      </dsp:nvSpPr>
      <dsp:spPr>
        <a:xfrm>
          <a:off x="2753380" y="2016382"/>
          <a:ext cx="192560" cy="192560"/>
        </a:xfrm>
        <a:prstGeom prst="rect">
          <a:avLst/>
        </a:prstGeom>
        <a:solidFill>
          <a:schemeClr val="lt1">
            <a:hueOff val="0"/>
            <a:satOff val="0"/>
            <a:lumOff val="0"/>
            <a:alphaOff val="0"/>
          </a:schemeClr>
        </a:solidFill>
        <a:ln w="9525" cap="flat" cmpd="sng" algn="ctr">
          <a:solidFill>
            <a:schemeClr val="accent5">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0A2B1D6D-1140-4308-AF81-A69B3AC3B2A5}">
      <dsp:nvSpPr>
        <dsp:cNvPr id="0" name=""/>
        <dsp:cNvSpPr/>
      </dsp:nvSpPr>
      <dsp:spPr>
        <a:xfrm>
          <a:off x="2936867" y="1888232"/>
          <a:ext cx="2437752" cy="4488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666750">
            <a:lnSpc>
              <a:spcPct val="90000"/>
            </a:lnSpc>
            <a:spcBef>
              <a:spcPct val="0"/>
            </a:spcBef>
            <a:spcAft>
              <a:spcPct val="35000"/>
            </a:spcAft>
            <a:buNone/>
          </a:pPr>
          <a:r>
            <a:rPr lang="en-US" sz="1500" kern="1200" dirty="0"/>
            <a:t>Some text here</a:t>
          </a:r>
        </a:p>
      </dsp:txBody>
      <dsp:txXfrm>
        <a:off x="2936867" y="1888232"/>
        <a:ext cx="2437752" cy="448860"/>
      </dsp:txXfrm>
    </dsp:sp>
    <dsp:sp modelId="{AA36D1B3-CBA7-477C-8451-A498524A4F43}">
      <dsp:nvSpPr>
        <dsp:cNvPr id="0" name=""/>
        <dsp:cNvSpPr/>
      </dsp:nvSpPr>
      <dsp:spPr>
        <a:xfrm>
          <a:off x="2753380" y="2465242"/>
          <a:ext cx="192560" cy="192560"/>
        </a:xfrm>
        <a:prstGeom prst="rect">
          <a:avLst/>
        </a:prstGeom>
        <a:solidFill>
          <a:schemeClr val="lt1">
            <a:hueOff val="0"/>
            <a:satOff val="0"/>
            <a:lumOff val="0"/>
            <a:alphaOff val="0"/>
          </a:schemeClr>
        </a:solidFill>
        <a:ln w="9525" cap="flat"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CA2BAF1A-6A74-4304-8F17-8C9E961F871E}">
      <dsp:nvSpPr>
        <dsp:cNvPr id="0" name=""/>
        <dsp:cNvSpPr/>
      </dsp:nvSpPr>
      <dsp:spPr>
        <a:xfrm>
          <a:off x="2936867" y="2337092"/>
          <a:ext cx="2437752" cy="4488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666750">
            <a:lnSpc>
              <a:spcPct val="90000"/>
            </a:lnSpc>
            <a:spcBef>
              <a:spcPct val="0"/>
            </a:spcBef>
            <a:spcAft>
              <a:spcPct val="35000"/>
            </a:spcAft>
            <a:buNone/>
          </a:pPr>
          <a:r>
            <a:rPr lang="en-US" sz="1500" kern="1200" dirty="0"/>
            <a:t>Some text here</a:t>
          </a:r>
        </a:p>
      </dsp:txBody>
      <dsp:txXfrm>
        <a:off x="2936867" y="2337092"/>
        <a:ext cx="2437752" cy="448860"/>
      </dsp:txXfrm>
    </dsp:sp>
    <dsp:sp modelId="{D8320620-3AD2-433E-B242-2ECC78C96B58}">
      <dsp:nvSpPr>
        <dsp:cNvPr id="0" name=""/>
        <dsp:cNvSpPr/>
      </dsp:nvSpPr>
      <dsp:spPr>
        <a:xfrm>
          <a:off x="5505681" y="553982"/>
          <a:ext cx="2621239" cy="308381"/>
        </a:xfrm>
        <a:prstGeom prst="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w="9525" cap="flat" cmpd="sng" algn="ctr">
          <a:solidFill>
            <a:schemeClr val="accent4">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E1FCDC73-B543-4610-AE03-BA26FD4F5576}">
      <dsp:nvSpPr>
        <dsp:cNvPr id="0" name=""/>
        <dsp:cNvSpPr/>
      </dsp:nvSpPr>
      <dsp:spPr>
        <a:xfrm>
          <a:off x="5505681" y="669797"/>
          <a:ext cx="192565" cy="192565"/>
        </a:xfrm>
        <a:prstGeom prst="rect">
          <a:avLst/>
        </a:prstGeom>
        <a:solidFill>
          <a:schemeClr val="lt1">
            <a:alpha val="90000"/>
            <a:hueOff val="0"/>
            <a:satOff val="0"/>
            <a:lumOff val="0"/>
            <a:alphaOff val="0"/>
          </a:schemeClr>
        </a:solidFill>
        <a:ln w="9525" cap="flat" cmpd="sng" algn="ctr">
          <a:solidFill>
            <a:schemeClr val="accent4">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9C817CA6-E6D0-4438-8C3A-8D1D4B00C602}">
      <dsp:nvSpPr>
        <dsp:cNvPr id="0" name=""/>
        <dsp:cNvSpPr/>
      </dsp:nvSpPr>
      <dsp:spPr>
        <a:xfrm>
          <a:off x="5505681" y="0"/>
          <a:ext cx="2621239" cy="5539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2865" tIns="41910" rIns="62865" bIns="41910" numCol="1" spcCol="1270" anchor="ctr" anchorCtr="0">
          <a:noAutofit/>
        </a:bodyPr>
        <a:lstStyle/>
        <a:p>
          <a:pPr marL="0" lvl="0" indent="0" algn="l" defTabSz="1466850">
            <a:lnSpc>
              <a:spcPct val="90000"/>
            </a:lnSpc>
            <a:spcBef>
              <a:spcPct val="0"/>
            </a:spcBef>
            <a:spcAft>
              <a:spcPct val="35000"/>
            </a:spcAft>
            <a:buNone/>
          </a:pPr>
          <a:r>
            <a:rPr lang="en-US" sz="3300" kern="1200" dirty="0"/>
            <a:t>Lorem Ipsum</a:t>
          </a:r>
        </a:p>
      </dsp:txBody>
      <dsp:txXfrm>
        <a:off x="5505681" y="0"/>
        <a:ext cx="2621239" cy="553982"/>
      </dsp:txXfrm>
    </dsp:sp>
    <dsp:sp modelId="{54D71F2F-9C81-46C1-AEAF-9083EE6DF038}">
      <dsp:nvSpPr>
        <dsp:cNvPr id="0" name=""/>
        <dsp:cNvSpPr/>
      </dsp:nvSpPr>
      <dsp:spPr>
        <a:xfrm>
          <a:off x="5505681" y="1118662"/>
          <a:ext cx="192560" cy="192560"/>
        </a:xfrm>
        <a:prstGeom prst="rect">
          <a:avLst/>
        </a:prstGeom>
        <a:solidFill>
          <a:schemeClr val="lt1">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67B5E7A4-2235-4106-A3A1-3FE0BAEEA979}">
      <dsp:nvSpPr>
        <dsp:cNvPr id="0" name=""/>
        <dsp:cNvSpPr/>
      </dsp:nvSpPr>
      <dsp:spPr>
        <a:xfrm>
          <a:off x="5689168" y="990512"/>
          <a:ext cx="2437752" cy="4488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666750">
            <a:lnSpc>
              <a:spcPct val="90000"/>
            </a:lnSpc>
            <a:spcBef>
              <a:spcPct val="0"/>
            </a:spcBef>
            <a:spcAft>
              <a:spcPct val="35000"/>
            </a:spcAft>
            <a:buNone/>
          </a:pPr>
          <a:r>
            <a:rPr lang="en-US" sz="1500" kern="1200" dirty="0"/>
            <a:t>Some text here</a:t>
          </a:r>
        </a:p>
      </dsp:txBody>
      <dsp:txXfrm>
        <a:off x="5689168" y="990512"/>
        <a:ext cx="2437752" cy="448860"/>
      </dsp:txXfrm>
    </dsp:sp>
    <dsp:sp modelId="{B8231A1E-9502-4C1A-9FDA-4B5B960DD974}">
      <dsp:nvSpPr>
        <dsp:cNvPr id="0" name=""/>
        <dsp:cNvSpPr/>
      </dsp:nvSpPr>
      <dsp:spPr>
        <a:xfrm>
          <a:off x="5505681" y="1567522"/>
          <a:ext cx="192560" cy="192560"/>
        </a:xfrm>
        <a:prstGeom prst="rect">
          <a:avLst/>
        </a:prstGeom>
        <a:solidFill>
          <a:schemeClr val="lt1">
            <a:hueOff val="0"/>
            <a:satOff val="0"/>
            <a:lumOff val="0"/>
            <a:alphaOff val="0"/>
          </a:schemeClr>
        </a:solidFill>
        <a:ln w="9525" cap="flat" cmpd="sng" algn="ctr">
          <a:solidFill>
            <a:schemeClr val="accent3">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EC465D48-6F3E-428A-A9AB-E32E5308D1F2}">
      <dsp:nvSpPr>
        <dsp:cNvPr id="0" name=""/>
        <dsp:cNvSpPr/>
      </dsp:nvSpPr>
      <dsp:spPr>
        <a:xfrm>
          <a:off x="5689168" y="1439372"/>
          <a:ext cx="2437752" cy="4488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666750">
            <a:lnSpc>
              <a:spcPct val="90000"/>
            </a:lnSpc>
            <a:spcBef>
              <a:spcPct val="0"/>
            </a:spcBef>
            <a:spcAft>
              <a:spcPct val="35000"/>
            </a:spcAft>
            <a:buNone/>
          </a:pPr>
          <a:r>
            <a:rPr lang="en-US" sz="1500" kern="1200" dirty="0"/>
            <a:t>Some text here</a:t>
          </a:r>
        </a:p>
      </dsp:txBody>
      <dsp:txXfrm>
        <a:off x="5689168" y="1439372"/>
        <a:ext cx="2437752" cy="448860"/>
      </dsp:txXfrm>
    </dsp:sp>
    <dsp:sp modelId="{C6768913-1EA4-4A58-84C2-EFD66CCC6211}">
      <dsp:nvSpPr>
        <dsp:cNvPr id="0" name=""/>
        <dsp:cNvSpPr/>
      </dsp:nvSpPr>
      <dsp:spPr>
        <a:xfrm>
          <a:off x="5505681" y="2016382"/>
          <a:ext cx="192560" cy="192560"/>
        </a:xfrm>
        <a:prstGeom prst="rect">
          <a:avLst/>
        </a:prstGeom>
        <a:solidFill>
          <a:schemeClr val="lt1">
            <a:hueOff val="0"/>
            <a:satOff val="0"/>
            <a:lumOff val="0"/>
            <a:alphaOff val="0"/>
          </a:schemeClr>
        </a:solidFill>
        <a:ln w="9525" cap="flat" cmpd="sng" algn="ctr">
          <a:solidFill>
            <a:schemeClr val="accent4">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662A7441-478C-427F-A55D-17DBE198C63B}">
      <dsp:nvSpPr>
        <dsp:cNvPr id="0" name=""/>
        <dsp:cNvSpPr/>
      </dsp:nvSpPr>
      <dsp:spPr>
        <a:xfrm>
          <a:off x="5689168" y="1888232"/>
          <a:ext cx="2437752" cy="4488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666750">
            <a:lnSpc>
              <a:spcPct val="90000"/>
            </a:lnSpc>
            <a:spcBef>
              <a:spcPct val="0"/>
            </a:spcBef>
            <a:spcAft>
              <a:spcPct val="35000"/>
            </a:spcAft>
            <a:buNone/>
          </a:pPr>
          <a:r>
            <a:rPr lang="en-US" sz="1500" kern="1200" dirty="0"/>
            <a:t>Some text here</a:t>
          </a:r>
        </a:p>
      </dsp:txBody>
      <dsp:txXfrm>
        <a:off x="5689168" y="1888232"/>
        <a:ext cx="2437752" cy="448860"/>
      </dsp:txXfrm>
    </dsp:sp>
    <dsp:sp modelId="{60065CA4-CEF6-455A-AFC5-30E1C2980814}">
      <dsp:nvSpPr>
        <dsp:cNvPr id="0" name=""/>
        <dsp:cNvSpPr/>
      </dsp:nvSpPr>
      <dsp:spPr>
        <a:xfrm>
          <a:off x="5505681" y="2465242"/>
          <a:ext cx="192560" cy="192560"/>
        </a:xfrm>
        <a:prstGeom prst="rect">
          <a:avLst/>
        </a:prstGeom>
        <a:solidFill>
          <a:schemeClr val="lt1">
            <a:hueOff val="0"/>
            <a:satOff val="0"/>
            <a:lumOff val="0"/>
            <a:alphaOff val="0"/>
          </a:schemeClr>
        </a:solidFill>
        <a:ln w="9525" cap="flat" cmpd="sng" algn="ctr">
          <a:solidFill>
            <a:schemeClr val="accent5">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549E2D0B-F8EF-4195-B6E8-3D706118DC80}">
      <dsp:nvSpPr>
        <dsp:cNvPr id="0" name=""/>
        <dsp:cNvSpPr/>
      </dsp:nvSpPr>
      <dsp:spPr>
        <a:xfrm>
          <a:off x="5689168" y="2337092"/>
          <a:ext cx="2437752" cy="4488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666750">
            <a:lnSpc>
              <a:spcPct val="90000"/>
            </a:lnSpc>
            <a:spcBef>
              <a:spcPct val="0"/>
            </a:spcBef>
            <a:spcAft>
              <a:spcPct val="35000"/>
            </a:spcAft>
            <a:buNone/>
          </a:pPr>
          <a:r>
            <a:rPr lang="en-US" sz="1500" kern="1200" dirty="0"/>
            <a:t>Some text here</a:t>
          </a:r>
        </a:p>
      </dsp:txBody>
      <dsp:txXfrm>
        <a:off x="5689168" y="2337092"/>
        <a:ext cx="2437752" cy="448860"/>
      </dsp:txXfrm>
    </dsp:sp>
    <dsp:sp modelId="{3DAE42F8-51DB-409A-915D-0BF750BADD92}">
      <dsp:nvSpPr>
        <dsp:cNvPr id="0" name=""/>
        <dsp:cNvSpPr/>
      </dsp:nvSpPr>
      <dsp:spPr>
        <a:xfrm>
          <a:off x="5505681" y="2914102"/>
          <a:ext cx="192560" cy="192560"/>
        </a:xfrm>
        <a:prstGeom prst="rect">
          <a:avLst/>
        </a:prstGeom>
        <a:solidFill>
          <a:schemeClr val="lt1">
            <a:hueOff val="0"/>
            <a:satOff val="0"/>
            <a:lumOff val="0"/>
            <a:alphaOff val="0"/>
          </a:schemeClr>
        </a:solidFill>
        <a:ln w="9525" cap="flat"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C9E6BE0C-F439-4FBC-9522-96087DA015E9}">
      <dsp:nvSpPr>
        <dsp:cNvPr id="0" name=""/>
        <dsp:cNvSpPr/>
      </dsp:nvSpPr>
      <dsp:spPr>
        <a:xfrm>
          <a:off x="5689168" y="2785952"/>
          <a:ext cx="2437752" cy="4488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666750">
            <a:lnSpc>
              <a:spcPct val="90000"/>
            </a:lnSpc>
            <a:spcBef>
              <a:spcPct val="0"/>
            </a:spcBef>
            <a:spcAft>
              <a:spcPct val="35000"/>
            </a:spcAft>
            <a:buNone/>
          </a:pPr>
          <a:r>
            <a:rPr lang="en-US" sz="1500" kern="1200"/>
            <a:t>Some text here</a:t>
          </a:r>
          <a:endParaRPr lang="en-US" sz="1500" kern="1200" dirty="0"/>
        </a:p>
      </dsp:txBody>
      <dsp:txXfrm>
        <a:off x="5689168" y="2785952"/>
        <a:ext cx="2437752" cy="448860"/>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847FF1-08B1-4CD4-B5A8-EBC6AA8EACB7}">
      <dsp:nvSpPr>
        <dsp:cNvPr id="0" name=""/>
        <dsp:cNvSpPr/>
      </dsp:nvSpPr>
      <dsp:spPr>
        <a:xfrm rot="16200000">
          <a:off x="-1471663" y="2179215"/>
          <a:ext cx="3327472" cy="2888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254773" bIns="0" numCol="1" spcCol="1270" anchor="t" anchorCtr="0">
          <a:noAutofit/>
        </a:bodyPr>
        <a:lstStyle/>
        <a:p>
          <a:pPr marL="0" lvl="0" indent="0" algn="r" defTabSz="889000">
            <a:lnSpc>
              <a:spcPct val="90000"/>
            </a:lnSpc>
            <a:spcBef>
              <a:spcPct val="0"/>
            </a:spcBef>
            <a:spcAft>
              <a:spcPct val="35000"/>
            </a:spcAft>
            <a:buNone/>
          </a:pPr>
          <a:r>
            <a:rPr lang="en-US" sz="2000" kern="1200"/>
            <a:t>Lorem Ipsum</a:t>
          </a:r>
          <a:endParaRPr lang="en-US" sz="2000" kern="1200" dirty="0"/>
        </a:p>
      </dsp:txBody>
      <dsp:txXfrm>
        <a:off x="-1471663" y="2179215"/>
        <a:ext cx="3327472" cy="288876"/>
      </dsp:txXfrm>
    </dsp:sp>
    <dsp:sp modelId="{3E710103-9701-4EF9-8BA7-F615B57D2B64}">
      <dsp:nvSpPr>
        <dsp:cNvPr id="0" name=""/>
        <dsp:cNvSpPr/>
      </dsp:nvSpPr>
      <dsp:spPr>
        <a:xfrm>
          <a:off x="336511" y="659917"/>
          <a:ext cx="1438913" cy="3327472"/>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70688" tIns="254773" rIns="170688" bIns="170688" numCol="1" spcCol="1270" anchor="t" anchorCtr="0">
          <a:noAutofit/>
        </a:bodyPr>
        <a:lstStyle/>
        <a:p>
          <a:pPr marL="171450" lvl="1" indent="-171450" algn="l" defTabSz="844550">
            <a:lnSpc>
              <a:spcPct val="90000"/>
            </a:lnSpc>
            <a:spcBef>
              <a:spcPct val="0"/>
            </a:spcBef>
            <a:spcAft>
              <a:spcPct val="15000"/>
            </a:spcAft>
            <a:buChar char="•"/>
          </a:pPr>
          <a:r>
            <a:rPr lang="en-US" sz="1900" kern="1200" dirty="0"/>
            <a:t>Some text here</a:t>
          </a:r>
        </a:p>
        <a:p>
          <a:pPr marL="171450" lvl="1" indent="-171450" algn="l" defTabSz="844550">
            <a:lnSpc>
              <a:spcPct val="90000"/>
            </a:lnSpc>
            <a:spcBef>
              <a:spcPct val="0"/>
            </a:spcBef>
            <a:spcAft>
              <a:spcPct val="15000"/>
            </a:spcAft>
            <a:buChar char="•"/>
          </a:pPr>
          <a:r>
            <a:rPr lang="en-US" sz="1900" kern="1200" dirty="0"/>
            <a:t>Some text here</a:t>
          </a:r>
        </a:p>
        <a:p>
          <a:pPr marL="171450" lvl="1" indent="-171450" algn="l" defTabSz="844550">
            <a:lnSpc>
              <a:spcPct val="90000"/>
            </a:lnSpc>
            <a:spcBef>
              <a:spcPct val="0"/>
            </a:spcBef>
            <a:spcAft>
              <a:spcPct val="15000"/>
            </a:spcAft>
            <a:buChar char="•"/>
          </a:pPr>
          <a:r>
            <a:rPr lang="en-US" sz="1900" kern="1200" dirty="0"/>
            <a:t>Some text here</a:t>
          </a:r>
        </a:p>
        <a:p>
          <a:pPr marL="171450" lvl="1" indent="-171450" algn="l" defTabSz="844550">
            <a:lnSpc>
              <a:spcPct val="90000"/>
            </a:lnSpc>
            <a:spcBef>
              <a:spcPct val="0"/>
            </a:spcBef>
            <a:spcAft>
              <a:spcPct val="15000"/>
            </a:spcAft>
            <a:buChar char="•"/>
          </a:pPr>
          <a:r>
            <a:rPr lang="en-US" sz="1900" kern="1200" dirty="0"/>
            <a:t>Some text here</a:t>
          </a:r>
        </a:p>
      </dsp:txBody>
      <dsp:txXfrm>
        <a:off x="336511" y="659917"/>
        <a:ext cx="1438913" cy="3327472"/>
      </dsp:txXfrm>
    </dsp:sp>
    <dsp:sp modelId="{48AD13B8-356B-44EF-93E4-0E7BC42B5E6C}">
      <dsp:nvSpPr>
        <dsp:cNvPr id="0" name=""/>
        <dsp:cNvSpPr/>
      </dsp:nvSpPr>
      <dsp:spPr>
        <a:xfrm>
          <a:off x="47634" y="278600"/>
          <a:ext cx="577753" cy="577753"/>
        </a:xfrm>
        <a:prstGeom prst="rect">
          <a:avLst/>
        </a:prstGeom>
        <a:solidFill>
          <a:schemeClr val="accent2">
            <a:tint val="5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6A576D59-117E-4178-9721-0A2C1DC76F85}">
      <dsp:nvSpPr>
        <dsp:cNvPr id="0" name=""/>
        <dsp:cNvSpPr/>
      </dsp:nvSpPr>
      <dsp:spPr>
        <a:xfrm rot="16200000">
          <a:off x="629983" y="2179215"/>
          <a:ext cx="3327472" cy="2888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254773" bIns="0" numCol="1" spcCol="1270" anchor="t" anchorCtr="0">
          <a:noAutofit/>
        </a:bodyPr>
        <a:lstStyle/>
        <a:p>
          <a:pPr marL="0" lvl="0" indent="0" algn="r" defTabSz="889000">
            <a:lnSpc>
              <a:spcPct val="90000"/>
            </a:lnSpc>
            <a:spcBef>
              <a:spcPct val="0"/>
            </a:spcBef>
            <a:spcAft>
              <a:spcPct val="35000"/>
            </a:spcAft>
            <a:buNone/>
          </a:pPr>
          <a:r>
            <a:rPr lang="en-US" sz="2000" kern="1200"/>
            <a:t>Lorem Ipsum</a:t>
          </a:r>
          <a:endParaRPr lang="en-US" sz="2000" kern="1200" dirty="0"/>
        </a:p>
      </dsp:txBody>
      <dsp:txXfrm>
        <a:off x="629983" y="2179215"/>
        <a:ext cx="3327472" cy="288876"/>
      </dsp:txXfrm>
    </dsp:sp>
    <dsp:sp modelId="{7F432B44-6C23-4EB7-B2F7-4915C3E2F5BF}">
      <dsp:nvSpPr>
        <dsp:cNvPr id="0" name=""/>
        <dsp:cNvSpPr/>
      </dsp:nvSpPr>
      <dsp:spPr>
        <a:xfrm>
          <a:off x="2438158" y="659917"/>
          <a:ext cx="1438913" cy="3327472"/>
        </a:xfrm>
        <a:prstGeom prst="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70688" tIns="254773" rIns="170688" bIns="170688" numCol="1" spcCol="1270" anchor="t" anchorCtr="0">
          <a:noAutofit/>
        </a:bodyPr>
        <a:lstStyle/>
        <a:p>
          <a:pPr marL="171450" lvl="1" indent="-171450" algn="l" defTabSz="844550">
            <a:lnSpc>
              <a:spcPct val="90000"/>
            </a:lnSpc>
            <a:spcBef>
              <a:spcPct val="0"/>
            </a:spcBef>
            <a:spcAft>
              <a:spcPct val="15000"/>
            </a:spcAft>
            <a:buChar char="•"/>
          </a:pPr>
          <a:r>
            <a:rPr lang="en-US" sz="1900" kern="1200" dirty="0"/>
            <a:t>Some text here</a:t>
          </a:r>
        </a:p>
        <a:p>
          <a:pPr marL="171450" lvl="1" indent="-171450" algn="l" defTabSz="844550">
            <a:lnSpc>
              <a:spcPct val="90000"/>
            </a:lnSpc>
            <a:spcBef>
              <a:spcPct val="0"/>
            </a:spcBef>
            <a:spcAft>
              <a:spcPct val="15000"/>
            </a:spcAft>
            <a:buChar char="•"/>
          </a:pPr>
          <a:r>
            <a:rPr lang="en-US" sz="1900" kern="1200" dirty="0"/>
            <a:t>Some text here</a:t>
          </a:r>
        </a:p>
        <a:p>
          <a:pPr marL="171450" lvl="1" indent="-171450" algn="l" defTabSz="844550">
            <a:lnSpc>
              <a:spcPct val="90000"/>
            </a:lnSpc>
            <a:spcBef>
              <a:spcPct val="0"/>
            </a:spcBef>
            <a:spcAft>
              <a:spcPct val="15000"/>
            </a:spcAft>
            <a:buChar char="•"/>
          </a:pPr>
          <a:r>
            <a:rPr lang="en-US" sz="1900" kern="1200" dirty="0"/>
            <a:t>Some text here</a:t>
          </a:r>
        </a:p>
        <a:p>
          <a:pPr marL="171450" lvl="1" indent="-171450" algn="l" defTabSz="844550">
            <a:lnSpc>
              <a:spcPct val="90000"/>
            </a:lnSpc>
            <a:spcBef>
              <a:spcPct val="0"/>
            </a:spcBef>
            <a:spcAft>
              <a:spcPct val="15000"/>
            </a:spcAft>
            <a:buChar char="•"/>
          </a:pPr>
          <a:r>
            <a:rPr lang="en-US" sz="1900" kern="1200" dirty="0"/>
            <a:t>Some text here</a:t>
          </a:r>
        </a:p>
      </dsp:txBody>
      <dsp:txXfrm>
        <a:off x="2438158" y="659917"/>
        <a:ext cx="1438913" cy="3327472"/>
      </dsp:txXfrm>
    </dsp:sp>
    <dsp:sp modelId="{7F211806-9BB4-49B6-8830-920553D09E40}">
      <dsp:nvSpPr>
        <dsp:cNvPr id="0" name=""/>
        <dsp:cNvSpPr/>
      </dsp:nvSpPr>
      <dsp:spPr>
        <a:xfrm>
          <a:off x="2149281" y="278600"/>
          <a:ext cx="577753" cy="577753"/>
        </a:xfrm>
        <a:prstGeom prst="rect">
          <a:avLst/>
        </a:prstGeom>
        <a:solidFill>
          <a:schemeClr val="accent3">
            <a:tint val="5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94B14B81-F645-421E-96B4-CE4CD84BE982}">
      <dsp:nvSpPr>
        <dsp:cNvPr id="0" name=""/>
        <dsp:cNvSpPr/>
      </dsp:nvSpPr>
      <dsp:spPr>
        <a:xfrm rot="16200000">
          <a:off x="2731630" y="2179215"/>
          <a:ext cx="3327472" cy="2888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254773" bIns="0" numCol="1" spcCol="1270" anchor="t" anchorCtr="0">
          <a:noAutofit/>
        </a:bodyPr>
        <a:lstStyle/>
        <a:p>
          <a:pPr marL="0" lvl="0" indent="0" algn="r" defTabSz="889000">
            <a:lnSpc>
              <a:spcPct val="90000"/>
            </a:lnSpc>
            <a:spcBef>
              <a:spcPct val="0"/>
            </a:spcBef>
            <a:spcAft>
              <a:spcPct val="35000"/>
            </a:spcAft>
            <a:buNone/>
          </a:pPr>
          <a:r>
            <a:rPr lang="en-US" sz="2000" kern="1200"/>
            <a:t>Lorem Ipsum</a:t>
          </a:r>
          <a:endParaRPr lang="en-US" sz="2000" kern="1200" dirty="0"/>
        </a:p>
      </dsp:txBody>
      <dsp:txXfrm>
        <a:off x="2731630" y="2179215"/>
        <a:ext cx="3327472" cy="288876"/>
      </dsp:txXfrm>
    </dsp:sp>
    <dsp:sp modelId="{A15C8580-C799-4B2E-B9A8-3D06DD22908A}">
      <dsp:nvSpPr>
        <dsp:cNvPr id="0" name=""/>
        <dsp:cNvSpPr/>
      </dsp:nvSpPr>
      <dsp:spPr>
        <a:xfrm>
          <a:off x="4539805" y="659917"/>
          <a:ext cx="1438913" cy="3327472"/>
        </a:xfrm>
        <a:prstGeom prst="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70688" tIns="254773" rIns="170688" bIns="170688" numCol="1" spcCol="1270" anchor="t" anchorCtr="0">
          <a:noAutofit/>
        </a:bodyPr>
        <a:lstStyle/>
        <a:p>
          <a:pPr marL="171450" lvl="1" indent="-171450" algn="l" defTabSz="844550">
            <a:lnSpc>
              <a:spcPct val="90000"/>
            </a:lnSpc>
            <a:spcBef>
              <a:spcPct val="0"/>
            </a:spcBef>
            <a:spcAft>
              <a:spcPct val="15000"/>
            </a:spcAft>
            <a:buChar char="•"/>
          </a:pPr>
          <a:r>
            <a:rPr lang="en-US" sz="1900" kern="1200" dirty="0"/>
            <a:t>Some text here</a:t>
          </a:r>
        </a:p>
        <a:p>
          <a:pPr marL="171450" lvl="1" indent="-171450" algn="l" defTabSz="844550">
            <a:lnSpc>
              <a:spcPct val="90000"/>
            </a:lnSpc>
            <a:spcBef>
              <a:spcPct val="0"/>
            </a:spcBef>
            <a:spcAft>
              <a:spcPct val="15000"/>
            </a:spcAft>
            <a:buChar char="•"/>
          </a:pPr>
          <a:r>
            <a:rPr lang="en-US" sz="1900" kern="1200" dirty="0"/>
            <a:t>Some text here</a:t>
          </a:r>
        </a:p>
        <a:p>
          <a:pPr marL="171450" lvl="1" indent="-171450" algn="l" defTabSz="844550">
            <a:lnSpc>
              <a:spcPct val="90000"/>
            </a:lnSpc>
            <a:spcBef>
              <a:spcPct val="0"/>
            </a:spcBef>
            <a:spcAft>
              <a:spcPct val="15000"/>
            </a:spcAft>
            <a:buChar char="•"/>
          </a:pPr>
          <a:r>
            <a:rPr lang="en-US" sz="1900" kern="1200" dirty="0"/>
            <a:t>Some text here</a:t>
          </a:r>
        </a:p>
        <a:p>
          <a:pPr marL="171450" lvl="1" indent="-171450" algn="l" defTabSz="844550">
            <a:lnSpc>
              <a:spcPct val="90000"/>
            </a:lnSpc>
            <a:spcBef>
              <a:spcPct val="0"/>
            </a:spcBef>
            <a:spcAft>
              <a:spcPct val="15000"/>
            </a:spcAft>
            <a:buChar char="•"/>
          </a:pPr>
          <a:r>
            <a:rPr lang="en-US" sz="1900" kern="1200" dirty="0"/>
            <a:t>Some text here</a:t>
          </a:r>
        </a:p>
      </dsp:txBody>
      <dsp:txXfrm>
        <a:off x="4539805" y="659917"/>
        <a:ext cx="1438913" cy="3327472"/>
      </dsp:txXfrm>
    </dsp:sp>
    <dsp:sp modelId="{11FF6681-D48C-4A0C-B94B-8C2A65F49225}">
      <dsp:nvSpPr>
        <dsp:cNvPr id="0" name=""/>
        <dsp:cNvSpPr/>
      </dsp:nvSpPr>
      <dsp:spPr>
        <a:xfrm>
          <a:off x="4250928" y="278600"/>
          <a:ext cx="577753" cy="577753"/>
        </a:xfrm>
        <a:prstGeom prst="rect">
          <a:avLst/>
        </a:prstGeom>
        <a:solidFill>
          <a:schemeClr val="accent4">
            <a:tint val="5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CAA6297B-058F-44B6-928C-D6FA824073A7}">
      <dsp:nvSpPr>
        <dsp:cNvPr id="0" name=""/>
        <dsp:cNvSpPr/>
      </dsp:nvSpPr>
      <dsp:spPr>
        <a:xfrm rot="16200000">
          <a:off x="4833277" y="2179215"/>
          <a:ext cx="3327472" cy="2888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254773" bIns="0" numCol="1" spcCol="1270" anchor="t" anchorCtr="0">
          <a:noAutofit/>
        </a:bodyPr>
        <a:lstStyle/>
        <a:p>
          <a:pPr marL="0" lvl="0" indent="0" algn="r" defTabSz="889000">
            <a:lnSpc>
              <a:spcPct val="90000"/>
            </a:lnSpc>
            <a:spcBef>
              <a:spcPct val="0"/>
            </a:spcBef>
            <a:spcAft>
              <a:spcPct val="35000"/>
            </a:spcAft>
            <a:buNone/>
          </a:pPr>
          <a:r>
            <a:rPr lang="en-US" sz="2000" kern="1200"/>
            <a:t>Lorem Ipsum</a:t>
          </a:r>
          <a:endParaRPr lang="en-US" sz="2000" kern="1200" dirty="0"/>
        </a:p>
      </dsp:txBody>
      <dsp:txXfrm>
        <a:off x="4833277" y="2179215"/>
        <a:ext cx="3327472" cy="288876"/>
      </dsp:txXfrm>
    </dsp:sp>
    <dsp:sp modelId="{28E1C646-9516-4DED-8B53-B5734C015797}">
      <dsp:nvSpPr>
        <dsp:cNvPr id="0" name=""/>
        <dsp:cNvSpPr/>
      </dsp:nvSpPr>
      <dsp:spPr>
        <a:xfrm>
          <a:off x="6641452" y="659917"/>
          <a:ext cx="1438913" cy="3327472"/>
        </a:xfrm>
        <a:prstGeom prst="rect">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70688" tIns="254773" rIns="170688" bIns="170688" numCol="1" spcCol="1270" anchor="t" anchorCtr="0">
          <a:noAutofit/>
        </a:bodyPr>
        <a:lstStyle/>
        <a:p>
          <a:pPr marL="171450" lvl="1" indent="-171450" algn="l" defTabSz="844550">
            <a:lnSpc>
              <a:spcPct val="90000"/>
            </a:lnSpc>
            <a:spcBef>
              <a:spcPct val="0"/>
            </a:spcBef>
            <a:spcAft>
              <a:spcPct val="15000"/>
            </a:spcAft>
            <a:buChar char="•"/>
          </a:pPr>
          <a:r>
            <a:rPr lang="en-US" sz="1900" kern="1200" dirty="0"/>
            <a:t>Some text here</a:t>
          </a:r>
        </a:p>
        <a:p>
          <a:pPr marL="171450" lvl="1" indent="-171450" algn="l" defTabSz="844550">
            <a:lnSpc>
              <a:spcPct val="90000"/>
            </a:lnSpc>
            <a:spcBef>
              <a:spcPct val="0"/>
            </a:spcBef>
            <a:spcAft>
              <a:spcPct val="15000"/>
            </a:spcAft>
            <a:buChar char="•"/>
          </a:pPr>
          <a:r>
            <a:rPr lang="en-US" sz="1900" kern="1200" dirty="0"/>
            <a:t>Some text here</a:t>
          </a:r>
        </a:p>
        <a:p>
          <a:pPr marL="171450" lvl="1" indent="-171450" algn="l" defTabSz="844550">
            <a:lnSpc>
              <a:spcPct val="90000"/>
            </a:lnSpc>
            <a:spcBef>
              <a:spcPct val="0"/>
            </a:spcBef>
            <a:spcAft>
              <a:spcPct val="15000"/>
            </a:spcAft>
            <a:buChar char="•"/>
          </a:pPr>
          <a:r>
            <a:rPr lang="en-US" sz="1900" kern="1200" dirty="0"/>
            <a:t>Some text here</a:t>
          </a:r>
        </a:p>
        <a:p>
          <a:pPr marL="171450" lvl="1" indent="-171450" algn="l" defTabSz="844550">
            <a:lnSpc>
              <a:spcPct val="90000"/>
            </a:lnSpc>
            <a:spcBef>
              <a:spcPct val="0"/>
            </a:spcBef>
            <a:spcAft>
              <a:spcPct val="15000"/>
            </a:spcAft>
            <a:buChar char="•"/>
          </a:pPr>
          <a:r>
            <a:rPr lang="en-US" sz="1900" kern="1200" dirty="0"/>
            <a:t>Some text here</a:t>
          </a:r>
        </a:p>
      </dsp:txBody>
      <dsp:txXfrm>
        <a:off x="6641452" y="659917"/>
        <a:ext cx="1438913" cy="3327472"/>
      </dsp:txXfrm>
    </dsp:sp>
    <dsp:sp modelId="{3ACFBC08-86F9-461A-8BB3-43EAD67D83AB}">
      <dsp:nvSpPr>
        <dsp:cNvPr id="0" name=""/>
        <dsp:cNvSpPr/>
      </dsp:nvSpPr>
      <dsp:spPr>
        <a:xfrm>
          <a:off x="6352575" y="278600"/>
          <a:ext cx="577753" cy="577753"/>
        </a:xfrm>
        <a:prstGeom prst="rect">
          <a:avLst/>
        </a:prstGeom>
        <a:solidFill>
          <a:schemeClr val="accent5">
            <a:tint val="5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4AB05E-5BFF-4235-8AD5-0D7C67583321}">
      <dsp:nvSpPr>
        <dsp:cNvPr id="0" name=""/>
        <dsp:cNvSpPr/>
      </dsp:nvSpPr>
      <dsp:spPr>
        <a:xfrm>
          <a:off x="101630" y="2313"/>
          <a:ext cx="1726452" cy="1288760"/>
        </a:xfrm>
        <a:prstGeom prst="round2SameRect">
          <a:avLst>
            <a:gd name="adj1" fmla="val 8000"/>
            <a:gd name="adj2" fmla="val 0"/>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4130" tIns="72390" rIns="24130" bIns="24130" numCol="1" spcCol="1270" anchor="t" anchorCtr="0">
          <a:noAutofit/>
        </a:bodyPr>
        <a:lstStyle/>
        <a:p>
          <a:pPr marL="171450" lvl="1" indent="-171450" algn="l" defTabSz="844550">
            <a:lnSpc>
              <a:spcPct val="90000"/>
            </a:lnSpc>
            <a:spcBef>
              <a:spcPct val="0"/>
            </a:spcBef>
            <a:spcAft>
              <a:spcPct val="15000"/>
            </a:spcAft>
            <a:buChar char="•"/>
          </a:pPr>
          <a:r>
            <a:rPr lang="en-US" sz="1900" kern="1200" dirty="0"/>
            <a:t>Some text here</a:t>
          </a:r>
        </a:p>
        <a:p>
          <a:pPr marL="171450" lvl="1" indent="-171450" algn="l" defTabSz="844550">
            <a:lnSpc>
              <a:spcPct val="90000"/>
            </a:lnSpc>
            <a:spcBef>
              <a:spcPct val="0"/>
            </a:spcBef>
            <a:spcAft>
              <a:spcPct val="15000"/>
            </a:spcAft>
            <a:buChar char="•"/>
          </a:pPr>
          <a:r>
            <a:rPr lang="en-US" sz="1900" kern="1200" dirty="0"/>
            <a:t>Some text here</a:t>
          </a:r>
        </a:p>
      </dsp:txBody>
      <dsp:txXfrm>
        <a:off x="131827" y="32510"/>
        <a:ext cx="1666058" cy="1258563"/>
      </dsp:txXfrm>
    </dsp:sp>
    <dsp:sp modelId="{658C6503-6F2C-4A55-A906-FA90C21F580A}">
      <dsp:nvSpPr>
        <dsp:cNvPr id="0" name=""/>
        <dsp:cNvSpPr/>
      </dsp:nvSpPr>
      <dsp:spPr>
        <a:xfrm>
          <a:off x="101630" y="1291073"/>
          <a:ext cx="1726452" cy="554167"/>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72390" tIns="0" rIns="24130" bIns="0" numCol="1" spcCol="1270" anchor="ctr" anchorCtr="0">
          <a:noAutofit/>
        </a:bodyPr>
        <a:lstStyle/>
        <a:p>
          <a:pPr marL="0" lvl="0" indent="0" algn="l" defTabSz="844550">
            <a:lnSpc>
              <a:spcPct val="90000"/>
            </a:lnSpc>
            <a:spcBef>
              <a:spcPct val="0"/>
            </a:spcBef>
            <a:spcAft>
              <a:spcPct val="35000"/>
            </a:spcAft>
            <a:buNone/>
          </a:pPr>
          <a:r>
            <a:rPr lang="en-US" sz="1900" kern="1200" dirty="0"/>
            <a:t>Lorem Ipsum</a:t>
          </a:r>
        </a:p>
      </dsp:txBody>
      <dsp:txXfrm>
        <a:off x="101630" y="1291073"/>
        <a:ext cx="1215811" cy="554167"/>
      </dsp:txXfrm>
    </dsp:sp>
    <dsp:sp modelId="{33F7FFBE-3FB8-499F-BDA6-43EB4D16344F}">
      <dsp:nvSpPr>
        <dsp:cNvPr id="0" name=""/>
        <dsp:cNvSpPr/>
      </dsp:nvSpPr>
      <dsp:spPr>
        <a:xfrm>
          <a:off x="1366280" y="1379098"/>
          <a:ext cx="604258" cy="604258"/>
        </a:xfrm>
        <a:prstGeom prst="ellipse">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17B4B85E-E3BC-487A-A560-5784A58E429F}">
      <dsp:nvSpPr>
        <dsp:cNvPr id="0" name=""/>
        <dsp:cNvSpPr/>
      </dsp:nvSpPr>
      <dsp:spPr>
        <a:xfrm>
          <a:off x="2120240" y="2313"/>
          <a:ext cx="1726452" cy="1288760"/>
        </a:xfrm>
        <a:prstGeom prst="round2SameRect">
          <a:avLst>
            <a:gd name="adj1" fmla="val 8000"/>
            <a:gd name="adj2" fmla="val 0"/>
          </a:avLst>
        </a:prstGeom>
        <a:solidFill>
          <a:schemeClr val="lt1">
            <a:alpha val="90000"/>
            <a:hueOff val="0"/>
            <a:satOff val="0"/>
            <a:lumOff val="0"/>
            <a:alphaOff val="0"/>
          </a:schemeClr>
        </a:solidFill>
        <a:ln w="9525" cap="flat" cmpd="sng" algn="ctr">
          <a:solidFill>
            <a:schemeClr val="accent3">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4130" tIns="72390" rIns="24130" bIns="24130" numCol="1" spcCol="1270" anchor="t" anchorCtr="0">
          <a:noAutofit/>
        </a:bodyPr>
        <a:lstStyle/>
        <a:p>
          <a:pPr marL="171450" lvl="1" indent="-171450" algn="l" defTabSz="844550">
            <a:lnSpc>
              <a:spcPct val="90000"/>
            </a:lnSpc>
            <a:spcBef>
              <a:spcPct val="0"/>
            </a:spcBef>
            <a:spcAft>
              <a:spcPct val="15000"/>
            </a:spcAft>
            <a:buChar char="•"/>
          </a:pPr>
          <a:r>
            <a:rPr lang="en-US" sz="1900" kern="1200" dirty="0"/>
            <a:t>Some text here</a:t>
          </a:r>
        </a:p>
        <a:p>
          <a:pPr marL="171450" lvl="1" indent="-171450" algn="l" defTabSz="844550">
            <a:lnSpc>
              <a:spcPct val="90000"/>
            </a:lnSpc>
            <a:spcBef>
              <a:spcPct val="0"/>
            </a:spcBef>
            <a:spcAft>
              <a:spcPct val="15000"/>
            </a:spcAft>
            <a:buChar char="•"/>
          </a:pPr>
          <a:r>
            <a:rPr lang="en-US" sz="1900" kern="1200"/>
            <a:t>Some text here</a:t>
          </a:r>
          <a:endParaRPr lang="en-US" sz="1900" kern="1200" dirty="0"/>
        </a:p>
      </dsp:txBody>
      <dsp:txXfrm>
        <a:off x="2150437" y="32510"/>
        <a:ext cx="1666058" cy="1258563"/>
      </dsp:txXfrm>
    </dsp:sp>
    <dsp:sp modelId="{CFFF9E47-E9DC-4A90-A31C-C3DA5A8497E9}">
      <dsp:nvSpPr>
        <dsp:cNvPr id="0" name=""/>
        <dsp:cNvSpPr/>
      </dsp:nvSpPr>
      <dsp:spPr>
        <a:xfrm>
          <a:off x="2120240" y="1291073"/>
          <a:ext cx="1726452" cy="554167"/>
        </a:xfrm>
        <a:prstGeom prst="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72390" tIns="0" rIns="24130" bIns="0" numCol="1" spcCol="1270" anchor="ctr" anchorCtr="0">
          <a:noAutofit/>
        </a:bodyPr>
        <a:lstStyle/>
        <a:p>
          <a:pPr marL="0" lvl="0" indent="0" algn="l" defTabSz="844550">
            <a:lnSpc>
              <a:spcPct val="90000"/>
            </a:lnSpc>
            <a:spcBef>
              <a:spcPct val="0"/>
            </a:spcBef>
            <a:spcAft>
              <a:spcPct val="35000"/>
            </a:spcAft>
            <a:buNone/>
          </a:pPr>
          <a:r>
            <a:rPr lang="en-US" sz="1900" kern="1200" dirty="0"/>
            <a:t>Lorem Ipsum</a:t>
          </a:r>
        </a:p>
      </dsp:txBody>
      <dsp:txXfrm>
        <a:off x="2120240" y="1291073"/>
        <a:ext cx="1215811" cy="554167"/>
      </dsp:txXfrm>
    </dsp:sp>
    <dsp:sp modelId="{028E7887-8AAD-4180-B759-B811A3F36271}">
      <dsp:nvSpPr>
        <dsp:cNvPr id="0" name=""/>
        <dsp:cNvSpPr/>
      </dsp:nvSpPr>
      <dsp:spPr>
        <a:xfrm>
          <a:off x="3384890" y="1379098"/>
          <a:ext cx="604258" cy="604258"/>
        </a:xfrm>
        <a:prstGeom prst="ellipse">
          <a:avLst/>
        </a:prstGeom>
        <a:solidFill>
          <a:schemeClr val="accent3">
            <a:tint val="40000"/>
            <a:alpha val="90000"/>
            <a:hueOff val="0"/>
            <a:satOff val="0"/>
            <a:lumOff val="0"/>
            <a:alphaOff val="0"/>
          </a:schemeClr>
        </a:solidFill>
        <a:ln w="9525" cap="flat" cmpd="sng" algn="ctr">
          <a:solidFill>
            <a:schemeClr val="accent3">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202618DD-ECA1-4ACE-8F1D-55F115DDA975}">
      <dsp:nvSpPr>
        <dsp:cNvPr id="0" name=""/>
        <dsp:cNvSpPr/>
      </dsp:nvSpPr>
      <dsp:spPr>
        <a:xfrm>
          <a:off x="4138850" y="2313"/>
          <a:ext cx="1726452" cy="1288760"/>
        </a:xfrm>
        <a:prstGeom prst="round2SameRect">
          <a:avLst>
            <a:gd name="adj1" fmla="val 8000"/>
            <a:gd name="adj2" fmla="val 0"/>
          </a:avLst>
        </a:prstGeom>
        <a:solidFill>
          <a:schemeClr val="lt1">
            <a:alpha val="90000"/>
            <a:hueOff val="0"/>
            <a:satOff val="0"/>
            <a:lumOff val="0"/>
            <a:alphaOff val="0"/>
          </a:schemeClr>
        </a:solidFill>
        <a:ln w="9525" cap="flat" cmpd="sng" algn="ctr">
          <a:solidFill>
            <a:schemeClr val="accent4">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4130" tIns="72390" rIns="24130" bIns="24130" numCol="1" spcCol="1270" anchor="t" anchorCtr="0">
          <a:noAutofit/>
        </a:bodyPr>
        <a:lstStyle/>
        <a:p>
          <a:pPr marL="171450" lvl="1" indent="-171450" algn="l" defTabSz="844550">
            <a:lnSpc>
              <a:spcPct val="90000"/>
            </a:lnSpc>
            <a:spcBef>
              <a:spcPct val="0"/>
            </a:spcBef>
            <a:spcAft>
              <a:spcPct val="15000"/>
            </a:spcAft>
            <a:buChar char="•"/>
          </a:pPr>
          <a:r>
            <a:rPr lang="en-US" sz="1900" kern="1200"/>
            <a:t>Some text here</a:t>
          </a:r>
          <a:endParaRPr lang="en-US" sz="1900" kern="1200" dirty="0"/>
        </a:p>
        <a:p>
          <a:pPr marL="171450" lvl="1" indent="-171450" algn="l" defTabSz="844550">
            <a:lnSpc>
              <a:spcPct val="90000"/>
            </a:lnSpc>
            <a:spcBef>
              <a:spcPct val="0"/>
            </a:spcBef>
            <a:spcAft>
              <a:spcPct val="15000"/>
            </a:spcAft>
            <a:buChar char="•"/>
          </a:pPr>
          <a:r>
            <a:rPr lang="en-US" sz="1900" kern="1200"/>
            <a:t>Some text here</a:t>
          </a:r>
          <a:endParaRPr lang="en-US" sz="1900" kern="1200" dirty="0"/>
        </a:p>
      </dsp:txBody>
      <dsp:txXfrm>
        <a:off x="4169047" y="32510"/>
        <a:ext cx="1666058" cy="1258563"/>
      </dsp:txXfrm>
    </dsp:sp>
    <dsp:sp modelId="{24866608-D8A5-43A7-BDB0-9E2C56AD814C}">
      <dsp:nvSpPr>
        <dsp:cNvPr id="0" name=""/>
        <dsp:cNvSpPr/>
      </dsp:nvSpPr>
      <dsp:spPr>
        <a:xfrm>
          <a:off x="4138850" y="1291073"/>
          <a:ext cx="1726452" cy="554167"/>
        </a:xfrm>
        <a:prstGeom prst="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w="9525" cap="flat" cmpd="sng" algn="ctr">
          <a:solidFill>
            <a:schemeClr val="accent4">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72390" tIns="0" rIns="24130" bIns="0" numCol="1" spcCol="1270" anchor="ctr" anchorCtr="0">
          <a:noAutofit/>
        </a:bodyPr>
        <a:lstStyle/>
        <a:p>
          <a:pPr marL="0" lvl="0" indent="0" algn="l" defTabSz="844550">
            <a:lnSpc>
              <a:spcPct val="90000"/>
            </a:lnSpc>
            <a:spcBef>
              <a:spcPct val="0"/>
            </a:spcBef>
            <a:spcAft>
              <a:spcPct val="35000"/>
            </a:spcAft>
            <a:buNone/>
          </a:pPr>
          <a:r>
            <a:rPr lang="en-US" sz="1900" kern="1200" dirty="0"/>
            <a:t>Lorem Ipsum</a:t>
          </a:r>
        </a:p>
      </dsp:txBody>
      <dsp:txXfrm>
        <a:off x="4138850" y="1291073"/>
        <a:ext cx="1215811" cy="554167"/>
      </dsp:txXfrm>
    </dsp:sp>
    <dsp:sp modelId="{99FD9895-744F-4590-AA72-E31A27F40A79}">
      <dsp:nvSpPr>
        <dsp:cNvPr id="0" name=""/>
        <dsp:cNvSpPr/>
      </dsp:nvSpPr>
      <dsp:spPr>
        <a:xfrm>
          <a:off x="5403500" y="1379098"/>
          <a:ext cx="604258" cy="604258"/>
        </a:xfrm>
        <a:prstGeom prst="ellipse">
          <a:avLst/>
        </a:prstGeom>
        <a:solidFill>
          <a:schemeClr val="accent4">
            <a:tint val="40000"/>
            <a:alpha val="90000"/>
            <a:hueOff val="0"/>
            <a:satOff val="0"/>
            <a:lumOff val="0"/>
            <a:alphaOff val="0"/>
          </a:schemeClr>
        </a:solidFill>
        <a:ln w="9525" cap="flat" cmpd="sng" algn="ctr">
          <a:solidFill>
            <a:schemeClr val="accent4">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915BEB58-1C8C-4C35-8D2E-55FE4BF2AE0A}">
      <dsp:nvSpPr>
        <dsp:cNvPr id="0" name=""/>
        <dsp:cNvSpPr/>
      </dsp:nvSpPr>
      <dsp:spPr>
        <a:xfrm>
          <a:off x="6157460" y="2313"/>
          <a:ext cx="1726452" cy="1288760"/>
        </a:xfrm>
        <a:prstGeom prst="round2SameRect">
          <a:avLst>
            <a:gd name="adj1" fmla="val 8000"/>
            <a:gd name="adj2" fmla="val 0"/>
          </a:avLst>
        </a:prstGeom>
        <a:solidFill>
          <a:schemeClr val="lt1">
            <a:alpha val="90000"/>
            <a:hueOff val="0"/>
            <a:satOff val="0"/>
            <a:lumOff val="0"/>
            <a:alphaOff val="0"/>
          </a:schemeClr>
        </a:solidFill>
        <a:ln w="9525" cap="flat" cmpd="sng" algn="ctr">
          <a:solidFill>
            <a:schemeClr val="accent5">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4130" tIns="72390" rIns="24130" bIns="24130" numCol="1" spcCol="1270" anchor="t" anchorCtr="0">
          <a:noAutofit/>
        </a:bodyPr>
        <a:lstStyle/>
        <a:p>
          <a:pPr marL="171450" lvl="1" indent="-171450" algn="l" defTabSz="844550">
            <a:lnSpc>
              <a:spcPct val="90000"/>
            </a:lnSpc>
            <a:spcBef>
              <a:spcPct val="0"/>
            </a:spcBef>
            <a:spcAft>
              <a:spcPct val="15000"/>
            </a:spcAft>
            <a:buChar char="•"/>
          </a:pPr>
          <a:r>
            <a:rPr lang="en-US" sz="1900" kern="1200"/>
            <a:t>Some text here</a:t>
          </a:r>
          <a:endParaRPr lang="en-US" sz="1900" kern="1200" dirty="0"/>
        </a:p>
        <a:p>
          <a:pPr marL="171450" lvl="1" indent="-171450" algn="l" defTabSz="844550">
            <a:lnSpc>
              <a:spcPct val="90000"/>
            </a:lnSpc>
            <a:spcBef>
              <a:spcPct val="0"/>
            </a:spcBef>
            <a:spcAft>
              <a:spcPct val="15000"/>
            </a:spcAft>
            <a:buChar char="•"/>
          </a:pPr>
          <a:r>
            <a:rPr lang="en-US" sz="1900" kern="1200"/>
            <a:t>Some text here</a:t>
          </a:r>
          <a:endParaRPr lang="en-US" sz="1900" kern="1200" dirty="0"/>
        </a:p>
      </dsp:txBody>
      <dsp:txXfrm>
        <a:off x="6187657" y="32510"/>
        <a:ext cx="1666058" cy="1258563"/>
      </dsp:txXfrm>
    </dsp:sp>
    <dsp:sp modelId="{72B754A0-B920-48BE-8574-7CAA63AC40A3}">
      <dsp:nvSpPr>
        <dsp:cNvPr id="0" name=""/>
        <dsp:cNvSpPr/>
      </dsp:nvSpPr>
      <dsp:spPr>
        <a:xfrm>
          <a:off x="6157460" y="1291073"/>
          <a:ext cx="1726452" cy="554167"/>
        </a:xfrm>
        <a:prstGeom prst="rect">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w="9525" cap="flat" cmpd="sng" algn="ctr">
          <a:solidFill>
            <a:schemeClr val="accent5">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72390" tIns="0" rIns="24130" bIns="0" numCol="1" spcCol="1270" anchor="ctr" anchorCtr="0">
          <a:noAutofit/>
        </a:bodyPr>
        <a:lstStyle/>
        <a:p>
          <a:pPr marL="0" lvl="0" indent="0" algn="l" defTabSz="844550">
            <a:lnSpc>
              <a:spcPct val="90000"/>
            </a:lnSpc>
            <a:spcBef>
              <a:spcPct val="0"/>
            </a:spcBef>
            <a:spcAft>
              <a:spcPct val="35000"/>
            </a:spcAft>
            <a:buNone/>
          </a:pPr>
          <a:r>
            <a:rPr lang="en-US" sz="1900" kern="1200" dirty="0"/>
            <a:t>Lorem Ipsum</a:t>
          </a:r>
        </a:p>
      </dsp:txBody>
      <dsp:txXfrm>
        <a:off x="6157460" y="1291073"/>
        <a:ext cx="1215811" cy="554167"/>
      </dsp:txXfrm>
    </dsp:sp>
    <dsp:sp modelId="{B71F0121-8B8D-4C21-91B1-8D7184AC17F1}">
      <dsp:nvSpPr>
        <dsp:cNvPr id="0" name=""/>
        <dsp:cNvSpPr/>
      </dsp:nvSpPr>
      <dsp:spPr>
        <a:xfrm>
          <a:off x="7422111" y="1379098"/>
          <a:ext cx="604258" cy="604258"/>
        </a:xfrm>
        <a:prstGeom prst="ellipse">
          <a:avLst/>
        </a:prstGeom>
        <a:solidFill>
          <a:schemeClr val="accent5">
            <a:tint val="40000"/>
            <a:alpha val="90000"/>
            <a:hueOff val="0"/>
            <a:satOff val="0"/>
            <a:lumOff val="0"/>
            <a:alphaOff val="0"/>
          </a:schemeClr>
        </a:solidFill>
        <a:ln w="9525" cap="flat" cmpd="sng" algn="ctr">
          <a:solidFill>
            <a:schemeClr val="accent5">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67B4435E-159F-4434-86DA-7F8D3917D15F}">
      <dsp:nvSpPr>
        <dsp:cNvPr id="0" name=""/>
        <dsp:cNvSpPr/>
      </dsp:nvSpPr>
      <dsp:spPr>
        <a:xfrm>
          <a:off x="3129545" y="2282633"/>
          <a:ext cx="1726452" cy="1288760"/>
        </a:xfrm>
        <a:prstGeom prst="round2SameRect">
          <a:avLst>
            <a:gd name="adj1" fmla="val 8000"/>
            <a:gd name="adj2" fmla="val 0"/>
          </a:avLst>
        </a:prstGeom>
        <a:solidFill>
          <a:schemeClr val="lt1">
            <a:alpha val="90000"/>
            <a:hueOff val="0"/>
            <a:satOff val="0"/>
            <a:lumOff val="0"/>
            <a:alphaOff val="0"/>
          </a:schemeClr>
        </a:solidFill>
        <a:ln w="9525" cap="flat"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4130" tIns="72390" rIns="24130" bIns="24130" numCol="1" spcCol="1270" anchor="t" anchorCtr="0">
          <a:noAutofit/>
        </a:bodyPr>
        <a:lstStyle/>
        <a:p>
          <a:pPr marL="171450" lvl="1" indent="-171450" algn="l" defTabSz="844550">
            <a:lnSpc>
              <a:spcPct val="90000"/>
            </a:lnSpc>
            <a:spcBef>
              <a:spcPct val="0"/>
            </a:spcBef>
            <a:spcAft>
              <a:spcPct val="15000"/>
            </a:spcAft>
            <a:buChar char="•"/>
          </a:pPr>
          <a:r>
            <a:rPr lang="en-US" sz="1900" kern="1200"/>
            <a:t>Some text here</a:t>
          </a:r>
          <a:endParaRPr lang="en-US" sz="1900" kern="1200" dirty="0"/>
        </a:p>
        <a:p>
          <a:pPr marL="171450" lvl="1" indent="-171450" algn="l" defTabSz="844550">
            <a:lnSpc>
              <a:spcPct val="90000"/>
            </a:lnSpc>
            <a:spcBef>
              <a:spcPct val="0"/>
            </a:spcBef>
            <a:spcAft>
              <a:spcPct val="15000"/>
            </a:spcAft>
            <a:buChar char="•"/>
          </a:pPr>
          <a:r>
            <a:rPr lang="en-US" sz="1900" kern="1200"/>
            <a:t>Some text here</a:t>
          </a:r>
          <a:endParaRPr lang="en-US" sz="1900" kern="1200" dirty="0"/>
        </a:p>
      </dsp:txBody>
      <dsp:txXfrm>
        <a:off x="3159742" y="2312830"/>
        <a:ext cx="1666058" cy="1258563"/>
      </dsp:txXfrm>
    </dsp:sp>
    <dsp:sp modelId="{98224A4D-9F83-4841-913D-C6FB52C75167}">
      <dsp:nvSpPr>
        <dsp:cNvPr id="0" name=""/>
        <dsp:cNvSpPr/>
      </dsp:nvSpPr>
      <dsp:spPr>
        <a:xfrm>
          <a:off x="3129545" y="3571393"/>
          <a:ext cx="1726452" cy="554167"/>
        </a:xfrm>
        <a:prstGeom prst="rect">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w="9525" cap="flat" cmpd="sng" algn="ctr">
          <a:solidFill>
            <a:schemeClr val="accent6">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72390" tIns="0" rIns="24130" bIns="0" numCol="1" spcCol="1270" anchor="ctr" anchorCtr="0">
          <a:noAutofit/>
        </a:bodyPr>
        <a:lstStyle/>
        <a:p>
          <a:pPr marL="0" lvl="0" indent="0" algn="l" defTabSz="844550">
            <a:lnSpc>
              <a:spcPct val="90000"/>
            </a:lnSpc>
            <a:spcBef>
              <a:spcPct val="0"/>
            </a:spcBef>
            <a:spcAft>
              <a:spcPct val="35000"/>
            </a:spcAft>
            <a:buNone/>
          </a:pPr>
          <a:r>
            <a:rPr lang="en-US" sz="1900" kern="1200" dirty="0"/>
            <a:t>Lorem Ipsum</a:t>
          </a:r>
        </a:p>
      </dsp:txBody>
      <dsp:txXfrm>
        <a:off x="3129545" y="3571393"/>
        <a:ext cx="1215811" cy="554167"/>
      </dsp:txXfrm>
    </dsp:sp>
    <dsp:sp modelId="{51322A49-F642-43D9-9FB2-81C4F1B964F5}">
      <dsp:nvSpPr>
        <dsp:cNvPr id="0" name=""/>
        <dsp:cNvSpPr/>
      </dsp:nvSpPr>
      <dsp:spPr>
        <a:xfrm>
          <a:off x="4394195" y="3659418"/>
          <a:ext cx="604258" cy="604258"/>
        </a:xfrm>
        <a:prstGeom prst="ellipse">
          <a:avLst/>
        </a:prstGeom>
        <a:solidFill>
          <a:schemeClr val="accent6">
            <a:tint val="40000"/>
            <a:alpha val="90000"/>
            <a:hueOff val="0"/>
            <a:satOff val="0"/>
            <a:lumOff val="0"/>
            <a:alphaOff val="0"/>
          </a:schemeClr>
        </a:solidFill>
        <a:ln w="9525" cap="flat" cmpd="sng" algn="ctr">
          <a:solidFill>
            <a:schemeClr val="accent6">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2DA5AE-4152-4CC1-B75E-F387689D3DF0}">
      <dsp:nvSpPr>
        <dsp:cNvPr id="0" name=""/>
        <dsp:cNvSpPr/>
      </dsp:nvSpPr>
      <dsp:spPr>
        <a:xfrm>
          <a:off x="667246" y="640908"/>
          <a:ext cx="1242714" cy="828890"/>
        </a:xfrm>
        <a:prstGeom prst="rect">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0" tIns="135128" rIns="135128" bIns="135128" numCol="1" spcCol="1270" anchor="ctr" anchorCtr="0">
          <a:noAutofit/>
        </a:bodyPr>
        <a:lstStyle/>
        <a:p>
          <a:pPr marL="0" lvl="0" indent="0" algn="l" defTabSz="844550">
            <a:lnSpc>
              <a:spcPct val="90000"/>
            </a:lnSpc>
            <a:spcBef>
              <a:spcPct val="0"/>
            </a:spcBef>
            <a:spcAft>
              <a:spcPct val="35000"/>
            </a:spcAft>
            <a:buNone/>
          </a:pPr>
          <a:r>
            <a:rPr lang="en-US" sz="1900" kern="1200" dirty="0">
              <a:solidFill>
                <a:schemeClr val="tx2"/>
              </a:solidFill>
            </a:rPr>
            <a:t>Some text here</a:t>
          </a:r>
        </a:p>
      </dsp:txBody>
      <dsp:txXfrm>
        <a:off x="866080" y="640908"/>
        <a:ext cx="1043880" cy="828890"/>
      </dsp:txXfrm>
    </dsp:sp>
    <dsp:sp modelId="{8FB9636C-0411-4AF3-8259-9824D6BEF0EC}">
      <dsp:nvSpPr>
        <dsp:cNvPr id="0" name=""/>
        <dsp:cNvSpPr/>
      </dsp:nvSpPr>
      <dsp:spPr>
        <a:xfrm>
          <a:off x="667246" y="1469799"/>
          <a:ext cx="1242714" cy="828890"/>
        </a:xfrm>
        <a:prstGeom prst="rect">
          <a:avLst/>
        </a:prstGeom>
        <a:solidFill>
          <a:schemeClr val="accent3">
            <a:tint val="40000"/>
            <a:alpha val="90000"/>
            <a:hueOff val="0"/>
            <a:satOff val="0"/>
            <a:lumOff val="0"/>
            <a:alphaOff val="0"/>
          </a:schemeClr>
        </a:solidFill>
        <a:ln w="9525" cap="flat" cmpd="sng" algn="ctr">
          <a:solidFill>
            <a:schemeClr val="accent3">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0" tIns="135128" rIns="135128" bIns="135128" numCol="1" spcCol="1270" anchor="ctr" anchorCtr="0">
          <a:noAutofit/>
        </a:bodyPr>
        <a:lstStyle/>
        <a:p>
          <a:pPr marL="0" lvl="0" indent="0" algn="l" defTabSz="844550">
            <a:lnSpc>
              <a:spcPct val="90000"/>
            </a:lnSpc>
            <a:spcBef>
              <a:spcPct val="0"/>
            </a:spcBef>
            <a:spcAft>
              <a:spcPct val="35000"/>
            </a:spcAft>
            <a:buNone/>
          </a:pPr>
          <a:r>
            <a:rPr lang="en-US" sz="1900" kern="1200" dirty="0">
              <a:solidFill>
                <a:schemeClr val="tx2"/>
              </a:solidFill>
            </a:rPr>
            <a:t>Some text here</a:t>
          </a:r>
        </a:p>
      </dsp:txBody>
      <dsp:txXfrm>
        <a:off x="866080" y="1469799"/>
        <a:ext cx="1043880" cy="828890"/>
      </dsp:txXfrm>
    </dsp:sp>
    <dsp:sp modelId="{00FB1473-E296-4F1E-A5A8-0DD1DD9A91EA}">
      <dsp:nvSpPr>
        <dsp:cNvPr id="0" name=""/>
        <dsp:cNvSpPr/>
      </dsp:nvSpPr>
      <dsp:spPr>
        <a:xfrm>
          <a:off x="667246" y="2298690"/>
          <a:ext cx="1242714" cy="828890"/>
        </a:xfrm>
        <a:prstGeom prst="rect">
          <a:avLst/>
        </a:prstGeom>
        <a:solidFill>
          <a:schemeClr val="accent4">
            <a:tint val="40000"/>
            <a:alpha val="90000"/>
            <a:hueOff val="0"/>
            <a:satOff val="0"/>
            <a:lumOff val="0"/>
            <a:alphaOff val="0"/>
          </a:schemeClr>
        </a:solidFill>
        <a:ln w="9525" cap="flat" cmpd="sng" algn="ctr">
          <a:solidFill>
            <a:schemeClr val="accent4">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0" tIns="135128" rIns="135128" bIns="135128" numCol="1" spcCol="1270" anchor="ctr" anchorCtr="0">
          <a:noAutofit/>
        </a:bodyPr>
        <a:lstStyle/>
        <a:p>
          <a:pPr marL="0" lvl="0" indent="0" algn="l" defTabSz="844550">
            <a:lnSpc>
              <a:spcPct val="90000"/>
            </a:lnSpc>
            <a:spcBef>
              <a:spcPct val="0"/>
            </a:spcBef>
            <a:spcAft>
              <a:spcPct val="35000"/>
            </a:spcAft>
            <a:buNone/>
          </a:pPr>
          <a:r>
            <a:rPr lang="en-US" sz="1900" kern="1200" dirty="0">
              <a:solidFill>
                <a:schemeClr val="tx2"/>
              </a:solidFill>
            </a:rPr>
            <a:t>Some text here</a:t>
          </a:r>
        </a:p>
      </dsp:txBody>
      <dsp:txXfrm>
        <a:off x="866080" y="2298690"/>
        <a:ext cx="1043880" cy="828890"/>
      </dsp:txXfrm>
    </dsp:sp>
    <dsp:sp modelId="{A92AD911-E583-4C4B-B079-7A825DCFEC66}">
      <dsp:nvSpPr>
        <dsp:cNvPr id="0" name=""/>
        <dsp:cNvSpPr/>
      </dsp:nvSpPr>
      <dsp:spPr>
        <a:xfrm>
          <a:off x="667246" y="3127581"/>
          <a:ext cx="1242714" cy="828890"/>
        </a:xfrm>
        <a:prstGeom prst="rect">
          <a:avLst/>
        </a:prstGeom>
        <a:solidFill>
          <a:schemeClr val="accent5">
            <a:tint val="40000"/>
            <a:alpha val="90000"/>
            <a:hueOff val="0"/>
            <a:satOff val="0"/>
            <a:lumOff val="0"/>
            <a:alphaOff val="0"/>
          </a:schemeClr>
        </a:solidFill>
        <a:ln w="9525" cap="flat" cmpd="sng" algn="ctr">
          <a:solidFill>
            <a:schemeClr val="accent5">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0" tIns="135128" rIns="135128" bIns="135128" numCol="1" spcCol="1270" anchor="ctr" anchorCtr="0">
          <a:noAutofit/>
        </a:bodyPr>
        <a:lstStyle/>
        <a:p>
          <a:pPr marL="0" lvl="0" indent="0" algn="l" defTabSz="844550">
            <a:lnSpc>
              <a:spcPct val="90000"/>
            </a:lnSpc>
            <a:spcBef>
              <a:spcPct val="0"/>
            </a:spcBef>
            <a:spcAft>
              <a:spcPct val="35000"/>
            </a:spcAft>
            <a:buNone/>
          </a:pPr>
          <a:r>
            <a:rPr lang="en-US" sz="1900" kern="1200" dirty="0">
              <a:solidFill>
                <a:schemeClr val="tx2"/>
              </a:solidFill>
            </a:rPr>
            <a:t>Some text here</a:t>
          </a:r>
        </a:p>
      </dsp:txBody>
      <dsp:txXfrm>
        <a:off x="866080" y="3127581"/>
        <a:ext cx="1043880" cy="828890"/>
      </dsp:txXfrm>
    </dsp:sp>
    <dsp:sp modelId="{A8AF6702-A732-46FD-BD02-E354E595B25A}">
      <dsp:nvSpPr>
        <dsp:cNvPr id="0" name=""/>
        <dsp:cNvSpPr/>
      </dsp:nvSpPr>
      <dsp:spPr>
        <a:xfrm>
          <a:off x="4464" y="309518"/>
          <a:ext cx="828476" cy="828476"/>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r>
            <a:rPr lang="en-US" sz="1700" kern="1200" dirty="0"/>
            <a:t>Lorem Ipsum</a:t>
          </a:r>
        </a:p>
      </dsp:txBody>
      <dsp:txXfrm>
        <a:off x="125792" y="430846"/>
        <a:ext cx="585820" cy="585820"/>
      </dsp:txXfrm>
    </dsp:sp>
    <dsp:sp modelId="{6DEEF566-FDAD-43B3-B557-2194C32F3E74}">
      <dsp:nvSpPr>
        <dsp:cNvPr id="0" name=""/>
        <dsp:cNvSpPr/>
      </dsp:nvSpPr>
      <dsp:spPr>
        <a:xfrm>
          <a:off x="2738437" y="640908"/>
          <a:ext cx="1242714" cy="828890"/>
        </a:xfrm>
        <a:prstGeom prst="rect">
          <a:avLst/>
        </a:prstGeom>
        <a:solidFill>
          <a:schemeClr val="accent6">
            <a:tint val="40000"/>
            <a:alpha val="90000"/>
            <a:hueOff val="0"/>
            <a:satOff val="0"/>
            <a:lumOff val="0"/>
            <a:alphaOff val="0"/>
          </a:schemeClr>
        </a:solidFill>
        <a:ln w="9525" cap="flat" cmpd="sng" algn="ctr">
          <a:solidFill>
            <a:schemeClr val="accent6">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0" tIns="135128" rIns="135128" bIns="135128" numCol="1" spcCol="1270" anchor="ctr" anchorCtr="0">
          <a:noAutofit/>
        </a:bodyPr>
        <a:lstStyle/>
        <a:p>
          <a:pPr marL="0" lvl="0" indent="0" algn="l" defTabSz="844550">
            <a:lnSpc>
              <a:spcPct val="90000"/>
            </a:lnSpc>
            <a:spcBef>
              <a:spcPct val="0"/>
            </a:spcBef>
            <a:spcAft>
              <a:spcPct val="35000"/>
            </a:spcAft>
            <a:buNone/>
          </a:pPr>
          <a:r>
            <a:rPr lang="en-US" sz="1900" kern="1200" dirty="0">
              <a:solidFill>
                <a:schemeClr val="tx2"/>
              </a:solidFill>
            </a:rPr>
            <a:t>Some text here</a:t>
          </a:r>
        </a:p>
      </dsp:txBody>
      <dsp:txXfrm>
        <a:off x="2937271" y="640908"/>
        <a:ext cx="1043880" cy="828890"/>
      </dsp:txXfrm>
    </dsp:sp>
    <dsp:sp modelId="{4EB6BC28-78F4-4E7F-B69A-DAA451C54E00}">
      <dsp:nvSpPr>
        <dsp:cNvPr id="0" name=""/>
        <dsp:cNvSpPr/>
      </dsp:nvSpPr>
      <dsp:spPr>
        <a:xfrm>
          <a:off x="2738437" y="1469799"/>
          <a:ext cx="1242714" cy="828890"/>
        </a:xfrm>
        <a:prstGeom prst="rect">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0" tIns="135128" rIns="135128" bIns="135128" numCol="1" spcCol="1270" anchor="ctr" anchorCtr="0">
          <a:noAutofit/>
        </a:bodyPr>
        <a:lstStyle/>
        <a:p>
          <a:pPr marL="0" lvl="0" indent="0" algn="l" defTabSz="844550">
            <a:lnSpc>
              <a:spcPct val="90000"/>
            </a:lnSpc>
            <a:spcBef>
              <a:spcPct val="0"/>
            </a:spcBef>
            <a:spcAft>
              <a:spcPct val="35000"/>
            </a:spcAft>
            <a:buNone/>
          </a:pPr>
          <a:r>
            <a:rPr lang="en-US" sz="1900" kern="1200" dirty="0">
              <a:solidFill>
                <a:schemeClr val="tx2"/>
              </a:solidFill>
            </a:rPr>
            <a:t>Some text here</a:t>
          </a:r>
        </a:p>
      </dsp:txBody>
      <dsp:txXfrm>
        <a:off x="2937271" y="1469799"/>
        <a:ext cx="1043880" cy="828890"/>
      </dsp:txXfrm>
    </dsp:sp>
    <dsp:sp modelId="{B5863A7D-832D-44DB-BE5E-32200535D729}">
      <dsp:nvSpPr>
        <dsp:cNvPr id="0" name=""/>
        <dsp:cNvSpPr/>
      </dsp:nvSpPr>
      <dsp:spPr>
        <a:xfrm>
          <a:off x="2738437" y="2298690"/>
          <a:ext cx="1242714" cy="828890"/>
        </a:xfrm>
        <a:prstGeom prst="rect">
          <a:avLst/>
        </a:prstGeom>
        <a:solidFill>
          <a:schemeClr val="accent3">
            <a:tint val="40000"/>
            <a:alpha val="90000"/>
            <a:hueOff val="0"/>
            <a:satOff val="0"/>
            <a:lumOff val="0"/>
            <a:alphaOff val="0"/>
          </a:schemeClr>
        </a:solidFill>
        <a:ln w="9525" cap="flat" cmpd="sng" algn="ctr">
          <a:solidFill>
            <a:schemeClr val="accent3">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0" tIns="135128" rIns="135128" bIns="135128" numCol="1" spcCol="1270" anchor="ctr" anchorCtr="0">
          <a:noAutofit/>
        </a:bodyPr>
        <a:lstStyle/>
        <a:p>
          <a:pPr marL="0" lvl="0" indent="0" algn="l" defTabSz="844550">
            <a:lnSpc>
              <a:spcPct val="90000"/>
            </a:lnSpc>
            <a:spcBef>
              <a:spcPct val="0"/>
            </a:spcBef>
            <a:spcAft>
              <a:spcPct val="35000"/>
            </a:spcAft>
            <a:buNone/>
          </a:pPr>
          <a:r>
            <a:rPr lang="en-US" sz="1900" kern="1200" dirty="0">
              <a:solidFill>
                <a:schemeClr val="tx2"/>
              </a:solidFill>
            </a:rPr>
            <a:t>Some text here</a:t>
          </a:r>
        </a:p>
      </dsp:txBody>
      <dsp:txXfrm>
        <a:off x="2937271" y="2298690"/>
        <a:ext cx="1043880" cy="828890"/>
      </dsp:txXfrm>
    </dsp:sp>
    <dsp:sp modelId="{9305FEAA-6A02-4A72-8A10-C95A6CDD6F13}">
      <dsp:nvSpPr>
        <dsp:cNvPr id="0" name=""/>
        <dsp:cNvSpPr/>
      </dsp:nvSpPr>
      <dsp:spPr>
        <a:xfrm>
          <a:off x="2738437" y="3127581"/>
          <a:ext cx="1242714" cy="828890"/>
        </a:xfrm>
        <a:prstGeom prst="rect">
          <a:avLst/>
        </a:prstGeom>
        <a:solidFill>
          <a:schemeClr val="accent4">
            <a:tint val="40000"/>
            <a:alpha val="90000"/>
            <a:hueOff val="0"/>
            <a:satOff val="0"/>
            <a:lumOff val="0"/>
            <a:alphaOff val="0"/>
          </a:schemeClr>
        </a:solidFill>
        <a:ln w="9525" cap="flat" cmpd="sng" algn="ctr">
          <a:solidFill>
            <a:schemeClr val="accent4">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0" tIns="135128" rIns="135128" bIns="135128" numCol="1" spcCol="1270" anchor="ctr" anchorCtr="0">
          <a:noAutofit/>
        </a:bodyPr>
        <a:lstStyle/>
        <a:p>
          <a:pPr marL="0" lvl="0" indent="0" algn="l" defTabSz="844550">
            <a:lnSpc>
              <a:spcPct val="90000"/>
            </a:lnSpc>
            <a:spcBef>
              <a:spcPct val="0"/>
            </a:spcBef>
            <a:spcAft>
              <a:spcPct val="35000"/>
            </a:spcAft>
            <a:buNone/>
          </a:pPr>
          <a:r>
            <a:rPr lang="en-US" sz="1900" kern="1200" dirty="0">
              <a:solidFill>
                <a:schemeClr val="tx2"/>
              </a:solidFill>
            </a:rPr>
            <a:t>Some text here</a:t>
          </a:r>
        </a:p>
      </dsp:txBody>
      <dsp:txXfrm>
        <a:off x="2937271" y="3127581"/>
        <a:ext cx="1043880" cy="828890"/>
      </dsp:txXfrm>
    </dsp:sp>
    <dsp:sp modelId="{498AD947-E562-4084-B0B9-ED3847223A30}">
      <dsp:nvSpPr>
        <dsp:cNvPr id="0" name=""/>
        <dsp:cNvSpPr/>
      </dsp:nvSpPr>
      <dsp:spPr>
        <a:xfrm>
          <a:off x="2075656" y="309518"/>
          <a:ext cx="828476" cy="828476"/>
        </a:xfrm>
        <a:prstGeom prst="ellipse">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r>
            <a:rPr lang="en-US" sz="1700" kern="1200" dirty="0"/>
            <a:t>Lorem Ipsum</a:t>
          </a:r>
        </a:p>
      </dsp:txBody>
      <dsp:txXfrm>
        <a:off x="2196984" y="430846"/>
        <a:ext cx="585820" cy="585820"/>
      </dsp:txXfrm>
    </dsp:sp>
    <dsp:sp modelId="{3194FC73-32E8-4C12-8B4D-ADC892F74309}">
      <dsp:nvSpPr>
        <dsp:cNvPr id="0" name=""/>
        <dsp:cNvSpPr/>
      </dsp:nvSpPr>
      <dsp:spPr>
        <a:xfrm>
          <a:off x="4809628" y="640908"/>
          <a:ext cx="1242714" cy="828890"/>
        </a:xfrm>
        <a:prstGeom prst="rect">
          <a:avLst/>
        </a:prstGeom>
        <a:solidFill>
          <a:schemeClr val="accent5">
            <a:tint val="40000"/>
            <a:alpha val="90000"/>
            <a:hueOff val="0"/>
            <a:satOff val="0"/>
            <a:lumOff val="0"/>
            <a:alphaOff val="0"/>
          </a:schemeClr>
        </a:solidFill>
        <a:ln w="9525" cap="flat" cmpd="sng" algn="ctr">
          <a:solidFill>
            <a:schemeClr val="accent5">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0" tIns="135128" rIns="135128" bIns="135128" numCol="1" spcCol="1270" anchor="ctr" anchorCtr="0">
          <a:noAutofit/>
        </a:bodyPr>
        <a:lstStyle/>
        <a:p>
          <a:pPr marL="0" lvl="0" indent="0" algn="l" defTabSz="844550">
            <a:lnSpc>
              <a:spcPct val="90000"/>
            </a:lnSpc>
            <a:spcBef>
              <a:spcPct val="0"/>
            </a:spcBef>
            <a:spcAft>
              <a:spcPct val="35000"/>
            </a:spcAft>
            <a:buNone/>
          </a:pPr>
          <a:r>
            <a:rPr lang="en-US" sz="1900" kern="1200" dirty="0">
              <a:solidFill>
                <a:schemeClr val="tx2"/>
              </a:solidFill>
            </a:rPr>
            <a:t>Some text here</a:t>
          </a:r>
        </a:p>
      </dsp:txBody>
      <dsp:txXfrm>
        <a:off x="5008463" y="640908"/>
        <a:ext cx="1043880" cy="828890"/>
      </dsp:txXfrm>
    </dsp:sp>
    <dsp:sp modelId="{3DDE5463-260D-4F58-8F97-DB33AE8D9345}">
      <dsp:nvSpPr>
        <dsp:cNvPr id="0" name=""/>
        <dsp:cNvSpPr/>
      </dsp:nvSpPr>
      <dsp:spPr>
        <a:xfrm>
          <a:off x="4809628" y="1469799"/>
          <a:ext cx="1242714" cy="828890"/>
        </a:xfrm>
        <a:prstGeom prst="rect">
          <a:avLst/>
        </a:prstGeom>
        <a:solidFill>
          <a:schemeClr val="accent6">
            <a:tint val="40000"/>
            <a:alpha val="90000"/>
            <a:hueOff val="0"/>
            <a:satOff val="0"/>
            <a:lumOff val="0"/>
            <a:alphaOff val="0"/>
          </a:schemeClr>
        </a:solidFill>
        <a:ln w="9525" cap="flat" cmpd="sng" algn="ctr">
          <a:solidFill>
            <a:schemeClr val="accent6">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0" tIns="135128" rIns="135128" bIns="135128" numCol="1" spcCol="1270" anchor="ctr" anchorCtr="0">
          <a:noAutofit/>
        </a:bodyPr>
        <a:lstStyle/>
        <a:p>
          <a:pPr marL="0" lvl="0" indent="0" algn="l" defTabSz="844550">
            <a:lnSpc>
              <a:spcPct val="90000"/>
            </a:lnSpc>
            <a:spcBef>
              <a:spcPct val="0"/>
            </a:spcBef>
            <a:spcAft>
              <a:spcPct val="35000"/>
            </a:spcAft>
            <a:buNone/>
          </a:pPr>
          <a:r>
            <a:rPr lang="en-US" sz="1900" kern="1200" dirty="0">
              <a:solidFill>
                <a:schemeClr val="tx2"/>
              </a:solidFill>
            </a:rPr>
            <a:t>Some text here</a:t>
          </a:r>
        </a:p>
      </dsp:txBody>
      <dsp:txXfrm>
        <a:off x="5008463" y="1469799"/>
        <a:ext cx="1043880" cy="828890"/>
      </dsp:txXfrm>
    </dsp:sp>
    <dsp:sp modelId="{BAE6C052-7133-40C0-9500-F9B0658E04A5}">
      <dsp:nvSpPr>
        <dsp:cNvPr id="0" name=""/>
        <dsp:cNvSpPr/>
      </dsp:nvSpPr>
      <dsp:spPr>
        <a:xfrm>
          <a:off x="4809628" y="2298690"/>
          <a:ext cx="1242714" cy="828890"/>
        </a:xfrm>
        <a:prstGeom prst="rect">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0" tIns="135128" rIns="135128" bIns="135128" numCol="1" spcCol="1270" anchor="ctr" anchorCtr="0">
          <a:noAutofit/>
        </a:bodyPr>
        <a:lstStyle/>
        <a:p>
          <a:pPr marL="0" lvl="0" indent="0" algn="l" defTabSz="844550">
            <a:lnSpc>
              <a:spcPct val="90000"/>
            </a:lnSpc>
            <a:spcBef>
              <a:spcPct val="0"/>
            </a:spcBef>
            <a:spcAft>
              <a:spcPct val="35000"/>
            </a:spcAft>
            <a:buNone/>
          </a:pPr>
          <a:r>
            <a:rPr lang="en-US" sz="1900" kern="1200" dirty="0">
              <a:solidFill>
                <a:schemeClr val="tx2"/>
              </a:solidFill>
            </a:rPr>
            <a:t>Some text here</a:t>
          </a:r>
        </a:p>
      </dsp:txBody>
      <dsp:txXfrm>
        <a:off x="5008463" y="2298690"/>
        <a:ext cx="1043880" cy="828890"/>
      </dsp:txXfrm>
    </dsp:sp>
    <dsp:sp modelId="{E98AD484-4055-4397-BBFC-3C5BAB58F6A4}">
      <dsp:nvSpPr>
        <dsp:cNvPr id="0" name=""/>
        <dsp:cNvSpPr/>
      </dsp:nvSpPr>
      <dsp:spPr>
        <a:xfrm>
          <a:off x="4809628" y="3127581"/>
          <a:ext cx="1242714" cy="828890"/>
        </a:xfrm>
        <a:prstGeom prst="rect">
          <a:avLst/>
        </a:prstGeom>
        <a:solidFill>
          <a:schemeClr val="accent3">
            <a:tint val="40000"/>
            <a:alpha val="90000"/>
            <a:hueOff val="0"/>
            <a:satOff val="0"/>
            <a:lumOff val="0"/>
            <a:alphaOff val="0"/>
          </a:schemeClr>
        </a:solidFill>
        <a:ln w="9525" cap="flat" cmpd="sng" algn="ctr">
          <a:solidFill>
            <a:schemeClr val="accent3">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0" tIns="135128" rIns="135128" bIns="135128" numCol="1" spcCol="1270" anchor="ctr" anchorCtr="0">
          <a:noAutofit/>
        </a:bodyPr>
        <a:lstStyle/>
        <a:p>
          <a:pPr marL="0" lvl="0" indent="0" algn="l" defTabSz="844550">
            <a:lnSpc>
              <a:spcPct val="90000"/>
            </a:lnSpc>
            <a:spcBef>
              <a:spcPct val="0"/>
            </a:spcBef>
            <a:spcAft>
              <a:spcPct val="35000"/>
            </a:spcAft>
            <a:buNone/>
          </a:pPr>
          <a:r>
            <a:rPr lang="en-US" sz="1900" kern="1200" dirty="0">
              <a:solidFill>
                <a:schemeClr val="tx2"/>
              </a:solidFill>
            </a:rPr>
            <a:t>Some text here</a:t>
          </a:r>
        </a:p>
      </dsp:txBody>
      <dsp:txXfrm>
        <a:off x="5008463" y="3127581"/>
        <a:ext cx="1043880" cy="828890"/>
      </dsp:txXfrm>
    </dsp:sp>
    <dsp:sp modelId="{132A1238-5C75-4A54-846F-03DBDB7791BE}">
      <dsp:nvSpPr>
        <dsp:cNvPr id="0" name=""/>
        <dsp:cNvSpPr/>
      </dsp:nvSpPr>
      <dsp:spPr>
        <a:xfrm>
          <a:off x="4146847" y="309518"/>
          <a:ext cx="828476" cy="828476"/>
        </a:xfrm>
        <a:prstGeom prst="ellipse">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r>
            <a:rPr lang="en-US" sz="1700" kern="1200" dirty="0"/>
            <a:t>Lorem Ipsum</a:t>
          </a:r>
        </a:p>
      </dsp:txBody>
      <dsp:txXfrm>
        <a:off x="4268175" y="430846"/>
        <a:ext cx="585820" cy="585820"/>
      </dsp:txXfrm>
    </dsp:sp>
    <dsp:sp modelId="{57F7B866-635D-41F8-B1B3-DB6D4AC1C137}">
      <dsp:nvSpPr>
        <dsp:cNvPr id="0" name=""/>
        <dsp:cNvSpPr/>
      </dsp:nvSpPr>
      <dsp:spPr>
        <a:xfrm>
          <a:off x="6880820" y="640908"/>
          <a:ext cx="1242714" cy="828890"/>
        </a:xfrm>
        <a:prstGeom prst="rect">
          <a:avLst/>
        </a:prstGeom>
        <a:solidFill>
          <a:schemeClr val="accent4">
            <a:tint val="40000"/>
            <a:alpha val="90000"/>
            <a:hueOff val="0"/>
            <a:satOff val="0"/>
            <a:lumOff val="0"/>
            <a:alphaOff val="0"/>
          </a:schemeClr>
        </a:solidFill>
        <a:ln w="9525" cap="flat" cmpd="sng" algn="ctr">
          <a:solidFill>
            <a:schemeClr val="accent4">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0" tIns="135128" rIns="135128" bIns="135128" numCol="1" spcCol="1270" anchor="ctr" anchorCtr="0">
          <a:noAutofit/>
        </a:bodyPr>
        <a:lstStyle/>
        <a:p>
          <a:pPr marL="0" lvl="0" indent="0" algn="l" defTabSz="844550">
            <a:lnSpc>
              <a:spcPct val="90000"/>
            </a:lnSpc>
            <a:spcBef>
              <a:spcPct val="0"/>
            </a:spcBef>
            <a:spcAft>
              <a:spcPct val="35000"/>
            </a:spcAft>
            <a:buNone/>
          </a:pPr>
          <a:r>
            <a:rPr lang="en-US" sz="1900" kern="1200" dirty="0">
              <a:solidFill>
                <a:schemeClr val="tx2"/>
              </a:solidFill>
            </a:rPr>
            <a:t>Some text here</a:t>
          </a:r>
        </a:p>
      </dsp:txBody>
      <dsp:txXfrm>
        <a:off x="7079654" y="640908"/>
        <a:ext cx="1043880" cy="828890"/>
      </dsp:txXfrm>
    </dsp:sp>
    <dsp:sp modelId="{85724EC0-EF89-43AB-B888-5F59220B88F1}">
      <dsp:nvSpPr>
        <dsp:cNvPr id="0" name=""/>
        <dsp:cNvSpPr/>
      </dsp:nvSpPr>
      <dsp:spPr>
        <a:xfrm>
          <a:off x="6880820" y="1469799"/>
          <a:ext cx="1242714" cy="828890"/>
        </a:xfrm>
        <a:prstGeom prst="rect">
          <a:avLst/>
        </a:prstGeom>
        <a:solidFill>
          <a:schemeClr val="accent5">
            <a:tint val="40000"/>
            <a:alpha val="90000"/>
            <a:hueOff val="0"/>
            <a:satOff val="0"/>
            <a:lumOff val="0"/>
            <a:alphaOff val="0"/>
          </a:schemeClr>
        </a:solidFill>
        <a:ln w="9525" cap="flat" cmpd="sng" algn="ctr">
          <a:solidFill>
            <a:schemeClr val="accent5">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0" tIns="135128" rIns="135128" bIns="135128" numCol="1" spcCol="1270" anchor="ctr" anchorCtr="0">
          <a:noAutofit/>
        </a:bodyPr>
        <a:lstStyle/>
        <a:p>
          <a:pPr marL="0" lvl="0" indent="0" algn="l" defTabSz="844550">
            <a:lnSpc>
              <a:spcPct val="90000"/>
            </a:lnSpc>
            <a:spcBef>
              <a:spcPct val="0"/>
            </a:spcBef>
            <a:spcAft>
              <a:spcPct val="35000"/>
            </a:spcAft>
            <a:buNone/>
          </a:pPr>
          <a:r>
            <a:rPr lang="en-US" sz="1900" kern="1200" dirty="0">
              <a:solidFill>
                <a:schemeClr val="tx2"/>
              </a:solidFill>
            </a:rPr>
            <a:t>Some text here</a:t>
          </a:r>
        </a:p>
      </dsp:txBody>
      <dsp:txXfrm>
        <a:off x="7079654" y="1469799"/>
        <a:ext cx="1043880" cy="828890"/>
      </dsp:txXfrm>
    </dsp:sp>
    <dsp:sp modelId="{38BA0F0A-296F-4D67-B1E4-AACAB0B598C4}">
      <dsp:nvSpPr>
        <dsp:cNvPr id="0" name=""/>
        <dsp:cNvSpPr/>
      </dsp:nvSpPr>
      <dsp:spPr>
        <a:xfrm>
          <a:off x="6880820" y="2298690"/>
          <a:ext cx="1242714" cy="828890"/>
        </a:xfrm>
        <a:prstGeom prst="rect">
          <a:avLst/>
        </a:prstGeom>
        <a:solidFill>
          <a:schemeClr val="accent6">
            <a:tint val="40000"/>
            <a:alpha val="90000"/>
            <a:hueOff val="0"/>
            <a:satOff val="0"/>
            <a:lumOff val="0"/>
            <a:alphaOff val="0"/>
          </a:schemeClr>
        </a:solidFill>
        <a:ln w="9525" cap="flat" cmpd="sng" algn="ctr">
          <a:solidFill>
            <a:schemeClr val="accent6">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0" tIns="135128" rIns="135128" bIns="135128" numCol="1" spcCol="1270" anchor="ctr" anchorCtr="0">
          <a:noAutofit/>
        </a:bodyPr>
        <a:lstStyle/>
        <a:p>
          <a:pPr marL="0" lvl="0" indent="0" algn="l" defTabSz="844550">
            <a:lnSpc>
              <a:spcPct val="90000"/>
            </a:lnSpc>
            <a:spcBef>
              <a:spcPct val="0"/>
            </a:spcBef>
            <a:spcAft>
              <a:spcPct val="35000"/>
            </a:spcAft>
            <a:buNone/>
          </a:pPr>
          <a:r>
            <a:rPr lang="en-US" sz="1900" kern="1200" dirty="0">
              <a:solidFill>
                <a:schemeClr val="tx2"/>
              </a:solidFill>
            </a:rPr>
            <a:t>Some text here</a:t>
          </a:r>
        </a:p>
      </dsp:txBody>
      <dsp:txXfrm>
        <a:off x="7079654" y="2298690"/>
        <a:ext cx="1043880" cy="828890"/>
      </dsp:txXfrm>
    </dsp:sp>
    <dsp:sp modelId="{EBD74385-149B-4711-BE2E-B566C6F2C3B6}">
      <dsp:nvSpPr>
        <dsp:cNvPr id="0" name=""/>
        <dsp:cNvSpPr/>
      </dsp:nvSpPr>
      <dsp:spPr>
        <a:xfrm>
          <a:off x="6880820" y="3127581"/>
          <a:ext cx="1242714" cy="828890"/>
        </a:xfrm>
        <a:prstGeom prst="rect">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0" tIns="135128" rIns="135128" bIns="135128" numCol="1" spcCol="1270" anchor="ctr" anchorCtr="0">
          <a:noAutofit/>
        </a:bodyPr>
        <a:lstStyle/>
        <a:p>
          <a:pPr marL="0" lvl="0" indent="0" algn="l" defTabSz="844550">
            <a:lnSpc>
              <a:spcPct val="90000"/>
            </a:lnSpc>
            <a:spcBef>
              <a:spcPct val="0"/>
            </a:spcBef>
            <a:spcAft>
              <a:spcPct val="35000"/>
            </a:spcAft>
            <a:buNone/>
          </a:pPr>
          <a:r>
            <a:rPr lang="en-US" sz="1900" kern="1200" dirty="0">
              <a:solidFill>
                <a:schemeClr val="tx2"/>
              </a:solidFill>
            </a:rPr>
            <a:t>Some text here</a:t>
          </a:r>
        </a:p>
      </dsp:txBody>
      <dsp:txXfrm>
        <a:off x="7079654" y="3127581"/>
        <a:ext cx="1043880" cy="828890"/>
      </dsp:txXfrm>
    </dsp:sp>
    <dsp:sp modelId="{D8417CDF-82CE-4B11-B224-BFC197962DE0}">
      <dsp:nvSpPr>
        <dsp:cNvPr id="0" name=""/>
        <dsp:cNvSpPr/>
      </dsp:nvSpPr>
      <dsp:spPr>
        <a:xfrm>
          <a:off x="6218039" y="309518"/>
          <a:ext cx="828476" cy="828476"/>
        </a:xfrm>
        <a:prstGeom prst="ellipse">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r>
            <a:rPr lang="en-US" sz="1700" kern="1200" dirty="0"/>
            <a:t>Lorem Ipsum</a:t>
          </a:r>
        </a:p>
      </dsp:txBody>
      <dsp:txXfrm>
        <a:off x="6339367" y="430846"/>
        <a:ext cx="585820" cy="585820"/>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BB24F0-5010-4D40-A51A-23A0D530C327}">
      <dsp:nvSpPr>
        <dsp:cNvPr id="0" name=""/>
        <dsp:cNvSpPr/>
      </dsp:nvSpPr>
      <dsp:spPr>
        <a:xfrm>
          <a:off x="4365" y="0"/>
          <a:ext cx="1531937" cy="4265990"/>
        </a:xfrm>
        <a:prstGeom prst="roundRect">
          <a:avLst>
            <a:gd name="adj" fmla="val 10000"/>
          </a:avLst>
        </a:prstGeom>
        <a:solidFill>
          <a:schemeClr val="accent2">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kern="1200" dirty="0"/>
            <a:t>Lorem Ipsum</a:t>
          </a:r>
        </a:p>
      </dsp:txBody>
      <dsp:txXfrm>
        <a:off x="4365" y="0"/>
        <a:ext cx="1531937" cy="1279797"/>
      </dsp:txXfrm>
    </dsp:sp>
    <dsp:sp modelId="{4D8B04AB-52C7-4344-BACA-83A4C7D69B53}">
      <dsp:nvSpPr>
        <dsp:cNvPr id="0" name=""/>
        <dsp:cNvSpPr/>
      </dsp:nvSpPr>
      <dsp:spPr>
        <a:xfrm>
          <a:off x="157559" y="1280161"/>
          <a:ext cx="1225549" cy="838096"/>
        </a:xfrm>
        <a:prstGeom prst="roundRect">
          <a:avLst>
            <a:gd name="adj" fmla="val 1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t>Some text here</a:t>
          </a:r>
        </a:p>
      </dsp:txBody>
      <dsp:txXfrm>
        <a:off x="182106" y="1304708"/>
        <a:ext cx="1176455" cy="789002"/>
      </dsp:txXfrm>
    </dsp:sp>
    <dsp:sp modelId="{F48E94C2-E32A-402D-96C2-59F3D717F548}">
      <dsp:nvSpPr>
        <dsp:cNvPr id="0" name=""/>
        <dsp:cNvSpPr/>
      </dsp:nvSpPr>
      <dsp:spPr>
        <a:xfrm>
          <a:off x="157559" y="2247195"/>
          <a:ext cx="1225549" cy="838096"/>
        </a:xfrm>
        <a:prstGeom prst="roundRect">
          <a:avLst>
            <a:gd name="adj" fmla="val 1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t>Some text here</a:t>
          </a:r>
        </a:p>
      </dsp:txBody>
      <dsp:txXfrm>
        <a:off x="182106" y="2271742"/>
        <a:ext cx="1176455" cy="789002"/>
      </dsp:txXfrm>
    </dsp:sp>
    <dsp:sp modelId="{72D5B000-2230-4875-8DC5-F564FA2F79AF}">
      <dsp:nvSpPr>
        <dsp:cNvPr id="0" name=""/>
        <dsp:cNvSpPr/>
      </dsp:nvSpPr>
      <dsp:spPr>
        <a:xfrm>
          <a:off x="157559" y="3214229"/>
          <a:ext cx="1225549" cy="838096"/>
        </a:xfrm>
        <a:prstGeom prst="roundRect">
          <a:avLst>
            <a:gd name="adj" fmla="val 1000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t>Some text here</a:t>
          </a:r>
        </a:p>
      </dsp:txBody>
      <dsp:txXfrm>
        <a:off x="182106" y="3238776"/>
        <a:ext cx="1176455" cy="789002"/>
      </dsp:txXfrm>
    </dsp:sp>
    <dsp:sp modelId="{9CC8307B-6FF7-4966-83AE-6B6F931618CF}">
      <dsp:nvSpPr>
        <dsp:cNvPr id="0" name=""/>
        <dsp:cNvSpPr/>
      </dsp:nvSpPr>
      <dsp:spPr>
        <a:xfrm>
          <a:off x="1651198" y="0"/>
          <a:ext cx="1531937" cy="4265990"/>
        </a:xfrm>
        <a:prstGeom prst="roundRect">
          <a:avLst>
            <a:gd name="adj" fmla="val 10000"/>
          </a:avLst>
        </a:prstGeom>
        <a:solidFill>
          <a:schemeClr val="accent2">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kern="1200" dirty="0"/>
            <a:t>Lorem Ipsum</a:t>
          </a:r>
        </a:p>
      </dsp:txBody>
      <dsp:txXfrm>
        <a:off x="1651198" y="0"/>
        <a:ext cx="1531937" cy="1279797"/>
      </dsp:txXfrm>
    </dsp:sp>
    <dsp:sp modelId="{413675F6-2BE7-4CB7-8A90-B5A1D70A2D3E}">
      <dsp:nvSpPr>
        <dsp:cNvPr id="0" name=""/>
        <dsp:cNvSpPr/>
      </dsp:nvSpPr>
      <dsp:spPr>
        <a:xfrm>
          <a:off x="1804392" y="1281046"/>
          <a:ext cx="1225549" cy="1286254"/>
        </a:xfrm>
        <a:prstGeom prst="roundRect">
          <a:avLst>
            <a:gd name="adj" fmla="val 1000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t>Some text here</a:t>
          </a:r>
        </a:p>
      </dsp:txBody>
      <dsp:txXfrm>
        <a:off x="1840287" y="1316941"/>
        <a:ext cx="1153759" cy="1214464"/>
      </dsp:txXfrm>
    </dsp:sp>
    <dsp:sp modelId="{8222B9B5-D975-47B4-8CCF-AB18F96028BE}">
      <dsp:nvSpPr>
        <dsp:cNvPr id="0" name=""/>
        <dsp:cNvSpPr/>
      </dsp:nvSpPr>
      <dsp:spPr>
        <a:xfrm>
          <a:off x="1804392" y="2765186"/>
          <a:ext cx="1225549" cy="1286254"/>
        </a:xfrm>
        <a:prstGeom prst="roundRect">
          <a:avLst>
            <a:gd name="adj" fmla="val 10000"/>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t>Some text here</a:t>
          </a:r>
        </a:p>
      </dsp:txBody>
      <dsp:txXfrm>
        <a:off x="1840287" y="2801081"/>
        <a:ext cx="1153759" cy="1214464"/>
      </dsp:txXfrm>
    </dsp:sp>
    <dsp:sp modelId="{34CA08D9-73B4-41B4-8A76-D90D89F2FB6E}">
      <dsp:nvSpPr>
        <dsp:cNvPr id="0" name=""/>
        <dsp:cNvSpPr/>
      </dsp:nvSpPr>
      <dsp:spPr>
        <a:xfrm>
          <a:off x="3298031" y="0"/>
          <a:ext cx="1531937" cy="4265990"/>
        </a:xfrm>
        <a:prstGeom prst="roundRect">
          <a:avLst>
            <a:gd name="adj" fmla="val 10000"/>
          </a:avLst>
        </a:prstGeom>
        <a:solidFill>
          <a:schemeClr val="accent2">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kern="1200" dirty="0"/>
            <a:t>Lorem Ipsum</a:t>
          </a:r>
        </a:p>
      </dsp:txBody>
      <dsp:txXfrm>
        <a:off x="3298031" y="0"/>
        <a:ext cx="1531937" cy="1279797"/>
      </dsp:txXfrm>
    </dsp:sp>
    <dsp:sp modelId="{E67F175F-C090-407A-8EE3-CC812ED7461C}">
      <dsp:nvSpPr>
        <dsp:cNvPr id="0" name=""/>
        <dsp:cNvSpPr/>
      </dsp:nvSpPr>
      <dsp:spPr>
        <a:xfrm>
          <a:off x="3451225" y="1279797"/>
          <a:ext cx="1225549" cy="2772893"/>
        </a:xfrm>
        <a:prstGeom prst="roundRect">
          <a:avLst>
            <a:gd name="adj" fmla="val 1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a:t>Some text here</a:t>
          </a:r>
          <a:endParaRPr lang="en-US" sz="1800" kern="1200" dirty="0"/>
        </a:p>
      </dsp:txBody>
      <dsp:txXfrm>
        <a:off x="3487120" y="1315692"/>
        <a:ext cx="1153759" cy="2701103"/>
      </dsp:txXfrm>
    </dsp:sp>
    <dsp:sp modelId="{C66E4169-D906-45BF-897C-916E09AF42F2}">
      <dsp:nvSpPr>
        <dsp:cNvPr id="0" name=""/>
        <dsp:cNvSpPr/>
      </dsp:nvSpPr>
      <dsp:spPr>
        <a:xfrm>
          <a:off x="4944864" y="0"/>
          <a:ext cx="1531937" cy="4265990"/>
        </a:xfrm>
        <a:prstGeom prst="roundRect">
          <a:avLst>
            <a:gd name="adj" fmla="val 10000"/>
          </a:avLst>
        </a:prstGeom>
        <a:solidFill>
          <a:schemeClr val="accent2">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kern="1200" dirty="0"/>
            <a:t>Lorem Ipsum</a:t>
          </a:r>
        </a:p>
      </dsp:txBody>
      <dsp:txXfrm>
        <a:off x="4944864" y="0"/>
        <a:ext cx="1531937" cy="1279797"/>
      </dsp:txXfrm>
    </dsp:sp>
    <dsp:sp modelId="{891BA266-52A6-4E5B-9F95-8F616F2749CF}">
      <dsp:nvSpPr>
        <dsp:cNvPr id="0" name=""/>
        <dsp:cNvSpPr/>
      </dsp:nvSpPr>
      <dsp:spPr>
        <a:xfrm>
          <a:off x="5098057" y="1279901"/>
          <a:ext cx="1225549" cy="621463"/>
        </a:xfrm>
        <a:prstGeom prst="roundRect">
          <a:avLst>
            <a:gd name="adj" fmla="val 1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t>Some text here</a:t>
          </a:r>
        </a:p>
      </dsp:txBody>
      <dsp:txXfrm>
        <a:off x="5116259" y="1298103"/>
        <a:ext cx="1189145" cy="585059"/>
      </dsp:txXfrm>
    </dsp:sp>
    <dsp:sp modelId="{838AD002-F011-4C8F-8FF2-BFE792722F22}">
      <dsp:nvSpPr>
        <dsp:cNvPr id="0" name=""/>
        <dsp:cNvSpPr/>
      </dsp:nvSpPr>
      <dsp:spPr>
        <a:xfrm>
          <a:off x="5098057" y="1996974"/>
          <a:ext cx="1225549" cy="621463"/>
        </a:xfrm>
        <a:prstGeom prst="roundRect">
          <a:avLst>
            <a:gd name="adj" fmla="val 1000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t>Some text here</a:t>
          </a:r>
        </a:p>
      </dsp:txBody>
      <dsp:txXfrm>
        <a:off x="5116259" y="2015176"/>
        <a:ext cx="1189145" cy="585059"/>
      </dsp:txXfrm>
    </dsp:sp>
    <dsp:sp modelId="{1A9D02CD-AC22-4013-913E-A67739C71D01}">
      <dsp:nvSpPr>
        <dsp:cNvPr id="0" name=""/>
        <dsp:cNvSpPr/>
      </dsp:nvSpPr>
      <dsp:spPr>
        <a:xfrm>
          <a:off x="5098057" y="2714048"/>
          <a:ext cx="1225549" cy="621463"/>
        </a:xfrm>
        <a:prstGeom prst="roundRect">
          <a:avLst>
            <a:gd name="adj" fmla="val 1000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t>Some text here</a:t>
          </a:r>
        </a:p>
      </dsp:txBody>
      <dsp:txXfrm>
        <a:off x="5116259" y="2732250"/>
        <a:ext cx="1189145" cy="585059"/>
      </dsp:txXfrm>
    </dsp:sp>
    <dsp:sp modelId="{48DB566F-60E9-45DE-8D0C-1A0429B534F1}">
      <dsp:nvSpPr>
        <dsp:cNvPr id="0" name=""/>
        <dsp:cNvSpPr/>
      </dsp:nvSpPr>
      <dsp:spPr>
        <a:xfrm>
          <a:off x="5098057" y="3431122"/>
          <a:ext cx="1225549" cy="621463"/>
        </a:xfrm>
        <a:prstGeom prst="roundRect">
          <a:avLst>
            <a:gd name="adj" fmla="val 10000"/>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t>Some text here</a:t>
          </a:r>
        </a:p>
      </dsp:txBody>
      <dsp:txXfrm>
        <a:off x="5116259" y="3449324"/>
        <a:ext cx="1189145" cy="585059"/>
      </dsp:txXfrm>
    </dsp:sp>
    <dsp:sp modelId="{F403F2E1-B208-4850-99CA-B1FAF1036C3C}">
      <dsp:nvSpPr>
        <dsp:cNvPr id="0" name=""/>
        <dsp:cNvSpPr/>
      </dsp:nvSpPr>
      <dsp:spPr>
        <a:xfrm>
          <a:off x="6591696" y="0"/>
          <a:ext cx="1531937" cy="4265990"/>
        </a:xfrm>
        <a:prstGeom prst="roundRect">
          <a:avLst>
            <a:gd name="adj" fmla="val 10000"/>
          </a:avLst>
        </a:prstGeom>
        <a:solidFill>
          <a:schemeClr val="accent2">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kern="1200" dirty="0"/>
            <a:t>Lorem Ipsum</a:t>
          </a:r>
        </a:p>
      </dsp:txBody>
      <dsp:txXfrm>
        <a:off x="6591696" y="0"/>
        <a:ext cx="1531937" cy="1279797"/>
      </dsp:txXfrm>
    </dsp:sp>
    <dsp:sp modelId="{0F91CF4A-AE6C-4E8D-9661-70F6F708C5FE}">
      <dsp:nvSpPr>
        <dsp:cNvPr id="0" name=""/>
        <dsp:cNvSpPr/>
      </dsp:nvSpPr>
      <dsp:spPr>
        <a:xfrm>
          <a:off x="6744890" y="1281046"/>
          <a:ext cx="1225549" cy="1286254"/>
        </a:xfrm>
        <a:prstGeom prst="roundRect">
          <a:avLst>
            <a:gd name="adj" fmla="val 1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a:t>Some text here</a:t>
          </a:r>
          <a:endParaRPr lang="en-US" sz="1800" kern="1200" dirty="0"/>
        </a:p>
      </dsp:txBody>
      <dsp:txXfrm>
        <a:off x="6780785" y="1316941"/>
        <a:ext cx="1153759" cy="1214464"/>
      </dsp:txXfrm>
    </dsp:sp>
    <dsp:sp modelId="{46120EFD-F16A-4A85-8ECE-0AD918499657}">
      <dsp:nvSpPr>
        <dsp:cNvPr id="0" name=""/>
        <dsp:cNvSpPr/>
      </dsp:nvSpPr>
      <dsp:spPr>
        <a:xfrm>
          <a:off x="6744890" y="2765186"/>
          <a:ext cx="1225549" cy="1286254"/>
        </a:xfrm>
        <a:prstGeom prst="roundRect">
          <a:avLst>
            <a:gd name="adj" fmla="val 1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a:t>Some text here</a:t>
          </a:r>
          <a:endParaRPr lang="en-US" sz="1800" kern="1200" dirty="0"/>
        </a:p>
      </dsp:txBody>
      <dsp:txXfrm>
        <a:off x="6780785" y="2801081"/>
        <a:ext cx="1153759" cy="1214464"/>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AC3D4F-B987-4D15-A369-6E0B897DD74F}">
      <dsp:nvSpPr>
        <dsp:cNvPr id="0" name=""/>
        <dsp:cNvSpPr/>
      </dsp:nvSpPr>
      <dsp:spPr>
        <a:xfrm>
          <a:off x="0" y="0"/>
          <a:ext cx="8128000" cy="1919695"/>
        </a:xfrm>
        <a:prstGeom prst="roundRect">
          <a:avLst>
            <a:gd name="adj" fmla="val 10000"/>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A005F97A-E98B-42BF-A35C-B1BFA0C0B601}">
      <dsp:nvSpPr>
        <dsp:cNvPr id="0" name=""/>
        <dsp:cNvSpPr/>
      </dsp:nvSpPr>
      <dsp:spPr>
        <a:xfrm>
          <a:off x="246451" y="255959"/>
          <a:ext cx="1413906" cy="1407776"/>
        </a:xfrm>
        <a:prstGeom prst="roundRect">
          <a:avLst>
            <a:gd name="adj" fmla="val 10000"/>
          </a:avLst>
        </a:prstGeom>
        <a:solidFill>
          <a:schemeClr val="accent2">
            <a:tint val="5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48DF6792-DEED-4A9A-97C5-04EB6CE1AD5B}">
      <dsp:nvSpPr>
        <dsp:cNvPr id="0" name=""/>
        <dsp:cNvSpPr/>
      </dsp:nvSpPr>
      <dsp:spPr>
        <a:xfrm rot="10800000">
          <a:off x="246451" y="1919695"/>
          <a:ext cx="1413906" cy="2346294"/>
        </a:xfrm>
        <a:prstGeom prst="round2SameRect">
          <a:avLst>
            <a:gd name="adj1" fmla="val 10500"/>
            <a:gd name="adj2" fmla="val 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56464" tIns="156464" rIns="156464" bIns="156464" numCol="1" spcCol="1270" anchor="t" anchorCtr="0">
          <a:noAutofit/>
        </a:bodyPr>
        <a:lstStyle/>
        <a:p>
          <a:pPr marL="0" lvl="0" indent="0" algn="l" defTabSz="977900">
            <a:lnSpc>
              <a:spcPct val="90000"/>
            </a:lnSpc>
            <a:spcBef>
              <a:spcPct val="0"/>
            </a:spcBef>
            <a:spcAft>
              <a:spcPct val="35000"/>
            </a:spcAft>
            <a:buNone/>
          </a:pPr>
          <a:r>
            <a:rPr lang="en-US" sz="2200" kern="1200"/>
            <a:t>Lorem Ipsum</a:t>
          </a:r>
          <a:endParaRPr lang="en-US" sz="2200" kern="1200" dirty="0"/>
        </a:p>
        <a:p>
          <a:pPr marL="171450" lvl="1" indent="-171450" algn="l" defTabSz="755650">
            <a:lnSpc>
              <a:spcPct val="90000"/>
            </a:lnSpc>
            <a:spcBef>
              <a:spcPct val="0"/>
            </a:spcBef>
            <a:spcAft>
              <a:spcPct val="15000"/>
            </a:spcAft>
            <a:buChar char="•"/>
          </a:pPr>
          <a:r>
            <a:rPr lang="en-US" sz="1700" kern="1200" dirty="0"/>
            <a:t>Some text here</a:t>
          </a:r>
        </a:p>
        <a:p>
          <a:pPr marL="171450" lvl="1" indent="-171450" algn="l" defTabSz="755650">
            <a:lnSpc>
              <a:spcPct val="90000"/>
            </a:lnSpc>
            <a:spcBef>
              <a:spcPct val="0"/>
            </a:spcBef>
            <a:spcAft>
              <a:spcPct val="15000"/>
            </a:spcAft>
            <a:buChar char="•"/>
          </a:pPr>
          <a:r>
            <a:rPr lang="en-US" sz="1700" kern="1200" dirty="0"/>
            <a:t>Some text here</a:t>
          </a:r>
        </a:p>
      </dsp:txBody>
      <dsp:txXfrm rot="10800000">
        <a:off x="289933" y="1919695"/>
        <a:ext cx="1326942" cy="2302812"/>
      </dsp:txXfrm>
    </dsp:sp>
    <dsp:sp modelId="{8FE0476E-19C2-4AA2-B923-2B45B2BCEBE8}">
      <dsp:nvSpPr>
        <dsp:cNvPr id="0" name=""/>
        <dsp:cNvSpPr/>
      </dsp:nvSpPr>
      <dsp:spPr>
        <a:xfrm>
          <a:off x="1801749" y="255959"/>
          <a:ext cx="1413906" cy="1407776"/>
        </a:xfrm>
        <a:prstGeom prst="roundRect">
          <a:avLst>
            <a:gd name="adj" fmla="val 10000"/>
          </a:avLst>
        </a:prstGeom>
        <a:solidFill>
          <a:schemeClr val="accent3">
            <a:tint val="5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810F2F39-EA6B-4134-9745-218435444AF0}">
      <dsp:nvSpPr>
        <dsp:cNvPr id="0" name=""/>
        <dsp:cNvSpPr/>
      </dsp:nvSpPr>
      <dsp:spPr>
        <a:xfrm rot="10800000">
          <a:off x="1801749" y="1919695"/>
          <a:ext cx="1413906" cy="2346294"/>
        </a:xfrm>
        <a:prstGeom prst="round2SameRect">
          <a:avLst>
            <a:gd name="adj1" fmla="val 10500"/>
            <a:gd name="adj2" fmla="val 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56464" tIns="156464" rIns="156464" bIns="156464" numCol="1" spcCol="1270" anchor="t" anchorCtr="0">
          <a:noAutofit/>
        </a:bodyPr>
        <a:lstStyle/>
        <a:p>
          <a:pPr marL="0" lvl="0" indent="0" algn="l" defTabSz="977900">
            <a:lnSpc>
              <a:spcPct val="90000"/>
            </a:lnSpc>
            <a:spcBef>
              <a:spcPct val="0"/>
            </a:spcBef>
            <a:spcAft>
              <a:spcPct val="35000"/>
            </a:spcAft>
            <a:buNone/>
          </a:pPr>
          <a:r>
            <a:rPr lang="en-US" sz="2200" kern="1200" dirty="0"/>
            <a:t>Lorem Ipsum</a:t>
          </a:r>
        </a:p>
        <a:p>
          <a:pPr marL="171450" lvl="1" indent="-171450" algn="l" defTabSz="755650">
            <a:lnSpc>
              <a:spcPct val="90000"/>
            </a:lnSpc>
            <a:spcBef>
              <a:spcPct val="0"/>
            </a:spcBef>
            <a:spcAft>
              <a:spcPct val="15000"/>
            </a:spcAft>
            <a:buChar char="•"/>
          </a:pPr>
          <a:r>
            <a:rPr lang="en-US" sz="1700" kern="1200" dirty="0"/>
            <a:t>Some text here</a:t>
          </a:r>
        </a:p>
        <a:p>
          <a:pPr marL="171450" lvl="1" indent="-171450" algn="l" defTabSz="755650">
            <a:lnSpc>
              <a:spcPct val="90000"/>
            </a:lnSpc>
            <a:spcBef>
              <a:spcPct val="0"/>
            </a:spcBef>
            <a:spcAft>
              <a:spcPct val="15000"/>
            </a:spcAft>
            <a:buChar char="•"/>
          </a:pPr>
          <a:r>
            <a:rPr lang="en-US" sz="1700" kern="1200" dirty="0"/>
            <a:t>Some text here</a:t>
          </a:r>
        </a:p>
      </dsp:txBody>
      <dsp:txXfrm rot="10800000">
        <a:off x="1845231" y="1919695"/>
        <a:ext cx="1326942" cy="2302812"/>
      </dsp:txXfrm>
    </dsp:sp>
    <dsp:sp modelId="{786923BF-F5BD-4960-95BB-EB4DF284F2B0}">
      <dsp:nvSpPr>
        <dsp:cNvPr id="0" name=""/>
        <dsp:cNvSpPr/>
      </dsp:nvSpPr>
      <dsp:spPr>
        <a:xfrm>
          <a:off x="3357046" y="255959"/>
          <a:ext cx="1413906" cy="1407776"/>
        </a:xfrm>
        <a:prstGeom prst="roundRect">
          <a:avLst>
            <a:gd name="adj" fmla="val 10000"/>
          </a:avLst>
        </a:prstGeom>
        <a:solidFill>
          <a:schemeClr val="accent4">
            <a:tint val="5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00904015-F569-4EA6-8B4F-A0DB505E6C15}">
      <dsp:nvSpPr>
        <dsp:cNvPr id="0" name=""/>
        <dsp:cNvSpPr/>
      </dsp:nvSpPr>
      <dsp:spPr>
        <a:xfrm rot="10800000">
          <a:off x="3357046" y="1919695"/>
          <a:ext cx="1413906" cy="2346294"/>
        </a:xfrm>
        <a:prstGeom prst="round2SameRect">
          <a:avLst>
            <a:gd name="adj1" fmla="val 10500"/>
            <a:gd name="adj2" fmla="val 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56464" tIns="156464" rIns="156464" bIns="156464" numCol="1" spcCol="1270" anchor="t" anchorCtr="0">
          <a:noAutofit/>
        </a:bodyPr>
        <a:lstStyle/>
        <a:p>
          <a:pPr marL="0" lvl="0" indent="0" algn="l" defTabSz="977900">
            <a:lnSpc>
              <a:spcPct val="90000"/>
            </a:lnSpc>
            <a:spcBef>
              <a:spcPct val="0"/>
            </a:spcBef>
            <a:spcAft>
              <a:spcPct val="35000"/>
            </a:spcAft>
            <a:buNone/>
          </a:pPr>
          <a:r>
            <a:rPr lang="en-US" sz="2200" kern="1200" dirty="0"/>
            <a:t>Lorem Ipsum</a:t>
          </a:r>
        </a:p>
        <a:p>
          <a:pPr marL="171450" lvl="1" indent="-171450" algn="l" defTabSz="755650">
            <a:lnSpc>
              <a:spcPct val="90000"/>
            </a:lnSpc>
            <a:spcBef>
              <a:spcPct val="0"/>
            </a:spcBef>
            <a:spcAft>
              <a:spcPct val="15000"/>
            </a:spcAft>
            <a:buChar char="•"/>
          </a:pPr>
          <a:r>
            <a:rPr lang="en-US" sz="1700" kern="1200"/>
            <a:t>Some text here</a:t>
          </a:r>
          <a:endParaRPr lang="en-US" sz="1700" kern="1200" dirty="0"/>
        </a:p>
        <a:p>
          <a:pPr marL="171450" lvl="1" indent="-171450" algn="l" defTabSz="755650">
            <a:lnSpc>
              <a:spcPct val="90000"/>
            </a:lnSpc>
            <a:spcBef>
              <a:spcPct val="0"/>
            </a:spcBef>
            <a:spcAft>
              <a:spcPct val="15000"/>
            </a:spcAft>
            <a:buChar char="•"/>
          </a:pPr>
          <a:r>
            <a:rPr lang="en-US" sz="1700" kern="1200"/>
            <a:t>Some text here</a:t>
          </a:r>
          <a:endParaRPr lang="en-US" sz="1700" kern="1200" dirty="0"/>
        </a:p>
      </dsp:txBody>
      <dsp:txXfrm rot="10800000">
        <a:off x="3400528" y="1919695"/>
        <a:ext cx="1326942" cy="2302812"/>
      </dsp:txXfrm>
    </dsp:sp>
    <dsp:sp modelId="{772ACB62-A545-4514-9C51-3481B41CD546}">
      <dsp:nvSpPr>
        <dsp:cNvPr id="0" name=""/>
        <dsp:cNvSpPr/>
      </dsp:nvSpPr>
      <dsp:spPr>
        <a:xfrm>
          <a:off x="4912344" y="255959"/>
          <a:ext cx="1413906" cy="1407776"/>
        </a:xfrm>
        <a:prstGeom prst="roundRect">
          <a:avLst>
            <a:gd name="adj" fmla="val 10000"/>
          </a:avLst>
        </a:prstGeom>
        <a:solidFill>
          <a:schemeClr val="accent5">
            <a:tint val="5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693177CC-58A7-4F99-910F-E16474CFDEBC}">
      <dsp:nvSpPr>
        <dsp:cNvPr id="0" name=""/>
        <dsp:cNvSpPr/>
      </dsp:nvSpPr>
      <dsp:spPr>
        <a:xfrm rot="10800000">
          <a:off x="4912344" y="1919695"/>
          <a:ext cx="1413906" cy="2346294"/>
        </a:xfrm>
        <a:prstGeom prst="round2SameRect">
          <a:avLst>
            <a:gd name="adj1" fmla="val 10500"/>
            <a:gd name="adj2" fmla="val 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56464" tIns="156464" rIns="156464" bIns="156464" numCol="1" spcCol="1270" anchor="t" anchorCtr="0">
          <a:noAutofit/>
        </a:bodyPr>
        <a:lstStyle/>
        <a:p>
          <a:pPr marL="0" lvl="0" indent="0" algn="l" defTabSz="977900">
            <a:lnSpc>
              <a:spcPct val="90000"/>
            </a:lnSpc>
            <a:spcBef>
              <a:spcPct val="0"/>
            </a:spcBef>
            <a:spcAft>
              <a:spcPct val="35000"/>
            </a:spcAft>
            <a:buNone/>
          </a:pPr>
          <a:r>
            <a:rPr lang="en-US" sz="2200" kern="1200" dirty="0"/>
            <a:t>Lorem Ipsum</a:t>
          </a:r>
        </a:p>
        <a:p>
          <a:pPr marL="171450" lvl="1" indent="-171450" algn="l" defTabSz="755650">
            <a:lnSpc>
              <a:spcPct val="90000"/>
            </a:lnSpc>
            <a:spcBef>
              <a:spcPct val="0"/>
            </a:spcBef>
            <a:spcAft>
              <a:spcPct val="15000"/>
            </a:spcAft>
            <a:buChar char="•"/>
          </a:pPr>
          <a:r>
            <a:rPr lang="en-US" sz="1700" kern="1200"/>
            <a:t>Some text here</a:t>
          </a:r>
          <a:endParaRPr lang="en-US" sz="1700" kern="1200" dirty="0"/>
        </a:p>
        <a:p>
          <a:pPr marL="171450" lvl="1" indent="-171450" algn="l" defTabSz="755650">
            <a:lnSpc>
              <a:spcPct val="90000"/>
            </a:lnSpc>
            <a:spcBef>
              <a:spcPct val="0"/>
            </a:spcBef>
            <a:spcAft>
              <a:spcPct val="15000"/>
            </a:spcAft>
            <a:buChar char="•"/>
          </a:pPr>
          <a:r>
            <a:rPr lang="en-US" sz="1700" kern="1200"/>
            <a:t>Some text here</a:t>
          </a:r>
          <a:endParaRPr lang="en-US" sz="1700" kern="1200" dirty="0"/>
        </a:p>
      </dsp:txBody>
      <dsp:txXfrm rot="10800000">
        <a:off x="4955826" y="1919695"/>
        <a:ext cx="1326942" cy="2302812"/>
      </dsp:txXfrm>
    </dsp:sp>
    <dsp:sp modelId="{BEC06730-B5E5-4330-BBB0-704F76499467}">
      <dsp:nvSpPr>
        <dsp:cNvPr id="0" name=""/>
        <dsp:cNvSpPr/>
      </dsp:nvSpPr>
      <dsp:spPr>
        <a:xfrm>
          <a:off x="6467641" y="255959"/>
          <a:ext cx="1413906" cy="1407776"/>
        </a:xfrm>
        <a:prstGeom prst="roundRect">
          <a:avLst>
            <a:gd name="adj" fmla="val 10000"/>
          </a:avLst>
        </a:prstGeom>
        <a:solidFill>
          <a:schemeClr val="accent6">
            <a:tint val="5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08302B13-1332-459A-9EB5-5ED00F7DA77C}">
      <dsp:nvSpPr>
        <dsp:cNvPr id="0" name=""/>
        <dsp:cNvSpPr/>
      </dsp:nvSpPr>
      <dsp:spPr>
        <a:xfrm rot="10800000">
          <a:off x="6467641" y="1919695"/>
          <a:ext cx="1413906" cy="2346294"/>
        </a:xfrm>
        <a:prstGeom prst="round2SameRect">
          <a:avLst>
            <a:gd name="adj1" fmla="val 10500"/>
            <a:gd name="adj2" fmla="val 0"/>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56464" tIns="156464" rIns="156464" bIns="156464" numCol="1" spcCol="1270" anchor="t" anchorCtr="0">
          <a:noAutofit/>
        </a:bodyPr>
        <a:lstStyle/>
        <a:p>
          <a:pPr marL="0" lvl="0" indent="0" algn="l" defTabSz="977900">
            <a:lnSpc>
              <a:spcPct val="90000"/>
            </a:lnSpc>
            <a:spcBef>
              <a:spcPct val="0"/>
            </a:spcBef>
            <a:spcAft>
              <a:spcPct val="35000"/>
            </a:spcAft>
            <a:buNone/>
          </a:pPr>
          <a:r>
            <a:rPr lang="en-US" sz="2200" kern="1200" dirty="0"/>
            <a:t>Lorem Ipsum</a:t>
          </a:r>
        </a:p>
        <a:p>
          <a:pPr marL="171450" lvl="1" indent="-171450" algn="l" defTabSz="755650">
            <a:lnSpc>
              <a:spcPct val="90000"/>
            </a:lnSpc>
            <a:spcBef>
              <a:spcPct val="0"/>
            </a:spcBef>
            <a:spcAft>
              <a:spcPct val="15000"/>
            </a:spcAft>
            <a:buChar char="•"/>
          </a:pPr>
          <a:r>
            <a:rPr lang="en-US" sz="1700" kern="1200" dirty="0"/>
            <a:t>Some text here</a:t>
          </a:r>
        </a:p>
        <a:p>
          <a:pPr marL="171450" lvl="1" indent="-171450" algn="l" defTabSz="755650">
            <a:lnSpc>
              <a:spcPct val="90000"/>
            </a:lnSpc>
            <a:spcBef>
              <a:spcPct val="0"/>
            </a:spcBef>
            <a:spcAft>
              <a:spcPct val="15000"/>
            </a:spcAft>
            <a:buChar char="•"/>
          </a:pPr>
          <a:r>
            <a:rPr lang="en-US" sz="1700" kern="1200" dirty="0"/>
            <a:t>Some text here</a:t>
          </a:r>
        </a:p>
      </dsp:txBody>
      <dsp:txXfrm rot="10800000">
        <a:off x="6511123" y="1919695"/>
        <a:ext cx="1326942" cy="2302812"/>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DEA8B3-4A4C-4D2A-BB89-909F542EAF96}">
      <dsp:nvSpPr>
        <dsp:cNvPr id="0" name=""/>
        <dsp:cNvSpPr/>
      </dsp:nvSpPr>
      <dsp:spPr>
        <a:xfrm>
          <a:off x="0" y="0"/>
          <a:ext cx="1587499" cy="4265990"/>
        </a:xfrm>
        <a:prstGeom prst="roundRect">
          <a:avLst>
            <a:gd name="adj" fmla="val 1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5128" tIns="135128" rIns="135128" bIns="135128" numCol="1" spcCol="1270" anchor="t" anchorCtr="1">
          <a:noAutofit/>
        </a:bodyPr>
        <a:lstStyle/>
        <a:p>
          <a:pPr marL="0" lvl="0" indent="0" algn="l" defTabSz="844550">
            <a:lnSpc>
              <a:spcPct val="90000"/>
            </a:lnSpc>
            <a:spcBef>
              <a:spcPct val="0"/>
            </a:spcBef>
            <a:spcAft>
              <a:spcPct val="35000"/>
            </a:spcAft>
            <a:buNone/>
          </a:pPr>
          <a:r>
            <a:rPr lang="en-US" sz="1900" kern="1200" dirty="0"/>
            <a:t>Lorem Ipsum</a:t>
          </a:r>
        </a:p>
        <a:p>
          <a:pPr marL="114300" lvl="1" indent="-114300" algn="l" defTabSz="666750">
            <a:lnSpc>
              <a:spcPct val="90000"/>
            </a:lnSpc>
            <a:spcBef>
              <a:spcPct val="0"/>
            </a:spcBef>
            <a:spcAft>
              <a:spcPct val="15000"/>
            </a:spcAft>
            <a:buChar char="•"/>
          </a:pPr>
          <a:r>
            <a:rPr lang="en-US" sz="1500" kern="1200" dirty="0"/>
            <a:t>Some text here</a:t>
          </a:r>
        </a:p>
        <a:p>
          <a:pPr marL="114300" lvl="1" indent="-114300" algn="l" defTabSz="666750">
            <a:lnSpc>
              <a:spcPct val="90000"/>
            </a:lnSpc>
            <a:spcBef>
              <a:spcPct val="0"/>
            </a:spcBef>
            <a:spcAft>
              <a:spcPct val="15000"/>
            </a:spcAft>
            <a:buChar char="•"/>
          </a:pPr>
          <a:r>
            <a:rPr lang="en-US" sz="1500" kern="1200" dirty="0"/>
            <a:t>Some text here</a:t>
          </a:r>
        </a:p>
      </dsp:txBody>
      <dsp:txXfrm>
        <a:off x="0" y="1706396"/>
        <a:ext cx="1587499" cy="1706396"/>
      </dsp:txXfrm>
    </dsp:sp>
    <dsp:sp modelId="{EB95469C-7057-4B5C-8C40-531788F76AD9}">
      <dsp:nvSpPr>
        <dsp:cNvPr id="0" name=""/>
        <dsp:cNvSpPr/>
      </dsp:nvSpPr>
      <dsp:spPr>
        <a:xfrm>
          <a:off x="83462" y="255959"/>
          <a:ext cx="1420574" cy="1420574"/>
        </a:xfrm>
        <a:prstGeom prst="ellipse">
          <a:avLst/>
        </a:prstGeom>
        <a:solidFill>
          <a:schemeClr val="accent2">
            <a:tint val="5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E14A7ACF-3A90-4555-91E4-403BD1095C5C}">
      <dsp:nvSpPr>
        <dsp:cNvPr id="0" name=""/>
        <dsp:cNvSpPr/>
      </dsp:nvSpPr>
      <dsp:spPr>
        <a:xfrm>
          <a:off x="1635125" y="0"/>
          <a:ext cx="1587499" cy="4265990"/>
        </a:xfrm>
        <a:prstGeom prst="roundRect">
          <a:avLst>
            <a:gd name="adj" fmla="val 1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5128" tIns="135128" rIns="135128" bIns="135128" numCol="1" spcCol="1270" anchor="t" anchorCtr="1">
          <a:noAutofit/>
        </a:bodyPr>
        <a:lstStyle/>
        <a:p>
          <a:pPr marL="0" lvl="0" indent="0" algn="l" defTabSz="844550">
            <a:lnSpc>
              <a:spcPct val="90000"/>
            </a:lnSpc>
            <a:spcBef>
              <a:spcPct val="0"/>
            </a:spcBef>
            <a:spcAft>
              <a:spcPct val="35000"/>
            </a:spcAft>
            <a:buNone/>
          </a:pPr>
          <a:r>
            <a:rPr lang="en-US" sz="1900" kern="1200" dirty="0"/>
            <a:t>Lorem Ipsum</a:t>
          </a:r>
        </a:p>
        <a:p>
          <a:pPr marL="114300" lvl="1" indent="-114300" algn="l" defTabSz="666750">
            <a:lnSpc>
              <a:spcPct val="90000"/>
            </a:lnSpc>
            <a:spcBef>
              <a:spcPct val="0"/>
            </a:spcBef>
            <a:spcAft>
              <a:spcPct val="15000"/>
            </a:spcAft>
            <a:buChar char="•"/>
          </a:pPr>
          <a:r>
            <a:rPr lang="en-US" sz="1500" kern="1200" dirty="0"/>
            <a:t>Some text here</a:t>
          </a:r>
        </a:p>
        <a:p>
          <a:pPr marL="114300" lvl="1" indent="-114300" algn="l" defTabSz="666750">
            <a:lnSpc>
              <a:spcPct val="90000"/>
            </a:lnSpc>
            <a:spcBef>
              <a:spcPct val="0"/>
            </a:spcBef>
            <a:spcAft>
              <a:spcPct val="15000"/>
            </a:spcAft>
            <a:buChar char="•"/>
          </a:pPr>
          <a:r>
            <a:rPr lang="en-US" sz="1500" kern="1200"/>
            <a:t>Some text here</a:t>
          </a:r>
          <a:endParaRPr lang="en-US" sz="1500" kern="1200" dirty="0"/>
        </a:p>
      </dsp:txBody>
      <dsp:txXfrm>
        <a:off x="1635125" y="1706396"/>
        <a:ext cx="1587499" cy="1706396"/>
      </dsp:txXfrm>
    </dsp:sp>
    <dsp:sp modelId="{C4833423-7EC3-4C51-A87B-D15B3679E084}">
      <dsp:nvSpPr>
        <dsp:cNvPr id="0" name=""/>
        <dsp:cNvSpPr/>
      </dsp:nvSpPr>
      <dsp:spPr>
        <a:xfrm>
          <a:off x="1718587" y="255959"/>
          <a:ext cx="1420574" cy="1420574"/>
        </a:xfrm>
        <a:prstGeom prst="ellipse">
          <a:avLst/>
        </a:prstGeom>
        <a:solidFill>
          <a:schemeClr val="accent3">
            <a:tint val="5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C3F99AA2-DEBD-47CB-AB79-3036D11247D6}">
      <dsp:nvSpPr>
        <dsp:cNvPr id="0" name=""/>
        <dsp:cNvSpPr/>
      </dsp:nvSpPr>
      <dsp:spPr>
        <a:xfrm>
          <a:off x="3270250" y="0"/>
          <a:ext cx="1587499" cy="4265990"/>
        </a:xfrm>
        <a:prstGeom prst="roundRect">
          <a:avLst>
            <a:gd name="adj" fmla="val 1000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5128" tIns="135128" rIns="135128" bIns="135128" numCol="1" spcCol="1270" anchor="t" anchorCtr="1">
          <a:noAutofit/>
        </a:bodyPr>
        <a:lstStyle/>
        <a:p>
          <a:pPr marL="0" lvl="0" indent="0" algn="l" defTabSz="844550">
            <a:lnSpc>
              <a:spcPct val="90000"/>
            </a:lnSpc>
            <a:spcBef>
              <a:spcPct val="0"/>
            </a:spcBef>
            <a:spcAft>
              <a:spcPct val="35000"/>
            </a:spcAft>
            <a:buNone/>
          </a:pPr>
          <a:r>
            <a:rPr lang="en-US" sz="1900" kern="1200" dirty="0"/>
            <a:t>Lorem Ipsum</a:t>
          </a:r>
        </a:p>
        <a:p>
          <a:pPr marL="114300" lvl="1" indent="-114300" algn="l" defTabSz="666750">
            <a:lnSpc>
              <a:spcPct val="90000"/>
            </a:lnSpc>
            <a:spcBef>
              <a:spcPct val="0"/>
            </a:spcBef>
            <a:spcAft>
              <a:spcPct val="15000"/>
            </a:spcAft>
            <a:buChar char="•"/>
          </a:pPr>
          <a:r>
            <a:rPr lang="en-US" sz="1500" kern="1200"/>
            <a:t>Some text here</a:t>
          </a:r>
          <a:endParaRPr lang="en-US" sz="1500" kern="1200" dirty="0"/>
        </a:p>
        <a:p>
          <a:pPr marL="114300" lvl="1" indent="-114300" algn="l" defTabSz="666750">
            <a:lnSpc>
              <a:spcPct val="90000"/>
            </a:lnSpc>
            <a:spcBef>
              <a:spcPct val="0"/>
            </a:spcBef>
            <a:spcAft>
              <a:spcPct val="15000"/>
            </a:spcAft>
            <a:buChar char="•"/>
          </a:pPr>
          <a:r>
            <a:rPr lang="en-US" sz="1500" kern="1200"/>
            <a:t>Some text here</a:t>
          </a:r>
          <a:endParaRPr lang="en-US" sz="1500" kern="1200" dirty="0"/>
        </a:p>
      </dsp:txBody>
      <dsp:txXfrm>
        <a:off x="3270250" y="1706396"/>
        <a:ext cx="1587499" cy="1706396"/>
      </dsp:txXfrm>
    </dsp:sp>
    <dsp:sp modelId="{79888659-AF49-4DC4-B3C0-C33B0AAAF85D}">
      <dsp:nvSpPr>
        <dsp:cNvPr id="0" name=""/>
        <dsp:cNvSpPr/>
      </dsp:nvSpPr>
      <dsp:spPr>
        <a:xfrm>
          <a:off x="3353712" y="255959"/>
          <a:ext cx="1420574" cy="1420574"/>
        </a:xfrm>
        <a:prstGeom prst="ellipse">
          <a:avLst/>
        </a:prstGeom>
        <a:solidFill>
          <a:schemeClr val="accent4">
            <a:tint val="5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20B002E9-1E2B-4E89-B9B4-ECC20230F333}">
      <dsp:nvSpPr>
        <dsp:cNvPr id="0" name=""/>
        <dsp:cNvSpPr/>
      </dsp:nvSpPr>
      <dsp:spPr>
        <a:xfrm>
          <a:off x="4905375" y="0"/>
          <a:ext cx="1587499" cy="4265990"/>
        </a:xfrm>
        <a:prstGeom prst="roundRect">
          <a:avLst>
            <a:gd name="adj" fmla="val 1000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5128" tIns="135128" rIns="135128" bIns="135128" numCol="1" spcCol="1270" anchor="t" anchorCtr="1">
          <a:noAutofit/>
        </a:bodyPr>
        <a:lstStyle/>
        <a:p>
          <a:pPr marL="0" lvl="0" indent="0" algn="l" defTabSz="844550">
            <a:lnSpc>
              <a:spcPct val="90000"/>
            </a:lnSpc>
            <a:spcBef>
              <a:spcPct val="0"/>
            </a:spcBef>
            <a:spcAft>
              <a:spcPct val="35000"/>
            </a:spcAft>
            <a:buNone/>
          </a:pPr>
          <a:r>
            <a:rPr lang="en-US" sz="1900" kern="1200" dirty="0"/>
            <a:t>Lorem Ipsum</a:t>
          </a:r>
        </a:p>
        <a:p>
          <a:pPr marL="114300" lvl="1" indent="-114300" algn="l" defTabSz="666750">
            <a:lnSpc>
              <a:spcPct val="90000"/>
            </a:lnSpc>
            <a:spcBef>
              <a:spcPct val="0"/>
            </a:spcBef>
            <a:spcAft>
              <a:spcPct val="15000"/>
            </a:spcAft>
            <a:buChar char="•"/>
          </a:pPr>
          <a:r>
            <a:rPr lang="en-US" sz="1500" kern="1200"/>
            <a:t>Some text here</a:t>
          </a:r>
          <a:endParaRPr lang="en-US" sz="1500" kern="1200" dirty="0"/>
        </a:p>
        <a:p>
          <a:pPr marL="114300" lvl="1" indent="-114300" algn="l" defTabSz="666750">
            <a:lnSpc>
              <a:spcPct val="90000"/>
            </a:lnSpc>
            <a:spcBef>
              <a:spcPct val="0"/>
            </a:spcBef>
            <a:spcAft>
              <a:spcPct val="15000"/>
            </a:spcAft>
            <a:buChar char="•"/>
          </a:pPr>
          <a:r>
            <a:rPr lang="en-US" sz="1500" kern="1200"/>
            <a:t>Some text here</a:t>
          </a:r>
          <a:endParaRPr lang="en-US" sz="1500" kern="1200" dirty="0"/>
        </a:p>
      </dsp:txBody>
      <dsp:txXfrm>
        <a:off x="4905375" y="1706396"/>
        <a:ext cx="1587499" cy="1706396"/>
      </dsp:txXfrm>
    </dsp:sp>
    <dsp:sp modelId="{25F0EADA-4821-451A-85D3-43BCEB15FFD4}">
      <dsp:nvSpPr>
        <dsp:cNvPr id="0" name=""/>
        <dsp:cNvSpPr/>
      </dsp:nvSpPr>
      <dsp:spPr>
        <a:xfrm>
          <a:off x="4988837" y="255959"/>
          <a:ext cx="1420574" cy="1420574"/>
        </a:xfrm>
        <a:prstGeom prst="ellipse">
          <a:avLst/>
        </a:prstGeom>
        <a:solidFill>
          <a:schemeClr val="accent5">
            <a:tint val="5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C642B738-A3A8-4F6A-86A2-5E350F949977}">
      <dsp:nvSpPr>
        <dsp:cNvPr id="0" name=""/>
        <dsp:cNvSpPr/>
      </dsp:nvSpPr>
      <dsp:spPr>
        <a:xfrm>
          <a:off x="6540499" y="0"/>
          <a:ext cx="1587499" cy="4265990"/>
        </a:xfrm>
        <a:prstGeom prst="roundRect">
          <a:avLst>
            <a:gd name="adj" fmla="val 10000"/>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5128" tIns="135128" rIns="135128" bIns="135128" numCol="1" spcCol="1270" anchor="t" anchorCtr="1">
          <a:noAutofit/>
        </a:bodyPr>
        <a:lstStyle/>
        <a:p>
          <a:pPr marL="0" lvl="0" indent="0" algn="l" defTabSz="844550">
            <a:lnSpc>
              <a:spcPct val="90000"/>
            </a:lnSpc>
            <a:spcBef>
              <a:spcPct val="0"/>
            </a:spcBef>
            <a:spcAft>
              <a:spcPct val="35000"/>
            </a:spcAft>
            <a:buNone/>
          </a:pPr>
          <a:r>
            <a:rPr lang="en-US" sz="1900" kern="1200" dirty="0"/>
            <a:t>Lorem Ipsum</a:t>
          </a:r>
        </a:p>
        <a:p>
          <a:pPr marL="114300" lvl="1" indent="-114300" algn="l" defTabSz="666750">
            <a:lnSpc>
              <a:spcPct val="90000"/>
            </a:lnSpc>
            <a:spcBef>
              <a:spcPct val="0"/>
            </a:spcBef>
            <a:spcAft>
              <a:spcPct val="15000"/>
            </a:spcAft>
            <a:buChar char="•"/>
          </a:pPr>
          <a:r>
            <a:rPr lang="en-US" sz="1500" kern="1200"/>
            <a:t>Some text here</a:t>
          </a:r>
          <a:endParaRPr lang="en-US" sz="1500" kern="1200" dirty="0"/>
        </a:p>
        <a:p>
          <a:pPr marL="114300" lvl="1" indent="-114300" algn="l" defTabSz="666750">
            <a:lnSpc>
              <a:spcPct val="90000"/>
            </a:lnSpc>
            <a:spcBef>
              <a:spcPct val="0"/>
            </a:spcBef>
            <a:spcAft>
              <a:spcPct val="15000"/>
            </a:spcAft>
            <a:buChar char="•"/>
          </a:pPr>
          <a:r>
            <a:rPr lang="en-US" sz="1500" kern="1200"/>
            <a:t>Some text here</a:t>
          </a:r>
          <a:endParaRPr lang="en-US" sz="1500" kern="1200" dirty="0"/>
        </a:p>
      </dsp:txBody>
      <dsp:txXfrm>
        <a:off x="6540499" y="1706396"/>
        <a:ext cx="1587499" cy="1706396"/>
      </dsp:txXfrm>
    </dsp:sp>
    <dsp:sp modelId="{8528A45A-76F5-46E2-8CCD-E414DF6709AA}">
      <dsp:nvSpPr>
        <dsp:cNvPr id="0" name=""/>
        <dsp:cNvSpPr/>
      </dsp:nvSpPr>
      <dsp:spPr>
        <a:xfrm>
          <a:off x="6623962" y="255959"/>
          <a:ext cx="1420574" cy="1420574"/>
        </a:xfrm>
        <a:prstGeom prst="ellipse">
          <a:avLst/>
        </a:prstGeom>
        <a:solidFill>
          <a:schemeClr val="accent6">
            <a:tint val="5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9FC5FB4D-BCD2-4ED8-AEDD-BCAE3BE930BC}">
      <dsp:nvSpPr>
        <dsp:cNvPr id="0" name=""/>
        <dsp:cNvSpPr/>
      </dsp:nvSpPr>
      <dsp:spPr>
        <a:xfrm>
          <a:off x="325119" y="3412792"/>
          <a:ext cx="7477760" cy="639898"/>
        </a:xfrm>
        <a:prstGeom prst="leftRightArrow">
          <a:avLst/>
        </a:prstGeom>
        <a:gradFill rotWithShape="0">
          <a:gsLst>
            <a:gs pos="0">
              <a:schemeClr val="accent2">
                <a:tint val="40000"/>
                <a:hueOff val="0"/>
                <a:satOff val="0"/>
                <a:lumOff val="0"/>
                <a:alphaOff val="0"/>
                <a:shade val="51000"/>
                <a:satMod val="130000"/>
              </a:schemeClr>
            </a:gs>
            <a:gs pos="80000">
              <a:schemeClr val="accent2">
                <a:tint val="40000"/>
                <a:hueOff val="0"/>
                <a:satOff val="0"/>
                <a:lumOff val="0"/>
                <a:alphaOff val="0"/>
                <a:shade val="93000"/>
                <a:satMod val="130000"/>
              </a:schemeClr>
            </a:gs>
            <a:gs pos="100000">
              <a:schemeClr val="accent2">
                <a:tint val="4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dsp:style>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4F5166-579E-4619-A51F-97636BB7285F}">
      <dsp:nvSpPr>
        <dsp:cNvPr id="0" name=""/>
        <dsp:cNvSpPr/>
      </dsp:nvSpPr>
      <dsp:spPr>
        <a:xfrm>
          <a:off x="357299" y="231241"/>
          <a:ext cx="3608069" cy="1127521"/>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63708"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dirty="0">
              <a:solidFill>
                <a:schemeClr val="tx2"/>
              </a:solidFill>
            </a:rPr>
            <a:t>Lorem Ipsum</a:t>
          </a:r>
        </a:p>
        <a:p>
          <a:pPr marL="114300" lvl="1" indent="-114300" algn="l" defTabSz="577850">
            <a:lnSpc>
              <a:spcPct val="90000"/>
            </a:lnSpc>
            <a:spcBef>
              <a:spcPct val="0"/>
            </a:spcBef>
            <a:spcAft>
              <a:spcPct val="15000"/>
            </a:spcAft>
            <a:buChar char="•"/>
          </a:pPr>
          <a:r>
            <a:rPr lang="en-US" sz="1300" kern="1200">
              <a:solidFill>
                <a:schemeClr val="tx2"/>
              </a:solidFill>
            </a:rPr>
            <a:t>Lorem Ipsum</a:t>
          </a:r>
          <a:endParaRPr lang="en-US" sz="1300" kern="1200" dirty="0">
            <a:solidFill>
              <a:schemeClr val="tx2"/>
            </a:solidFill>
          </a:endParaRPr>
        </a:p>
        <a:p>
          <a:pPr marL="114300" lvl="1" indent="-114300" algn="l" defTabSz="577850">
            <a:lnSpc>
              <a:spcPct val="90000"/>
            </a:lnSpc>
            <a:spcBef>
              <a:spcPct val="0"/>
            </a:spcBef>
            <a:spcAft>
              <a:spcPct val="15000"/>
            </a:spcAft>
            <a:buChar char="•"/>
          </a:pPr>
          <a:r>
            <a:rPr lang="en-US" sz="1300" kern="1200">
              <a:solidFill>
                <a:schemeClr val="tx2"/>
              </a:solidFill>
            </a:rPr>
            <a:t>Lorem Ipsum</a:t>
          </a:r>
          <a:endParaRPr lang="en-US" sz="1300" kern="1200" dirty="0">
            <a:solidFill>
              <a:schemeClr val="tx2"/>
            </a:solidFill>
          </a:endParaRPr>
        </a:p>
        <a:p>
          <a:pPr marL="114300" lvl="1" indent="-114300" algn="l" defTabSz="577850">
            <a:lnSpc>
              <a:spcPct val="90000"/>
            </a:lnSpc>
            <a:spcBef>
              <a:spcPct val="0"/>
            </a:spcBef>
            <a:spcAft>
              <a:spcPct val="15000"/>
            </a:spcAft>
            <a:buChar char="•"/>
          </a:pPr>
          <a:r>
            <a:rPr lang="en-US" sz="1300" kern="1200">
              <a:solidFill>
                <a:schemeClr val="tx2"/>
              </a:solidFill>
            </a:rPr>
            <a:t>Lorem Ipsum</a:t>
          </a:r>
          <a:endParaRPr lang="en-US" sz="1300" kern="1200" dirty="0">
            <a:solidFill>
              <a:schemeClr val="tx2"/>
            </a:solidFill>
          </a:endParaRPr>
        </a:p>
      </dsp:txBody>
      <dsp:txXfrm>
        <a:off x="357299" y="231241"/>
        <a:ext cx="3608069" cy="1127521"/>
      </dsp:txXfrm>
    </dsp:sp>
    <dsp:sp modelId="{0E4E8DD1-CCA2-42D8-BC71-9E6B2B3F54AD}">
      <dsp:nvSpPr>
        <dsp:cNvPr id="0" name=""/>
        <dsp:cNvSpPr/>
      </dsp:nvSpPr>
      <dsp:spPr>
        <a:xfrm>
          <a:off x="206963" y="68377"/>
          <a:ext cx="789265" cy="1183897"/>
        </a:xfrm>
        <a:prstGeom prst="rect">
          <a:avLst/>
        </a:prstGeom>
        <a:solidFill>
          <a:schemeClr val="accent2">
            <a:tint val="5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40C0CCCB-52C8-4434-921A-599BB09D140B}">
      <dsp:nvSpPr>
        <dsp:cNvPr id="0" name=""/>
        <dsp:cNvSpPr/>
      </dsp:nvSpPr>
      <dsp:spPr>
        <a:xfrm>
          <a:off x="4312966" y="231241"/>
          <a:ext cx="3608069" cy="1127521"/>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63708"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dirty="0">
              <a:solidFill>
                <a:schemeClr val="tx2"/>
              </a:solidFill>
            </a:rPr>
            <a:t>Lorem Ipsum</a:t>
          </a:r>
        </a:p>
        <a:p>
          <a:pPr marL="114300" lvl="1" indent="-114300" algn="l" defTabSz="577850">
            <a:lnSpc>
              <a:spcPct val="90000"/>
            </a:lnSpc>
            <a:spcBef>
              <a:spcPct val="0"/>
            </a:spcBef>
            <a:spcAft>
              <a:spcPct val="15000"/>
            </a:spcAft>
            <a:buChar char="•"/>
          </a:pPr>
          <a:r>
            <a:rPr lang="en-US" sz="1300" kern="1200">
              <a:solidFill>
                <a:schemeClr val="tx2"/>
              </a:solidFill>
            </a:rPr>
            <a:t>Lorem Ipsum</a:t>
          </a:r>
          <a:endParaRPr lang="en-US" sz="1300" kern="1200" dirty="0">
            <a:solidFill>
              <a:schemeClr val="tx2"/>
            </a:solidFill>
          </a:endParaRPr>
        </a:p>
        <a:p>
          <a:pPr marL="114300" lvl="1" indent="-114300" algn="l" defTabSz="577850">
            <a:lnSpc>
              <a:spcPct val="90000"/>
            </a:lnSpc>
            <a:spcBef>
              <a:spcPct val="0"/>
            </a:spcBef>
            <a:spcAft>
              <a:spcPct val="15000"/>
            </a:spcAft>
            <a:buChar char="•"/>
          </a:pPr>
          <a:r>
            <a:rPr lang="en-US" sz="1300" kern="1200">
              <a:solidFill>
                <a:schemeClr val="tx2"/>
              </a:solidFill>
            </a:rPr>
            <a:t>Lorem Ipsum</a:t>
          </a:r>
          <a:endParaRPr lang="en-US" sz="1300" kern="1200" dirty="0">
            <a:solidFill>
              <a:schemeClr val="tx2"/>
            </a:solidFill>
          </a:endParaRPr>
        </a:p>
      </dsp:txBody>
      <dsp:txXfrm>
        <a:off x="4312966" y="231241"/>
        <a:ext cx="3608069" cy="1127521"/>
      </dsp:txXfrm>
    </dsp:sp>
    <dsp:sp modelId="{CE4D1051-C75B-4921-A841-8610C8541C81}">
      <dsp:nvSpPr>
        <dsp:cNvPr id="0" name=""/>
        <dsp:cNvSpPr/>
      </dsp:nvSpPr>
      <dsp:spPr>
        <a:xfrm>
          <a:off x="4162630" y="68377"/>
          <a:ext cx="789265" cy="1183897"/>
        </a:xfrm>
        <a:prstGeom prst="rect">
          <a:avLst/>
        </a:prstGeom>
        <a:solidFill>
          <a:schemeClr val="accent3">
            <a:tint val="5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FD6095FC-3689-46C6-B422-02653BDFCC99}">
      <dsp:nvSpPr>
        <dsp:cNvPr id="0" name=""/>
        <dsp:cNvSpPr/>
      </dsp:nvSpPr>
      <dsp:spPr>
        <a:xfrm>
          <a:off x="357299" y="1650666"/>
          <a:ext cx="3608069" cy="1127521"/>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63708"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solidFill>
                <a:schemeClr val="tx2"/>
              </a:solidFill>
            </a:rPr>
            <a:t>Lorem Ipsum</a:t>
          </a:r>
          <a:endParaRPr lang="en-US" sz="1700" kern="1200" dirty="0">
            <a:solidFill>
              <a:schemeClr val="tx2"/>
            </a:solidFill>
          </a:endParaRPr>
        </a:p>
      </dsp:txBody>
      <dsp:txXfrm>
        <a:off x="357299" y="1650666"/>
        <a:ext cx="3608069" cy="1127521"/>
      </dsp:txXfrm>
    </dsp:sp>
    <dsp:sp modelId="{162E2C37-27BF-45FB-AE1B-3ED29710337A}">
      <dsp:nvSpPr>
        <dsp:cNvPr id="0" name=""/>
        <dsp:cNvSpPr/>
      </dsp:nvSpPr>
      <dsp:spPr>
        <a:xfrm>
          <a:off x="206963" y="1487801"/>
          <a:ext cx="789265" cy="1183897"/>
        </a:xfrm>
        <a:prstGeom prst="rect">
          <a:avLst/>
        </a:prstGeom>
        <a:solidFill>
          <a:schemeClr val="accent4">
            <a:tint val="5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1450FF72-85FC-46C7-9580-D75F4813712A}">
      <dsp:nvSpPr>
        <dsp:cNvPr id="0" name=""/>
        <dsp:cNvSpPr/>
      </dsp:nvSpPr>
      <dsp:spPr>
        <a:xfrm>
          <a:off x="4312966" y="1650666"/>
          <a:ext cx="3608069" cy="1127521"/>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63708"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dirty="0">
              <a:solidFill>
                <a:schemeClr val="tx2"/>
              </a:solidFill>
            </a:rPr>
            <a:t>Lorem Ipsum</a:t>
          </a:r>
        </a:p>
      </dsp:txBody>
      <dsp:txXfrm>
        <a:off x="4312966" y="1650666"/>
        <a:ext cx="3608069" cy="1127521"/>
      </dsp:txXfrm>
    </dsp:sp>
    <dsp:sp modelId="{7584F812-38BD-4FD6-8250-22712B0FBEB2}">
      <dsp:nvSpPr>
        <dsp:cNvPr id="0" name=""/>
        <dsp:cNvSpPr/>
      </dsp:nvSpPr>
      <dsp:spPr>
        <a:xfrm>
          <a:off x="4162630" y="1487801"/>
          <a:ext cx="789265" cy="1183897"/>
        </a:xfrm>
        <a:prstGeom prst="rect">
          <a:avLst/>
        </a:prstGeom>
        <a:solidFill>
          <a:schemeClr val="accent5">
            <a:tint val="5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DDD771A6-4DDE-4BEC-99F8-AFF649B58496}">
      <dsp:nvSpPr>
        <dsp:cNvPr id="0" name=""/>
        <dsp:cNvSpPr/>
      </dsp:nvSpPr>
      <dsp:spPr>
        <a:xfrm>
          <a:off x="2335133" y="3070090"/>
          <a:ext cx="3608069" cy="1127521"/>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63708"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dirty="0">
              <a:solidFill>
                <a:schemeClr val="tx2"/>
              </a:solidFill>
            </a:rPr>
            <a:t>Lorem Ipsum</a:t>
          </a:r>
        </a:p>
        <a:p>
          <a:pPr marL="114300" lvl="1" indent="-114300" algn="l" defTabSz="577850">
            <a:lnSpc>
              <a:spcPct val="90000"/>
            </a:lnSpc>
            <a:spcBef>
              <a:spcPct val="0"/>
            </a:spcBef>
            <a:spcAft>
              <a:spcPct val="15000"/>
            </a:spcAft>
            <a:buChar char="•"/>
          </a:pPr>
          <a:r>
            <a:rPr lang="en-US" sz="1300" kern="1200">
              <a:solidFill>
                <a:schemeClr val="tx2"/>
              </a:solidFill>
            </a:rPr>
            <a:t>Lorem Ipsum</a:t>
          </a:r>
          <a:endParaRPr lang="en-US" sz="1300" kern="1200" dirty="0">
            <a:solidFill>
              <a:schemeClr val="tx2"/>
            </a:solidFill>
          </a:endParaRPr>
        </a:p>
        <a:p>
          <a:pPr marL="114300" lvl="1" indent="-114300" algn="l" defTabSz="577850">
            <a:lnSpc>
              <a:spcPct val="90000"/>
            </a:lnSpc>
            <a:spcBef>
              <a:spcPct val="0"/>
            </a:spcBef>
            <a:spcAft>
              <a:spcPct val="15000"/>
            </a:spcAft>
            <a:buChar char="•"/>
          </a:pPr>
          <a:r>
            <a:rPr lang="en-US" sz="1300" kern="1200">
              <a:solidFill>
                <a:schemeClr val="tx2"/>
              </a:solidFill>
            </a:rPr>
            <a:t>Lorem Ipsum</a:t>
          </a:r>
          <a:endParaRPr lang="en-US" sz="1300" kern="1200" dirty="0">
            <a:solidFill>
              <a:schemeClr val="tx2"/>
            </a:solidFill>
          </a:endParaRPr>
        </a:p>
      </dsp:txBody>
      <dsp:txXfrm>
        <a:off x="2335133" y="3070090"/>
        <a:ext cx="3608069" cy="1127521"/>
      </dsp:txXfrm>
    </dsp:sp>
    <dsp:sp modelId="{1D94C921-E9C5-4F38-8E8D-FA87C31EC255}">
      <dsp:nvSpPr>
        <dsp:cNvPr id="0" name=""/>
        <dsp:cNvSpPr/>
      </dsp:nvSpPr>
      <dsp:spPr>
        <a:xfrm>
          <a:off x="2184796" y="2907226"/>
          <a:ext cx="789265" cy="1183897"/>
        </a:xfrm>
        <a:prstGeom prst="rect">
          <a:avLst/>
        </a:prstGeom>
        <a:solidFill>
          <a:schemeClr val="accent6">
            <a:tint val="5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D5D5DB-9E92-47EC-82B6-328DEA059B7F}">
      <dsp:nvSpPr>
        <dsp:cNvPr id="0" name=""/>
        <dsp:cNvSpPr/>
      </dsp:nvSpPr>
      <dsp:spPr>
        <a:xfrm>
          <a:off x="0" y="0"/>
          <a:ext cx="8128000" cy="991509"/>
        </a:xfrm>
        <a:prstGeom prst="roundRect">
          <a:avLst>
            <a:gd name="adj" fmla="val 1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dirty="0"/>
            <a:t>Lorem Ipsum</a:t>
          </a:r>
        </a:p>
        <a:p>
          <a:pPr marL="114300" lvl="1" indent="-114300" algn="l" defTabSz="666750">
            <a:lnSpc>
              <a:spcPct val="90000"/>
            </a:lnSpc>
            <a:spcBef>
              <a:spcPct val="0"/>
            </a:spcBef>
            <a:spcAft>
              <a:spcPct val="15000"/>
            </a:spcAft>
            <a:buChar char="•"/>
          </a:pPr>
          <a:r>
            <a:rPr lang="en-US" sz="1500" kern="1200" dirty="0"/>
            <a:t>Some text here</a:t>
          </a:r>
        </a:p>
        <a:p>
          <a:pPr marL="114300" lvl="1" indent="-114300" algn="l" defTabSz="666750">
            <a:lnSpc>
              <a:spcPct val="90000"/>
            </a:lnSpc>
            <a:spcBef>
              <a:spcPct val="0"/>
            </a:spcBef>
            <a:spcAft>
              <a:spcPct val="15000"/>
            </a:spcAft>
            <a:buChar char="•"/>
          </a:pPr>
          <a:r>
            <a:rPr lang="en-US" sz="1500" kern="1200" dirty="0"/>
            <a:t>Some text here</a:t>
          </a:r>
        </a:p>
      </dsp:txBody>
      <dsp:txXfrm>
        <a:off x="1724750" y="0"/>
        <a:ext cx="6403249" cy="991509"/>
      </dsp:txXfrm>
    </dsp:sp>
    <dsp:sp modelId="{769BD7E0-841D-458D-869D-6DFFBC65F61E}">
      <dsp:nvSpPr>
        <dsp:cNvPr id="0" name=""/>
        <dsp:cNvSpPr/>
      </dsp:nvSpPr>
      <dsp:spPr>
        <a:xfrm>
          <a:off x="99150" y="99150"/>
          <a:ext cx="1625600" cy="793207"/>
        </a:xfrm>
        <a:prstGeom prst="roundRect">
          <a:avLst>
            <a:gd name="adj" fmla="val 10000"/>
          </a:avLst>
        </a:prstGeom>
        <a:solidFill>
          <a:schemeClr val="accent2">
            <a:tint val="5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87C8B1C3-43D5-4D1D-82C1-DBAAD173F726}">
      <dsp:nvSpPr>
        <dsp:cNvPr id="0" name=""/>
        <dsp:cNvSpPr/>
      </dsp:nvSpPr>
      <dsp:spPr>
        <a:xfrm>
          <a:off x="0" y="1090660"/>
          <a:ext cx="8128000" cy="991509"/>
        </a:xfrm>
        <a:prstGeom prst="roundRect">
          <a:avLst>
            <a:gd name="adj" fmla="val 1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dirty="0"/>
            <a:t>Lorem Ipsum</a:t>
          </a:r>
        </a:p>
        <a:p>
          <a:pPr marL="114300" lvl="1" indent="-114300" algn="l" defTabSz="666750">
            <a:lnSpc>
              <a:spcPct val="90000"/>
            </a:lnSpc>
            <a:spcBef>
              <a:spcPct val="0"/>
            </a:spcBef>
            <a:spcAft>
              <a:spcPct val="15000"/>
            </a:spcAft>
            <a:buChar char="•"/>
          </a:pPr>
          <a:r>
            <a:rPr lang="en-US" sz="1500" kern="1200" dirty="0"/>
            <a:t>Some text here</a:t>
          </a:r>
        </a:p>
        <a:p>
          <a:pPr marL="114300" lvl="1" indent="-114300" algn="l" defTabSz="666750">
            <a:lnSpc>
              <a:spcPct val="90000"/>
            </a:lnSpc>
            <a:spcBef>
              <a:spcPct val="0"/>
            </a:spcBef>
            <a:spcAft>
              <a:spcPct val="15000"/>
            </a:spcAft>
            <a:buChar char="•"/>
          </a:pPr>
          <a:r>
            <a:rPr lang="en-US" sz="1500" kern="1200"/>
            <a:t>Some text here</a:t>
          </a:r>
          <a:endParaRPr lang="en-US" sz="1500" kern="1200" dirty="0"/>
        </a:p>
      </dsp:txBody>
      <dsp:txXfrm>
        <a:off x="1724750" y="1090660"/>
        <a:ext cx="6403249" cy="991509"/>
      </dsp:txXfrm>
    </dsp:sp>
    <dsp:sp modelId="{A54932CD-C4C3-4800-AE8E-5E6A99FE3355}">
      <dsp:nvSpPr>
        <dsp:cNvPr id="0" name=""/>
        <dsp:cNvSpPr/>
      </dsp:nvSpPr>
      <dsp:spPr>
        <a:xfrm>
          <a:off x="99150" y="1189811"/>
          <a:ext cx="1625600" cy="793207"/>
        </a:xfrm>
        <a:prstGeom prst="roundRect">
          <a:avLst>
            <a:gd name="adj" fmla="val 10000"/>
          </a:avLst>
        </a:prstGeom>
        <a:solidFill>
          <a:schemeClr val="accent3">
            <a:tint val="5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833297FD-AD9E-4A5B-BCCE-455BFA5F80D7}">
      <dsp:nvSpPr>
        <dsp:cNvPr id="0" name=""/>
        <dsp:cNvSpPr/>
      </dsp:nvSpPr>
      <dsp:spPr>
        <a:xfrm>
          <a:off x="0" y="2181320"/>
          <a:ext cx="8128000" cy="991509"/>
        </a:xfrm>
        <a:prstGeom prst="roundRect">
          <a:avLst>
            <a:gd name="adj" fmla="val 1000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dirty="0"/>
            <a:t>Lorem Ipsum</a:t>
          </a:r>
        </a:p>
        <a:p>
          <a:pPr marL="114300" lvl="1" indent="-114300" algn="l" defTabSz="666750">
            <a:lnSpc>
              <a:spcPct val="90000"/>
            </a:lnSpc>
            <a:spcBef>
              <a:spcPct val="0"/>
            </a:spcBef>
            <a:spcAft>
              <a:spcPct val="15000"/>
            </a:spcAft>
            <a:buChar char="•"/>
          </a:pPr>
          <a:r>
            <a:rPr lang="en-US" sz="1500" kern="1200"/>
            <a:t>Some text here</a:t>
          </a:r>
          <a:endParaRPr lang="en-US" sz="1500" kern="1200" dirty="0"/>
        </a:p>
        <a:p>
          <a:pPr marL="114300" lvl="1" indent="-114300" algn="l" defTabSz="666750">
            <a:lnSpc>
              <a:spcPct val="90000"/>
            </a:lnSpc>
            <a:spcBef>
              <a:spcPct val="0"/>
            </a:spcBef>
            <a:spcAft>
              <a:spcPct val="15000"/>
            </a:spcAft>
            <a:buChar char="•"/>
          </a:pPr>
          <a:r>
            <a:rPr lang="en-US" sz="1500" kern="1200"/>
            <a:t>Some text here</a:t>
          </a:r>
          <a:endParaRPr lang="en-US" sz="1500" kern="1200" dirty="0"/>
        </a:p>
      </dsp:txBody>
      <dsp:txXfrm>
        <a:off x="1724750" y="2181320"/>
        <a:ext cx="6403249" cy="991509"/>
      </dsp:txXfrm>
    </dsp:sp>
    <dsp:sp modelId="{6C09F558-4CCD-48F7-A58A-2A98D4A8851D}">
      <dsp:nvSpPr>
        <dsp:cNvPr id="0" name=""/>
        <dsp:cNvSpPr/>
      </dsp:nvSpPr>
      <dsp:spPr>
        <a:xfrm>
          <a:off x="99150" y="2280471"/>
          <a:ext cx="1625600" cy="793207"/>
        </a:xfrm>
        <a:prstGeom prst="roundRect">
          <a:avLst>
            <a:gd name="adj" fmla="val 10000"/>
          </a:avLst>
        </a:prstGeom>
        <a:solidFill>
          <a:schemeClr val="accent4">
            <a:tint val="5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CC42B4BE-FABE-47D2-92A0-27F5DB06D939}">
      <dsp:nvSpPr>
        <dsp:cNvPr id="0" name=""/>
        <dsp:cNvSpPr/>
      </dsp:nvSpPr>
      <dsp:spPr>
        <a:xfrm>
          <a:off x="0" y="3271981"/>
          <a:ext cx="8128000" cy="991509"/>
        </a:xfrm>
        <a:prstGeom prst="roundRect">
          <a:avLst>
            <a:gd name="adj" fmla="val 1000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dirty="0"/>
            <a:t>Lorem Ipsum</a:t>
          </a:r>
        </a:p>
        <a:p>
          <a:pPr marL="114300" lvl="1" indent="-114300" algn="l" defTabSz="666750">
            <a:lnSpc>
              <a:spcPct val="90000"/>
            </a:lnSpc>
            <a:spcBef>
              <a:spcPct val="0"/>
            </a:spcBef>
            <a:spcAft>
              <a:spcPct val="15000"/>
            </a:spcAft>
            <a:buChar char="•"/>
          </a:pPr>
          <a:r>
            <a:rPr lang="en-US" sz="1500" kern="1200"/>
            <a:t>Some text here</a:t>
          </a:r>
          <a:endParaRPr lang="en-US" sz="1500" kern="1200" dirty="0"/>
        </a:p>
        <a:p>
          <a:pPr marL="114300" lvl="1" indent="-114300" algn="l" defTabSz="666750">
            <a:lnSpc>
              <a:spcPct val="90000"/>
            </a:lnSpc>
            <a:spcBef>
              <a:spcPct val="0"/>
            </a:spcBef>
            <a:spcAft>
              <a:spcPct val="15000"/>
            </a:spcAft>
            <a:buChar char="•"/>
          </a:pPr>
          <a:r>
            <a:rPr lang="en-US" sz="1500" kern="1200"/>
            <a:t>Some text here</a:t>
          </a:r>
          <a:endParaRPr lang="en-US" sz="1500" kern="1200" dirty="0"/>
        </a:p>
      </dsp:txBody>
      <dsp:txXfrm>
        <a:off x="1724750" y="3271981"/>
        <a:ext cx="6403249" cy="991509"/>
      </dsp:txXfrm>
    </dsp:sp>
    <dsp:sp modelId="{E88C3C9E-FE0D-4FC3-A98D-5E06B5497FF3}">
      <dsp:nvSpPr>
        <dsp:cNvPr id="0" name=""/>
        <dsp:cNvSpPr/>
      </dsp:nvSpPr>
      <dsp:spPr>
        <a:xfrm>
          <a:off x="99150" y="3371131"/>
          <a:ext cx="1625600" cy="793207"/>
        </a:xfrm>
        <a:prstGeom prst="roundRect">
          <a:avLst>
            <a:gd name="adj" fmla="val 10000"/>
          </a:avLst>
        </a:prstGeom>
        <a:solidFill>
          <a:schemeClr val="accent5">
            <a:tint val="5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2BB09D-824B-4794-8AD4-EE81D43AA01A}">
      <dsp:nvSpPr>
        <dsp:cNvPr id="0" name=""/>
        <dsp:cNvSpPr/>
      </dsp:nvSpPr>
      <dsp:spPr>
        <a:xfrm>
          <a:off x="3531671" y="360"/>
          <a:ext cx="2098000" cy="948892"/>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US" sz="1000" kern="1200" dirty="0"/>
            <a:t>Lorem Ipsum</a:t>
          </a:r>
        </a:p>
        <a:p>
          <a:pPr marL="57150" lvl="1" indent="-57150" algn="l" defTabSz="355600">
            <a:lnSpc>
              <a:spcPct val="90000"/>
            </a:lnSpc>
            <a:spcBef>
              <a:spcPct val="0"/>
            </a:spcBef>
            <a:spcAft>
              <a:spcPct val="15000"/>
            </a:spcAft>
            <a:buChar char="•"/>
          </a:pPr>
          <a:r>
            <a:rPr lang="en-US" sz="800" kern="1200" dirty="0"/>
            <a:t>Some text here</a:t>
          </a:r>
        </a:p>
        <a:p>
          <a:pPr marL="57150" lvl="1" indent="-57150" algn="l" defTabSz="355600">
            <a:lnSpc>
              <a:spcPct val="90000"/>
            </a:lnSpc>
            <a:spcBef>
              <a:spcPct val="0"/>
            </a:spcBef>
            <a:spcAft>
              <a:spcPct val="15000"/>
            </a:spcAft>
            <a:buChar char="•"/>
          </a:pPr>
          <a:r>
            <a:rPr lang="en-US" sz="800" kern="1200" dirty="0"/>
            <a:t>Some text here</a:t>
          </a:r>
        </a:p>
      </dsp:txBody>
      <dsp:txXfrm>
        <a:off x="3531671" y="360"/>
        <a:ext cx="2098000" cy="948892"/>
      </dsp:txXfrm>
    </dsp:sp>
    <dsp:sp modelId="{3CD77968-1869-4388-8A2C-F456417D2054}">
      <dsp:nvSpPr>
        <dsp:cNvPr id="0" name=""/>
        <dsp:cNvSpPr/>
      </dsp:nvSpPr>
      <dsp:spPr>
        <a:xfrm>
          <a:off x="2498328" y="360"/>
          <a:ext cx="939403" cy="948892"/>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l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19E70928-1033-4460-A49F-92FEDBF8E76E}">
      <dsp:nvSpPr>
        <dsp:cNvPr id="0" name=""/>
        <dsp:cNvSpPr/>
      </dsp:nvSpPr>
      <dsp:spPr>
        <a:xfrm>
          <a:off x="2498328" y="1105819"/>
          <a:ext cx="2098000" cy="948892"/>
        </a:xfrm>
        <a:prstGeom prst="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US" sz="1000" kern="1200" dirty="0"/>
            <a:t>Lorem Ipsum</a:t>
          </a:r>
        </a:p>
        <a:p>
          <a:pPr marL="57150" lvl="1" indent="-57150" algn="l" defTabSz="355600">
            <a:lnSpc>
              <a:spcPct val="90000"/>
            </a:lnSpc>
            <a:spcBef>
              <a:spcPct val="0"/>
            </a:spcBef>
            <a:spcAft>
              <a:spcPct val="15000"/>
            </a:spcAft>
            <a:buChar char="•"/>
          </a:pPr>
          <a:r>
            <a:rPr lang="en-US" sz="800" kern="1200" dirty="0"/>
            <a:t>Some text here</a:t>
          </a:r>
        </a:p>
        <a:p>
          <a:pPr marL="57150" lvl="1" indent="-57150" algn="l" defTabSz="355600">
            <a:lnSpc>
              <a:spcPct val="90000"/>
            </a:lnSpc>
            <a:spcBef>
              <a:spcPct val="0"/>
            </a:spcBef>
            <a:spcAft>
              <a:spcPct val="15000"/>
            </a:spcAft>
            <a:buChar char="•"/>
          </a:pPr>
          <a:r>
            <a:rPr lang="en-US" sz="800" kern="1200"/>
            <a:t>Some text here</a:t>
          </a:r>
          <a:endParaRPr lang="en-US" sz="800" kern="1200" dirty="0"/>
        </a:p>
      </dsp:txBody>
      <dsp:txXfrm>
        <a:off x="2498328" y="1105819"/>
        <a:ext cx="2098000" cy="948892"/>
      </dsp:txXfrm>
    </dsp:sp>
    <dsp:sp modelId="{FC5133FD-1F5C-40C6-B575-4F15DC383B7F}">
      <dsp:nvSpPr>
        <dsp:cNvPr id="0" name=""/>
        <dsp:cNvSpPr/>
      </dsp:nvSpPr>
      <dsp:spPr>
        <a:xfrm>
          <a:off x="4690268" y="1105819"/>
          <a:ext cx="939403" cy="948892"/>
        </a:xfrm>
        <a:prstGeom prst="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w="9525" cap="flat" cmpd="sng" algn="ctr">
          <a:solidFill>
            <a:schemeClr val="l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35C36C49-65EC-403E-BA49-B50EF8450769}">
      <dsp:nvSpPr>
        <dsp:cNvPr id="0" name=""/>
        <dsp:cNvSpPr/>
      </dsp:nvSpPr>
      <dsp:spPr>
        <a:xfrm>
          <a:off x="3531671" y="2211278"/>
          <a:ext cx="2098000" cy="948892"/>
        </a:xfrm>
        <a:prstGeom prst="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US" sz="1000" kern="1200" dirty="0"/>
            <a:t>Lorem Ipsum</a:t>
          </a:r>
        </a:p>
        <a:p>
          <a:pPr marL="57150" lvl="1" indent="-57150" algn="l" defTabSz="355600">
            <a:lnSpc>
              <a:spcPct val="90000"/>
            </a:lnSpc>
            <a:spcBef>
              <a:spcPct val="0"/>
            </a:spcBef>
            <a:spcAft>
              <a:spcPct val="15000"/>
            </a:spcAft>
            <a:buChar char="•"/>
          </a:pPr>
          <a:r>
            <a:rPr lang="en-US" sz="800" kern="1200"/>
            <a:t>Some text here</a:t>
          </a:r>
          <a:endParaRPr lang="en-US" sz="800" kern="1200" dirty="0"/>
        </a:p>
        <a:p>
          <a:pPr marL="57150" lvl="1" indent="-57150" algn="l" defTabSz="355600">
            <a:lnSpc>
              <a:spcPct val="90000"/>
            </a:lnSpc>
            <a:spcBef>
              <a:spcPct val="0"/>
            </a:spcBef>
            <a:spcAft>
              <a:spcPct val="15000"/>
            </a:spcAft>
            <a:buChar char="•"/>
          </a:pPr>
          <a:r>
            <a:rPr lang="en-US" sz="800" kern="1200"/>
            <a:t>Some text here</a:t>
          </a:r>
          <a:endParaRPr lang="en-US" sz="800" kern="1200" dirty="0"/>
        </a:p>
      </dsp:txBody>
      <dsp:txXfrm>
        <a:off x="3531671" y="2211278"/>
        <a:ext cx="2098000" cy="948892"/>
      </dsp:txXfrm>
    </dsp:sp>
    <dsp:sp modelId="{6721DB9D-01D4-4564-9287-5FFE3A0E3617}">
      <dsp:nvSpPr>
        <dsp:cNvPr id="0" name=""/>
        <dsp:cNvSpPr/>
      </dsp:nvSpPr>
      <dsp:spPr>
        <a:xfrm>
          <a:off x="2498328" y="2211278"/>
          <a:ext cx="939403" cy="948892"/>
        </a:xfrm>
        <a:prstGeom prst="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w="9525" cap="flat" cmpd="sng" algn="ctr">
          <a:solidFill>
            <a:schemeClr val="l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ABAB616A-70EF-42F6-A707-D778BC1DDBE2}">
      <dsp:nvSpPr>
        <dsp:cNvPr id="0" name=""/>
        <dsp:cNvSpPr/>
      </dsp:nvSpPr>
      <dsp:spPr>
        <a:xfrm>
          <a:off x="2498328" y="3316737"/>
          <a:ext cx="2098000" cy="948892"/>
        </a:xfrm>
        <a:prstGeom prst="rect">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US" sz="1000" kern="1200" dirty="0"/>
            <a:t>Lorem Ipsum</a:t>
          </a:r>
        </a:p>
        <a:p>
          <a:pPr marL="57150" lvl="1" indent="-57150" algn="l" defTabSz="355600">
            <a:lnSpc>
              <a:spcPct val="90000"/>
            </a:lnSpc>
            <a:spcBef>
              <a:spcPct val="0"/>
            </a:spcBef>
            <a:spcAft>
              <a:spcPct val="15000"/>
            </a:spcAft>
            <a:buChar char="•"/>
          </a:pPr>
          <a:r>
            <a:rPr lang="en-US" sz="800" kern="1200"/>
            <a:t>Some text here</a:t>
          </a:r>
          <a:endParaRPr lang="en-US" sz="800" kern="1200" dirty="0"/>
        </a:p>
        <a:p>
          <a:pPr marL="57150" lvl="1" indent="-57150" algn="l" defTabSz="355600">
            <a:lnSpc>
              <a:spcPct val="90000"/>
            </a:lnSpc>
            <a:spcBef>
              <a:spcPct val="0"/>
            </a:spcBef>
            <a:spcAft>
              <a:spcPct val="15000"/>
            </a:spcAft>
            <a:buChar char="•"/>
          </a:pPr>
          <a:r>
            <a:rPr lang="en-US" sz="800" kern="1200"/>
            <a:t>Some text here</a:t>
          </a:r>
          <a:endParaRPr lang="en-US" sz="800" kern="1200" dirty="0"/>
        </a:p>
        <a:p>
          <a:pPr marL="57150" lvl="1" indent="-57150" algn="l" defTabSz="355600">
            <a:lnSpc>
              <a:spcPct val="90000"/>
            </a:lnSpc>
            <a:spcBef>
              <a:spcPct val="0"/>
            </a:spcBef>
            <a:spcAft>
              <a:spcPct val="15000"/>
            </a:spcAft>
            <a:buChar char="•"/>
          </a:pPr>
          <a:r>
            <a:rPr lang="en-US" sz="800" kern="1200" dirty="0"/>
            <a:t>Lorem Ipsum</a:t>
          </a:r>
        </a:p>
        <a:p>
          <a:pPr marL="114300" lvl="2" indent="-57150" algn="l" defTabSz="355600">
            <a:lnSpc>
              <a:spcPct val="90000"/>
            </a:lnSpc>
            <a:spcBef>
              <a:spcPct val="0"/>
            </a:spcBef>
            <a:spcAft>
              <a:spcPct val="15000"/>
            </a:spcAft>
            <a:buChar char="•"/>
          </a:pPr>
          <a:r>
            <a:rPr lang="en-US" sz="800" kern="1200" dirty="0"/>
            <a:t>Some text here</a:t>
          </a:r>
        </a:p>
        <a:p>
          <a:pPr marL="114300" lvl="2" indent="-57150" algn="l" defTabSz="355600">
            <a:lnSpc>
              <a:spcPct val="90000"/>
            </a:lnSpc>
            <a:spcBef>
              <a:spcPct val="0"/>
            </a:spcBef>
            <a:spcAft>
              <a:spcPct val="15000"/>
            </a:spcAft>
            <a:buChar char="•"/>
          </a:pPr>
          <a:r>
            <a:rPr lang="en-US" sz="800" kern="1200"/>
            <a:t>Some text here</a:t>
          </a:r>
          <a:endParaRPr lang="en-US" sz="800" kern="1200" dirty="0"/>
        </a:p>
      </dsp:txBody>
      <dsp:txXfrm>
        <a:off x="2498328" y="3316737"/>
        <a:ext cx="2098000" cy="948892"/>
      </dsp:txXfrm>
    </dsp:sp>
    <dsp:sp modelId="{C121F083-7AE1-4671-AA99-3C37F7572A83}">
      <dsp:nvSpPr>
        <dsp:cNvPr id="0" name=""/>
        <dsp:cNvSpPr/>
      </dsp:nvSpPr>
      <dsp:spPr>
        <a:xfrm>
          <a:off x="4690268" y="3316737"/>
          <a:ext cx="939403" cy="948892"/>
        </a:xfrm>
        <a:prstGeom prst="rect">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w="9525" cap="flat" cmpd="sng" algn="ctr">
          <a:solidFill>
            <a:schemeClr val="l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016B83-DD1A-455C-81BB-0220AC6DCEAB}">
      <dsp:nvSpPr>
        <dsp:cNvPr id="0" name=""/>
        <dsp:cNvSpPr/>
      </dsp:nvSpPr>
      <dsp:spPr>
        <a:xfrm rot="10800000">
          <a:off x="1533614" y="89"/>
          <a:ext cx="5405120" cy="688697"/>
        </a:xfrm>
        <a:prstGeom prst="homePlat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3696" tIns="49530" rIns="92456" bIns="49530" numCol="1" spcCol="1270" anchor="t" anchorCtr="0">
          <a:noAutofit/>
        </a:bodyPr>
        <a:lstStyle/>
        <a:p>
          <a:pPr marL="0" lvl="0" indent="0" algn="l" defTabSz="577850">
            <a:lnSpc>
              <a:spcPct val="90000"/>
            </a:lnSpc>
            <a:spcBef>
              <a:spcPct val="0"/>
            </a:spcBef>
            <a:spcAft>
              <a:spcPct val="35000"/>
            </a:spcAft>
            <a:buNone/>
          </a:pPr>
          <a:r>
            <a:rPr lang="en-US" sz="1300" kern="1200" dirty="0"/>
            <a:t>Lorem Ipsum</a:t>
          </a:r>
        </a:p>
        <a:p>
          <a:pPr marL="57150" lvl="1" indent="-57150" algn="l" defTabSz="444500">
            <a:lnSpc>
              <a:spcPct val="90000"/>
            </a:lnSpc>
            <a:spcBef>
              <a:spcPct val="0"/>
            </a:spcBef>
            <a:spcAft>
              <a:spcPct val="15000"/>
            </a:spcAft>
            <a:buChar char="•"/>
          </a:pPr>
          <a:r>
            <a:rPr lang="en-US" sz="1000" kern="1200" dirty="0"/>
            <a:t>Some text here</a:t>
          </a:r>
        </a:p>
        <a:p>
          <a:pPr marL="57150" lvl="1" indent="-57150" algn="l" defTabSz="444500">
            <a:lnSpc>
              <a:spcPct val="90000"/>
            </a:lnSpc>
            <a:spcBef>
              <a:spcPct val="0"/>
            </a:spcBef>
            <a:spcAft>
              <a:spcPct val="15000"/>
            </a:spcAft>
            <a:buChar char="•"/>
          </a:pPr>
          <a:r>
            <a:rPr lang="en-US" sz="1000" kern="1200" dirty="0"/>
            <a:t>Some text here</a:t>
          </a:r>
        </a:p>
      </dsp:txBody>
      <dsp:txXfrm rot="10800000">
        <a:off x="1705788" y="89"/>
        <a:ext cx="5232946" cy="688697"/>
      </dsp:txXfrm>
    </dsp:sp>
    <dsp:sp modelId="{26E63D25-FE5F-48C4-8812-EF82FC348605}">
      <dsp:nvSpPr>
        <dsp:cNvPr id="0" name=""/>
        <dsp:cNvSpPr/>
      </dsp:nvSpPr>
      <dsp:spPr>
        <a:xfrm>
          <a:off x="1189265" y="89"/>
          <a:ext cx="688697" cy="688697"/>
        </a:xfrm>
        <a:prstGeom prst="ellipse">
          <a:avLst/>
        </a:prstGeom>
        <a:solidFill>
          <a:schemeClr val="accent2">
            <a:tint val="5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428C1413-CDDA-48AD-B40A-3A30B1573B2F}">
      <dsp:nvSpPr>
        <dsp:cNvPr id="0" name=""/>
        <dsp:cNvSpPr/>
      </dsp:nvSpPr>
      <dsp:spPr>
        <a:xfrm rot="10800000">
          <a:off x="1533614" y="894367"/>
          <a:ext cx="5405120" cy="688697"/>
        </a:xfrm>
        <a:prstGeom prst="homePlate">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3696" tIns="49530" rIns="92456" bIns="49530" numCol="1" spcCol="1270" anchor="t" anchorCtr="0">
          <a:noAutofit/>
        </a:bodyPr>
        <a:lstStyle/>
        <a:p>
          <a:pPr marL="0" lvl="0" indent="0" algn="l" defTabSz="577850">
            <a:lnSpc>
              <a:spcPct val="90000"/>
            </a:lnSpc>
            <a:spcBef>
              <a:spcPct val="0"/>
            </a:spcBef>
            <a:spcAft>
              <a:spcPct val="35000"/>
            </a:spcAft>
            <a:buNone/>
          </a:pPr>
          <a:r>
            <a:rPr lang="en-US" sz="1300" kern="1200" dirty="0"/>
            <a:t>Lorem Ipsum</a:t>
          </a:r>
        </a:p>
        <a:p>
          <a:pPr marL="57150" lvl="1" indent="-57150" algn="l" defTabSz="444500">
            <a:lnSpc>
              <a:spcPct val="90000"/>
            </a:lnSpc>
            <a:spcBef>
              <a:spcPct val="0"/>
            </a:spcBef>
            <a:spcAft>
              <a:spcPct val="15000"/>
            </a:spcAft>
            <a:buChar char="•"/>
          </a:pPr>
          <a:r>
            <a:rPr lang="en-US" sz="1000" kern="1200" dirty="0"/>
            <a:t>Some text here</a:t>
          </a:r>
        </a:p>
        <a:p>
          <a:pPr marL="57150" lvl="1" indent="-57150" algn="l" defTabSz="444500">
            <a:lnSpc>
              <a:spcPct val="90000"/>
            </a:lnSpc>
            <a:spcBef>
              <a:spcPct val="0"/>
            </a:spcBef>
            <a:spcAft>
              <a:spcPct val="15000"/>
            </a:spcAft>
            <a:buChar char="•"/>
          </a:pPr>
          <a:r>
            <a:rPr lang="en-US" sz="1000" kern="1200"/>
            <a:t>Some text here</a:t>
          </a:r>
          <a:endParaRPr lang="en-US" sz="1000" kern="1200" dirty="0"/>
        </a:p>
      </dsp:txBody>
      <dsp:txXfrm rot="10800000">
        <a:off x="1705788" y="894367"/>
        <a:ext cx="5232946" cy="688697"/>
      </dsp:txXfrm>
    </dsp:sp>
    <dsp:sp modelId="{3F3A2B1C-8C9E-4835-A95C-EBE2B8C80C4D}">
      <dsp:nvSpPr>
        <dsp:cNvPr id="0" name=""/>
        <dsp:cNvSpPr/>
      </dsp:nvSpPr>
      <dsp:spPr>
        <a:xfrm>
          <a:off x="1189265" y="894367"/>
          <a:ext cx="688697" cy="688697"/>
        </a:xfrm>
        <a:prstGeom prst="ellipse">
          <a:avLst/>
        </a:prstGeom>
        <a:solidFill>
          <a:schemeClr val="accent3">
            <a:tint val="5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FA9ACE2F-CCF3-4B3F-BC07-77478A72EB0D}">
      <dsp:nvSpPr>
        <dsp:cNvPr id="0" name=""/>
        <dsp:cNvSpPr/>
      </dsp:nvSpPr>
      <dsp:spPr>
        <a:xfrm rot="10800000">
          <a:off x="1533614" y="1788646"/>
          <a:ext cx="5405120" cy="688697"/>
        </a:xfrm>
        <a:prstGeom prst="homePlate">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3696" tIns="49530" rIns="92456" bIns="49530" numCol="1" spcCol="1270" anchor="t" anchorCtr="0">
          <a:noAutofit/>
        </a:bodyPr>
        <a:lstStyle/>
        <a:p>
          <a:pPr marL="0" lvl="0" indent="0" algn="l" defTabSz="577850">
            <a:lnSpc>
              <a:spcPct val="90000"/>
            </a:lnSpc>
            <a:spcBef>
              <a:spcPct val="0"/>
            </a:spcBef>
            <a:spcAft>
              <a:spcPct val="35000"/>
            </a:spcAft>
            <a:buNone/>
          </a:pPr>
          <a:r>
            <a:rPr lang="en-US" sz="1300" kern="1200" dirty="0"/>
            <a:t>Lorem Ipsum</a:t>
          </a:r>
        </a:p>
        <a:p>
          <a:pPr marL="57150" lvl="1" indent="-57150" algn="l" defTabSz="444500">
            <a:lnSpc>
              <a:spcPct val="90000"/>
            </a:lnSpc>
            <a:spcBef>
              <a:spcPct val="0"/>
            </a:spcBef>
            <a:spcAft>
              <a:spcPct val="15000"/>
            </a:spcAft>
            <a:buChar char="•"/>
          </a:pPr>
          <a:r>
            <a:rPr lang="en-US" sz="1000" kern="1200"/>
            <a:t>Some text here</a:t>
          </a:r>
          <a:endParaRPr lang="en-US" sz="1000" kern="1200" dirty="0"/>
        </a:p>
        <a:p>
          <a:pPr marL="57150" lvl="1" indent="-57150" algn="l" defTabSz="444500">
            <a:lnSpc>
              <a:spcPct val="90000"/>
            </a:lnSpc>
            <a:spcBef>
              <a:spcPct val="0"/>
            </a:spcBef>
            <a:spcAft>
              <a:spcPct val="15000"/>
            </a:spcAft>
            <a:buChar char="•"/>
          </a:pPr>
          <a:r>
            <a:rPr lang="en-US" sz="1000" kern="1200"/>
            <a:t>Some text here</a:t>
          </a:r>
          <a:endParaRPr lang="en-US" sz="1000" kern="1200" dirty="0"/>
        </a:p>
      </dsp:txBody>
      <dsp:txXfrm rot="10800000">
        <a:off x="1705788" y="1788646"/>
        <a:ext cx="5232946" cy="688697"/>
      </dsp:txXfrm>
    </dsp:sp>
    <dsp:sp modelId="{2E32418D-F4C7-4C9A-8D23-519D6980DD62}">
      <dsp:nvSpPr>
        <dsp:cNvPr id="0" name=""/>
        <dsp:cNvSpPr/>
      </dsp:nvSpPr>
      <dsp:spPr>
        <a:xfrm>
          <a:off x="1189265" y="1788646"/>
          <a:ext cx="688697" cy="688697"/>
        </a:xfrm>
        <a:prstGeom prst="ellipse">
          <a:avLst/>
        </a:prstGeom>
        <a:solidFill>
          <a:schemeClr val="accent4">
            <a:tint val="5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2D9A0C13-B6AF-42A0-9A2E-AEDA9A0AEDE3}">
      <dsp:nvSpPr>
        <dsp:cNvPr id="0" name=""/>
        <dsp:cNvSpPr/>
      </dsp:nvSpPr>
      <dsp:spPr>
        <a:xfrm rot="10800000">
          <a:off x="1533614" y="2682924"/>
          <a:ext cx="5405120" cy="688697"/>
        </a:xfrm>
        <a:prstGeom prst="homePlate">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3696" tIns="49530" rIns="92456" bIns="49530" numCol="1" spcCol="1270" anchor="t" anchorCtr="0">
          <a:noAutofit/>
        </a:bodyPr>
        <a:lstStyle/>
        <a:p>
          <a:pPr marL="0" lvl="0" indent="0" algn="l" defTabSz="577850">
            <a:lnSpc>
              <a:spcPct val="90000"/>
            </a:lnSpc>
            <a:spcBef>
              <a:spcPct val="0"/>
            </a:spcBef>
            <a:spcAft>
              <a:spcPct val="35000"/>
            </a:spcAft>
            <a:buNone/>
          </a:pPr>
          <a:r>
            <a:rPr lang="en-US" sz="1300" kern="1200" dirty="0"/>
            <a:t>Lorem Ipsum</a:t>
          </a:r>
        </a:p>
        <a:p>
          <a:pPr marL="57150" lvl="1" indent="-57150" algn="l" defTabSz="444500">
            <a:lnSpc>
              <a:spcPct val="90000"/>
            </a:lnSpc>
            <a:spcBef>
              <a:spcPct val="0"/>
            </a:spcBef>
            <a:spcAft>
              <a:spcPct val="15000"/>
            </a:spcAft>
            <a:buChar char="•"/>
          </a:pPr>
          <a:r>
            <a:rPr lang="en-US" sz="1000" kern="1200"/>
            <a:t>Some text here</a:t>
          </a:r>
          <a:endParaRPr lang="en-US" sz="1000" kern="1200" dirty="0"/>
        </a:p>
        <a:p>
          <a:pPr marL="57150" lvl="1" indent="-57150" algn="l" defTabSz="444500">
            <a:lnSpc>
              <a:spcPct val="90000"/>
            </a:lnSpc>
            <a:spcBef>
              <a:spcPct val="0"/>
            </a:spcBef>
            <a:spcAft>
              <a:spcPct val="15000"/>
            </a:spcAft>
            <a:buChar char="•"/>
          </a:pPr>
          <a:r>
            <a:rPr lang="en-US" sz="1000" kern="1200"/>
            <a:t>Some text here</a:t>
          </a:r>
          <a:endParaRPr lang="en-US" sz="1000" kern="1200" dirty="0"/>
        </a:p>
      </dsp:txBody>
      <dsp:txXfrm rot="10800000">
        <a:off x="1705788" y="2682924"/>
        <a:ext cx="5232946" cy="688697"/>
      </dsp:txXfrm>
    </dsp:sp>
    <dsp:sp modelId="{1D8DACDA-D66A-4F0E-A476-1E8F27CAB261}">
      <dsp:nvSpPr>
        <dsp:cNvPr id="0" name=""/>
        <dsp:cNvSpPr/>
      </dsp:nvSpPr>
      <dsp:spPr>
        <a:xfrm>
          <a:off x="1189265" y="2682924"/>
          <a:ext cx="688697" cy="688697"/>
        </a:xfrm>
        <a:prstGeom prst="ellipse">
          <a:avLst/>
        </a:prstGeom>
        <a:solidFill>
          <a:schemeClr val="accent5">
            <a:tint val="5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E4F331A9-78D3-4F98-A0E6-2B0594A10437}">
      <dsp:nvSpPr>
        <dsp:cNvPr id="0" name=""/>
        <dsp:cNvSpPr/>
      </dsp:nvSpPr>
      <dsp:spPr>
        <a:xfrm rot="10800000">
          <a:off x="1533614" y="3577203"/>
          <a:ext cx="5405120" cy="688697"/>
        </a:xfrm>
        <a:prstGeom prst="homePlate">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3696" tIns="49530" rIns="92456" bIns="49530" numCol="1" spcCol="1270" anchor="t" anchorCtr="0">
          <a:noAutofit/>
        </a:bodyPr>
        <a:lstStyle/>
        <a:p>
          <a:pPr marL="0" lvl="0" indent="0" algn="l" defTabSz="577850">
            <a:lnSpc>
              <a:spcPct val="90000"/>
            </a:lnSpc>
            <a:spcBef>
              <a:spcPct val="0"/>
            </a:spcBef>
            <a:spcAft>
              <a:spcPct val="35000"/>
            </a:spcAft>
            <a:buNone/>
          </a:pPr>
          <a:r>
            <a:rPr lang="en-US" sz="1300" kern="1200" dirty="0"/>
            <a:t>Lorem Ipsum</a:t>
          </a:r>
        </a:p>
        <a:p>
          <a:pPr marL="57150" lvl="1" indent="-57150" algn="l" defTabSz="444500">
            <a:lnSpc>
              <a:spcPct val="90000"/>
            </a:lnSpc>
            <a:spcBef>
              <a:spcPct val="0"/>
            </a:spcBef>
            <a:spcAft>
              <a:spcPct val="15000"/>
            </a:spcAft>
            <a:buChar char="•"/>
          </a:pPr>
          <a:r>
            <a:rPr lang="en-US" sz="1000" kern="1200"/>
            <a:t>Some text here</a:t>
          </a:r>
          <a:endParaRPr lang="en-US" sz="1000" kern="1200" dirty="0"/>
        </a:p>
        <a:p>
          <a:pPr marL="57150" lvl="1" indent="-57150" algn="l" defTabSz="444500">
            <a:lnSpc>
              <a:spcPct val="90000"/>
            </a:lnSpc>
            <a:spcBef>
              <a:spcPct val="0"/>
            </a:spcBef>
            <a:spcAft>
              <a:spcPct val="15000"/>
            </a:spcAft>
            <a:buChar char="•"/>
          </a:pPr>
          <a:r>
            <a:rPr lang="en-US" sz="1000" kern="1200"/>
            <a:t>Some text here</a:t>
          </a:r>
          <a:endParaRPr lang="en-US" sz="1000" kern="1200" dirty="0"/>
        </a:p>
      </dsp:txBody>
      <dsp:txXfrm rot="10800000">
        <a:off x="1705788" y="3577203"/>
        <a:ext cx="5232946" cy="688697"/>
      </dsp:txXfrm>
    </dsp:sp>
    <dsp:sp modelId="{EA4DB8EC-49F5-47E9-ADDB-08A260C4EF68}">
      <dsp:nvSpPr>
        <dsp:cNvPr id="0" name=""/>
        <dsp:cNvSpPr/>
      </dsp:nvSpPr>
      <dsp:spPr>
        <a:xfrm>
          <a:off x="1189265" y="3577203"/>
          <a:ext cx="688697" cy="688697"/>
        </a:xfrm>
        <a:prstGeom prst="ellipse">
          <a:avLst/>
        </a:prstGeom>
        <a:solidFill>
          <a:schemeClr val="accent6">
            <a:tint val="5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78184F-24B8-4545-BA03-C7C6937BE4DB}">
      <dsp:nvSpPr>
        <dsp:cNvPr id="0" name=""/>
        <dsp:cNvSpPr/>
      </dsp:nvSpPr>
      <dsp:spPr>
        <a:xfrm>
          <a:off x="992" y="726577"/>
          <a:ext cx="3869531" cy="507731"/>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35560" rIns="53340" bIns="35560" numCol="1" spcCol="1270" anchor="ctr" anchorCtr="0">
          <a:noAutofit/>
        </a:bodyPr>
        <a:lstStyle/>
        <a:p>
          <a:pPr marL="0" lvl="0" indent="0" algn="ctr" defTabSz="1244600">
            <a:lnSpc>
              <a:spcPct val="90000"/>
            </a:lnSpc>
            <a:spcBef>
              <a:spcPct val="0"/>
            </a:spcBef>
            <a:spcAft>
              <a:spcPct val="35000"/>
            </a:spcAft>
            <a:buNone/>
          </a:pPr>
          <a:r>
            <a:rPr lang="en-US" sz="2800" kern="1200" dirty="0"/>
            <a:t>Lorem Ipsum</a:t>
          </a:r>
        </a:p>
      </dsp:txBody>
      <dsp:txXfrm>
        <a:off x="15863" y="741448"/>
        <a:ext cx="3839789" cy="477989"/>
      </dsp:txXfrm>
    </dsp:sp>
    <dsp:sp modelId="{D0D23D67-FC3E-48F1-AB0A-4E193A13C166}">
      <dsp:nvSpPr>
        <dsp:cNvPr id="0" name=""/>
        <dsp:cNvSpPr/>
      </dsp:nvSpPr>
      <dsp:spPr>
        <a:xfrm>
          <a:off x="992" y="1325701"/>
          <a:ext cx="507731" cy="507731"/>
        </a:xfrm>
        <a:prstGeom prst="roundRect">
          <a:avLst>
            <a:gd name="adj" fmla="val 1667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A19925E6-FDB3-4F2F-A450-EC88D366F3E3}">
      <dsp:nvSpPr>
        <dsp:cNvPr id="0" name=""/>
        <dsp:cNvSpPr/>
      </dsp:nvSpPr>
      <dsp:spPr>
        <a:xfrm>
          <a:off x="539188" y="1325701"/>
          <a:ext cx="3331335" cy="507731"/>
        </a:xfrm>
        <a:prstGeom prst="roundRect">
          <a:avLst>
            <a:gd name="adj" fmla="val 1667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l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kern="1200" dirty="0"/>
            <a:t>Some text here</a:t>
          </a:r>
        </a:p>
      </dsp:txBody>
      <dsp:txXfrm>
        <a:off x="563978" y="1350491"/>
        <a:ext cx="3281755" cy="458151"/>
      </dsp:txXfrm>
    </dsp:sp>
    <dsp:sp modelId="{DA939A89-6207-4A02-9111-A8680F7E8D21}">
      <dsp:nvSpPr>
        <dsp:cNvPr id="0" name=""/>
        <dsp:cNvSpPr/>
      </dsp:nvSpPr>
      <dsp:spPr>
        <a:xfrm>
          <a:off x="992" y="1894360"/>
          <a:ext cx="507731" cy="507731"/>
        </a:xfrm>
        <a:prstGeom prst="roundRect">
          <a:avLst>
            <a:gd name="adj" fmla="val 1667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3836AB6B-1022-4237-A25F-BB07BD7F6FCA}">
      <dsp:nvSpPr>
        <dsp:cNvPr id="0" name=""/>
        <dsp:cNvSpPr/>
      </dsp:nvSpPr>
      <dsp:spPr>
        <a:xfrm>
          <a:off x="539188" y="1894360"/>
          <a:ext cx="3331335" cy="507731"/>
        </a:xfrm>
        <a:prstGeom prst="roundRect">
          <a:avLst>
            <a:gd name="adj" fmla="val 1667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w="9525" cap="flat" cmpd="sng" algn="ctr">
          <a:solidFill>
            <a:schemeClr val="l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kern="1200" dirty="0"/>
            <a:t>Some text here</a:t>
          </a:r>
        </a:p>
      </dsp:txBody>
      <dsp:txXfrm>
        <a:off x="563978" y="1919150"/>
        <a:ext cx="3281755" cy="458151"/>
      </dsp:txXfrm>
    </dsp:sp>
    <dsp:sp modelId="{5879BD05-E0D0-4D30-904C-8EEB030B9CAF}">
      <dsp:nvSpPr>
        <dsp:cNvPr id="0" name=""/>
        <dsp:cNvSpPr/>
      </dsp:nvSpPr>
      <dsp:spPr>
        <a:xfrm>
          <a:off x="992" y="2463020"/>
          <a:ext cx="507731" cy="507731"/>
        </a:xfrm>
        <a:prstGeom prst="roundRect">
          <a:avLst>
            <a:gd name="adj" fmla="val 1667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187FEF94-62CB-4504-805A-B9AF57839461}">
      <dsp:nvSpPr>
        <dsp:cNvPr id="0" name=""/>
        <dsp:cNvSpPr/>
      </dsp:nvSpPr>
      <dsp:spPr>
        <a:xfrm>
          <a:off x="539188" y="2463020"/>
          <a:ext cx="3331335" cy="507731"/>
        </a:xfrm>
        <a:prstGeom prst="roundRect">
          <a:avLst>
            <a:gd name="adj" fmla="val 1667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w="9525" cap="flat" cmpd="sng" algn="ctr">
          <a:solidFill>
            <a:schemeClr val="l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kern="1200" dirty="0"/>
            <a:t>Some text here</a:t>
          </a:r>
        </a:p>
      </dsp:txBody>
      <dsp:txXfrm>
        <a:off x="563978" y="2487810"/>
        <a:ext cx="3281755" cy="458151"/>
      </dsp:txXfrm>
    </dsp:sp>
    <dsp:sp modelId="{BEE90C18-57B8-4FDE-A34C-B465A9C9F4D5}">
      <dsp:nvSpPr>
        <dsp:cNvPr id="0" name=""/>
        <dsp:cNvSpPr/>
      </dsp:nvSpPr>
      <dsp:spPr>
        <a:xfrm>
          <a:off x="992" y="3031680"/>
          <a:ext cx="507731" cy="507731"/>
        </a:xfrm>
        <a:prstGeom prst="roundRect">
          <a:avLst>
            <a:gd name="adj" fmla="val 1667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0AEBEBE7-A6CB-458A-BCBF-CFAD956698B4}">
      <dsp:nvSpPr>
        <dsp:cNvPr id="0" name=""/>
        <dsp:cNvSpPr/>
      </dsp:nvSpPr>
      <dsp:spPr>
        <a:xfrm>
          <a:off x="539188" y="3031680"/>
          <a:ext cx="3331335" cy="507731"/>
        </a:xfrm>
        <a:prstGeom prst="roundRect">
          <a:avLst>
            <a:gd name="adj" fmla="val 1667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w="9525" cap="flat" cmpd="sng" algn="ctr">
          <a:solidFill>
            <a:schemeClr val="l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kern="1200" dirty="0"/>
            <a:t>Some text here</a:t>
          </a:r>
        </a:p>
      </dsp:txBody>
      <dsp:txXfrm>
        <a:off x="563978" y="3056470"/>
        <a:ext cx="3281755" cy="458151"/>
      </dsp:txXfrm>
    </dsp:sp>
    <dsp:sp modelId="{96C5A095-E701-40BA-92F5-D6ECEB0E775F}">
      <dsp:nvSpPr>
        <dsp:cNvPr id="0" name=""/>
        <dsp:cNvSpPr/>
      </dsp:nvSpPr>
      <dsp:spPr>
        <a:xfrm>
          <a:off x="4257476" y="726577"/>
          <a:ext cx="3869531" cy="507731"/>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35560" rIns="53340" bIns="35560" numCol="1" spcCol="1270" anchor="ctr" anchorCtr="0">
          <a:noAutofit/>
        </a:bodyPr>
        <a:lstStyle/>
        <a:p>
          <a:pPr marL="0" lvl="0" indent="0" algn="ctr" defTabSz="1244600">
            <a:lnSpc>
              <a:spcPct val="90000"/>
            </a:lnSpc>
            <a:spcBef>
              <a:spcPct val="0"/>
            </a:spcBef>
            <a:spcAft>
              <a:spcPct val="35000"/>
            </a:spcAft>
            <a:buNone/>
          </a:pPr>
          <a:r>
            <a:rPr lang="en-US" sz="2800" kern="1200" dirty="0"/>
            <a:t>Lorem Ipsum</a:t>
          </a:r>
        </a:p>
      </dsp:txBody>
      <dsp:txXfrm>
        <a:off x="4272347" y="741448"/>
        <a:ext cx="3839789" cy="477989"/>
      </dsp:txXfrm>
    </dsp:sp>
    <dsp:sp modelId="{FA940E67-1DED-4FF3-AC0C-6C11BAC61200}">
      <dsp:nvSpPr>
        <dsp:cNvPr id="0" name=""/>
        <dsp:cNvSpPr/>
      </dsp:nvSpPr>
      <dsp:spPr>
        <a:xfrm>
          <a:off x="4257476" y="1325701"/>
          <a:ext cx="507731" cy="507731"/>
        </a:xfrm>
        <a:prstGeom prst="roundRect">
          <a:avLst>
            <a:gd name="adj" fmla="val 16670"/>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334AEAE1-F73B-42E9-A3EA-E79A8067213C}">
      <dsp:nvSpPr>
        <dsp:cNvPr id="0" name=""/>
        <dsp:cNvSpPr/>
      </dsp:nvSpPr>
      <dsp:spPr>
        <a:xfrm>
          <a:off x="4795672" y="1325701"/>
          <a:ext cx="3331335" cy="507731"/>
        </a:xfrm>
        <a:prstGeom prst="roundRect">
          <a:avLst>
            <a:gd name="adj" fmla="val 16670"/>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w="9525" cap="flat" cmpd="sng" algn="ctr">
          <a:solidFill>
            <a:schemeClr val="l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kern="1200" dirty="0"/>
            <a:t>Some text here</a:t>
          </a:r>
        </a:p>
      </dsp:txBody>
      <dsp:txXfrm>
        <a:off x="4820462" y="1350491"/>
        <a:ext cx="3281755" cy="458151"/>
      </dsp:txXfrm>
    </dsp:sp>
    <dsp:sp modelId="{CDFC69DD-CBDD-476C-989C-DC6B4D6D1D63}">
      <dsp:nvSpPr>
        <dsp:cNvPr id="0" name=""/>
        <dsp:cNvSpPr/>
      </dsp:nvSpPr>
      <dsp:spPr>
        <a:xfrm>
          <a:off x="4257476" y="1894360"/>
          <a:ext cx="507731" cy="507731"/>
        </a:xfrm>
        <a:prstGeom prst="roundRect">
          <a:avLst>
            <a:gd name="adj" fmla="val 1667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F62C7DC8-8B7F-4D6D-8BD3-0D36B41166B4}">
      <dsp:nvSpPr>
        <dsp:cNvPr id="0" name=""/>
        <dsp:cNvSpPr/>
      </dsp:nvSpPr>
      <dsp:spPr>
        <a:xfrm>
          <a:off x="4795672" y="1894360"/>
          <a:ext cx="3331335" cy="507731"/>
        </a:xfrm>
        <a:prstGeom prst="roundRect">
          <a:avLst>
            <a:gd name="adj" fmla="val 1667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l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kern="1200" dirty="0"/>
            <a:t>Some text here</a:t>
          </a:r>
        </a:p>
      </dsp:txBody>
      <dsp:txXfrm>
        <a:off x="4820462" y="1919150"/>
        <a:ext cx="3281755" cy="458151"/>
      </dsp:txXfrm>
    </dsp:sp>
    <dsp:sp modelId="{9E6E8F5A-E7B7-43CF-9B81-5A3277670910}">
      <dsp:nvSpPr>
        <dsp:cNvPr id="0" name=""/>
        <dsp:cNvSpPr/>
      </dsp:nvSpPr>
      <dsp:spPr>
        <a:xfrm>
          <a:off x="4257476" y="2463020"/>
          <a:ext cx="507731" cy="507731"/>
        </a:xfrm>
        <a:prstGeom prst="roundRect">
          <a:avLst>
            <a:gd name="adj" fmla="val 1667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014B3254-1301-4067-8A2D-92A5963BD94A}">
      <dsp:nvSpPr>
        <dsp:cNvPr id="0" name=""/>
        <dsp:cNvSpPr/>
      </dsp:nvSpPr>
      <dsp:spPr>
        <a:xfrm>
          <a:off x="4795672" y="2463020"/>
          <a:ext cx="3331335" cy="507731"/>
        </a:xfrm>
        <a:prstGeom prst="roundRect">
          <a:avLst>
            <a:gd name="adj" fmla="val 1667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w="9525" cap="flat" cmpd="sng" algn="ctr">
          <a:solidFill>
            <a:schemeClr val="l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kern="1200" dirty="0"/>
            <a:t>Some text here</a:t>
          </a:r>
        </a:p>
      </dsp:txBody>
      <dsp:txXfrm>
        <a:off x="4820462" y="2487810"/>
        <a:ext cx="3281755" cy="458151"/>
      </dsp:txXfrm>
    </dsp:sp>
    <dsp:sp modelId="{438AC64A-5098-43C3-80FE-DFA4545CEE0D}">
      <dsp:nvSpPr>
        <dsp:cNvPr id="0" name=""/>
        <dsp:cNvSpPr/>
      </dsp:nvSpPr>
      <dsp:spPr>
        <a:xfrm>
          <a:off x="4257476" y="3031680"/>
          <a:ext cx="507731" cy="507731"/>
        </a:xfrm>
        <a:prstGeom prst="roundRect">
          <a:avLst>
            <a:gd name="adj" fmla="val 1667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FD14EF6F-EAD1-46B8-A0AE-CF1745E45C97}">
      <dsp:nvSpPr>
        <dsp:cNvPr id="0" name=""/>
        <dsp:cNvSpPr/>
      </dsp:nvSpPr>
      <dsp:spPr>
        <a:xfrm>
          <a:off x="4795672" y="3031680"/>
          <a:ext cx="3331335" cy="507731"/>
        </a:xfrm>
        <a:prstGeom prst="roundRect">
          <a:avLst>
            <a:gd name="adj" fmla="val 1667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w="9525" cap="flat" cmpd="sng" algn="ctr">
          <a:solidFill>
            <a:schemeClr val="lt1">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kern="1200" dirty="0"/>
            <a:t>Some text here</a:t>
          </a:r>
        </a:p>
      </dsp:txBody>
      <dsp:txXfrm>
        <a:off x="4820462" y="3056470"/>
        <a:ext cx="3281755" cy="458151"/>
      </dsp:txXfrm>
    </dsp:sp>
  </dsp:spTree>
</dsp:drawing>
</file>

<file path=ppt/diagrams/drawing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67C653-681F-4ECF-B010-9E292AA1AF6F}">
      <dsp:nvSpPr>
        <dsp:cNvPr id="0" name=""/>
        <dsp:cNvSpPr/>
      </dsp:nvSpPr>
      <dsp:spPr>
        <a:xfrm rot="5400000">
          <a:off x="5199175" y="-2189254"/>
          <a:ext cx="655729" cy="5201920"/>
        </a:xfrm>
        <a:prstGeom prst="round2SameRect">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a:lnSpc>
              <a:spcPct val="90000"/>
            </a:lnSpc>
            <a:spcBef>
              <a:spcPct val="0"/>
            </a:spcBef>
            <a:spcAft>
              <a:spcPct val="15000"/>
            </a:spcAft>
            <a:buChar char="•"/>
          </a:pPr>
          <a:r>
            <a:rPr lang="en-US" sz="1700" kern="1200" dirty="0">
              <a:solidFill>
                <a:schemeClr val="tx2"/>
              </a:solidFill>
            </a:rPr>
            <a:t>Some text here</a:t>
          </a:r>
        </a:p>
        <a:p>
          <a:pPr marL="171450" lvl="1" indent="-171450" algn="l" defTabSz="755650">
            <a:lnSpc>
              <a:spcPct val="90000"/>
            </a:lnSpc>
            <a:spcBef>
              <a:spcPct val="0"/>
            </a:spcBef>
            <a:spcAft>
              <a:spcPct val="15000"/>
            </a:spcAft>
            <a:buChar char="•"/>
          </a:pPr>
          <a:r>
            <a:rPr lang="en-US" sz="1700" kern="1200" dirty="0">
              <a:solidFill>
                <a:schemeClr val="tx2"/>
              </a:solidFill>
            </a:rPr>
            <a:t>Some text here</a:t>
          </a:r>
        </a:p>
      </dsp:txBody>
      <dsp:txXfrm rot="-5400000">
        <a:off x="2926080" y="115851"/>
        <a:ext cx="5169910" cy="591709"/>
      </dsp:txXfrm>
    </dsp:sp>
    <dsp:sp modelId="{9AB51666-48FF-4F20-8A98-26B73854CE32}">
      <dsp:nvSpPr>
        <dsp:cNvPr id="0" name=""/>
        <dsp:cNvSpPr/>
      </dsp:nvSpPr>
      <dsp:spPr>
        <a:xfrm>
          <a:off x="0" y="1874"/>
          <a:ext cx="2926080" cy="819661"/>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4780" tIns="72390" rIns="144780" bIns="72390" numCol="1" spcCol="1270" anchor="ctr" anchorCtr="0">
          <a:noAutofit/>
        </a:bodyPr>
        <a:lstStyle/>
        <a:p>
          <a:pPr marL="0" lvl="0" indent="0" algn="ctr" defTabSz="1689100">
            <a:lnSpc>
              <a:spcPct val="90000"/>
            </a:lnSpc>
            <a:spcBef>
              <a:spcPct val="0"/>
            </a:spcBef>
            <a:spcAft>
              <a:spcPct val="35000"/>
            </a:spcAft>
            <a:buNone/>
          </a:pPr>
          <a:r>
            <a:rPr lang="en-US" sz="3800" kern="1200" dirty="0"/>
            <a:t>Lorem Ipsum</a:t>
          </a:r>
        </a:p>
      </dsp:txBody>
      <dsp:txXfrm>
        <a:off x="40013" y="41887"/>
        <a:ext cx="2846054" cy="739635"/>
      </dsp:txXfrm>
    </dsp:sp>
    <dsp:sp modelId="{8AF496D8-89A4-49F1-B591-96EE4F6C6E14}">
      <dsp:nvSpPr>
        <dsp:cNvPr id="0" name=""/>
        <dsp:cNvSpPr/>
      </dsp:nvSpPr>
      <dsp:spPr>
        <a:xfrm rot="5400000">
          <a:off x="5199175" y="-1328609"/>
          <a:ext cx="655729" cy="5201920"/>
        </a:xfrm>
        <a:prstGeom prst="round2SameRect">
          <a:avLst/>
        </a:prstGeom>
        <a:solidFill>
          <a:schemeClr val="accent3">
            <a:tint val="40000"/>
            <a:alpha val="90000"/>
            <a:hueOff val="0"/>
            <a:satOff val="0"/>
            <a:lumOff val="0"/>
            <a:alphaOff val="0"/>
          </a:schemeClr>
        </a:solidFill>
        <a:ln w="9525" cap="flat" cmpd="sng" algn="ctr">
          <a:solidFill>
            <a:schemeClr val="accent3">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a:lnSpc>
              <a:spcPct val="90000"/>
            </a:lnSpc>
            <a:spcBef>
              <a:spcPct val="0"/>
            </a:spcBef>
            <a:spcAft>
              <a:spcPct val="15000"/>
            </a:spcAft>
            <a:buChar char="•"/>
          </a:pPr>
          <a:r>
            <a:rPr lang="en-US" sz="1700" kern="1200" dirty="0">
              <a:solidFill>
                <a:schemeClr val="tx2"/>
              </a:solidFill>
            </a:rPr>
            <a:t>Some text here</a:t>
          </a:r>
        </a:p>
        <a:p>
          <a:pPr marL="171450" lvl="1" indent="-171450" algn="l" defTabSz="755650">
            <a:lnSpc>
              <a:spcPct val="90000"/>
            </a:lnSpc>
            <a:spcBef>
              <a:spcPct val="0"/>
            </a:spcBef>
            <a:spcAft>
              <a:spcPct val="15000"/>
            </a:spcAft>
            <a:buChar char="•"/>
          </a:pPr>
          <a:r>
            <a:rPr lang="en-US" sz="1700" kern="1200">
              <a:solidFill>
                <a:schemeClr val="tx2"/>
              </a:solidFill>
            </a:rPr>
            <a:t>Some text here</a:t>
          </a:r>
          <a:endParaRPr lang="en-US" sz="1700" kern="1200" dirty="0">
            <a:solidFill>
              <a:schemeClr val="tx2"/>
            </a:solidFill>
          </a:endParaRPr>
        </a:p>
      </dsp:txBody>
      <dsp:txXfrm rot="-5400000">
        <a:off x="2926080" y="976496"/>
        <a:ext cx="5169910" cy="591709"/>
      </dsp:txXfrm>
    </dsp:sp>
    <dsp:sp modelId="{0F827D5D-7F21-4BEF-A102-47C64E91352C}">
      <dsp:nvSpPr>
        <dsp:cNvPr id="0" name=""/>
        <dsp:cNvSpPr/>
      </dsp:nvSpPr>
      <dsp:spPr>
        <a:xfrm>
          <a:off x="0" y="862519"/>
          <a:ext cx="2926080" cy="819661"/>
        </a:xfrm>
        <a:prstGeom prst="round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4780" tIns="72390" rIns="144780" bIns="72390" numCol="1" spcCol="1270" anchor="ctr" anchorCtr="0">
          <a:noAutofit/>
        </a:bodyPr>
        <a:lstStyle/>
        <a:p>
          <a:pPr marL="0" lvl="0" indent="0" algn="ctr" defTabSz="1689100">
            <a:lnSpc>
              <a:spcPct val="90000"/>
            </a:lnSpc>
            <a:spcBef>
              <a:spcPct val="0"/>
            </a:spcBef>
            <a:spcAft>
              <a:spcPct val="35000"/>
            </a:spcAft>
            <a:buNone/>
          </a:pPr>
          <a:r>
            <a:rPr lang="en-US" sz="3800" kern="1200" dirty="0"/>
            <a:t>Lorem Ipsum</a:t>
          </a:r>
        </a:p>
      </dsp:txBody>
      <dsp:txXfrm>
        <a:off x="40013" y="902532"/>
        <a:ext cx="2846054" cy="739635"/>
      </dsp:txXfrm>
    </dsp:sp>
    <dsp:sp modelId="{CA9FB3D2-9B4E-4889-946B-F6D475ACE6C1}">
      <dsp:nvSpPr>
        <dsp:cNvPr id="0" name=""/>
        <dsp:cNvSpPr/>
      </dsp:nvSpPr>
      <dsp:spPr>
        <a:xfrm rot="5400000">
          <a:off x="5199175" y="-467965"/>
          <a:ext cx="655729" cy="5201920"/>
        </a:xfrm>
        <a:prstGeom prst="round2SameRect">
          <a:avLst/>
        </a:prstGeom>
        <a:solidFill>
          <a:schemeClr val="accent4">
            <a:tint val="40000"/>
            <a:alpha val="90000"/>
            <a:hueOff val="0"/>
            <a:satOff val="0"/>
            <a:lumOff val="0"/>
            <a:alphaOff val="0"/>
          </a:schemeClr>
        </a:solidFill>
        <a:ln w="9525" cap="flat" cmpd="sng" algn="ctr">
          <a:solidFill>
            <a:schemeClr val="accent4">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a:lnSpc>
              <a:spcPct val="90000"/>
            </a:lnSpc>
            <a:spcBef>
              <a:spcPct val="0"/>
            </a:spcBef>
            <a:spcAft>
              <a:spcPct val="15000"/>
            </a:spcAft>
            <a:buChar char="•"/>
          </a:pPr>
          <a:r>
            <a:rPr lang="en-US" sz="1700" kern="1200">
              <a:solidFill>
                <a:schemeClr val="tx2"/>
              </a:solidFill>
            </a:rPr>
            <a:t>Some text here</a:t>
          </a:r>
          <a:endParaRPr lang="en-US" sz="1700" kern="1200" dirty="0">
            <a:solidFill>
              <a:schemeClr val="tx2"/>
            </a:solidFill>
          </a:endParaRPr>
        </a:p>
        <a:p>
          <a:pPr marL="171450" lvl="1" indent="-171450" algn="l" defTabSz="755650">
            <a:lnSpc>
              <a:spcPct val="90000"/>
            </a:lnSpc>
            <a:spcBef>
              <a:spcPct val="0"/>
            </a:spcBef>
            <a:spcAft>
              <a:spcPct val="15000"/>
            </a:spcAft>
            <a:buChar char="•"/>
          </a:pPr>
          <a:r>
            <a:rPr lang="en-US" sz="1700" kern="1200">
              <a:solidFill>
                <a:schemeClr val="tx2"/>
              </a:solidFill>
            </a:rPr>
            <a:t>Some text here</a:t>
          </a:r>
          <a:endParaRPr lang="en-US" sz="1700" kern="1200" dirty="0">
            <a:solidFill>
              <a:schemeClr val="tx2"/>
            </a:solidFill>
          </a:endParaRPr>
        </a:p>
      </dsp:txBody>
      <dsp:txXfrm rot="-5400000">
        <a:off x="2926080" y="1837140"/>
        <a:ext cx="5169910" cy="591709"/>
      </dsp:txXfrm>
    </dsp:sp>
    <dsp:sp modelId="{05987F72-554B-4E59-8821-222F2010FE24}">
      <dsp:nvSpPr>
        <dsp:cNvPr id="0" name=""/>
        <dsp:cNvSpPr/>
      </dsp:nvSpPr>
      <dsp:spPr>
        <a:xfrm>
          <a:off x="0" y="1723164"/>
          <a:ext cx="2926080" cy="819661"/>
        </a:xfrm>
        <a:prstGeom prst="round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4780" tIns="72390" rIns="144780" bIns="72390" numCol="1" spcCol="1270" anchor="ctr" anchorCtr="0">
          <a:noAutofit/>
        </a:bodyPr>
        <a:lstStyle/>
        <a:p>
          <a:pPr marL="0" lvl="0" indent="0" algn="ctr" defTabSz="1689100">
            <a:lnSpc>
              <a:spcPct val="90000"/>
            </a:lnSpc>
            <a:spcBef>
              <a:spcPct val="0"/>
            </a:spcBef>
            <a:spcAft>
              <a:spcPct val="35000"/>
            </a:spcAft>
            <a:buNone/>
          </a:pPr>
          <a:r>
            <a:rPr lang="en-US" sz="3800" kern="1200" dirty="0"/>
            <a:t>Lorem Ipsum</a:t>
          </a:r>
        </a:p>
      </dsp:txBody>
      <dsp:txXfrm>
        <a:off x="40013" y="1763177"/>
        <a:ext cx="2846054" cy="739635"/>
      </dsp:txXfrm>
    </dsp:sp>
    <dsp:sp modelId="{D472FB88-F4A6-4733-BBD6-FCCD74C804B9}">
      <dsp:nvSpPr>
        <dsp:cNvPr id="0" name=""/>
        <dsp:cNvSpPr/>
      </dsp:nvSpPr>
      <dsp:spPr>
        <a:xfrm rot="5400000">
          <a:off x="5199175" y="392679"/>
          <a:ext cx="655729" cy="5201920"/>
        </a:xfrm>
        <a:prstGeom prst="round2SameRect">
          <a:avLst/>
        </a:prstGeom>
        <a:solidFill>
          <a:schemeClr val="accent5">
            <a:tint val="40000"/>
            <a:alpha val="90000"/>
            <a:hueOff val="0"/>
            <a:satOff val="0"/>
            <a:lumOff val="0"/>
            <a:alphaOff val="0"/>
          </a:schemeClr>
        </a:solidFill>
        <a:ln w="9525" cap="flat" cmpd="sng" algn="ctr">
          <a:solidFill>
            <a:schemeClr val="accent5">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a:lnSpc>
              <a:spcPct val="90000"/>
            </a:lnSpc>
            <a:spcBef>
              <a:spcPct val="0"/>
            </a:spcBef>
            <a:spcAft>
              <a:spcPct val="15000"/>
            </a:spcAft>
            <a:buChar char="•"/>
          </a:pPr>
          <a:r>
            <a:rPr lang="en-US" sz="1700" kern="1200">
              <a:solidFill>
                <a:schemeClr val="tx2"/>
              </a:solidFill>
            </a:rPr>
            <a:t>Some text here</a:t>
          </a:r>
          <a:endParaRPr lang="en-US" sz="1700" kern="1200" dirty="0">
            <a:solidFill>
              <a:schemeClr val="tx2"/>
            </a:solidFill>
          </a:endParaRPr>
        </a:p>
        <a:p>
          <a:pPr marL="171450" lvl="1" indent="-171450" algn="l" defTabSz="755650">
            <a:lnSpc>
              <a:spcPct val="90000"/>
            </a:lnSpc>
            <a:spcBef>
              <a:spcPct val="0"/>
            </a:spcBef>
            <a:spcAft>
              <a:spcPct val="15000"/>
            </a:spcAft>
            <a:buChar char="•"/>
          </a:pPr>
          <a:r>
            <a:rPr lang="en-US" sz="1700" kern="1200">
              <a:solidFill>
                <a:schemeClr val="tx2"/>
              </a:solidFill>
            </a:rPr>
            <a:t>Some text here</a:t>
          </a:r>
          <a:endParaRPr lang="en-US" sz="1700" kern="1200" dirty="0">
            <a:solidFill>
              <a:schemeClr val="tx2"/>
            </a:solidFill>
          </a:endParaRPr>
        </a:p>
      </dsp:txBody>
      <dsp:txXfrm rot="-5400000">
        <a:off x="2926080" y="2697784"/>
        <a:ext cx="5169910" cy="591709"/>
      </dsp:txXfrm>
    </dsp:sp>
    <dsp:sp modelId="{B77ED579-1174-4833-A02C-24E1C924A899}">
      <dsp:nvSpPr>
        <dsp:cNvPr id="0" name=""/>
        <dsp:cNvSpPr/>
      </dsp:nvSpPr>
      <dsp:spPr>
        <a:xfrm>
          <a:off x="0" y="2583808"/>
          <a:ext cx="2926080" cy="819661"/>
        </a:xfrm>
        <a:prstGeom prst="roundRect">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4780" tIns="72390" rIns="144780" bIns="72390" numCol="1" spcCol="1270" anchor="ctr" anchorCtr="0">
          <a:noAutofit/>
        </a:bodyPr>
        <a:lstStyle/>
        <a:p>
          <a:pPr marL="0" lvl="0" indent="0" algn="ctr" defTabSz="1689100">
            <a:lnSpc>
              <a:spcPct val="90000"/>
            </a:lnSpc>
            <a:spcBef>
              <a:spcPct val="0"/>
            </a:spcBef>
            <a:spcAft>
              <a:spcPct val="35000"/>
            </a:spcAft>
            <a:buNone/>
          </a:pPr>
          <a:r>
            <a:rPr lang="en-US" sz="3800" kern="1200" dirty="0"/>
            <a:t>Lorem Ipsum</a:t>
          </a:r>
        </a:p>
      </dsp:txBody>
      <dsp:txXfrm>
        <a:off x="40013" y="2623821"/>
        <a:ext cx="2846054" cy="739635"/>
      </dsp:txXfrm>
    </dsp:sp>
    <dsp:sp modelId="{B600E709-DF12-4A8F-ADF3-337F9DA08A67}">
      <dsp:nvSpPr>
        <dsp:cNvPr id="0" name=""/>
        <dsp:cNvSpPr/>
      </dsp:nvSpPr>
      <dsp:spPr>
        <a:xfrm rot="5400000">
          <a:off x="5199175" y="1253324"/>
          <a:ext cx="655729" cy="5201920"/>
        </a:xfrm>
        <a:prstGeom prst="round2SameRect">
          <a:avLst/>
        </a:prstGeom>
        <a:solidFill>
          <a:schemeClr val="accent6">
            <a:tint val="40000"/>
            <a:alpha val="90000"/>
            <a:hueOff val="0"/>
            <a:satOff val="0"/>
            <a:lumOff val="0"/>
            <a:alphaOff val="0"/>
          </a:schemeClr>
        </a:solidFill>
        <a:ln w="9525" cap="flat" cmpd="sng" algn="ctr">
          <a:solidFill>
            <a:schemeClr val="accent6">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a:lnSpc>
              <a:spcPct val="90000"/>
            </a:lnSpc>
            <a:spcBef>
              <a:spcPct val="0"/>
            </a:spcBef>
            <a:spcAft>
              <a:spcPct val="15000"/>
            </a:spcAft>
            <a:buChar char="•"/>
          </a:pPr>
          <a:r>
            <a:rPr lang="en-US" sz="1700" kern="1200">
              <a:solidFill>
                <a:schemeClr val="tx2"/>
              </a:solidFill>
            </a:rPr>
            <a:t>Some text here</a:t>
          </a:r>
          <a:endParaRPr lang="en-US" sz="1700" kern="1200" dirty="0">
            <a:solidFill>
              <a:schemeClr val="tx2"/>
            </a:solidFill>
          </a:endParaRPr>
        </a:p>
        <a:p>
          <a:pPr marL="171450" lvl="1" indent="-171450" algn="l" defTabSz="755650">
            <a:lnSpc>
              <a:spcPct val="90000"/>
            </a:lnSpc>
            <a:spcBef>
              <a:spcPct val="0"/>
            </a:spcBef>
            <a:spcAft>
              <a:spcPct val="15000"/>
            </a:spcAft>
            <a:buChar char="•"/>
          </a:pPr>
          <a:r>
            <a:rPr lang="en-US" sz="1700" kern="1200">
              <a:solidFill>
                <a:schemeClr val="tx2"/>
              </a:solidFill>
            </a:rPr>
            <a:t>Some text here</a:t>
          </a:r>
          <a:endParaRPr lang="en-US" sz="1700" kern="1200" dirty="0">
            <a:solidFill>
              <a:schemeClr val="tx2"/>
            </a:solidFill>
          </a:endParaRPr>
        </a:p>
      </dsp:txBody>
      <dsp:txXfrm rot="-5400000">
        <a:off x="2926080" y="3558429"/>
        <a:ext cx="5169910" cy="591709"/>
      </dsp:txXfrm>
    </dsp:sp>
    <dsp:sp modelId="{94569F91-208B-4BDC-8751-A9895D45EAF8}">
      <dsp:nvSpPr>
        <dsp:cNvPr id="0" name=""/>
        <dsp:cNvSpPr/>
      </dsp:nvSpPr>
      <dsp:spPr>
        <a:xfrm>
          <a:off x="0" y="3444453"/>
          <a:ext cx="2926080" cy="819661"/>
        </a:xfrm>
        <a:prstGeom prst="roundRect">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4780" tIns="72390" rIns="144780" bIns="72390" numCol="1" spcCol="1270" anchor="ctr" anchorCtr="0">
          <a:noAutofit/>
        </a:bodyPr>
        <a:lstStyle/>
        <a:p>
          <a:pPr marL="0" lvl="0" indent="0" algn="ctr" defTabSz="1689100">
            <a:lnSpc>
              <a:spcPct val="90000"/>
            </a:lnSpc>
            <a:spcBef>
              <a:spcPct val="0"/>
            </a:spcBef>
            <a:spcAft>
              <a:spcPct val="35000"/>
            </a:spcAft>
            <a:buNone/>
          </a:pPr>
          <a:r>
            <a:rPr lang="en-US" sz="3800" kern="1200" dirty="0"/>
            <a:t>Lorem Ipsum</a:t>
          </a:r>
        </a:p>
      </dsp:txBody>
      <dsp:txXfrm>
        <a:off x="40013" y="3484466"/>
        <a:ext cx="2846054" cy="739635"/>
      </dsp:txXfrm>
    </dsp:sp>
  </dsp:spTree>
</dsp:drawing>
</file>

<file path=ppt/diagrams/drawing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3D3CBE-402A-4356-8ADF-52F7FCE0E389}">
      <dsp:nvSpPr>
        <dsp:cNvPr id="0" name=""/>
        <dsp:cNvSpPr/>
      </dsp:nvSpPr>
      <dsp:spPr>
        <a:xfrm>
          <a:off x="1365647" y="663"/>
          <a:ext cx="5007768" cy="4552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b" anchorCtr="0">
          <a:noAutofit/>
        </a:bodyPr>
        <a:lstStyle/>
        <a:p>
          <a:pPr marL="0" lvl="0" indent="0" algn="l" defTabSz="933450">
            <a:lnSpc>
              <a:spcPct val="90000"/>
            </a:lnSpc>
            <a:spcBef>
              <a:spcPct val="0"/>
            </a:spcBef>
            <a:spcAft>
              <a:spcPct val="35000"/>
            </a:spcAft>
            <a:buNone/>
          </a:pPr>
          <a:r>
            <a:rPr lang="en-US" sz="2100" b="1" kern="1200" dirty="0">
              <a:solidFill>
                <a:schemeClr val="tx2"/>
              </a:solidFill>
            </a:rPr>
            <a:t>Lorem Ipsum</a:t>
          </a:r>
        </a:p>
      </dsp:txBody>
      <dsp:txXfrm>
        <a:off x="1365647" y="663"/>
        <a:ext cx="5007768" cy="455251"/>
      </dsp:txXfrm>
    </dsp:sp>
    <dsp:sp modelId="{F211F803-D71A-4BFC-8713-557ADF214BF6}">
      <dsp:nvSpPr>
        <dsp:cNvPr id="0" name=""/>
        <dsp:cNvSpPr/>
      </dsp:nvSpPr>
      <dsp:spPr>
        <a:xfrm>
          <a:off x="1365647" y="455914"/>
          <a:ext cx="1171817" cy="927364"/>
        </a:xfrm>
        <a:prstGeom prst="chevron">
          <a:avLst>
            <a:gd name="adj" fmla="val 7061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167272A2-6553-4DAA-9611-4C70C6E82D61}">
      <dsp:nvSpPr>
        <dsp:cNvPr id="0" name=""/>
        <dsp:cNvSpPr/>
      </dsp:nvSpPr>
      <dsp:spPr>
        <a:xfrm>
          <a:off x="2069516" y="455914"/>
          <a:ext cx="1171817" cy="927364"/>
        </a:xfrm>
        <a:prstGeom prst="chevron">
          <a:avLst>
            <a:gd name="adj" fmla="val 7061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82D05C7E-D0ED-4C5A-B883-DDFA34FCD113}">
      <dsp:nvSpPr>
        <dsp:cNvPr id="0" name=""/>
        <dsp:cNvSpPr/>
      </dsp:nvSpPr>
      <dsp:spPr>
        <a:xfrm>
          <a:off x="2773943" y="455914"/>
          <a:ext cx="1171817" cy="927364"/>
        </a:xfrm>
        <a:prstGeom prst="chevron">
          <a:avLst>
            <a:gd name="adj" fmla="val 7061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w="9525" cap="flat" cmpd="sng" algn="ctr">
          <a:solidFill>
            <a:schemeClr val="accent4">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75013289-0CFC-4766-8088-3000F72AFF4D}">
      <dsp:nvSpPr>
        <dsp:cNvPr id="0" name=""/>
        <dsp:cNvSpPr/>
      </dsp:nvSpPr>
      <dsp:spPr>
        <a:xfrm>
          <a:off x="3477812" y="455914"/>
          <a:ext cx="1171817" cy="927364"/>
        </a:xfrm>
        <a:prstGeom prst="chevron">
          <a:avLst>
            <a:gd name="adj" fmla="val 7061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w="9525" cap="flat" cmpd="sng" algn="ctr">
          <a:solidFill>
            <a:schemeClr val="accent5">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9A1EA300-10AB-46FC-8093-2B6B8AE368EE}">
      <dsp:nvSpPr>
        <dsp:cNvPr id="0" name=""/>
        <dsp:cNvSpPr/>
      </dsp:nvSpPr>
      <dsp:spPr>
        <a:xfrm>
          <a:off x="4182238" y="455914"/>
          <a:ext cx="1171817" cy="927364"/>
        </a:xfrm>
        <a:prstGeom prst="chevron">
          <a:avLst>
            <a:gd name="adj" fmla="val 70610"/>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w="9525" cap="flat" cmpd="sng" algn="ctr">
          <a:solidFill>
            <a:schemeClr val="accent6">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E09EC256-B490-4B8B-8D53-8D0D1079C3A5}">
      <dsp:nvSpPr>
        <dsp:cNvPr id="0" name=""/>
        <dsp:cNvSpPr/>
      </dsp:nvSpPr>
      <dsp:spPr>
        <a:xfrm>
          <a:off x="4886108" y="455914"/>
          <a:ext cx="1171817" cy="927364"/>
        </a:xfrm>
        <a:prstGeom prst="chevron">
          <a:avLst>
            <a:gd name="adj" fmla="val 7061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6E3F8E97-C77E-4B15-961C-2B6194E4EEFB}">
      <dsp:nvSpPr>
        <dsp:cNvPr id="0" name=""/>
        <dsp:cNvSpPr/>
      </dsp:nvSpPr>
      <dsp:spPr>
        <a:xfrm>
          <a:off x="5590534" y="455914"/>
          <a:ext cx="1171817" cy="927364"/>
        </a:xfrm>
        <a:prstGeom prst="chevron">
          <a:avLst>
            <a:gd name="adj" fmla="val 7061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480ADC9E-DD60-4BD1-B31C-FD3389E563BA}">
      <dsp:nvSpPr>
        <dsp:cNvPr id="0" name=""/>
        <dsp:cNvSpPr/>
      </dsp:nvSpPr>
      <dsp:spPr>
        <a:xfrm>
          <a:off x="1365647" y="548651"/>
          <a:ext cx="5072869" cy="741891"/>
        </a:xfrm>
        <a:prstGeom prst="rect">
          <a:avLst/>
        </a:prstGeom>
        <a:solidFill>
          <a:schemeClr val="lt1">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8260" tIns="48260" rIns="48260" bIns="48260" numCol="1" spcCol="1270" anchor="ctr" anchorCtr="0">
          <a:noAutofit/>
        </a:bodyPr>
        <a:lstStyle/>
        <a:p>
          <a:pPr marL="0" lvl="0" indent="0" algn="l" defTabSz="844550">
            <a:lnSpc>
              <a:spcPct val="90000"/>
            </a:lnSpc>
            <a:spcBef>
              <a:spcPct val="0"/>
            </a:spcBef>
            <a:spcAft>
              <a:spcPct val="35000"/>
            </a:spcAft>
            <a:buNone/>
          </a:pPr>
          <a:r>
            <a:rPr lang="en-US" sz="1900" kern="1200" dirty="0">
              <a:solidFill>
                <a:schemeClr val="tx2"/>
              </a:solidFill>
            </a:rPr>
            <a:t>Some text here</a:t>
          </a:r>
        </a:p>
        <a:p>
          <a:pPr marL="0" lvl="0" indent="0" algn="l" defTabSz="844550">
            <a:lnSpc>
              <a:spcPct val="90000"/>
            </a:lnSpc>
            <a:spcBef>
              <a:spcPct val="0"/>
            </a:spcBef>
            <a:spcAft>
              <a:spcPct val="35000"/>
            </a:spcAft>
            <a:buNone/>
          </a:pPr>
          <a:r>
            <a:rPr lang="en-US" sz="1900" kern="1200" dirty="0">
              <a:solidFill>
                <a:schemeClr val="tx2"/>
              </a:solidFill>
            </a:rPr>
            <a:t>Some text here</a:t>
          </a:r>
        </a:p>
      </dsp:txBody>
      <dsp:txXfrm>
        <a:off x="1365647" y="548651"/>
        <a:ext cx="5072869" cy="741891"/>
      </dsp:txXfrm>
    </dsp:sp>
    <dsp:sp modelId="{5E77A7A9-6B15-4596-9230-D7E64BDB3266}">
      <dsp:nvSpPr>
        <dsp:cNvPr id="0" name=""/>
        <dsp:cNvSpPr/>
      </dsp:nvSpPr>
      <dsp:spPr>
        <a:xfrm>
          <a:off x="1365647" y="1441686"/>
          <a:ext cx="5007768" cy="4552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b" anchorCtr="0">
          <a:noAutofit/>
        </a:bodyPr>
        <a:lstStyle/>
        <a:p>
          <a:pPr marL="0" lvl="0" indent="0" algn="l" defTabSz="933450">
            <a:lnSpc>
              <a:spcPct val="90000"/>
            </a:lnSpc>
            <a:spcBef>
              <a:spcPct val="0"/>
            </a:spcBef>
            <a:spcAft>
              <a:spcPct val="35000"/>
            </a:spcAft>
            <a:buNone/>
          </a:pPr>
          <a:r>
            <a:rPr lang="en-US" sz="2100" b="1" kern="1200" dirty="0">
              <a:solidFill>
                <a:schemeClr val="tx2"/>
              </a:solidFill>
            </a:rPr>
            <a:t>Lorem Ipsum</a:t>
          </a:r>
        </a:p>
      </dsp:txBody>
      <dsp:txXfrm>
        <a:off x="1365647" y="1441686"/>
        <a:ext cx="5007768" cy="455251"/>
      </dsp:txXfrm>
    </dsp:sp>
    <dsp:sp modelId="{400EF0A9-779D-4449-B57D-AC2FCB40AEA4}">
      <dsp:nvSpPr>
        <dsp:cNvPr id="0" name=""/>
        <dsp:cNvSpPr/>
      </dsp:nvSpPr>
      <dsp:spPr>
        <a:xfrm>
          <a:off x="1365647" y="1896938"/>
          <a:ext cx="1171817" cy="927364"/>
        </a:xfrm>
        <a:prstGeom prst="chevron">
          <a:avLst>
            <a:gd name="adj" fmla="val 7061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w="9525" cap="flat" cmpd="sng" algn="ctr">
          <a:solidFill>
            <a:schemeClr val="accent4">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421F67C3-0C81-4EA8-A189-54D8695C40E2}">
      <dsp:nvSpPr>
        <dsp:cNvPr id="0" name=""/>
        <dsp:cNvSpPr/>
      </dsp:nvSpPr>
      <dsp:spPr>
        <a:xfrm>
          <a:off x="2069516" y="1896938"/>
          <a:ext cx="1171817" cy="927364"/>
        </a:xfrm>
        <a:prstGeom prst="chevron">
          <a:avLst>
            <a:gd name="adj" fmla="val 7061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w="9525" cap="flat" cmpd="sng" algn="ctr">
          <a:solidFill>
            <a:schemeClr val="accent5">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26BE877E-DD58-4DCC-B4EC-105B4D63A524}">
      <dsp:nvSpPr>
        <dsp:cNvPr id="0" name=""/>
        <dsp:cNvSpPr/>
      </dsp:nvSpPr>
      <dsp:spPr>
        <a:xfrm>
          <a:off x="2773943" y="1896938"/>
          <a:ext cx="1171817" cy="927364"/>
        </a:xfrm>
        <a:prstGeom prst="chevron">
          <a:avLst>
            <a:gd name="adj" fmla="val 70610"/>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w="9525" cap="flat" cmpd="sng" algn="ctr">
          <a:solidFill>
            <a:schemeClr val="accent6">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381D7BDB-76C0-4A06-8AF5-CF0171945769}">
      <dsp:nvSpPr>
        <dsp:cNvPr id="0" name=""/>
        <dsp:cNvSpPr/>
      </dsp:nvSpPr>
      <dsp:spPr>
        <a:xfrm>
          <a:off x="3477812" y="1896938"/>
          <a:ext cx="1171817" cy="927364"/>
        </a:xfrm>
        <a:prstGeom prst="chevron">
          <a:avLst>
            <a:gd name="adj" fmla="val 7061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1B0EBE90-868F-485E-806B-7057AA804D08}">
      <dsp:nvSpPr>
        <dsp:cNvPr id="0" name=""/>
        <dsp:cNvSpPr/>
      </dsp:nvSpPr>
      <dsp:spPr>
        <a:xfrm>
          <a:off x="4182238" y="1896938"/>
          <a:ext cx="1171817" cy="927364"/>
        </a:xfrm>
        <a:prstGeom prst="chevron">
          <a:avLst>
            <a:gd name="adj" fmla="val 7061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7423C653-F397-4520-AAA0-F9DF2041D466}">
      <dsp:nvSpPr>
        <dsp:cNvPr id="0" name=""/>
        <dsp:cNvSpPr/>
      </dsp:nvSpPr>
      <dsp:spPr>
        <a:xfrm>
          <a:off x="4886108" y="1896938"/>
          <a:ext cx="1171817" cy="927364"/>
        </a:xfrm>
        <a:prstGeom prst="chevron">
          <a:avLst>
            <a:gd name="adj" fmla="val 7061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w="9525" cap="flat" cmpd="sng" algn="ctr">
          <a:solidFill>
            <a:schemeClr val="accent4">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156D0330-6A09-491B-A857-651C8783598E}">
      <dsp:nvSpPr>
        <dsp:cNvPr id="0" name=""/>
        <dsp:cNvSpPr/>
      </dsp:nvSpPr>
      <dsp:spPr>
        <a:xfrm>
          <a:off x="5590534" y="1896938"/>
          <a:ext cx="1171817" cy="927364"/>
        </a:xfrm>
        <a:prstGeom prst="chevron">
          <a:avLst>
            <a:gd name="adj" fmla="val 7061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w="9525" cap="flat" cmpd="sng" algn="ctr">
          <a:solidFill>
            <a:schemeClr val="accent5">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F3F7F4AD-C5B6-4618-84B1-B32D6128BA10}">
      <dsp:nvSpPr>
        <dsp:cNvPr id="0" name=""/>
        <dsp:cNvSpPr/>
      </dsp:nvSpPr>
      <dsp:spPr>
        <a:xfrm>
          <a:off x="1365647" y="1989675"/>
          <a:ext cx="5072869" cy="741891"/>
        </a:xfrm>
        <a:prstGeom prst="rect">
          <a:avLst/>
        </a:prstGeom>
        <a:solidFill>
          <a:schemeClr val="lt1">
            <a:hueOff val="0"/>
            <a:satOff val="0"/>
            <a:lumOff val="0"/>
            <a:alphaOff val="0"/>
          </a:schemeClr>
        </a:solidFill>
        <a:ln w="9525" cap="flat" cmpd="sng" algn="ctr">
          <a:solidFill>
            <a:schemeClr val="accent3">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8260" tIns="48260" rIns="48260" bIns="48260" numCol="1" spcCol="1270" anchor="ctr" anchorCtr="0">
          <a:noAutofit/>
        </a:bodyPr>
        <a:lstStyle/>
        <a:p>
          <a:pPr marL="0" lvl="0" indent="0" algn="l" defTabSz="844550">
            <a:lnSpc>
              <a:spcPct val="90000"/>
            </a:lnSpc>
            <a:spcBef>
              <a:spcPct val="0"/>
            </a:spcBef>
            <a:spcAft>
              <a:spcPct val="35000"/>
            </a:spcAft>
            <a:buNone/>
          </a:pPr>
          <a:r>
            <a:rPr lang="en-US" sz="1900" kern="1200" dirty="0">
              <a:solidFill>
                <a:schemeClr val="tx2"/>
              </a:solidFill>
            </a:rPr>
            <a:t>Some text here</a:t>
          </a:r>
        </a:p>
        <a:p>
          <a:pPr marL="0" lvl="0" indent="0" algn="l" defTabSz="844550">
            <a:lnSpc>
              <a:spcPct val="90000"/>
            </a:lnSpc>
            <a:spcBef>
              <a:spcPct val="0"/>
            </a:spcBef>
            <a:spcAft>
              <a:spcPct val="35000"/>
            </a:spcAft>
            <a:buNone/>
          </a:pPr>
          <a:r>
            <a:rPr lang="en-US" sz="1900" kern="1200">
              <a:solidFill>
                <a:schemeClr val="tx2"/>
              </a:solidFill>
            </a:rPr>
            <a:t>Some text here</a:t>
          </a:r>
          <a:endParaRPr lang="en-US" sz="1900" kern="1200" dirty="0">
            <a:solidFill>
              <a:schemeClr val="tx2"/>
            </a:solidFill>
          </a:endParaRPr>
        </a:p>
      </dsp:txBody>
      <dsp:txXfrm>
        <a:off x="1365647" y="1989675"/>
        <a:ext cx="5072869" cy="741891"/>
      </dsp:txXfrm>
    </dsp:sp>
    <dsp:sp modelId="{A15AECB9-0DD0-42BF-8BF4-563F89F5E0EC}">
      <dsp:nvSpPr>
        <dsp:cNvPr id="0" name=""/>
        <dsp:cNvSpPr/>
      </dsp:nvSpPr>
      <dsp:spPr>
        <a:xfrm>
          <a:off x="1365647" y="2882710"/>
          <a:ext cx="5007768" cy="4552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b" anchorCtr="0">
          <a:noAutofit/>
        </a:bodyPr>
        <a:lstStyle/>
        <a:p>
          <a:pPr marL="0" lvl="0" indent="0" algn="l" defTabSz="933450">
            <a:lnSpc>
              <a:spcPct val="90000"/>
            </a:lnSpc>
            <a:spcBef>
              <a:spcPct val="0"/>
            </a:spcBef>
            <a:spcAft>
              <a:spcPct val="35000"/>
            </a:spcAft>
            <a:buNone/>
          </a:pPr>
          <a:r>
            <a:rPr lang="en-US" sz="2100" b="1" kern="1200" dirty="0">
              <a:solidFill>
                <a:schemeClr val="tx2"/>
              </a:solidFill>
            </a:rPr>
            <a:t>Lorem Ipsum</a:t>
          </a:r>
        </a:p>
      </dsp:txBody>
      <dsp:txXfrm>
        <a:off x="1365647" y="2882710"/>
        <a:ext cx="5007768" cy="455251"/>
      </dsp:txXfrm>
    </dsp:sp>
    <dsp:sp modelId="{B9C2C834-4BF2-45A1-A86E-4102242C961E}">
      <dsp:nvSpPr>
        <dsp:cNvPr id="0" name=""/>
        <dsp:cNvSpPr/>
      </dsp:nvSpPr>
      <dsp:spPr>
        <a:xfrm>
          <a:off x="1365647" y="3337962"/>
          <a:ext cx="1171817" cy="927364"/>
        </a:xfrm>
        <a:prstGeom prst="chevron">
          <a:avLst>
            <a:gd name="adj" fmla="val 70610"/>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w="9525" cap="flat" cmpd="sng" algn="ctr">
          <a:solidFill>
            <a:schemeClr val="accent6">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0BC99D3B-7D94-4394-8E64-1BAB6967D2FF}">
      <dsp:nvSpPr>
        <dsp:cNvPr id="0" name=""/>
        <dsp:cNvSpPr/>
      </dsp:nvSpPr>
      <dsp:spPr>
        <a:xfrm>
          <a:off x="2069516" y="3337962"/>
          <a:ext cx="1171817" cy="927364"/>
        </a:xfrm>
        <a:prstGeom prst="chevron">
          <a:avLst>
            <a:gd name="adj" fmla="val 7061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C92CE4FD-B1A5-4F7D-AA6F-40EFFF04CC8A}">
      <dsp:nvSpPr>
        <dsp:cNvPr id="0" name=""/>
        <dsp:cNvSpPr/>
      </dsp:nvSpPr>
      <dsp:spPr>
        <a:xfrm>
          <a:off x="2773943" y="3337962"/>
          <a:ext cx="1171817" cy="927364"/>
        </a:xfrm>
        <a:prstGeom prst="chevron">
          <a:avLst>
            <a:gd name="adj" fmla="val 7061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AEFE3FBE-578D-4A40-B07F-8D108E2CCCDB}">
      <dsp:nvSpPr>
        <dsp:cNvPr id="0" name=""/>
        <dsp:cNvSpPr/>
      </dsp:nvSpPr>
      <dsp:spPr>
        <a:xfrm>
          <a:off x="3477812" y="3337962"/>
          <a:ext cx="1171817" cy="927364"/>
        </a:xfrm>
        <a:prstGeom prst="chevron">
          <a:avLst>
            <a:gd name="adj" fmla="val 7061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w="9525" cap="flat" cmpd="sng" algn="ctr">
          <a:solidFill>
            <a:schemeClr val="accent4">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3153438D-53FE-4C9B-838D-64B288CEF6C1}">
      <dsp:nvSpPr>
        <dsp:cNvPr id="0" name=""/>
        <dsp:cNvSpPr/>
      </dsp:nvSpPr>
      <dsp:spPr>
        <a:xfrm>
          <a:off x="4182238" y="3337962"/>
          <a:ext cx="1171817" cy="927364"/>
        </a:xfrm>
        <a:prstGeom prst="chevron">
          <a:avLst>
            <a:gd name="adj" fmla="val 7061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w="9525" cap="flat" cmpd="sng" algn="ctr">
          <a:solidFill>
            <a:schemeClr val="accent5">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249A6FEA-994C-404F-884C-E0C1DF65E0CE}">
      <dsp:nvSpPr>
        <dsp:cNvPr id="0" name=""/>
        <dsp:cNvSpPr/>
      </dsp:nvSpPr>
      <dsp:spPr>
        <a:xfrm>
          <a:off x="4886108" y="3337962"/>
          <a:ext cx="1171817" cy="927364"/>
        </a:xfrm>
        <a:prstGeom prst="chevron">
          <a:avLst>
            <a:gd name="adj" fmla="val 70610"/>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w="9525" cap="flat" cmpd="sng" algn="ctr">
          <a:solidFill>
            <a:schemeClr val="accent6">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020071C5-5250-4CB4-B1AC-7F65A1D6F7D0}">
      <dsp:nvSpPr>
        <dsp:cNvPr id="0" name=""/>
        <dsp:cNvSpPr/>
      </dsp:nvSpPr>
      <dsp:spPr>
        <a:xfrm>
          <a:off x="5590534" y="3337962"/>
          <a:ext cx="1171817" cy="927364"/>
        </a:xfrm>
        <a:prstGeom prst="chevron">
          <a:avLst>
            <a:gd name="adj" fmla="val 7061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AE9A2A55-8CD8-4CD3-BFB7-6F70BC08A9A0}">
      <dsp:nvSpPr>
        <dsp:cNvPr id="0" name=""/>
        <dsp:cNvSpPr/>
      </dsp:nvSpPr>
      <dsp:spPr>
        <a:xfrm>
          <a:off x="1365647" y="3430698"/>
          <a:ext cx="5072869" cy="741891"/>
        </a:xfrm>
        <a:prstGeom prst="rect">
          <a:avLst/>
        </a:prstGeom>
        <a:solidFill>
          <a:schemeClr val="lt1">
            <a:hueOff val="0"/>
            <a:satOff val="0"/>
            <a:lumOff val="0"/>
            <a:alphaOff val="0"/>
          </a:schemeClr>
        </a:solidFill>
        <a:ln w="9525" cap="flat" cmpd="sng" algn="ctr">
          <a:solidFill>
            <a:schemeClr val="accent4">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8260" tIns="48260" rIns="48260" bIns="48260" numCol="1" spcCol="1270" anchor="ctr" anchorCtr="0">
          <a:noAutofit/>
        </a:bodyPr>
        <a:lstStyle/>
        <a:p>
          <a:pPr marL="0" lvl="0" indent="0" algn="l" defTabSz="844550">
            <a:lnSpc>
              <a:spcPct val="90000"/>
            </a:lnSpc>
            <a:spcBef>
              <a:spcPct val="0"/>
            </a:spcBef>
            <a:spcAft>
              <a:spcPct val="35000"/>
            </a:spcAft>
            <a:buNone/>
          </a:pPr>
          <a:r>
            <a:rPr lang="en-US" sz="1900" kern="1200">
              <a:solidFill>
                <a:schemeClr val="tx2"/>
              </a:solidFill>
            </a:rPr>
            <a:t>Some text here</a:t>
          </a:r>
          <a:endParaRPr lang="en-US" sz="1900" kern="1200" dirty="0">
            <a:solidFill>
              <a:schemeClr val="tx2"/>
            </a:solidFill>
          </a:endParaRPr>
        </a:p>
        <a:p>
          <a:pPr marL="0" lvl="0" indent="0" algn="l" defTabSz="844550">
            <a:lnSpc>
              <a:spcPct val="90000"/>
            </a:lnSpc>
            <a:spcBef>
              <a:spcPct val="0"/>
            </a:spcBef>
            <a:spcAft>
              <a:spcPct val="35000"/>
            </a:spcAft>
            <a:buNone/>
          </a:pPr>
          <a:r>
            <a:rPr lang="en-US" sz="1900" kern="1200">
              <a:solidFill>
                <a:schemeClr val="tx2"/>
              </a:solidFill>
            </a:rPr>
            <a:t>Some text here</a:t>
          </a:r>
          <a:endParaRPr lang="en-US" sz="1900" kern="1200" dirty="0">
            <a:solidFill>
              <a:schemeClr val="tx2"/>
            </a:solidFill>
          </a:endParaRPr>
        </a:p>
      </dsp:txBody>
      <dsp:txXfrm>
        <a:off x="1365647" y="3430698"/>
        <a:ext cx="5072869" cy="741891"/>
      </dsp:txXfrm>
    </dsp:sp>
  </dsp:spTree>
</dsp:drawing>
</file>

<file path=ppt/diagrams/drawing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8CC475-44FF-4EF6-A0FF-7F5AB70B9092}">
      <dsp:nvSpPr>
        <dsp:cNvPr id="0" name=""/>
        <dsp:cNvSpPr/>
      </dsp:nvSpPr>
      <dsp:spPr>
        <a:xfrm>
          <a:off x="3251199" y="1458"/>
          <a:ext cx="4876800" cy="789458"/>
        </a:xfrm>
        <a:prstGeom prst="rightArrow">
          <a:avLst>
            <a:gd name="adj1" fmla="val 75000"/>
            <a:gd name="adj2" fmla="val 50000"/>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430" tIns="11430" rIns="11430" bIns="11430" numCol="1" spcCol="1270" anchor="t" anchorCtr="0">
          <a:noAutofit/>
        </a:bodyPr>
        <a:lstStyle/>
        <a:p>
          <a:pPr marL="171450" lvl="1" indent="-171450" algn="l" defTabSz="800100">
            <a:lnSpc>
              <a:spcPct val="90000"/>
            </a:lnSpc>
            <a:spcBef>
              <a:spcPct val="0"/>
            </a:spcBef>
            <a:spcAft>
              <a:spcPct val="15000"/>
            </a:spcAft>
            <a:buChar char="•"/>
          </a:pPr>
          <a:r>
            <a:rPr lang="en-US" sz="1800" kern="1200" dirty="0">
              <a:solidFill>
                <a:schemeClr val="tx2"/>
              </a:solidFill>
            </a:rPr>
            <a:t>Some text here</a:t>
          </a:r>
        </a:p>
        <a:p>
          <a:pPr marL="171450" lvl="1" indent="-171450" algn="l" defTabSz="800100">
            <a:lnSpc>
              <a:spcPct val="90000"/>
            </a:lnSpc>
            <a:spcBef>
              <a:spcPct val="0"/>
            </a:spcBef>
            <a:spcAft>
              <a:spcPct val="15000"/>
            </a:spcAft>
            <a:buChar char="•"/>
          </a:pPr>
          <a:r>
            <a:rPr lang="en-US" sz="1800" kern="1200" dirty="0">
              <a:solidFill>
                <a:schemeClr val="tx2"/>
              </a:solidFill>
            </a:rPr>
            <a:t>Some text here</a:t>
          </a:r>
        </a:p>
      </dsp:txBody>
      <dsp:txXfrm>
        <a:off x="3251199" y="100140"/>
        <a:ext cx="4580753" cy="592094"/>
      </dsp:txXfrm>
    </dsp:sp>
    <dsp:sp modelId="{5BC9D3B4-AF9C-4AF7-91E0-64CA69BFC99F}">
      <dsp:nvSpPr>
        <dsp:cNvPr id="0" name=""/>
        <dsp:cNvSpPr/>
      </dsp:nvSpPr>
      <dsp:spPr>
        <a:xfrm>
          <a:off x="0" y="1458"/>
          <a:ext cx="3251200" cy="789458"/>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52400" tIns="76200" rIns="152400" bIns="76200" numCol="1" spcCol="1270" anchor="ctr" anchorCtr="0">
          <a:noAutofit/>
        </a:bodyPr>
        <a:lstStyle/>
        <a:p>
          <a:pPr marL="0" lvl="0" indent="0" algn="ctr" defTabSz="1778000">
            <a:lnSpc>
              <a:spcPct val="90000"/>
            </a:lnSpc>
            <a:spcBef>
              <a:spcPct val="0"/>
            </a:spcBef>
            <a:spcAft>
              <a:spcPct val="35000"/>
            </a:spcAft>
            <a:buNone/>
          </a:pPr>
          <a:r>
            <a:rPr lang="en-US" sz="4000" kern="1200" dirty="0"/>
            <a:t>Lorem Ipsum</a:t>
          </a:r>
        </a:p>
      </dsp:txBody>
      <dsp:txXfrm>
        <a:off x="38538" y="39996"/>
        <a:ext cx="3174124" cy="712382"/>
      </dsp:txXfrm>
    </dsp:sp>
    <dsp:sp modelId="{69C466DD-30D6-4C8B-B249-DC7AE415AFF2}">
      <dsp:nvSpPr>
        <dsp:cNvPr id="0" name=""/>
        <dsp:cNvSpPr/>
      </dsp:nvSpPr>
      <dsp:spPr>
        <a:xfrm>
          <a:off x="3251199" y="869862"/>
          <a:ext cx="4876800" cy="789458"/>
        </a:xfrm>
        <a:prstGeom prst="rightArrow">
          <a:avLst>
            <a:gd name="adj1" fmla="val 75000"/>
            <a:gd name="adj2" fmla="val 50000"/>
          </a:avLst>
        </a:prstGeom>
        <a:solidFill>
          <a:schemeClr val="accent3">
            <a:tint val="40000"/>
            <a:alpha val="90000"/>
            <a:hueOff val="0"/>
            <a:satOff val="0"/>
            <a:lumOff val="0"/>
            <a:alphaOff val="0"/>
          </a:schemeClr>
        </a:solidFill>
        <a:ln w="9525" cap="flat" cmpd="sng" algn="ctr">
          <a:solidFill>
            <a:schemeClr val="accent3">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430" tIns="11430" rIns="11430" bIns="11430" numCol="1" spcCol="1270" anchor="t" anchorCtr="0">
          <a:noAutofit/>
        </a:bodyPr>
        <a:lstStyle/>
        <a:p>
          <a:pPr marL="171450" lvl="1" indent="-171450" algn="l" defTabSz="800100">
            <a:lnSpc>
              <a:spcPct val="90000"/>
            </a:lnSpc>
            <a:spcBef>
              <a:spcPct val="0"/>
            </a:spcBef>
            <a:spcAft>
              <a:spcPct val="15000"/>
            </a:spcAft>
            <a:buChar char="•"/>
          </a:pPr>
          <a:r>
            <a:rPr lang="en-US" sz="1800" kern="1200" dirty="0">
              <a:solidFill>
                <a:schemeClr val="tx2"/>
              </a:solidFill>
            </a:rPr>
            <a:t>Some text here</a:t>
          </a:r>
        </a:p>
        <a:p>
          <a:pPr marL="171450" lvl="1" indent="-171450" algn="l" defTabSz="800100">
            <a:lnSpc>
              <a:spcPct val="90000"/>
            </a:lnSpc>
            <a:spcBef>
              <a:spcPct val="0"/>
            </a:spcBef>
            <a:spcAft>
              <a:spcPct val="15000"/>
            </a:spcAft>
            <a:buChar char="•"/>
          </a:pPr>
          <a:r>
            <a:rPr lang="en-US" sz="1800" kern="1200">
              <a:solidFill>
                <a:schemeClr val="tx2"/>
              </a:solidFill>
            </a:rPr>
            <a:t>Some text here</a:t>
          </a:r>
          <a:endParaRPr lang="en-US" sz="1800" kern="1200" dirty="0">
            <a:solidFill>
              <a:schemeClr val="tx2"/>
            </a:solidFill>
          </a:endParaRPr>
        </a:p>
      </dsp:txBody>
      <dsp:txXfrm>
        <a:off x="3251199" y="968544"/>
        <a:ext cx="4580753" cy="592094"/>
      </dsp:txXfrm>
    </dsp:sp>
    <dsp:sp modelId="{208D43AC-2483-4807-8215-18BCD93CAADE}">
      <dsp:nvSpPr>
        <dsp:cNvPr id="0" name=""/>
        <dsp:cNvSpPr/>
      </dsp:nvSpPr>
      <dsp:spPr>
        <a:xfrm>
          <a:off x="0" y="869862"/>
          <a:ext cx="3251200" cy="789458"/>
        </a:xfrm>
        <a:prstGeom prst="round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52400" tIns="76200" rIns="152400" bIns="76200" numCol="1" spcCol="1270" anchor="ctr" anchorCtr="0">
          <a:noAutofit/>
        </a:bodyPr>
        <a:lstStyle/>
        <a:p>
          <a:pPr marL="0" lvl="0" indent="0" algn="ctr" defTabSz="1778000">
            <a:lnSpc>
              <a:spcPct val="90000"/>
            </a:lnSpc>
            <a:spcBef>
              <a:spcPct val="0"/>
            </a:spcBef>
            <a:spcAft>
              <a:spcPct val="35000"/>
            </a:spcAft>
            <a:buNone/>
          </a:pPr>
          <a:r>
            <a:rPr lang="en-US" sz="4000" kern="1200" dirty="0"/>
            <a:t>Lorem Ipsum</a:t>
          </a:r>
        </a:p>
      </dsp:txBody>
      <dsp:txXfrm>
        <a:off x="38538" y="908400"/>
        <a:ext cx="3174124" cy="712382"/>
      </dsp:txXfrm>
    </dsp:sp>
    <dsp:sp modelId="{17C2688A-572B-43BD-9F25-CBF80952A671}">
      <dsp:nvSpPr>
        <dsp:cNvPr id="0" name=""/>
        <dsp:cNvSpPr/>
      </dsp:nvSpPr>
      <dsp:spPr>
        <a:xfrm>
          <a:off x="3251199" y="1738265"/>
          <a:ext cx="4876800" cy="789458"/>
        </a:xfrm>
        <a:prstGeom prst="rightArrow">
          <a:avLst>
            <a:gd name="adj1" fmla="val 75000"/>
            <a:gd name="adj2" fmla="val 50000"/>
          </a:avLst>
        </a:prstGeom>
        <a:solidFill>
          <a:schemeClr val="accent4">
            <a:tint val="40000"/>
            <a:alpha val="90000"/>
            <a:hueOff val="0"/>
            <a:satOff val="0"/>
            <a:lumOff val="0"/>
            <a:alphaOff val="0"/>
          </a:schemeClr>
        </a:solidFill>
        <a:ln w="9525" cap="flat" cmpd="sng" algn="ctr">
          <a:solidFill>
            <a:schemeClr val="accent4">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430" tIns="11430" rIns="11430" bIns="11430" numCol="1" spcCol="1270" anchor="t" anchorCtr="0">
          <a:noAutofit/>
        </a:bodyPr>
        <a:lstStyle/>
        <a:p>
          <a:pPr marL="171450" lvl="1" indent="-171450" algn="l" defTabSz="800100">
            <a:lnSpc>
              <a:spcPct val="90000"/>
            </a:lnSpc>
            <a:spcBef>
              <a:spcPct val="0"/>
            </a:spcBef>
            <a:spcAft>
              <a:spcPct val="15000"/>
            </a:spcAft>
            <a:buChar char="•"/>
          </a:pPr>
          <a:r>
            <a:rPr lang="en-US" sz="1800" kern="1200">
              <a:solidFill>
                <a:schemeClr val="tx2"/>
              </a:solidFill>
            </a:rPr>
            <a:t>Some text here</a:t>
          </a:r>
          <a:endParaRPr lang="en-US" sz="1800" kern="1200" dirty="0">
            <a:solidFill>
              <a:schemeClr val="tx2"/>
            </a:solidFill>
          </a:endParaRPr>
        </a:p>
        <a:p>
          <a:pPr marL="171450" lvl="1" indent="-171450" algn="l" defTabSz="800100">
            <a:lnSpc>
              <a:spcPct val="90000"/>
            </a:lnSpc>
            <a:spcBef>
              <a:spcPct val="0"/>
            </a:spcBef>
            <a:spcAft>
              <a:spcPct val="15000"/>
            </a:spcAft>
            <a:buChar char="•"/>
          </a:pPr>
          <a:r>
            <a:rPr lang="en-US" sz="1800" kern="1200">
              <a:solidFill>
                <a:schemeClr val="tx2"/>
              </a:solidFill>
            </a:rPr>
            <a:t>Some text here</a:t>
          </a:r>
          <a:endParaRPr lang="en-US" sz="1800" kern="1200" dirty="0">
            <a:solidFill>
              <a:schemeClr val="tx2"/>
            </a:solidFill>
          </a:endParaRPr>
        </a:p>
      </dsp:txBody>
      <dsp:txXfrm>
        <a:off x="3251199" y="1836947"/>
        <a:ext cx="4580753" cy="592094"/>
      </dsp:txXfrm>
    </dsp:sp>
    <dsp:sp modelId="{AA684488-2373-4C00-BADF-1060C5ADD24A}">
      <dsp:nvSpPr>
        <dsp:cNvPr id="0" name=""/>
        <dsp:cNvSpPr/>
      </dsp:nvSpPr>
      <dsp:spPr>
        <a:xfrm>
          <a:off x="0" y="1738265"/>
          <a:ext cx="3251200" cy="789458"/>
        </a:xfrm>
        <a:prstGeom prst="round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52400" tIns="76200" rIns="152400" bIns="76200" numCol="1" spcCol="1270" anchor="ctr" anchorCtr="0">
          <a:noAutofit/>
        </a:bodyPr>
        <a:lstStyle/>
        <a:p>
          <a:pPr marL="0" lvl="0" indent="0" algn="ctr" defTabSz="1778000">
            <a:lnSpc>
              <a:spcPct val="90000"/>
            </a:lnSpc>
            <a:spcBef>
              <a:spcPct val="0"/>
            </a:spcBef>
            <a:spcAft>
              <a:spcPct val="35000"/>
            </a:spcAft>
            <a:buNone/>
          </a:pPr>
          <a:r>
            <a:rPr lang="en-US" sz="4000" kern="1200" dirty="0"/>
            <a:t>Lorem Ipsum</a:t>
          </a:r>
        </a:p>
      </dsp:txBody>
      <dsp:txXfrm>
        <a:off x="38538" y="1776803"/>
        <a:ext cx="3174124" cy="712382"/>
      </dsp:txXfrm>
    </dsp:sp>
    <dsp:sp modelId="{21F5A1EC-75B3-4830-826F-BE3C9B93A91E}">
      <dsp:nvSpPr>
        <dsp:cNvPr id="0" name=""/>
        <dsp:cNvSpPr/>
      </dsp:nvSpPr>
      <dsp:spPr>
        <a:xfrm>
          <a:off x="3251199" y="2606669"/>
          <a:ext cx="4876800" cy="789458"/>
        </a:xfrm>
        <a:prstGeom prst="rightArrow">
          <a:avLst>
            <a:gd name="adj1" fmla="val 75000"/>
            <a:gd name="adj2" fmla="val 50000"/>
          </a:avLst>
        </a:prstGeom>
        <a:solidFill>
          <a:schemeClr val="accent5">
            <a:tint val="40000"/>
            <a:alpha val="90000"/>
            <a:hueOff val="0"/>
            <a:satOff val="0"/>
            <a:lumOff val="0"/>
            <a:alphaOff val="0"/>
          </a:schemeClr>
        </a:solidFill>
        <a:ln w="9525" cap="flat" cmpd="sng" algn="ctr">
          <a:solidFill>
            <a:schemeClr val="accent5">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430" tIns="11430" rIns="11430" bIns="11430" numCol="1" spcCol="1270" anchor="t" anchorCtr="0">
          <a:noAutofit/>
        </a:bodyPr>
        <a:lstStyle/>
        <a:p>
          <a:pPr marL="171450" lvl="1" indent="-171450" algn="l" defTabSz="800100">
            <a:lnSpc>
              <a:spcPct val="90000"/>
            </a:lnSpc>
            <a:spcBef>
              <a:spcPct val="0"/>
            </a:spcBef>
            <a:spcAft>
              <a:spcPct val="15000"/>
            </a:spcAft>
            <a:buChar char="•"/>
          </a:pPr>
          <a:r>
            <a:rPr lang="en-US" sz="1800" kern="1200">
              <a:solidFill>
                <a:schemeClr val="tx2"/>
              </a:solidFill>
            </a:rPr>
            <a:t>Some text here</a:t>
          </a:r>
          <a:endParaRPr lang="en-US" sz="1800" kern="1200" dirty="0">
            <a:solidFill>
              <a:schemeClr val="tx2"/>
            </a:solidFill>
          </a:endParaRPr>
        </a:p>
        <a:p>
          <a:pPr marL="171450" lvl="1" indent="-171450" algn="l" defTabSz="800100">
            <a:lnSpc>
              <a:spcPct val="90000"/>
            </a:lnSpc>
            <a:spcBef>
              <a:spcPct val="0"/>
            </a:spcBef>
            <a:spcAft>
              <a:spcPct val="15000"/>
            </a:spcAft>
            <a:buChar char="•"/>
          </a:pPr>
          <a:r>
            <a:rPr lang="en-US" sz="1800" kern="1200">
              <a:solidFill>
                <a:schemeClr val="tx2"/>
              </a:solidFill>
            </a:rPr>
            <a:t>Some text here</a:t>
          </a:r>
          <a:endParaRPr lang="en-US" sz="1800" kern="1200" dirty="0">
            <a:solidFill>
              <a:schemeClr val="tx2"/>
            </a:solidFill>
          </a:endParaRPr>
        </a:p>
      </dsp:txBody>
      <dsp:txXfrm>
        <a:off x="3251199" y="2705351"/>
        <a:ext cx="4580753" cy="592094"/>
      </dsp:txXfrm>
    </dsp:sp>
    <dsp:sp modelId="{210F0CD8-2A26-4F53-90E3-993F68C2D920}">
      <dsp:nvSpPr>
        <dsp:cNvPr id="0" name=""/>
        <dsp:cNvSpPr/>
      </dsp:nvSpPr>
      <dsp:spPr>
        <a:xfrm>
          <a:off x="0" y="2606669"/>
          <a:ext cx="3251200" cy="789458"/>
        </a:xfrm>
        <a:prstGeom prst="roundRect">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52400" tIns="76200" rIns="152400" bIns="76200" numCol="1" spcCol="1270" anchor="ctr" anchorCtr="0">
          <a:noAutofit/>
        </a:bodyPr>
        <a:lstStyle/>
        <a:p>
          <a:pPr marL="0" lvl="0" indent="0" algn="ctr" defTabSz="1778000">
            <a:lnSpc>
              <a:spcPct val="90000"/>
            </a:lnSpc>
            <a:spcBef>
              <a:spcPct val="0"/>
            </a:spcBef>
            <a:spcAft>
              <a:spcPct val="35000"/>
            </a:spcAft>
            <a:buNone/>
          </a:pPr>
          <a:r>
            <a:rPr lang="en-US" sz="4000" kern="1200" dirty="0"/>
            <a:t>Lorem Ipsum</a:t>
          </a:r>
        </a:p>
      </dsp:txBody>
      <dsp:txXfrm>
        <a:off x="38538" y="2645207"/>
        <a:ext cx="3174124" cy="712382"/>
      </dsp:txXfrm>
    </dsp:sp>
    <dsp:sp modelId="{E9A6706F-296E-4250-A4DE-C0135677E765}">
      <dsp:nvSpPr>
        <dsp:cNvPr id="0" name=""/>
        <dsp:cNvSpPr/>
      </dsp:nvSpPr>
      <dsp:spPr>
        <a:xfrm>
          <a:off x="3251199" y="3475073"/>
          <a:ext cx="4876800" cy="789458"/>
        </a:xfrm>
        <a:prstGeom prst="rightArrow">
          <a:avLst>
            <a:gd name="adj1" fmla="val 75000"/>
            <a:gd name="adj2" fmla="val 50000"/>
          </a:avLst>
        </a:prstGeom>
        <a:solidFill>
          <a:schemeClr val="accent6">
            <a:tint val="40000"/>
            <a:alpha val="90000"/>
            <a:hueOff val="0"/>
            <a:satOff val="0"/>
            <a:lumOff val="0"/>
            <a:alphaOff val="0"/>
          </a:schemeClr>
        </a:solidFill>
        <a:ln w="9525" cap="flat" cmpd="sng" algn="ctr">
          <a:solidFill>
            <a:schemeClr val="accent6">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430" tIns="11430" rIns="11430" bIns="11430" numCol="1" spcCol="1270" anchor="t" anchorCtr="0">
          <a:noAutofit/>
        </a:bodyPr>
        <a:lstStyle/>
        <a:p>
          <a:pPr marL="171450" lvl="1" indent="-171450" algn="l" defTabSz="800100">
            <a:lnSpc>
              <a:spcPct val="90000"/>
            </a:lnSpc>
            <a:spcBef>
              <a:spcPct val="0"/>
            </a:spcBef>
            <a:spcAft>
              <a:spcPct val="15000"/>
            </a:spcAft>
            <a:buChar char="•"/>
          </a:pPr>
          <a:r>
            <a:rPr lang="en-US" sz="1800" kern="1200">
              <a:solidFill>
                <a:schemeClr val="tx2"/>
              </a:solidFill>
            </a:rPr>
            <a:t>Some text here</a:t>
          </a:r>
          <a:endParaRPr lang="en-US" sz="1800" kern="1200" dirty="0">
            <a:solidFill>
              <a:schemeClr val="tx2"/>
            </a:solidFill>
          </a:endParaRPr>
        </a:p>
        <a:p>
          <a:pPr marL="171450" lvl="1" indent="-171450" algn="l" defTabSz="800100">
            <a:lnSpc>
              <a:spcPct val="90000"/>
            </a:lnSpc>
            <a:spcBef>
              <a:spcPct val="0"/>
            </a:spcBef>
            <a:spcAft>
              <a:spcPct val="15000"/>
            </a:spcAft>
            <a:buChar char="•"/>
          </a:pPr>
          <a:r>
            <a:rPr lang="en-US" sz="1800" kern="1200">
              <a:solidFill>
                <a:schemeClr val="tx2"/>
              </a:solidFill>
            </a:rPr>
            <a:t>Some text here</a:t>
          </a:r>
          <a:endParaRPr lang="en-US" sz="1800" kern="1200" dirty="0">
            <a:solidFill>
              <a:schemeClr val="tx2"/>
            </a:solidFill>
          </a:endParaRPr>
        </a:p>
      </dsp:txBody>
      <dsp:txXfrm>
        <a:off x="3251199" y="3573755"/>
        <a:ext cx="4580753" cy="592094"/>
      </dsp:txXfrm>
    </dsp:sp>
    <dsp:sp modelId="{A66EE0FC-98FD-4D7F-90DE-5F3B386E0D45}">
      <dsp:nvSpPr>
        <dsp:cNvPr id="0" name=""/>
        <dsp:cNvSpPr/>
      </dsp:nvSpPr>
      <dsp:spPr>
        <a:xfrm>
          <a:off x="0" y="3475073"/>
          <a:ext cx="3251200" cy="789458"/>
        </a:xfrm>
        <a:prstGeom prst="roundRect">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52400" tIns="76200" rIns="152400" bIns="76200" numCol="1" spcCol="1270" anchor="ctr" anchorCtr="0">
          <a:noAutofit/>
        </a:bodyPr>
        <a:lstStyle/>
        <a:p>
          <a:pPr marL="0" lvl="0" indent="0" algn="ctr" defTabSz="1778000">
            <a:lnSpc>
              <a:spcPct val="90000"/>
            </a:lnSpc>
            <a:spcBef>
              <a:spcPct val="0"/>
            </a:spcBef>
            <a:spcAft>
              <a:spcPct val="35000"/>
            </a:spcAft>
            <a:buNone/>
          </a:pPr>
          <a:r>
            <a:rPr lang="en-US" sz="4000" kern="1200" dirty="0"/>
            <a:t>Lorem Ipsum</a:t>
          </a:r>
        </a:p>
      </dsp:txBody>
      <dsp:txXfrm>
        <a:off x="38538" y="3513611"/>
        <a:ext cx="3174124" cy="712382"/>
      </dsp:txXfrm>
    </dsp:sp>
  </dsp:spTree>
</dsp:drawing>
</file>

<file path=ppt/diagrams/drawing3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F40F8E-7E22-455B-AF89-1D773F948FA5}">
      <dsp:nvSpPr>
        <dsp:cNvPr id="0" name=""/>
        <dsp:cNvSpPr/>
      </dsp:nvSpPr>
      <dsp:spPr>
        <a:xfrm rot="16200000">
          <a:off x="-1362660" y="1367026"/>
          <a:ext cx="4265990" cy="1531937"/>
        </a:xfrm>
        <a:prstGeom prst="flowChartManualOperation">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0650" tIns="0" rIns="120303" bIns="0" numCol="1" spcCol="1270" anchor="t" anchorCtr="0">
          <a:noAutofit/>
        </a:bodyPr>
        <a:lstStyle/>
        <a:p>
          <a:pPr marL="0" lvl="0" indent="0" algn="l" defTabSz="844550">
            <a:lnSpc>
              <a:spcPct val="90000"/>
            </a:lnSpc>
            <a:spcBef>
              <a:spcPct val="0"/>
            </a:spcBef>
            <a:spcAft>
              <a:spcPct val="35000"/>
            </a:spcAft>
            <a:buNone/>
          </a:pPr>
          <a:r>
            <a:rPr lang="en-US" sz="1900" kern="1200" dirty="0"/>
            <a:t>Lorem Ipsum</a:t>
          </a:r>
        </a:p>
        <a:p>
          <a:pPr marL="114300" lvl="1" indent="-114300" algn="l" defTabSz="666750">
            <a:lnSpc>
              <a:spcPct val="90000"/>
            </a:lnSpc>
            <a:spcBef>
              <a:spcPct val="0"/>
            </a:spcBef>
            <a:spcAft>
              <a:spcPct val="15000"/>
            </a:spcAft>
            <a:buChar char="•"/>
          </a:pPr>
          <a:r>
            <a:rPr lang="en-US" sz="1500" kern="1200" dirty="0"/>
            <a:t>Some text here</a:t>
          </a:r>
        </a:p>
        <a:p>
          <a:pPr marL="114300" lvl="1" indent="-114300" algn="l" defTabSz="666750">
            <a:lnSpc>
              <a:spcPct val="90000"/>
            </a:lnSpc>
            <a:spcBef>
              <a:spcPct val="0"/>
            </a:spcBef>
            <a:spcAft>
              <a:spcPct val="15000"/>
            </a:spcAft>
            <a:buChar char="•"/>
          </a:pPr>
          <a:r>
            <a:rPr lang="en-US" sz="1500" kern="1200" dirty="0"/>
            <a:t>Some text here</a:t>
          </a:r>
        </a:p>
        <a:p>
          <a:pPr marL="114300" lvl="1" indent="-114300" algn="l" defTabSz="666750">
            <a:lnSpc>
              <a:spcPct val="90000"/>
            </a:lnSpc>
            <a:spcBef>
              <a:spcPct val="0"/>
            </a:spcBef>
            <a:spcAft>
              <a:spcPct val="15000"/>
            </a:spcAft>
            <a:buChar char="•"/>
          </a:pPr>
          <a:r>
            <a:rPr lang="en-US" sz="1500" kern="1200" dirty="0"/>
            <a:t>Some text here</a:t>
          </a:r>
        </a:p>
        <a:p>
          <a:pPr marL="114300" lvl="1" indent="-114300" algn="l" defTabSz="666750">
            <a:lnSpc>
              <a:spcPct val="90000"/>
            </a:lnSpc>
            <a:spcBef>
              <a:spcPct val="0"/>
            </a:spcBef>
            <a:spcAft>
              <a:spcPct val="15000"/>
            </a:spcAft>
            <a:buChar char="•"/>
          </a:pPr>
          <a:r>
            <a:rPr lang="en-US" sz="1500" kern="1200" dirty="0"/>
            <a:t>Some text here</a:t>
          </a:r>
        </a:p>
      </dsp:txBody>
      <dsp:txXfrm rot="5400000">
        <a:off x="4366" y="853198"/>
        <a:ext cx="1531937" cy="2559594"/>
      </dsp:txXfrm>
    </dsp:sp>
    <dsp:sp modelId="{6AF79292-BB87-42FA-8526-3B5E849B28BE}">
      <dsp:nvSpPr>
        <dsp:cNvPr id="0" name=""/>
        <dsp:cNvSpPr/>
      </dsp:nvSpPr>
      <dsp:spPr>
        <a:xfrm rot="16200000">
          <a:off x="284172" y="1367026"/>
          <a:ext cx="4265990" cy="1531937"/>
        </a:xfrm>
        <a:prstGeom prst="flowChartManualOperation">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0650" tIns="0" rIns="120303" bIns="0" numCol="1" spcCol="1270" anchor="t" anchorCtr="0">
          <a:noAutofit/>
        </a:bodyPr>
        <a:lstStyle/>
        <a:p>
          <a:pPr marL="0" lvl="0" indent="0" algn="l" defTabSz="844550">
            <a:lnSpc>
              <a:spcPct val="90000"/>
            </a:lnSpc>
            <a:spcBef>
              <a:spcPct val="0"/>
            </a:spcBef>
            <a:spcAft>
              <a:spcPct val="35000"/>
            </a:spcAft>
            <a:buNone/>
          </a:pPr>
          <a:r>
            <a:rPr lang="en-US" sz="1900" kern="1200" dirty="0"/>
            <a:t>Lorem Ipsum</a:t>
          </a:r>
        </a:p>
        <a:p>
          <a:pPr marL="114300" lvl="1" indent="-114300" algn="l" defTabSz="666750">
            <a:lnSpc>
              <a:spcPct val="90000"/>
            </a:lnSpc>
            <a:spcBef>
              <a:spcPct val="0"/>
            </a:spcBef>
            <a:spcAft>
              <a:spcPct val="15000"/>
            </a:spcAft>
            <a:buChar char="•"/>
          </a:pPr>
          <a:r>
            <a:rPr lang="en-US" sz="1500" kern="1200" dirty="0"/>
            <a:t>Some text here</a:t>
          </a:r>
        </a:p>
        <a:p>
          <a:pPr marL="114300" lvl="1" indent="-114300" algn="l" defTabSz="666750">
            <a:lnSpc>
              <a:spcPct val="90000"/>
            </a:lnSpc>
            <a:spcBef>
              <a:spcPct val="0"/>
            </a:spcBef>
            <a:spcAft>
              <a:spcPct val="15000"/>
            </a:spcAft>
            <a:buChar char="•"/>
          </a:pPr>
          <a:r>
            <a:rPr lang="en-US" sz="1500" kern="1200" dirty="0"/>
            <a:t>Some text here</a:t>
          </a:r>
        </a:p>
        <a:p>
          <a:pPr marL="114300" lvl="1" indent="-114300" algn="l" defTabSz="666750">
            <a:lnSpc>
              <a:spcPct val="90000"/>
            </a:lnSpc>
            <a:spcBef>
              <a:spcPct val="0"/>
            </a:spcBef>
            <a:spcAft>
              <a:spcPct val="15000"/>
            </a:spcAft>
            <a:buChar char="•"/>
          </a:pPr>
          <a:r>
            <a:rPr lang="en-US" sz="1500" kern="1200" dirty="0"/>
            <a:t>Some text here</a:t>
          </a:r>
        </a:p>
        <a:p>
          <a:pPr marL="114300" lvl="1" indent="-114300" algn="l" defTabSz="666750">
            <a:lnSpc>
              <a:spcPct val="90000"/>
            </a:lnSpc>
            <a:spcBef>
              <a:spcPct val="0"/>
            </a:spcBef>
            <a:spcAft>
              <a:spcPct val="15000"/>
            </a:spcAft>
            <a:buChar char="•"/>
          </a:pPr>
          <a:r>
            <a:rPr lang="en-US" sz="1500" kern="1200" dirty="0"/>
            <a:t>Some text here</a:t>
          </a:r>
        </a:p>
      </dsp:txBody>
      <dsp:txXfrm rot="5400000">
        <a:off x="1651198" y="853198"/>
        <a:ext cx="1531937" cy="2559594"/>
      </dsp:txXfrm>
    </dsp:sp>
    <dsp:sp modelId="{857E8C3D-72CC-4ECD-9D2A-F5D125F46F0F}">
      <dsp:nvSpPr>
        <dsp:cNvPr id="0" name=""/>
        <dsp:cNvSpPr/>
      </dsp:nvSpPr>
      <dsp:spPr>
        <a:xfrm rot="16200000">
          <a:off x="1931005" y="1367026"/>
          <a:ext cx="4265990" cy="1531937"/>
        </a:xfrm>
        <a:prstGeom prst="flowChartManualOperation">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0650" tIns="0" rIns="120303" bIns="0" numCol="1" spcCol="1270" anchor="t" anchorCtr="0">
          <a:noAutofit/>
        </a:bodyPr>
        <a:lstStyle/>
        <a:p>
          <a:pPr marL="0" lvl="0" indent="0" algn="l" defTabSz="844550">
            <a:lnSpc>
              <a:spcPct val="90000"/>
            </a:lnSpc>
            <a:spcBef>
              <a:spcPct val="0"/>
            </a:spcBef>
            <a:spcAft>
              <a:spcPct val="35000"/>
            </a:spcAft>
            <a:buNone/>
          </a:pPr>
          <a:r>
            <a:rPr lang="en-US" sz="1900" kern="1200" dirty="0"/>
            <a:t>Lorem Ipsum</a:t>
          </a:r>
        </a:p>
        <a:p>
          <a:pPr marL="114300" lvl="1" indent="-114300" algn="l" defTabSz="666750">
            <a:lnSpc>
              <a:spcPct val="90000"/>
            </a:lnSpc>
            <a:spcBef>
              <a:spcPct val="0"/>
            </a:spcBef>
            <a:spcAft>
              <a:spcPct val="15000"/>
            </a:spcAft>
            <a:buChar char="•"/>
          </a:pPr>
          <a:r>
            <a:rPr lang="en-US" sz="1500" kern="1200" dirty="0"/>
            <a:t>Some text here</a:t>
          </a:r>
        </a:p>
        <a:p>
          <a:pPr marL="114300" lvl="1" indent="-114300" algn="l" defTabSz="666750">
            <a:lnSpc>
              <a:spcPct val="90000"/>
            </a:lnSpc>
            <a:spcBef>
              <a:spcPct val="0"/>
            </a:spcBef>
            <a:spcAft>
              <a:spcPct val="15000"/>
            </a:spcAft>
            <a:buChar char="•"/>
          </a:pPr>
          <a:r>
            <a:rPr lang="en-US" sz="1500" kern="1200" dirty="0"/>
            <a:t>Some text here</a:t>
          </a:r>
        </a:p>
        <a:p>
          <a:pPr marL="114300" lvl="1" indent="-114300" algn="l" defTabSz="666750">
            <a:lnSpc>
              <a:spcPct val="90000"/>
            </a:lnSpc>
            <a:spcBef>
              <a:spcPct val="0"/>
            </a:spcBef>
            <a:spcAft>
              <a:spcPct val="15000"/>
            </a:spcAft>
            <a:buChar char="•"/>
          </a:pPr>
          <a:r>
            <a:rPr lang="en-US" sz="1500" kern="1200" dirty="0"/>
            <a:t>Some text here</a:t>
          </a:r>
        </a:p>
        <a:p>
          <a:pPr marL="114300" lvl="1" indent="-114300" algn="l" defTabSz="666750">
            <a:lnSpc>
              <a:spcPct val="90000"/>
            </a:lnSpc>
            <a:spcBef>
              <a:spcPct val="0"/>
            </a:spcBef>
            <a:spcAft>
              <a:spcPct val="15000"/>
            </a:spcAft>
            <a:buChar char="•"/>
          </a:pPr>
          <a:r>
            <a:rPr lang="en-US" sz="1500" kern="1200" dirty="0"/>
            <a:t>Some text here</a:t>
          </a:r>
        </a:p>
      </dsp:txBody>
      <dsp:txXfrm rot="5400000">
        <a:off x="3298031" y="853198"/>
        <a:ext cx="1531937" cy="2559594"/>
      </dsp:txXfrm>
    </dsp:sp>
    <dsp:sp modelId="{D9DDF4F4-A50B-4176-8445-40D3020C5360}">
      <dsp:nvSpPr>
        <dsp:cNvPr id="0" name=""/>
        <dsp:cNvSpPr/>
      </dsp:nvSpPr>
      <dsp:spPr>
        <a:xfrm rot="16200000">
          <a:off x="3577837" y="1367026"/>
          <a:ext cx="4265990" cy="1531937"/>
        </a:xfrm>
        <a:prstGeom prst="flowChartManualOperation">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0650" tIns="0" rIns="120303" bIns="0" numCol="1" spcCol="1270" anchor="t" anchorCtr="0">
          <a:noAutofit/>
        </a:bodyPr>
        <a:lstStyle/>
        <a:p>
          <a:pPr marL="0" lvl="0" indent="0" algn="l" defTabSz="844550">
            <a:lnSpc>
              <a:spcPct val="90000"/>
            </a:lnSpc>
            <a:spcBef>
              <a:spcPct val="0"/>
            </a:spcBef>
            <a:spcAft>
              <a:spcPct val="35000"/>
            </a:spcAft>
            <a:buNone/>
          </a:pPr>
          <a:r>
            <a:rPr lang="en-US" sz="1900" kern="1200" dirty="0"/>
            <a:t>Lorem Ipsum</a:t>
          </a:r>
        </a:p>
        <a:p>
          <a:pPr marL="114300" lvl="1" indent="-114300" algn="l" defTabSz="666750">
            <a:lnSpc>
              <a:spcPct val="90000"/>
            </a:lnSpc>
            <a:spcBef>
              <a:spcPct val="0"/>
            </a:spcBef>
            <a:spcAft>
              <a:spcPct val="15000"/>
            </a:spcAft>
            <a:buChar char="•"/>
          </a:pPr>
          <a:r>
            <a:rPr lang="en-US" sz="1500" kern="1200" dirty="0"/>
            <a:t>Some text here</a:t>
          </a:r>
        </a:p>
        <a:p>
          <a:pPr marL="114300" lvl="1" indent="-114300" algn="l" defTabSz="666750">
            <a:lnSpc>
              <a:spcPct val="90000"/>
            </a:lnSpc>
            <a:spcBef>
              <a:spcPct val="0"/>
            </a:spcBef>
            <a:spcAft>
              <a:spcPct val="15000"/>
            </a:spcAft>
            <a:buChar char="•"/>
          </a:pPr>
          <a:r>
            <a:rPr lang="en-US" sz="1500" kern="1200" dirty="0"/>
            <a:t>Some text here</a:t>
          </a:r>
        </a:p>
        <a:p>
          <a:pPr marL="114300" lvl="1" indent="-114300" algn="l" defTabSz="666750">
            <a:lnSpc>
              <a:spcPct val="90000"/>
            </a:lnSpc>
            <a:spcBef>
              <a:spcPct val="0"/>
            </a:spcBef>
            <a:spcAft>
              <a:spcPct val="15000"/>
            </a:spcAft>
            <a:buChar char="•"/>
          </a:pPr>
          <a:r>
            <a:rPr lang="en-US" sz="1500" kern="1200" dirty="0"/>
            <a:t>Some text here</a:t>
          </a:r>
        </a:p>
        <a:p>
          <a:pPr marL="114300" lvl="1" indent="-114300" algn="l" defTabSz="666750">
            <a:lnSpc>
              <a:spcPct val="90000"/>
            </a:lnSpc>
            <a:spcBef>
              <a:spcPct val="0"/>
            </a:spcBef>
            <a:spcAft>
              <a:spcPct val="15000"/>
            </a:spcAft>
            <a:buChar char="•"/>
          </a:pPr>
          <a:r>
            <a:rPr lang="en-US" sz="1500" kern="1200" dirty="0"/>
            <a:t>Some text here</a:t>
          </a:r>
        </a:p>
      </dsp:txBody>
      <dsp:txXfrm rot="5400000">
        <a:off x="4944863" y="853198"/>
        <a:ext cx="1531937" cy="2559594"/>
      </dsp:txXfrm>
    </dsp:sp>
    <dsp:sp modelId="{2561F953-EB9E-4037-8B6C-B7AC8AD7244D}">
      <dsp:nvSpPr>
        <dsp:cNvPr id="0" name=""/>
        <dsp:cNvSpPr/>
      </dsp:nvSpPr>
      <dsp:spPr>
        <a:xfrm rot="16200000">
          <a:off x="5224670" y="1367026"/>
          <a:ext cx="4265990" cy="1531937"/>
        </a:xfrm>
        <a:prstGeom prst="flowChartManualOperation">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0650" tIns="0" rIns="120303" bIns="0" numCol="1" spcCol="1270" anchor="t" anchorCtr="0">
          <a:noAutofit/>
        </a:bodyPr>
        <a:lstStyle/>
        <a:p>
          <a:pPr marL="0" lvl="0" indent="0" algn="l" defTabSz="844550">
            <a:lnSpc>
              <a:spcPct val="90000"/>
            </a:lnSpc>
            <a:spcBef>
              <a:spcPct val="0"/>
            </a:spcBef>
            <a:spcAft>
              <a:spcPct val="35000"/>
            </a:spcAft>
            <a:buNone/>
          </a:pPr>
          <a:r>
            <a:rPr lang="en-US" sz="1900" kern="1200"/>
            <a:t>Lorem Ipsum</a:t>
          </a:r>
          <a:endParaRPr lang="en-US" sz="1900" kern="1200" dirty="0"/>
        </a:p>
        <a:p>
          <a:pPr marL="114300" lvl="1" indent="-114300" algn="l" defTabSz="666750">
            <a:lnSpc>
              <a:spcPct val="90000"/>
            </a:lnSpc>
            <a:spcBef>
              <a:spcPct val="0"/>
            </a:spcBef>
            <a:spcAft>
              <a:spcPct val="15000"/>
            </a:spcAft>
            <a:buChar char="•"/>
          </a:pPr>
          <a:r>
            <a:rPr lang="en-US" sz="1500" kern="1200" dirty="0"/>
            <a:t>Some text here</a:t>
          </a:r>
        </a:p>
        <a:p>
          <a:pPr marL="114300" lvl="1" indent="-114300" algn="l" defTabSz="666750">
            <a:lnSpc>
              <a:spcPct val="90000"/>
            </a:lnSpc>
            <a:spcBef>
              <a:spcPct val="0"/>
            </a:spcBef>
            <a:spcAft>
              <a:spcPct val="15000"/>
            </a:spcAft>
            <a:buChar char="•"/>
          </a:pPr>
          <a:r>
            <a:rPr lang="en-US" sz="1500" kern="1200" dirty="0"/>
            <a:t>Some text here</a:t>
          </a:r>
        </a:p>
        <a:p>
          <a:pPr marL="114300" lvl="1" indent="-114300" algn="l" defTabSz="666750">
            <a:lnSpc>
              <a:spcPct val="90000"/>
            </a:lnSpc>
            <a:spcBef>
              <a:spcPct val="0"/>
            </a:spcBef>
            <a:spcAft>
              <a:spcPct val="15000"/>
            </a:spcAft>
            <a:buChar char="•"/>
          </a:pPr>
          <a:r>
            <a:rPr lang="en-US" sz="1500" kern="1200" dirty="0"/>
            <a:t>Some text here</a:t>
          </a:r>
        </a:p>
        <a:p>
          <a:pPr marL="114300" lvl="1" indent="-114300" algn="l" defTabSz="666750">
            <a:lnSpc>
              <a:spcPct val="90000"/>
            </a:lnSpc>
            <a:spcBef>
              <a:spcPct val="0"/>
            </a:spcBef>
            <a:spcAft>
              <a:spcPct val="15000"/>
            </a:spcAft>
            <a:buChar char="•"/>
          </a:pPr>
          <a:r>
            <a:rPr lang="en-US" sz="1500" kern="1200" dirty="0"/>
            <a:t>Some text here</a:t>
          </a:r>
        </a:p>
      </dsp:txBody>
      <dsp:txXfrm rot="5400000">
        <a:off x="6591696" y="853198"/>
        <a:ext cx="1531937" cy="2559594"/>
      </dsp:txXfrm>
    </dsp:sp>
  </dsp:spTree>
</dsp:drawing>
</file>

<file path=ppt/diagrams/drawing3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AB5ACA-2C70-4434-BD92-90049076F016}">
      <dsp:nvSpPr>
        <dsp:cNvPr id="0" name=""/>
        <dsp:cNvSpPr/>
      </dsp:nvSpPr>
      <dsp:spPr>
        <a:xfrm>
          <a:off x="3349548" y="1105938"/>
          <a:ext cx="1429715" cy="3028664"/>
        </a:xfrm>
        <a:prstGeom prst="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0" rIns="160020" bIns="35560" numCol="1" spcCol="1270" anchor="ctr" anchorCtr="0">
          <a:noAutofit/>
        </a:bodyPr>
        <a:lstStyle/>
        <a:p>
          <a:pPr marL="0" lvl="0" indent="0" algn="r" defTabSz="1244600">
            <a:lnSpc>
              <a:spcPct val="90000"/>
            </a:lnSpc>
            <a:spcBef>
              <a:spcPct val="0"/>
            </a:spcBef>
            <a:spcAft>
              <a:spcPct val="35000"/>
            </a:spcAft>
            <a:buNone/>
          </a:pPr>
          <a:r>
            <a:rPr lang="en-US" sz="2800" b="1" kern="1200" dirty="0"/>
            <a:t>Lorem Ipsum</a:t>
          </a:r>
        </a:p>
      </dsp:txBody>
      <dsp:txXfrm rot="16200000">
        <a:off x="3188512" y="2282974"/>
        <a:ext cx="2725798" cy="371725"/>
      </dsp:txXfrm>
    </dsp:sp>
    <dsp:sp modelId="{85C19574-E375-4D08-A775-74C3AA246359}">
      <dsp:nvSpPr>
        <dsp:cNvPr id="0" name=""/>
        <dsp:cNvSpPr/>
      </dsp:nvSpPr>
      <dsp:spPr>
        <a:xfrm>
          <a:off x="1788972" y="596651"/>
          <a:ext cx="1429715" cy="3537951"/>
        </a:xfrm>
        <a:prstGeom prst="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0" rIns="160020" bIns="35560" numCol="1" spcCol="1270" anchor="ctr" anchorCtr="0">
          <a:noAutofit/>
        </a:bodyPr>
        <a:lstStyle/>
        <a:p>
          <a:pPr marL="0" lvl="0" indent="0" algn="r" defTabSz="1244600">
            <a:lnSpc>
              <a:spcPct val="90000"/>
            </a:lnSpc>
            <a:spcBef>
              <a:spcPct val="0"/>
            </a:spcBef>
            <a:spcAft>
              <a:spcPct val="35000"/>
            </a:spcAft>
            <a:buNone/>
          </a:pPr>
          <a:r>
            <a:rPr lang="en-US" sz="2800" b="1" kern="1200" dirty="0"/>
            <a:t>Lorem Ipsum</a:t>
          </a:r>
        </a:p>
      </dsp:txBody>
      <dsp:txXfrm rot="16200000">
        <a:off x="1398757" y="2002866"/>
        <a:ext cx="3184156" cy="371725"/>
      </dsp:txXfrm>
    </dsp:sp>
    <dsp:sp modelId="{3D91733C-BD27-4FBA-9F3F-BB18274B9484}">
      <dsp:nvSpPr>
        <dsp:cNvPr id="0" name=""/>
        <dsp:cNvSpPr/>
      </dsp:nvSpPr>
      <dsp:spPr>
        <a:xfrm>
          <a:off x="4909311" y="1623707"/>
          <a:ext cx="1429715" cy="2510895"/>
        </a:xfrm>
        <a:prstGeom prst="rect">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0" rIns="160020" bIns="35560" numCol="1" spcCol="1270" anchor="ctr" anchorCtr="0">
          <a:noAutofit/>
        </a:bodyPr>
        <a:lstStyle/>
        <a:p>
          <a:pPr marL="0" lvl="0" indent="0" algn="r" defTabSz="1244600">
            <a:lnSpc>
              <a:spcPct val="90000"/>
            </a:lnSpc>
            <a:spcBef>
              <a:spcPct val="0"/>
            </a:spcBef>
            <a:spcAft>
              <a:spcPct val="35000"/>
            </a:spcAft>
            <a:buNone/>
          </a:pPr>
          <a:r>
            <a:rPr lang="en-US" sz="2800" b="1" kern="1200" dirty="0"/>
            <a:t>Lorem Ipsum</a:t>
          </a:r>
        </a:p>
      </dsp:txBody>
      <dsp:txXfrm rot="16200000">
        <a:off x="4981271" y="2567747"/>
        <a:ext cx="2259806" cy="371725"/>
      </dsp:txXfrm>
    </dsp:sp>
    <dsp:sp modelId="{E8AD39AD-18FF-4F8C-8BB7-367DF8A4A274}">
      <dsp:nvSpPr>
        <dsp:cNvPr id="0" name=""/>
        <dsp:cNvSpPr/>
      </dsp:nvSpPr>
      <dsp:spPr>
        <a:xfrm>
          <a:off x="228396" y="113616"/>
          <a:ext cx="1429715" cy="4019371"/>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0" rIns="160020" bIns="35560" numCol="1" spcCol="1270" anchor="ctr" anchorCtr="0">
          <a:noAutofit/>
        </a:bodyPr>
        <a:lstStyle/>
        <a:p>
          <a:pPr marL="0" lvl="0" indent="0" algn="r" defTabSz="1244600">
            <a:lnSpc>
              <a:spcPct val="90000"/>
            </a:lnSpc>
            <a:spcBef>
              <a:spcPct val="0"/>
            </a:spcBef>
            <a:spcAft>
              <a:spcPct val="35000"/>
            </a:spcAft>
            <a:buNone/>
          </a:pPr>
          <a:r>
            <a:rPr lang="en-US" sz="2800" b="1" kern="1200" dirty="0"/>
            <a:t>Lorem Ipsum</a:t>
          </a:r>
        </a:p>
      </dsp:txBody>
      <dsp:txXfrm rot="16200000">
        <a:off x="-378457" y="1736470"/>
        <a:ext cx="3617434" cy="371725"/>
      </dsp:txXfrm>
    </dsp:sp>
    <dsp:sp modelId="{7ED38F69-AD48-48AB-B15B-6B64578006E0}">
      <dsp:nvSpPr>
        <dsp:cNvPr id="0" name=""/>
        <dsp:cNvSpPr/>
      </dsp:nvSpPr>
      <dsp:spPr>
        <a:xfrm>
          <a:off x="6469888" y="2132995"/>
          <a:ext cx="1429715" cy="2001608"/>
        </a:xfrm>
        <a:prstGeom prst="rect">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0" rIns="114300" bIns="25400" numCol="1" spcCol="1270" anchor="ctr" anchorCtr="0">
          <a:noAutofit/>
        </a:bodyPr>
        <a:lstStyle/>
        <a:p>
          <a:pPr marL="0" lvl="0" indent="0" algn="r" defTabSz="889000">
            <a:lnSpc>
              <a:spcPct val="90000"/>
            </a:lnSpc>
            <a:spcBef>
              <a:spcPct val="0"/>
            </a:spcBef>
            <a:spcAft>
              <a:spcPct val="35000"/>
            </a:spcAft>
            <a:buNone/>
          </a:pPr>
          <a:r>
            <a:rPr lang="en-US" sz="2000" b="1" kern="1200" dirty="0"/>
            <a:t>Lorem Ipsum</a:t>
          </a:r>
        </a:p>
      </dsp:txBody>
      <dsp:txXfrm rot="16200000">
        <a:off x="6771027" y="2847855"/>
        <a:ext cx="1801447" cy="371725"/>
      </dsp:txXfrm>
    </dsp:sp>
    <dsp:sp modelId="{859A89F4-CD5A-4238-9E6C-542650B805F9}">
      <dsp:nvSpPr>
        <dsp:cNvPr id="0" name=""/>
        <dsp:cNvSpPr/>
      </dsp:nvSpPr>
      <dsp:spPr>
        <a:xfrm>
          <a:off x="228396" y="113616"/>
          <a:ext cx="1015097" cy="4038757"/>
        </a:xfrm>
        <a:prstGeom prst="rect">
          <a:avLst/>
        </a:prstGeom>
        <a:noFill/>
        <a:ln>
          <a:noFill/>
        </a:ln>
        <a:effectLst>
          <a:outerShdw blurRad="40000" dist="23000" dir="5400000" rotWithShape="0">
            <a:srgbClr val="000000">
              <a:alpha val="35000"/>
            </a:srgbClr>
          </a:outerShdw>
        </a:effectLst>
        <a:sp3d/>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t>Some text here</a:t>
          </a:r>
        </a:p>
        <a:p>
          <a:pPr marL="0" lvl="0" indent="0" algn="l" defTabSz="800100">
            <a:lnSpc>
              <a:spcPct val="90000"/>
            </a:lnSpc>
            <a:spcBef>
              <a:spcPct val="0"/>
            </a:spcBef>
            <a:spcAft>
              <a:spcPct val="35000"/>
            </a:spcAft>
            <a:buNone/>
          </a:pPr>
          <a:r>
            <a:rPr lang="en-US" sz="1800" kern="1200" dirty="0"/>
            <a:t>Some text here</a:t>
          </a:r>
        </a:p>
        <a:p>
          <a:pPr marL="0" lvl="0" indent="0" algn="l" defTabSz="800100">
            <a:lnSpc>
              <a:spcPct val="90000"/>
            </a:lnSpc>
            <a:spcBef>
              <a:spcPct val="0"/>
            </a:spcBef>
            <a:spcAft>
              <a:spcPct val="35000"/>
            </a:spcAft>
            <a:buNone/>
          </a:pPr>
          <a:r>
            <a:rPr lang="en-US" sz="1800" kern="1200" dirty="0"/>
            <a:t>Some text here</a:t>
          </a:r>
        </a:p>
        <a:p>
          <a:pPr marL="0" lvl="0" indent="0" algn="l" defTabSz="800100">
            <a:lnSpc>
              <a:spcPct val="90000"/>
            </a:lnSpc>
            <a:spcBef>
              <a:spcPct val="0"/>
            </a:spcBef>
            <a:spcAft>
              <a:spcPct val="35000"/>
            </a:spcAft>
            <a:buNone/>
          </a:pPr>
          <a:r>
            <a:rPr lang="en-US" sz="1800" kern="1200" dirty="0"/>
            <a:t>Some text here</a:t>
          </a:r>
        </a:p>
      </dsp:txBody>
      <dsp:txXfrm>
        <a:off x="228396" y="113616"/>
        <a:ext cx="1015097" cy="4038757"/>
      </dsp:txXfrm>
    </dsp:sp>
    <dsp:sp modelId="{D3DD83C6-6935-4300-919D-730C5DF9B05E}">
      <dsp:nvSpPr>
        <dsp:cNvPr id="0" name=""/>
        <dsp:cNvSpPr/>
      </dsp:nvSpPr>
      <dsp:spPr>
        <a:xfrm>
          <a:off x="1788972" y="595036"/>
          <a:ext cx="1015097" cy="3537951"/>
        </a:xfrm>
        <a:prstGeom prst="rect">
          <a:avLst/>
        </a:prstGeom>
        <a:noFill/>
        <a:ln>
          <a:noFill/>
        </a:ln>
        <a:effectLst>
          <a:outerShdw blurRad="40000" dist="23000" dir="5400000" rotWithShape="0">
            <a:srgbClr val="000000">
              <a:alpha val="35000"/>
            </a:srgbClr>
          </a:outerShdw>
        </a:effectLst>
        <a:sp3d/>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t>Some text here</a:t>
          </a:r>
        </a:p>
        <a:p>
          <a:pPr marL="0" lvl="0" indent="0" algn="l" defTabSz="800100">
            <a:lnSpc>
              <a:spcPct val="90000"/>
            </a:lnSpc>
            <a:spcBef>
              <a:spcPct val="0"/>
            </a:spcBef>
            <a:spcAft>
              <a:spcPct val="35000"/>
            </a:spcAft>
            <a:buNone/>
          </a:pPr>
          <a:r>
            <a:rPr lang="en-US" sz="1800" kern="1200" dirty="0"/>
            <a:t>Some text here</a:t>
          </a:r>
        </a:p>
        <a:p>
          <a:pPr marL="0" lvl="0" indent="0" algn="l" defTabSz="800100">
            <a:lnSpc>
              <a:spcPct val="90000"/>
            </a:lnSpc>
            <a:spcBef>
              <a:spcPct val="0"/>
            </a:spcBef>
            <a:spcAft>
              <a:spcPct val="35000"/>
            </a:spcAft>
            <a:buNone/>
          </a:pPr>
          <a:r>
            <a:rPr lang="en-US" sz="1800" kern="1200" dirty="0"/>
            <a:t>Some text here</a:t>
          </a:r>
        </a:p>
        <a:p>
          <a:pPr marL="0" lvl="0" indent="0" algn="l" defTabSz="800100">
            <a:lnSpc>
              <a:spcPct val="90000"/>
            </a:lnSpc>
            <a:spcBef>
              <a:spcPct val="0"/>
            </a:spcBef>
            <a:spcAft>
              <a:spcPct val="35000"/>
            </a:spcAft>
            <a:buNone/>
          </a:pPr>
          <a:r>
            <a:rPr lang="en-US" sz="1800" kern="1200" dirty="0"/>
            <a:t>Some text here</a:t>
          </a:r>
        </a:p>
      </dsp:txBody>
      <dsp:txXfrm>
        <a:off x="1788972" y="595036"/>
        <a:ext cx="1015097" cy="3537951"/>
      </dsp:txXfrm>
    </dsp:sp>
    <dsp:sp modelId="{09EA919D-9FC0-4D0B-AB02-18DEC8B580DC}">
      <dsp:nvSpPr>
        <dsp:cNvPr id="0" name=""/>
        <dsp:cNvSpPr/>
      </dsp:nvSpPr>
      <dsp:spPr>
        <a:xfrm>
          <a:off x="3349548" y="1105938"/>
          <a:ext cx="1015097" cy="3028664"/>
        </a:xfrm>
        <a:prstGeom prst="rect">
          <a:avLst/>
        </a:prstGeom>
        <a:noFill/>
        <a:ln>
          <a:noFill/>
        </a:ln>
        <a:effectLst>
          <a:outerShdw blurRad="40000" dist="23000" dir="5400000" rotWithShape="0">
            <a:srgbClr val="000000">
              <a:alpha val="35000"/>
            </a:srgbClr>
          </a:outerShdw>
        </a:effectLst>
        <a:sp3d/>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t>Some text here</a:t>
          </a:r>
        </a:p>
        <a:p>
          <a:pPr marL="0" lvl="0" indent="0" algn="l" defTabSz="800100">
            <a:lnSpc>
              <a:spcPct val="90000"/>
            </a:lnSpc>
            <a:spcBef>
              <a:spcPct val="0"/>
            </a:spcBef>
            <a:spcAft>
              <a:spcPct val="35000"/>
            </a:spcAft>
            <a:buNone/>
          </a:pPr>
          <a:r>
            <a:rPr lang="en-US" sz="1800" kern="1200" dirty="0"/>
            <a:t>Some text here</a:t>
          </a:r>
        </a:p>
        <a:p>
          <a:pPr marL="0" lvl="0" indent="0" algn="l" defTabSz="800100">
            <a:lnSpc>
              <a:spcPct val="90000"/>
            </a:lnSpc>
            <a:spcBef>
              <a:spcPct val="0"/>
            </a:spcBef>
            <a:spcAft>
              <a:spcPct val="35000"/>
            </a:spcAft>
            <a:buNone/>
          </a:pPr>
          <a:r>
            <a:rPr lang="en-US" sz="1800" kern="1200" dirty="0"/>
            <a:t>Some text here</a:t>
          </a:r>
        </a:p>
        <a:p>
          <a:pPr marL="0" lvl="0" indent="0" algn="l" defTabSz="800100">
            <a:lnSpc>
              <a:spcPct val="90000"/>
            </a:lnSpc>
            <a:spcBef>
              <a:spcPct val="0"/>
            </a:spcBef>
            <a:spcAft>
              <a:spcPct val="35000"/>
            </a:spcAft>
            <a:buNone/>
          </a:pPr>
          <a:r>
            <a:rPr lang="en-US" sz="1800" kern="1200" dirty="0"/>
            <a:t>Some text here</a:t>
          </a:r>
        </a:p>
      </dsp:txBody>
      <dsp:txXfrm>
        <a:off x="3349548" y="1105938"/>
        <a:ext cx="1015097" cy="3028664"/>
      </dsp:txXfrm>
    </dsp:sp>
    <dsp:sp modelId="{A43B265C-D854-4B51-AB5D-1CA9DA712537}">
      <dsp:nvSpPr>
        <dsp:cNvPr id="0" name=""/>
        <dsp:cNvSpPr/>
      </dsp:nvSpPr>
      <dsp:spPr>
        <a:xfrm>
          <a:off x="4909311" y="1623707"/>
          <a:ext cx="1015097" cy="2510895"/>
        </a:xfrm>
        <a:prstGeom prst="rect">
          <a:avLst/>
        </a:prstGeom>
        <a:noFill/>
        <a:ln>
          <a:noFill/>
        </a:ln>
        <a:effectLst>
          <a:outerShdw blurRad="40000" dist="23000" dir="5400000" rotWithShape="0">
            <a:srgbClr val="000000">
              <a:alpha val="35000"/>
            </a:srgbClr>
          </a:outerShdw>
        </a:effectLst>
        <a:sp3d/>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t>Some text here</a:t>
          </a:r>
          <a:endParaRPr lang="en-US" sz="1800" kern="1200" dirty="0"/>
        </a:p>
        <a:p>
          <a:pPr marL="0" lvl="0" indent="0" algn="l" defTabSz="800100">
            <a:lnSpc>
              <a:spcPct val="90000"/>
            </a:lnSpc>
            <a:spcBef>
              <a:spcPct val="0"/>
            </a:spcBef>
            <a:spcAft>
              <a:spcPct val="35000"/>
            </a:spcAft>
            <a:buNone/>
          </a:pPr>
          <a:r>
            <a:rPr lang="en-US" sz="1800" kern="1200"/>
            <a:t>Some text here</a:t>
          </a:r>
          <a:endParaRPr lang="en-US" sz="1800" kern="1200" dirty="0"/>
        </a:p>
      </dsp:txBody>
      <dsp:txXfrm>
        <a:off x="4909311" y="1623707"/>
        <a:ext cx="1015097" cy="2510895"/>
      </dsp:txXfrm>
    </dsp:sp>
    <dsp:sp modelId="{DE8204A1-3610-40E2-9C28-B5D67D4A46E0}">
      <dsp:nvSpPr>
        <dsp:cNvPr id="0" name=""/>
        <dsp:cNvSpPr/>
      </dsp:nvSpPr>
      <dsp:spPr>
        <a:xfrm>
          <a:off x="6469888" y="2133398"/>
          <a:ext cx="1015097" cy="2001608"/>
        </a:xfrm>
        <a:prstGeom prst="rect">
          <a:avLst/>
        </a:prstGeom>
        <a:noFill/>
        <a:ln>
          <a:noFill/>
        </a:ln>
        <a:effectLst>
          <a:outerShdw blurRad="40000" dist="23000" dir="5400000" rotWithShape="0">
            <a:srgbClr val="000000">
              <a:alpha val="35000"/>
            </a:srgbClr>
          </a:outerShdw>
        </a:effectLst>
        <a:sp3d/>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t>Some text here</a:t>
          </a:r>
          <a:endParaRPr lang="en-US" sz="1800" kern="1200" dirty="0"/>
        </a:p>
        <a:p>
          <a:pPr marL="0" lvl="0" indent="0" algn="l" defTabSz="800100">
            <a:lnSpc>
              <a:spcPct val="90000"/>
            </a:lnSpc>
            <a:spcBef>
              <a:spcPct val="0"/>
            </a:spcBef>
            <a:spcAft>
              <a:spcPct val="35000"/>
            </a:spcAft>
            <a:buNone/>
          </a:pPr>
          <a:r>
            <a:rPr lang="en-US" sz="1800" kern="1200"/>
            <a:t>Some text here</a:t>
          </a:r>
          <a:endParaRPr lang="en-US" sz="1800" kern="1200" dirty="0"/>
        </a:p>
      </dsp:txBody>
      <dsp:txXfrm>
        <a:off x="6469888" y="2133398"/>
        <a:ext cx="1015097" cy="2001608"/>
      </dsp:txXfrm>
    </dsp:sp>
  </dsp:spTree>
</dsp:drawing>
</file>

<file path=ppt/diagrams/drawing3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4C4EC9-6F14-407E-80A0-6666749808EE}">
      <dsp:nvSpPr>
        <dsp:cNvPr id="0" name=""/>
        <dsp:cNvSpPr/>
      </dsp:nvSpPr>
      <dsp:spPr>
        <a:xfrm>
          <a:off x="0" y="0"/>
          <a:ext cx="8128000" cy="1279797"/>
        </a:xfrm>
        <a:prstGeom prst="rect">
          <a:avLst/>
        </a:prstGeom>
        <a:solidFill>
          <a:schemeClr val="accent2">
            <a:shade val="9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txBody>
        <a:bodyPr spcFirstLastPara="0" vert="horz" wrap="square" lIns="224790" tIns="224790" rIns="224790" bIns="224790" numCol="1" spcCol="1270" anchor="ctr" anchorCtr="0">
          <a:noAutofit/>
        </a:bodyPr>
        <a:lstStyle/>
        <a:p>
          <a:pPr marL="0" lvl="0" indent="0" algn="ctr" defTabSz="2622550">
            <a:lnSpc>
              <a:spcPct val="90000"/>
            </a:lnSpc>
            <a:spcBef>
              <a:spcPct val="0"/>
            </a:spcBef>
            <a:spcAft>
              <a:spcPct val="35000"/>
            </a:spcAft>
            <a:buNone/>
          </a:pPr>
          <a:r>
            <a:rPr lang="en-US" sz="5900" kern="1200" dirty="0"/>
            <a:t>LOREM IPSUM</a:t>
          </a:r>
        </a:p>
      </dsp:txBody>
      <dsp:txXfrm>
        <a:off x="0" y="0"/>
        <a:ext cx="8128000" cy="1279797"/>
      </dsp:txXfrm>
    </dsp:sp>
    <dsp:sp modelId="{5EAA0D25-ACA4-49BA-A34C-720503D12D50}">
      <dsp:nvSpPr>
        <dsp:cNvPr id="0" name=""/>
        <dsp:cNvSpPr/>
      </dsp:nvSpPr>
      <dsp:spPr>
        <a:xfrm>
          <a:off x="992" y="1279797"/>
          <a:ext cx="1625203" cy="2687573"/>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0970" tIns="140970" rIns="140970" bIns="140970" numCol="1" spcCol="1270" anchor="t" anchorCtr="0">
          <a:noAutofit/>
        </a:bodyPr>
        <a:lstStyle/>
        <a:p>
          <a:pPr marL="0" lvl="0" indent="0" algn="l" defTabSz="1644650">
            <a:lnSpc>
              <a:spcPct val="90000"/>
            </a:lnSpc>
            <a:spcBef>
              <a:spcPct val="0"/>
            </a:spcBef>
            <a:spcAft>
              <a:spcPct val="35000"/>
            </a:spcAft>
            <a:buNone/>
          </a:pPr>
          <a:r>
            <a:rPr lang="en-US" sz="3700" kern="1200" dirty="0"/>
            <a:t>Level 2</a:t>
          </a:r>
        </a:p>
        <a:p>
          <a:pPr marL="285750" lvl="1" indent="-285750" algn="l" defTabSz="1289050">
            <a:lnSpc>
              <a:spcPct val="90000"/>
            </a:lnSpc>
            <a:spcBef>
              <a:spcPct val="0"/>
            </a:spcBef>
            <a:spcAft>
              <a:spcPct val="15000"/>
            </a:spcAft>
            <a:buChar char="•"/>
          </a:pPr>
          <a:r>
            <a:rPr lang="en-US" sz="2900" kern="1200" dirty="0"/>
            <a:t>Level 3</a:t>
          </a:r>
        </a:p>
      </dsp:txBody>
      <dsp:txXfrm>
        <a:off x="992" y="1279797"/>
        <a:ext cx="1625203" cy="2687573"/>
      </dsp:txXfrm>
    </dsp:sp>
    <dsp:sp modelId="{1D3C5877-9A25-40DD-BC41-0DFB360EB26A}">
      <dsp:nvSpPr>
        <dsp:cNvPr id="0" name=""/>
        <dsp:cNvSpPr/>
      </dsp:nvSpPr>
      <dsp:spPr>
        <a:xfrm>
          <a:off x="1626195" y="1279797"/>
          <a:ext cx="1625203" cy="2687573"/>
        </a:xfrm>
        <a:prstGeom prst="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0970" tIns="140970" rIns="140970" bIns="140970" numCol="1" spcCol="1270" anchor="t" anchorCtr="0">
          <a:noAutofit/>
        </a:bodyPr>
        <a:lstStyle/>
        <a:p>
          <a:pPr marL="0" lvl="0" indent="0" algn="l" defTabSz="1644650">
            <a:lnSpc>
              <a:spcPct val="90000"/>
            </a:lnSpc>
            <a:spcBef>
              <a:spcPct val="0"/>
            </a:spcBef>
            <a:spcAft>
              <a:spcPct val="35000"/>
            </a:spcAft>
            <a:buNone/>
          </a:pPr>
          <a:r>
            <a:rPr lang="en-US" sz="3700" kern="1200" dirty="0"/>
            <a:t>Level 2</a:t>
          </a:r>
        </a:p>
        <a:p>
          <a:pPr marL="285750" lvl="1" indent="-285750" algn="l" defTabSz="1289050">
            <a:lnSpc>
              <a:spcPct val="90000"/>
            </a:lnSpc>
            <a:spcBef>
              <a:spcPct val="0"/>
            </a:spcBef>
            <a:spcAft>
              <a:spcPct val="15000"/>
            </a:spcAft>
            <a:buChar char="•"/>
          </a:pPr>
          <a:r>
            <a:rPr lang="en-US" sz="2900" kern="1200" dirty="0"/>
            <a:t>Level 3</a:t>
          </a:r>
        </a:p>
      </dsp:txBody>
      <dsp:txXfrm>
        <a:off x="1626195" y="1279797"/>
        <a:ext cx="1625203" cy="2687573"/>
      </dsp:txXfrm>
    </dsp:sp>
    <dsp:sp modelId="{96B9B5BB-94A4-4888-A1AA-A9FF6BFFDC42}">
      <dsp:nvSpPr>
        <dsp:cNvPr id="0" name=""/>
        <dsp:cNvSpPr/>
      </dsp:nvSpPr>
      <dsp:spPr>
        <a:xfrm>
          <a:off x="3251398" y="1279797"/>
          <a:ext cx="1625203" cy="2687573"/>
        </a:xfrm>
        <a:prstGeom prst="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0970" tIns="140970" rIns="140970" bIns="140970" numCol="1" spcCol="1270" anchor="t" anchorCtr="0">
          <a:noAutofit/>
        </a:bodyPr>
        <a:lstStyle/>
        <a:p>
          <a:pPr marL="0" lvl="0" indent="0" algn="l" defTabSz="1644650">
            <a:lnSpc>
              <a:spcPct val="90000"/>
            </a:lnSpc>
            <a:spcBef>
              <a:spcPct val="0"/>
            </a:spcBef>
            <a:spcAft>
              <a:spcPct val="35000"/>
            </a:spcAft>
            <a:buNone/>
          </a:pPr>
          <a:r>
            <a:rPr lang="en-US" sz="3700" kern="1200" dirty="0"/>
            <a:t>Level 2</a:t>
          </a:r>
        </a:p>
        <a:p>
          <a:pPr marL="285750" lvl="1" indent="-285750" algn="l" defTabSz="1289050">
            <a:lnSpc>
              <a:spcPct val="90000"/>
            </a:lnSpc>
            <a:spcBef>
              <a:spcPct val="0"/>
            </a:spcBef>
            <a:spcAft>
              <a:spcPct val="15000"/>
            </a:spcAft>
            <a:buChar char="•"/>
          </a:pPr>
          <a:r>
            <a:rPr lang="en-US" sz="2900" kern="1200" dirty="0"/>
            <a:t>Level 3</a:t>
          </a:r>
        </a:p>
        <a:p>
          <a:pPr marL="285750" lvl="1" indent="-285750" algn="l" defTabSz="1289050">
            <a:lnSpc>
              <a:spcPct val="90000"/>
            </a:lnSpc>
            <a:spcBef>
              <a:spcPct val="0"/>
            </a:spcBef>
            <a:spcAft>
              <a:spcPct val="15000"/>
            </a:spcAft>
            <a:buChar char="•"/>
          </a:pPr>
          <a:r>
            <a:rPr lang="en-US" sz="2900" kern="1200" dirty="0"/>
            <a:t>Level 3</a:t>
          </a:r>
        </a:p>
      </dsp:txBody>
      <dsp:txXfrm>
        <a:off x="3251398" y="1279797"/>
        <a:ext cx="1625203" cy="2687573"/>
      </dsp:txXfrm>
    </dsp:sp>
    <dsp:sp modelId="{F14F3BF6-CAA9-4467-BA82-F3BF0AEA6E99}">
      <dsp:nvSpPr>
        <dsp:cNvPr id="0" name=""/>
        <dsp:cNvSpPr/>
      </dsp:nvSpPr>
      <dsp:spPr>
        <a:xfrm>
          <a:off x="4876601" y="1279797"/>
          <a:ext cx="1625203" cy="2687573"/>
        </a:xfrm>
        <a:prstGeom prst="rect">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0970" tIns="140970" rIns="140970" bIns="140970" numCol="1" spcCol="1270" anchor="t" anchorCtr="0">
          <a:noAutofit/>
        </a:bodyPr>
        <a:lstStyle/>
        <a:p>
          <a:pPr marL="0" lvl="0" indent="0" algn="l" defTabSz="1644650">
            <a:lnSpc>
              <a:spcPct val="90000"/>
            </a:lnSpc>
            <a:spcBef>
              <a:spcPct val="0"/>
            </a:spcBef>
            <a:spcAft>
              <a:spcPct val="35000"/>
            </a:spcAft>
            <a:buNone/>
          </a:pPr>
          <a:r>
            <a:rPr lang="en-US" sz="3700" kern="1200" dirty="0"/>
            <a:t>Level 2</a:t>
          </a:r>
        </a:p>
        <a:p>
          <a:pPr marL="285750" lvl="1" indent="-285750" algn="l" defTabSz="1289050">
            <a:lnSpc>
              <a:spcPct val="90000"/>
            </a:lnSpc>
            <a:spcBef>
              <a:spcPct val="0"/>
            </a:spcBef>
            <a:spcAft>
              <a:spcPct val="15000"/>
            </a:spcAft>
            <a:buChar char="•"/>
          </a:pPr>
          <a:r>
            <a:rPr lang="en-US" sz="2900" kern="1200" dirty="0"/>
            <a:t>Level 3</a:t>
          </a:r>
        </a:p>
        <a:p>
          <a:pPr marL="285750" lvl="1" indent="-285750" algn="l" defTabSz="1289050">
            <a:lnSpc>
              <a:spcPct val="90000"/>
            </a:lnSpc>
            <a:spcBef>
              <a:spcPct val="0"/>
            </a:spcBef>
            <a:spcAft>
              <a:spcPct val="15000"/>
            </a:spcAft>
            <a:buChar char="•"/>
          </a:pPr>
          <a:r>
            <a:rPr lang="en-US" sz="2900" kern="1200" dirty="0"/>
            <a:t>Level 3</a:t>
          </a:r>
        </a:p>
      </dsp:txBody>
      <dsp:txXfrm>
        <a:off x="4876601" y="1279797"/>
        <a:ext cx="1625203" cy="2687573"/>
      </dsp:txXfrm>
    </dsp:sp>
    <dsp:sp modelId="{DEE7C602-3B55-436D-A16E-A5CFCAA9CA93}">
      <dsp:nvSpPr>
        <dsp:cNvPr id="0" name=""/>
        <dsp:cNvSpPr/>
      </dsp:nvSpPr>
      <dsp:spPr>
        <a:xfrm>
          <a:off x="6501804" y="1279797"/>
          <a:ext cx="1625203" cy="2687573"/>
        </a:xfrm>
        <a:prstGeom prst="rect">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0970" tIns="140970" rIns="140970" bIns="140970" numCol="1" spcCol="1270" anchor="t" anchorCtr="0">
          <a:noAutofit/>
        </a:bodyPr>
        <a:lstStyle/>
        <a:p>
          <a:pPr marL="0" lvl="0" indent="0" algn="l" defTabSz="1644650">
            <a:lnSpc>
              <a:spcPct val="90000"/>
            </a:lnSpc>
            <a:spcBef>
              <a:spcPct val="0"/>
            </a:spcBef>
            <a:spcAft>
              <a:spcPct val="35000"/>
            </a:spcAft>
            <a:buNone/>
          </a:pPr>
          <a:r>
            <a:rPr lang="en-US" sz="3700" kern="1200" dirty="0"/>
            <a:t>Level 2</a:t>
          </a:r>
        </a:p>
        <a:p>
          <a:pPr marL="285750" lvl="1" indent="-285750" algn="l" defTabSz="1289050">
            <a:lnSpc>
              <a:spcPct val="90000"/>
            </a:lnSpc>
            <a:spcBef>
              <a:spcPct val="0"/>
            </a:spcBef>
            <a:spcAft>
              <a:spcPct val="15000"/>
            </a:spcAft>
            <a:buChar char="•"/>
          </a:pPr>
          <a:r>
            <a:rPr lang="en-US" sz="2900" kern="1200" dirty="0"/>
            <a:t>Level 3</a:t>
          </a:r>
        </a:p>
        <a:p>
          <a:pPr marL="285750" lvl="1" indent="-285750" algn="l" defTabSz="1289050">
            <a:lnSpc>
              <a:spcPct val="90000"/>
            </a:lnSpc>
            <a:spcBef>
              <a:spcPct val="0"/>
            </a:spcBef>
            <a:spcAft>
              <a:spcPct val="15000"/>
            </a:spcAft>
            <a:buChar char="•"/>
          </a:pPr>
          <a:r>
            <a:rPr lang="en-US" sz="2900" kern="1200" dirty="0"/>
            <a:t>Level 3</a:t>
          </a:r>
        </a:p>
      </dsp:txBody>
      <dsp:txXfrm>
        <a:off x="6501804" y="1279797"/>
        <a:ext cx="1625203" cy="2687573"/>
      </dsp:txXfrm>
    </dsp:sp>
    <dsp:sp modelId="{1375A91D-67BD-46AF-8748-AFB8C4E13522}">
      <dsp:nvSpPr>
        <dsp:cNvPr id="0" name=""/>
        <dsp:cNvSpPr/>
      </dsp:nvSpPr>
      <dsp:spPr>
        <a:xfrm>
          <a:off x="0" y="3967370"/>
          <a:ext cx="8128000" cy="298619"/>
        </a:xfrm>
        <a:prstGeom prst="rect">
          <a:avLst/>
        </a:prstGeom>
        <a:solidFill>
          <a:schemeClr val="accent2">
            <a:shade val="9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Tree>
</dsp:drawing>
</file>

<file path=ppt/diagrams/drawing3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528F53-765E-4B98-B8BD-0BE89D28EBCA}">
      <dsp:nvSpPr>
        <dsp:cNvPr id="0" name=""/>
        <dsp:cNvSpPr/>
      </dsp:nvSpPr>
      <dsp:spPr>
        <a:xfrm>
          <a:off x="-4822863" y="-739150"/>
          <a:ext cx="5744290" cy="5744290"/>
        </a:xfrm>
        <a:prstGeom prst="blockArc">
          <a:avLst>
            <a:gd name="adj1" fmla="val 18900000"/>
            <a:gd name="adj2" fmla="val 2700000"/>
            <a:gd name="adj3" fmla="val 376"/>
          </a:avLst>
        </a:pr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8D646181-64B1-44F3-B79E-820234ED8D9A}">
      <dsp:nvSpPr>
        <dsp:cNvPr id="0" name=""/>
        <dsp:cNvSpPr/>
      </dsp:nvSpPr>
      <dsp:spPr>
        <a:xfrm>
          <a:off x="403203" y="266539"/>
          <a:ext cx="7666419" cy="533419"/>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23402" tIns="25400" rIns="25400" bIns="25400" numCol="1" spcCol="1270" anchor="t" anchorCtr="0">
          <a:noAutofit/>
        </a:bodyPr>
        <a:lstStyle/>
        <a:p>
          <a:pPr marL="0" lvl="0" indent="0" algn="l" defTabSz="444500">
            <a:lnSpc>
              <a:spcPct val="90000"/>
            </a:lnSpc>
            <a:spcBef>
              <a:spcPct val="0"/>
            </a:spcBef>
            <a:spcAft>
              <a:spcPct val="35000"/>
            </a:spcAft>
            <a:buNone/>
          </a:pPr>
          <a:r>
            <a:rPr lang="en-US" sz="1000" kern="1200" dirty="0"/>
            <a:t>Lorem Ipsum</a:t>
          </a:r>
        </a:p>
        <a:p>
          <a:pPr marL="57150" lvl="1" indent="-57150" algn="l" defTabSz="355600">
            <a:lnSpc>
              <a:spcPct val="90000"/>
            </a:lnSpc>
            <a:spcBef>
              <a:spcPct val="0"/>
            </a:spcBef>
            <a:spcAft>
              <a:spcPct val="15000"/>
            </a:spcAft>
            <a:buChar char="•"/>
          </a:pPr>
          <a:r>
            <a:rPr lang="en-US" sz="800" kern="1200" dirty="0"/>
            <a:t>Some text here</a:t>
          </a:r>
        </a:p>
        <a:p>
          <a:pPr marL="57150" lvl="1" indent="-57150" algn="l" defTabSz="355600">
            <a:lnSpc>
              <a:spcPct val="90000"/>
            </a:lnSpc>
            <a:spcBef>
              <a:spcPct val="0"/>
            </a:spcBef>
            <a:spcAft>
              <a:spcPct val="15000"/>
            </a:spcAft>
            <a:buChar char="•"/>
          </a:pPr>
          <a:r>
            <a:rPr lang="en-US" sz="800" kern="1200" dirty="0"/>
            <a:t>Some text here</a:t>
          </a:r>
        </a:p>
      </dsp:txBody>
      <dsp:txXfrm>
        <a:off x="403203" y="266539"/>
        <a:ext cx="7666419" cy="533419"/>
      </dsp:txXfrm>
    </dsp:sp>
    <dsp:sp modelId="{544C56DA-7A18-4AE0-AEFE-8E74AD9AC001}">
      <dsp:nvSpPr>
        <dsp:cNvPr id="0" name=""/>
        <dsp:cNvSpPr/>
      </dsp:nvSpPr>
      <dsp:spPr>
        <a:xfrm>
          <a:off x="69816" y="199861"/>
          <a:ext cx="666774" cy="666774"/>
        </a:xfrm>
        <a:prstGeom prst="ellipse">
          <a:avLst/>
        </a:prstGeom>
        <a:solidFill>
          <a:schemeClr val="lt1">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8F3A0944-0833-4AE3-B541-584BBF5AC8CD}">
      <dsp:nvSpPr>
        <dsp:cNvPr id="0" name=""/>
        <dsp:cNvSpPr/>
      </dsp:nvSpPr>
      <dsp:spPr>
        <a:xfrm>
          <a:off x="785436" y="1066412"/>
          <a:ext cx="7284187" cy="533419"/>
        </a:xfrm>
        <a:prstGeom prst="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23402" tIns="25400" rIns="25400" bIns="25400" numCol="1" spcCol="1270" anchor="t" anchorCtr="0">
          <a:noAutofit/>
        </a:bodyPr>
        <a:lstStyle/>
        <a:p>
          <a:pPr marL="0" lvl="0" indent="0" algn="l" defTabSz="444500">
            <a:lnSpc>
              <a:spcPct val="90000"/>
            </a:lnSpc>
            <a:spcBef>
              <a:spcPct val="0"/>
            </a:spcBef>
            <a:spcAft>
              <a:spcPct val="35000"/>
            </a:spcAft>
            <a:buNone/>
          </a:pPr>
          <a:r>
            <a:rPr lang="en-US" sz="1000" kern="1200" dirty="0"/>
            <a:t>Lorem Ipsum</a:t>
          </a:r>
        </a:p>
        <a:p>
          <a:pPr marL="57150" lvl="1" indent="-57150" algn="l" defTabSz="355600">
            <a:lnSpc>
              <a:spcPct val="90000"/>
            </a:lnSpc>
            <a:spcBef>
              <a:spcPct val="0"/>
            </a:spcBef>
            <a:spcAft>
              <a:spcPct val="15000"/>
            </a:spcAft>
            <a:buChar char="•"/>
          </a:pPr>
          <a:r>
            <a:rPr lang="en-US" sz="800" kern="1200" dirty="0"/>
            <a:t>Some text here</a:t>
          </a:r>
        </a:p>
        <a:p>
          <a:pPr marL="57150" lvl="1" indent="-57150" algn="l" defTabSz="355600">
            <a:lnSpc>
              <a:spcPct val="90000"/>
            </a:lnSpc>
            <a:spcBef>
              <a:spcPct val="0"/>
            </a:spcBef>
            <a:spcAft>
              <a:spcPct val="15000"/>
            </a:spcAft>
            <a:buChar char="•"/>
          </a:pPr>
          <a:r>
            <a:rPr lang="en-US" sz="800" kern="1200"/>
            <a:t>Some text here</a:t>
          </a:r>
          <a:endParaRPr lang="en-US" sz="800" kern="1200" dirty="0"/>
        </a:p>
      </dsp:txBody>
      <dsp:txXfrm>
        <a:off x="785436" y="1066412"/>
        <a:ext cx="7284187" cy="533419"/>
      </dsp:txXfrm>
    </dsp:sp>
    <dsp:sp modelId="{347CF1D6-54F1-4597-8009-9D2342388E1B}">
      <dsp:nvSpPr>
        <dsp:cNvPr id="0" name=""/>
        <dsp:cNvSpPr/>
      </dsp:nvSpPr>
      <dsp:spPr>
        <a:xfrm>
          <a:off x="452048" y="999734"/>
          <a:ext cx="666774" cy="666774"/>
        </a:xfrm>
        <a:prstGeom prst="ellipse">
          <a:avLst/>
        </a:prstGeom>
        <a:solidFill>
          <a:schemeClr val="lt1">
            <a:hueOff val="0"/>
            <a:satOff val="0"/>
            <a:lumOff val="0"/>
            <a:alphaOff val="0"/>
          </a:schemeClr>
        </a:solidFill>
        <a:ln w="9525" cap="flat" cmpd="sng" algn="ctr">
          <a:solidFill>
            <a:schemeClr val="accent3">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63729E07-5E2C-4312-B070-C0FADAC3D673}">
      <dsp:nvSpPr>
        <dsp:cNvPr id="0" name=""/>
        <dsp:cNvSpPr/>
      </dsp:nvSpPr>
      <dsp:spPr>
        <a:xfrm>
          <a:off x="902750" y="1866285"/>
          <a:ext cx="7166872" cy="533419"/>
        </a:xfrm>
        <a:prstGeom prst="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23402" tIns="25400" rIns="25400" bIns="25400" numCol="1" spcCol="1270" anchor="t" anchorCtr="0">
          <a:noAutofit/>
        </a:bodyPr>
        <a:lstStyle/>
        <a:p>
          <a:pPr marL="0" lvl="0" indent="0" algn="l" defTabSz="444500">
            <a:lnSpc>
              <a:spcPct val="90000"/>
            </a:lnSpc>
            <a:spcBef>
              <a:spcPct val="0"/>
            </a:spcBef>
            <a:spcAft>
              <a:spcPct val="35000"/>
            </a:spcAft>
            <a:buNone/>
          </a:pPr>
          <a:r>
            <a:rPr lang="en-US" sz="1000" kern="1200" dirty="0"/>
            <a:t>Lorem Ipsum</a:t>
          </a:r>
        </a:p>
        <a:p>
          <a:pPr marL="57150" lvl="1" indent="-57150" algn="l" defTabSz="355600">
            <a:lnSpc>
              <a:spcPct val="90000"/>
            </a:lnSpc>
            <a:spcBef>
              <a:spcPct val="0"/>
            </a:spcBef>
            <a:spcAft>
              <a:spcPct val="15000"/>
            </a:spcAft>
            <a:buChar char="•"/>
          </a:pPr>
          <a:r>
            <a:rPr lang="en-US" sz="800" kern="1200"/>
            <a:t>Some text here</a:t>
          </a:r>
          <a:endParaRPr lang="en-US" sz="800" kern="1200" dirty="0"/>
        </a:p>
        <a:p>
          <a:pPr marL="57150" lvl="1" indent="-57150" algn="l" defTabSz="355600">
            <a:lnSpc>
              <a:spcPct val="90000"/>
            </a:lnSpc>
            <a:spcBef>
              <a:spcPct val="0"/>
            </a:spcBef>
            <a:spcAft>
              <a:spcPct val="15000"/>
            </a:spcAft>
            <a:buChar char="•"/>
          </a:pPr>
          <a:r>
            <a:rPr lang="en-US" sz="800" kern="1200"/>
            <a:t>Some text here</a:t>
          </a:r>
          <a:endParaRPr lang="en-US" sz="800" kern="1200" dirty="0"/>
        </a:p>
      </dsp:txBody>
      <dsp:txXfrm>
        <a:off x="902750" y="1866285"/>
        <a:ext cx="7166872" cy="533419"/>
      </dsp:txXfrm>
    </dsp:sp>
    <dsp:sp modelId="{44975C73-AAC4-428F-9E94-FD89BF6A9C3D}">
      <dsp:nvSpPr>
        <dsp:cNvPr id="0" name=""/>
        <dsp:cNvSpPr/>
      </dsp:nvSpPr>
      <dsp:spPr>
        <a:xfrm>
          <a:off x="569363" y="1799607"/>
          <a:ext cx="666774" cy="666774"/>
        </a:xfrm>
        <a:prstGeom prst="ellipse">
          <a:avLst/>
        </a:prstGeom>
        <a:solidFill>
          <a:schemeClr val="lt1">
            <a:hueOff val="0"/>
            <a:satOff val="0"/>
            <a:lumOff val="0"/>
            <a:alphaOff val="0"/>
          </a:schemeClr>
        </a:solidFill>
        <a:ln w="9525" cap="flat" cmpd="sng" algn="ctr">
          <a:solidFill>
            <a:schemeClr val="accent4">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218D4F6F-B658-41A6-8CA2-04F573A0CD2C}">
      <dsp:nvSpPr>
        <dsp:cNvPr id="0" name=""/>
        <dsp:cNvSpPr/>
      </dsp:nvSpPr>
      <dsp:spPr>
        <a:xfrm>
          <a:off x="785436" y="2666158"/>
          <a:ext cx="7284187" cy="533419"/>
        </a:xfrm>
        <a:prstGeom prst="rect">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23402" tIns="25400" rIns="25400" bIns="25400" numCol="1" spcCol="1270" anchor="t" anchorCtr="0">
          <a:noAutofit/>
        </a:bodyPr>
        <a:lstStyle/>
        <a:p>
          <a:pPr marL="0" lvl="0" indent="0" algn="l" defTabSz="444500">
            <a:lnSpc>
              <a:spcPct val="90000"/>
            </a:lnSpc>
            <a:spcBef>
              <a:spcPct val="0"/>
            </a:spcBef>
            <a:spcAft>
              <a:spcPct val="35000"/>
            </a:spcAft>
            <a:buNone/>
          </a:pPr>
          <a:r>
            <a:rPr lang="en-US" sz="1000" kern="1200" dirty="0"/>
            <a:t>Lorem Ipsum</a:t>
          </a:r>
        </a:p>
        <a:p>
          <a:pPr marL="57150" lvl="1" indent="-57150" algn="l" defTabSz="355600">
            <a:lnSpc>
              <a:spcPct val="90000"/>
            </a:lnSpc>
            <a:spcBef>
              <a:spcPct val="0"/>
            </a:spcBef>
            <a:spcAft>
              <a:spcPct val="15000"/>
            </a:spcAft>
            <a:buChar char="•"/>
          </a:pPr>
          <a:r>
            <a:rPr lang="en-US" sz="800" kern="1200"/>
            <a:t>Some text here</a:t>
          </a:r>
          <a:endParaRPr lang="en-US" sz="800" kern="1200" dirty="0"/>
        </a:p>
        <a:p>
          <a:pPr marL="57150" lvl="1" indent="-57150" algn="l" defTabSz="355600">
            <a:lnSpc>
              <a:spcPct val="90000"/>
            </a:lnSpc>
            <a:spcBef>
              <a:spcPct val="0"/>
            </a:spcBef>
            <a:spcAft>
              <a:spcPct val="15000"/>
            </a:spcAft>
            <a:buChar char="•"/>
          </a:pPr>
          <a:r>
            <a:rPr lang="en-US" sz="800" kern="1200"/>
            <a:t>Some text here</a:t>
          </a:r>
          <a:endParaRPr lang="en-US" sz="800" kern="1200" dirty="0"/>
        </a:p>
      </dsp:txBody>
      <dsp:txXfrm>
        <a:off x="785436" y="2666158"/>
        <a:ext cx="7284187" cy="533419"/>
      </dsp:txXfrm>
    </dsp:sp>
    <dsp:sp modelId="{D6298742-3333-4FFF-BC71-661311F97259}">
      <dsp:nvSpPr>
        <dsp:cNvPr id="0" name=""/>
        <dsp:cNvSpPr/>
      </dsp:nvSpPr>
      <dsp:spPr>
        <a:xfrm>
          <a:off x="452048" y="2599481"/>
          <a:ext cx="666774" cy="666774"/>
        </a:xfrm>
        <a:prstGeom prst="ellipse">
          <a:avLst/>
        </a:prstGeom>
        <a:solidFill>
          <a:schemeClr val="lt1">
            <a:hueOff val="0"/>
            <a:satOff val="0"/>
            <a:lumOff val="0"/>
            <a:alphaOff val="0"/>
          </a:schemeClr>
        </a:solidFill>
        <a:ln w="9525" cap="flat" cmpd="sng" algn="ctr">
          <a:solidFill>
            <a:schemeClr val="accent5">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B7CEE193-9196-45CA-9E50-CAB6CF51D1E2}">
      <dsp:nvSpPr>
        <dsp:cNvPr id="0" name=""/>
        <dsp:cNvSpPr/>
      </dsp:nvSpPr>
      <dsp:spPr>
        <a:xfrm>
          <a:off x="403203" y="3466031"/>
          <a:ext cx="7666419" cy="533419"/>
        </a:xfrm>
        <a:prstGeom prst="rect">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23402" tIns="25400" rIns="25400" bIns="25400" numCol="1" spcCol="1270" anchor="t" anchorCtr="0">
          <a:noAutofit/>
        </a:bodyPr>
        <a:lstStyle/>
        <a:p>
          <a:pPr marL="0" lvl="0" indent="0" algn="l" defTabSz="444500">
            <a:lnSpc>
              <a:spcPct val="90000"/>
            </a:lnSpc>
            <a:spcBef>
              <a:spcPct val="0"/>
            </a:spcBef>
            <a:spcAft>
              <a:spcPct val="35000"/>
            </a:spcAft>
            <a:buNone/>
          </a:pPr>
          <a:r>
            <a:rPr lang="en-US" sz="1000" kern="1200" dirty="0"/>
            <a:t>Lorem Ipsum</a:t>
          </a:r>
        </a:p>
        <a:p>
          <a:pPr marL="57150" lvl="1" indent="-57150" algn="l" defTabSz="355600">
            <a:lnSpc>
              <a:spcPct val="90000"/>
            </a:lnSpc>
            <a:spcBef>
              <a:spcPct val="0"/>
            </a:spcBef>
            <a:spcAft>
              <a:spcPct val="15000"/>
            </a:spcAft>
            <a:buChar char="•"/>
          </a:pPr>
          <a:r>
            <a:rPr lang="en-US" sz="800" kern="1200"/>
            <a:t>Some text here</a:t>
          </a:r>
          <a:endParaRPr lang="en-US" sz="800" kern="1200" dirty="0"/>
        </a:p>
        <a:p>
          <a:pPr marL="57150" lvl="1" indent="-57150" algn="l" defTabSz="355600">
            <a:lnSpc>
              <a:spcPct val="90000"/>
            </a:lnSpc>
            <a:spcBef>
              <a:spcPct val="0"/>
            </a:spcBef>
            <a:spcAft>
              <a:spcPct val="15000"/>
            </a:spcAft>
            <a:buChar char="•"/>
          </a:pPr>
          <a:r>
            <a:rPr lang="en-US" sz="800" kern="1200"/>
            <a:t>Some text here</a:t>
          </a:r>
          <a:endParaRPr lang="en-US" sz="800" kern="1200" dirty="0"/>
        </a:p>
      </dsp:txBody>
      <dsp:txXfrm>
        <a:off x="403203" y="3466031"/>
        <a:ext cx="7666419" cy="533419"/>
      </dsp:txXfrm>
    </dsp:sp>
    <dsp:sp modelId="{B96E86D2-D36A-46FD-AB9C-088DC258E07E}">
      <dsp:nvSpPr>
        <dsp:cNvPr id="0" name=""/>
        <dsp:cNvSpPr/>
      </dsp:nvSpPr>
      <dsp:spPr>
        <a:xfrm>
          <a:off x="69816" y="3399354"/>
          <a:ext cx="666774" cy="666774"/>
        </a:xfrm>
        <a:prstGeom prst="ellipse">
          <a:avLst/>
        </a:prstGeom>
        <a:solidFill>
          <a:schemeClr val="lt1">
            <a:hueOff val="0"/>
            <a:satOff val="0"/>
            <a:lumOff val="0"/>
            <a:alphaOff val="0"/>
          </a:schemeClr>
        </a:solidFill>
        <a:ln w="9525" cap="flat"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Tree>
</dsp:drawing>
</file>

<file path=ppt/diagrams/drawing3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A6C6B5-E4CD-4CDE-A18E-79FB58BCE220}">
      <dsp:nvSpPr>
        <dsp:cNvPr id="0" name=""/>
        <dsp:cNvSpPr/>
      </dsp:nvSpPr>
      <dsp:spPr>
        <a:xfrm>
          <a:off x="0" y="0"/>
          <a:ext cx="4265990" cy="4265990"/>
        </a:xfrm>
        <a:prstGeom prst="pie">
          <a:avLst>
            <a:gd name="adj1" fmla="val 5400000"/>
            <a:gd name="adj2" fmla="val 1620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E04A4F5D-A64A-42EB-B610-077ADB6ACA60}">
      <dsp:nvSpPr>
        <dsp:cNvPr id="0" name=""/>
        <dsp:cNvSpPr/>
      </dsp:nvSpPr>
      <dsp:spPr>
        <a:xfrm>
          <a:off x="2132995" y="0"/>
          <a:ext cx="5995005" cy="4265990"/>
        </a:xfrm>
        <a:prstGeom prst="rect">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a:t>Lorem Ipsum</a:t>
          </a:r>
        </a:p>
      </dsp:txBody>
      <dsp:txXfrm>
        <a:off x="2132995" y="0"/>
        <a:ext cx="2997502" cy="682558"/>
      </dsp:txXfrm>
    </dsp:sp>
    <dsp:sp modelId="{7314420A-A6E1-4266-B292-B7F6BE1D8400}">
      <dsp:nvSpPr>
        <dsp:cNvPr id="0" name=""/>
        <dsp:cNvSpPr/>
      </dsp:nvSpPr>
      <dsp:spPr>
        <a:xfrm>
          <a:off x="447928" y="682558"/>
          <a:ext cx="3370132" cy="3370132"/>
        </a:xfrm>
        <a:prstGeom prst="pie">
          <a:avLst>
            <a:gd name="adj1" fmla="val 5400000"/>
            <a:gd name="adj2" fmla="val 1620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E6770C32-2856-458A-9D0D-F607BD8A9A59}">
      <dsp:nvSpPr>
        <dsp:cNvPr id="0" name=""/>
        <dsp:cNvSpPr/>
      </dsp:nvSpPr>
      <dsp:spPr>
        <a:xfrm>
          <a:off x="2132995" y="682558"/>
          <a:ext cx="5995005" cy="3370132"/>
        </a:xfrm>
        <a:prstGeom prst="rect">
          <a:avLst/>
        </a:prstGeom>
        <a:solidFill>
          <a:schemeClr val="lt1">
            <a:alpha val="90000"/>
            <a:hueOff val="0"/>
            <a:satOff val="0"/>
            <a:lumOff val="0"/>
            <a:alphaOff val="0"/>
          </a:schemeClr>
        </a:solidFill>
        <a:ln w="9525" cap="flat" cmpd="sng" algn="ctr">
          <a:solidFill>
            <a:schemeClr val="accent3">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a:t>Lorem Ipsum</a:t>
          </a:r>
        </a:p>
      </dsp:txBody>
      <dsp:txXfrm>
        <a:off x="2132995" y="682558"/>
        <a:ext cx="2997502" cy="682558"/>
      </dsp:txXfrm>
    </dsp:sp>
    <dsp:sp modelId="{00630903-3DE8-4966-9F1B-AAF9254A79D1}">
      <dsp:nvSpPr>
        <dsp:cNvPr id="0" name=""/>
        <dsp:cNvSpPr/>
      </dsp:nvSpPr>
      <dsp:spPr>
        <a:xfrm>
          <a:off x="895857" y="1365116"/>
          <a:ext cx="2474274" cy="2474274"/>
        </a:xfrm>
        <a:prstGeom prst="pie">
          <a:avLst>
            <a:gd name="adj1" fmla="val 5400000"/>
            <a:gd name="adj2" fmla="val 1620000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93C9BBE5-9645-4B29-A35B-C97E86F1038F}">
      <dsp:nvSpPr>
        <dsp:cNvPr id="0" name=""/>
        <dsp:cNvSpPr/>
      </dsp:nvSpPr>
      <dsp:spPr>
        <a:xfrm>
          <a:off x="2132995" y="1365116"/>
          <a:ext cx="5995005" cy="2474274"/>
        </a:xfrm>
        <a:prstGeom prst="rect">
          <a:avLst/>
        </a:prstGeom>
        <a:solidFill>
          <a:schemeClr val="lt1">
            <a:alpha val="90000"/>
            <a:hueOff val="0"/>
            <a:satOff val="0"/>
            <a:lumOff val="0"/>
            <a:alphaOff val="0"/>
          </a:schemeClr>
        </a:solidFill>
        <a:ln w="9525" cap="flat" cmpd="sng" algn="ctr">
          <a:solidFill>
            <a:schemeClr val="accent4">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a:t>Lorem Ipsum</a:t>
          </a:r>
        </a:p>
      </dsp:txBody>
      <dsp:txXfrm>
        <a:off x="2132995" y="1365116"/>
        <a:ext cx="2997502" cy="682558"/>
      </dsp:txXfrm>
    </dsp:sp>
    <dsp:sp modelId="{770B4A70-2FCB-470A-829B-D19D1879D6D1}">
      <dsp:nvSpPr>
        <dsp:cNvPr id="0" name=""/>
        <dsp:cNvSpPr/>
      </dsp:nvSpPr>
      <dsp:spPr>
        <a:xfrm>
          <a:off x="1343786" y="2047675"/>
          <a:ext cx="1578416" cy="1578416"/>
        </a:xfrm>
        <a:prstGeom prst="pie">
          <a:avLst>
            <a:gd name="adj1" fmla="val 5400000"/>
            <a:gd name="adj2" fmla="val 1620000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6E4B3689-04A0-4A26-902D-D0B968B70BB6}">
      <dsp:nvSpPr>
        <dsp:cNvPr id="0" name=""/>
        <dsp:cNvSpPr/>
      </dsp:nvSpPr>
      <dsp:spPr>
        <a:xfrm>
          <a:off x="2132995" y="2047675"/>
          <a:ext cx="5995005" cy="1578416"/>
        </a:xfrm>
        <a:prstGeom prst="rect">
          <a:avLst/>
        </a:prstGeom>
        <a:solidFill>
          <a:schemeClr val="lt1">
            <a:alpha val="90000"/>
            <a:hueOff val="0"/>
            <a:satOff val="0"/>
            <a:lumOff val="0"/>
            <a:alphaOff val="0"/>
          </a:schemeClr>
        </a:solidFill>
        <a:ln w="9525" cap="flat" cmpd="sng" algn="ctr">
          <a:solidFill>
            <a:schemeClr val="accent5">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a:t>Lorem Ipsum</a:t>
          </a:r>
        </a:p>
      </dsp:txBody>
      <dsp:txXfrm>
        <a:off x="2132995" y="2047675"/>
        <a:ext cx="2997502" cy="682558"/>
      </dsp:txXfrm>
    </dsp:sp>
    <dsp:sp modelId="{EF7F8752-5FA2-42DD-A8A4-0CEE88A5ADFD}">
      <dsp:nvSpPr>
        <dsp:cNvPr id="0" name=""/>
        <dsp:cNvSpPr/>
      </dsp:nvSpPr>
      <dsp:spPr>
        <a:xfrm>
          <a:off x="1791715" y="2730233"/>
          <a:ext cx="682558" cy="682558"/>
        </a:xfrm>
        <a:prstGeom prst="pie">
          <a:avLst>
            <a:gd name="adj1" fmla="val 5400000"/>
            <a:gd name="adj2" fmla="val 16200000"/>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60F51462-F5B7-4261-AA87-13310611FF49}">
      <dsp:nvSpPr>
        <dsp:cNvPr id="0" name=""/>
        <dsp:cNvSpPr/>
      </dsp:nvSpPr>
      <dsp:spPr>
        <a:xfrm>
          <a:off x="2132995" y="2730233"/>
          <a:ext cx="5995005" cy="682558"/>
        </a:xfrm>
        <a:prstGeom prst="rect">
          <a:avLst/>
        </a:prstGeom>
        <a:solidFill>
          <a:schemeClr val="lt1">
            <a:alpha val="90000"/>
            <a:hueOff val="0"/>
            <a:satOff val="0"/>
            <a:lumOff val="0"/>
            <a:alphaOff val="0"/>
          </a:schemeClr>
        </a:solidFill>
        <a:ln w="9525" cap="flat"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a:t>Lorem Ipsum</a:t>
          </a:r>
        </a:p>
      </dsp:txBody>
      <dsp:txXfrm>
        <a:off x="2132995" y="2730233"/>
        <a:ext cx="2997502" cy="682558"/>
      </dsp:txXfrm>
    </dsp:sp>
    <dsp:sp modelId="{5760DB46-F688-4C11-9049-DBF4A9A7A3C6}">
      <dsp:nvSpPr>
        <dsp:cNvPr id="0" name=""/>
        <dsp:cNvSpPr/>
      </dsp:nvSpPr>
      <dsp:spPr>
        <a:xfrm>
          <a:off x="5130497" y="0"/>
          <a:ext cx="2997502" cy="682558"/>
        </a:xfrm>
        <a:prstGeom prst="rect">
          <a:avLst/>
        </a:prstGeom>
        <a:noFill/>
        <a:ln w="9525" cap="flat" cmpd="sng" algn="ctr">
          <a:noFill/>
          <a:prstDash val="solid"/>
        </a:ln>
        <a:effectLst/>
        <a:sp3d/>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Some text here</a:t>
          </a:r>
        </a:p>
        <a:p>
          <a:pPr marL="171450" lvl="1" indent="-171450" algn="l" defTabSz="800100">
            <a:lnSpc>
              <a:spcPct val="90000"/>
            </a:lnSpc>
            <a:spcBef>
              <a:spcPct val="0"/>
            </a:spcBef>
            <a:spcAft>
              <a:spcPct val="15000"/>
            </a:spcAft>
            <a:buChar char="•"/>
          </a:pPr>
          <a:r>
            <a:rPr lang="en-US" sz="1800" kern="1200" dirty="0"/>
            <a:t>Some text here</a:t>
          </a:r>
        </a:p>
      </dsp:txBody>
      <dsp:txXfrm>
        <a:off x="5130497" y="0"/>
        <a:ext cx="2997502" cy="682558"/>
      </dsp:txXfrm>
    </dsp:sp>
    <dsp:sp modelId="{AAF2A3CC-A7B8-43CD-A017-764FE45E5872}">
      <dsp:nvSpPr>
        <dsp:cNvPr id="0" name=""/>
        <dsp:cNvSpPr/>
      </dsp:nvSpPr>
      <dsp:spPr>
        <a:xfrm>
          <a:off x="5130497" y="682558"/>
          <a:ext cx="2997502" cy="682558"/>
        </a:xfrm>
        <a:prstGeom prst="rect">
          <a:avLst/>
        </a:prstGeom>
        <a:noFill/>
        <a:ln w="9525" cap="flat" cmpd="sng" algn="ctr">
          <a:noFill/>
          <a:prstDash val="solid"/>
        </a:ln>
        <a:effectLst/>
        <a:sp3d/>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Some text here</a:t>
          </a:r>
        </a:p>
        <a:p>
          <a:pPr marL="171450" lvl="1" indent="-171450" algn="l" defTabSz="800100">
            <a:lnSpc>
              <a:spcPct val="90000"/>
            </a:lnSpc>
            <a:spcBef>
              <a:spcPct val="0"/>
            </a:spcBef>
            <a:spcAft>
              <a:spcPct val="15000"/>
            </a:spcAft>
            <a:buChar char="•"/>
          </a:pPr>
          <a:r>
            <a:rPr lang="en-US" sz="1800" kern="1200"/>
            <a:t>Some text here</a:t>
          </a:r>
          <a:endParaRPr lang="en-US" sz="1800" kern="1200" dirty="0"/>
        </a:p>
      </dsp:txBody>
      <dsp:txXfrm>
        <a:off x="5130497" y="682558"/>
        <a:ext cx="2997502" cy="682558"/>
      </dsp:txXfrm>
    </dsp:sp>
    <dsp:sp modelId="{88C569DA-1917-4270-A7BD-A498EC8AB1EB}">
      <dsp:nvSpPr>
        <dsp:cNvPr id="0" name=""/>
        <dsp:cNvSpPr/>
      </dsp:nvSpPr>
      <dsp:spPr>
        <a:xfrm>
          <a:off x="5130497" y="1365116"/>
          <a:ext cx="2997502" cy="682558"/>
        </a:xfrm>
        <a:prstGeom prst="rect">
          <a:avLst/>
        </a:prstGeom>
        <a:noFill/>
        <a:ln w="9525" cap="flat" cmpd="sng" algn="ctr">
          <a:noFill/>
          <a:prstDash val="solid"/>
        </a:ln>
        <a:effectLst/>
        <a:sp3d/>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171450" lvl="1" indent="-171450" algn="l" defTabSz="800100">
            <a:lnSpc>
              <a:spcPct val="90000"/>
            </a:lnSpc>
            <a:spcBef>
              <a:spcPct val="0"/>
            </a:spcBef>
            <a:spcAft>
              <a:spcPct val="15000"/>
            </a:spcAft>
            <a:buChar char="•"/>
          </a:pPr>
          <a:r>
            <a:rPr lang="en-US" sz="1800" kern="1200"/>
            <a:t>Some text here</a:t>
          </a:r>
          <a:endParaRPr lang="en-US" sz="1800" kern="1200" dirty="0"/>
        </a:p>
        <a:p>
          <a:pPr marL="171450" lvl="1" indent="-171450" algn="l" defTabSz="800100">
            <a:lnSpc>
              <a:spcPct val="90000"/>
            </a:lnSpc>
            <a:spcBef>
              <a:spcPct val="0"/>
            </a:spcBef>
            <a:spcAft>
              <a:spcPct val="15000"/>
            </a:spcAft>
            <a:buChar char="•"/>
          </a:pPr>
          <a:r>
            <a:rPr lang="en-US" sz="1800" kern="1200"/>
            <a:t>Some text here</a:t>
          </a:r>
          <a:endParaRPr lang="en-US" sz="1800" kern="1200" dirty="0"/>
        </a:p>
      </dsp:txBody>
      <dsp:txXfrm>
        <a:off x="5130497" y="1365116"/>
        <a:ext cx="2997502" cy="682558"/>
      </dsp:txXfrm>
    </dsp:sp>
    <dsp:sp modelId="{4C87CDC5-07BC-4BB0-8423-560DC1765CC7}">
      <dsp:nvSpPr>
        <dsp:cNvPr id="0" name=""/>
        <dsp:cNvSpPr/>
      </dsp:nvSpPr>
      <dsp:spPr>
        <a:xfrm>
          <a:off x="5130497" y="2047675"/>
          <a:ext cx="2997502" cy="682558"/>
        </a:xfrm>
        <a:prstGeom prst="rect">
          <a:avLst/>
        </a:prstGeom>
        <a:noFill/>
        <a:ln w="9525" cap="flat" cmpd="sng" algn="ctr">
          <a:noFill/>
          <a:prstDash val="solid"/>
        </a:ln>
        <a:effectLst/>
        <a:sp3d/>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171450" lvl="1" indent="-171450" algn="l" defTabSz="800100">
            <a:lnSpc>
              <a:spcPct val="90000"/>
            </a:lnSpc>
            <a:spcBef>
              <a:spcPct val="0"/>
            </a:spcBef>
            <a:spcAft>
              <a:spcPct val="15000"/>
            </a:spcAft>
            <a:buChar char="•"/>
          </a:pPr>
          <a:r>
            <a:rPr lang="en-US" sz="1800" kern="1200"/>
            <a:t>Some text here</a:t>
          </a:r>
          <a:endParaRPr lang="en-US" sz="1800" kern="1200" dirty="0"/>
        </a:p>
        <a:p>
          <a:pPr marL="171450" lvl="1" indent="-171450" algn="l" defTabSz="800100">
            <a:lnSpc>
              <a:spcPct val="90000"/>
            </a:lnSpc>
            <a:spcBef>
              <a:spcPct val="0"/>
            </a:spcBef>
            <a:spcAft>
              <a:spcPct val="15000"/>
            </a:spcAft>
            <a:buChar char="•"/>
          </a:pPr>
          <a:r>
            <a:rPr lang="en-US" sz="1800" kern="1200"/>
            <a:t>Some text here</a:t>
          </a:r>
          <a:endParaRPr lang="en-US" sz="1800" kern="1200" dirty="0"/>
        </a:p>
      </dsp:txBody>
      <dsp:txXfrm>
        <a:off x="5130497" y="2047675"/>
        <a:ext cx="2997502" cy="682558"/>
      </dsp:txXfrm>
    </dsp:sp>
    <dsp:sp modelId="{E4294B6F-3E86-4762-A6AF-9684AF197D8A}">
      <dsp:nvSpPr>
        <dsp:cNvPr id="0" name=""/>
        <dsp:cNvSpPr/>
      </dsp:nvSpPr>
      <dsp:spPr>
        <a:xfrm>
          <a:off x="5130497" y="2730233"/>
          <a:ext cx="2997502" cy="682558"/>
        </a:xfrm>
        <a:prstGeom prst="rect">
          <a:avLst/>
        </a:prstGeom>
        <a:noFill/>
        <a:ln w="9525" cap="flat" cmpd="sng" algn="ctr">
          <a:noFill/>
          <a:prstDash val="solid"/>
        </a:ln>
        <a:effectLst/>
        <a:sp3d/>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171450" lvl="1" indent="-171450" algn="l" defTabSz="800100">
            <a:lnSpc>
              <a:spcPct val="90000"/>
            </a:lnSpc>
            <a:spcBef>
              <a:spcPct val="0"/>
            </a:spcBef>
            <a:spcAft>
              <a:spcPct val="15000"/>
            </a:spcAft>
            <a:buChar char="•"/>
          </a:pPr>
          <a:r>
            <a:rPr lang="en-US" sz="1800" kern="1200"/>
            <a:t>Some text here</a:t>
          </a:r>
          <a:endParaRPr lang="en-US" sz="1800" kern="1200" dirty="0"/>
        </a:p>
        <a:p>
          <a:pPr marL="171450" lvl="1" indent="-171450" algn="l" defTabSz="800100">
            <a:lnSpc>
              <a:spcPct val="90000"/>
            </a:lnSpc>
            <a:spcBef>
              <a:spcPct val="0"/>
            </a:spcBef>
            <a:spcAft>
              <a:spcPct val="15000"/>
            </a:spcAft>
            <a:buChar char="•"/>
          </a:pPr>
          <a:r>
            <a:rPr lang="en-US" sz="1800" kern="1200"/>
            <a:t>Some text here</a:t>
          </a:r>
          <a:endParaRPr lang="en-US" sz="1800" kern="1200" dirty="0"/>
        </a:p>
      </dsp:txBody>
      <dsp:txXfrm>
        <a:off x="5130497" y="2730233"/>
        <a:ext cx="2997502" cy="682558"/>
      </dsp:txXfrm>
    </dsp:sp>
  </dsp:spTree>
</dsp:drawing>
</file>

<file path=ppt/diagrams/drawing3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3896A1-BC38-4C9B-B1AA-E78002BB2633}">
      <dsp:nvSpPr>
        <dsp:cNvPr id="0" name=""/>
        <dsp:cNvSpPr/>
      </dsp:nvSpPr>
      <dsp:spPr>
        <a:xfrm>
          <a:off x="3968" y="102979"/>
          <a:ext cx="1353343" cy="676671"/>
        </a:xfrm>
        <a:prstGeom prst="roundRect">
          <a:avLst>
            <a:gd name="adj" fmla="val 1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Lorem Ipsum</a:t>
          </a:r>
        </a:p>
      </dsp:txBody>
      <dsp:txXfrm>
        <a:off x="23787" y="122798"/>
        <a:ext cx="1313705" cy="637033"/>
      </dsp:txXfrm>
    </dsp:sp>
    <dsp:sp modelId="{99BF09F5-0F33-4D9D-A40E-DB5AFAC38024}">
      <dsp:nvSpPr>
        <dsp:cNvPr id="0" name=""/>
        <dsp:cNvSpPr/>
      </dsp:nvSpPr>
      <dsp:spPr>
        <a:xfrm>
          <a:off x="139303" y="779651"/>
          <a:ext cx="135334" cy="507503"/>
        </a:xfrm>
        <a:custGeom>
          <a:avLst/>
          <a:gdLst/>
          <a:ahLst/>
          <a:cxnLst/>
          <a:rect l="0" t="0" r="0" b="0"/>
          <a:pathLst>
            <a:path>
              <a:moveTo>
                <a:pt x="0" y="0"/>
              </a:moveTo>
              <a:lnTo>
                <a:pt x="0" y="507503"/>
              </a:lnTo>
              <a:lnTo>
                <a:pt x="135334" y="507503"/>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FAD71BF6-571C-4358-99FE-30079C6E12C3}">
      <dsp:nvSpPr>
        <dsp:cNvPr id="0" name=""/>
        <dsp:cNvSpPr/>
      </dsp:nvSpPr>
      <dsp:spPr>
        <a:xfrm>
          <a:off x="274637" y="948819"/>
          <a:ext cx="1082675" cy="676671"/>
        </a:xfrm>
        <a:prstGeom prst="roundRect">
          <a:avLst>
            <a:gd name="adj" fmla="val 10000"/>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Some text here</a:t>
          </a:r>
        </a:p>
      </dsp:txBody>
      <dsp:txXfrm>
        <a:off x="294456" y="968638"/>
        <a:ext cx="1043037" cy="637033"/>
      </dsp:txXfrm>
    </dsp:sp>
    <dsp:sp modelId="{6E93F2CB-EA4F-4E5E-ADE6-8E26EDC74342}">
      <dsp:nvSpPr>
        <dsp:cNvPr id="0" name=""/>
        <dsp:cNvSpPr/>
      </dsp:nvSpPr>
      <dsp:spPr>
        <a:xfrm>
          <a:off x="139303" y="779651"/>
          <a:ext cx="135334" cy="1353343"/>
        </a:xfrm>
        <a:custGeom>
          <a:avLst/>
          <a:gdLst/>
          <a:ahLst/>
          <a:cxnLst/>
          <a:rect l="0" t="0" r="0" b="0"/>
          <a:pathLst>
            <a:path>
              <a:moveTo>
                <a:pt x="0" y="0"/>
              </a:moveTo>
              <a:lnTo>
                <a:pt x="0" y="1353343"/>
              </a:lnTo>
              <a:lnTo>
                <a:pt x="135334" y="1353343"/>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9F6ADED7-B7B4-4B50-91B2-BC084AD00F44}">
      <dsp:nvSpPr>
        <dsp:cNvPr id="0" name=""/>
        <dsp:cNvSpPr/>
      </dsp:nvSpPr>
      <dsp:spPr>
        <a:xfrm>
          <a:off x="274637" y="1794659"/>
          <a:ext cx="1082675" cy="676671"/>
        </a:xfrm>
        <a:prstGeom prst="roundRect">
          <a:avLst>
            <a:gd name="adj" fmla="val 10000"/>
          </a:avLst>
        </a:prstGeom>
        <a:solidFill>
          <a:schemeClr val="lt1">
            <a:alpha val="90000"/>
            <a:hueOff val="0"/>
            <a:satOff val="0"/>
            <a:lumOff val="0"/>
            <a:alphaOff val="0"/>
          </a:schemeClr>
        </a:solidFill>
        <a:ln w="9525" cap="flat" cmpd="sng" algn="ctr">
          <a:solidFill>
            <a:schemeClr val="accent3">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Some text here</a:t>
          </a:r>
        </a:p>
      </dsp:txBody>
      <dsp:txXfrm>
        <a:off x="294456" y="1814478"/>
        <a:ext cx="1043037" cy="637033"/>
      </dsp:txXfrm>
    </dsp:sp>
    <dsp:sp modelId="{5CB279CB-38EF-44C4-9223-8C3548186F2D}">
      <dsp:nvSpPr>
        <dsp:cNvPr id="0" name=""/>
        <dsp:cNvSpPr/>
      </dsp:nvSpPr>
      <dsp:spPr>
        <a:xfrm>
          <a:off x="139303" y="779651"/>
          <a:ext cx="135334" cy="2199183"/>
        </a:xfrm>
        <a:custGeom>
          <a:avLst/>
          <a:gdLst/>
          <a:ahLst/>
          <a:cxnLst/>
          <a:rect l="0" t="0" r="0" b="0"/>
          <a:pathLst>
            <a:path>
              <a:moveTo>
                <a:pt x="0" y="0"/>
              </a:moveTo>
              <a:lnTo>
                <a:pt x="0" y="2199183"/>
              </a:lnTo>
              <a:lnTo>
                <a:pt x="135334" y="2199183"/>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1EA15F5-B577-41FE-B584-C4BC755F3C5A}">
      <dsp:nvSpPr>
        <dsp:cNvPr id="0" name=""/>
        <dsp:cNvSpPr/>
      </dsp:nvSpPr>
      <dsp:spPr>
        <a:xfrm>
          <a:off x="274637" y="2640498"/>
          <a:ext cx="1082675" cy="676671"/>
        </a:xfrm>
        <a:prstGeom prst="roundRect">
          <a:avLst>
            <a:gd name="adj" fmla="val 10000"/>
          </a:avLst>
        </a:prstGeom>
        <a:solidFill>
          <a:schemeClr val="lt1">
            <a:alpha val="90000"/>
            <a:hueOff val="0"/>
            <a:satOff val="0"/>
            <a:lumOff val="0"/>
            <a:alphaOff val="0"/>
          </a:schemeClr>
        </a:solidFill>
        <a:ln w="9525" cap="flat" cmpd="sng" algn="ctr">
          <a:solidFill>
            <a:schemeClr val="accent4">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Some text here</a:t>
          </a:r>
        </a:p>
      </dsp:txBody>
      <dsp:txXfrm>
        <a:off x="294456" y="2660317"/>
        <a:ext cx="1043037" cy="637033"/>
      </dsp:txXfrm>
    </dsp:sp>
    <dsp:sp modelId="{4263A8AC-DD40-4B9C-B217-F35A628B3496}">
      <dsp:nvSpPr>
        <dsp:cNvPr id="0" name=""/>
        <dsp:cNvSpPr/>
      </dsp:nvSpPr>
      <dsp:spPr>
        <a:xfrm>
          <a:off x="139303" y="779651"/>
          <a:ext cx="135334" cy="3045023"/>
        </a:xfrm>
        <a:custGeom>
          <a:avLst/>
          <a:gdLst/>
          <a:ahLst/>
          <a:cxnLst/>
          <a:rect l="0" t="0" r="0" b="0"/>
          <a:pathLst>
            <a:path>
              <a:moveTo>
                <a:pt x="0" y="0"/>
              </a:moveTo>
              <a:lnTo>
                <a:pt x="0" y="3045023"/>
              </a:lnTo>
              <a:lnTo>
                <a:pt x="135334" y="3045023"/>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862F9907-64C3-414B-ABBD-50F5767EE3D9}">
      <dsp:nvSpPr>
        <dsp:cNvPr id="0" name=""/>
        <dsp:cNvSpPr/>
      </dsp:nvSpPr>
      <dsp:spPr>
        <a:xfrm>
          <a:off x="274637" y="3486338"/>
          <a:ext cx="1082675" cy="676671"/>
        </a:xfrm>
        <a:prstGeom prst="roundRect">
          <a:avLst>
            <a:gd name="adj" fmla="val 10000"/>
          </a:avLst>
        </a:prstGeom>
        <a:solidFill>
          <a:schemeClr val="lt1">
            <a:alpha val="90000"/>
            <a:hueOff val="0"/>
            <a:satOff val="0"/>
            <a:lumOff val="0"/>
            <a:alphaOff val="0"/>
          </a:schemeClr>
        </a:solidFill>
        <a:ln w="9525" cap="flat" cmpd="sng" algn="ctr">
          <a:solidFill>
            <a:schemeClr val="accent5">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a:t>Some text here</a:t>
          </a:r>
          <a:endParaRPr lang="en-US" sz="2000" kern="1200" dirty="0"/>
        </a:p>
      </dsp:txBody>
      <dsp:txXfrm>
        <a:off x="294456" y="3506157"/>
        <a:ext cx="1043037" cy="637033"/>
      </dsp:txXfrm>
    </dsp:sp>
    <dsp:sp modelId="{0A6D0759-AF92-48A8-A791-A9401AA745A9}">
      <dsp:nvSpPr>
        <dsp:cNvPr id="0" name=""/>
        <dsp:cNvSpPr/>
      </dsp:nvSpPr>
      <dsp:spPr>
        <a:xfrm>
          <a:off x="1695648" y="102979"/>
          <a:ext cx="1353343" cy="676671"/>
        </a:xfrm>
        <a:prstGeom prst="roundRect">
          <a:avLst>
            <a:gd name="adj" fmla="val 1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Lorem Ipsum</a:t>
          </a:r>
        </a:p>
      </dsp:txBody>
      <dsp:txXfrm>
        <a:off x="1715467" y="122798"/>
        <a:ext cx="1313705" cy="637033"/>
      </dsp:txXfrm>
    </dsp:sp>
    <dsp:sp modelId="{0AE9B790-D33D-4BDF-A889-B403D15193ED}">
      <dsp:nvSpPr>
        <dsp:cNvPr id="0" name=""/>
        <dsp:cNvSpPr/>
      </dsp:nvSpPr>
      <dsp:spPr>
        <a:xfrm>
          <a:off x="1830982" y="779651"/>
          <a:ext cx="135334" cy="507503"/>
        </a:xfrm>
        <a:custGeom>
          <a:avLst/>
          <a:gdLst/>
          <a:ahLst/>
          <a:cxnLst/>
          <a:rect l="0" t="0" r="0" b="0"/>
          <a:pathLst>
            <a:path>
              <a:moveTo>
                <a:pt x="0" y="0"/>
              </a:moveTo>
              <a:lnTo>
                <a:pt x="0" y="507503"/>
              </a:lnTo>
              <a:lnTo>
                <a:pt x="135334" y="507503"/>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980DB693-DE47-43E2-88AB-CD0CA82618B4}">
      <dsp:nvSpPr>
        <dsp:cNvPr id="0" name=""/>
        <dsp:cNvSpPr/>
      </dsp:nvSpPr>
      <dsp:spPr>
        <a:xfrm>
          <a:off x="1966317" y="948819"/>
          <a:ext cx="1082675" cy="676671"/>
        </a:xfrm>
        <a:prstGeom prst="roundRect">
          <a:avLst>
            <a:gd name="adj" fmla="val 10000"/>
          </a:avLst>
        </a:prstGeom>
        <a:solidFill>
          <a:schemeClr val="lt1">
            <a:alpha val="90000"/>
            <a:hueOff val="0"/>
            <a:satOff val="0"/>
            <a:lumOff val="0"/>
            <a:alphaOff val="0"/>
          </a:schemeClr>
        </a:solidFill>
        <a:ln w="9525" cap="flat"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Some text here</a:t>
          </a:r>
        </a:p>
      </dsp:txBody>
      <dsp:txXfrm>
        <a:off x="1986136" y="968638"/>
        <a:ext cx="1043037" cy="637033"/>
      </dsp:txXfrm>
    </dsp:sp>
    <dsp:sp modelId="{7786B6B3-E723-4E24-80F2-DA967BDB6F98}">
      <dsp:nvSpPr>
        <dsp:cNvPr id="0" name=""/>
        <dsp:cNvSpPr/>
      </dsp:nvSpPr>
      <dsp:spPr>
        <a:xfrm>
          <a:off x="1830982" y="779651"/>
          <a:ext cx="135334" cy="1353343"/>
        </a:xfrm>
        <a:custGeom>
          <a:avLst/>
          <a:gdLst/>
          <a:ahLst/>
          <a:cxnLst/>
          <a:rect l="0" t="0" r="0" b="0"/>
          <a:pathLst>
            <a:path>
              <a:moveTo>
                <a:pt x="0" y="0"/>
              </a:moveTo>
              <a:lnTo>
                <a:pt x="0" y="1353343"/>
              </a:lnTo>
              <a:lnTo>
                <a:pt x="135334" y="1353343"/>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25EF402-18FF-47FA-8F94-B211D2A6C3E6}">
      <dsp:nvSpPr>
        <dsp:cNvPr id="0" name=""/>
        <dsp:cNvSpPr/>
      </dsp:nvSpPr>
      <dsp:spPr>
        <a:xfrm>
          <a:off x="1966317" y="1794659"/>
          <a:ext cx="1082675" cy="676671"/>
        </a:xfrm>
        <a:prstGeom prst="roundRect">
          <a:avLst>
            <a:gd name="adj" fmla="val 10000"/>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Some text here</a:t>
          </a:r>
        </a:p>
      </dsp:txBody>
      <dsp:txXfrm>
        <a:off x="1986136" y="1814478"/>
        <a:ext cx="1043037" cy="637033"/>
      </dsp:txXfrm>
    </dsp:sp>
    <dsp:sp modelId="{8523A205-4F60-481C-8A69-CFDC0B97C777}">
      <dsp:nvSpPr>
        <dsp:cNvPr id="0" name=""/>
        <dsp:cNvSpPr/>
      </dsp:nvSpPr>
      <dsp:spPr>
        <a:xfrm>
          <a:off x="1830982" y="779651"/>
          <a:ext cx="135334" cy="2199183"/>
        </a:xfrm>
        <a:custGeom>
          <a:avLst/>
          <a:gdLst/>
          <a:ahLst/>
          <a:cxnLst/>
          <a:rect l="0" t="0" r="0" b="0"/>
          <a:pathLst>
            <a:path>
              <a:moveTo>
                <a:pt x="0" y="0"/>
              </a:moveTo>
              <a:lnTo>
                <a:pt x="0" y="2199183"/>
              </a:lnTo>
              <a:lnTo>
                <a:pt x="135334" y="2199183"/>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B1A1E45E-0845-4945-B4A2-E2EF096DBCAD}">
      <dsp:nvSpPr>
        <dsp:cNvPr id="0" name=""/>
        <dsp:cNvSpPr/>
      </dsp:nvSpPr>
      <dsp:spPr>
        <a:xfrm>
          <a:off x="1966317" y="2640498"/>
          <a:ext cx="1082675" cy="676671"/>
        </a:xfrm>
        <a:prstGeom prst="roundRect">
          <a:avLst>
            <a:gd name="adj" fmla="val 10000"/>
          </a:avLst>
        </a:prstGeom>
        <a:solidFill>
          <a:schemeClr val="lt1">
            <a:alpha val="90000"/>
            <a:hueOff val="0"/>
            <a:satOff val="0"/>
            <a:lumOff val="0"/>
            <a:alphaOff val="0"/>
          </a:schemeClr>
        </a:solidFill>
        <a:ln w="9525" cap="flat" cmpd="sng" algn="ctr">
          <a:solidFill>
            <a:schemeClr val="accent3">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Some text here</a:t>
          </a:r>
        </a:p>
      </dsp:txBody>
      <dsp:txXfrm>
        <a:off x="1986136" y="2660317"/>
        <a:ext cx="1043037" cy="637033"/>
      </dsp:txXfrm>
    </dsp:sp>
    <dsp:sp modelId="{7F5B07EB-EB77-4070-A693-EB2D497C9F86}">
      <dsp:nvSpPr>
        <dsp:cNvPr id="0" name=""/>
        <dsp:cNvSpPr/>
      </dsp:nvSpPr>
      <dsp:spPr>
        <a:xfrm>
          <a:off x="3387328" y="102979"/>
          <a:ext cx="1353343" cy="676671"/>
        </a:xfrm>
        <a:prstGeom prst="roundRect">
          <a:avLst>
            <a:gd name="adj" fmla="val 1000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Lorem Ipsum</a:t>
          </a:r>
        </a:p>
      </dsp:txBody>
      <dsp:txXfrm>
        <a:off x="3407147" y="122798"/>
        <a:ext cx="1313705" cy="637033"/>
      </dsp:txXfrm>
    </dsp:sp>
    <dsp:sp modelId="{18A3E12A-CC88-4752-A1CA-CD164E879539}">
      <dsp:nvSpPr>
        <dsp:cNvPr id="0" name=""/>
        <dsp:cNvSpPr/>
      </dsp:nvSpPr>
      <dsp:spPr>
        <a:xfrm>
          <a:off x="3522662" y="779651"/>
          <a:ext cx="135334" cy="507503"/>
        </a:xfrm>
        <a:custGeom>
          <a:avLst/>
          <a:gdLst/>
          <a:ahLst/>
          <a:cxnLst/>
          <a:rect l="0" t="0" r="0" b="0"/>
          <a:pathLst>
            <a:path>
              <a:moveTo>
                <a:pt x="0" y="0"/>
              </a:moveTo>
              <a:lnTo>
                <a:pt x="0" y="507503"/>
              </a:lnTo>
              <a:lnTo>
                <a:pt x="135334" y="507503"/>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1E87EB07-C477-4910-9D9F-BD83D121D8D8}">
      <dsp:nvSpPr>
        <dsp:cNvPr id="0" name=""/>
        <dsp:cNvSpPr/>
      </dsp:nvSpPr>
      <dsp:spPr>
        <a:xfrm>
          <a:off x="3657996" y="948819"/>
          <a:ext cx="1082675" cy="676671"/>
        </a:xfrm>
        <a:prstGeom prst="roundRect">
          <a:avLst>
            <a:gd name="adj" fmla="val 10000"/>
          </a:avLst>
        </a:prstGeom>
        <a:solidFill>
          <a:schemeClr val="lt1">
            <a:alpha val="90000"/>
            <a:hueOff val="0"/>
            <a:satOff val="0"/>
            <a:lumOff val="0"/>
            <a:alphaOff val="0"/>
          </a:schemeClr>
        </a:solidFill>
        <a:ln w="9525" cap="flat" cmpd="sng" algn="ctr">
          <a:solidFill>
            <a:schemeClr val="accent4">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Some text here</a:t>
          </a:r>
        </a:p>
      </dsp:txBody>
      <dsp:txXfrm>
        <a:off x="3677815" y="968638"/>
        <a:ext cx="1043037" cy="637033"/>
      </dsp:txXfrm>
    </dsp:sp>
    <dsp:sp modelId="{2D036E86-9F7D-43C2-8EAF-5347D3084CB4}">
      <dsp:nvSpPr>
        <dsp:cNvPr id="0" name=""/>
        <dsp:cNvSpPr/>
      </dsp:nvSpPr>
      <dsp:spPr>
        <a:xfrm>
          <a:off x="3522662" y="779651"/>
          <a:ext cx="135334" cy="1353343"/>
        </a:xfrm>
        <a:custGeom>
          <a:avLst/>
          <a:gdLst/>
          <a:ahLst/>
          <a:cxnLst/>
          <a:rect l="0" t="0" r="0" b="0"/>
          <a:pathLst>
            <a:path>
              <a:moveTo>
                <a:pt x="0" y="0"/>
              </a:moveTo>
              <a:lnTo>
                <a:pt x="0" y="1353343"/>
              </a:lnTo>
              <a:lnTo>
                <a:pt x="135334" y="1353343"/>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DEA4B039-0C61-4B9D-8519-5231C7695951}">
      <dsp:nvSpPr>
        <dsp:cNvPr id="0" name=""/>
        <dsp:cNvSpPr/>
      </dsp:nvSpPr>
      <dsp:spPr>
        <a:xfrm>
          <a:off x="3657996" y="1794659"/>
          <a:ext cx="1082675" cy="676671"/>
        </a:xfrm>
        <a:prstGeom prst="roundRect">
          <a:avLst>
            <a:gd name="adj" fmla="val 10000"/>
          </a:avLst>
        </a:prstGeom>
        <a:solidFill>
          <a:schemeClr val="lt1">
            <a:alpha val="90000"/>
            <a:hueOff val="0"/>
            <a:satOff val="0"/>
            <a:lumOff val="0"/>
            <a:alphaOff val="0"/>
          </a:schemeClr>
        </a:solidFill>
        <a:ln w="9525" cap="flat" cmpd="sng" algn="ctr">
          <a:solidFill>
            <a:schemeClr val="accent5">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Some text here</a:t>
          </a:r>
        </a:p>
      </dsp:txBody>
      <dsp:txXfrm>
        <a:off x="3677815" y="1814478"/>
        <a:ext cx="1043037" cy="637033"/>
      </dsp:txXfrm>
    </dsp:sp>
    <dsp:sp modelId="{C7A22A9A-6DDC-4CCD-B61D-03773E19C527}">
      <dsp:nvSpPr>
        <dsp:cNvPr id="0" name=""/>
        <dsp:cNvSpPr/>
      </dsp:nvSpPr>
      <dsp:spPr>
        <a:xfrm>
          <a:off x="3522662" y="779651"/>
          <a:ext cx="135334" cy="2199183"/>
        </a:xfrm>
        <a:custGeom>
          <a:avLst/>
          <a:gdLst/>
          <a:ahLst/>
          <a:cxnLst/>
          <a:rect l="0" t="0" r="0" b="0"/>
          <a:pathLst>
            <a:path>
              <a:moveTo>
                <a:pt x="0" y="0"/>
              </a:moveTo>
              <a:lnTo>
                <a:pt x="0" y="2199183"/>
              </a:lnTo>
              <a:lnTo>
                <a:pt x="135334" y="2199183"/>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B7A179A1-ACD8-46CB-9DAF-17A01F134DF8}">
      <dsp:nvSpPr>
        <dsp:cNvPr id="0" name=""/>
        <dsp:cNvSpPr/>
      </dsp:nvSpPr>
      <dsp:spPr>
        <a:xfrm>
          <a:off x="3657996" y="2640498"/>
          <a:ext cx="1082675" cy="676671"/>
        </a:xfrm>
        <a:prstGeom prst="roundRect">
          <a:avLst>
            <a:gd name="adj" fmla="val 10000"/>
          </a:avLst>
        </a:prstGeom>
        <a:solidFill>
          <a:schemeClr val="lt1">
            <a:alpha val="90000"/>
            <a:hueOff val="0"/>
            <a:satOff val="0"/>
            <a:lumOff val="0"/>
            <a:alphaOff val="0"/>
          </a:schemeClr>
        </a:solidFill>
        <a:ln w="9525" cap="flat"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Some text here</a:t>
          </a:r>
        </a:p>
      </dsp:txBody>
      <dsp:txXfrm>
        <a:off x="3677815" y="2660317"/>
        <a:ext cx="1043037" cy="637033"/>
      </dsp:txXfrm>
    </dsp:sp>
    <dsp:sp modelId="{4D1E34F1-F1D0-4677-AEA6-798DAE496323}">
      <dsp:nvSpPr>
        <dsp:cNvPr id="0" name=""/>
        <dsp:cNvSpPr/>
      </dsp:nvSpPr>
      <dsp:spPr>
        <a:xfrm>
          <a:off x="5079007" y="102979"/>
          <a:ext cx="1353343" cy="676671"/>
        </a:xfrm>
        <a:prstGeom prst="roundRect">
          <a:avLst>
            <a:gd name="adj" fmla="val 1000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Lorem Ipsum</a:t>
          </a:r>
        </a:p>
      </dsp:txBody>
      <dsp:txXfrm>
        <a:off x="5098826" y="122798"/>
        <a:ext cx="1313705" cy="637033"/>
      </dsp:txXfrm>
    </dsp:sp>
    <dsp:sp modelId="{4E1754C3-075E-4337-AE92-FC4222075BB3}">
      <dsp:nvSpPr>
        <dsp:cNvPr id="0" name=""/>
        <dsp:cNvSpPr/>
      </dsp:nvSpPr>
      <dsp:spPr>
        <a:xfrm>
          <a:off x="5214342" y="779651"/>
          <a:ext cx="135334" cy="507503"/>
        </a:xfrm>
        <a:custGeom>
          <a:avLst/>
          <a:gdLst/>
          <a:ahLst/>
          <a:cxnLst/>
          <a:rect l="0" t="0" r="0" b="0"/>
          <a:pathLst>
            <a:path>
              <a:moveTo>
                <a:pt x="0" y="0"/>
              </a:moveTo>
              <a:lnTo>
                <a:pt x="0" y="507503"/>
              </a:lnTo>
              <a:lnTo>
                <a:pt x="135334" y="507503"/>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95CA81F4-7EE4-423F-9EF0-82917C379F89}">
      <dsp:nvSpPr>
        <dsp:cNvPr id="0" name=""/>
        <dsp:cNvSpPr/>
      </dsp:nvSpPr>
      <dsp:spPr>
        <a:xfrm>
          <a:off x="5349676" y="948819"/>
          <a:ext cx="1082675" cy="676671"/>
        </a:xfrm>
        <a:prstGeom prst="roundRect">
          <a:avLst>
            <a:gd name="adj" fmla="val 10000"/>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Some text here</a:t>
          </a:r>
        </a:p>
      </dsp:txBody>
      <dsp:txXfrm>
        <a:off x="5369495" y="968638"/>
        <a:ext cx="1043037" cy="637033"/>
      </dsp:txXfrm>
    </dsp:sp>
    <dsp:sp modelId="{979E3C31-3068-41EA-83FB-E63C0CB9FC93}">
      <dsp:nvSpPr>
        <dsp:cNvPr id="0" name=""/>
        <dsp:cNvSpPr/>
      </dsp:nvSpPr>
      <dsp:spPr>
        <a:xfrm>
          <a:off x="5214342" y="779651"/>
          <a:ext cx="135334" cy="1353343"/>
        </a:xfrm>
        <a:custGeom>
          <a:avLst/>
          <a:gdLst/>
          <a:ahLst/>
          <a:cxnLst/>
          <a:rect l="0" t="0" r="0" b="0"/>
          <a:pathLst>
            <a:path>
              <a:moveTo>
                <a:pt x="0" y="0"/>
              </a:moveTo>
              <a:lnTo>
                <a:pt x="0" y="1353343"/>
              </a:lnTo>
              <a:lnTo>
                <a:pt x="135334" y="1353343"/>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901B1E77-FA62-4F7A-A316-FAE15A0B3CF2}">
      <dsp:nvSpPr>
        <dsp:cNvPr id="0" name=""/>
        <dsp:cNvSpPr/>
      </dsp:nvSpPr>
      <dsp:spPr>
        <a:xfrm>
          <a:off x="5349676" y="1794659"/>
          <a:ext cx="1082675" cy="676671"/>
        </a:xfrm>
        <a:prstGeom prst="roundRect">
          <a:avLst>
            <a:gd name="adj" fmla="val 10000"/>
          </a:avLst>
        </a:prstGeom>
        <a:solidFill>
          <a:schemeClr val="lt1">
            <a:alpha val="90000"/>
            <a:hueOff val="0"/>
            <a:satOff val="0"/>
            <a:lumOff val="0"/>
            <a:alphaOff val="0"/>
          </a:schemeClr>
        </a:solidFill>
        <a:ln w="9525" cap="flat" cmpd="sng" algn="ctr">
          <a:solidFill>
            <a:schemeClr val="accent3">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Some text here</a:t>
          </a:r>
        </a:p>
      </dsp:txBody>
      <dsp:txXfrm>
        <a:off x="5369495" y="1814478"/>
        <a:ext cx="1043037" cy="637033"/>
      </dsp:txXfrm>
    </dsp:sp>
    <dsp:sp modelId="{883843BE-FE21-4B66-AFEB-BB020FEB692F}">
      <dsp:nvSpPr>
        <dsp:cNvPr id="0" name=""/>
        <dsp:cNvSpPr/>
      </dsp:nvSpPr>
      <dsp:spPr>
        <a:xfrm>
          <a:off x="5214342" y="779651"/>
          <a:ext cx="135334" cy="2199183"/>
        </a:xfrm>
        <a:custGeom>
          <a:avLst/>
          <a:gdLst/>
          <a:ahLst/>
          <a:cxnLst/>
          <a:rect l="0" t="0" r="0" b="0"/>
          <a:pathLst>
            <a:path>
              <a:moveTo>
                <a:pt x="0" y="0"/>
              </a:moveTo>
              <a:lnTo>
                <a:pt x="0" y="2199183"/>
              </a:lnTo>
              <a:lnTo>
                <a:pt x="135334" y="2199183"/>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6CA2F885-E7DF-4F24-B096-8B434592F4A1}">
      <dsp:nvSpPr>
        <dsp:cNvPr id="0" name=""/>
        <dsp:cNvSpPr/>
      </dsp:nvSpPr>
      <dsp:spPr>
        <a:xfrm>
          <a:off x="5349676" y="2640498"/>
          <a:ext cx="1082675" cy="676671"/>
        </a:xfrm>
        <a:prstGeom prst="roundRect">
          <a:avLst>
            <a:gd name="adj" fmla="val 10000"/>
          </a:avLst>
        </a:prstGeom>
        <a:solidFill>
          <a:schemeClr val="lt1">
            <a:alpha val="90000"/>
            <a:hueOff val="0"/>
            <a:satOff val="0"/>
            <a:lumOff val="0"/>
            <a:alphaOff val="0"/>
          </a:schemeClr>
        </a:solidFill>
        <a:ln w="9525" cap="flat" cmpd="sng" algn="ctr">
          <a:solidFill>
            <a:schemeClr val="accent4">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Some text here</a:t>
          </a:r>
        </a:p>
      </dsp:txBody>
      <dsp:txXfrm>
        <a:off x="5369495" y="2660317"/>
        <a:ext cx="1043037" cy="637033"/>
      </dsp:txXfrm>
    </dsp:sp>
    <dsp:sp modelId="{C000AEB7-2275-4E4E-82FD-EB07C2A54DCE}">
      <dsp:nvSpPr>
        <dsp:cNvPr id="0" name=""/>
        <dsp:cNvSpPr/>
      </dsp:nvSpPr>
      <dsp:spPr>
        <a:xfrm>
          <a:off x="6770687" y="102979"/>
          <a:ext cx="1353343" cy="676671"/>
        </a:xfrm>
        <a:prstGeom prst="roundRect">
          <a:avLst>
            <a:gd name="adj" fmla="val 10000"/>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Lorem Ipsum</a:t>
          </a:r>
        </a:p>
      </dsp:txBody>
      <dsp:txXfrm>
        <a:off x="6790506" y="122798"/>
        <a:ext cx="1313705" cy="637033"/>
      </dsp:txXfrm>
    </dsp:sp>
    <dsp:sp modelId="{0618FB3D-7716-4ED0-BA6C-A4CBE0631AC6}">
      <dsp:nvSpPr>
        <dsp:cNvPr id="0" name=""/>
        <dsp:cNvSpPr/>
      </dsp:nvSpPr>
      <dsp:spPr>
        <a:xfrm>
          <a:off x="6906021" y="779651"/>
          <a:ext cx="135334" cy="507503"/>
        </a:xfrm>
        <a:custGeom>
          <a:avLst/>
          <a:gdLst/>
          <a:ahLst/>
          <a:cxnLst/>
          <a:rect l="0" t="0" r="0" b="0"/>
          <a:pathLst>
            <a:path>
              <a:moveTo>
                <a:pt x="0" y="0"/>
              </a:moveTo>
              <a:lnTo>
                <a:pt x="0" y="507503"/>
              </a:lnTo>
              <a:lnTo>
                <a:pt x="135334" y="507503"/>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C1C3D3C5-436E-454C-9FC3-C200FF8EDA61}">
      <dsp:nvSpPr>
        <dsp:cNvPr id="0" name=""/>
        <dsp:cNvSpPr/>
      </dsp:nvSpPr>
      <dsp:spPr>
        <a:xfrm>
          <a:off x="7041356" y="948819"/>
          <a:ext cx="1082675" cy="676671"/>
        </a:xfrm>
        <a:prstGeom prst="roundRect">
          <a:avLst>
            <a:gd name="adj" fmla="val 10000"/>
          </a:avLst>
        </a:prstGeom>
        <a:solidFill>
          <a:schemeClr val="lt1">
            <a:alpha val="90000"/>
            <a:hueOff val="0"/>
            <a:satOff val="0"/>
            <a:lumOff val="0"/>
            <a:alphaOff val="0"/>
          </a:schemeClr>
        </a:solidFill>
        <a:ln w="9525" cap="flat" cmpd="sng" algn="ctr">
          <a:solidFill>
            <a:schemeClr val="accent5">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Some text here</a:t>
          </a:r>
        </a:p>
      </dsp:txBody>
      <dsp:txXfrm>
        <a:off x="7061175" y="968638"/>
        <a:ext cx="1043037" cy="637033"/>
      </dsp:txXfrm>
    </dsp:sp>
    <dsp:sp modelId="{9A7011EC-D604-4AD7-BD78-46CCFB4228FC}">
      <dsp:nvSpPr>
        <dsp:cNvPr id="0" name=""/>
        <dsp:cNvSpPr/>
      </dsp:nvSpPr>
      <dsp:spPr>
        <a:xfrm>
          <a:off x="6906021" y="779651"/>
          <a:ext cx="135334" cy="1353343"/>
        </a:xfrm>
        <a:custGeom>
          <a:avLst/>
          <a:gdLst/>
          <a:ahLst/>
          <a:cxnLst/>
          <a:rect l="0" t="0" r="0" b="0"/>
          <a:pathLst>
            <a:path>
              <a:moveTo>
                <a:pt x="0" y="0"/>
              </a:moveTo>
              <a:lnTo>
                <a:pt x="0" y="1353343"/>
              </a:lnTo>
              <a:lnTo>
                <a:pt x="135334" y="1353343"/>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A7F1D843-9B6B-4917-BC9F-5FBBAE1F6522}">
      <dsp:nvSpPr>
        <dsp:cNvPr id="0" name=""/>
        <dsp:cNvSpPr/>
      </dsp:nvSpPr>
      <dsp:spPr>
        <a:xfrm>
          <a:off x="7041356" y="1794659"/>
          <a:ext cx="1082675" cy="676671"/>
        </a:xfrm>
        <a:prstGeom prst="roundRect">
          <a:avLst>
            <a:gd name="adj" fmla="val 10000"/>
          </a:avLst>
        </a:prstGeom>
        <a:solidFill>
          <a:schemeClr val="lt1">
            <a:alpha val="90000"/>
            <a:hueOff val="0"/>
            <a:satOff val="0"/>
            <a:lumOff val="0"/>
            <a:alphaOff val="0"/>
          </a:schemeClr>
        </a:solidFill>
        <a:ln w="9525" cap="flat"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Some text here</a:t>
          </a:r>
        </a:p>
      </dsp:txBody>
      <dsp:txXfrm>
        <a:off x="7061175" y="1814478"/>
        <a:ext cx="1043037" cy="637033"/>
      </dsp:txXfrm>
    </dsp:sp>
    <dsp:sp modelId="{5679421E-BCB0-454E-B3A3-95B9111F5F90}">
      <dsp:nvSpPr>
        <dsp:cNvPr id="0" name=""/>
        <dsp:cNvSpPr/>
      </dsp:nvSpPr>
      <dsp:spPr>
        <a:xfrm>
          <a:off x="6906021" y="779651"/>
          <a:ext cx="135334" cy="2199183"/>
        </a:xfrm>
        <a:custGeom>
          <a:avLst/>
          <a:gdLst/>
          <a:ahLst/>
          <a:cxnLst/>
          <a:rect l="0" t="0" r="0" b="0"/>
          <a:pathLst>
            <a:path>
              <a:moveTo>
                <a:pt x="0" y="0"/>
              </a:moveTo>
              <a:lnTo>
                <a:pt x="0" y="2199183"/>
              </a:lnTo>
              <a:lnTo>
                <a:pt x="135334" y="2199183"/>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F63B1C33-1C8F-4705-8F45-084692C6A84C}">
      <dsp:nvSpPr>
        <dsp:cNvPr id="0" name=""/>
        <dsp:cNvSpPr/>
      </dsp:nvSpPr>
      <dsp:spPr>
        <a:xfrm>
          <a:off x="7041356" y="2640498"/>
          <a:ext cx="1082675" cy="676671"/>
        </a:xfrm>
        <a:prstGeom prst="roundRect">
          <a:avLst>
            <a:gd name="adj" fmla="val 10000"/>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Some text here</a:t>
          </a:r>
        </a:p>
      </dsp:txBody>
      <dsp:txXfrm>
        <a:off x="7061175" y="2660317"/>
        <a:ext cx="1043037" cy="637033"/>
      </dsp:txXfrm>
    </dsp:sp>
  </dsp:spTree>
</dsp:drawing>
</file>

<file path=ppt/diagrams/drawing4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D27423-3CE3-4F0E-84AA-4CF3EA995503}">
      <dsp:nvSpPr>
        <dsp:cNvPr id="0" name=""/>
        <dsp:cNvSpPr/>
      </dsp:nvSpPr>
      <dsp:spPr>
        <a:xfrm>
          <a:off x="3228089" y="3057"/>
          <a:ext cx="1518466" cy="1519115"/>
        </a:xfrm>
        <a:prstGeom prst="ellipse">
          <a:avLst/>
        </a:prstGeom>
        <a:gradFill rotWithShape="0">
          <a:gsLst>
            <a:gs pos="0">
              <a:schemeClr val="accent2">
                <a:alpha val="50000"/>
                <a:hueOff val="0"/>
                <a:satOff val="0"/>
                <a:lumOff val="0"/>
                <a:alphaOff val="0"/>
                <a:shade val="51000"/>
                <a:satMod val="130000"/>
              </a:schemeClr>
            </a:gs>
            <a:gs pos="80000">
              <a:schemeClr val="accent2">
                <a:alpha val="50000"/>
                <a:hueOff val="0"/>
                <a:satOff val="0"/>
                <a:lumOff val="0"/>
                <a:alphaOff val="0"/>
                <a:shade val="93000"/>
                <a:satMod val="130000"/>
              </a:schemeClr>
            </a:gs>
            <a:gs pos="100000">
              <a:schemeClr val="accent2">
                <a:alpha val="50000"/>
                <a:hueOff val="0"/>
                <a:satOff val="0"/>
                <a:lumOff val="0"/>
                <a:alphaOff val="0"/>
                <a:shade val="94000"/>
                <a:satMod val="135000"/>
              </a:schemeClr>
            </a:gs>
          </a:gsLst>
          <a:lin ang="16200000" scaled="0"/>
        </a:gradFill>
        <a:ln>
          <a:noFill/>
        </a:ln>
        <a:effectLst/>
      </dsp:spPr>
      <dsp:style>
        <a:lnRef idx="0">
          <a:scrgbClr r="0" g="0" b="0"/>
        </a:lnRef>
        <a:fillRef idx="3">
          <a:scrgbClr r="0" g="0" b="0"/>
        </a:fillRef>
        <a:effectRef idx="0">
          <a:scrgbClr r="0" g="0" b="0"/>
        </a:effectRef>
        <a:fontRef idx="minor">
          <a:schemeClr val="tx1"/>
        </a:fontRef>
      </dsp:style>
    </dsp:sp>
    <dsp:sp modelId="{D9787846-C6A8-4F75-9940-82C1C07DFE2D}">
      <dsp:nvSpPr>
        <dsp:cNvPr id="0" name=""/>
        <dsp:cNvSpPr/>
      </dsp:nvSpPr>
      <dsp:spPr>
        <a:xfrm>
          <a:off x="3299920" y="66860"/>
          <a:ext cx="273323" cy="273440"/>
        </a:xfrm>
        <a:prstGeom prst="ellipse">
          <a:avLst/>
        </a:prstGeom>
        <a:gradFill rotWithShape="0">
          <a:gsLst>
            <a:gs pos="0">
              <a:schemeClr val="accent3">
                <a:alpha val="50000"/>
                <a:hueOff val="0"/>
                <a:satOff val="0"/>
                <a:lumOff val="0"/>
                <a:alphaOff val="0"/>
                <a:shade val="51000"/>
                <a:satMod val="130000"/>
              </a:schemeClr>
            </a:gs>
            <a:gs pos="80000">
              <a:schemeClr val="accent3">
                <a:alpha val="50000"/>
                <a:hueOff val="0"/>
                <a:satOff val="0"/>
                <a:lumOff val="0"/>
                <a:alphaOff val="0"/>
                <a:shade val="93000"/>
                <a:satMod val="130000"/>
              </a:schemeClr>
            </a:gs>
            <a:gs pos="100000">
              <a:schemeClr val="accent3">
                <a:alpha val="50000"/>
                <a:hueOff val="0"/>
                <a:satOff val="0"/>
                <a:lumOff val="0"/>
                <a:alphaOff val="0"/>
                <a:shade val="94000"/>
                <a:satMod val="135000"/>
              </a:schemeClr>
            </a:gs>
          </a:gsLst>
          <a:lin ang="16200000" scaled="0"/>
        </a:gradFill>
        <a:ln>
          <a:noFill/>
        </a:ln>
        <a:effectLst/>
      </dsp:spPr>
      <dsp:style>
        <a:lnRef idx="0">
          <a:scrgbClr r="0" g="0" b="0"/>
        </a:lnRef>
        <a:fillRef idx="3">
          <a:scrgbClr r="0" g="0" b="0"/>
        </a:fillRef>
        <a:effectRef idx="0">
          <a:scrgbClr r="0" g="0" b="0"/>
        </a:effectRef>
        <a:fontRef idx="minor">
          <a:schemeClr val="tx1"/>
        </a:fontRef>
      </dsp:style>
    </dsp:sp>
    <dsp:sp modelId="{9D1CCA39-FBAC-40BE-AC9C-6E012D284EAE}">
      <dsp:nvSpPr>
        <dsp:cNvPr id="0" name=""/>
        <dsp:cNvSpPr/>
      </dsp:nvSpPr>
      <dsp:spPr>
        <a:xfrm>
          <a:off x="3436582" y="66860"/>
          <a:ext cx="1461987" cy="2734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0" bIns="22860" numCol="1" spcCol="1270" anchor="ctr" anchorCtr="0">
          <a:noAutofit/>
        </a:bodyPr>
        <a:lstStyle/>
        <a:p>
          <a:pPr marL="0" lvl="0" indent="0" algn="l" defTabSz="800100">
            <a:lnSpc>
              <a:spcPct val="90000"/>
            </a:lnSpc>
            <a:spcBef>
              <a:spcPct val="0"/>
            </a:spcBef>
            <a:spcAft>
              <a:spcPct val="35000"/>
            </a:spcAft>
            <a:buNone/>
          </a:pPr>
          <a:r>
            <a:rPr lang="en-US" sz="1800" kern="1200" dirty="0">
              <a:solidFill>
                <a:schemeClr val="tx2"/>
              </a:solidFill>
            </a:rPr>
            <a:t>Lorem Ipsum</a:t>
          </a:r>
        </a:p>
      </dsp:txBody>
      <dsp:txXfrm>
        <a:off x="3436582" y="66860"/>
        <a:ext cx="1461987" cy="273440"/>
      </dsp:txXfrm>
    </dsp:sp>
    <dsp:sp modelId="{9AF15297-06CC-4766-8951-62D1F7CA3886}">
      <dsp:nvSpPr>
        <dsp:cNvPr id="0" name=""/>
        <dsp:cNvSpPr/>
      </dsp:nvSpPr>
      <dsp:spPr>
        <a:xfrm>
          <a:off x="3435867" y="340301"/>
          <a:ext cx="1464042" cy="1467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5240" rIns="0" bIns="15240" numCol="1" spcCol="1270" anchor="ctr" anchorCtr="0">
          <a:noAutofit/>
        </a:bodyPr>
        <a:lstStyle/>
        <a:p>
          <a:pPr marL="0" lvl="0" indent="0" algn="l" defTabSz="533400">
            <a:lnSpc>
              <a:spcPct val="90000"/>
            </a:lnSpc>
            <a:spcBef>
              <a:spcPct val="0"/>
            </a:spcBef>
            <a:spcAft>
              <a:spcPct val="35000"/>
            </a:spcAft>
            <a:buNone/>
          </a:pPr>
          <a:r>
            <a:rPr lang="en-US" sz="1200" kern="1200" dirty="0">
              <a:solidFill>
                <a:schemeClr val="tx2"/>
              </a:solidFill>
            </a:rPr>
            <a:t>Some text here</a:t>
          </a:r>
        </a:p>
      </dsp:txBody>
      <dsp:txXfrm>
        <a:off x="3435867" y="340301"/>
        <a:ext cx="1464042" cy="146793"/>
      </dsp:txXfrm>
    </dsp:sp>
    <dsp:sp modelId="{2DEF080D-AB32-4DBF-92F8-6BD8FC4C1D40}">
      <dsp:nvSpPr>
        <dsp:cNvPr id="0" name=""/>
        <dsp:cNvSpPr/>
      </dsp:nvSpPr>
      <dsp:spPr>
        <a:xfrm>
          <a:off x="3435867" y="487095"/>
          <a:ext cx="52901" cy="52695"/>
        </a:xfrm>
        <a:prstGeom prst="ellipse">
          <a:avLst/>
        </a:prstGeom>
        <a:gradFill rotWithShape="0">
          <a:gsLst>
            <a:gs pos="0">
              <a:schemeClr val="accent4">
                <a:alpha val="50000"/>
                <a:hueOff val="0"/>
                <a:satOff val="0"/>
                <a:lumOff val="0"/>
                <a:alphaOff val="0"/>
                <a:shade val="51000"/>
                <a:satMod val="130000"/>
              </a:schemeClr>
            </a:gs>
            <a:gs pos="80000">
              <a:schemeClr val="accent4">
                <a:alpha val="50000"/>
                <a:hueOff val="0"/>
                <a:satOff val="0"/>
                <a:lumOff val="0"/>
                <a:alphaOff val="0"/>
                <a:shade val="93000"/>
                <a:satMod val="130000"/>
              </a:schemeClr>
            </a:gs>
            <a:gs pos="100000">
              <a:schemeClr val="accent4">
                <a:alpha val="50000"/>
                <a:hueOff val="0"/>
                <a:satOff val="0"/>
                <a:lumOff val="0"/>
                <a:alphaOff val="0"/>
                <a:shade val="94000"/>
                <a:satMod val="135000"/>
              </a:schemeClr>
            </a:gs>
          </a:gsLst>
          <a:lin ang="16200000" scaled="0"/>
        </a:gradFill>
        <a:ln>
          <a:noFill/>
        </a:ln>
        <a:effectLst/>
      </dsp:spPr>
      <dsp:style>
        <a:lnRef idx="0">
          <a:scrgbClr r="0" g="0" b="0"/>
        </a:lnRef>
        <a:fillRef idx="3">
          <a:scrgbClr r="0" g="0" b="0"/>
        </a:fillRef>
        <a:effectRef idx="0">
          <a:scrgbClr r="0" g="0" b="0"/>
        </a:effectRef>
        <a:fontRef idx="minor">
          <a:schemeClr val="tx1"/>
        </a:fontRef>
      </dsp:style>
    </dsp:sp>
    <dsp:sp modelId="{9664B8AC-8A2E-45AA-B56C-4A7E375B4432}">
      <dsp:nvSpPr>
        <dsp:cNvPr id="0" name=""/>
        <dsp:cNvSpPr/>
      </dsp:nvSpPr>
      <dsp:spPr>
        <a:xfrm>
          <a:off x="3435867" y="539790"/>
          <a:ext cx="1464042" cy="1467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5240" rIns="0" bIns="15240" numCol="1" spcCol="1270" anchor="ctr" anchorCtr="0">
          <a:noAutofit/>
        </a:bodyPr>
        <a:lstStyle/>
        <a:p>
          <a:pPr marL="0" lvl="0" indent="0" algn="l" defTabSz="533400">
            <a:lnSpc>
              <a:spcPct val="90000"/>
            </a:lnSpc>
            <a:spcBef>
              <a:spcPct val="0"/>
            </a:spcBef>
            <a:spcAft>
              <a:spcPct val="35000"/>
            </a:spcAft>
            <a:buNone/>
          </a:pPr>
          <a:r>
            <a:rPr lang="en-US" sz="1200" kern="1200" dirty="0">
              <a:solidFill>
                <a:schemeClr val="tx2"/>
              </a:solidFill>
            </a:rPr>
            <a:t>Some text here</a:t>
          </a:r>
        </a:p>
      </dsp:txBody>
      <dsp:txXfrm>
        <a:off x="3435867" y="539790"/>
        <a:ext cx="1464042" cy="146793"/>
      </dsp:txXfrm>
    </dsp:sp>
    <dsp:sp modelId="{6B5FA1DC-E578-4CBD-B749-1D615BCD4DC1}">
      <dsp:nvSpPr>
        <dsp:cNvPr id="0" name=""/>
        <dsp:cNvSpPr/>
      </dsp:nvSpPr>
      <dsp:spPr>
        <a:xfrm>
          <a:off x="3228089" y="1373437"/>
          <a:ext cx="1518466" cy="1519115"/>
        </a:xfrm>
        <a:prstGeom prst="ellipse">
          <a:avLst/>
        </a:prstGeom>
        <a:gradFill rotWithShape="0">
          <a:gsLst>
            <a:gs pos="0">
              <a:schemeClr val="accent5">
                <a:alpha val="50000"/>
                <a:hueOff val="0"/>
                <a:satOff val="0"/>
                <a:lumOff val="0"/>
                <a:alphaOff val="0"/>
                <a:shade val="51000"/>
                <a:satMod val="130000"/>
              </a:schemeClr>
            </a:gs>
            <a:gs pos="80000">
              <a:schemeClr val="accent5">
                <a:alpha val="50000"/>
                <a:hueOff val="0"/>
                <a:satOff val="0"/>
                <a:lumOff val="0"/>
                <a:alphaOff val="0"/>
                <a:shade val="93000"/>
                <a:satMod val="130000"/>
              </a:schemeClr>
            </a:gs>
            <a:gs pos="100000">
              <a:schemeClr val="accent5">
                <a:alpha val="50000"/>
                <a:hueOff val="0"/>
                <a:satOff val="0"/>
                <a:lumOff val="0"/>
                <a:alphaOff val="0"/>
                <a:shade val="94000"/>
                <a:satMod val="135000"/>
              </a:schemeClr>
            </a:gs>
          </a:gsLst>
          <a:lin ang="16200000" scaled="0"/>
        </a:gradFill>
        <a:ln>
          <a:noFill/>
        </a:ln>
        <a:effectLst/>
      </dsp:spPr>
      <dsp:style>
        <a:lnRef idx="0">
          <a:scrgbClr r="0" g="0" b="0"/>
        </a:lnRef>
        <a:fillRef idx="3">
          <a:scrgbClr r="0" g="0" b="0"/>
        </a:fillRef>
        <a:effectRef idx="0">
          <a:scrgbClr r="0" g="0" b="0"/>
        </a:effectRef>
        <a:fontRef idx="minor">
          <a:schemeClr val="tx1"/>
        </a:fontRef>
      </dsp:style>
    </dsp:sp>
    <dsp:sp modelId="{54856E53-DD45-4EA6-BF39-180C3495E897}">
      <dsp:nvSpPr>
        <dsp:cNvPr id="0" name=""/>
        <dsp:cNvSpPr/>
      </dsp:nvSpPr>
      <dsp:spPr>
        <a:xfrm>
          <a:off x="3299920" y="1437239"/>
          <a:ext cx="273323" cy="273440"/>
        </a:xfrm>
        <a:prstGeom prst="ellipse">
          <a:avLst/>
        </a:prstGeom>
        <a:gradFill rotWithShape="0">
          <a:gsLst>
            <a:gs pos="0">
              <a:schemeClr val="accent6">
                <a:alpha val="50000"/>
                <a:hueOff val="0"/>
                <a:satOff val="0"/>
                <a:lumOff val="0"/>
                <a:alphaOff val="0"/>
                <a:shade val="51000"/>
                <a:satMod val="130000"/>
              </a:schemeClr>
            </a:gs>
            <a:gs pos="80000">
              <a:schemeClr val="accent6">
                <a:alpha val="50000"/>
                <a:hueOff val="0"/>
                <a:satOff val="0"/>
                <a:lumOff val="0"/>
                <a:alphaOff val="0"/>
                <a:shade val="93000"/>
                <a:satMod val="130000"/>
              </a:schemeClr>
            </a:gs>
            <a:gs pos="100000">
              <a:schemeClr val="accent6">
                <a:alpha val="50000"/>
                <a:hueOff val="0"/>
                <a:satOff val="0"/>
                <a:lumOff val="0"/>
                <a:alphaOff val="0"/>
                <a:shade val="94000"/>
                <a:satMod val="135000"/>
              </a:schemeClr>
            </a:gs>
          </a:gsLst>
          <a:lin ang="16200000" scaled="0"/>
        </a:gradFill>
        <a:ln>
          <a:noFill/>
        </a:ln>
        <a:effectLst/>
      </dsp:spPr>
      <dsp:style>
        <a:lnRef idx="0">
          <a:scrgbClr r="0" g="0" b="0"/>
        </a:lnRef>
        <a:fillRef idx="3">
          <a:scrgbClr r="0" g="0" b="0"/>
        </a:fillRef>
        <a:effectRef idx="0">
          <a:scrgbClr r="0" g="0" b="0"/>
        </a:effectRef>
        <a:fontRef idx="minor">
          <a:schemeClr val="tx1"/>
        </a:fontRef>
      </dsp:style>
    </dsp:sp>
    <dsp:sp modelId="{918C57AA-A5E5-42C0-ABBA-F04509EAC62C}">
      <dsp:nvSpPr>
        <dsp:cNvPr id="0" name=""/>
        <dsp:cNvSpPr/>
      </dsp:nvSpPr>
      <dsp:spPr>
        <a:xfrm>
          <a:off x="3436582" y="1437239"/>
          <a:ext cx="1461987" cy="2734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0" bIns="22860" numCol="1" spcCol="1270" anchor="ctr" anchorCtr="0">
          <a:noAutofit/>
        </a:bodyPr>
        <a:lstStyle/>
        <a:p>
          <a:pPr marL="0" lvl="0" indent="0" algn="l" defTabSz="800100">
            <a:lnSpc>
              <a:spcPct val="90000"/>
            </a:lnSpc>
            <a:spcBef>
              <a:spcPct val="0"/>
            </a:spcBef>
            <a:spcAft>
              <a:spcPct val="35000"/>
            </a:spcAft>
            <a:buNone/>
          </a:pPr>
          <a:r>
            <a:rPr lang="en-US" sz="1800" kern="1200" dirty="0">
              <a:solidFill>
                <a:schemeClr val="tx2"/>
              </a:solidFill>
            </a:rPr>
            <a:t>Lorem Ipsum</a:t>
          </a:r>
        </a:p>
      </dsp:txBody>
      <dsp:txXfrm>
        <a:off x="3436582" y="1437239"/>
        <a:ext cx="1461987" cy="273440"/>
      </dsp:txXfrm>
    </dsp:sp>
    <dsp:sp modelId="{27203482-9FA4-4366-B967-B741593ADBA5}">
      <dsp:nvSpPr>
        <dsp:cNvPr id="0" name=""/>
        <dsp:cNvSpPr/>
      </dsp:nvSpPr>
      <dsp:spPr>
        <a:xfrm>
          <a:off x="3435867" y="1710680"/>
          <a:ext cx="1464042" cy="1467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5240" rIns="0" bIns="15240" numCol="1" spcCol="1270" anchor="ctr" anchorCtr="0">
          <a:noAutofit/>
        </a:bodyPr>
        <a:lstStyle/>
        <a:p>
          <a:pPr marL="0" lvl="0" indent="0" algn="l" defTabSz="533400">
            <a:lnSpc>
              <a:spcPct val="90000"/>
            </a:lnSpc>
            <a:spcBef>
              <a:spcPct val="0"/>
            </a:spcBef>
            <a:spcAft>
              <a:spcPct val="35000"/>
            </a:spcAft>
            <a:buNone/>
          </a:pPr>
          <a:r>
            <a:rPr lang="en-US" sz="1200" kern="1200" dirty="0">
              <a:solidFill>
                <a:schemeClr val="tx2"/>
              </a:solidFill>
            </a:rPr>
            <a:t>Some text here</a:t>
          </a:r>
        </a:p>
      </dsp:txBody>
      <dsp:txXfrm>
        <a:off x="3435867" y="1710680"/>
        <a:ext cx="1464042" cy="146793"/>
      </dsp:txXfrm>
    </dsp:sp>
    <dsp:sp modelId="{04C0F296-197C-49FC-A128-332CD31F3908}">
      <dsp:nvSpPr>
        <dsp:cNvPr id="0" name=""/>
        <dsp:cNvSpPr/>
      </dsp:nvSpPr>
      <dsp:spPr>
        <a:xfrm>
          <a:off x="3435867" y="1857474"/>
          <a:ext cx="52901" cy="52695"/>
        </a:xfrm>
        <a:prstGeom prst="ellipse">
          <a:avLst/>
        </a:prstGeom>
        <a:gradFill rotWithShape="0">
          <a:gsLst>
            <a:gs pos="0">
              <a:schemeClr val="accent2">
                <a:alpha val="50000"/>
                <a:hueOff val="0"/>
                <a:satOff val="0"/>
                <a:lumOff val="0"/>
                <a:alphaOff val="0"/>
                <a:shade val="51000"/>
                <a:satMod val="130000"/>
              </a:schemeClr>
            </a:gs>
            <a:gs pos="80000">
              <a:schemeClr val="accent2">
                <a:alpha val="50000"/>
                <a:hueOff val="0"/>
                <a:satOff val="0"/>
                <a:lumOff val="0"/>
                <a:alphaOff val="0"/>
                <a:shade val="93000"/>
                <a:satMod val="130000"/>
              </a:schemeClr>
            </a:gs>
            <a:gs pos="100000">
              <a:schemeClr val="accent2">
                <a:alpha val="50000"/>
                <a:hueOff val="0"/>
                <a:satOff val="0"/>
                <a:lumOff val="0"/>
                <a:alphaOff val="0"/>
                <a:shade val="94000"/>
                <a:satMod val="135000"/>
              </a:schemeClr>
            </a:gs>
          </a:gsLst>
          <a:lin ang="16200000" scaled="0"/>
        </a:gradFill>
        <a:ln>
          <a:noFill/>
        </a:ln>
        <a:effectLst/>
      </dsp:spPr>
      <dsp:style>
        <a:lnRef idx="0">
          <a:scrgbClr r="0" g="0" b="0"/>
        </a:lnRef>
        <a:fillRef idx="3">
          <a:scrgbClr r="0" g="0" b="0"/>
        </a:fillRef>
        <a:effectRef idx="0">
          <a:scrgbClr r="0" g="0" b="0"/>
        </a:effectRef>
        <a:fontRef idx="minor">
          <a:schemeClr val="tx1"/>
        </a:fontRef>
      </dsp:style>
    </dsp:sp>
    <dsp:sp modelId="{2868EFD5-2008-4009-BED7-02A6D75DFF7A}">
      <dsp:nvSpPr>
        <dsp:cNvPr id="0" name=""/>
        <dsp:cNvSpPr/>
      </dsp:nvSpPr>
      <dsp:spPr>
        <a:xfrm>
          <a:off x="3435867" y="1910169"/>
          <a:ext cx="1464042" cy="1467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5240" rIns="0" bIns="15240" numCol="1" spcCol="1270" anchor="ctr" anchorCtr="0">
          <a:noAutofit/>
        </a:bodyPr>
        <a:lstStyle/>
        <a:p>
          <a:pPr marL="0" lvl="0" indent="0" algn="l" defTabSz="533400">
            <a:lnSpc>
              <a:spcPct val="90000"/>
            </a:lnSpc>
            <a:spcBef>
              <a:spcPct val="0"/>
            </a:spcBef>
            <a:spcAft>
              <a:spcPct val="35000"/>
            </a:spcAft>
            <a:buNone/>
          </a:pPr>
          <a:r>
            <a:rPr lang="en-US" sz="1200" kern="1200" dirty="0">
              <a:solidFill>
                <a:schemeClr val="tx2"/>
              </a:solidFill>
            </a:rPr>
            <a:t>Some text here</a:t>
          </a:r>
        </a:p>
      </dsp:txBody>
      <dsp:txXfrm>
        <a:off x="3435867" y="1910169"/>
        <a:ext cx="1464042" cy="146793"/>
      </dsp:txXfrm>
    </dsp:sp>
    <dsp:sp modelId="{A34E6BB2-4546-430A-B4ED-7AD5AFEC5DB7}">
      <dsp:nvSpPr>
        <dsp:cNvPr id="0" name=""/>
        <dsp:cNvSpPr/>
      </dsp:nvSpPr>
      <dsp:spPr>
        <a:xfrm>
          <a:off x="3228089" y="2743816"/>
          <a:ext cx="1518466" cy="1519115"/>
        </a:xfrm>
        <a:prstGeom prst="ellipse">
          <a:avLst/>
        </a:prstGeom>
        <a:gradFill rotWithShape="0">
          <a:gsLst>
            <a:gs pos="0">
              <a:schemeClr val="accent3">
                <a:alpha val="50000"/>
                <a:hueOff val="0"/>
                <a:satOff val="0"/>
                <a:lumOff val="0"/>
                <a:alphaOff val="0"/>
                <a:shade val="51000"/>
                <a:satMod val="130000"/>
              </a:schemeClr>
            </a:gs>
            <a:gs pos="80000">
              <a:schemeClr val="accent3">
                <a:alpha val="50000"/>
                <a:hueOff val="0"/>
                <a:satOff val="0"/>
                <a:lumOff val="0"/>
                <a:alphaOff val="0"/>
                <a:shade val="93000"/>
                <a:satMod val="130000"/>
              </a:schemeClr>
            </a:gs>
            <a:gs pos="100000">
              <a:schemeClr val="accent3">
                <a:alpha val="50000"/>
                <a:hueOff val="0"/>
                <a:satOff val="0"/>
                <a:lumOff val="0"/>
                <a:alphaOff val="0"/>
                <a:shade val="94000"/>
                <a:satMod val="135000"/>
              </a:schemeClr>
            </a:gs>
          </a:gsLst>
          <a:lin ang="16200000" scaled="0"/>
        </a:gradFill>
        <a:ln>
          <a:noFill/>
        </a:ln>
        <a:effectLst/>
      </dsp:spPr>
      <dsp:style>
        <a:lnRef idx="0">
          <a:scrgbClr r="0" g="0" b="0"/>
        </a:lnRef>
        <a:fillRef idx="3">
          <a:scrgbClr r="0" g="0" b="0"/>
        </a:fillRef>
        <a:effectRef idx="0">
          <a:scrgbClr r="0" g="0" b="0"/>
        </a:effectRef>
        <a:fontRef idx="minor">
          <a:schemeClr val="tx1"/>
        </a:fontRef>
      </dsp:style>
    </dsp:sp>
    <dsp:sp modelId="{6515EE0C-53E7-4F53-8663-52CFD39A1156}">
      <dsp:nvSpPr>
        <dsp:cNvPr id="0" name=""/>
        <dsp:cNvSpPr/>
      </dsp:nvSpPr>
      <dsp:spPr>
        <a:xfrm>
          <a:off x="3299920" y="2807619"/>
          <a:ext cx="273323" cy="273440"/>
        </a:xfrm>
        <a:prstGeom prst="ellipse">
          <a:avLst/>
        </a:prstGeom>
        <a:gradFill rotWithShape="0">
          <a:gsLst>
            <a:gs pos="0">
              <a:schemeClr val="accent4">
                <a:alpha val="50000"/>
                <a:hueOff val="0"/>
                <a:satOff val="0"/>
                <a:lumOff val="0"/>
                <a:alphaOff val="0"/>
                <a:shade val="51000"/>
                <a:satMod val="130000"/>
              </a:schemeClr>
            </a:gs>
            <a:gs pos="80000">
              <a:schemeClr val="accent4">
                <a:alpha val="50000"/>
                <a:hueOff val="0"/>
                <a:satOff val="0"/>
                <a:lumOff val="0"/>
                <a:alphaOff val="0"/>
                <a:shade val="93000"/>
                <a:satMod val="130000"/>
              </a:schemeClr>
            </a:gs>
            <a:gs pos="100000">
              <a:schemeClr val="accent4">
                <a:alpha val="50000"/>
                <a:hueOff val="0"/>
                <a:satOff val="0"/>
                <a:lumOff val="0"/>
                <a:alphaOff val="0"/>
                <a:shade val="94000"/>
                <a:satMod val="135000"/>
              </a:schemeClr>
            </a:gs>
          </a:gsLst>
          <a:lin ang="16200000" scaled="0"/>
        </a:gradFill>
        <a:ln>
          <a:noFill/>
        </a:ln>
        <a:effectLst/>
      </dsp:spPr>
      <dsp:style>
        <a:lnRef idx="0">
          <a:scrgbClr r="0" g="0" b="0"/>
        </a:lnRef>
        <a:fillRef idx="3">
          <a:scrgbClr r="0" g="0" b="0"/>
        </a:fillRef>
        <a:effectRef idx="0">
          <a:scrgbClr r="0" g="0" b="0"/>
        </a:effectRef>
        <a:fontRef idx="minor">
          <a:schemeClr val="tx1"/>
        </a:fontRef>
      </dsp:style>
    </dsp:sp>
    <dsp:sp modelId="{39584E0A-03C0-4A65-8465-0CEBA3B4ED17}">
      <dsp:nvSpPr>
        <dsp:cNvPr id="0" name=""/>
        <dsp:cNvSpPr/>
      </dsp:nvSpPr>
      <dsp:spPr>
        <a:xfrm>
          <a:off x="3436582" y="2807619"/>
          <a:ext cx="1461987" cy="2734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0" bIns="22860" numCol="1" spcCol="1270" anchor="ctr" anchorCtr="0">
          <a:noAutofit/>
        </a:bodyPr>
        <a:lstStyle/>
        <a:p>
          <a:pPr marL="0" lvl="0" indent="0" algn="l" defTabSz="800100">
            <a:lnSpc>
              <a:spcPct val="90000"/>
            </a:lnSpc>
            <a:spcBef>
              <a:spcPct val="0"/>
            </a:spcBef>
            <a:spcAft>
              <a:spcPct val="35000"/>
            </a:spcAft>
            <a:buNone/>
          </a:pPr>
          <a:r>
            <a:rPr lang="en-US" sz="1800" kern="1200" dirty="0">
              <a:solidFill>
                <a:schemeClr val="tx2"/>
              </a:solidFill>
            </a:rPr>
            <a:t>Lorem Ipsum</a:t>
          </a:r>
        </a:p>
      </dsp:txBody>
      <dsp:txXfrm>
        <a:off x="3436582" y="2807619"/>
        <a:ext cx="1461987" cy="273440"/>
      </dsp:txXfrm>
    </dsp:sp>
    <dsp:sp modelId="{8CFFE81C-379D-47A0-8775-E6E46D690C7E}">
      <dsp:nvSpPr>
        <dsp:cNvPr id="0" name=""/>
        <dsp:cNvSpPr/>
      </dsp:nvSpPr>
      <dsp:spPr>
        <a:xfrm>
          <a:off x="3435867" y="3081060"/>
          <a:ext cx="1464042" cy="1467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5240" rIns="0" bIns="15240" numCol="1" spcCol="1270" anchor="ctr" anchorCtr="0">
          <a:noAutofit/>
        </a:bodyPr>
        <a:lstStyle/>
        <a:p>
          <a:pPr marL="0" lvl="0" indent="0" algn="l" defTabSz="533400">
            <a:lnSpc>
              <a:spcPct val="90000"/>
            </a:lnSpc>
            <a:spcBef>
              <a:spcPct val="0"/>
            </a:spcBef>
            <a:spcAft>
              <a:spcPct val="35000"/>
            </a:spcAft>
            <a:buNone/>
          </a:pPr>
          <a:r>
            <a:rPr lang="en-US" sz="1200" kern="1200" dirty="0">
              <a:solidFill>
                <a:schemeClr val="tx2"/>
              </a:solidFill>
            </a:rPr>
            <a:t>Some text here</a:t>
          </a:r>
        </a:p>
      </dsp:txBody>
      <dsp:txXfrm>
        <a:off x="3435867" y="3081060"/>
        <a:ext cx="1464042" cy="146793"/>
      </dsp:txXfrm>
    </dsp:sp>
    <dsp:sp modelId="{31DDAC5E-4E9A-4364-B0E9-1D700F67B0F5}">
      <dsp:nvSpPr>
        <dsp:cNvPr id="0" name=""/>
        <dsp:cNvSpPr/>
      </dsp:nvSpPr>
      <dsp:spPr>
        <a:xfrm>
          <a:off x="3435867" y="3227854"/>
          <a:ext cx="52901" cy="52695"/>
        </a:xfrm>
        <a:prstGeom prst="ellipse">
          <a:avLst/>
        </a:prstGeom>
        <a:gradFill rotWithShape="0">
          <a:gsLst>
            <a:gs pos="0">
              <a:schemeClr val="accent5">
                <a:alpha val="50000"/>
                <a:hueOff val="0"/>
                <a:satOff val="0"/>
                <a:lumOff val="0"/>
                <a:alphaOff val="0"/>
                <a:shade val="51000"/>
                <a:satMod val="130000"/>
              </a:schemeClr>
            </a:gs>
            <a:gs pos="80000">
              <a:schemeClr val="accent5">
                <a:alpha val="50000"/>
                <a:hueOff val="0"/>
                <a:satOff val="0"/>
                <a:lumOff val="0"/>
                <a:alphaOff val="0"/>
                <a:shade val="93000"/>
                <a:satMod val="130000"/>
              </a:schemeClr>
            </a:gs>
            <a:gs pos="100000">
              <a:schemeClr val="accent5">
                <a:alpha val="50000"/>
                <a:hueOff val="0"/>
                <a:satOff val="0"/>
                <a:lumOff val="0"/>
                <a:alphaOff val="0"/>
                <a:shade val="94000"/>
                <a:satMod val="135000"/>
              </a:schemeClr>
            </a:gs>
          </a:gsLst>
          <a:lin ang="16200000" scaled="0"/>
        </a:gradFill>
        <a:ln>
          <a:noFill/>
        </a:ln>
        <a:effectLst/>
      </dsp:spPr>
      <dsp:style>
        <a:lnRef idx="0">
          <a:scrgbClr r="0" g="0" b="0"/>
        </a:lnRef>
        <a:fillRef idx="3">
          <a:scrgbClr r="0" g="0" b="0"/>
        </a:fillRef>
        <a:effectRef idx="0">
          <a:scrgbClr r="0" g="0" b="0"/>
        </a:effectRef>
        <a:fontRef idx="minor">
          <a:schemeClr val="tx1"/>
        </a:fontRef>
      </dsp:style>
    </dsp:sp>
    <dsp:sp modelId="{3AEFDAC6-3F02-4833-839C-3F34E36607AD}">
      <dsp:nvSpPr>
        <dsp:cNvPr id="0" name=""/>
        <dsp:cNvSpPr/>
      </dsp:nvSpPr>
      <dsp:spPr>
        <a:xfrm>
          <a:off x="3435867" y="3280549"/>
          <a:ext cx="1464042" cy="1467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5240" rIns="0" bIns="15240" numCol="1" spcCol="1270" anchor="ctr" anchorCtr="0">
          <a:noAutofit/>
        </a:bodyPr>
        <a:lstStyle/>
        <a:p>
          <a:pPr marL="0" lvl="0" indent="0" algn="l" defTabSz="533400">
            <a:lnSpc>
              <a:spcPct val="90000"/>
            </a:lnSpc>
            <a:spcBef>
              <a:spcPct val="0"/>
            </a:spcBef>
            <a:spcAft>
              <a:spcPct val="35000"/>
            </a:spcAft>
            <a:buNone/>
          </a:pPr>
          <a:r>
            <a:rPr lang="en-US" sz="1200" kern="1200" dirty="0">
              <a:solidFill>
                <a:schemeClr val="tx2"/>
              </a:solidFill>
            </a:rPr>
            <a:t>Some text here</a:t>
          </a:r>
        </a:p>
      </dsp:txBody>
      <dsp:txXfrm>
        <a:off x="3435867" y="3280549"/>
        <a:ext cx="1464042" cy="146793"/>
      </dsp:txXfrm>
    </dsp:sp>
  </dsp:spTree>
</dsp:drawing>
</file>

<file path=ppt/diagrams/drawing4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4D588B-2C5E-413E-8FB3-A45A598FE77E}">
      <dsp:nvSpPr>
        <dsp:cNvPr id="0" name=""/>
        <dsp:cNvSpPr/>
      </dsp:nvSpPr>
      <dsp:spPr>
        <a:xfrm>
          <a:off x="4945" y="2938004"/>
          <a:ext cx="1950892" cy="1326872"/>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US" sz="3500" kern="1200" dirty="0"/>
            <a:t>Lorem Ipsum</a:t>
          </a:r>
        </a:p>
      </dsp:txBody>
      <dsp:txXfrm>
        <a:off x="43808" y="2976867"/>
        <a:ext cx="1873166" cy="1249146"/>
      </dsp:txXfrm>
    </dsp:sp>
    <dsp:sp modelId="{79946D67-CF20-4533-873C-9747C402A031}">
      <dsp:nvSpPr>
        <dsp:cNvPr id="0" name=""/>
        <dsp:cNvSpPr/>
      </dsp:nvSpPr>
      <dsp:spPr>
        <a:xfrm>
          <a:off x="4945" y="1469558"/>
          <a:ext cx="624085" cy="1326872"/>
        </a:xfrm>
        <a:prstGeom prst="roundRect">
          <a:avLst>
            <a:gd name="adj" fmla="val 1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Level 2</a:t>
          </a:r>
        </a:p>
      </dsp:txBody>
      <dsp:txXfrm>
        <a:off x="23224" y="1487837"/>
        <a:ext cx="587527" cy="1290314"/>
      </dsp:txXfrm>
    </dsp:sp>
    <dsp:sp modelId="{7951CDCD-4F97-4CCA-8C56-4992B72B07BB}">
      <dsp:nvSpPr>
        <dsp:cNvPr id="0" name=""/>
        <dsp:cNvSpPr/>
      </dsp:nvSpPr>
      <dsp:spPr>
        <a:xfrm>
          <a:off x="4945" y="1112"/>
          <a:ext cx="624085" cy="1326872"/>
        </a:xfrm>
        <a:prstGeom prst="roundRect">
          <a:avLst>
            <a:gd name="adj" fmla="val 1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Level 3</a:t>
          </a:r>
        </a:p>
      </dsp:txBody>
      <dsp:txXfrm>
        <a:off x="23224" y="19391"/>
        <a:ext cx="587527" cy="1290314"/>
      </dsp:txXfrm>
    </dsp:sp>
    <dsp:sp modelId="{14BB9104-6BC9-45DA-A36E-A462663834C5}">
      <dsp:nvSpPr>
        <dsp:cNvPr id="0" name=""/>
        <dsp:cNvSpPr/>
      </dsp:nvSpPr>
      <dsp:spPr>
        <a:xfrm>
          <a:off x="681454" y="1469558"/>
          <a:ext cx="1274383" cy="1326872"/>
        </a:xfrm>
        <a:prstGeom prst="roundRect">
          <a:avLst>
            <a:gd name="adj" fmla="val 1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Level 2</a:t>
          </a:r>
        </a:p>
      </dsp:txBody>
      <dsp:txXfrm>
        <a:off x="718779" y="1506883"/>
        <a:ext cx="1199733" cy="1252222"/>
      </dsp:txXfrm>
    </dsp:sp>
    <dsp:sp modelId="{DEDD9957-528F-40DA-AA68-0B1E9F35D19E}">
      <dsp:nvSpPr>
        <dsp:cNvPr id="0" name=""/>
        <dsp:cNvSpPr/>
      </dsp:nvSpPr>
      <dsp:spPr>
        <a:xfrm>
          <a:off x="681454" y="1112"/>
          <a:ext cx="624085" cy="1326872"/>
        </a:xfrm>
        <a:prstGeom prst="roundRect">
          <a:avLst>
            <a:gd name="adj" fmla="val 1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Level 3</a:t>
          </a:r>
        </a:p>
      </dsp:txBody>
      <dsp:txXfrm>
        <a:off x="699733" y="19391"/>
        <a:ext cx="587527" cy="1290314"/>
      </dsp:txXfrm>
    </dsp:sp>
    <dsp:sp modelId="{26D4297F-C797-43C2-93B2-6794F1232AC4}">
      <dsp:nvSpPr>
        <dsp:cNvPr id="0" name=""/>
        <dsp:cNvSpPr/>
      </dsp:nvSpPr>
      <dsp:spPr>
        <a:xfrm>
          <a:off x="1331751" y="1112"/>
          <a:ext cx="624085" cy="1326872"/>
        </a:xfrm>
        <a:prstGeom prst="roundRect">
          <a:avLst>
            <a:gd name="adj" fmla="val 1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Level 3</a:t>
          </a:r>
        </a:p>
      </dsp:txBody>
      <dsp:txXfrm>
        <a:off x="1350030" y="19391"/>
        <a:ext cx="587527" cy="1290314"/>
      </dsp:txXfrm>
    </dsp:sp>
    <dsp:sp modelId="{A0D697BD-B917-473B-AE49-0084390F32FB}">
      <dsp:nvSpPr>
        <dsp:cNvPr id="0" name=""/>
        <dsp:cNvSpPr/>
      </dsp:nvSpPr>
      <dsp:spPr>
        <a:xfrm>
          <a:off x="2060684" y="2938004"/>
          <a:ext cx="1950892" cy="1326872"/>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US" sz="3500" kern="1200" dirty="0"/>
            <a:t>Lorem Ipsum</a:t>
          </a:r>
        </a:p>
      </dsp:txBody>
      <dsp:txXfrm>
        <a:off x="2099547" y="2976867"/>
        <a:ext cx="1873166" cy="1249146"/>
      </dsp:txXfrm>
    </dsp:sp>
    <dsp:sp modelId="{AD25AFED-6E14-41EA-A46C-3FC831C2ECEF}">
      <dsp:nvSpPr>
        <dsp:cNvPr id="0" name=""/>
        <dsp:cNvSpPr/>
      </dsp:nvSpPr>
      <dsp:spPr>
        <a:xfrm>
          <a:off x="2060684" y="1469558"/>
          <a:ext cx="624085" cy="1326872"/>
        </a:xfrm>
        <a:prstGeom prst="roundRect">
          <a:avLst>
            <a:gd name="adj" fmla="val 1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Level 2</a:t>
          </a:r>
        </a:p>
      </dsp:txBody>
      <dsp:txXfrm>
        <a:off x="2078963" y="1487837"/>
        <a:ext cx="587527" cy="1290314"/>
      </dsp:txXfrm>
    </dsp:sp>
    <dsp:sp modelId="{69592EE1-A442-476D-B30C-E82173323C49}">
      <dsp:nvSpPr>
        <dsp:cNvPr id="0" name=""/>
        <dsp:cNvSpPr/>
      </dsp:nvSpPr>
      <dsp:spPr>
        <a:xfrm>
          <a:off x="2060684" y="1112"/>
          <a:ext cx="624085" cy="1326872"/>
        </a:xfrm>
        <a:prstGeom prst="roundRect">
          <a:avLst>
            <a:gd name="adj" fmla="val 1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Level 3</a:t>
          </a:r>
        </a:p>
      </dsp:txBody>
      <dsp:txXfrm>
        <a:off x="2078963" y="19391"/>
        <a:ext cx="587527" cy="1290314"/>
      </dsp:txXfrm>
    </dsp:sp>
    <dsp:sp modelId="{9559A326-1C0C-4D30-A23F-E70828E60E7E}">
      <dsp:nvSpPr>
        <dsp:cNvPr id="0" name=""/>
        <dsp:cNvSpPr/>
      </dsp:nvSpPr>
      <dsp:spPr>
        <a:xfrm>
          <a:off x="2737193" y="1469558"/>
          <a:ext cx="1274383" cy="1326872"/>
        </a:xfrm>
        <a:prstGeom prst="roundRect">
          <a:avLst>
            <a:gd name="adj" fmla="val 1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Level 2</a:t>
          </a:r>
        </a:p>
      </dsp:txBody>
      <dsp:txXfrm>
        <a:off x="2774518" y="1506883"/>
        <a:ext cx="1199733" cy="1252222"/>
      </dsp:txXfrm>
    </dsp:sp>
    <dsp:sp modelId="{5909B2A5-DCD5-424F-B64F-41594C8322EA}">
      <dsp:nvSpPr>
        <dsp:cNvPr id="0" name=""/>
        <dsp:cNvSpPr/>
      </dsp:nvSpPr>
      <dsp:spPr>
        <a:xfrm>
          <a:off x="2737193" y="1112"/>
          <a:ext cx="624085" cy="1326872"/>
        </a:xfrm>
        <a:prstGeom prst="roundRect">
          <a:avLst>
            <a:gd name="adj" fmla="val 1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Level 3</a:t>
          </a:r>
        </a:p>
      </dsp:txBody>
      <dsp:txXfrm>
        <a:off x="2755472" y="19391"/>
        <a:ext cx="587527" cy="1290314"/>
      </dsp:txXfrm>
    </dsp:sp>
    <dsp:sp modelId="{AE186980-2B5E-4C29-9369-0E30468CC1DD}">
      <dsp:nvSpPr>
        <dsp:cNvPr id="0" name=""/>
        <dsp:cNvSpPr/>
      </dsp:nvSpPr>
      <dsp:spPr>
        <a:xfrm>
          <a:off x="3387490" y="1112"/>
          <a:ext cx="624085" cy="1326872"/>
        </a:xfrm>
        <a:prstGeom prst="roundRect">
          <a:avLst>
            <a:gd name="adj" fmla="val 1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Level 3</a:t>
          </a:r>
        </a:p>
      </dsp:txBody>
      <dsp:txXfrm>
        <a:off x="3405769" y="19391"/>
        <a:ext cx="587527" cy="1290314"/>
      </dsp:txXfrm>
    </dsp:sp>
    <dsp:sp modelId="{D79C717C-7624-4FB9-BA90-B86A49445D04}">
      <dsp:nvSpPr>
        <dsp:cNvPr id="0" name=""/>
        <dsp:cNvSpPr/>
      </dsp:nvSpPr>
      <dsp:spPr>
        <a:xfrm>
          <a:off x="4116423" y="2938004"/>
          <a:ext cx="1950892" cy="1326872"/>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US" sz="3500" kern="1200" dirty="0"/>
            <a:t>Lorem Ipsum</a:t>
          </a:r>
        </a:p>
      </dsp:txBody>
      <dsp:txXfrm>
        <a:off x="4155286" y="2976867"/>
        <a:ext cx="1873166" cy="1249146"/>
      </dsp:txXfrm>
    </dsp:sp>
    <dsp:sp modelId="{9B57DBA0-A329-4796-9B50-E47041655118}">
      <dsp:nvSpPr>
        <dsp:cNvPr id="0" name=""/>
        <dsp:cNvSpPr/>
      </dsp:nvSpPr>
      <dsp:spPr>
        <a:xfrm>
          <a:off x="4116423" y="1469558"/>
          <a:ext cx="624085" cy="1326872"/>
        </a:xfrm>
        <a:prstGeom prst="roundRect">
          <a:avLst>
            <a:gd name="adj" fmla="val 1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Level 2</a:t>
          </a:r>
        </a:p>
      </dsp:txBody>
      <dsp:txXfrm>
        <a:off x="4134702" y="1487837"/>
        <a:ext cx="587527" cy="1290314"/>
      </dsp:txXfrm>
    </dsp:sp>
    <dsp:sp modelId="{34B0EEA0-A811-4DFF-9AB9-B3F2337CE5F7}">
      <dsp:nvSpPr>
        <dsp:cNvPr id="0" name=""/>
        <dsp:cNvSpPr/>
      </dsp:nvSpPr>
      <dsp:spPr>
        <a:xfrm>
          <a:off x="4116423" y="1112"/>
          <a:ext cx="624085" cy="1326872"/>
        </a:xfrm>
        <a:prstGeom prst="roundRect">
          <a:avLst>
            <a:gd name="adj" fmla="val 1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Level 3</a:t>
          </a:r>
        </a:p>
      </dsp:txBody>
      <dsp:txXfrm>
        <a:off x="4134702" y="19391"/>
        <a:ext cx="587527" cy="1290314"/>
      </dsp:txXfrm>
    </dsp:sp>
    <dsp:sp modelId="{C47A5A55-D4B8-4F18-89AE-AF23D4A86092}">
      <dsp:nvSpPr>
        <dsp:cNvPr id="0" name=""/>
        <dsp:cNvSpPr/>
      </dsp:nvSpPr>
      <dsp:spPr>
        <a:xfrm>
          <a:off x="4792932" y="1469558"/>
          <a:ext cx="1274383" cy="1326872"/>
        </a:xfrm>
        <a:prstGeom prst="roundRect">
          <a:avLst>
            <a:gd name="adj" fmla="val 1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Level 2</a:t>
          </a:r>
        </a:p>
      </dsp:txBody>
      <dsp:txXfrm>
        <a:off x="4830257" y="1506883"/>
        <a:ext cx="1199733" cy="1252222"/>
      </dsp:txXfrm>
    </dsp:sp>
    <dsp:sp modelId="{505ADC9E-CDEE-44F6-9A82-0ACDE09F7C88}">
      <dsp:nvSpPr>
        <dsp:cNvPr id="0" name=""/>
        <dsp:cNvSpPr/>
      </dsp:nvSpPr>
      <dsp:spPr>
        <a:xfrm>
          <a:off x="4792932" y="1112"/>
          <a:ext cx="624085" cy="1326872"/>
        </a:xfrm>
        <a:prstGeom prst="roundRect">
          <a:avLst>
            <a:gd name="adj" fmla="val 1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Level 3</a:t>
          </a:r>
        </a:p>
      </dsp:txBody>
      <dsp:txXfrm>
        <a:off x="4811211" y="19391"/>
        <a:ext cx="587527" cy="1290314"/>
      </dsp:txXfrm>
    </dsp:sp>
    <dsp:sp modelId="{34547E33-9FE4-4D56-AFB7-3B4283D64F2C}">
      <dsp:nvSpPr>
        <dsp:cNvPr id="0" name=""/>
        <dsp:cNvSpPr/>
      </dsp:nvSpPr>
      <dsp:spPr>
        <a:xfrm>
          <a:off x="5443229" y="1112"/>
          <a:ext cx="624085" cy="1326872"/>
        </a:xfrm>
        <a:prstGeom prst="roundRect">
          <a:avLst>
            <a:gd name="adj" fmla="val 1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Level 3</a:t>
          </a:r>
        </a:p>
      </dsp:txBody>
      <dsp:txXfrm>
        <a:off x="5461508" y="19391"/>
        <a:ext cx="587527" cy="1290314"/>
      </dsp:txXfrm>
    </dsp:sp>
    <dsp:sp modelId="{E0912157-E349-4D97-846C-84968C4EF781}">
      <dsp:nvSpPr>
        <dsp:cNvPr id="0" name=""/>
        <dsp:cNvSpPr/>
      </dsp:nvSpPr>
      <dsp:spPr>
        <a:xfrm>
          <a:off x="6172162" y="2938004"/>
          <a:ext cx="1950892" cy="1326872"/>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US" sz="3500" kern="1200" dirty="0"/>
            <a:t>Lorem Ipsum</a:t>
          </a:r>
        </a:p>
      </dsp:txBody>
      <dsp:txXfrm>
        <a:off x="6211025" y="2976867"/>
        <a:ext cx="1873166" cy="1249146"/>
      </dsp:txXfrm>
    </dsp:sp>
    <dsp:sp modelId="{FFF55AB9-DBCC-4208-8F72-AB0C8E37BC8F}">
      <dsp:nvSpPr>
        <dsp:cNvPr id="0" name=""/>
        <dsp:cNvSpPr/>
      </dsp:nvSpPr>
      <dsp:spPr>
        <a:xfrm>
          <a:off x="6172162" y="1469558"/>
          <a:ext cx="624085" cy="1326872"/>
        </a:xfrm>
        <a:prstGeom prst="roundRect">
          <a:avLst>
            <a:gd name="adj" fmla="val 1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Level 2</a:t>
          </a:r>
        </a:p>
      </dsp:txBody>
      <dsp:txXfrm>
        <a:off x="6190441" y="1487837"/>
        <a:ext cx="587527" cy="1290314"/>
      </dsp:txXfrm>
    </dsp:sp>
    <dsp:sp modelId="{B1A5F30F-3451-40ED-9796-8669CB4B507E}">
      <dsp:nvSpPr>
        <dsp:cNvPr id="0" name=""/>
        <dsp:cNvSpPr/>
      </dsp:nvSpPr>
      <dsp:spPr>
        <a:xfrm>
          <a:off x="6172162" y="1112"/>
          <a:ext cx="624085" cy="1326872"/>
        </a:xfrm>
        <a:prstGeom prst="roundRect">
          <a:avLst>
            <a:gd name="adj" fmla="val 1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Level 3</a:t>
          </a:r>
        </a:p>
      </dsp:txBody>
      <dsp:txXfrm>
        <a:off x="6190441" y="19391"/>
        <a:ext cx="587527" cy="1290314"/>
      </dsp:txXfrm>
    </dsp:sp>
    <dsp:sp modelId="{AA018420-D21A-43FE-B554-930091764B37}">
      <dsp:nvSpPr>
        <dsp:cNvPr id="0" name=""/>
        <dsp:cNvSpPr/>
      </dsp:nvSpPr>
      <dsp:spPr>
        <a:xfrm>
          <a:off x="6848671" y="1469558"/>
          <a:ext cx="1274383" cy="1326872"/>
        </a:xfrm>
        <a:prstGeom prst="roundRect">
          <a:avLst>
            <a:gd name="adj" fmla="val 1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Level 2</a:t>
          </a:r>
        </a:p>
      </dsp:txBody>
      <dsp:txXfrm>
        <a:off x="6885996" y="1506883"/>
        <a:ext cx="1199733" cy="1252222"/>
      </dsp:txXfrm>
    </dsp:sp>
    <dsp:sp modelId="{F5A24052-E99B-4F2D-B18C-10DD8F0D26EB}">
      <dsp:nvSpPr>
        <dsp:cNvPr id="0" name=""/>
        <dsp:cNvSpPr/>
      </dsp:nvSpPr>
      <dsp:spPr>
        <a:xfrm>
          <a:off x="6848671" y="1112"/>
          <a:ext cx="624085" cy="1326872"/>
        </a:xfrm>
        <a:prstGeom prst="roundRect">
          <a:avLst>
            <a:gd name="adj" fmla="val 1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Level 3</a:t>
          </a:r>
        </a:p>
      </dsp:txBody>
      <dsp:txXfrm>
        <a:off x="6866950" y="19391"/>
        <a:ext cx="587527" cy="1290314"/>
      </dsp:txXfrm>
    </dsp:sp>
    <dsp:sp modelId="{F5194AA5-2BD0-4580-B6E7-20D3F081859D}">
      <dsp:nvSpPr>
        <dsp:cNvPr id="0" name=""/>
        <dsp:cNvSpPr/>
      </dsp:nvSpPr>
      <dsp:spPr>
        <a:xfrm>
          <a:off x="7498969" y="1112"/>
          <a:ext cx="624085" cy="1326872"/>
        </a:xfrm>
        <a:prstGeom prst="roundRect">
          <a:avLst>
            <a:gd name="adj" fmla="val 1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Level 3</a:t>
          </a:r>
        </a:p>
      </dsp:txBody>
      <dsp:txXfrm>
        <a:off x="7517248" y="19391"/>
        <a:ext cx="587527" cy="1290314"/>
      </dsp:txXfrm>
    </dsp:sp>
  </dsp:spTree>
</dsp:drawing>
</file>

<file path=ppt/diagrams/drawing4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33B3B3-5C6F-4821-B327-1EF2789B92EC}">
      <dsp:nvSpPr>
        <dsp:cNvPr id="0" name=""/>
        <dsp:cNvSpPr/>
      </dsp:nvSpPr>
      <dsp:spPr>
        <a:xfrm>
          <a:off x="3968" y="1314068"/>
          <a:ext cx="1230312" cy="1637853"/>
        </a:xfrm>
        <a:prstGeom prst="roundRect">
          <a:avLst>
            <a:gd name="adj" fmla="val 1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t>Lorem Ipsum</a:t>
          </a:r>
        </a:p>
        <a:p>
          <a:pPr marL="114300" lvl="1" indent="-114300" algn="l" defTabSz="622300">
            <a:lnSpc>
              <a:spcPct val="90000"/>
            </a:lnSpc>
            <a:spcBef>
              <a:spcPct val="0"/>
            </a:spcBef>
            <a:spcAft>
              <a:spcPct val="15000"/>
            </a:spcAft>
            <a:buChar char="•"/>
          </a:pPr>
          <a:r>
            <a:rPr lang="en-US" sz="1400" kern="1200" dirty="0"/>
            <a:t>Some text here</a:t>
          </a:r>
        </a:p>
        <a:p>
          <a:pPr marL="114300" lvl="1" indent="-114300" algn="l" defTabSz="622300">
            <a:lnSpc>
              <a:spcPct val="90000"/>
            </a:lnSpc>
            <a:spcBef>
              <a:spcPct val="0"/>
            </a:spcBef>
            <a:spcAft>
              <a:spcPct val="15000"/>
            </a:spcAft>
            <a:buChar char="•"/>
          </a:pPr>
          <a:r>
            <a:rPr lang="en-US" sz="1400" kern="1200" dirty="0"/>
            <a:t>Some text here</a:t>
          </a:r>
        </a:p>
      </dsp:txBody>
      <dsp:txXfrm>
        <a:off x="40003" y="1350103"/>
        <a:ext cx="1158242" cy="1565783"/>
      </dsp:txXfrm>
    </dsp:sp>
    <dsp:sp modelId="{A0474681-0F1A-45E4-85ED-06AC6EC2BAC9}">
      <dsp:nvSpPr>
        <dsp:cNvPr id="0" name=""/>
        <dsp:cNvSpPr/>
      </dsp:nvSpPr>
      <dsp:spPr>
        <a:xfrm>
          <a:off x="1357312" y="1980436"/>
          <a:ext cx="260826" cy="305117"/>
        </a:xfrm>
        <a:prstGeom prst="rightArrow">
          <a:avLst>
            <a:gd name="adj1" fmla="val 60000"/>
            <a:gd name="adj2" fmla="val 5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1357312" y="2041459"/>
        <a:ext cx="182578" cy="183071"/>
      </dsp:txXfrm>
    </dsp:sp>
    <dsp:sp modelId="{448C0BFA-E441-42D8-A883-325066AF8B61}">
      <dsp:nvSpPr>
        <dsp:cNvPr id="0" name=""/>
        <dsp:cNvSpPr/>
      </dsp:nvSpPr>
      <dsp:spPr>
        <a:xfrm>
          <a:off x="1726406" y="1314068"/>
          <a:ext cx="1230312" cy="1637853"/>
        </a:xfrm>
        <a:prstGeom prst="roundRect">
          <a:avLst>
            <a:gd name="adj" fmla="val 1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t>Lorem Ipsum</a:t>
          </a:r>
        </a:p>
        <a:p>
          <a:pPr marL="114300" lvl="1" indent="-114300" algn="l" defTabSz="622300">
            <a:lnSpc>
              <a:spcPct val="90000"/>
            </a:lnSpc>
            <a:spcBef>
              <a:spcPct val="0"/>
            </a:spcBef>
            <a:spcAft>
              <a:spcPct val="15000"/>
            </a:spcAft>
            <a:buChar char="•"/>
          </a:pPr>
          <a:r>
            <a:rPr lang="en-US" sz="1400" kern="1200" dirty="0"/>
            <a:t>Some text here</a:t>
          </a:r>
        </a:p>
        <a:p>
          <a:pPr marL="114300" lvl="1" indent="-114300" algn="l" defTabSz="622300">
            <a:lnSpc>
              <a:spcPct val="90000"/>
            </a:lnSpc>
            <a:spcBef>
              <a:spcPct val="0"/>
            </a:spcBef>
            <a:spcAft>
              <a:spcPct val="15000"/>
            </a:spcAft>
            <a:buChar char="•"/>
          </a:pPr>
          <a:r>
            <a:rPr lang="en-US" sz="1400" kern="1200" dirty="0"/>
            <a:t>Some text here</a:t>
          </a:r>
        </a:p>
      </dsp:txBody>
      <dsp:txXfrm>
        <a:off x="1762441" y="1350103"/>
        <a:ext cx="1158242" cy="1565783"/>
      </dsp:txXfrm>
    </dsp:sp>
    <dsp:sp modelId="{46EE1AEB-2DB9-4D9F-8652-98EF180A765F}">
      <dsp:nvSpPr>
        <dsp:cNvPr id="0" name=""/>
        <dsp:cNvSpPr/>
      </dsp:nvSpPr>
      <dsp:spPr>
        <a:xfrm>
          <a:off x="3079750" y="1980436"/>
          <a:ext cx="260826" cy="305117"/>
        </a:xfrm>
        <a:prstGeom prst="rightArrow">
          <a:avLst>
            <a:gd name="adj1" fmla="val 60000"/>
            <a:gd name="adj2" fmla="val 5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3079750" y="2041459"/>
        <a:ext cx="182578" cy="183071"/>
      </dsp:txXfrm>
    </dsp:sp>
    <dsp:sp modelId="{CA7E1A6D-2B17-4CC4-BE5F-4D4ED42F5EA1}">
      <dsp:nvSpPr>
        <dsp:cNvPr id="0" name=""/>
        <dsp:cNvSpPr/>
      </dsp:nvSpPr>
      <dsp:spPr>
        <a:xfrm>
          <a:off x="3448843" y="1314068"/>
          <a:ext cx="1230312" cy="1637853"/>
        </a:xfrm>
        <a:prstGeom prst="roundRect">
          <a:avLst>
            <a:gd name="adj" fmla="val 1000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t>Lorem Ipsum</a:t>
          </a:r>
        </a:p>
        <a:p>
          <a:pPr marL="114300" lvl="1" indent="-114300" algn="l" defTabSz="622300">
            <a:lnSpc>
              <a:spcPct val="90000"/>
            </a:lnSpc>
            <a:spcBef>
              <a:spcPct val="0"/>
            </a:spcBef>
            <a:spcAft>
              <a:spcPct val="15000"/>
            </a:spcAft>
            <a:buChar char="•"/>
          </a:pPr>
          <a:r>
            <a:rPr lang="en-US" sz="1400" kern="1200" dirty="0"/>
            <a:t>Some text here</a:t>
          </a:r>
        </a:p>
        <a:p>
          <a:pPr marL="114300" lvl="1" indent="-114300" algn="l" defTabSz="622300">
            <a:lnSpc>
              <a:spcPct val="90000"/>
            </a:lnSpc>
            <a:spcBef>
              <a:spcPct val="0"/>
            </a:spcBef>
            <a:spcAft>
              <a:spcPct val="15000"/>
            </a:spcAft>
            <a:buChar char="•"/>
          </a:pPr>
          <a:r>
            <a:rPr lang="en-US" sz="1400" kern="1200" dirty="0"/>
            <a:t>Some text here</a:t>
          </a:r>
        </a:p>
      </dsp:txBody>
      <dsp:txXfrm>
        <a:off x="3484878" y="1350103"/>
        <a:ext cx="1158242" cy="1565783"/>
      </dsp:txXfrm>
    </dsp:sp>
    <dsp:sp modelId="{7C602BCC-0AA9-4CFE-82F9-D1C64821151F}">
      <dsp:nvSpPr>
        <dsp:cNvPr id="0" name=""/>
        <dsp:cNvSpPr/>
      </dsp:nvSpPr>
      <dsp:spPr>
        <a:xfrm>
          <a:off x="4802187" y="1980436"/>
          <a:ext cx="260826" cy="305117"/>
        </a:xfrm>
        <a:prstGeom prst="rightArrow">
          <a:avLst>
            <a:gd name="adj1" fmla="val 60000"/>
            <a:gd name="adj2" fmla="val 5000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4802187" y="2041459"/>
        <a:ext cx="182578" cy="183071"/>
      </dsp:txXfrm>
    </dsp:sp>
    <dsp:sp modelId="{760A012F-67A2-4436-A25A-9A21EEB1BFF5}">
      <dsp:nvSpPr>
        <dsp:cNvPr id="0" name=""/>
        <dsp:cNvSpPr/>
      </dsp:nvSpPr>
      <dsp:spPr>
        <a:xfrm>
          <a:off x="5171281" y="1314068"/>
          <a:ext cx="1230312" cy="1637853"/>
        </a:xfrm>
        <a:prstGeom prst="roundRect">
          <a:avLst>
            <a:gd name="adj" fmla="val 1000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t>Lorem Ipsum</a:t>
          </a:r>
          <a:endParaRPr lang="en-US" sz="1800" kern="1200" dirty="0"/>
        </a:p>
        <a:p>
          <a:pPr marL="114300" lvl="1" indent="-114300" algn="l" defTabSz="622300">
            <a:lnSpc>
              <a:spcPct val="90000"/>
            </a:lnSpc>
            <a:spcBef>
              <a:spcPct val="0"/>
            </a:spcBef>
            <a:spcAft>
              <a:spcPct val="15000"/>
            </a:spcAft>
            <a:buChar char="•"/>
          </a:pPr>
          <a:r>
            <a:rPr lang="en-US" sz="1400" kern="1200" dirty="0"/>
            <a:t>Some text here</a:t>
          </a:r>
        </a:p>
        <a:p>
          <a:pPr marL="114300" lvl="1" indent="-114300" algn="l" defTabSz="622300">
            <a:lnSpc>
              <a:spcPct val="90000"/>
            </a:lnSpc>
            <a:spcBef>
              <a:spcPct val="0"/>
            </a:spcBef>
            <a:spcAft>
              <a:spcPct val="15000"/>
            </a:spcAft>
            <a:buChar char="•"/>
          </a:pPr>
          <a:r>
            <a:rPr lang="en-US" sz="1400" kern="1200" dirty="0"/>
            <a:t>Some text here</a:t>
          </a:r>
        </a:p>
      </dsp:txBody>
      <dsp:txXfrm>
        <a:off x="5207316" y="1350103"/>
        <a:ext cx="1158242" cy="1565783"/>
      </dsp:txXfrm>
    </dsp:sp>
    <dsp:sp modelId="{667207AA-B2C5-4750-ABA3-10CC6B6BC418}">
      <dsp:nvSpPr>
        <dsp:cNvPr id="0" name=""/>
        <dsp:cNvSpPr/>
      </dsp:nvSpPr>
      <dsp:spPr>
        <a:xfrm>
          <a:off x="6524624" y="1980436"/>
          <a:ext cx="260826" cy="305117"/>
        </a:xfrm>
        <a:prstGeom prst="rightArrow">
          <a:avLst>
            <a:gd name="adj1" fmla="val 60000"/>
            <a:gd name="adj2" fmla="val 5000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6524624" y="2041459"/>
        <a:ext cx="182578" cy="183071"/>
      </dsp:txXfrm>
    </dsp:sp>
    <dsp:sp modelId="{03C09BFB-30E2-4652-A775-993CD238573D}">
      <dsp:nvSpPr>
        <dsp:cNvPr id="0" name=""/>
        <dsp:cNvSpPr/>
      </dsp:nvSpPr>
      <dsp:spPr>
        <a:xfrm>
          <a:off x="6893718" y="1314068"/>
          <a:ext cx="1230312" cy="1637853"/>
        </a:xfrm>
        <a:prstGeom prst="roundRect">
          <a:avLst>
            <a:gd name="adj" fmla="val 10000"/>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t>Lorem Ipsum</a:t>
          </a:r>
          <a:endParaRPr lang="en-US" sz="1800" kern="1200" dirty="0"/>
        </a:p>
        <a:p>
          <a:pPr marL="114300" lvl="1" indent="-114300" algn="l" defTabSz="622300">
            <a:lnSpc>
              <a:spcPct val="90000"/>
            </a:lnSpc>
            <a:spcBef>
              <a:spcPct val="0"/>
            </a:spcBef>
            <a:spcAft>
              <a:spcPct val="15000"/>
            </a:spcAft>
            <a:buChar char="•"/>
          </a:pPr>
          <a:r>
            <a:rPr lang="en-US" sz="1400" kern="1200" dirty="0"/>
            <a:t>Some text here</a:t>
          </a:r>
        </a:p>
        <a:p>
          <a:pPr marL="114300" lvl="1" indent="-114300" algn="l" defTabSz="622300">
            <a:lnSpc>
              <a:spcPct val="90000"/>
            </a:lnSpc>
            <a:spcBef>
              <a:spcPct val="0"/>
            </a:spcBef>
            <a:spcAft>
              <a:spcPct val="15000"/>
            </a:spcAft>
            <a:buChar char="•"/>
          </a:pPr>
          <a:r>
            <a:rPr lang="en-US" sz="1400" kern="1200" dirty="0"/>
            <a:t>Some text here</a:t>
          </a:r>
        </a:p>
      </dsp:txBody>
      <dsp:txXfrm>
        <a:off x="6929753" y="1350103"/>
        <a:ext cx="1158242" cy="1565783"/>
      </dsp:txXfrm>
    </dsp:sp>
  </dsp:spTree>
</dsp:drawing>
</file>

<file path=ppt/diagrams/drawing4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9D15C6-07AC-4589-8CCC-24CF3FC9C6DB}">
      <dsp:nvSpPr>
        <dsp:cNvPr id="0" name=""/>
        <dsp:cNvSpPr/>
      </dsp:nvSpPr>
      <dsp:spPr>
        <a:xfrm rot="5400000">
          <a:off x="300839" y="1986388"/>
          <a:ext cx="900329" cy="1498128"/>
        </a:xfrm>
        <a:prstGeom prst="corner">
          <a:avLst>
            <a:gd name="adj1" fmla="val 16120"/>
            <a:gd name="adj2" fmla="val 1611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A3EF2DD0-17D3-4D27-B4F6-F9D46B57DF85}">
      <dsp:nvSpPr>
        <dsp:cNvPr id="0" name=""/>
        <dsp:cNvSpPr/>
      </dsp:nvSpPr>
      <dsp:spPr>
        <a:xfrm>
          <a:off x="150552" y="2434005"/>
          <a:ext cx="1352518" cy="11855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solidFill>
                <a:schemeClr val="tx2"/>
              </a:solidFill>
            </a:rPr>
            <a:t>Lorem Ipsum</a:t>
          </a:r>
        </a:p>
        <a:p>
          <a:pPr marL="114300" lvl="1" indent="-114300" algn="l" defTabSz="622300">
            <a:lnSpc>
              <a:spcPct val="90000"/>
            </a:lnSpc>
            <a:spcBef>
              <a:spcPct val="0"/>
            </a:spcBef>
            <a:spcAft>
              <a:spcPct val="15000"/>
            </a:spcAft>
            <a:buChar char="•"/>
          </a:pPr>
          <a:r>
            <a:rPr lang="en-US" sz="1400" kern="1200" dirty="0">
              <a:solidFill>
                <a:schemeClr val="tx2"/>
              </a:solidFill>
            </a:rPr>
            <a:t>Some text here</a:t>
          </a:r>
        </a:p>
        <a:p>
          <a:pPr marL="114300" lvl="1" indent="-114300" algn="l" defTabSz="622300">
            <a:lnSpc>
              <a:spcPct val="90000"/>
            </a:lnSpc>
            <a:spcBef>
              <a:spcPct val="0"/>
            </a:spcBef>
            <a:spcAft>
              <a:spcPct val="15000"/>
            </a:spcAft>
            <a:buChar char="•"/>
          </a:pPr>
          <a:r>
            <a:rPr lang="en-US" sz="1400" kern="1200" dirty="0">
              <a:solidFill>
                <a:schemeClr val="tx2"/>
              </a:solidFill>
            </a:rPr>
            <a:t>Some text here</a:t>
          </a:r>
        </a:p>
      </dsp:txBody>
      <dsp:txXfrm>
        <a:off x="150552" y="2434005"/>
        <a:ext cx="1352518" cy="1185561"/>
      </dsp:txXfrm>
    </dsp:sp>
    <dsp:sp modelId="{BB165B35-CC80-4076-9101-07C7DE8E269A}">
      <dsp:nvSpPr>
        <dsp:cNvPr id="0" name=""/>
        <dsp:cNvSpPr/>
      </dsp:nvSpPr>
      <dsp:spPr>
        <a:xfrm>
          <a:off x="1247878" y="1876094"/>
          <a:ext cx="255192" cy="255192"/>
        </a:xfrm>
        <a:prstGeom prst="triangle">
          <a:avLst>
            <a:gd name="adj" fmla="val 10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3C3FC654-B3F4-4CBE-AA1B-608264053F6B}">
      <dsp:nvSpPr>
        <dsp:cNvPr id="0" name=""/>
        <dsp:cNvSpPr/>
      </dsp:nvSpPr>
      <dsp:spPr>
        <a:xfrm rot="5400000">
          <a:off x="1956586" y="1576671"/>
          <a:ext cx="900329" cy="1498128"/>
        </a:xfrm>
        <a:prstGeom prst="corner">
          <a:avLst>
            <a:gd name="adj1" fmla="val 16120"/>
            <a:gd name="adj2" fmla="val 1611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w="9525" cap="flat" cmpd="sng" algn="ctr">
          <a:solidFill>
            <a:schemeClr val="accent4">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090D207F-6633-4503-95C2-3F109B785740}">
      <dsp:nvSpPr>
        <dsp:cNvPr id="0" name=""/>
        <dsp:cNvSpPr/>
      </dsp:nvSpPr>
      <dsp:spPr>
        <a:xfrm>
          <a:off x="1806299" y="2024289"/>
          <a:ext cx="1352518" cy="11855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solidFill>
                <a:schemeClr val="tx2"/>
              </a:solidFill>
            </a:rPr>
            <a:t>Lorem Ipsum</a:t>
          </a:r>
        </a:p>
        <a:p>
          <a:pPr marL="114300" lvl="1" indent="-114300" algn="l" defTabSz="622300">
            <a:lnSpc>
              <a:spcPct val="90000"/>
            </a:lnSpc>
            <a:spcBef>
              <a:spcPct val="0"/>
            </a:spcBef>
            <a:spcAft>
              <a:spcPct val="15000"/>
            </a:spcAft>
            <a:buChar char="•"/>
          </a:pPr>
          <a:r>
            <a:rPr lang="en-US" sz="1400" kern="1200" dirty="0">
              <a:solidFill>
                <a:schemeClr val="tx2"/>
              </a:solidFill>
            </a:rPr>
            <a:t>Some text here</a:t>
          </a:r>
        </a:p>
        <a:p>
          <a:pPr marL="114300" lvl="1" indent="-114300" algn="l" defTabSz="622300">
            <a:lnSpc>
              <a:spcPct val="90000"/>
            </a:lnSpc>
            <a:spcBef>
              <a:spcPct val="0"/>
            </a:spcBef>
            <a:spcAft>
              <a:spcPct val="15000"/>
            </a:spcAft>
            <a:buChar char="•"/>
          </a:pPr>
          <a:r>
            <a:rPr lang="en-US" sz="1400" kern="1200" dirty="0">
              <a:solidFill>
                <a:schemeClr val="tx2"/>
              </a:solidFill>
            </a:rPr>
            <a:t>Some text here</a:t>
          </a:r>
        </a:p>
      </dsp:txBody>
      <dsp:txXfrm>
        <a:off x="1806299" y="2024289"/>
        <a:ext cx="1352518" cy="1185561"/>
      </dsp:txXfrm>
    </dsp:sp>
    <dsp:sp modelId="{C316683A-655C-45FC-AFF7-0765AEE8E61F}">
      <dsp:nvSpPr>
        <dsp:cNvPr id="0" name=""/>
        <dsp:cNvSpPr/>
      </dsp:nvSpPr>
      <dsp:spPr>
        <a:xfrm>
          <a:off x="2903626" y="1466377"/>
          <a:ext cx="255192" cy="255192"/>
        </a:xfrm>
        <a:prstGeom prst="triangle">
          <a:avLst>
            <a:gd name="adj" fmla="val 10000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w="9525" cap="flat" cmpd="sng" algn="ctr">
          <a:solidFill>
            <a:schemeClr val="accent5">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46A9F2B5-1B55-4913-9546-59E0E1D0110A}">
      <dsp:nvSpPr>
        <dsp:cNvPr id="0" name=""/>
        <dsp:cNvSpPr/>
      </dsp:nvSpPr>
      <dsp:spPr>
        <a:xfrm rot="5400000">
          <a:off x="3612334" y="1166955"/>
          <a:ext cx="900329" cy="1498128"/>
        </a:xfrm>
        <a:prstGeom prst="corner">
          <a:avLst>
            <a:gd name="adj1" fmla="val 16120"/>
            <a:gd name="adj2" fmla="val 16110"/>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w="9525" cap="flat" cmpd="sng" algn="ctr">
          <a:solidFill>
            <a:schemeClr val="accent6">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FB36B8EF-09FD-4F50-B1B2-2C7A4D27391E}">
      <dsp:nvSpPr>
        <dsp:cNvPr id="0" name=""/>
        <dsp:cNvSpPr/>
      </dsp:nvSpPr>
      <dsp:spPr>
        <a:xfrm>
          <a:off x="3462046" y="1614573"/>
          <a:ext cx="1352518" cy="11855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solidFill>
                <a:schemeClr val="tx2"/>
              </a:solidFill>
            </a:rPr>
            <a:t>Lorem Ipsum</a:t>
          </a:r>
        </a:p>
        <a:p>
          <a:pPr marL="114300" lvl="1" indent="-114300" algn="l" defTabSz="622300">
            <a:lnSpc>
              <a:spcPct val="90000"/>
            </a:lnSpc>
            <a:spcBef>
              <a:spcPct val="0"/>
            </a:spcBef>
            <a:spcAft>
              <a:spcPct val="15000"/>
            </a:spcAft>
            <a:buChar char="•"/>
          </a:pPr>
          <a:r>
            <a:rPr lang="en-US" sz="1400" kern="1200" dirty="0">
              <a:solidFill>
                <a:schemeClr val="tx2"/>
              </a:solidFill>
            </a:rPr>
            <a:t>Some text here</a:t>
          </a:r>
        </a:p>
        <a:p>
          <a:pPr marL="114300" lvl="1" indent="-114300" algn="l" defTabSz="622300">
            <a:lnSpc>
              <a:spcPct val="90000"/>
            </a:lnSpc>
            <a:spcBef>
              <a:spcPct val="0"/>
            </a:spcBef>
            <a:spcAft>
              <a:spcPct val="15000"/>
            </a:spcAft>
            <a:buChar char="•"/>
          </a:pPr>
          <a:r>
            <a:rPr lang="en-US" sz="1400" kern="1200" dirty="0">
              <a:solidFill>
                <a:schemeClr val="tx2"/>
              </a:solidFill>
            </a:rPr>
            <a:t>Some text here</a:t>
          </a:r>
        </a:p>
      </dsp:txBody>
      <dsp:txXfrm>
        <a:off x="3462046" y="1614573"/>
        <a:ext cx="1352518" cy="1185561"/>
      </dsp:txXfrm>
    </dsp:sp>
    <dsp:sp modelId="{1C955794-C0D3-4843-9D15-76FD669DD9B1}">
      <dsp:nvSpPr>
        <dsp:cNvPr id="0" name=""/>
        <dsp:cNvSpPr/>
      </dsp:nvSpPr>
      <dsp:spPr>
        <a:xfrm>
          <a:off x="4559373" y="1056661"/>
          <a:ext cx="255192" cy="255192"/>
        </a:xfrm>
        <a:prstGeom prst="triangle">
          <a:avLst>
            <a:gd name="adj" fmla="val 10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EC0D2D31-959E-4F74-BE42-635C8A784ABE}">
      <dsp:nvSpPr>
        <dsp:cNvPr id="0" name=""/>
        <dsp:cNvSpPr/>
      </dsp:nvSpPr>
      <dsp:spPr>
        <a:xfrm rot="5400000">
          <a:off x="5268081" y="757239"/>
          <a:ext cx="900329" cy="1498128"/>
        </a:xfrm>
        <a:prstGeom prst="corner">
          <a:avLst>
            <a:gd name="adj1" fmla="val 16120"/>
            <a:gd name="adj2" fmla="val 1611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13EC714B-C3FE-4641-BC69-7AD59D4978D4}">
      <dsp:nvSpPr>
        <dsp:cNvPr id="0" name=""/>
        <dsp:cNvSpPr/>
      </dsp:nvSpPr>
      <dsp:spPr>
        <a:xfrm>
          <a:off x="5117793" y="1204856"/>
          <a:ext cx="1352518" cy="11855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solidFill>
                <a:schemeClr val="tx2"/>
              </a:solidFill>
            </a:rPr>
            <a:t>Lorem Ipsum</a:t>
          </a:r>
          <a:endParaRPr lang="en-US" sz="1800" kern="1200" dirty="0">
            <a:solidFill>
              <a:schemeClr val="tx2"/>
            </a:solidFill>
          </a:endParaRPr>
        </a:p>
        <a:p>
          <a:pPr marL="114300" lvl="1" indent="-114300" algn="l" defTabSz="622300">
            <a:lnSpc>
              <a:spcPct val="90000"/>
            </a:lnSpc>
            <a:spcBef>
              <a:spcPct val="0"/>
            </a:spcBef>
            <a:spcAft>
              <a:spcPct val="15000"/>
            </a:spcAft>
            <a:buChar char="•"/>
          </a:pPr>
          <a:r>
            <a:rPr lang="en-US" sz="1400" kern="1200" dirty="0">
              <a:solidFill>
                <a:schemeClr val="tx2"/>
              </a:solidFill>
            </a:rPr>
            <a:t>Some text here</a:t>
          </a:r>
        </a:p>
        <a:p>
          <a:pPr marL="114300" lvl="1" indent="-114300" algn="l" defTabSz="622300">
            <a:lnSpc>
              <a:spcPct val="90000"/>
            </a:lnSpc>
            <a:spcBef>
              <a:spcPct val="0"/>
            </a:spcBef>
            <a:spcAft>
              <a:spcPct val="15000"/>
            </a:spcAft>
            <a:buChar char="•"/>
          </a:pPr>
          <a:r>
            <a:rPr lang="en-US" sz="1400" kern="1200" dirty="0">
              <a:solidFill>
                <a:schemeClr val="tx2"/>
              </a:solidFill>
            </a:rPr>
            <a:t>Some text here</a:t>
          </a:r>
        </a:p>
      </dsp:txBody>
      <dsp:txXfrm>
        <a:off x="5117793" y="1204856"/>
        <a:ext cx="1352518" cy="1185561"/>
      </dsp:txXfrm>
    </dsp:sp>
    <dsp:sp modelId="{6E2C60CB-92D3-42C7-9797-B98A7E7024F7}">
      <dsp:nvSpPr>
        <dsp:cNvPr id="0" name=""/>
        <dsp:cNvSpPr/>
      </dsp:nvSpPr>
      <dsp:spPr>
        <a:xfrm>
          <a:off x="6215120" y="646945"/>
          <a:ext cx="255192" cy="255192"/>
        </a:xfrm>
        <a:prstGeom prst="triangle">
          <a:avLst>
            <a:gd name="adj" fmla="val 10000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w="9525" cap="flat" cmpd="sng" algn="ctr">
          <a:solidFill>
            <a:schemeClr val="accent4">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08FC8BE4-95D3-4409-AA7F-3573E266C6CD}">
      <dsp:nvSpPr>
        <dsp:cNvPr id="0" name=""/>
        <dsp:cNvSpPr/>
      </dsp:nvSpPr>
      <dsp:spPr>
        <a:xfrm rot="5400000">
          <a:off x="6923828" y="347523"/>
          <a:ext cx="900329" cy="1498128"/>
        </a:xfrm>
        <a:prstGeom prst="corner">
          <a:avLst>
            <a:gd name="adj1" fmla="val 16120"/>
            <a:gd name="adj2" fmla="val 1611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w="9525" cap="flat" cmpd="sng" algn="ctr">
          <a:solidFill>
            <a:schemeClr val="accent5">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B0D8CB92-0718-41D1-B065-99B075A8BBD5}">
      <dsp:nvSpPr>
        <dsp:cNvPr id="0" name=""/>
        <dsp:cNvSpPr/>
      </dsp:nvSpPr>
      <dsp:spPr>
        <a:xfrm>
          <a:off x="6773540" y="795140"/>
          <a:ext cx="1352518" cy="11855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solidFill>
                <a:schemeClr val="tx2"/>
              </a:solidFill>
            </a:rPr>
            <a:t>Lorem Ipsum</a:t>
          </a:r>
          <a:endParaRPr lang="en-US" sz="1800" kern="1200" dirty="0">
            <a:solidFill>
              <a:schemeClr val="tx2"/>
            </a:solidFill>
          </a:endParaRPr>
        </a:p>
        <a:p>
          <a:pPr marL="114300" lvl="1" indent="-114300" algn="l" defTabSz="622300">
            <a:lnSpc>
              <a:spcPct val="90000"/>
            </a:lnSpc>
            <a:spcBef>
              <a:spcPct val="0"/>
            </a:spcBef>
            <a:spcAft>
              <a:spcPct val="15000"/>
            </a:spcAft>
            <a:buChar char="•"/>
          </a:pPr>
          <a:r>
            <a:rPr lang="en-US" sz="1400" kern="1200" dirty="0">
              <a:solidFill>
                <a:schemeClr val="tx2"/>
              </a:solidFill>
            </a:rPr>
            <a:t>Some text here</a:t>
          </a:r>
        </a:p>
        <a:p>
          <a:pPr marL="114300" lvl="1" indent="-114300" algn="l" defTabSz="622300">
            <a:lnSpc>
              <a:spcPct val="90000"/>
            </a:lnSpc>
            <a:spcBef>
              <a:spcPct val="0"/>
            </a:spcBef>
            <a:spcAft>
              <a:spcPct val="15000"/>
            </a:spcAft>
            <a:buChar char="•"/>
          </a:pPr>
          <a:r>
            <a:rPr lang="en-US" sz="1400" kern="1200" dirty="0">
              <a:solidFill>
                <a:schemeClr val="tx2"/>
              </a:solidFill>
            </a:rPr>
            <a:t>Some text here</a:t>
          </a:r>
        </a:p>
      </dsp:txBody>
      <dsp:txXfrm>
        <a:off x="6773540" y="795140"/>
        <a:ext cx="1352518" cy="1185561"/>
      </dsp:txXfrm>
    </dsp:sp>
  </dsp:spTree>
</dsp:drawing>
</file>

<file path=ppt/diagrams/drawing4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9511C6-ACA3-494A-96A1-BBE7FAB9B2FE}">
      <dsp:nvSpPr>
        <dsp:cNvPr id="0" name=""/>
        <dsp:cNvSpPr/>
      </dsp:nvSpPr>
      <dsp:spPr>
        <a:xfrm rot="5400000">
          <a:off x="1473172" y="747912"/>
          <a:ext cx="650896" cy="741022"/>
        </a:xfrm>
        <a:prstGeom prst="bentUpArrow">
          <a:avLst>
            <a:gd name="adj1" fmla="val 32840"/>
            <a:gd name="adj2" fmla="val 25000"/>
            <a:gd name="adj3" fmla="val 35780"/>
          </a:avLst>
        </a:prstGeom>
        <a:solidFill>
          <a:schemeClr val="accent1">
            <a:tint val="5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2673054C-49E6-4C08-B546-F45510902181}">
      <dsp:nvSpPr>
        <dsp:cNvPr id="0" name=""/>
        <dsp:cNvSpPr/>
      </dsp:nvSpPr>
      <dsp:spPr>
        <a:xfrm>
          <a:off x="1300724" y="26380"/>
          <a:ext cx="1095726" cy="766973"/>
        </a:xfrm>
        <a:prstGeom prst="roundRect">
          <a:avLst>
            <a:gd name="adj" fmla="val 1667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Lorem Ipsum</a:t>
          </a:r>
        </a:p>
      </dsp:txBody>
      <dsp:txXfrm>
        <a:off x="1338171" y="63827"/>
        <a:ext cx="1020832" cy="692079"/>
      </dsp:txXfrm>
    </dsp:sp>
    <dsp:sp modelId="{3443CAD9-2F66-4A11-B473-35AD7BB6C872}">
      <dsp:nvSpPr>
        <dsp:cNvPr id="0" name=""/>
        <dsp:cNvSpPr/>
      </dsp:nvSpPr>
      <dsp:spPr>
        <a:xfrm>
          <a:off x="2396451" y="99528"/>
          <a:ext cx="796927" cy="6199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ctr" anchorCtr="0">
          <a:noAutofit/>
        </a:bodyPr>
        <a:lstStyle/>
        <a:p>
          <a:pPr marL="57150" lvl="1" indent="-57150" algn="l" defTabSz="400050">
            <a:lnSpc>
              <a:spcPct val="90000"/>
            </a:lnSpc>
            <a:spcBef>
              <a:spcPct val="0"/>
            </a:spcBef>
            <a:spcAft>
              <a:spcPct val="15000"/>
            </a:spcAft>
            <a:buChar char="•"/>
          </a:pPr>
          <a:r>
            <a:rPr lang="en-US" sz="900" kern="1200" dirty="0"/>
            <a:t>Some text here</a:t>
          </a:r>
        </a:p>
        <a:p>
          <a:pPr marL="57150" lvl="1" indent="-57150" algn="l" defTabSz="400050">
            <a:lnSpc>
              <a:spcPct val="90000"/>
            </a:lnSpc>
            <a:spcBef>
              <a:spcPct val="0"/>
            </a:spcBef>
            <a:spcAft>
              <a:spcPct val="15000"/>
            </a:spcAft>
            <a:buChar char="•"/>
          </a:pPr>
          <a:r>
            <a:rPr lang="en-US" sz="900" kern="1200" dirty="0"/>
            <a:t>Some text here</a:t>
          </a:r>
        </a:p>
      </dsp:txBody>
      <dsp:txXfrm>
        <a:off x="2396451" y="99528"/>
        <a:ext cx="796927" cy="619901"/>
      </dsp:txXfrm>
    </dsp:sp>
    <dsp:sp modelId="{EADEBF3C-C70C-46B5-BA1A-761D61D6C928}">
      <dsp:nvSpPr>
        <dsp:cNvPr id="0" name=""/>
        <dsp:cNvSpPr/>
      </dsp:nvSpPr>
      <dsp:spPr>
        <a:xfrm rot="5400000">
          <a:off x="2381646" y="1609476"/>
          <a:ext cx="650896" cy="741022"/>
        </a:xfrm>
        <a:prstGeom prst="bentUpArrow">
          <a:avLst>
            <a:gd name="adj1" fmla="val 32840"/>
            <a:gd name="adj2" fmla="val 25000"/>
            <a:gd name="adj3" fmla="val 35780"/>
          </a:avLst>
        </a:prstGeom>
        <a:solidFill>
          <a:schemeClr val="accent1">
            <a:tint val="50000"/>
            <a:hueOff val="-1068031"/>
            <a:satOff val="-4425"/>
            <a:lumOff val="3804"/>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B0FBA56C-782C-4265-B5C2-9CC50CFC990B}">
      <dsp:nvSpPr>
        <dsp:cNvPr id="0" name=""/>
        <dsp:cNvSpPr/>
      </dsp:nvSpPr>
      <dsp:spPr>
        <a:xfrm>
          <a:off x="2209198" y="887944"/>
          <a:ext cx="1095726" cy="766973"/>
        </a:xfrm>
        <a:prstGeom prst="roundRect">
          <a:avLst>
            <a:gd name="adj" fmla="val 1667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Lorem Ipsum</a:t>
          </a:r>
        </a:p>
      </dsp:txBody>
      <dsp:txXfrm>
        <a:off x="2246645" y="925391"/>
        <a:ext cx="1020832" cy="692079"/>
      </dsp:txXfrm>
    </dsp:sp>
    <dsp:sp modelId="{5DF857C0-DC0B-48F1-9ECD-31F2E3FF5FD1}">
      <dsp:nvSpPr>
        <dsp:cNvPr id="0" name=""/>
        <dsp:cNvSpPr/>
      </dsp:nvSpPr>
      <dsp:spPr>
        <a:xfrm>
          <a:off x="3304925" y="961092"/>
          <a:ext cx="796927" cy="6199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ctr" anchorCtr="0">
          <a:noAutofit/>
        </a:bodyPr>
        <a:lstStyle/>
        <a:p>
          <a:pPr marL="57150" lvl="1" indent="-57150" algn="l" defTabSz="400050">
            <a:lnSpc>
              <a:spcPct val="90000"/>
            </a:lnSpc>
            <a:spcBef>
              <a:spcPct val="0"/>
            </a:spcBef>
            <a:spcAft>
              <a:spcPct val="15000"/>
            </a:spcAft>
            <a:buChar char="•"/>
          </a:pPr>
          <a:r>
            <a:rPr lang="en-US" sz="900" kern="1200" dirty="0"/>
            <a:t>Some text here</a:t>
          </a:r>
        </a:p>
        <a:p>
          <a:pPr marL="57150" lvl="1" indent="-57150" algn="l" defTabSz="400050">
            <a:lnSpc>
              <a:spcPct val="90000"/>
            </a:lnSpc>
            <a:spcBef>
              <a:spcPct val="0"/>
            </a:spcBef>
            <a:spcAft>
              <a:spcPct val="15000"/>
            </a:spcAft>
            <a:buChar char="•"/>
          </a:pPr>
          <a:r>
            <a:rPr lang="en-US" sz="900" kern="1200"/>
            <a:t>Some text here</a:t>
          </a:r>
          <a:endParaRPr lang="en-US" sz="900" kern="1200" dirty="0"/>
        </a:p>
      </dsp:txBody>
      <dsp:txXfrm>
        <a:off x="3304925" y="961092"/>
        <a:ext cx="796927" cy="619901"/>
      </dsp:txXfrm>
    </dsp:sp>
    <dsp:sp modelId="{8D5F8873-BC51-4621-AA90-EA6E557ADA63}">
      <dsp:nvSpPr>
        <dsp:cNvPr id="0" name=""/>
        <dsp:cNvSpPr/>
      </dsp:nvSpPr>
      <dsp:spPr>
        <a:xfrm rot="5400000">
          <a:off x="3290120" y="2471040"/>
          <a:ext cx="650896" cy="741022"/>
        </a:xfrm>
        <a:prstGeom prst="bentUpArrow">
          <a:avLst>
            <a:gd name="adj1" fmla="val 32840"/>
            <a:gd name="adj2" fmla="val 25000"/>
            <a:gd name="adj3" fmla="val 35780"/>
          </a:avLst>
        </a:prstGeom>
        <a:solidFill>
          <a:schemeClr val="accent1">
            <a:tint val="50000"/>
            <a:hueOff val="-2136061"/>
            <a:satOff val="-8849"/>
            <a:lumOff val="7608"/>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E4F7EF63-1427-4813-AB3A-98F4E9176B06}">
      <dsp:nvSpPr>
        <dsp:cNvPr id="0" name=""/>
        <dsp:cNvSpPr/>
      </dsp:nvSpPr>
      <dsp:spPr>
        <a:xfrm>
          <a:off x="3117672" y="1749508"/>
          <a:ext cx="1095726" cy="766973"/>
        </a:xfrm>
        <a:prstGeom prst="roundRect">
          <a:avLst>
            <a:gd name="adj" fmla="val 1667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Lorem Ipsum</a:t>
          </a:r>
        </a:p>
      </dsp:txBody>
      <dsp:txXfrm>
        <a:off x="3155119" y="1786955"/>
        <a:ext cx="1020832" cy="692079"/>
      </dsp:txXfrm>
    </dsp:sp>
    <dsp:sp modelId="{2889E5AD-7A0B-43F2-8CC8-16B36326E767}">
      <dsp:nvSpPr>
        <dsp:cNvPr id="0" name=""/>
        <dsp:cNvSpPr/>
      </dsp:nvSpPr>
      <dsp:spPr>
        <a:xfrm>
          <a:off x="4213399" y="1822656"/>
          <a:ext cx="796927" cy="6199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ctr" anchorCtr="0">
          <a:noAutofit/>
        </a:bodyPr>
        <a:lstStyle/>
        <a:p>
          <a:pPr marL="57150" lvl="1" indent="-57150" algn="l" defTabSz="400050">
            <a:lnSpc>
              <a:spcPct val="90000"/>
            </a:lnSpc>
            <a:spcBef>
              <a:spcPct val="0"/>
            </a:spcBef>
            <a:spcAft>
              <a:spcPct val="15000"/>
            </a:spcAft>
            <a:buChar char="•"/>
          </a:pPr>
          <a:r>
            <a:rPr lang="en-US" sz="900" kern="1200" dirty="0"/>
            <a:t>Some text here</a:t>
          </a:r>
        </a:p>
        <a:p>
          <a:pPr marL="57150" lvl="1" indent="-57150" algn="l" defTabSz="400050">
            <a:lnSpc>
              <a:spcPct val="90000"/>
            </a:lnSpc>
            <a:spcBef>
              <a:spcPct val="0"/>
            </a:spcBef>
            <a:spcAft>
              <a:spcPct val="15000"/>
            </a:spcAft>
            <a:buChar char="•"/>
          </a:pPr>
          <a:r>
            <a:rPr lang="en-US" sz="900" kern="1200" dirty="0"/>
            <a:t>Some text here</a:t>
          </a:r>
        </a:p>
      </dsp:txBody>
      <dsp:txXfrm>
        <a:off x="4213399" y="1822656"/>
        <a:ext cx="796927" cy="619901"/>
      </dsp:txXfrm>
    </dsp:sp>
    <dsp:sp modelId="{860B6BE1-CE0F-4B7D-8572-88BCEF9D38B5}">
      <dsp:nvSpPr>
        <dsp:cNvPr id="0" name=""/>
        <dsp:cNvSpPr/>
      </dsp:nvSpPr>
      <dsp:spPr>
        <a:xfrm rot="5400000">
          <a:off x="4198595" y="3332604"/>
          <a:ext cx="650896" cy="741022"/>
        </a:xfrm>
        <a:prstGeom prst="bentUpArrow">
          <a:avLst>
            <a:gd name="adj1" fmla="val 32840"/>
            <a:gd name="adj2" fmla="val 25000"/>
            <a:gd name="adj3" fmla="val 35780"/>
          </a:avLst>
        </a:prstGeom>
        <a:solidFill>
          <a:schemeClr val="accent1">
            <a:tint val="50000"/>
            <a:hueOff val="-3204092"/>
            <a:satOff val="-13274"/>
            <a:lumOff val="11412"/>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D228381A-0371-49A3-A6CD-44583CB0A32B}">
      <dsp:nvSpPr>
        <dsp:cNvPr id="0" name=""/>
        <dsp:cNvSpPr/>
      </dsp:nvSpPr>
      <dsp:spPr>
        <a:xfrm>
          <a:off x="4026146" y="2611072"/>
          <a:ext cx="1095726" cy="766973"/>
        </a:xfrm>
        <a:prstGeom prst="roundRect">
          <a:avLst>
            <a:gd name="adj" fmla="val 1667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Lorem Ipsum</a:t>
          </a:r>
          <a:endParaRPr lang="en-US" sz="1900" kern="1200" dirty="0"/>
        </a:p>
      </dsp:txBody>
      <dsp:txXfrm>
        <a:off x="4063593" y="2648519"/>
        <a:ext cx="1020832" cy="692079"/>
      </dsp:txXfrm>
    </dsp:sp>
    <dsp:sp modelId="{6B7A59AE-00E6-493D-BF53-F05AB58A10FD}">
      <dsp:nvSpPr>
        <dsp:cNvPr id="0" name=""/>
        <dsp:cNvSpPr/>
      </dsp:nvSpPr>
      <dsp:spPr>
        <a:xfrm>
          <a:off x="5121873" y="2684220"/>
          <a:ext cx="796927" cy="6199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ctr" anchorCtr="0">
          <a:noAutofit/>
        </a:bodyPr>
        <a:lstStyle/>
        <a:p>
          <a:pPr marL="57150" lvl="1" indent="-57150" algn="l" defTabSz="400050">
            <a:lnSpc>
              <a:spcPct val="90000"/>
            </a:lnSpc>
            <a:spcBef>
              <a:spcPct val="0"/>
            </a:spcBef>
            <a:spcAft>
              <a:spcPct val="15000"/>
            </a:spcAft>
            <a:buChar char="•"/>
          </a:pPr>
          <a:r>
            <a:rPr lang="en-US" sz="900" kern="1200" dirty="0"/>
            <a:t>Some text here</a:t>
          </a:r>
        </a:p>
        <a:p>
          <a:pPr marL="57150" lvl="1" indent="-57150" algn="l" defTabSz="400050">
            <a:lnSpc>
              <a:spcPct val="90000"/>
            </a:lnSpc>
            <a:spcBef>
              <a:spcPct val="0"/>
            </a:spcBef>
            <a:spcAft>
              <a:spcPct val="15000"/>
            </a:spcAft>
            <a:buChar char="•"/>
          </a:pPr>
          <a:r>
            <a:rPr lang="en-US" sz="900" kern="1200" dirty="0"/>
            <a:t>Some text here</a:t>
          </a:r>
        </a:p>
      </dsp:txBody>
      <dsp:txXfrm>
        <a:off x="5121873" y="2684220"/>
        <a:ext cx="796927" cy="619901"/>
      </dsp:txXfrm>
    </dsp:sp>
    <dsp:sp modelId="{F0309328-1A56-45EE-9287-35AB188EBFD8}">
      <dsp:nvSpPr>
        <dsp:cNvPr id="0" name=""/>
        <dsp:cNvSpPr/>
      </dsp:nvSpPr>
      <dsp:spPr>
        <a:xfrm>
          <a:off x="4934621" y="3472636"/>
          <a:ext cx="1095726" cy="766973"/>
        </a:xfrm>
        <a:prstGeom prst="roundRect">
          <a:avLst>
            <a:gd name="adj" fmla="val 16670"/>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Lorem Ipsum</a:t>
          </a:r>
          <a:endParaRPr lang="en-US" sz="1900" kern="1200" dirty="0"/>
        </a:p>
      </dsp:txBody>
      <dsp:txXfrm>
        <a:off x="4972068" y="3510083"/>
        <a:ext cx="1020832" cy="692079"/>
      </dsp:txXfrm>
    </dsp:sp>
    <dsp:sp modelId="{4119C48E-8AD3-403C-B875-C82419D7A28A}">
      <dsp:nvSpPr>
        <dsp:cNvPr id="0" name=""/>
        <dsp:cNvSpPr/>
      </dsp:nvSpPr>
      <dsp:spPr>
        <a:xfrm>
          <a:off x="6030347" y="3545785"/>
          <a:ext cx="796927" cy="6199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ctr" anchorCtr="0">
          <a:noAutofit/>
        </a:bodyPr>
        <a:lstStyle/>
        <a:p>
          <a:pPr marL="57150" lvl="1" indent="-57150" algn="l" defTabSz="400050">
            <a:lnSpc>
              <a:spcPct val="90000"/>
            </a:lnSpc>
            <a:spcBef>
              <a:spcPct val="0"/>
            </a:spcBef>
            <a:spcAft>
              <a:spcPct val="15000"/>
            </a:spcAft>
            <a:buChar char="•"/>
          </a:pPr>
          <a:r>
            <a:rPr lang="en-US" sz="900" kern="1200" dirty="0"/>
            <a:t>Some text here</a:t>
          </a:r>
        </a:p>
        <a:p>
          <a:pPr marL="57150" lvl="1" indent="-57150" algn="l" defTabSz="400050">
            <a:lnSpc>
              <a:spcPct val="90000"/>
            </a:lnSpc>
            <a:spcBef>
              <a:spcPct val="0"/>
            </a:spcBef>
            <a:spcAft>
              <a:spcPct val="15000"/>
            </a:spcAft>
            <a:buChar char="•"/>
          </a:pPr>
          <a:r>
            <a:rPr lang="en-US" sz="900" kern="1200" dirty="0"/>
            <a:t>Some text here</a:t>
          </a:r>
        </a:p>
      </dsp:txBody>
      <dsp:txXfrm>
        <a:off x="6030347" y="3545785"/>
        <a:ext cx="796927" cy="619901"/>
      </dsp:txXfrm>
    </dsp:sp>
  </dsp:spTree>
</dsp:drawing>
</file>

<file path=ppt/diagrams/drawing4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ECDDB5-CCC6-4179-B7C0-3C63EF32BFF4}">
      <dsp:nvSpPr>
        <dsp:cNvPr id="0" name=""/>
        <dsp:cNvSpPr/>
      </dsp:nvSpPr>
      <dsp:spPr>
        <a:xfrm>
          <a:off x="4715" y="1442694"/>
          <a:ext cx="1063982" cy="561600"/>
        </a:xfrm>
        <a:prstGeom prst="roundRect">
          <a:avLst>
            <a:gd name="adj" fmla="val 1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2456" tIns="92456" rIns="92456" bIns="49530" numCol="1" spcCol="1270" anchor="t" anchorCtr="0">
          <a:noAutofit/>
        </a:bodyPr>
        <a:lstStyle/>
        <a:p>
          <a:pPr marL="0" lvl="0" indent="0" algn="l" defTabSz="577850">
            <a:lnSpc>
              <a:spcPct val="90000"/>
            </a:lnSpc>
            <a:spcBef>
              <a:spcPct val="0"/>
            </a:spcBef>
            <a:spcAft>
              <a:spcPct val="35000"/>
            </a:spcAft>
            <a:buNone/>
          </a:pPr>
          <a:r>
            <a:rPr lang="en-US" sz="1300" kern="1200" dirty="0"/>
            <a:t>Lorem Ipsum</a:t>
          </a:r>
        </a:p>
      </dsp:txBody>
      <dsp:txXfrm>
        <a:off x="4715" y="1442694"/>
        <a:ext cx="1063982" cy="374400"/>
      </dsp:txXfrm>
    </dsp:sp>
    <dsp:sp modelId="{BB63AEBF-6286-4875-BAF6-60B3E1804076}">
      <dsp:nvSpPr>
        <dsp:cNvPr id="0" name=""/>
        <dsp:cNvSpPr/>
      </dsp:nvSpPr>
      <dsp:spPr>
        <a:xfrm>
          <a:off x="222639" y="1817095"/>
          <a:ext cx="1063982" cy="1006200"/>
        </a:xfrm>
        <a:prstGeom prst="roundRect">
          <a:avLst>
            <a:gd name="adj" fmla="val 10000"/>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92456" tIns="92456" rIns="92456"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dirty="0"/>
            <a:t>Some text here</a:t>
          </a:r>
        </a:p>
        <a:p>
          <a:pPr marL="114300" lvl="1" indent="-114300" algn="l" defTabSz="577850">
            <a:lnSpc>
              <a:spcPct val="90000"/>
            </a:lnSpc>
            <a:spcBef>
              <a:spcPct val="0"/>
            </a:spcBef>
            <a:spcAft>
              <a:spcPct val="15000"/>
            </a:spcAft>
            <a:buChar char="•"/>
          </a:pPr>
          <a:r>
            <a:rPr lang="en-US" sz="1300" kern="1200" dirty="0"/>
            <a:t>Some text here</a:t>
          </a:r>
        </a:p>
      </dsp:txBody>
      <dsp:txXfrm>
        <a:off x="252110" y="1846566"/>
        <a:ext cx="1005040" cy="947258"/>
      </dsp:txXfrm>
    </dsp:sp>
    <dsp:sp modelId="{BCBAEA5F-E368-4255-8161-1B2E8B4C8ECE}">
      <dsp:nvSpPr>
        <dsp:cNvPr id="0" name=""/>
        <dsp:cNvSpPr/>
      </dsp:nvSpPr>
      <dsp:spPr>
        <a:xfrm>
          <a:off x="1229993" y="1497444"/>
          <a:ext cx="341947" cy="264900"/>
        </a:xfrm>
        <a:prstGeom prst="rightArrow">
          <a:avLst>
            <a:gd name="adj1" fmla="val 60000"/>
            <a:gd name="adj2" fmla="val 5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1229993" y="1550424"/>
        <a:ext cx="262477" cy="158940"/>
      </dsp:txXfrm>
    </dsp:sp>
    <dsp:sp modelId="{D90B3DBC-D4B8-4FB1-B46F-79E8E606E0E1}">
      <dsp:nvSpPr>
        <dsp:cNvPr id="0" name=""/>
        <dsp:cNvSpPr/>
      </dsp:nvSpPr>
      <dsp:spPr>
        <a:xfrm>
          <a:off x="1713881" y="1442694"/>
          <a:ext cx="1063982" cy="561600"/>
        </a:xfrm>
        <a:prstGeom prst="roundRect">
          <a:avLst>
            <a:gd name="adj" fmla="val 1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2456" tIns="92456" rIns="92456" bIns="49530" numCol="1" spcCol="1270" anchor="t" anchorCtr="0">
          <a:noAutofit/>
        </a:bodyPr>
        <a:lstStyle/>
        <a:p>
          <a:pPr marL="0" lvl="0" indent="0" algn="l" defTabSz="577850">
            <a:lnSpc>
              <a:spcPct val="90000"/>
            </a:lnSpc>
            <a:spcBef>
              <a:spcPct val="0"/>
            </a:spcBef>
            <a:spcAft>
              <a:spcPct val="35000"/>
            </a:spcAft>
            <a:buNone/>
          </a:pPr>
          <a:r>
            <a:rPr lang="en-US" sz="1300" kern="1200" dirty="0"/>
            <a:t>Lorem Ipsum</a:t>
          </a:r>
        </a:p>
      </dsp:txBody>
      <dsp:txXfrm>
        <a:off x="1713881" y="1442694"/>
        <a:ext cx="1063982" cy="374400"/>
      </dsp:txXfrm>
    </dsp:sp>
    <dsp:sp modelId="{F4FEB44B-1BC8-48C3-B6DF-28EA481128E3}">
      <dsp:nvSpPr>
        <dsp:cNvPr id="0" name=""/>
        <dsp:cNvSpPr/>
      </dsp:nvSpPr>
      <dsp:spPr>
        <a:xfrm>
          <a:off x="1931805" y="1817095"/>
          <a:ext cx="1063982" cy="1006200"/>
        </a:xfrm>
        <a:prstGeom prst="roundRect">
          <a:avLst>
            <a:gd name="adj" fmla="val 10000"/>
          </a:avLst>
        </a:prstGeom>
        <a:solidFill>
          <a:schemeClr val="lt1">
            <a:alpha val="90000"/>
            <a:hueOff val="0"/>
            <a:satOff val="0"/>
            <a:lumOff val="0"/>
            <a:alphaOff val="0"/>
          </a:schemeClr>
        </a:solidFill>
        <a:ln w="9525" cap="flat" cmpd="sng" algn="ctr">
          <a:solidFill>
            <a:schemeClr val="accent3">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92456" tIns="92456" rIns="92456"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dirty="0"/>
            <a:t>Some text here</a:t>
          </a:r>
        </a:p>
        <a:p>
          <a:pPr marL="114300" lvl="1" indent="-114300" algn="l" defTabSz="577850">
            <a:lnSpc>
              <a:spcPct val="90000"/>
            </a:lnSpc>
            <a:spcBef>
              <a:spcPct val="0"/>
            </a:spcBef>
            <a:spcAft>
              <a:spcPct val="15000"/>
            </a:spcAft>
            <a:buChar char="•"/>
          </a:pPr>
          <a:r>
            <a:rPr lang="en-US" sz="1300" kern="1200"/>
            <a:t>Some text here</a:t>
          </a:r>
          <a:endParaRPr lang="en-US" sz="1300" kern="1200" dirty="0"/>
        </a:p>
      </dsp:txBody>
      <dsp:txXfrm>
        <a:off x="1961276" y="1846566"/>
        <a:ext cx="1005040" cy="947258"/>
      </dsp:txXfrm>
    </dsp:sp>
    <dsp:sp modelId="{0A0659B1-A50A-4E4C-A80C-3E3F7DDF960E}">
      <dsp:nvSpPr>
        <dsp:cNvPr id="0" name=""/>
        <dsp:cNvSpPr/>
      </dsp:nvSpPr>
      <dsp:spPr>
        <a:xfrm>
          <a:off x="2939159" y="1497444"/>
          <a:ext cx="341947" cy="264900"/>
        </a:xfrm>
        <a:prstGeom prst="rightArrow">
          <a:avLst>
            <a:gd name="adj1" fmla="val 60000"/>
            <a:gd name="adj2" fmla="val 5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2939159" y="1550424"/>
        <a:ext cx="262477" cy="158940"/>
      </dsp:txXfrm>
    </dsp:sp>
    <dsp:sp modelId="{E48029D7-47C7-470A-937D-7AC4A96F313E}">
      <dsp:nvSpPr>
        <dsp:cNvPr id="0" name=""/>
        <dsp:cNvSpPr/>
      </dsp:nvSpPr>
      <dsp:spPr>
        <a:xfrm>
          <a:off x="3423046" y="1442694"/>
          <a:ext cx="1063982" cy="561600"/>
        </a:xfrm>
        <a:prstGeom prst="roundRect">
          <a:avLst>
            <a:gd name="adj" fmla="val 1000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2456" tIns="92456" rIns="92456" bIns="49530" numCol="1" spcCol="1270" anchor="t" anchorCtr="0">
          <a:noAutofit/>
        </a:bodyPr>
        <a:lstStyle/>
        <a:p>
          <a:pPr marL="0" lvl="0" indent="0" algn="l" defTabSz="577850">
            <a:lnSpc>
              <a:spcPct val="90000"/>
            </a:lnSpc>
            <a:spcBef>
              <a:spcPct val="0"/>
            </a:spcBef>
            <a:spcAft>
              <a:spcPct val="35000"/>
            </a:spcAft>
            <a:buNone/>
          </a:pPr>
          <a:r>
            <a:rPr lang="en-US" sz="1300" kern="1200" dirty="0"/>
            <a:t>Lorem Ipsum</a:t>
          </a:r>
        </a:p>
      </dsp:txBody>
      <dsp:txXfrm>
        <a:off x="3423046" y="1442694"/>
        <a:ext cx="1063982" cy="374400"/>
      </dsp:txXfrm>
    </dsp:sp>
    <dsp:sp modelId="{51D683C9-4131-4429-AED6-426042BBC39C}">
      <dsp:nvSpPr>
        <dsp:cNvPr id="0" name=""/>
        <dsp:cNvSpPr/>
      </dsp:nvSpPr>
      <dsp:spPr>
        <a:xfrm>
          <a:off x="3640970" y="1817095"/>
          <a:ext cx="1063982" cy="1006200"/>
        </a:xfrm>
        <a:prstGeom prst="roundRect">
          <a:avLst>
            <a:gd name="adj" fmla="val 10000"/>
          </a:avLst>
        </a:prstGeom>
        <a:solidFill>
          <a:schemeClr val="lt1">
            <a:alpha val="90000"/>
            <a:hueOff val="0"/>
            <a:satOff val="0"/>
            <a:lumOff val="0"/>
            <a:alphaOff val="0"/>
          </a:schemeClr>
        </a:solidFill>
        <a:ln w="9525" cap="flat" cmpd="sng" algn="ctr">
          <a:solidFill>
            <a:schemeClr val="accent4">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92456" tIns="92456" rIns="92456"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dirty="0"/>
            <a:t>Some text here</a:t>
          </a:r>
        </a:p>
        <a:p>
          <a:pPr marL="114300" lvl="1" indent="-114300" algn="l" defTabSz="577850">
            <a:lnSpc>
              <a:spcPct val="90000"/>
            </a:lnSpc>
            <a:spcBef>
              <a:spcPct val="0"/>
            </a:spcBef>
            <a:spcAft>
              <a:spcPct val="15000"/>
            </a:spcAft>
            <a:buChar char="•"/>
          </a:pPr>
          <a:r>
            <a:rPr lang="en-US" sz="1300" kern="1200" dirty="0"/>
            <a:t>Some text here</a:t>
          </a:r>
        </a:p>
      </dsp:txBody>
      <dsp:txXfrm>
        <a:off x="3670441" y="1846566"/>
        <a:ext cx="1005040" cy="947258"/>
      </dsp:txXfrm>
    </dsp:sp>
    <dsp:sp modelId="{ED994E09-386B-4878-8F9F-C97C8CE09806}">
      <dsp:nvSpPr>
        <dsp:cNvPr id="0" name=""/>
        <dsp:cNvSpPr/>
      </dsp:nvSpPr>
      <dsp:spPr>
        <a:xfrm>
          <a:off x="4648324" y="1497444"/>
          <a:ext cx="341947" cy="264900"/>
        </a:xfrm>
        <a:prstGeom prst="rightArrow">
          <a:avLst>
            <a:gd name="adj1" fmla="val 60000"/>
            <a:gd name="adj2" fmla="val 5000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4648324" y="1550424"/>
        <a:ext cx="262477" cy="158940"/>
      </dsp:txXfrm>
    </dsp:sp>
    <dsp:sp modelId="{EF713B26-BC89-4D85-BA63-983E3C6BAD11}">
      <dsp:nvSpPr>
        <dsp:cNvPr id="0" name=""/>
        <dsp:cNvSpPr/>
      </dsp:nvSpPr>
      <dsp:spPr>
        <a:xfrm>
          <a:off x="5132212" y="1442694"/>
          <a:ext cx="1063982" cy="561600"/>
        </a:xfrm>
        <a:prstGeom prst="roundRect">
          <a:avLst>
            <a:gd name="adj" fmla="val 1000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2456" tIns="92456" rIns="92456" bIns="49530" numCol="1" spcCol="1270" anchor="t" anchorCtr="0">
          <a:noAutofit/>
        </a:bodyPr>
        <a:lstStyle/>
        <a:p>
          <a:pPr marL="0" lvl="0" indent="0" algn="l" defTabSz="577850">
            <a:lnSpc>
              <a:spcPct val="90000"/>
            </a:lnSpc>
            <a:spcBef>
              <a:spcPct val="0"/>
            </a:spcBef>
            <a:spcAft>
              <a:spcPct val="35000"/>
            </a:spcAft>
            <a:buNone/>
          </a:pPr>
          <a:r>
            <a:rPr lang="en-US" sz="1300" kern="1200"/>
            <a:t>Lorem Ipsum</a:t>
          </a:r>
          <a:endParaRPr lang="en-US" sz="1300" kern="1200" dirty="0"/>
        </a:p>
      </dsp:txBody>
      <dsp:txXfrm>
        <a:off x="5132212" y="1442694"/>
        <a:ext cx="1063982" cy="374400"/>
      </dsp:txXfrm>
    </dsp:sp>
    <dsp:sp modelId="{21E1275F-C261-4194-9AD8-F6D90D8309DB}">
      <dsp:nvSpPr>
        <dsp:cNvPr id="0" name=""/>
        <dsp:cNvSpPr/>
      </dsp:nvSpPr>
      <dsp:spPr>
        <a:xfrm>
          <a:off x="5350136" y="1817095"/>
          <a:ext cx="1063982" cy="1006200"/>
        </a:xfrm>
        <a:prstGeom prst="roundRect">
          <a:avLst>
            <a:gd name="adj" fmla="val 10000"/>
          </a:avLst>
        </a:prstGeom>
        <a:solidFill>
          <a:schemeClr val="lt1">
            <a:alpha val="90000"/>
            <a:hueOff val="0"/>
            <a:satOff val="0"/>
            <a:lumOff val="0"/>
            <a:alphaOff val="0"/>
          </a:schemeClr>
        </a:solidFill>
        <a:ln w="9525" cap="flat" cmpd="sng" algn="ctr">
          <a:solidFill>
            <a:schemeClr val="accent5">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92456" tIns="92456" rIns="92456"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dirty="0"/>
            <a:t>Some text here</a:t>
          </a:r>
        </a:p>
        <a:p>
          <a:pPr marL="114300" lvl="1" indent="-114300" algn="l" defTabSz="577850">
            <a:lnSpc>
              <a:spcPct val="90000"/>
            </a:lnSpc>
            <a:spcBef>
              <a:spcPct val="0"/>
            </a:spcBef>
            <a:spcAft>
              <a:spcPct val="15000"/>
            </a:spcAft>
            <a:buChar char="•"/>
          </a:pPr>
          <a:r>
            <a:rPr lang="en-US" sz="1300" kern="1200" dirty="0"/>
            <a:t>Some text here</a:t>
          </a:r>
        </a:p>
      </dsp:txBody>
      <dsp:txXfrm>
        <a:off x="5379607" y="1846566"/>
        <a:ext cx="1005040" cy="947258"/>
      </dsp:txXfrm>
    </dsp:sp>
    <dsp:sp modelId="{E04D725E-59E9-40CF-8855-D1EC8203994C}">
      <dsp:nvSpPr>
        <dsp:cNvPr id="0" name=""/>
        <dsp:cNvSpPr/>
      </dsp:nvSpPr>
      <dsp:spPr>
        <a:xfrm>
          <a:off x="6357490" y="1497444"/>
          <a:ext cx="341947" cy="264900"/>
        </a:xfrm>
        <a:prstGeom prst="rightArrow">
          <a:avLst>
            <a:gd name="adj1" fmla="val 60000"/>
            <a:gd name="adj2" fmla="val 5000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6357490" y="1550424"/>
        <a:ext cx="262477" cy="158940"/>
      </dsp:txXfrm>
    </dsp:sp>
    <dsp:sp modelId="{618575C4-8AAE-43BF-AE1C-0AC9EA2B275C}">
      <dsp:nvSpPr>
        <dsp:cNvPr id="0" name=""/>
        <dsp:cNvSpPr/>
      </dsp:nvSpPr>
      <dsp:spPr>
        <a:xfrm>
          <a:off x="6841378" y="1442694"/>
          <a:ext cx="1063982" cy="561600"/>
        </a:xfrm>
        <a:prstGeom prst="roundRect">
          <a:avLst>
            <a:gd name="adj" fmla="val 10000"/>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2456" tIns="92456" rIns="92456" bIns="49530" numCol="1" spcCol="1270" anchor="t" anchorCtr="0">
          <a:noAutofit/>
        </a:bodyPr>
        <a:lstStyle/>
        <a:p>
          <a:pPr marL="0" lvl="0" indent="0" algn="l" defTabSz="577850">
            <a:lnSpc>
              <a:spcPct val="90000"/>
            </a:lnSpc>
            <a:spcBef>
              <a:spcPct val="0"/>
            </a:spcBef>
            <a:spcAft>
              <a:spcPct val="35000"/>
            </a:spcAft>
            <a:buNone/>
          </a:pPr>
          <a:r>
            <a:rPr lang="en-US" sz="1300" kern="1200"/>
            <a:t>Lorem Ipsum</a:t>
          </a:r>
          <a:endParaRPr lang="en-US" sz="1300" kern="1200" dirty="0"/>
        </a:p>
      </dsp:txBody>
      <dsp:txXfrm>
        <a:off x="6841378" y="1442694"/>
        <a:ext cx="1063982" cy="374400"/>
      </dsp:txXfrm>
    </dsp:sp>
    <dsp:sp modelId="{0CF210A1-0D53-4B5A-9855-71EE7CA51FC1}">
      <dsp:nvSpPr>
        <dsp:cNvPr id="0" name=""/>
        <dsp:cNvSpPr/>
      </dsp:nvSpPr>
      <dsp:spPr>
        <a:xfrm>
          <a:off x="7059302" y="1817095"/>
          <a:ext cx="1063982" cy="1006200"/>
        </a:xfrm>
        <a:prstGeom prst="roundRect">
          <a:avLst>
            <a:gd name="adj" fmla="val 10000"/>
          </a:avLst>
        </a:prstGeom>
        <a:solidFill>
          <a:schemeClr val="lt1">
            <a:alpha val="90000"/>
            <a:hueOff val="0"/>
            <a:satOff val="0"/>
            <a:lumOff val="0"/>
            <a:alphaOff val="0"/>
          </a:schemeClr>
        </a:solidFill>
        <a:ln w="9525" cap="flat"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92456" tIns="92456" rIns="92456"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dirty="0"/>
            <a:t>Some text here</a:t>
          </a:r>
        </a:p>
        <a:p>
          <a:pPr marL="114300" lvl="1" indent="-114300" algn="l" defTabSz="577850">
            <a:lnSpc>
              <a:spcPct val="90000"/>
            </a:lnSpc>
            <a:spcBef>
              <a:spcPct val="0"/>
            </a:spcBef>
            <a:spcAft>
              <a:spcPct val="15000"/>
            </a:spcAft>
            <a:buChar char="•"/>
          </a:pPr>
          <a:r>
            <a:rPr lang="en-US" sz="1300" kern="1200" dirty="0"/>
            <a:t>Some text here</a:t>
          </a:r>
        </a:p>
      </dsp:txBody>
      <dsp:txXfrm>
        <a:off x="7088773" y="1846566"/>
        <a:ext cx="1005040" cy="947258"/>
      </dsp:txXfrm>
    </dsp:sp>
  </dsp:spTree>
</dsp:drawing>
</file>

<file path=ppt/diagrams/drawing4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A38A5C-B49F-4993-B2B1-CBF3BED7F368}">
      <dsp:nvSpPr>
        <dsp:cNvPr id="0" name=""/>
        <dsp:cNvSpPr/>
      </dsp:nvSpPr>
      <dsp:spPr>
        <a:xfrm>
          <a:off x="4715" y="1251043"/>
          <a:ext cx="1102439" cy="1102439"/>
        </a:xfrm>
        <a:prstGeom prst="roundRect">
          <a:avLst>
            <a:gd name="adj" fmla="val 10000"/>
          </a:avLst>
        </a:prstGeom>
        <a:solidFill>
          <a:schemeClr val="accent1">
            <a:tint val="5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7525E8BE-216E-43D5-9C50-99474735F09F}">
      <dsp:nvSpPr>
        <dsp:cNvPr id="0" name=""/>
        <dsp:cNvSpPr/>
      </dsp:nvSpPr>
      <dsp:spPr>
        <a:xfrm>
          <a:off x="184182" y="1912507"/>
          <a:ext cx="1102439" cy="1102439"/>
        </a:xfrm>
        <a:prstGeom prst="roundRect">
          <a:avLst>
            <a:gd name="adj" fmla="val 1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kern="1200" dirty="0"/>
            <a:t>Lorem Ipsum</a:t>
          </a:r>
        </a:p>
        <a:p>
          <a:pPr marL="57150" lvl="1" indent="-57150" algn="l" defTabSz="444500">
            <a:lnSpc>
              <a:spcPct val="90000"/>
            </a:lnSpc>
            <a:spcBef>
              <a:spcPct val="0"/>
            </a:spcBef>
            <a:spcAft>
              <a:spcPct val="15000"/>
            </a:spcAft>
            <a:buChar char="•"/>
          </a:pPr>
          <a:r>
            <a:rPr lang="en-US" sz="1000" kern="1200" dirty="0"/>
            <a:t>Some text here</a:t>
          </a:r>
        </a:p>
        <a:p>
          <a:pPr marL="57150" lvl="1" indent="-57150" algn="l" defTabSz="444500">
            <a:lnSpc>
              <a:spcPct val="90000"/>
            </a:lnSpc>
            <a:spcBef>
              <a:spcPct val="0"/>
            </a:spcBef>
            <a:spcAft>
              <a:spcPct val="15000"/>
            </a:spcAft>
            <a:buChar char="•"/>
          </a:pPr>
          <a:r>
            <a:rPr lang="en-US" sz="1000" kern="1200" dirty="0"/>
            <a:t>Some text here</a:t>
          </a:r>
        </a:p>
      </dsp:txBody>
      <dsp:txXfrm>
        <a:off x="216471" y="1944796"/>
        <a:ext cx="1037861" cy="1037861"/>
      </dsp:txXfrm>
    </dsp:sp>
    <dsp:sp modelId="{59559D9F-CA12-440E-AEB3-DB29D8C21E58}">
      <dsp:nvSpPr>
        <dsp:cNvPr id="0" name=""/>
        <dsp:cNvSpPr/>
      </dsp:nvSpPr>
      <dsp:spPr>
        <a:xfrm>
          <a:off x="1319509" y="1669812"/>
          <a:ext cx="212354" cy="264900"/>
        </a:xfrm>
        <a:prstGeom prst="rightArrow">
          <a:avLst>
            <a:gd name="adj1" fmla="val 60000"/>
            <a:gd name="adj2" fmla="val 5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1319509" y="1722792"/>
        <a:ext cx="148648" cy="158940"/>
      </dsp:txXfrm>
    </dsp:sp>
    <dsp:sp modelId="{2A1EFEE2-19BB-4779-BCAB-11C9C4D69FA3}">
      <dsp:nvSpPr>
        <dsp:cNvPr id="0" name=""/>
        <dsp:cNvSpPr/>
      </dsp:nvSpPr>
      <dsp:spPr>
        <a:xfrm>
          <a:off x="1713881" y="1251043"/>
          <a:ext cx="1102439" cy="1102439"/>
        </a:xfrm>
        <a:prstGeom prst="roundRect">
          <a:avLst>
            <a:gd name="adj" fmla="val 10000"/>
          </a:avLst>
        </a:prstGeom>
        <a:solidFill>
          <a:schemeClr val="accent1">
            <a:tint val="50000"/>
            <a:hueOff val="-801023"/>
            <a:satOff val="-3319"/>
            <a:lumOff val="2853"/>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BCB073C5-26C1-44AF-91B1-8887DDD20A7E}">
      <dsp:nvSpPr>
        <dsp:cNvPr id="0" name=""/>
        <dsp:cNvSpPr/>
      </dsp:nvSpPr>
      <dsp:spPr>
        <a:xfrm>
          <a:off x="1893348" y="1912507"/>
          <a:ext cx="1102439" cy="1102439"/>
        </a:xfrm>
        <a:prstGeom prst="roundRect">
          <a:avLst>
            <a:gd name="adj" fmla="val 1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kern="1200" dirty="0"/>
            <a:t>Lorem Ipsum</a:t>
          </a:r>
        </a:p>
        <a:p>
          <a:pPr marL="57150" lvl="1" indent="-57150" algn="l" defTabSz="444500">
            <a:lnSpc>
              <a:spcPct val="90000"/>
            </a:lnSpc>
            <a:spcBef>
              <a:spcPct val="0"/>
            </a:spcBef>
            <a:spcAft>
              <a:spcPct val="15000"/>
            </a:spcAft>
            <a:buChar char="•"/>
          </a:pPr>
          <a:r>
            <a:rPr lang="en-US" sz="1000" kern="1200" dirty="0"/>
            <a:t>Some text here</a:t>
          </a:r>
        </a:p>
        <a:p>
          <a:pPr marL="57150" lvl="1" indent="-57150" algn="l" defTabSz="444500">
            <a:lnSpc>
              <a:spcPct val="90000"/>
            </a:lnSpc>
            <a:spcBef>
              <a:spcPct val="0"/>
            </a:spcBef>
            <a:spcAft>
              <a:spcPct val="15000"/>
            </a:spcAft>
            <a:buChar char="•"/>
          </a:pPr>
          <a:r>
            <a:rPr lang="en-US" sz="1000" kern="1200"/>
            <a:t>Some text here</a:t>
          </a:r>
          <a:endParaRPr lang="en-US" sz="1000" kern="1200" dirty="0"/>
        </a:p>
      </dsp:txBody>
      <dsp:txXfrm>
        <a:off x="1925637" y="1944796"/>
        <a:ext cx="1037861" cy="1037861"/>
      </dsp:txXfrm>
    </dsp:sp>
    <dsp:sp modelId="{9676C644-2534-43F5-BB8E-7DBC30E4A5C2}">
      <dsp:nvSpPr>
        <dsp:cNvPr id="0" name=""/>
        <dsp:cNvSpPr/>
      </dsp:nvSpPr>
      <dsp:spPr>
        <a:xfrm>
          <a:off x="3028674" y="1669812"/>
          <a:ext cx="212354" cy="264900"/>
        </a:xfrm>
        <a:prstGeom prst="rightArrow">
          <a:avLst>
            <a:gd name="adj1" fmla="val 60000"/>
            <a:gd name="adj2" fmla="val 5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3028674" y="1722792"/>
        <a:ext cx="148648" cy="158940"/>
      </dsp:txXfrm>
    </dsp:sp>
    <dsp:sp modelId="{4D9F3CEA-ED0E-49A6-8955-FBEAB0352B24}">
      <dsp:nvSpPr>
        <dsp:cNvPr id="0" name=""/>
        <dsp:cNvSpPr/>
      </dsp:nvSpPr>
      <dsp:spPr>
        <a:xfrm>
          <a:off x="3423046" y="1251043"/>
          <a:ext cx="1102439" cy="1102439"/>
        </a:xfrm>
        <a:prstGeom prst="roundRect">
          <a:avLst>
            <a:gd name="adj" fmla="val 10000"/>
          </a:avLst>
        </a:prstGeom>
        <a:solidFill>
          <a:schemeClr val="accent1">
            <a:tint val="50000"/>
            <a:hueOff val="-1602046"/>
            <a:satOff val="-6637"/>
            <a:lumOff val="5706"/>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DE12806D-BF19-4768-B410-6D25A291DBFA}">
      <dsp:nvSpPr>
        <dsp:cNvPr id="0" name=""/>
        <dsp:cNvSpPr/>
      </dsp:nvSpPr>
      <dsp:spPr>
        <a:xfrm>
          <a:off x="3602513" y="1912507"/>
          <a:ext cx="1102439" cy="1102439"/>
        </a:xfrm>
        <a:prstGeom prst="roundRect">
          <a:avLst>
            <a:gd name="adj" fmla="val 1000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kern="1200" dirty="0"/>
            <a:t>Lorem Ipsum</a:t>
          </a:r>
        </a:p>
        <a:p>
          <a:pPr marL="57150" lvl="1" indent="-57150" algn="l" defTabSz="444500">
            <a:lnSpc>
              <a:spcPct val="90000"/>
            </a:lnSpc>
            <a:spcBef>
              <a:spcPct val="0"/>
            </a:spcBef>
            <a:spcAft>
              <a:spcPct val="15000"/>
            </a:spcAft>
            <a:buChar char="•"/>
          </a:pPr>
          <a:r>
            <a:rPr lang="en-US" sz="1000" kern="1200" dirty="0"/>
            <a:t>Some text here</a:t>
          </a:r>
        </a:p>
        <a:p>
          <a:pPr marL="57150" lvl="1" indent="-57150" algn="l" defTabSz="444500">
            <a:lnSpc>
              <a:spcPct val="90000"/>
            </a:lnSpc>
            <a:spcBef>
              <a:spcPct val="0"/>
            </a:spcBef>
            <a:spcAft>
              <a:spcPct val="15000"/>
            </a:spcAft>
            <a:buChar char="•"/>
          </a:pPr>
          <a:r>
            <a:rPr lang="en-US" sz="1000" kern="1200" dirty="0"/>
            <a:t>Some text here</a:t>
          </a:r>
        </a:p>
      </dsp:txBody>
      <dsp:txXfrm>
        <a:off x="3634802" y="1944796"/>
        <a:ext cx="1037861" cy="1037861"/>
      </dsp:txXfrm>
    </dsp:sp>
    <dsp:sp modelId="{BBC88E7E-3035-4A60-A6D2-37936B5C24BE}">
      <dsp:nvSpPr>
        <dsp:cNvPr id="0" name=""/>
        <dsp:cNvSpPr/>
      </dsp:nvSpPr>
      <dsp:spPr>
        <a:xfrm>
          <a:off x="4737840" y="1669812"/>
          <a:ext cx="212354" cy="264900"/>
        </a:xfrm>
        <a:prstGeom prst="rightArrow">
          <a:avLst>
            <a:gd name="adj1" fmla="val 60000"/>
            <a:gd name="adj2" fmla="val 5000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4737840" y="1722792"/>
        <a:ext cx="148648" cy="158940"/>
      </dsp:txXfrm>
    </dsp:sp>
    <dsp:sp modelId="{D4035746-659D-446F-9E43-DA8C1C50264C}">
      <dsp:nvSpPr>
        <dsp:cNvPr id="0" name=""/>
        <dsp:cNvSpPr/>
      </dsp:nvSpPr>
      <dsp:spPr>
        <a:xfrm>
          <a:off x="5132212" y="1251043"/>
          <a:ext cx="1102439" cy="1102439"/>
        </a:xfrm>
        <a:prstGeom prst="roundRect">
          <a:avLst>
            <a:gd name="adj" fmla="val 10000"/>
          </a:avLst>
        </a:prstGeom>
        <a:solidFill>
          <a:schemeClr val="accent1">
            <a:tint val="50000"/>
            <a:hueOff val="-2403069"/>
            <a:satOff val="-9956"/>
            <a:lumOff val="8559"/>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02287A8F-4754-4843-9D83-2B07D3D92105}">
      <dsp:nvSpPr>
        <dsp:cNvPr id="0" name=""/>
        <dsp:cNvSpPr/>
      </dsp:nvSpPr>
      <dsp:spPr>
        <a:xfrm>
          <a:off x="5311679" y="1912507"/>
          <a:ext cx="1102439" cy="1102439"/>
        </a:xfrm>
        <a:prstGeom prst="roundRect">
          <a:avLst>
            <a:gd name="adj" fmla="val 1000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kern="1200"/>
            <a:t>Lorem Ipsum</a:t>
          </a:r>
          <a:endParaRPr lang="en-US" sz="1300" kern="1200" dirty="0"/>
        </a:p>
        <a:p>
          <a:pPr marL="57150" lvl="1" indent="-57150" algn="l" defTabSz="444500">
            <a:lnSpc>
              <a:spcPct val="90000"/>
            </a:lnSpc>
            <a:spcBef>
              <a:spcPct val="0"/>
            </a:spcBef>
            <a:spcAft>
              <a:spcPct val="15000"/>
            </a:spcAft>
            <a:buChar char="•"/>
          </a:pPr>
          <a:r>
            <a:rPr lang="en-US" sz="1000" kern="1200" dirty="0"/>
            <a:t>Some text here</a:t>
          </a:r>
        </a:p>
        <a:p>
          <a:pPr marL="57150" lvl="1" indent="-57150" algn="l" defTabSz="444500">
            <a:lnSpc>
              <a:spcPct val="90000"/>
            </a:lnSpc>
            <a:spcBef>
              <a:spcPct val="0"/>
            </a:spcBef>
            <a:spcAft>
              <a:spcPct val="15000"/>
            </a:spcAft>
            <a:buChar char="•"/>
          </a:pPr>
          <a:r>
            <a:rPr lang="en-US" sz="1000" kern="1200" dirty="0"/>
            <a:t>Some text here</a:t>
          </a:r>
        </a:p>
      </dsp:txBody>
      <dsp:txXfrm>
        <a:off x="5343968" y="1944796"/>
        <a:ext cx="1037861" cy="1037861"/>
      </dsp:txXfrm>
    </dsp:sp>
    <dsp:sp modelId="{55A3DC9C-C158-465C-BB3C-A680B736FB2D}">
      <dsp:nvSpPr>
        <dsp:cNvPr id="0" name=""/>
        <dsp:cNvSpPr/>
      </dsp:nvSpPr>
      <dsp:spPr>
        <a:xfrm>
          <a:off x="6447006" y="1669812"/>
          <a:ext cx="212354" cy="264900"/>
        </a:xfrm>
        <a:prstGeom prst="rightArrow">
          <a:avLst>
            <a:gd name="adj1" fmla="val 60000"/>
            <a:gd name="adj2" fmla="val 5000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6447006" y="1722792"/>
        <a:ext cx="148648" cy="158940"/>
      </dsp:txXfrm>
    </dsp:sp>
    <dsp:sp modelId="{8FC12D5D-5599-4846-BCB6-EC7C787C7781}">
      <dsp:nvSpPr>
        <dsp:cNvPr id="0" name=""/>
        <dsp:cNvSpPr/>
      </dsp:nvSpPr>
      <dsp:spPr>
        <a:xfrm>
          <a:off x="6841378" y="1251043"/>
          <a:ext cx="1102439" cy="1102439"/>
        </a:xfrm>
        <a:prstGeom prst="roundRect">
          <a:avLst>
            <a:gd name="adj" fmla="val 10000"/>
          </a:avLst>
        </a:prstGeom>
        <a:solidFill>
          <a:schemeClr val="accent1">
            <a:tint val="50000"/>
            <a:hueOff val="-3204092"/>
            <a:satOff val="-13274"/>
            <a:lumOff val="11412"/>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54BF6183-83EA-4D09-9EAE-7BD4596779B4}">
      <dsp:nvSpPr>
        <dsp:cNvPr id="0" name=""/>
        <dsp:cNvSpPr/>
      </dsp:nvSpPr>
      <dsp:spPr>
        <a:xfrm>
          <a:off x="7020844" y="1912507"/>
          <a:ext cx="1102439" cy="1102439"/>
        </a:xfrm>
        <a:prstGeom prst="roundRect">
          <a:avLst>
            <a:gd name="adj" fmla="val 10000"/>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kern="1200"/>
            <a:t>Lorem Ipsum</a:t>
          </a:r>
          <a:endParaRPr lang="en-US" sz="1300" kern="1200" dirty="0"/>
        </a:p>
        <a:p>
          <a:pPr marL="57150" lvl="1" indent="-57150" algn="l" defTabSz="444500">
            <a:lnSpc>
              <a:spcPct val="90000"/>
            </a:lnSpc>
            <a:spcBef>
              <a:spcPct val="0"/>
            </a:spcBef>
            <a:spcAft>
              <a:spcPct val="15000"/>
            </a:spcAft>
            <a:buChar char="•"/>
          </a:pPr>
          <a:r>
            <a:rPr lang="en-US" sz="1000" kern="1200" dirty="0"/>
            <a:t>Some text here</a:t>
          </a:r>
        </a:p>
        <a:p>
          <a:pPr marL="57150" lvl="1" indent="-57150" algn="l" defTabSz="444500">
            <a:lnSpc>
              <a:spcPct val="90000"/>
            </a:lnSpc>
            <a:spcBef>
              <a:spcPct val="0"/>
            </a:spcBef>
            <a:spcAft>
              <a:spcPct val="15000"/>
            </a:spcAft>
            <a:buChar char="•"/>
          </a:pPr>
          <a:r>
            <a:rPr lang="en-US" sz="1000" kern="1200" dirty="0"/>
            <a:t>Some text here</a:t>
          </a:r>
        </a:p>
      </dsp:txBody>
      <dsp:txXfrm>
        <a:off x="7053133" y="1944796"/>
        <a:ext cx="1037861" cy="1037861"/>
      </dsp:txXfrm>
    </dsp:sp>
  </dsp:spTree>
</dsp:drawing>
</file>

<file path=ppt/diagrams/drawing4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CD9E22-5A4B-4853-89A1-35FBAA41A5C9}">
      <dsp:nvSpPr>
        <dsp:cNvPr id="0" name=""/>
        <dsp:cNvSpPr/>
      </dsp:nvSpPr>
      <dsp:spPr>
        <a:xfrm>
          <a:off x="7257" y="1593059"/>
          <a:ext cx="1309265" cy="1079870"/>
        </a:xfrm>
        <a:prstGeom prst="roundRect">
          <a:avLst>
            <a:gd name="adj" fmla="val 10000"/>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4765" tIns="24765" rIns="24765" bIns="24765" numCol="1" spcCol="1270" anchor="t" anchorCtr="0">
          <a:noAutofit/>
        </a:bodyPr>
        <a:lstStyle/>
        <a:p>
          <a:pPr marL="114300" lvl="1" indent="-114300" algn="l" defTabSz="577850">
            <a:lnSpc>
              <a:spcPct val="90000"/>
            </a:lnSpc>
            <a:spcBef>
              <a:spcPct val="0"/>
            </a:spcBef>
            <a:spcAft>
              <a:spcPct val="15000"/>
            </a:spcAft>
            <a:buChar char="•"/>
          </a:pPr>
          <a:r>
            <a:rPr lang="en-US" sz="1300" kern="1200" dirty="0"/>
            <a:t>Some text here</a:t>
          </a:r>
        </a:p>
        <a:p>
          <a:pPr marL="114300" lvl="1" indent="-114300" algn="l" defTabSz="577850">
            <a:lnSpc>
              <a:spcPct val="90000"/>
            </a:lnSpc>
            <a:spcBef>
              <a:spcPct val="0"/>
            </a:spcBef>
            <a:spcAft>
              <a:spcPct val="15000"/>
            </a:spcAft>
            <a:buChar char="•"/>
          </a:pPr>
          <a:r>
            <a:rPr lang="en-US" sz="1300" kern="1200" dirty="0"/>
            <a:t>Some text here</a:t>
          </a:r>
        </a:p>
        <a:p>
          <a:pPr marL="114300" lvl="1" indent="-114300" algn="l" defTabSz="577850">
            <a:lnSpc>
              <a:spcPct val="90000"/>
            </a:lnSpc>
            <a:spcBef>
              <a:spcPct val="0"/>
            </a:spcBef>
            <a:spcAft>
              <a:spcPct val="15000"/>
            </a:spcAft>
            <a:buChar char="•"/>
          </a:pPr>
          <a:r>
            <a:rPr lang="en-US" sz="1300" kern="1200"/>
            <a:t>Some text here</a:t>
          </a:r>
          <a:endParaRPr lang="en-US" sz="1300" kern="1200" dirty="0"/>
        </a:p>
      </dsp:txBody>
      <dsp:txXfrm>
        <a:off x="32108" y="1617910"/>
        <a:ext cx="1259563" cy="798767"/>
      </dsp:txXfrm>
    </dsp:sp>
    <dsp:sp modelId="{CABCE495-6E24-4FEF-8757-B6133BD632C0}">
      <dsp:nvSpPr>
        <dsp:cNvPr id="0" name=""/>
        <dsp:cNvSpPr/>
      </dsp:nvSpPr>
      <dsp:spPr>
        <a:xfrm>
          <a:off x="745127" y="1857785"/>
          <a:ext cx="1432747" cy="1432747"/>
        </a:xfrm>
        <a:prstGeom prst="leftCircularArrow">
          <a:avLst>
            <a:gd name="adj1" fmla="val 3077"/>
            <a:gd name="adj2" fmla="val 378004"/>
            <a:gd name="adj3" fmla="val 2153515"/>
            <a:gd name="adj4" fmla="val 9024489"/>
            <a:gd name="adj5" fmla="val 359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B360DBE5-7A46-4AD0-86BF-BE02EEF61A7B}">
      <dsp:nvSpPr>
        <dsp:cNvPr id="0" name=""/>
        <dsp:cNvSpPr/>
      </dsp:nvSpPr>
      <dsp:spPr>
        <a:xfrm>
          <a:off x="298205" y="2441529"/>
          <a:ext cx="1163791" cy="462801"/>
        </a:xfrm>
        <a:prstGeom prst="roundRect">
          <a:avLst>
            <a:gd name="adj" fmla="val 1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US" sz="1600" kern="1200" dirty="0"/>
            <a:t>Lorem Ipsum</a:t>
          </a:r>
        </a:p>
      </dsp:txBody>
      <dsp:txXfrm>
        <a:off x="311760" y="2455084"/>
        <a:ext cx="1136681" cy="435691"/>
      </dsp:txXfrm>
    </dsp:sp>
    <dsp:sp modelId="{706EAFA5-483B-4A1B-85F7-14160AFCDD8F}">
      <dsp:nvSpPr>
        <dsp:cNvPr id="0" name=""/>
        <dsp:cNvSpPr/>
      </dsp:nvSpPr>
      <dsp:spPr>
        <a:xfrm>
          <a:off x="1671943" y="1593059"/>
          <a:ext cx="1309265" cy="1079870"/>
        </a:xfrm>
        <a:prstGeom prst="roundRect">
          <a:avLst>
            <a:gd name="adj" fmla="val 10000"/>
          </a:avLst>
        </a:prstGeom>
        <a:solidFill>
          <a:schemeClr val="lt1">
            <a:alpha val="90000"/>
            <a:hueOff val="0"/>
            <a:satOff val="0"/>
            <a:lumOff val="0"/>
            <a:alphaOff val="0"/>
          </a:schemeClr>
        </a:solidFill>
        <a:ln w="9525" cap="flat" cmpd="sng" algn="ctr">
          <a:solidFill>
            <a:schemeClr val="accent3">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4765" tIns="24765" rIns="24765" bIns="24765" numCol="1" spcCol="1270" anchor="t" anchorCtr="0">
          <a:noAutofit/>
        </a:bodyPr>
        <a:lstStyle/>
        <a:p>
          <a:pPr marL="114300" lvl="1" indent="-114300" algn="l" defTabSz="577850">
            <a:lnSpc>
              <a:spcPct val="90000"/>
            </a:lnSpc>
            <a:spcBef>
              <a:spcPct val="0"/>
            </a:spcBef>
            <a:spcAft>
              <a:spcPct val="15000"/>
            </a:spcAft>
            <a:buChar char="•"/>
          </a:pPr>
          <a:r>
            <a:rPr lang="en-US" sz="1300" kern="1200" dirty="0"/>
            <a:t>Some text here</a:t>
          </a:r>
        </a:p>
        <a:p>
          <a:pPr marL="114300" lvl="1" indent="-114300" algn="l" defTabSz="577850">
            <a:lnSpc>
              <a:spcPct val="90000"/>
            </a:lnSpc>
            <a:spcBef>
              <a:spcPct val="0"/>
            </a:spcBef>
            <a:spcAft>
              <a:spcPct val="15000"/>
            </a:spcAft>
            <a:buChar char="•"/>
          </a:pPr>
          <a:r>
            <a:rPr lang="en-US" sz="1300" kern="1200"/>
            <a:t>Some text here</a:t>
          </a:r>
          <a:endParaRPr lang="en-US" sz="1300" kern="1200" dirty="0"/>
        </a:p>
      </dsp:txBody>
      <dsp:txXfrm>
        <a:off x="1696794" y="1849311"/>
        <a:ext cx="1259563" cy="798767"/>
      </dsp:txXfrm>
    </dsp:sp>
    <dsp:sp modelId="{8783C605-B701-4C24-B2B0-5038E7538C68}">
      <dsp:nvSpPr>
        <dsp:cNvPr id="0" name=""/>
        <dsp:cNvSpPr/>
      </dsp:nvSpPr>
      <dsp:spPr>
        <a:xfrm>
          <a:off x="2398903" y="933116"/>
          <a:ext cx="1600042" cy="1600042"/>
        </a:xfrm>
        <a:prstGeom prst="circularArrow">
          <a:avLst>
            <a:gd name="adj1" fmla="val 2755"/>
            <a:gd name="adj2" fmla="val 335936"/>
            <a:gd name="adj3" fmla="val 19488553"/>
            <a:gd name="adj4" fmla="val 12575511"/>
            <a:gd name="adj5" fmla="val 3215"/>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F0F63F1C-B466-42DE-9FD3-6E5C0C979CA0}">
      <dsp:nvSpPr>
        <dsp:cNvPr id="0" name=""/>
        <dsp:cNvSpPr/>
      </dsp:nvSpPr>
      <dsp:spPr>
        <a:xfrm>
          <a:off x="1962891" y="1361659"/>
          <a:ext cx="1163791" cy="462801"/>
        </a:xfrm>
        <a:prstGeom prst="roundRect">
          <a:avLst>
            <a:gd name="adj" fmla="val 1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US" sz="1600" kern="1200" dirty="0"/>
            <a:t>Lorem Ipsum</a:t>
          </a:r>
        </a:p>
      </dsp:txBody>
      <dsp:txXfrm>
        <a:off x="1976446" y="1375214"/>
        <a:ext cx="1136681" cy="435691"/>
      </dsp:txXfrm>
    </dsp:sp>
    <dsp:sp modelId="{04585C1D-E91D-4D77-8B0F-51DF88B161C9}">
      <dsp:nvSpPr>
        <dsp:cNvPr id="0" name=""/>
        <dsp:cNvSpPr/>
      </dsp:nvSpPr>
      <dsp:spPr>
        <a:xfrm>
          <a:off x="3336630" y="1593059"/>
          <a:ext cx="1309265" cy="1079870"/>
        </a:xfrm>
        <a:prstGeom prst="roundRect">
          <a:avLst>
            <a:gd name="adj" fmla="val 10000"/>
          </a:avLst>
        </a:prstGeom>
        <a:solidFill>
          <a:schemeClr val="lt1">
            <a:alpha val="90000"/>
            <a:hueOff val="0"/>
            <a:satOff val="0"/>
            <a:lumOff val="0"/>
            <a:alphaOff val="0"/>
          </a:schemeClr>
        </a:solidFill>
        <a:ln w="9525" cap="flat" cmpd="sng" algn="ctr">
          <a:solidFill>
            <a:schemeClr val="accent4">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4765" tIns="24765" rIns="24765" bIns="24765" numCol="1" spcCol="1270" anchor="t" anchorCtr="0">
          <a:noAutofit/>
        </a:bodyPr>
        <a:lstStyle/>
        <a:p>
          <a:pPr marL="114300" lvl="1" indent="-114300" algn="l" defTabSz="577850">
            <a:lnSpc>
              <a:spcPct val="90000"/>
            </a:lnSpc>
            <a:spcBef>
              <a:spcPct val="0"/>
            </a:spcBef>
            <a:spcAft>
              <a:spcPct val="15000"/>
            </a:spcAft>
            <a:buChar char="•"/>
          </a:pPr>
          <a:r>
            <a:rPr lang="en-US" sz="1300" kern="1200" dirty="0"/>
            <a:t>Some text here</a:t>
          </a:r>
        </a:p>
        <a:p>
          <a:pPr marL="114300" lvl="1" indent="-114300" algn="l" defTabSz="577850">
            <a:lnSpc>
              <a:spcPct val="90000"/>
            </a:lnSpc>
            <a:spcBef>
              <a:spcPct val="0"/>
            </a:spcBef>
            <a:spcAft>
              <a:spcPct val="15000"/>
            </a:spcAft>
            <a:buChar char="•"/>
          </a:pPr>
          <a:r>
            <a:rPr lang="en-US" sz="1300" kern="1200" dirty="0"/>
            <a:t>Some text here</a:t>
          </a:r>
        </a:p>
      </dsp:txBody>
      <dsp:txXfrm>
        <a:off x="3361481" y="1617910"/>
        <a:ext cx="1259563" cy="798767"/>
      </dsp:txXfrm>
    </dsp:sp>
    <dsp:sp modelId="{6562FC07-AF47-46FA-A1E3-C0755ED95650}">
      <dsp:nvSpPr>
        <dsp:cNvPr id="0" name=""/>
        <dsp:cNvSpPr/>
      </dsp:nvSpPr>
      <dsp:spPr>
        <a:xfrm>
          <a:off x="4074500" y="1857785"/>
          <a:ext cx="1432747" cy="1432747"/>
        </a:xfrm>
        <a:prstGeom prst="leftCircularArrow">
          <a:avLst>
            <a:gd name="adj1" fmla="val 3077"/>
            <a:gd name="adj2" fmla="val 378004"/>
            <a:gd name="adj3" fmla="val 2153515"/>
            <a:gd name="adj4" fmla="val 9024489"/>
            <a:gd name="adj5" fmla="val 359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3D108508-B266-4803-87CD-6A585E69E4D7}">
      <dsp:nvSpPr>
        <dsp:cNvPr id="0" name=""/>
        <dsp:cNvSpPr/>
      </dsp:nvSpPr>
      <dsp:spPr>
        <a:xfrm>
          <a:off x="3627578" y="2441529"/>
          <a:ext cx="1163791" cy="462801"/>
        </a:xfrm>
        <a:prstGeom prst="roundRect">
          <a:avLst>
            <a:gd name="adj" fmla="val 1000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US" sz="1600" kern="1200" dirty="0"/>
            <a:t>Lorem Ipsum</a:t>
          </a:r>
        </a:p>
      </dsp:txBody>
      <dsp:txXfrm>
        <a:off x="3641133" y="2455084"/>
        <a:ext cx="1136681" cy="435691"/>
      </dsp:txXfrm>
    </dsp:sp>
    <dsp:sp modelId="{CFCEC88B-27B2-4DAA-A6B7-72DAF246BB4A}">
      <dsp:nvSpPr>
        <dsp:cNvPr id="0" name=""/>
        <dsp:cNvSpPr/>
      </dsp:nvSpPr>
      <dsp:spPr>
        <a:xfrm>
          <a:off x="5001316" y="1593059"/>
          <a:ext cx="1309265" cy="1079870"/>
        </a:xfrm>
        <a:prstGeom prst="roundRect">
          <a:avLst>
            <a:gd name="adj" fmla="val 10000"/>
          </a:avLst>
        </a:prstGeom>
        <a:solidFill>
          <a:schemeClr val="lt1">
            <a:alpha val="90000"/>
            <a:hueOff val="0"/>
            <a:satOff val="0"/>
            <a:lumOff val="0"/>
            <a:alphaOff val="0"/>
          </a:schemeClr>
        </a:solidFill>
        <a:ln w="9525" cap="flat" cmpd="sng" algn="ctr">
          <a:solidFill>
            <a:schemeClr val="accent5">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4765" tIns="24765" rIns="24765" bIns="24765" numCol="1" spcCol="1270" anchor="t" anchorCtr="0">
          <a:noAutofit/>
        </a:bodyPr>
        <a:lstStyle/>
        <a:p>
          <a:pPr marL="114300" lvl="1" indent="-114300" algn="l" defTabSz="577850">
            <a:lnSpc>
              <a:spcPct val="90000"/>
            </a:lnSpc>
            <a:spcBef>
              <a:spcPct val="0"/>
            </a:spcBef>
            <a:spcAft>
              <a:spcPct val="15000"/>
            </a:spcAft>
            <a:buChar char="•"/>
          </a:pPr>
          <a:r>
            <a:rPr lang="en-US" sz="1300" kern="1200" dirty="0"/>
            <a:t>Some text here</a:t>
          </a:r>
        </a:p>
        <a:p>
          <a:pPr marL="114300" lvl="1" indent="-114300" algn="l" defTabSz="577850">
            <a:lnSpc>
              <a:spcPct val="90000"/>
            </a:lnSpc>
            <a:spcBef>
              <a:spcPct val="0"/>
            </a:spcBef>
            <a:spcAft>
              <a:spcPct val="15000"/>
            </a:spcAft>
            <a:buChar char="•"/>
          </a:pPr>
          <a:r>
            <a:rPr lang="en-US" sz="1300" kern="1200" dirty="0"/>
            <a:t>Some text here</a:t>
          </a:r>
        </a:p>
      </dsp:txBody>
      <dsp:txXfrm>
        <a:off x="5026167" y="1849311"/>
        <a:ext cx="1259563" cy="798767"/>
      </dsp:txXfrm>
    </dsp:sp>
    <dsp:sp modelId="{41B0FC4B-EE8E-41E4-BF10-3CEF1244B92E}">
      <dsp:nvSpPr>
        <dsp:cNvPr id="0" name=""/>
        <dsp:cNvSpPr/>
      </dsp:nvSpPr>
      <dsp:spPr>
        <a:xfrm>
          <a:off x="5728276" y="933116"/>
          <a:ext cx="1600042" cy="1600042"/>
        </a:xfrm>
        <a:prstGeom prst="circularArrow">
          <a:avLst>
            <a:gd name="adj1" fmla="val 2755"/>
            <a:gd name="adj2" fmla="val 335936"/>
            <a:gd name="adj3" fmla="val 19488553"/>
            <a:gd name="adj4" fmla="val 12575511"/>
            <a:gd name="adj5" fmla="val 3215"/>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9214A17C-ACB7-4BE5-8131-2AAB7B49EBD8}">
      <dsp:nvSpPr>
        <dsp:cNvPr id="0" name=""/>
        <dsp:cNvSpPr/>
      </dsp:nvSpPr>
      <dsp:spPr>
        <a:xfrm>
          <a:off x="5292264" y="1361659"/>
          <a:ext cx="1163791" cy="462801"/>
        </a:xfrm>
        <a:prstGeom prst="roundRect">
          <a:avLst>
            <a:gd name="adj" fmla="val 1000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US" sz="1600" kern="1200"/>
            <a:t>Lorem Ipsum</a:t>
          </a:r>
          <a:endParaRPr lang="en-US" sz="1600" kern="1200" dirty="0"/>
        </a:p>
      </dsp:txBody>
      <dsp:txXfrm>
        <a:off x="5305819" y="1375214"/>
        <a:ext cx="1136681" cy="435691"/>
      </dsp:txXfrm>
    </dsp:sp>
    <dsp:sp modelId="{64240C40-356A-4DB8-BBC2-3AB0FECC6CC2}">
      <dsp:nvSpPr>
        <dsp:cNvPr id="0" name=""/>
        <dsp:cNvSpPr/>
      </dsp:nvSpPr>
      <dsp:spPr>
        <a:xfrm>
          <a:off x="6666003" y="1593059"/>
          <a:ext cx="1309265" cy="1079870"/>
        </a:xfrm>
        <a:prstGeom prst="roundRect">
          <a:avLst>
            <a:gd name="adj" fmla="val 10000"/>
          </a:avLst>
        </a:prstGeom>
        <a:solidFill>
          <a:schemeClr val="lt1">
            <a:alpha val="90000"/>
            <a:hueOff val="0"/>
            <a:satOff val="0"/>
            <a:lumOff val="0"/>
            <a:alphaOff val="0"/>
          </a:schemeClr>
        </a:solidFill>
        <a:ln w="9525" cap="flat"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4765" tIns="24765" rIns="24765" bIns="24765" numCol="1" spcCol="1270" anchor="t" anchorCtr="0">
          <a:noAutofit/>
        </a:bodyPr>
        <a:lstStyle/>
        <a:p>
          <a:pPr marL="114300" lvl="1" indent="-114300" algn="l" defTabSz="577850">
            <a:lnSpc>
              <a:spcPct val="90000"/>
            </a:lnSpc>
            <a:spcBef>
              <a:spcPct val="0"/>
            </a:spcBef>
            <a:spcAft>
              <a:spcPct val="15000"/>
            </a:spcAft>
            <a:buChar char="•"/>
          </a:pPr>
          <a:r>
            <a:rPr lang="en-US" sz="1300" kern="1200" dirty="0"/>
            <a:t>Some text here</a:t>
          </a:r>
        </a:p>
        <a:p>
          <a:pPr marL="114300" lvl="1" indent="-114300" algn="l" defTabSz="577850">
            <a:lnSpc>
              <a:spcPct val="90000"/>
            </a:lnSpc>
            <a:spcBef>
              <a:spcPct val="0"/>
            </a:spcBef>
            <a:spcAft>
              <a:spcPct val="15000"/>
            </a:spcAft>
            <a:buChar char="•"/>
          </a:pPr>
          <a:r>
            <a:rPr lang="en-US" sz="1300" kern="1200"/>
            <a:t>Some text here</a:t>
          </a:r>
          <a:endParaRPr lang="en-US" sz="1300" kern="1200" dirty="0"/>
        </a:p>
        <a:p>
          <a:pPr marL="114300" lvl="1" indent="-114300" algn="l" defTabSz="577850">
            <a:lnSpc>
              <a:spcPct val="90000"/>
            </a:lnSpc>
            <a:spcBef>
              <a:spcPct val="0"/>
            </a:spcBef>
            <a:spcAft>
              <a:spcPct val="15000"/>
            </a:spcAft>
            <a:buChar char="•"/>
          </a:pPr>
          <a:r>
            <a:rPr lang="en-US" sz="1300" kern="1200" dirty="0"/>
            <a:t>Some text here</a:t>
          </a:r>
        </a:p>
      </dsp:txBody>
      <dsp:txXfrm>
        <a:off x="6690854" y="1617910"/>
        <a:ext cx="1259563" cy="798767"/>
      </dsp:txXfrm>
    </dsp:sp>
    <dsp:sp modelId="{22BF283E-A970-4DE4-A09C-E4A2EC242943}">
      <dsp:nvSpPr>
        <dsp:cNvPr id="0" name=""/>
        <dsp:cNvSpPr/>
      </dsp:nvSpPr>
      <dsp:spPr>
        <a:xfrm>
          <a:off x="6956951" y="2441529"/>
          <a:ext cx="1163791" cy="462801"/>
        </a:xfrm>
        <a:prstGeom prst="roundRect">
          <a:avLst>
            <a:gd name="adj" fmla="val 10000"/>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US" sz="1600" kern="1200"/>
            <a:t>Lorem Ipsum</a:t>
          </a:r>
          <a:endParaRPr lang="en-US" sz="1600" kern="1200" dirty="0"/>
        </a:p>
      </dsp:txBody>
      <dsp:txXfrm>
        <a:off x="6970506" y="2455084"/>
        <a:ext cx="1136681" cy="435691"/>
      </dsp:txXfrm>
    </dsp:sp>
  </dsp:spTree>
</dsp:drawing>
</file>

<file path=ppt/diagrams/drawing4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73CDE8-FC40-4ED0-AF9F-AE46AD27CBEE}">
      <dsp:nvSpPr>
        <dsp:cNvPr id="0" name=""/>
        <dsp:cNvSpPr/>
      </dsp:nvSpPr>
      <dsp:spPr>
        <a:xfrm>
          <a:off x="4560" y="0"/>
          <a:ext cx="469525" cy="469525"/>
        </a:xfrm>
        <a:prstGeom prst="ellipse">
          <a:avLst/>
        </a:prstGeom>
        <a:solidFill>
          <a:schemeClr val="accent2">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6D453A8C-4FED-471F-BD1D-A87F91278E19}">
      <dsp:nvSpPr>
        <dsp:cNvPr id="0" name=""/>
        <dsp:cNvSpPr/>
      </dsp:nvSpPr>
      <dsp:spPr>
        <a:xfrm>
          <a:off x="51513" y="46952"/>
          <a:ext cx="375620" cy="375620"/>
        </a:xfrm>
        <a:prstGeom prst="chord">
          <a:avLst>
            <a:gd name="adj1" fmla="val 1800000"/>
            <a:gd name="adj2" fmla="val 900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2E9A0365-F54B-4A34-B14A-A523C1C0042E}">
      <dsp:nvSpPr>
        <dsp:cNvPr id="0" name=""/>
        <dsp:cNvSpPr/>
      </dsp:nvSpPr>
      <dsp:spPr>
        <a:xfrm>
          <a:off x="571903" y="469525"/>
          <a:ext cx="1389013" cy="19759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0640" tIns="40640" rIns="40640" bIns="40640" numCol="1" spcCol="1270" anchor="t" anchorCtr="0">
          <a:noAutofit/>
        </a:bodyPr>
        <a:lstStyle/>
        <a:p>
          <a:pPr marL="0" lvl="0" indent="0" algn="l" defTabSz="711200">
            <a:lnSpc>
              <a:spcPct val="90000"/>
            </a:lnSpc>
            <a:spcBef>
              <a:spcPct val="0"/>
            </a:spcBef>
            <a:spcAft>
              <a:spcPct val="35000"/>
            </a:spcAft>
            <a:buNone/>
          </a:pPr>
          <a:r>
            <a:rPr lang="en-US" sz="1600" kern="1200"/>
            <a:t>Some text here</a:t>
          </a:r>
          <a:endParaRPr lang="en-US" sz="1600" kern="1200" dirty="0"/>
        </a:p>
        <a:p>
          <a:pPr marL="0" lvl="0" indent="0" algn="l" defTabSz="711200">
            <a:lnSpc>
              <a:spcPct val="90000"/>
            </a:lnSpc>
            <a:spcBef>
              <a:spcPct val="0"/>
            </a:spcBef>
            <a:spcAft>
              <a:spcPct val="35000"/>
            </a:spcAft>
            <a:buNone/>
          </a:pPr>
          <a:r>
            <a:rPr lang="en-US" sz="1600" kern="1200" dirty="0"/>
            <a:t>Some text here</a:t>
          </a:r>
        </a:p>
        <a:p>
          <a:pPr marL="0" lvl="0" indent="0" algn="l" defTabSz="711200">
            <a:lnSpc>
              <a:spcPct val="90000"/>
            </a:lnSpc>
            <a:spcBef>
              <a:spcPct val="0"/>
            </a:spcBef>
            <a:spcAft>
              <a:spcPct val="35000"/>
            </a:spcAft>
            <a:buNone/>
          </a:pPr>
          <a:r>
            <a:rPr lang="en-US" sz="1600" kern="1200"/>
            <a:t>Some text here</a:t>
          </a:r>
          <a:endParaRPr lang="en-US" sz="1600" kern="1200" dirty="0"/>
        </a:p>
        <a:p>
          <a:pPr marL="0" lvl="0" indent="0" algn="l" defTabSz="711200">
            <a:lnSpc>
              <a:spcPct val="90000"/>
            </a:lnSpc>
            <a:spcBef>
              <a:spcPct val="0"/>
            </a:spcBef>
            <a:spcAft>
              <a:spcPct val="35000"/>
            </a:spcAft>
            <a:buNone/>
          </a:pPr>
          <a:r>
            <a:rPr lang="en-US" sz="1600" kern="1200"/>
            <a:t>Some text here</a:t>
          </a:r>
          <a:endParaRPr lang="en-US" sz="1600" kern="1200" dirty="0"/>
        </a:p>
        <a:p>
          <a:pPr marL="0" lvl="0" indent="0" algn="l" defTabSz="711200">
            <a:lnSpc>
              <a:spcPct val="90000"/>
            </a:lnSpc>
            <a:spcBef>
              <a:spcPct val="0"/>
            </a:spcBef>
            <a:spcAft>
              <a:spcPct val="35000"/>
            </a:spcAft>
            <a:buNone/>
          </a:pPr>
          <a:r>
            <a:rPr lang="en-US" sz="1600" kern="1200"/>
            <a:t>Some text here</a:t>
          </a:r>
          <a:endParaRPr lang="en-US" sz="1600" kern="1200" dirty="0"/>
        </a:p>
      </dsp:txBody>
      <dsp:txXfrm>
        <a:off x="571903" y="469525"/>
        <a:ext cx="1389013" cy="1975919"/>
      </dsp:txXfrm>
    </dsp:sp>
    <dsp:sp modelId="{393E1DFE-DA9E-4CA7-893C-C5D469A2DFDA}">
      <dsp:nvSpPr>
        <dsp:cNvPr id="0" name=""/>
        <dsp:cNvSpPr/>
      </dsp:nvSpPr>
      <dsp:spPr>
        <a:xfrm>
          <a:off x="571903" y="0"/>
          <a:ext cx="1389013" cy="4695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b" anchorCtr="0">
          <a:noAutofit/>
        </a:bodyPr>
        <a:lstStyle/>
        <a:p>
          <a:pPr marL="0" lvl="0" indent="0" algn="l" defTabSz="800100">
            <a:lnSpc>
              <a:spcPct val="90000"/>
            </a:lnSpc>
            <a:spcBef>
              <a:spcPct val="0"/>
            </a:spcBef>
            <a:spcAft>
              <a:spcPct val="35000"/>
            </a:spcAft>
            <a:buNone/>
          </a:pPr>
          <a:r>
            <a:rPr lang="en-US" sz="1800" b="1" kern="1200" dirty="0"/>
            <a:t>Lorem Ipsum</a:t>
          </a:r>
        </a:p>
      </dsp:txBody>
      <dsp:txXfrm>
        <a:off x="571903" y="0"/>
        <a:ext cx="1389013" cy="469525"/>
      </dsp:txXfrm>
    </dsp:sp>
    <dsp:sp modelId="{707B5271-006F-4B66-BD13-C382C1B2BC25}">
      <dsp:nvSpPr>
        <dsp:cNvPr id="0" name=""/>
        <dsp:cNvSpPr/>
      </dsp:nvSpPr>
      <dsp:spPr>
        <a:xfrm>
          <a:off x="2058734" y="0"/>
          <a:ext cx="469525" cy="469525"/>
        </a:xfrm>
        <a:prstGeom prst="ellipse">
          <a:avLst/>
        </a:prstGeom>
        <a:solidFill>
          <a:schemeClr val="accent2">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74E798C0-34C3-4183-B502-CCD215DED350}">
      <dsp:nvSpPr>
        <dsp:cNvPr id="0" name=""/>
        <dsp:cNvSpPr/>
      </dsp:nvSpPr>
      <dsp:spPr>
        <a:xfrm>
          <a:off x="2105687" y="46952"/>
          <a:ext cx="375620" cy="375620"/>
        </a:xfrm>
        <a:prstGeom prst="chord">
          <a:avLst>
            <a:gd name="adj1" fmla="val 0"/>
            <a:gd name="adj2" fmla="val 1080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5B3D5122-12DF-402A-A51D-2317CBF8078C}">
      <dsp:nvSpPr>
        <dsp:cNvPr id="0" name=""/>
        <dsp:cNvSpPr/>
      </dsp:nvSpPr>
      <dsp:spPr>
        <a:xfrm>
          <a:off x="2626078" y="469525"/>
          <a:ext cx="1389013" cy="19759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0640" tIns="40640" rIns="40640" bIns="40640" numCol="1" spcCol="1270" anchor="t" anchorCtr="0">
          <a:noAutofit/>
        </a:bodyPr>
        <a:lstStyle/>
        <a:p>
          <a:pPr marL="0" lvl="0" indent="0" algn="l" defTabSz="711200">
            <a:lnSpc>
              <a:spcPct val="90000"/>
            </a:lnSpc>
            <a:spcBef>
              <a:spcPct val="0"/>
            </a:spcBef>
            <a:spcAft>
              <a:spcPct val="35000"/>
            </a:spcAft>
            <a:buNone/>
          </a:pPr>
          <a:r>
            <a:rPr lang="en-US" sz="1600" kern="1200"/>
            <a:t>Some text here</a:t>
          </a:r>
          <a:endParaRPr lang="en-US" sz="1600" kern="1200" dirty="0"/>
        </a:p>
        <a:p>
          <a:pPr marL="0" lvl="0" indent="0" algn="l" defTabSz="711200">
            <a:lnSpc>
              <a:spcPct val="90000"/>
            </a:lnSpc>
            <a:spcBef>
              <a:spcPct val="0"/>
            </a:spcBef>
            <a:spcAft>
              <a:spcPct val="35000"/>
            </a:spcAft>
            <a:buNone/>
          </a:pPr>
          <a:r>
            <a:rPr lang="en-US" sz="1600" kern="1200"/>
            <a:t>Some text here</a:t>
          </a:r>
          <a:endParaRPr lang="en-US" sz="1600" kern="1200" dirty="0"/>
        </a:p>
        <a:p>
          <a:pPr marL="0" lvl="0" indent="0" algn="l" defTabSz="711200">
            <a:lnSpc>
              <a:spcPct val="90000"/>
            </a:lnSpc>
            <a:spcBef>
              <a:spcPct val="0"/>
            </a:spcBef>
            <a:spcAft>
              <a:spcPct val="35000"/>
            </a:spcAft>
            <a:buNone/>
          </a:pPr>
          <a:r>
            <a:rPr lang="en-US" sz="1600" kern="1200"/>
            <a:t>Some text here</a:t>
          </a:r>
          <a:endParaRPr lang="en-US" sz="1600" kern="1200" dirty="0"/>
        </a:p>
        <a:p>
          <a:pPr marL="0" lvl="0" indent="0" algn="l" defTabSz="711200">
            <a:lnSpc>
              <a:spcPct val="90000"/>
            </a:lnSpc>
            <a:spcBef>
              <a:spcPct val="0"/>
            </a:spcBef>
            <a:spcAft>
              <a:spcPct val="35000"/>
            </a:spcAft>
            <a:buNone/>
          </a:pPr>
          <a:r>
            <a:rPr lang="en-US" sz="1600" kern="1200"/>
            <a:t>Some text here</a:t>
          </a:r>
          <a:endParaRPr lang="en-US" sz="1600" kern="1200" dirty="0"/>
        </a:p>
      </dsp:txBody>
      <dsp:txXfrm>
        <a:off x="2626078" y="469525"/>
        <a:ext cx="1389013" cy="1975919"/>
      </dsp:txXfrm>
    </dsp:sp>
    <dsp:sp modelId="{85215417-711C-4046-9F36-457D7EC4CB60}">
      <dsp:nvSpPr>
        <dsp:cNvPr id="0" name=""/>
        <dsp:cNvSpPr/>
      </dsp:nvSpPr>
      <dsp:spPr>
        <a:xfrm>
          <a:off x="2626078" y="0"/>
          <a:ext cx="1389013" cy="4695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b" anchorCtr="0">
          <a:noAutofit/>
        </a:bodyPr>
        <a:lstStyle/>
        <a:p>
          <a:pPr marL="0" lvl="0" indent="0" algn="l" defTabSz="800100">
            <a:lnSpc>
              <a:spcPct val="90000"/>
            </a:lnSpc>
            <a:spcBef>
              <a:spcPct val="0"/>
            </a:spcBef>
            <a:spcAft>
              <a:spcPct val="35000"/>
            </a:spcAft>
            <a:buNone/>
          </a:pPr>
          <a:r>
            <a:rPr lang="en-US" sz="1800" b="1" kern="1200" dirty="0"/>
            <a:t>Lorem Ipsum</a:t>
          </a:r>
        </a:p>
      </dsp:txBody>
      <dsp:txXfrm>
        <a:off x="2626078" y="0"/>
        <a:ext cx="1389013" cy="469525"/>
      </dsp:txXfrm>
    </dsp:sp>
    <dsp:sp modelId="{CB3B3318-2EF9-4B8A-9B39-B7658CC28C4F}">
      <dsp:nvSpPr>
        <dsp:cNvPr id="0" name=""/>
        <dsp:cNvSpPr/>
      </dsp:nvSpPr>
      <dsp:spPr>
        <a:xfrm>
          <a:off x="4112908" y="0"/>
          <a:ext cx="469525" cy="469525"/>
        </a:xfrm>
        <a:prstGeom prst="ellipse">
          <a:avLst/>
        </a:prstGeom>
        <a:solidFill>
          <a:schemeClr val="accent2">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B26245C8-595A-43AD-B9E9-7186E905C395}">
      <dsp:nvSpPr>
        <dsp:cNvPr id="0" name=""/>
        <dsp:cNvSpPr/>
      </dsp:nvSpPr>
      <dsp:spPr>
        <a:xfrm>
          <a:off x="4159861" y="46952"/>
          <a:ext cx="375620" cy="375620"/>
        </a:xfrm>
        <a:prstGeom prst="chord">
          <a:avLst>
            <a:gd name="adj1" fmla="val 19800000"/>
            <a:gd name="adj2" fmla="val 1260000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w="9525" cap="flat" cmpd="sng" algn="ctr">
          <a:solidFill>
            <a:schemeClr val="accent4">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E094835F-2E7E-41B6-9F4B-CDE18F234028}">
      <dsp:nvSpPr>
        <dsp:cNvPr id="0" name=""/>
        <dsp:cNvSpPr/>
      </dsp:nvSpPr>
      <dsp:spPr>
        <a:xfrm>
          <a:off x="4680252" y="469525"/>
          <a:ext cx="1389013" cy="19759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0640" tIns="40640" rIns="40640" bIns="40640" numCol="1" spcCol="1270" anchor="t" anchorCtr="0">
          <a:noAutofit/>
        </a:bodyPr>
        <a:lstStyle/>
        <a:p>
          <a:pPr marL="0" lvl="0" indent="0" algn="l" defTabSz="711200">
            <a:lnSpc>
              <a:spcPct val="90000"/>
            </a:lnSpc>
            <a:spcBef>
              <a:spcPct val="0"/>
            </a:spcBef>
            <a:spcAft>
              <a:spcPct val="35000"/>
            </a:spcAft>
            <a:buNone/>
          </a:pPr>
          <a:r>
            <a:rPr lang="en-US" sz="1600" kern="1200"/>
            <a:t>Some text here</a:t>
          </a:r>
          <a:endParaRPr lang="en-US" sz="1600" kern="1200" dirty="0"/>
        </a:p>
        <a:p>
          <a:pPr marL="0" lvl="0" indent="0" algn="l" defTabSz="711200">
            <a:lnSpc>
              <a:spcPct val="90000"/>
            </a:lnSpc>
            <a:spcBef>
              <a:spcPct val="0"/>
            </a:spcBef>
            <a:spcAft>
              <a:spcPct val="35000"/>
            </a:spcAft>
            <a:buNone/>
          </a:pPr>
          <a:r>
            <a:rPr lang="en-US" sz="1600" kern="1200"/>
            <a:t>Some text here</a:t>
          </a:r>
          <a:endParaRPr lang="en-US" sz="1600" kern="1200" dirty="0"/>
        </a:p>
        <a:p>
          <a:pPr marL="0" lvl="0" indent="0" algn="l" defTabSz="711200">
            <a:lnSpc>
              <a:spcPct val="90000"/>
            </a:lnSpc>
            <a:spcBef>
              <a:spcPct val="0"/>
            </a:spcBef>
            <a:spcAft>
              <a:spcPct val="35000"/>
            </a:spcAft>
            <a:buNone/>
          </a:pPr>
          <a:r>
            <a:rPr lang="en-US" sz="1600" kern="1200"/>
            <a:t>Some text here</a:t>
          </a:r>
          <a:endParaRPr lang="en-US" sz="1600" kern="1200" dirty="0"/>
        </a:p>
        <a:p>
          <a:pPr marL="0" lvl="0" indent="0" algn="l" defTabSz="711200">
            <a:lnSpc>
              <a:spcPct val="90000"/>
            </a:lnSpc>
            <a:spcBef>
              <a:spcPct val="0"/>
            </a:spcBef>
            <a:spcAft>
              <a:spcPct val="35000"/>
            </a:spcAft>
            <a:buNone/>
          </a:pPr>
          <a:r>
            <a:rPr lang="en-US" sz="1600" kern="1200"/>
            <a:t>Some text here</a:t>
          </a:r>
          <a:endParaRPr lang="en-US" sz="1600" kern="1200" dirty="0"/>
        </a:p>
      </dsp:txBody>
      <dsp:txXfrm>
        <a:off x="4680252" y="469525"/>
        <a:ext cx="1389013" cy="1975919"/>
      </dsp:txXfrm>
    </dsp:sp>
    <dsp:sp modelId="{4DC74006-2D33-45CD-BBFE-2D9D28163E67}">
      <dsp:nvSpPr>
        <dsp:cNvPr id="0" name=""/>
        <dsp:cNvSpPr/>
      </dsp:nvSpPr>
      <dsp:spPr>
        <a:xfrm>
          <a:off x="4680252" y="0"/>
          <a:ext cx="1389013" cy="4695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b" anchorCtr="0">
          <a:noAutofit/>
        </a:bodyPr>
        <a:lstStyle/>
        <a:p>
          <a:pPr marL="0" lvl="0" indent="0" algn="l" defTabSz="800100">
            <a:lnSpc>
              <a:spcPct val="90000"/>
            </a:lnSpc>
            <a:spcBef>
              <a:spcPct val="0"/>
            </a:spcBef>
            <a:spcAft>
              <a:spcPct val="35000"/>
            </a:spcAft>
            <a:buNone/>
          </a:pPr>
          <a:r>
            <a:rPr lang="en-US" sz="1800" b="1" kern="1200" dirty="0"/>
            <a:t>Lorem Ipsum</a:t>
          </a:r>
        </a:p>
      </dsp:txBody>
      <dsp:txXfrm>
        <a:off x="4680252" y="0"/>
        <a:ext cx="1389013" cy="469525"/>
      </dsp:txXfrm>
    </dsp:sp>
    <dsp:sp modelId="{3136518E-00CE-4D5F-8481-D8DEC1D3D5EC}">
      <dsp:nvSpPr>
        <dsp:cNvPr id="0" name=""/>
        <dsp:cNvSpPr/>
      </dsp:nvSpPr>
      <dsp:spPr>
        <a:xfrm>
          <a:off x="6167083" y="0"/>
          <a:ext cx="469525" cy="469525"/>
        </a:xfrm>
        <a:prstGeom prst="ellipse">
          <a:avLst/>
        </a:prstGeom>
        <a:solidFill>
          <a:schemeClr val="accent2">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D025550E-41E6-4879-B98B-187E5672A98A}">
      <dsp:nvSpPr>
        <dsp:cNvPr id="0" name=""/>
        <dsp:cNvSpPr/>
      </dsp:nvSpPr>
      <dsp:spPr>
        <a:xfrm>
          <a:off x="6214035" y="46952"/>
          <a:ext cx="375620" cy="375620"/>
        </a:xfrm>
        <a:prstGeom prst="chord">
          <a:avLst>
            <a:gd name="adj1" fmla="val 16200000"/>
            <a:gd name="adj2" fmla="val 1620000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w="9525" cap="flat" cmpd="sng" algn="ctr">
          <a:solidFill>
            <a:schemeClr val="accent5">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D881AC97-42A0-4D44-BFE7-1902710EB0BB}">
      <dsp:nvSpPr>
        <dsp:cNvPr id="0" name=""/>
        <dsp:cNvSpPr/>
      </dsp:nvSpPr>
      <dsp:spPr>
        <a:xfrm>
          <a:off x="6734426" y="469525"/>
          <a:ext cx="1389013" cy="19759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0640" tIns="40640" rIns="40640" bIns="40640" numCol="1" spcCol="1270" anchor="t" anchorCtr="0">
          <a:noAutofit/>
        </a:bodyPr>
        <a:lstStyle/>
        <a:p>
          <a:pPr marL="0" lvl="0" indent="0" algn="l" defTabSz="711200">
            <a:lnSpc>
              <a:spcPct val="90000"/>
            </a:lnSpc>
            <a:spcBef>
              <a:spcPct val="0"/>
            </a:spcBef>
            <a:spcAft>
              <a:spcPct val="35000"/>
            </a:spcAft>
            <a:buNone/>
          </a:pPr>
          <a:r>
            <a:rPr lang="en-US" sz="1600" kern="1200"/>
            <a:t>Some text here</a:t>
          </a:r>
          <a:endParaRPr lang="en-US" sz="1600" kern="1200" dirty="0"/>
        </a:p>
        <a:p>
          <a:pPr marL="0" lvl="0" indent="0" algn="l" defTabSz="711200">
            <a:lnSpc>
              <a:spcPct val="90000"/>
            </a:lnSpc>
            <a:spcBef>
              <a:spcPct val="0"/>
            </a:spcBef>
            <a:spcAft>
              <a:spcPct val="35000"/>
            </a:spcAft>
            <a:buNone/>
          </a:pPr>
          <a:r>
            <a:rPr lang="en-US" sz="1600" kern="1200"/>
            <a:t>Some text here</a:t>
          </a:r>
          <a:endParaRPr lang="en-US" sz="1600" kern="1200" dirty="0"/>
        </a:p>
        <a:p>
          <a:pPr marL="0" lvl="0" indent="0" algn="l" defTabSz="711200">
            <a:lnSpc>
              <a:spcPct val="90000"/>
            </a:lnSpc>
            <a:spcBef>
              <a:spcPct val="0"/>
            </a:spcBef>
            <a:spcAft>
              <a:spcPct val="35000"/>
            </a:spcAft>
            <a:buNone/>
          </a:pPr>
          <a:r>
            <a:rPr lang="en-US" sz="1600" kern="1200"/>
            <a:t>Some text here</a:t>
          </a:r>
          <a:endParaRPr lang="en-US" sz="1600" kern="1200" dirty="0"/>
        </a:p>
        <a:p>
          <a:pPr marL="0" lvl="0" indent="0" algn="l" defTabSz="711200">
            <a:lnSpc>
              <a:spcPct val="90000"/>
            </a:lnSpc>
            <a:spcBef>
              <a:spcPct val="0"/>
            </a:spcBef>
            <a:spcAft>
              <a:spcPct val="35000"/>
            </a:spcAft>
            <a:buNone/>
          </a:pPr>
          <a:r>
            <a:rPr lang="en-US" sz="1600" kern="1200" dirty="0"/>
            <a:t>Some text here</a:t>
          </a:r>
        </a:p>
      </dsp:txBody>
      <dsp:txXfrm>
        <a:off x="6734426" y="469525"/>
        <a:ext cx="1389013" cy="1975919"/>
      </dsp:txXfrm>
    </dsp:sp>
    <dsp:sp modelId="{814D23AA-53BF-4C3E-A36A-5AC554369781}">
      <dsp:nvSpPr>
        <dsp:cNvPr id="0" name=""/>
        <dsp:cNvSpPr/>
      </dsp:nvSpPr>
      <dsp:spPr>
        <a:xfrm>
          <a:off x="6734426" y="0"/>
          <a:ext cx="1389013" cy="4695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b" anchorCtr="0">
          <a:noAutofit/>
        </a:bodyPr>
        <a:lstStyle/>
        <a:p>
          <a:pPr marL="0" lvl="0" indent="0" algn="l" defTabSz="800100">
            <a:lnSpc>
              <a:spcPct val="90000"/>
            </a:lnSpc>
            <a:spcBef>
              <a:spcPct val="0"/>
            </a:spcBef>
            <a:spcAft>
              <a:spcPct val="35000"/>
            </a:spcAft>
            <a:buNone/>
          </a:pPr>
          <a:r>
            <a:rPr lang="en-US" sz="1800" b="1" kern="1200" dirty="0"/>
            <a:t>Lorem Ipsum</a:t>
          </a:r>
        </a:p>
      </dsp:txBody>
      <dsp:txXfrm>
        <a:off x="6734426" y="0"/>
        <a:ext cx="1389013" cy="469525"/>
      </dsp:txXfrm>
    </dsp:sp>
  </dsp:spTree>
</dsp:drawing>
</file>

<file path=ppt/diagrams/drawing4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C78FB8-58CD-4041-9BE3-D11C3FEFD4F0}">
      <dsp:nvSpPr>
        <dsp:cNvPr id="0" name=""/>
        <dsp:cNvSpPr/>
      </dsp:nvSpPr>
      <dsp:spPr>
        <a:xfrm>
          <a:off x="3558" y="1035252"/>
          <a:ext cx="548871" cy="548871"/>
        </a:xfrm>
        <a:prstGeom prst="chord">
          <a:avLst>
            <a:gd name="adj1" fmla="val 4800000"/>
            <a:gd name="adj2" fmla="val 16800000"/>
          </a:avLst>
        </a:prstGeom>
        <a:solidFill>
          <a:schemeClr val="accent2">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9938599A-E539-4800-B805-1E1818F2A7DF}">
      <dsp:nvSpPr>
        <dsp:cNvPr id="0" name=""/>
        <dsp:cNvSpPr/>
      </dsp:nvSpPr>
      <dsp:spPr>
        <a:xfrm>
          <a:off x="58445" y="1090139"/>
          <a:ext cx="439097" cy="439097"/>
        </a:xfrm>
        <a:prstGeom prst="pie">
          <a:avLst>
            <a:gd name="adj1" fmla="val 14040000"/>
            <a:gd name="adj2" fmla="val 1620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685D48D3-4A07-4B33-A573-3E30E09A99CA}">
      <dsp:nvSpPr>
        <dsp:cNvPr id="0" name=""/>
        <dsp:cNvSpPr/>
      </dsp:nvSpPr>
      <dsp:spPr>
        <a:xfrm rot="16200000">
          <a:off x="-627643" y="2270212"/>
          <a:ext cx="1591726" cy="3293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r" defTabSz="1022350">
            <a:lnSpc>
              <a:spcPct val="90000"/>
            </a:lnSpc>
            <a:spcBef>
              <a:spcPct val="0"/>
            </a:spcBef>
            <a:spcAft>
              <a:spcPct val="35000"/>
            </a:spcAft>
            <a:buNone/>
          </a:pPr>
          <a:r>
            <a:rPr lang="en-US" sz="2300" kern="1200" dirty="0"/>
            <a:t>Lorem Ipsum</a:t>
          </a:r>
        </a:p>
      </dsp:txBody>
      <dsp:txXfrm>
        <a:off x="-627643" y="2270212"/>
        <a:ext cx="1591726" cy="329322"/>
      </dsp:txXfrm>
    </dsp:sp>
    <dsp:sp modelId="{14BBA40C-F75F-425E-B9F7-9D89F6163265}">
      <dsp:nvSpPr>
        <dsp:cNvPr id="0" name=""/>
        <dsp:cNvSpPr/>
      </dsp:nvSpPr>
      <dsp:spPr>
        <a:xfrm>
          <a:off x="387768" y="1035252"/>
          <a:ext cx="1097742" cy="21954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90000"/>
            </a:lnSpc>
            <a:spcBef>
              <a:spcPct val="0"/>
            </a:spcBef>
            <a:spcAft>
              <a:spcPct val="35000"/>
            </a:spcAft>
            <a:buNone/>
          </a:pPr>
          <a:r>
            <a:rPr lang="en-US" sz="1800" kern="1200" dirty="0"/>
            <a:t>Some text here</a:t>
          </a:r>
        </a:p>
        <a:p>
          <a:pPr marL="0" lvl="0" indent="0" algn="l" defTabSz="800100">
            <a:lnSpc>
              <a:spcPct val="90000"/>
            </a:lnSpc>
            <a:spcBef>
              <a:spcPct val="0"/>
            </a:spcBef>
            <a:spcAft>
              <a:spcPct val="35000"/>
            </a:spcAft>
            <a:buNone/>
          </a:pPr>
          <a:r>
            <a:rPr lang="en-US" sz="1800" kern="1200" dirty="0"/>
            <a:t>Some text here</a:t>
          </a:r>
        </a:p>
      </dsp:txBody>
      <dsp:txXfrm>
        <a:off x="387768" y="1035252"/>
        <a:ext cx="1097742" cy="2195485"/>
      </dsp:txXfrm>
    </dsp:sp>
    <dsp:sp modelId="{E90D5009-EA17-42C2-AE95-A21F2827DE74}">
      <dsp:nvSpPr>
        <dsp:cNvPr id="0" name=""/>
        <dsp:cNvSpPr/>
      </dsp:nvSpPr>
      <dsp:spPr>
        <a:xfrm>
          <a:off x="1663291" y="1035252"/>
          <a:ext cx="548871" cy="548871"/>
        </a:xfrm>
        <a:prstGeom prst="chord">
          <a:avLst>
            <a:gd name="adj1" fmla="val 4800000"/>
            <a:gd name="adj2" fmla="val 16800000"/>
          </a:avLst>
        </a:prstGeom>
        <a:solidFill>
          <a:schemeClr val="accent2">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C7DFCD72-810C-4711-A500-135F0749ADF4}">
      <dsp:nvSpPr>
        <dsp:cNvPr id="0" name=""/>
        <dsp:cNvSpPr/>
      </dsp:nvSpPr>
      <dsp:spPr>
        <a:xfrm>
          <a:off x="1718178" y="1090139"/>
          <a:ext cx="439097" cy="439097"/>
        </a:xfrm>
        <a:prstGeom prst="pie">
          <a:avLst>
            <a:gd name="adj1" fmla="val 11880000"/>
            <a:gd name="adj2" fmla="val 1620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4B47C1FA-15F6-4A92-8845-1F2947AAEE43}">
      <dsp:nvSpPr>
        <dsp:cNvPr id="0" name=""/>
        <dsp:cNvSpPr/>
      </dsp:nvSpPr>
      <dsp:spPr>
        <a:xfrm rot="16200000">
          <a:off x="1032089" y="2270212"/>
          <a:ext cx="1591726" cy="3293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r" defTabSz="1022350">
            <a:lnSpc>
              <a:spcPct val="90000"/>
            </a:lnSpc>
            <a:spcBef>
              <a:spcPct val="0"/>
            </a:spcBef>
            <a:spcAft>
              <a:spcPct val="35000"/>
            </a:spcAft>
            <a:buNone/>
          </a:pPr>
          <a:r>
            <a:rPr lang="en-US" sz="2300" kern="1200" dirty="0"/>
            <a:t>Lorem Ipsum</a:t>
          </a:r>
        </a:p>
      </dsp:txBody>
      <dsp:txXfrm>
        <a:off x="1032089" y="2270212"/>
        <a:ext cx="1591726" cy="329322"/>
      </dsp:txXfrm>
    </dsp:sp>
    <dsp:sp modelId="{11204B70-A9D5-4D20-B79C-4EA145D23AE4}">
      <dsp:nvSpPr>
        <dsp:cNvPr id="0" name=""/>
        <dsp:cNvSpPr/>
      </dsp:nvSpPr>
      <dsp:spPr>
        <a:xfrm>
          <a:off x="2047501" y="1035252"/>
          <a:ext cx="1097742" cy="21954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90000"/>
            </a:lnSpc>
            <a:spcBef>
              <a:spcPct val="0"/>
            </a:spcBef>
            <a:spcAft>
              <a:spcPct val="35000"/>
            </a:spcAft>
            <a:buNone/>
          </a:pPr>
          <a:r>
            <a:rPr lang="en-US" sz="1800" kern="1200" dirty="0"/>
            <a:t>Some text here</a:t>
          </a:r>
        </a:p>
        <a:p>
          <a:pPr marL="0" lvl="0" indent="0" algn="l" defTabSz="800100">
            <a:lnSpc>
              <a:spcPct val="90000"/>
            </a:lnSpc>
            <a:spcBef>
              <a:spcPct val="0"/>
            </a:spcBef>
            <a:spcAft>
              <a:spcPct val="35000"/>
            </a:spcAft>
            <a:buNone/>
          </a:pPr>
          <a:r>
            <a:rPr lang="en-US" sz="1800" kern="1200" dirty="0"/>
            <a:t>Some text here</a:t>
          </a:r>
        </a:p>
      </dsp:txBody>
      <dsp:txXfrm>
        <a:off x="2047501" y="1035252"/>
        <a:ext cx="1097742" cy="2195485"/>
      </dsp:txXfrm>
    </dsp:sp>
    <dsp:sp modelId="{7FD05309-F2D0-4626-8419-CEB432BAB241}">
      <dsp:nvSpPr>
        <dsp:cNvPr id="0" name=""/>
        <dsp:cNvSpPr/>
      </dsp:nvSpPr>
      <dsp:spPr>
        <a:xfrm>
          <a:off x="3323023" y="1035252"/>
          <a:ext cx="548871" cy="548871"/>
        </a:xfrm>
        <a:prstGeom prst="chord">
          <a:avLst>
            <a:gd name="adj1" fmla="val 4800000"/>
            <a:gd name="adj2" fmla="val 16800000"/>
          </a:avLst>
        </a:prstGeom>
        <a:solidFill>
          <a:schemeClr val="accent2">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9644A77B-3AF8-4D34-8A45-1A20CB7CD921}">
      <dsp:nvSpPr>
        <dsp:cNvPr id="0" name=""/>
        <dsp:cNvSpPr/>
      </dsp:nvSpPr>
      <dsp:spPr>
        <a:xfrm>
          <a:off x="3377910" y="1090139"/>
          <a:ext cx="439097" cy="439097"/>
        </a:xfrm>
        <a:prstGeom prst="pie">
          <a:avLst>
            <a:gd name="adj1" fmla="val 9720000"/>
            <a:gd name="adj2" fmla="val 1620000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w="9525" cap="flat" cmpd="sng" algn="ctr">
          <a:solidFill>
            <a:schemeClr val="accent4">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36836FCA-A2BB-4DDD-83AB-23EFB1A998BF}">
      <dsp:nvSpPr>
        <dsp:cNvPr id="0" name=""/>
        <dsp:cNvSpPr/>
      </dsp:nvSpPr>
      <dsp:spPr>
        <a:xfrm rot="16200000">
          <a:off x="2691821" y="2270212"/>
          <a:ext cx="1591726" cy="3293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r" defTabSz="1022350">
            <a:lnSpc>
              <a:spcPct val="90000"/>
            </a:lnSpc>
            <a:spcBef>
              <a:spcPct val="0"/>
            </a:spcBef>
            <a:spcAft>
              <a:spcPct val="35000"/>
            </a:spcAft>
            <a:buNone/>
          </a:pPr>
          <a:r>
            <a:rPr lang="en-US" sz="2300" kern="1200" dirty="0"/>
            <a:t>Lorem Ipsum</a:t>
          </a:r>
        </a:p>
      </dsp:txBody>
      <dsp:txXfrm>
        <a:off x="2691821" y="2270212"/>
        <a:ext cx="1591726" cy="329322"/>
      </dsp:txXfrm>
    </dsp:sp>
    <dsp:sp modelId="{F70345C1-6E3A-4DBC-A3A5-5BBB33073453}">
      <dsp:nvSpPr>
        <dsp:cNvPr id="0" name=""/>
        <dsp:cNvSpPr/>
      </dsp:nvSpPr>
      <dsp:spPr>
        <a:xfrm>
          <a:off x="3707233" y="1035252"/>
          <a:ext cx="1097742" cy="21954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90000"/>
            </a:lnSpc>
            <a:spcBef>
              <a:spcPct val="0"/>
            </a:spcBef>
            <a:spcAft>
              <a:spcPct val="35000"/>
            </a:spcAft>
            <a:buNone/>
          </a:pPr>
          <a:r>
            <a:rPr lang="en-US" sz="1800" kern="1200" dirty="0"/>
            <a:t>Some text here</a:t>
          </a:r>
        </a:p>
        <a:p>
          <a:pPr marL="0" lvl="0" indent="0" algn="l" defTabSz="800100">
            <a:lnSpc>
              <a:spcPct val="90000"/>
            </a:lnSpc>
            <a:spcBef>
              <a:spcPct val="0"/>
            </a:spcBef>
            <a:spcAft>
              <a:spcPct val="35000"/>
            </a:spcAft>
            <a:buNone/>
          </a:pPr>
          <a:r>
            <a:rPr lang="en-US" sz="1800" kern="1200" dirty="0"/>
            <a:t>Some text here</a:t>
          </a:r>
        </a:p>
      </dsp:txBody>
      <dsp:txXfrm>
        <a:off x="3707233" y="1035252"/>
        <a:ext cx="1097742" cy="2195485"/>
      </dsp:txXfrm>
    </dsp:sp>
    <dsp:sp modelId="{9D556EF3-F325-4108-8E1D-3E147A0FC377}">
      <dsp:nvSpPr>
        <dsp:cNvPr id="0" name=""/>
        <dsp:cNvSpPr/>
      </dsp:nvSpPr>
      <dsp:spPr>
        <a:xfrm>
          <a:off x="4982756" y="1035252"/>
          <a:ext cx="548871" cy="548871"/>
        </a:xfrm>
        <a:prstGeom prst="chord">
          <a:avLst>
            <a:gd name="adj1" fmla="val 4800000"/>
            <a:gd name="adj2" fmla="val 16800000"/>
          </a:avLst>
        </a:prstGeom>
        <a:solidFill>
          <a:schemeClr val="accent2">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2B5A36C8-1B26-4A40-B283-95B35E503A96}">
      <dsp:nvSpPr>
        <dsp:cNvPr id="0" name=""/>
        <dsp:cNvSpPr/>
      </dsp:nvSpPr>
      <dsp:spPr>
        <a:xfrm>
          <a:off x="5037643" y="1090139"/>
          <a:ext cx="439097" cy="439097"/>
        </a:xfrm>
        <a:prstGeom prst="pie">
          <a:avLst>
            <a:gd name="adj1" fmla="val 7560000"/>
            <a:gd name="adj2" fmla="val 1620000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w="9525" cap="flat" cmpd="sng" algn="ctr">
          <a:solidFill>
            <a:schemeClr val="accent5">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210EB8E4-3649-43CA-AEAB-D673B507D88F}">
      <dsp:nvSpPr>
        <dsp:cNvPr id="0" name=""/>
        <dsp:cNvSpPr/>
      </dsp:nvSpPr>
      <dsp:spPr>
        <a:xfrm rot="16200000">
          <a:off x="4351554" y="2270212"/>
          <a:ext cx="1591726" cy="3293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r" defTabSz="1022350">
            <a:lnSpc>
              <a:spcPct val="90000"/>
            </a:lnSpc>
            <a:spcBef>
              <a:spcPct val="0"/>
            </a:spcBef>
            <a:spcAft>
              <a:spcPct val="35000"/>
            </a:spcAft>
            <a:buNone/>
          </a:pPr>
          <a:r>
            <a:rPr lang="en-US" sz="2300" kern="1200" dirty="0"/>
            <a:t>Lorem Ipsum</a:t>
          </a:r>
        </a:p>
      </dsp:txBody>
      <dsp:txXfrm>
        <a:off x="4351554" y="2270212"/>
        <a:ext cx="1591726" cy="329322"/>
      </dsp:txXfrm>
    </dsp:sp>
    <dsp:sp modelId="{94CC67AE-CA4B-426C-B0CF-E2685CBDDB95}">
      <dsp:nvSpPr>
        <dsp:cNvPr id="0" name=""/>
        <dsp:cNvSpPr/>
      </dsp:nvSpPr>
      <dsp:spPr>
        <a:xfrm>
          <a:off x="5366966" y="1035252"/>
          <a:ext cx="1097742" cy="21954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90000"/>
            </a:lnSpc>
            <a:spcBef>
              <a:spcPct val="0"/>
            </a:spcBef>
            <a:spcAft>
              <a:spcPct val="35000"/>
            </a:spcAft>
            <a:buNone/>
          </a:pPr>
          <a:r>
            <a:rPr lang="en-US" sz="1800" kern="1200" dirty="0"/>
            <a:t>Some text here</a:t>
          </a:r>
        </a:p>
        <a:p>
          <a:pPr marL="0" lvl="0" indent="0" algn="l" defTabSz="800100">
            <a:lnSpc>
              <a:spcPct val="90000"/>
            </a:lnSpc>
            <a:spcBef>
              <a:spcPct val="0"/>
            </a:spcBef>
            <a:spcAft>
              <a:spcPct val="35000"/>
            </a:spcAft>
            <a:buNone/>
          </a:pPr>
          <a:r>
            <a:rPr lang="en-US" sz="1800" kern="1200" dirty="0"/>
            <a:t>Some text here</a:t>
          </a:r>
        </a:p>
      </dsp:txBody>
      <dsp:txXfrm>
        <a:off x="5366966" y="1035252"/>
        <a:ext cx="1097742" cy="2195485"/>
      </dsp:txXfrm>
    </dsp:sp>
    <dsp:sp modelId="{7C0E5526-7B87-493E-96A3-0543770C1F9C}">
      <dsp:nvSpPr>
        <dsp:cNvPr id="0" name=""/>
        <dsp:cNvSpPr/>
      </dsp:nvSpPr>
      <dsp:spPr>
        <a:xfrm>
          <a:off x="6642488" y="1035252"/>
          <a:ext cx="548871" cy="548871"/>
        </a:xfrm>
        <a:prstGeom prst="chord">
          <a:avLst>
            <a:gd name="adj1" fmla="val 4800000"/>
            <a:gd name="adj2" fmla="val 16800000"/>
          </a:avLst>
        </a:prstGeom>
        <a:solidFill>
          <a:schemeClr val="accent2">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BAEF92AD-7B9F-497B-BD44-77739E9D1F72}">
      <dsp:nvSpPr>
        <dsp:cNvPr id="0" name=""/>
        <dsp:cNvSpPr/>
      </dsp:nvSpPr>
      <dsp:spPr>
        <a:xfrm>
          <a:off x="6697376" y="1090139"/>
          <a:ext cx="439097" cy="439097"/>
        </a:xfrm>
        <a:prstGeom prst="pie">
          <a:avLst>
            <a:gd name="adj1" fmla="val 5400000"/>
            <a:gd name="adj2" fmla="val 16200000"/>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w="9525" cap="flat" cmpd="sng" algn="ctr">
          <a:solidFill>
            <a:schemeClr val="accent6">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5924FA43-3341-44F3-8170-B7D7B1EB3FB4}">
      <dsp:nvSpPr>
        <dsp:cNvPr id="0" name=""/>
        <dsp:cNvSpPr/>
      </dsp:nvSpPr>
      <dsp:spPr>
        <a:xfrm rot="16200000">
          <a:off x="6011287" y="2270212"/>
          <a:ext cx="1591726" cy="3293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r" defTabSz="1022350">
            <a:lnSpc>
              <a:spcPct val="90000"/>
            </a:lnSpc>
            <a:spcBef>
              <a:spcPct val="0"/>
            </a:spcBef>
            <a:spcAft>
              <a:spcPct val="35000"/>
            </a:spcAft>
            <a:buNone/>
          </a:pPr>
          <a:r>
            <a:rPr lang="en-US" sz="2300" kern="1200"/>
            <a:t>Lorem Ipsum</a:t>
          </a:r>
          <a:endParaRPr lang="en-US" sz="2300" kern="1200" dirty="0"/>
        </a:p>
      </dsp:txBody>
      <dsp:txXfrm>
        <a:off x="6011287" y="2270212"/>
        <a:ext cx="1591726" cy="329322"/>
      </dsp:txXfrm>
    </dsp:sp>
    <dsp:sp modelId="{69DA2315-58F2-406B-8F37-BBED3B4E6E36}">
      <dsp:nvSpPr>
        <dsp:cNvPr id="0" name=""/>
        <dsp:cNvSpPr/>
      </dsp:nvSpPr>
      <dsp:spPr>
        <a:xfrm>
          <a:off x="7026698" y="1035252"/>
          <a:ext cx="1097742" cy="21954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90000"/>
            </a:lnSpc>
            <a:spcBef>
              <a:spcPct val="0"/>
            </a:spcBef>
            <a:spcAft>
              <a:spcPct val="35000"/>
            </a:spcAft>
            <a:buNone/>
          </a:pPr>
          <a:r>
            <a:rPr lang="en-US" sz="1800" kern="1200" dirty="0"/>
            <a:t>Some text here</a:t>
          </a:r>
        </a:p>
        <a:p>
          <a:pPr marL="0" lvl="0" indent="0" algn="l" defTabSz="800100">
            <a:lnSpc>
              <a:spcPct val="90000"/>
            </a:lnSpc>
            <a:spcBef>
              <a:spcPct val="0"/>
            </a:spcBef>
            <a:spcAft>
              <a:spcPct val="35000"/>
            </a:spcAft>
            <a:buNone/>
          </a:pPr>
          <a:r>
            <a:rPr lang="en-US" sz="1800" kern="1200" dirty="0"/>
            <a:t>Some text here</a:t>
          </a:r>
        </a:p>
      </dsp:txBody>
      <dsp:txXfrm>
        <a:off x="7026698" y="1035252"/>
        <a:ext cx="1097742" cy="2195485"/>
      </dsp:txXfrm>
    </dsp:sp>
  </dsp:spTree>
</dsp:drawing>
</file>

<file path=ppt/diagrams/drawing5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9C6893-73B1-4A8C-A75D-FCBFED62213C}">
      <dsp:nvSpPr>
        <dsp:cNvPr id="0" name=""/>
        <dsp:cNvSpPr/>
      </dsp:nvSpPr>
      <dsp:spPr>
        <a:xfrm>
          <a:off x="609599" y="0"/>
          <a:ext cx="6908800" cy="4265990"/>
        </a:xfrm>
        <a:prstGeom prst="rightArrow">
          <a:avLst/>
        </a:prstGeom>
        <a:solidFill>
          <a:schemeClr val="accent2">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AA43B9AA-C9BB-431D-BE50-2D65E4605F0D}">
      <dsp:nvSpPr>
        <dsp:cNvPr id="0" name=""/>
        <dsp:cNvSpPr/>
      </dsp:nvSpPr>
      <dsp:spPr>
        <a:xfrm>
          <a:off x="390" y="1279796"/>
          <a:ext cx="1528129" cy="1706396"/>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t>Lorem Ipsum</a:t>
          </a:r>
        </a:p>
        <a:p>
          <a:pPr marL="114300" lvl="1" indent="-114300" algn="l" defTabSz="622300">
            <a:lnSpc>
              <a:spcPct val="90000"/>
            </a:lnSpc>
            <a:spcBef>
              <a:spcPct val="0"/>
            </a:spcBef>
            <a:spcAft>
              <a:spcPct val="15000"/>
            </a:spcAft>
            <a:buChar char="•"/>
          </a:pPr>
          <a:r>
            <a:rPr lang="en-US" sz="1400" kern="1200" dirty="0"/>
            <a:t>Some text here</a:t>
          </a:r>
        </a:p>
        <a:p>
          <a:pPr marL="114300" lvl="1" indent="-114300" algn="l" defTabSz="622300">
            <a:lnSpc>
              <a:spcPct val="90000"/>
            </a:lnSpc>
            <a:spcBef>
              <a:spcPct val="0"/>
            </a:spcBef>
            <a:spcAft>
              <a:spcPct val="15000"/>
            </a:spcAft>
            <a:buChar char="•"/>
          </a:pPr>
          <a:r>
            <a:rPr lang="en-US" sz="1400" kern="1200" dirty="0"/>
            <a:t>Some text here</a:t>
          </a:r>
        </a:p>
      </dsp:txBody>
      <dsp:txXfrm>
        <a:off x="74987" y="1354393"/>
        <a:ext cx="1378935" cy="1557202"/>
      </dsp:txXfrm>
    </dsp:sp>
    <dsp:sp modelId="{D114D26A-1DC5-49E3-AC2F-75D4A2A1961F}">
      <dsp:nvSpPr>
        <dsp:cNvPr id="0" name=""/>
        <dsp:cNvSpPr/>
      </dsp:nvSpPr>
      <dsp:spPr>
        <a:xfrm>
          <a:off x="1650162" y="1279796"/>
          <a:ext cx="1528129" cy="1706396"/>
        </a:xfrm>
        <a:prstGeom prst="round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t>Lorem Ipsum</a:t>
          </a:r>
        </a:p>
        <a:p>
          <a:pPr marL="114300" lvl="1" indent="-114300" algn="l" defTabSz="622300">
            <a:lnSpc>
              <a:spcPct val="90000"/>
            </a:lnSpc>
            <a:spcBef>
              <a:spcPct val="0"/>
            </a:spcBef>
            <a:spcAft>
              <a:spcPct val="15000"/>
            </a:spcAft>
            <a:buChar char="•"/>
          </a:pPr>
          <a:r>
            <a:rPr lang="en-US" sz="1400" kern="1200" dirty="0"/>
            <a:t>Some text here</a:t>
          </a:r>
        </a:p>
        <a:p>
          <a:pPr marL="114300" lvl="1" indent="-114300" algn="l" defTabSz="622300">
            <a:lnSpc>
              <a:spcPct val="90000"/>
            </a:lnSpc>
            <a:spcBef>
              <a:spcPct val="0"/>
            </a:spcBef>
            <a:spcAft>
              <a:spcPct val="15000"/>
            </a:spcAft>
            <a:buChar char="•"/>
          </a:pPr>
          <a:r>
            <a:rPr lang="en-US" sz="1400" kern="1200"/>
            <a:t>Some text here</a:t>
          </a:r>
          <a:endParaRPr lang="en-US" sz="1400" kern="1200" dirty="0"/>
        </a:p>
      </dsp:txBody>
      <dsp:txXfrm>
        <a:off x="1724759" y="1354393"/>
        <a:ext cx="1378935" cy="1557202"/>
      </dsp:txXfrm>
    </dsp:sp>
    <dsp:sp modelId="{BADF9EF9-60FA-4FE2-9899-60AFCED19BAE}">
      <dsp:nvSpPr>
        <dsp:cNvPr id="0" name=""/>
        <dsp:cNvSpPr/>
      </dsp:nvSpPr>
      <dsp:spPr>
        <a:xfrm>
          <a:off x="3299935" y="1279796"/>
          <a:ext cx="1528129" cy="1706396"/>
        </a:xfrm>
        <a:prstGeom prst="round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t>Lorem Ipsum</a:t>
          </a:r>
        </a:p>
        <a:p>
          <a:pPr marL="114300" lvl="1" indent="-114300" algn="l" defTabSz="622300">
            <a:lnSpc>
              <a:spcPct val="90000"/>
            </a:lnSpc>
            <a:spcBef>
              <a:spcPct val="0"/>
            </a:spcBef>
            <a:spcAft>
              <a:spcPct val="15000"/>
            </a:spcAft>
            <a:buChar char="•"/>
          </a:pPr>
          <a:r>
            <a:rPr lang="en-US" sz="1400" kern="1200" dirty="0"/>
            <a:t>Some text here</a:t>
          </a:r>
        </a:p>
        <a:p>
          <a:pPr marL="114300" lvl="1" indent="-114300" algn="l" defTabSz="622300">
            <a:lnSpc>
              <a:spcPct val="90000"/>
            </a:lnSpc>
            <a:spcBef>
              <a:spcPct val="0"/>
            </a:spcBef>
            <a:spcAft>
              <a:spcPct val="15000"/>
            </a:spcAft>
            <a:buChar char="•"/>
          </a:pPr>
          <a:r>
            <a:rPr lang="en-US" sz="1400" kern="1200" dirty="0"/>
            <a:t>Some text here</a:t>
          </a:r>
        </a:p>
      </dsp:txBody>
      <dsp:txXfrm>
        <a:off x="3374532" y="1354393"/>
        <a:ext cx="1378935" cy="1557202"/>
      </dsp:txXfrm>
    </dsp:sp>
    <dsp:sp modelId="{2FBA4CF5-2F2E-4875-9607-AC125841F1C6}">
      <dsp:nvSpPr>
        <dsp:cNvPr id="0" name=""/>
        <dsp:cNvSpPr/>
      </dsp:nvSpPr>
      <dsp:spPr>
        <a:xfrm>
          <a:off x="4949707" y="1279796"/>
          <a:ext cx="1528129" cy="1706396"/>
        </a:xfrm>
        <a:prstGeom prst="roundRect">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t>Lorem Ipsum</a:t>
          </a:r>
          <a:endParaRPr lang="en-US" sz="1800" kern="1200" dirty="0"/>
        </a:p>
        <a:p>
          <a:pPr marL="114300" lvl="1" indent="-114300" algn="l" defTabSz="622300">
            <a:lnSpc>
              <a:spcPct val="90000"/>
            </a:lnSpc>
            <a:spcBef>
              <a:spcPct val="0"/>
            </a:spcBef>
            <a:spcAft>
              <a:spcPct val="15000"/>
            </a:spcAft>
            <a:buChar char="•"/>
          </a:pPr>
          <a:r>
            <a:rPr lang="en-US" sz="1400" kern="1200" dirty="0"/>
            <a:t>Some text here</a:t>
          </a:r>
        </a:p>
        <a:p>
          <a:pPr marL="114300" lvl="1" indent="-114300" algn="l" defTabSz="622300">
            <a:lnSpc>
              <a:spcPct val="90000"/>
            </a:lnSpc>
            <a:spcBef>
              <a:spcPct val="0"/>
            </a:spcBef>
            <a:spcAft>
              <a:spcPct val="15000"/>
            </a:spcAft>
            <a:buChar char="•"/>
          </a:pPr>
          <a:r>
            <a:rPr lang="en-US" sz="1400" kern="1200" dirty="0"/>
            <a:t>Some text here</a:t>
          </a:r>
        </a:p>
      </dsp:txBody>
      <dsp:txXfrm>
        <a:off x="5024304" y="1354393"/>
        <a:ext cx="1378935" cy="1557202"/>
      </dsp:txXfrm>
    </dsp:sp>
    <dsp:sp modelId="{310BF1EF-12BE-460E-9688-B284BC252ED5}">
      <dsp:nvSpPr>
        <dsp:cNvPr id="0" name=""/>
        <dsp:cNvSpPr/>
      </dsp:nvSpPr>
      <dsp:spPr>
        <a:xfrm>
          <a:off x="6599479" y="1279796"/>
          <a:ext cx="1528129" cy="1706396"/>
        </a:xfrm>
        <a:prstGeom prst="roundRect">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t>Lorem Ipsum</a:t>
          </a:r>
          <a:endParaRPr lang="en-US" sz="1800" kern="1200" dirty="0"/>
        </a:p>
        <a:p>
          <a:pPr marL="114300" lvl="1" indent="-114300" algn="l" defTabSz="622300">
            <a:lnSpc>
              <a:spcPct val="90000"/>
            </a:lnSpc>
            <a:spcBef>
              <a:spcPct val="0"/>
            </a:spcBef>
            <a:spcAft>
              <a:spcPct val="15000"/>
            </a:spcAft>
            <a:buChar char="•"/>
          </a:pPr>
          <a:r>
            <a:rPr lang="en-US" sz="1400" kern="1200" dirty="0"/>
            <a:t>Some text here</a:t>
          </a:r>
        </a:p>
        <a:p>
          <a:pPr marL="114300" lvl="1" indent="-114300" algn="l" defTabSz="622300">
            <a:lnSpc>
              <a:spcPct val="90000"/>
            </a:lnSpc>
            <a:spcBef>
              <a:spcPct val="0"/>
            </a:spcBef>
            <a:spcAft>
              <a:spcPct val="15000"/>
            </a:spcAft>
            <a:buChar char="•"/>
          </a:pPr>
          <a:r>
            <a:rPr lang="en-US" sz="1400" kern="1200" dirty="0"/>
            <a:t>Some text here</a:t>
          </a:r>
        </a:p>
      </dsp:txBody>
      <dsp:txXfrm>
        <a:off x="6674076" y="1354393"/>
        <a:ext cx="1378935" cy="1557202"/>
      </dsp:txXfrm>
    </dsp:sp>
  </dsp:spTree>
</dsp:drawing>
</file>

<file path=ppt/diagrams/drawing5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C5BA5B-1C52-4A85-8546-EE2CDC608361}">
      <dsp:nvSpPr>
        <dsp:cNvPr id="0" name=""/>
        <dsp:cNvSpPr/>
      </dsp:nvSpPr>
      <dsp:spPr>
        <a:xfrm>
          <a:off x="435869" y="54198"/>
          <a:ext cx="7256261" cy="1055263"/>
        </a:xfrm>
        <a:prstGeom prst="rightArrow">
          <a:avLst>
            <a:gd name="adj1" fmla="val 50000"/>
            <a:gd name="adj2" fmla="val 5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254000" bIns="167523" numCol="1" spcCol="1270" anchor="ctr" anchorCtr="0">
          <a:noAutofit/>
        </a:bodyPr>
        <a:lstStyle/>
        <a:p>
          <a:pPr marL="0" lvl="0" indent="0" algn="l" defTabSz="844550">
            <a:lnSpc>
              <a:spcPct val="90000"/>
            </a:lnSpc>
            <a:spcBef>
              <a:spcPct val="0"/>
            </a:spcBef>
            <a:spcAft>
              <a:spcPct val="35000"/>
            </a:spcAft>
            <a:buNone/>
          </a:pPr>
          <a:r>
            <a:rPr lang="en-US" sz="1900" kern="1200" dirty="0"/>
            <a:t>Lorem Ipsum</a:t>
          </a:r>
        </a:p>
      </dsp:txBody>
      <dsp:txXfrm>
        <a:off x="435869" y="318014"/>
        <a:ext cx="6992445" cy="527631"/>
      </dsp:txXfrm>
    </dsp:sp>
    <dsp:sp modelId="{E410EE75-4F93-4AB6-93B3-C378A4B114F4}">
      <dsp:nvSpPr>
        <dsp:cNvPr id="0" name=""/>
        <dsp:cNvSpPr/>
      </dsp:nvSpPr>
      <dsp:spPr>
        <a:xfrm>
          <a:off x="435869" y="866596"/>
          <a:ext cx="1341102" cy="1937633"/>
        </a:xfrm>
        <a:prstGeom prst="rect">
          <a:avLst/>
        </a:prstGeom>
        <a:solidFill>
          <a:schemeClr val="lt1">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t>Some text here</a:t>
          </a:r>
        </a:p>
        <a:p>
          <a:pPr marL="0" lvl="0" indent="0" algn="l" defTabSz="800100">
            <a:lnSpc>
              <a:spcPct val="90000"/>
            </a:lnSpc>
            <a:spcBef>
              <a:spcPct val="0"/>
            </a:spcBef>
            <a:spcAft>
              <a:spcPct val="35000"/>
            </a:spcAft>
            <a:buNone/>
          </a:pPr>
          <a:r>
            <a:rPr lang="en-US" sz="1800" kern="1200" dirty="0"/>
            <a:t>Some text here</a:t>
          </a:r>
        </a:p>
        <a:p>
          <a:pPr marL="0" lvl="0" indent="0" algn="l" defTabSz="800100">
            <a:lnSpc>
              <a:spcPct val="90000"/>
            </a:lnSpc>
            <a:spcBef>
              <a:spcPct val="0"/>
            </a:spcBef>
            <a:spcAft>
              <a:spcPct val="35000"/>
            </a:spcAft>
            <a:buNone/>
          </a:pPr>
          <a:r>
            <a:rPr lang="en-US" sz="1800" kern="1200"/>
            <a:t>Some text here</a:t>
          </a:r>
          <a:endParaRPr lang="en-US" sz="1800" kern="1200" dirty="0"/>
        </a:p>
      </dsp:txBody>
      <dsp:txXfrm>
        <a:off x="435869" y="866596"/>
        <a:ext cx="1341102" cy="1937633"/>
      </dsp:txXfrm>
    </dsp:sp>
    <dsp:sp modelId="{225B60AA-2F38-4A13-82D3-1CC53C978A5C}">
      <dsp:nvSpPr>
        <dsp:cNvPr id="0" name=""/>
        <dsp:cNvSpPr/>
      </dsp:nvSpPr>
      <dsp:spPr>
        <a:xfrm>
          <a:off x="1776826" y="406088"/>
          <a:ext cx="5915304" cy="1055263"/>
        </a:xfrm>
        <a:prstGeom prst="rightArrow">
          <a:avLst>
            <a:gd name="adj1" fmla="val 50000"/>
            <a:gd name="adj2" fmla="val 5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254000" bIns="167523" numCol="1" spcCol="1270" anchor="ctr" anchorCtr="0">
          <a:noAutofit/>
        </a:bodyPr>
        <a:lstStyle/>
        <a:p>
          <a:pPr marL="0" lvl="0" indent="0" algn="l" defTabSz="844550">
            <a:lnSpc>
              <a:spcPct val="90000"/>
            </a:lnSpc>
            <a:spcBef>
              <a:spcPct val="0"/>
            </a:spcBef>
            <a:spcAft>
              <a:spcPct val="35000"/>
            </a:spcAft>
            <a:buNone/>
          </a:pPr>
          <a:r>
            <a:rPr lang="en-US" sz="1900" kern="1200" dirty="0"/>
            <a:t>Lorem Ipsum</a:t>
          </a:r>
        </a:p>
      </dsp:txBody>
      <dsp:txXfrm>
        <a:off x="1776826" y="669904"/>
        <a:ext cx="5651488" cy="527631"/>
      </dsp:txXfrm>
    </dsp:sp>
    <dsp:sp modelId="{1F0D8777-6013-4519-B6A7-B38404A69CF5}">
      <dsp:nvSpPr>
        <dsp:cNvPr id="0" name=""/>
        <dsp:cNvSpPr/>
      </dsp:nvSpPr>
      <dsp:spPr>
        <a:xfrm>
          <a:off x="1776826" y="1218487"/>
          <a:ext cx="1341102" cy="1937633"/>
        </a:xfrm>
        <a:prstGeom prst="rect">
          <a:avLst/>
        </a:prstGeom>
        <a:solidFill>
          <a:schemeClr val="lt1">
            <a:hueOff val="0"/>
            <a:satOff val="0"/>
            <a:lumOff val="0"/>
            <a:alphaOff val="0"/>
          </a:schemeClr>
        </a:solidFill>
        <a:ln w="9525" cap="flat" cmpd="sng" algn="ctr">
          <a:solidFill>
            <a:schemeClr val="accent3">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t>Some text here</a:t>
          </a:r>
        </a:p>
        <a:p>
          <a:pPr marL="0" lvl="0" indent="0" algn="l" defTabSz="800100">
            <a:lnSpc>
              <a:spcPct val="90000"/>
            </a:lnSpc>
            <a:spcBef>
              <a:spcPct val="0"/>
            </a:spcBef>
            <a:spcAft>
              <a:spcPct val="35000"/>
            </a:spcAft>
            <a:buNone/>
          </a:pPr>
          <a:r>
            <a:rPr lang="en-US" sz="1800" kern="1200"/>
            <a:t>Some text here</a:t>
          </a:r>
          <a:endParaRPr lang="en-US" sz="1800" kern="1200" dirty="0"/>
        </a:p>
      </dsp:txBody>
      <dsp:txXfrm>
        <a:off x="1776826" y="1218487"/>
        <a:ext cx="1341102" cy="1937633"/>
      </dsp:txXfrm>
    </dsp:sp>
    <dsp:sp modelId="{48768FF4-286F-4F92-86A2-53AD2D1FCE40}">
      <dsp:nvSpPr>
        <dsp:cNvPr id="0" name=""/>
        <dsp:cNvSpPr/>
      </dsp:nvSpPr>
      <dsp:spPr>
        <a:xfrm>
          <a:off x="3117783" y="757978"/>
          <a:ext cx="4574347" cy="1055263"/>
        </a:xfrm>
        <a:prstGeom prst="rightArrow">
          <a:avLst>
            <a:gd name="adj1" fmla="val 50000"/>
            <a:gd name="adj2" fmla="val 5000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254000" bIns="167523" numCol="1" spcCol="1270" anchor="ctr" anchorCtr="0">
          <a:noAutofit/>
        </a:bodyPr>
        <a:lstStyle/>
        <a:p>
          <a:pPr marL="0" lvl="0" indent="0" algn="l" defTabSz="844550">
            <a:lnSpc>
              <a:spcPct val="90000"/>
            </a:lnSpc>
            <a:spcBef>
              <a:spcPct val="0"/>
            </a:spcBef>
            <a:spcAft>
              <a:spcPct val="35000"/>
            </a:spcAft>
            <a:buNone/>
          </a:pPr>
          <a:r>
            <a:rPr lang="en-US" sz="1900" kern="1200" dirty="0"/>
            <a:t>Lorem Ipsum</a:t>
          </a:r>
        </a:p>
      </dsp:txBody>
      <dsp:txXfrm>
        <a:off x="3117783" y="1021794"/>
        <a:ext cx="4310531" cy="527631"/>
      </dsp:txXfrm>
    </dsp:sp>
    <dsp:sp modelId="{434A8E86-C547-4922-903B-AE3F3AC7A04C}">
      <dsp:nvSpPr>
        <dsp:cNvPr id="0" name=""/>
        <dsp:cNvSpPr/>
      </dsp:nvSpPr>
      <dsp:spPr>
        <a:xfrm>
          <a:off x="3117783" y="1570377"/>
          <a:ext cx="1341102" cy="1937633"/>
        </a:xfrm>
        <a:prstGeom prst="rect">
          <a:avLst/>
        </a:prstGeom>
        <a:solidFill>
          <a:schemeClr val="lt1">
            <a:hueOff val="0"/>
            <a:satOff val="0"/>
            <a:lumOff val="0"/>
            <a:alphaOff val="0"/>
          </a:schemeClr>
        </a:solidFill>
        <a:ln w="9525" cap="flat" cmpd="sng" algn="ctr">
          <a:solidFill>
            <a:schemeClr val="accent4">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t>Some text here</a:t>
          </a:r>
        </a:p>
        <a:p>
          <a:pPr marL="0" lvl="0" indent="0" algn="l" defTabSz="800100">
            <a:lnSpc>
              <a:spcPct val="90000"/>
            </a:lnSpc>
            <a:spcBef>
              <a:spcPct val="0"/>
            </a:spcBef>
            <a:spcAft>
              <a:spcPct val="35000"/>
            </a:spcAft>
            <a:buNone/>
          </a:pPr>
          <a:r>
            <a:rPr lang="en-US" sz="1800" kern="1200" dirty="0"/>
            <a:t>Some text here</a:t>
          </a:r>
        </a:p>
      </dsp:txBody>
      <dsp:txXfrm>
        <a:off x="3117783" y="1570377"/>
        <a:ext cx="1341102" cy="1937633"/>
      </dsp:txXfrm>
    </dsp:sp>
    <dsp:sp modelId="{1F8017E5-81A7-4923-82DB-3E3921F16FA8}">
      <dsp:nvSpPr>
        <dsp:cNvPr id="0" name=""/>
        <dsp:cNvSpPr/>
      </dsp:nvSpPr>
      <dsp:spPr>
        <a:xfrm>
          <a:off x="4459466" y="1109868"/>
          <a:ext cx="3232664" cy="1055263"/>
        </a:xfrm>
        <a:prstGeom prst="rightArrow">
          <a:avLst>
            <a:gd name="adj1" fmla="val 50000"/>
            <a:gd name="adj2" fmla="val 5000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254000" bIns="167523" numCol="1" spcCol="1270" anchor="ctr" anchorCtr="0">
          <a:noAutofit/>
        </a:bodyPr>
        <a:lstStyle/>
        <a:p>
          <a:pPr marL="0" lvl="0" indent="0" algn="l" defTabSz="844550">
            <a:lnSpc>
              <a:spcPct val="90000"/>
            </a:lnSpc>
            <a:spcBef>
              <a:spcPct val="0"/>
            </a:spcBef>
            <a:spcAft>
              <a:spcPct val="35000"/>
            </a:spcAft>
            <a:buNone/>
          </a:pPr>
          <a:r>
            <a:rPr lang="en-US" sz="1900" kern="1200"/>
            <a:t>Lorem Ipsum</a:t>
          </a:r>
          <a:endParaRPr lang="en-US" sz="1900" kern="1200" dirty="0"/>
        </a:p>
      </dsp:txBody>
      <dsp:txXfrm>
        <a:off x="4459466" y="1373684"/>
        <a:ext cx="2968848" cy="527631"/>
      </dsp:txXfrm>
    </dsp:sp>
    <dsp:sp modelId="{CF3E6AC7-87F5-4F0F-A513-10FC8B62959B}">
      <dsp:nvSpPr>
        <dsp:cNvPr id="0" name=""/>
        <dsp:cNvSpPr/>
      </dsp:nvSpPr>
      <dsp:spPr>
        <a:xfrm>
          <a:off x="4459466" y="1922267"/>
          <a:ext cx="1341102" cy="1937633"/>
        </a:xfrm>
        <a:prstGeom prst="rect">
          <a:avLst/>
        </a:prstGeom>
        <a:solidFill>
          <a:schemeClr val="lt1">
            <a:hueOff val="0"/>
            <a:satOff val="0"/>
            <a:lumOff val="0"/>
            <a:alphaOff val="0"/>
          </a:schemeClr>
        </a:solidFill>
        <a:ln w="9525" cap="flat" cmpd="sng" algn="ctr">
          <a:solidFill>
            <a:schemeClr val="accent5">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t>Some text here</a:t>
          </a:r>
        </a:p>
        <a:p>
          <a:pPr marL="0" lvl="0" indent="0" algn="l" defTabSz="800100">
            <a:lnSpc>
              <a:spcPct val="90000"/>
            </a:lnSpc>
            <a:spcBef>
              <a:spcPct val="0"/>
            </a:spcBef>
            <a:spcAft>
              <a:spcPct val="35000"/>
            </a:spcAft>
            <a:buNone/>
          </a:pPr>
          <a:r>
            <a:rPr lang="en-US" sz="1800" kern="1200" dirty="0"/>
            <a:t>Some text here</a:t>
          </a:r>
        </a:p>
        <a:p>
          <a:pPr marL="0" lvl="0" indent="0" algn="l" defTabSz="800100">
            <a:lnSpc>
              <a:spcPct val="90000"/>
            </a:lnSpc>
            <a:spcBef>
              <a:spcPct val="0"/>
            </a:spcBef>
            <a:spcAft>
              <a:spcPct val="35000"/>
            </a:spcAft>
            <a:buNone/>
          </a:pPr>
          <a:r>
            <a:rPr lang="en-US" sz="1800" kern="1200"/>
            <a:t>Some text here</a:t>
          </a:r>
          <a:endParaRPr lang="en-US" sz="1800" kern="1200" dirty="0"/>
        </a:p>
      </dsp:txBody>
      <dsp:txXfrm>
        <a:off x="4459466" y="1922267"/>
        <a:ext cx="1341102" cy="1937633"/>
      </dsp:txXfrm>
    </dsp:sp>
    <dsp:sp modelId="{101A4B59-0158-4CE7-BDC0-951A98339C41}">
      <dsp:nvSpPr>
        <dsp:cNvPr id="0" name=""/>
        <dsp:cNvSpPr/>
      </dsp:nvSpPr>
      <dsp:spPr>
        <a:xfrm>
          <a:off x="5800423" y="1461759"/>
          <a:ext cx="1891707" cy="1055263"/>
        </a:xfrm>
        <a:prstGeom prst="rightArrow">
          <a:avLst>
            <a:gd name="adj1" fmla="val 50000"/>
            <a:gd name="adj2" fmla="val 50000"/>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254000" bIns="167523" numCol="1" spcCol="1270" anchor="ctr" anchorCtr="0">
          <a:noAutofit/>
        </a:bodyPr>
        <a:lstStyle/>
        <a:p>
          <a:pPr marL="0" lvl="0" indent="0" algn="l" defTabSz="844550">
            <a:lnSpc>
              <a:spcPct val="90000"/>
            </a:lnSpc>
            <a:spcBef>
              <a:spcPct val="0"/>
            </a:spcBef>
            <a:spcAft>
              <a:spcPct val="35000"/>
            </a:spcAft>
            <a:buNone/>
          </a:pPr>
          <a:r>
            <a:rPr lang="en-US" sz="1900" kern="1200"/>
            <a:t>Lorem Ipsum</a:t>
          </a:r>
          <a:endParaRPr lang="en-US" sz="1900" kern="1200" dirty="0"/>
        </a:p>
      </dsp:txBody>
      <dsp:txXfrm>
        <a:off x="5800423" y="1725575"/>
        <a:ext cx="1627891" cy="527631"/>
      </dsp:txXfrm>
    </dsp:sp>
    <dsp:sp modelId="{FD7D3EB5-9871-4298-B05B-3D5633475BF8}">
      <dsp:nvSpPr>
        <dsp:cNvPr id="0" name=""/>
        <dsp:cNvSpPr/>
      </dsp:nvSpPr>
      <dsp:spPr>
        <a:xfrm>
          <a:off x="5800423" y="2274157"/>
          <a:ext cx="1341102" cy="1937633"/>
        </a:xfrm>
        <a:prstGeom prst="rect">
          <a:avLst/>
        </a:prstGeom>
        <a:solidFill>
          <a:schemeClr val="lt1">
            <a:hueOff val="0"/>
            <a:satOff val="0"/>
            <a:lumOff val="0"/>
            <a:alphaOff val="0"/>
          </a:schemeClr>
        </a:solidFill>
        <a:ln w="9525" cap="flat"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t>Some text here</a:t>
          </a:r>
        </a:p>
        <a:p>
          <a:pPr marL="0" lvl="0" indent="0" algn="l" defTabSz="800100">
            <a:lnSpc>
              <a:spcPct val="90000"/>
            </a:lnSpc>
            <a:spcBef>
              <a:spcPct val="0"/>
            </a:spcBef>
            <a:spcAft>
              <a:spcPct val="35000"/>
            </a:spcAft>
            <a:buNone/>
          </a:pPr>
          <a:r>
            <a:rPr lang="en-US" sz="1800" kern="1200" dirty="0"/>
            <a:t>Some text here</a:t>
          </a:r>
        </a:p>
      </dsp:txBody>
      <dsp:txXfrm>
        <a:off x="5800423" y="2274157"/>
        <a:ext cx="1341102" cy="1937633"/>
      </dsp:txXfrm>
    </dsp:sp>
  </dsp:spTree>
</dsp:drawing>
</file>

<file path=ppt/diagrams/drawing5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AACA48-5B9E-4455-BF27-25132BD444EC}">
      <dsp:nvSpPr>
        <dsp:cNvPr id="0" name=""/>
        <dsp:cNvSpPr/>
      </dsp:nvSpPr>
      <dsp:spPr>
        <a:xfrm>
          <a:off x="6077984" y="853198"/>
          <a:ext cx="1343775" cy="3412792"/>
        </a:xfrm>
        <a:prstGeom prst="wedgeRectCallout">
          <a:avLst>
            <a:gd name="adj1" fmla="val 0"/>
            <a:gd name="adj2" fmla="val 0"/>
          </a:avLst>
        </a:prstGeom>
        <a:solidFill>
          <a:schemeClr val="accent1">
            <a:tint val="5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txBody>
        <a:bodyPr spcFirstLastPara="0" vert="horz" wrap="square" lIns="57150" tIns="57150" rIns="57150" bIns="57150" numCol="1" spcCol="1270" anchor="t" anchorCtr="0">
          <a:noAutofit/>
        </a:bodyPr>
        <a:lstStyle/>
        <a:p>
          <a:pPr marL="0" lvl="0" indent="0" algn="r" defTabSz="800100">
            <a:lnSpc>
              <a:spcPct val="90000"/>
            </a:lnSpc>
            <a:spcBef>
              <a:spcPct val="0"/>
            </a:spcBef>
            <a:spcAft>
              <a:spcPct val="35000"/>
            </a:spcAft>
            <a:buNone/>
          </a:pPr>
          <a:r>
            <a:rPr lang="en-US" sz="1800" kern="1200" dirty="0"/>
            <a:t>Some text here</a:t>
          </a:r>
        </a:p>
        <a:p>
          <a:pPr marL="0" lvl="0" indent="0" algn="r" defTabSz="800100">
            <a:lnSpc>
              <a:spcPct val="90000"/>
            </a:lnSpc>
            <a:spcBef>
              <a:spcPct val="0"/>
            </a:spcBef>
            <a:spcAft>
              <a:spcPct val="35000"/>
            </a:spcAft>
            <a:buNone/>
          </a:pPr>
          <a:r>
            <a:rPr lang="en-US" sz="1800" kern="1200" dirty="0"/>
            <a:t>Some text here</a:t>
          </a:r>
        </a:p>
        <a:p>
          <a:pPr marL="0" lvl="0" indent="0" algn="r" defTabSz="800100">
            <a:lnSpc>
              <a:spcPct val="90000"/>
            </a:lnSpc>
            <a:spcBef>
              <a:spcPct val="0"/>
            </a:spcBef>
            <a:spcAft>
              <a:spcPct val="35000"/>
            </a:spcAft>
            <a:buNone/>
          </a:pPr>
          <a:r>
            <a:rPr lang="en-US" sz="1800" kern="1200" dirty="0"/>
            <a:t>Some text here</a:t>
          </a:r>
        </a:p>
        <a:p>
          <a:pPr marL="0" lvl="0" indent="0" algn="r" defTabSz="800100">
            <a:lnSpc>
              <a:spcPct val="90000"/>
            </a:lnSpc>
            <a:spcBef>
              <a:spcPct val="0"/>
            </a:spcBef>
            <a:spcAft>
              <a:spcPct val="35000"/>
            </a:spcAft>
            <a:buNone/>
          </a:pPr>
          <a:r>
            <a:rPr lang="en-US" sz="1800" kern="1200" dirty="0"/>
            <a:t>Some text here</a:t>
          </a:r>
        </a:p>
      </dsp:txBody>
      <dsp:txXfrm>
        <a:off x="6248559" y="853198"/>
        <a:ext cx="1173201" cy="3412792"/>
      </dsp:txXfrm>
    </dsp:sp>
    <dsp:sp modelId="{7E216651-E673-4011-80B0-6265786EFB08}">
      <dsp:nvSpPr>
        <dsp:cNvPr id="0" name=""/>
        <dsp:cNvSpPr/>
      </dsp:nvSpPr>
      <dsp:spPr>
        <a:xfrm>
          <a:off x="6077984" y="0"/>
          <a:ext cx="1343775" cy="853198"/>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800100">
            <a:lnSpc>
              <a:spcPct val="90000"/>
            </a:lnSpc>
            <a:spcBef>
              <a:spcPct val="0"/>
            </a:spcBef>
            <a:spcAft>
              <a:spcPct val="35000"/>
            </a:spcAft>
            <a:buNone/>
          </a:pPr>
          <a:r>
            <a:rPr lang="en-US" sz="1800" kern="1200"/>
            <a:t>Lorem Ipsum</a:t>
          </a:r>
          <a:endParaRPr lang="en-US" sz="1800" kern="1200" dirty="0"/>
        </a:p>
      </dsp:txBody>
      <dsp:txXfrm>
        <a:off x="6077984" y="0"/>
        <a:ext cx="1343775" cy="853198"/>
      </dsp:txXfrm>
    </dsp:sp>
    <dsp:sp modelId="{EA2DC2B4-0A0A-40A5-9A7C-78BD2C93513A}">
      <dsp:nvSpPr>
        <dsp:cNvPr id="0" name=""/>
        <dsp:cNvSpPr/>
      </dsp:nvSpPr>
      <dsp:spPr>
        <a:xfrm>
          <a:off x="4737566" y="853198"/>
          <a:ext cx="1343775" cy="3199492"/>
        </a:xfrm>
        <a:prstGeom prst="wedgeRectCallout">
          <a:avLst>
            <a:gd name="adj1" fmla="val 62500"/>
            <a:gd name="adj2" fmla="val 20830"/>
          </a:avLst>
        </a:prstGeom>
        <a:solidFill>
          <a:schemeClr val="accent1">
            <a:tint val="50000"/>
            <a:hueOff val="-801023"/>
            <a:satOff val="-3319"/>
            <a:lumOff val="2853"/>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txBody>
        <a:bodyPr spcFirstLastPara="0" vert="horz" wrap="square" lIns="57150" tIns="57150" rIns="57150" bIns="57150" numCol="1" spcCol="1270" anchor="t" anchorCtr="0">
          <a:noAutofit/>
        </a:bodyPr>
        <a:lstStyle/>
        <a:p>
          <a:pPr marL="0" lvl="0" indent="0" algn="r" defTabSz="800100">
            <a:lnSpc>
              <a:spcPct val="90000"/>
            </a:lnSpc>
            <a:spcBef>
              <a:spcPct val="0"/>
            </a:spcBef>
            <a:spcAft>
              <a:spcPct val="35000"/>
            </a:spcAft>
            <a:buNone/>
          </a:pPr>
          <a:r>
            <a:rPr lang="en-US" sz="1800" kern="1200" dirty="0"/>
            <a:t>Some text here</a:t>
          </a:r>
        </a:p>
        <a:p>
          <a:pPr marL="0" lvl="0" indent="0" algn="r" defTabSz="800100">
            <a:lnSpc>
              <a:spcPct val="90000"/>
            </a:lnSpc>
            <a:spcBef>
              <a:spcPct val="0"/>
            </a:spcBef>
            <a:spcAft>
              <a:spcPct val="35000"/>
            </a:spcAft>
            <a:buNone/>
          </a:pPr>
          <a:r>
            <a:rPr lang="en-US" sz="1800" kern="1200" dirty="0"/>
            <a:t>Some text here</a:t>
          </a:r>
        </a:p>
        <a:p>
          <a:pPr marL="0" lvl="0" indent="0" algn="r" defTabSz="800100">
            <a:lnSpc>
              <a:spcPct val="90000"/>
            </a:lnSpc>
            <a:spcBef>
              <a:spcPct val="0"/>
            </a:spcBef>
            <a:spcAft>
              <a:spcPct val="35000"/>
            </a:spcAft>
            <a:buNone/>
          </a:pPr>
          <a:r>
            <a:rPr lang="en-US" sz="1800" kern="1200" dirty="0"/>
            <a:t>Some text here</a:t>
          </a:r>
        </a:p>
        <a:p>
          <a:pPr marL="0" lvl="0" indent="0" algn="r" defTabSz="800100">
            <a:lnSpc>
              <a:spcPct val="90000"/>
            </a:lnSpc>
            <a:spcBef>
              <a:spcPct val="0"/>
            </a:spcBef>
            <a:spcAft>
              <a:spcPct val="35000"/>
            </a:spcAft>
            <a:buNone/>
          </a:pPr>
          <a:r>
            <a:rPr lang="en-US" sz="1800" kern="1200" dirty="0"/>
            <a:t>Some text here</a:t>
          </a:r>
        </a:p>
      </dsp:txBody>
      <dsp:txXfrm>
        <a:off x="4908141" y="853198"/>
        <a:ext cx="1173201" cy="3199492"/>
      </dsp:txXfrm>
    </dsp:sp>
    <dsp:sp modelId="{E92B9ED6-F4A3-49E9-980A-D39981F8182B}">
      <dsp:nvSpPr>
        <dsp:cNvPr id="0" name=""/>
        <dsp:cNvSpPr/>
      </dsp:nvSpPr>
      <dsp:spPr>
        <a:xfrm>
          <a:off x="4737566" y="106649"/>
          <a:ext cx="1343775" cy="746548"/>
        </a:xfrm>
        <a:prstGeom prst="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800100">
            <a:lnSpc>
              <a:spcPct val="90000"/>
            </a:lnSpc>
            <a:spcBef>
              <a:spcPct val="0"/>
            </a:spcBef>
            <a:spcAft>
              <a:spcPct val="35000"/>
            </a:spcAft>
            <a:buNone/>
          </a:pPr>
          <a:r>
            <a:rPr lang="en-US" sz="1800" kern="1200"/>
            <a:t>Lorem Ipsum</a:t>
          </a:r>
          <a:endParaRPr lang="en-US" sz="1800" kern="1200" dirty="0"/>
        </a:p>
      </dsp:txBody>
      <dsp:txXfrm>
        <a:off x="4737566" y="106649"/>
        <a:ext cx="1343775" cy="746548"/>
      </dsp:txXfrm>
    </dsp:sp>
    <dsp:sp modelId="{6EBB87B2-96A1-46C4-AFA1-400CBC961F99}">
      <dsp:nvSpPr>
        <dsp:cNvPr id="0" name=""/>
        <dsp:cNvSpPr/>
      </dsp:nvSpPr>
      <dsp:spPr>
        <a:xfrm>
          <a:off x="3393790" y="853198"/>
          <a:ext cx="1343775" cy="2986193"/>
        </a:xfrm>
        <a:prstGeom prst="wedgeRectCallout">
          <a:avLst>
            <a:gd name="adj1" fmla="val 62500"/>
            <a:gd name="adj2" fmla="val 20830"/>
          </a:avLst>
        </a:prstGeom>
        <a:solidFill>
          <a:schemeClr val="accent1">
            <a:tint val="50000"/>
            <a:hueOff val="-1602046"/>
            <a:satOff val="-6637"/>
            <a:lumOff val="5706"/>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txBody>
        <a:bodyPr spcFirstLastPara="0" vert="horz" wrap="square" lIns="57150" tIns="57150" rIns="57150" bIns="57150" numCol="1" spcCol="1270" anchor="t" anchorCtr="0">
          <a:noAutofit/>
        </a:bodyPr>
        <a:lstStyle/>
        <a:p>
          <a:pPr marL="0" lvl="0" indent="0" algn="r" defTabSz="800100">
            <a:lnSpc>
              <a:spcPct val="90000"/>
            </a:lnSpc>
            <a:spcBef>
              <a:spcPct val="0"/>
            </a:spcBef>
            <a:spcAft>
              <a:spcPct val="35000"/>
            </a:spcAft>
            <a:buNone/>
          </a:pPr>
          <a:r>
            <a:rPr lang="en-US" sz="1800" kern="1200" dirty="0"/>
            <a:t>Some text here</a:t>
          </a:r>
        </a:p>
        <a:p>
          <a:pPr marL="0" lvl="0" indent="0" algn="r" defTabSz="800100">
            <a:lnSpc>
              <a:spcPct val="90000"/>
            </a:lnSpc>
            <a:spcBef>
              <a:spcPct val="0"/>
            </a:spcBef>
            <a:spcAft>
              <a:spcPct val="35000"/>
            </a:spcAft>
            <a:buNone/>
          </a:pPr>
          <a:r>
            <a:rPr lang="en-US" sz="1800" kern="1200" dirty="0"/>
            <a:t>Some text here</a:t>
          </a:r>
        </a:p>
        <a:p>
          <a:pPr marL="0" lvl="0" indent="0" algn="r" defTabSz="800100">
            <a:lnSpc>
              <a:spcPct val="90000"/>
            </a:lnSpc>
            <a:spcBef>
              <a:spcPct val="0"/>
            </a:spcBef>
            <a:spcAft>
              <a:spcPct val="35000"/>
            </a:spcAft>
            <a:buNone/>
          </a:pPr>
          <a:r>
            <a:rPr lang="en-US" sz="1800" kern="1200" dirty="0"/>
            <a:t>Some text here</a:t>
          </a:r>
        </a:p>
        <a:p>
          <a:pPr marL="0" lvl="0" indent="0" algn="r" defTabSz="800100">
            <a:lnSpc>
              <a:spcPct val="90000"/>
            </a:lnSpc>
            <a:spcBef>
              <a:spcPct val="0"/>
            </a:spcBef>
            <a:spcAft>
              <a:spcPct val="35000"/>
            </a:spcAft>
            <a:buNone/>
          </a:pPr>
          <a:r>
            <a:rPr lang="en-US" sz="1800" kern="1200" dirty="0"/>
            <a:t>Some text here</a:t>
          </a:r>
        </a:p>
      </dsp:txBody>
      <dsp:txXfrm>
        <a:off x="3564365" y="853198"/>
        <a:ext cx="1173201" cy="2986193"/>
      </dsp:txXfrm>
    </dsp:sp>
    <dsp:sp modelId="{4C029145-E8A7-4226-9AC0-4C7946CC73B5}">
      <dsp:nvSpPr>
        <dsp:cNvPr id="0" name=""/>
        <dsp:cNvSpPr/>
      </dsp:nvSpPr>
      <dsp:spPr>
        <a:xfrm>
          <a:off x="3393790" y="216712"/>
          <a:ext cx="1343775" cy="639898"/>
        </a:xfrm>
        <a:prstGeom prst="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800100">
            <a:lnSpc>
              <a:spcPct val="90000"/>
            </a:lnSpc>
            <a:spcBef>
              <a:spcPct val="0"/>
            </a:spcBef>
            <a:spcAft>
              <a:spcPct val="35000"/>
            </a:spcAft>
            <a:buNone/>
          </a:pPr>
          <a:r>
            <a:rPr lang="en-US" sz="1800" kern="1200"/>
            <a:t>Lorem Ipsum</a:t>
          </a:r>
          <a:endParaRPr lang="en-US" sz="1800" kern="1200" dirty="0"/>
        </a:p>
      </dsp:txBody>
      <dsp:txXfrm>
        <a:off x="3393790" y="216712"/>
        <a:ext cx="1343775" cy="639898"/>
      </dsp:txXfrm>
    </dsp:sp>
    <dsp:sp modelId="{4495F30F-7065-4A67-BD99-B742D75DE06F}">
      <dsp:nvSpPr>
        <dsp:cNvPr id="0" name=""/>
        <dsp:cNvSpPr/>
      </dsp:nvSpPr>
      <dsp:spPr>
        <a:xfrm>
          <a:off x="2050015" y="853198"/>
          <a:ext cx="1343775" cy="2772893"/>
        </a:xfrm>
        <a:prstGeom prst="wedgeRectCallout">
          <a:avLst>
            <a:gd name="adj1" fmla="val 62500"/>
            <a:gd name="adj2" fmla="val 20830"/>
          </a:avLst>
        </a:prstGeom>
        <a:solidFill>
          <a:schemeClr val="accent1">
            <a:tint val="50000"/>
            <a:hueOff val="-2403069"/>
            <a:satOff val="-9956"/>
            <a:lumOff val="8559"/>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txBody>
        <a:bodyPr spcFirstLastPara="0" vert="horz" wrap="square" lIns="57150" tIns="57150" rIns="57150" bIns="57150" numCol="1" spcCol="1270" anchor="t" anchorCtr="0">
          <a:noAutofit/>
        </a:bodyPr>
        <a:lstStyle/>
        <a:p>
          <a:pPr marL="0" lvl="0" indent="0" algn="r" defTabSz="800100">
            <a:lnSpc>
              <a:spcPct val="90000"/>
            </a:lnSpc>
            <a:spcBef>
              <a:spcPct val="0"/>
            </a:spcBef>
            <a:spcAft>
              <a:spcPct val="35000"/>
            </a:spcAft>
            <a:buNone/>
          </a:pPr>
          <a:r>
            <a:rPr lang="en-US" sz="1800" kern="1200" dirty="0"/>
            <a:t>Some text here</a:t>
          </a:r>
        </a:p>
        <a:p>
          <a:pPr marL="0" lvl="0" indent="0" algn="r" defTabSz="800100">
            <a:lnSpc>
              <a:spcPct val="90000"/>
            </a:lnSpc>
            <a:spcBef>
              <a:spcPct val="0"/>
            </a:spcBef>
            <a:spcAft>
              <a:spcPct val="35000"/>
            </a:spcAft>
            <a:buNone/>
          </a:pPr>
          <a:r>
            <a:rPr lang="en-US" sz="1800" kern="1200" dirty="0"/>
            <a:t>Some text here</a:t>
          </a:r>
        </a:p>
        <a:p>
          <a:pPr marL="0" lvl="0" indent="0" algn="r" defTabSz="800100">
            <a:lnSpc>
              <a:spcPct val="90000"/>
            </a:lnSpc>
            <a:spcBef>
              <a:spcPct val="0"/>
            </a:spcBef>
            <a:spcAft>
              <a:spcPct val="35000"/>
            </a:spcAft>
            <a:buNone/>
          </a:pPr>
          <a:r>
            <a:rPr lang="en-US" sz="1800" kern="1200" dirty="0"/>
            <a:t>Some text here</a:t>
          </a:r>
        </a:p>
        <a:p>
          <a:pPr marL="0" lvl="0" indent="0" algn="r" defTabSz="800100">
            <a:lnSpc>
              <a:spcPct val="90000"/>
            </a:lnSpc>
            <a:spcBef>
              <a:spcPct val="0"/>
            </a:spcBef>
            <a:spcAft>
              <a:spcPct val="35000"/>
            </a:spcAft>
            <a:buNone/>
          </a:pPr>
          <a:r>
            <a:rPr lang="en-US" sz="1800" kern="1200" dirty="0"/>
            <a:t>Some text here</a:t>
          </a:r>
        </a:p>
      </dsp:txBody>
      <dsp:txXfrm>
        <a:off x="2220589" y="853198"/>
        <a:ext cx="1173201" cy="2772893"/>
      </dsp:txXfrm>
    </dsp:sp>
    <dsp:sp modelId="{5CC491EE-2EBC-4767-9AA0-FE16A400BE53}">
      <dsp:nvSpPr>
        <dsp:cNvPr id="0" name=""/>
        <dsp:cNvSpPr/>
      </dsp:nvSpPr>
      <dsp:spPr>
        <a:xfrm>
          <a:off x="2050015" y="319949"/>
          <a:ext cx="1343775" cy="533248"/>
        </a:xfrm>
        <a:prstGeom prst="rect">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800100">
            <a:lnSpc>
              <a:spcPct val="90000"/>
            </a:lnSpc>
            <a:spcBef>
              <a:spcPct val="0"/>
            </a:spcBef>
            <a:spcAft>
              <a:spcPct val="35000"/>
            </a:spcAft>
            <a:buNone/>
          </a:pPr>
          <a:r>
            <a:rPr lang="en-US" sz="1800" kern="1200" dirty="0"/>
            <a:t>Lorem Ipsum</a:t>
          </a:r>
        </a:p>
      </dsp:txBody>
      <dsp:txXfrm>
        <a:off x="2050015" y="319949"/>
        <a:ext cx="1343775" cy="533248"/>
      </dsp:txXfrm>
    </dsp:sp>
    <dsp:sp modelId="{95647C7C-B5B8-40B6-BE6C-4C2DAFCE6B68}">
      <dsp:nvSpPr>
        <dsp:cNvPr id="0" name=""/>
        <dsp:cNvSpPr/>
      </dsp:nvSpPr>
      <dsp:spPr>
        <a:xfrm>
          <a:off x="706239" y="853198"/>
          <a:ext cx="1343775" cy="2559594"/>
        </a:xfrm>
        <a:prstGeom prst="wedgeRectCallout">
          <a:avLst>
            <a:gd name="adj1" fmla="val 62500"/>
            <a:gd name="adj2" fmla="val 20830"/>
          </a:avLst>
        </a:prstGeom>
        <a:solidFill>
          <a:schemeClr val="accent1">
            <a:tint val="50000"/>
            <a:hueOff val="-3204092"/>
            <a:satOff val="-13274"/>
            <a:lumOff val="11412"/>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txBody>
        <a:bodyPr spcFirstLastPara="0" vert="horz" wrap="square" lIns="57150" tIns="57150" rIns="57150" bIns="57150" numCol="1" spcCol="1270" anchor="t" anchorCtr="0">
          <a:noAutofit/>
        </a:bodyPr>
        <a:lstStyle/>
        <a:p>
          <a:pPr marL="0" lvl="0" indent="0" algn="r" defTabSz="800100">
            <a:lnSpc>
              <a:spcPct val="90000"/>
            </a:lnSpc>
            <a:spcBef>
              <a:spcPct val="0"/>
            </a:spcBef>
            <a:spcAft>
              <a:spcPct val="35000"/>
            </a:spcAft>
            <a:buNone/>
          </a:pPr>
          <a:r>
            <a:rPr lang="en-US" sz="1800" kern="1200" dirty="0"/>
            <a:t>Some text here</a:t>
          </a:r>
        </a:p>
        <a:p>
          <a:pPr marL="0" lvl="0" indent="0" algn="r" defTabSz="800100">
            <a:lnSpc>
              <a:spcPct val="90000"/>
            </a:lnSpc>
            <a:spcBef>
              <a:spcPct val="0"/>
            </a:spcBef>
            <a:spcAft>
              <a:spcPct val="35000"/>
            </a:spcAft>
            <a:buNone/>
          </a:pPr>
          <a:r>
            <a:rPr lang="en-US" sz="1800" kern="1200" dirty="0"/>
            <a:t>Some text here</a:t>
          </a:r>
        </a:p>
        <a:p>
          <a:pPr marL="0" lvl="0" indent="0" algn="r" defTabSz="800100">
            <a:lnSpc>
              <a:spcPct val="90000"/>
            </a:lnSpc>
            <a:spcBef>
              <a:spcPct val="0"/>
            </a:spcBef>
            <a:spcAft>
              <a:spcPct val="35000"/>
            </a:spcAft>
            <a:buNone/>
          </a:pPr>
          <a:r>
            <a:rPr lang="en-US" sz="1800" kern="1200" dirty="0"/>
            <a:t>Some text here</a:t>
          </a:r>
        </a:p>
        <a:p>
          <a:pPr marL="0" lvl="0" indent="0" algn="r" defTabSz="800100">
            <a:lnSpc>
              <a:spcPct val="90000"/>
            </a:lnSpc>
            <a:spcBef>
              <a:spcPct val="0"/>
            </a:spcBef>
            <a:spcAft>
              <a:spcPct val="35000"/>
            </a:spcAft>
            <a:buNone/>
          </a:pPr>
          <a:r>
            <a:rPr lang="en-US" sz="1800" kern="1200" dirty="0"/>
            <a:t>Some text here</a:t>
          </a:r>
        </a:p>
      </dsp:txBody>
      <dsp:txXfrm>
        <a:off x="876813" y="853198"/>
        <a:ext cx="1173201" cy="2559594"/>
      </dsp:txXfrm>
    </dsp:sp>
    <dsp:sp modelId="{343841F7-65AD-493B-B055-A065EBB97A13}">
      <dsp:nvSpPr>
        <dsp:cNvPr id="0" name=""/>
        <dsp:cNvSpPr/>
      </dsp:nvSpPr>
      <dsp:spPr>
        <a:xfrm>
          <a:off x="706239" y="426599"/>
          <a:ext cx="1343775" cy="426599"/>
        </a:xfrm>
        <a:prstGeom prst="rect">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800100">
            <a:lnSpc>
              <a:spcPct val="90000"/>
            </a:lnSpc>
            <a:spcBef>
              <a:spcPct val="0"/>
            </a:spcBef>
            <a:spcAft>
              <a:spcPct val="35000"/>
            </a:spcAft>
            <a:buNone/>
          </a:pPr>
          <a:r>
            <a:rPr lang="en-US" sz="1800" kern="1200" dirty="0"/>
            <a:t>Lorem Ipsum</a:t>
          </a:r>
        </a:p>
      </dsp:txBody>
      <dsp:txXfrm>
        <a:off x="706239" y="426599"/>
        <a:ext cx="1343775" cy="426599"/>
      </dsp:txXfrm>
    </dsp:sp>
  </dsp:spTree>
</dsp:drawing>
</file>

<file path=ppt/diagrams/drawing5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C92713-8F2A-462D-BB5C-55B300C3F85A}">
      <dsp:nvSpPr>
        <dsp:cNvPr id="0" name=""/>
        <dsp:cNvSpPr/>
      </dsp:nvSpPr>
      <dsp:spPr>
        <a:xfrm>
          <a:off x="0" y="60274"/>
          <a:ext cx="8128000" cy="2346800"/>
        </a:xfrm>
        <a:prstGeom prst="rightArrow">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44686ADD-8CB0-40B4-A7A4-9DF7B2928F21}">
      <dsp:nvSpPr>
        <dsp:cNvPr id="0" name=""/>
        <dsp:cNvSpPr/>
      </dsp:nvSpPr>
      <dsp:spPr>
        <a:xfrm>
          <a:off x="6166246" y="1937715"/>
          <a:ext cx="1148953" cy="226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171450" lvl="1" indent="-171450" algn="l" defTabSz="844550">
            <a:lnSpc>
              <a:spcPct val="90000"/>
            </a:lnSpc>
            <a:spcBef>
              <a:spcPct val="0"/>
            </a:spcBef>
            <a:spcAft>
              <a:spcPct val="15000"/>
            </a:spcAft>
            <a:buChar char="•"/>
          </a:pPr>
          <a:r>
            <a:rPr lang="en-US" sz="1900" kern="1200" dirty="0"/>
            <a:t>Some text here</a:t>
          </a:r>
        </a:p>
        <a:p>
          <a:pPr marL="171450" lvl="1" indent="-171450" algn="l" defTabSz="844550">
            <a:lnSpc>
              <a:spcPct val="90000"/>
            </a:lnSpc>
            <a:spcBef>
              <a:spcPct val="0"/>
            </a:spcBef>
            <a:spcAft>
              <a:spcPct val="15000"/>
            </a:spcAft>
            <a:buChar char="•"/>
          </a:pPr>
          <a:r>
            <a:rPr lang="en-US" sz="1900" kern="1200" dirty="0"/>
            <a:t>Some text here</a:t>
          </a:r>
        </a:p>
        <a:p>
          <a:pPr marL="171450" lvl="1" indent="-171450" algn="l" defTabSz="844550">
            <a:lnSpc>
              <a:spcPct val="90000"/>
            </a:lnSpc>
            <a:spcBef>
              <a:spcPct val="0"/>
            </a:spcBef>
            <a:spcAft>
              <a:spcPct val="15000"/>
            </a:spcAft>
            <a:buChar char="•"/>
          </a:pPr>
          <a:r>
            <a:rPr lang="en-US" sz="1900" kern="1200"/>
            <a:t>Some text here</a:t>
          </a:r>
          <a:endParaRPr lang="en-US" sz="1900" kern="1200" dirty="0"/>
        </a:p>
      </dsp:txBody>
      <dsp:txXfrm>
        <a:off x="6166246" y="1937715"/>
        <a:ext cx="1148953" cy="2268000"/>
      </dsp:txXfrm>
    </dsp:sp>
    <dsp:sp modelId="{C006FE83-3448-42FF-AD4E-19A235937B0F}">
      <dsp:nvSpPr>
        <dsp:cNvPr id="0" name=""/>
        <dsp:cNvSpPr/>
      </dsp:nvSpPr>
      <dsp:spPr>
        <a:xfrm>
          <a:off x="6166246" y="646974"/>
          <a:ext cx="1148953" cy="1173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43840" rIns="0" bIns="243840" numCol="1" spcCol="1270" anchor="ctr" anchorCtr="0">
          <a:noAutofit/>
        </a:bodyPr>
        <a:lstStyle/>
        <a:p>
          <a:pPr marL="0" lvl="0" indent="0" algn="l" defTabSz="1066800">
            <a:lnSpc>
              <a:spcPct val="90000"/>
            </a:lnSpc>
            <a:spcBef>
              <a:spcPct val="0"/>
            </a:spcBef>
            <a:spcAft>
              <a:spcPct val="35000"/>
            </a:spcAft>
            <a:buNone/>
          </a:pPr>
          <a:r>
            <a:rPr lang="en-US" sz="2400" kern="1200" dirty="0">
              <a:solidFill>
                <a:schemeClr val="tx2"/>
              </a:solidFill>
            </a:rPr>
            <a:t>Lorem Ipsum</a:t>
          </a:r>
        </a:p>
      </dsp:txBody>
      <dsp:txXfrm>
        <a:off x="6166246" y="646974"/>
        <a:ext cx="1148953" cy="1173400"/>
      </dsp:txXfrm>
    </dsp:sp>
    <dsp:sp modelId="{2DBB831A-CDA9-427F-83F0-639D0CEC5FBB}">
      <dsp:nvSpPr>
        <dsp:cNvPr id="0" name=""/>
        <dsp:cNvSpPr/>
      </dsp:nvSpPr>
      <dsp:spPr>
        <a:xfrm>
          <a:off x="4787503" y="1937715"/>
          <a:ext cx="1148953" cy="226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171450" lvl="1" indent="-171450" algn="l" defTabSz="844550">
            <a:lnSpc>
              <a:spcPct val="90000"/>
            </a:lnSpc>
            <a:spcBef>
              <a:spcPct val="0"/>
            </a:spcBef>
            <a:spcAft>
              <a:spcPct val="15000"/>
            </a:spcAft>
            <a:buChar char="•"/>
          </a:pPr>
          <a:r>
            <a:rPr lang="en-US" sz="1900" kern="1200" dirty="0"/>
            <a:t>Some text here</a:t>
          </a:r>
        </a:p>
        <a:p>
          <a:pPr marL="171450" lvl="1" indent="-171450" algn="l" defTabSz="844550">
            <a:lnSpc>
              <a:spcPct val="90000"/>
            </a:lnSpc>
            <a:spcBef>
              <a:spcPct val="0"/>
            </a:spcBef>
            <a:spcAft>
              <a:spcPct val="15000"/>
            </a:spcAft>
            <a:buChar char="•"/>
          </a:pPr>
          <a:r>
            <a:rPr lang="en-US" sz="1900" kern="1200" dirty="0"/>
            <a:t>Some text here</a:t>
          </a:r>
        </a:p>
        <a:p>
          <a:pPr marL="171450" lvl="1" indent="-171450" algn="l" defTabSz="844550">
            <a:lnSpc>
              <a:spcPct val="90000"/>
            </a:lnSpc>
            <a:spcBef>
              <a:spcPct val="0"/>
            </a:spcBef>
            <a:spcAft>
              <a:spcPct val="15000"/>
            </a:spcAft>
            <a:buChar char="•"/>
          </a:pPr>
          <a:r>
            <a:rPr lang="en-US" sz="1900" kern="1200"/>
            <a:t>Some text here</a:t>
          </a:r>
          <a:endParaRPr lang="en-US" sz="1900" kern="1200" dirty="0"/>
        </a:p>
      </dsp:txBody>
      <dsp:txXfrm>
        <a:off x="4787503" y="1937715"/>
        <a:ext cx="1148953" cy="2268000"/>
      </dsp:txXfrm>
    </dsp:sp>
    <dsp:sp modelId="{5AA3C951-20DB-4B1E-8164-86AB4D714CA7}">
      <dsp:nvSpPr>
        <dsp:cNvPr id="0" name=""/>
        <dsp:cNvSpPr/>
      </dsp:nvSpPr>
      <dsp:spPr>
        <a:xfrm>
          <a:off x="4787503" y="646974"/>
          <a:ext cx="1148953" cy="1173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43840" rIns="0" bIns="243840" numCol="1" spcCol="1270" anchor="ctr" anchorCtr="0">
          <a:noAutofit/>
        </a:bodyPr>
        <a:lstStyle/>
        <a:p>
          <a:pPr marL="0" lvl="0" indent="0" algn="l" defTabSz="1066800">
            <a:lnSpc>
              <a:spcPct val="90000"/>
            </a:lnSpc>
            <a:spcBef>
              <a:spcPct val="0"/>
            </a:spcBef>
            <a:spcAft>
              <a:spcPct val="35000"/>
            </a:spcAft>
            <a:buNone/>
          </a:pPr>
          <a:r>
            <a:rPr lang="en-US" sz="2400" kern="1200" dirty="0">
              <a:solidFill>
                <a:schemeClr val="tx2"/>
              </a:solidFill>
            </a:rPr>
            <a:t>Lorem Ipsum</a:t>
          </a:r>
        </a:p>
      </dsp:txBody>
      <dsp:txXfrm>
        <a:off x="4787503" y="646974"/>
        <a:ext cx="1148953" cy="1173400"/>
      </dsp:txXfrm>
    </dsp:sp>
    <dsp:sp modelId="{8CB7067F-CB99-49A6-848E-EB5803A80961}">
      <dsp:nvSpPr>
        <dsp:cNvPr id="0" name=""/>
        <dsp:cNvSpPr/>
      </dsp:nvSpPr>
      <dsp:spPr>
        <a:xfrm>
          <a:off x="3408759" y="1937715"/>
          <a:ext cx="1148953" cy="226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171450" lvl="1" indent="-171450" algn="l" defTabSz="844550">
            <a:lnSpc>
              <a:spcPct val="90000"/>
            </a:lnSpc>
            <a:spcBef>
              <a:spcPct val="0"/>
            </a:spcBef>
            <a:spcAft>
              <a:spcPct val="15000"/>
            </a:spcAft>
            <a:buChar char="•"/>
          </a:pPr>
          <a:r>
            <a:rPr lang="en-US" sz="1900" kern="1200" dirty="0"/>
            <a:t>Some text here</a:t>
          </a:r>
        </a:p>
        <a:p>
          <a:pPr marL="171450" lvl="1" indent="-171450" algn="l" defTabSz="844550">
            <a:lnSpc>
              <a:spcPct val="90000"/>
            </a:lnSpc>
            <a:spcBef>
              <a:spcPct val="0"/>
            </a:spcBef>
            <a:spcAft>
              <a:spcPct val="15000"/>
            </a:spcAft>
            <a:buChar char="•"/>
          </a:pPr>
          <a:r>
            <a:rPr lang="en-US" sz="1900" kern="1200" dirty="0"/>
            <a:t>Some text here</a:t>
          </a:r>
        </a:p>
      </dsp:txBody>
      <dsp:txXfrm>
        <a:off x="3408759" y="1937715"/>
        <a:ext cx="1148953" cy="2268000"/>
      </dsp:txXfrm>
    </dsp:sp>
    <dsp:sp modelId="{BB4701CA-EFD5-46F2-AFB4-40E26547F057}">
      <dsp:nvSpPr>
        <dsp:cNvPr id="0" name=""/>
        <dsp:cNvSpPr/>
      </dsp:nvSpPr>
      <dsp:spPr>
        <a:xfrm>
          <a:off x="3408759" y="646974"/>
          <a:ext cx="1148953" cy="1173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43840" rIns="0" bIns="243840" numCol="1" spcCol="1270" anchor="ctr" anchorCtr="0">
          <a:noAutofit/>
        </a:bodyPr>
        <a:lstStyle/>
        <a:p>
          <a:pPr marL="0" lvl="0" indent="0" algn="l" defTabSz="1066800">
            <a:lnSpc>
              <a:spcPct val="90000"/>
            </a:lnSpc>
            <a:spcBef>
              <a:spcPct val="0"/>
            </a:spcBef>
            <a:spcAft>
              <a:spcPct val="35000"/>
            </a:spcAft>
            <a:buNone/>
          </a:pPr>
          <a:r>
            <a:rPr lang="en-US" sz="2400" kern="1200" dirty="0">
              <a:solidFill>
                <a:schemeClr val="tx2"/>
              </a:solidFill>
            </a:rPr>
            <a:t>Lorem Ipsum</a:t>
          </a:r>
        </a:p>
      </dsp:txBody>
      <dsp:txXfrm>
        <a:off x="3408759" y="646974"/>
        <a:ext cx="1148953" cy="1173400"/>
      </dsp:txXfrm>
    </dsp:sp>
    <dsp:sp modelId="{27F9C84D-CF6D-49A3-BCE4-6C5A320E9F8C}">
      <dsp:nvSpPr>
        <dsp:cNvPr id="0" name=""/>
        <dsp:cNvSpPr/>
      </dsp:nvSpPr>
      <dsp:spPr>
        <a:xfrm>
          <a:off x="2030015" y="1937715"/>
          <a:ext cx="1148953" cy="226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171450" lvl="1" indent="-171450" algn="l" defTabSz="844550">
            <a:lnSpc>
              <a:spcPct val="90000"/>
            </a:lnSpc>
            <a:spcBef>
              <a:spcPct val="0"/>
            </a:spcBef>
            <a:spcAft>
              <a:spcPct val="15000"/>
            </a:spcAft>
            <a:buChar char="•"/>
          </a:pPr>
          <a:r>
            <a:rPr lang="en-US" sz="1900" kern="1200" dirty="0"/>
            <a:t>Some text here</a:t>
          </a:r>
        </a:p>
        <a:p>
          <a:pPr marL="171450" lvl="1" indent="-171450" algn="l" defTabSz="844550">
            <a:lnSpc>
              <a:spcPct val="90000"/>
            </a:lnSpc>
            <a:spcBef>
              <a:spcPct val="0"/>
            </a:spcBef>
            <a:spcAft>
              <a:spcPct val="15000"/>
            </a:spcAft>
            <a:buChar char="•"/>
          </a:pPr>
          <a:r>
            <a:rPr lang="en-US" sz="1900" kern="1200"/>
            <a:t>Some text here</a:t>
          </a:r>
          <a:endParaRPr lang="en-US" sz="1900" kern="1200" dirty="0"/>
        </a:p>
      </dsp:txBody>
      <dsp:txXfrm>
        <a:off x="2030015" y="1937715"/>
        <a:ext cx="1148953" cy="2268000"/>
      </dsp:txXfrm>
    </dsp:sp>
    <dsp:sp modelId="{7F0D179E-8CE1-44CD-A531-0EA3E02E317A}">
      <dsp:nvSpPr>
        <dsp:cNvPr id="0" name=""/>
        <dsp:cNvSpPr/>
      </dsp:nvSpPr>
      <dsp:spPr>
        <a:xfrm>
          <a:off x="2030015" y="646974"/>
          <a:ext cx="1148953" cy="1173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43840" rIns="0" bIns="243840" numCol="1" spcCol="1270" anchor="ctr" anchorCtr="0">
          <a:noAutofit/>
        </a:bodyPr>
        <a:lstStyle/>
        <a:p>
          <a:pPr marL="0" lvl="0" indent="0" algn="l" defTabSz="1066800">
            <a:lnSpc>
              <a:spcPct val="90000"/>
            </a:lnSpc>
            <a:spcBef>
              <a:spcPct val="0"/>
            </a:spcBef>
            <a:spcAft>
              <a:spcPct val="35000"/>
            </a:spcAft>
            <a:buNone/>
          </a:pPr>
          <a:r>
            <a:rPr lang="en-US" sz="2400" kern="1200" dirty="0">
              <a:solidFill>
                <a:schemeClr val="tx2"/>
              </a:solidFill>
            </a:rPr>
            <a:t>Lorem Ipsum</a:t>
          </a:r>
        </a:p>
      </dsp:txBody>
      <dsp:txXfrm>
        <a:off x="2030015" y="646974"/>
        <a:ext cx="1148953" cy="1173400"/>
      </dsp:txXfrm>
    </dsp:sp>
    <dsp:sp modelId="{D02EBB56-F856-4D0B-B90E-8040924254A4}">
      <dsp:nvSpPr>
        <dsp:cNvPr id="0" name=""/>
        <dsp:cNvSpPr/>
      </dsp:nvSpPr>
      <dsp:spPr>
        <a:xfrm>
          <a:off x="651271" y="1937715"/>
          <a:ext cx="1148953" cy="226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171450" lvl="1" indent="-171450" algn="l" defTabSz="844550">
            <a:lnSpc>
              <a:spcPct val="90000"/>
            </a:lnSpc>
            <a:spcBef>
              <a:spcPct val="0"/>
            </a:spcBef>
            <a:spcAft>
              <a:spcPct val="15000"/>
            </a:spcAft>
            <a:buChar char="•"/>
          </a:pPr>
          <a:r>
            <a:rPr lang="en-US" sz="1900" kern="1200" dirty="0"/>
            <a:t>Some text here</a:t>
          </a:r>
        </a:p>
        <a:p>
          <a:pPr marL="171450" lvl="1" indent="-171450" algn="l" defTabSz="844550">
            <a:lnSpc>
              <a:spcPct val="90000"/>
            </a:lnSpc>
            <a:spcBef>
              <a:spcPct val="0"/>
            </a:spcBef>
            <a:spcAft>
              <a:spcPct val="15000"/>
            </a:spcAft>
            <a:buChar char="•"/>
          </a:pPr>
          <a:r>
            <a:rPr lang="en-US" sz="1900" kern="1200" dirty="0"/>
            <a:t>Some text here</a:t>
          </a:r>
        </a:p>
        <a:p>
          <a:pPr marL="171450" lvl="1" indent="-171450" algn="l" defTabSz="844550">
            <a:lnSpc>
              <a:spcPct val="90000"/>
            </a:lnSpc>
            <a:spcBef>
              <a:spcPct val="0"/>
            </a:spcBef>
            <a:spcAft>
              <a:spcPct val="15000"/>
            </a:spcAft>
            <a:buChar char="•"/>
          </a:pPr>
          <a:r>
            <a:rPr lang="en-US" sz="1900" kern="1200"/>
            <a:t>Some text here</a:t>
          </a:r>
          <a:endParaRPr lang="en-US" sz="1900" kern="1200" dirty="0"/>
        </a:p>
        <a:p>
          <a:pPr marL="171450" lvl="1" indent="-171450" algn="l" defTabSz="844550">
            <a:lnSpc>
              <a:spcPct val="90000"/>
            </a:lnSpc>
            <a:spcBef>
              <a:spcPct val="0"/>
            </a:spcBef>
            <a:spcAft>
              <a:spcPct val="15000"/>
            </a:spcAft>
            <a:buChar char="•"/>
          </a:pPr>
          <a:r>
            <a:rPr lang="en-US" sz="1900" kern="1200"/>
            <a:t>Some text here</a:t>
          </a:r>
          <a:endParaRPr lang="en-US" sz="1900" kern="1200" dirty="0"/>
        </a:p>
      </dsp:txBody>
      <dsp:txXfrm>
        <a:off x="651271" y="1937715"/>
        <a:ext cx="1148953" cy="2268000"/>
      </dsp:txXfrm>
    </dsp:sp>
    <dsp:sp modelId="{4B1103D8-6F69-4144-8EC1-23E929FD5732}">
      <dsp:nvSpPr>
        <dsp:cNvPr id="0" name=""/>
        <dsp:cNvSpPr/>
      </dsp:nvSpPr>
      <dsp:spPr>
        <a:xfrm>
          <a:off x="651271" y="646974"/>
          <a:ext cx="1148953" cy="1173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43840" rIns="0" bIns="243840" numCol="1" spcCol="1270" anchor="ctr" anchorCtr="0">
          <a:noAutofit/>
        </a:bodyPr>
        <a:lstStyle/>
        <a:p>
          <a:pPr marL="0" lvl="0" indent="0" algn="l" defTabSz="1066800">
            <a:lnSpc>
              <a:spcPct val="90000"/>
            </a:lnSpc>
            <a:spcBef>
              <a:spcPct val="0"/>
            </a:spcBef>
            <a:spcAft>
              <a:spcPct val="35000"/>
            </a:spcAft>
            <a:buNone/>
          </a:pPr>
          <a:r>
            <a:rPr lang="en-US" sz="2400" kern="1200" dirty="0">
              <a:solidFill>
                <a:schemeClr val="tx2"/>
              </a:solidFill>
            </a:rPr>
            <a:t>Lorem Ipsum</a:t>
          </a:r>
        </a:p>
      </dsp:txBody>
      <dsp:txXfrm>
        <a:off x="651271" y="646974"/>
        <a:ext cx="1148953" cy="1173400"/>
      </dsp:txXfrm>
    </dsp:sp>
  </dsp:spTree>
</dsp:drawing>
</file>

<file path=ppt/diagrams/drawing5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BFA582-2CFB-426D-8824-A768D3490B09}">
      <dsp:nvSpPr>
        <dsp:cNvPr id="0" name=""/>
        <dsp:cNvSpPr/>
      </dsp:nvSpPr>
      <dsp:spPr>
        <a:xfrm>
          <a:off x="2548167" y="2196176"/>
          <a:ext cx="75176" cy="75174"/>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58358B45-E05F-4A6F-A85F-78E761F809EF}">
      <dsp:nvSpPr>
        <dsp:cNvPr id="0" name=""/>
        <dsp:cNvSpPr/>
      </dsp:nvSpPr>
      <dsp:spPr>
        <a:xfrm>
          <a:off x="2410388" y="2196176"/>
          <a:ext cx="75176" cy="75174"/>
        </a:xfrm>
        <a:prstGeom prst="ellipse">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18B63D34-5F15-4EEE-BBCC-F31F72AED474}">
      <dsp:nvSpPr>
        <dsp:cNvPr id="0" name=""/>
        <dsp:cNvSpPr/>
      </dsp:nvSpPr>
      <dsp:spPr>
        <a:xfrm>
          <a:off x="2272609" y="2196176"/>
          <a:ext cx="75176" cy="75174"/>
        </a:xfrm>
        <a:prstGeom prst="ellipse">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w="9525" cap="flat" cmpd="sng" algn="ctr">
          <a:solidFill>
            <a:schemeClr val="accent4">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8ABE4A8D-5356-4F7D-82BD-001D6EE8B9B1}">
      <dsp:nvSpPr>
        <dsp:cNvPr id="0" name=""/>
        <dsp:cNvSpPr/>
      </dsp:nvSpPr>
      <dsp:spPr>
        <a:xfrm>
          <a:off x="2135092" y="2196176"/>
          <a:ext cx="75176" cy="75174"/>
        </a:xfrm>
        <a:prstGeom prst="ellipse">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w="9525" cap="flat" cmpd="sng" algn="ctr">
          <a:solidFill>
            <a:schemeClr val="accent5">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84FEEA6E-7BF5-4A6E-A25C-4746C9833170}">
      <dsp:nvSpPr>
        <dsp:cNvPr id="0" name=""/>
        <dsp:cNvSpPr/>
      </dsp:nvSpPr>
      <dsp:spPr>
        <a:xfrm>
          <a:off x="1997313" y="2196176"/>
          <a:ext cx="75176" cy="75174"/>
        </a:xfrm>
        <a:prstGeom prst="ellipse">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w="9525" cap="flat" cmpd="sng" algn="ctr">
          <a:solidFill>
            <a:schemeClr val="accent6">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71716303-0082-48BE-A064-1B237C7B6EA2}">
      <dsp:nvSpPr>
        <dsp:cNvPr id="0" name=""/>
        <dsp:cNvSpPr/>
      </dsp:nvSpPr>
      <dsp:spPr>
        <a:xfrm>
          <a:off x="1784357" y="2158589"/>
          <a:ext cx="150352" cy="150473"/>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50625E49-899F-4FB9-8C7D-8BF4FB835DA8}">
      <dsp:nvSpPr>
        <dsp:cNvPr id="0" name=""/>
        <dsp:cNvSpPr/>
      </dsp:nvSpPr>
      <dsp:spPr>
        <a:xfrm>
          <a:off x="2425580" y="2040881"/>
          <a:ext cx="75176" cy="75174"/>
        </a:xfrm>
        <a:prstGeom prst="ellipse">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3DC3D93B-C6D8-4BC9-9EAB-4B79A7E84229}">
      <dsp:nvSpPr>
        <dsp:cNvPr id="0" name=""/>
        <dsp:cNvSpPr/>
      </dsp:nvSpPr>
      <dsp:spPr>
        <a:xfrm>
          <a:off x="2425580" y="2352584"/>
          <a:ext cx="75176" cy="75174"/>
        </a:xfrm>
        <a:prstGeom prst="ellipse">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w="9525" cap="flat" cmpd="sng" algn="ctr">
          <a:solidFill>
            <a:schemeClr val="accent4">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07194B3D-E22A-4FD4-8053-2383D4DEDADC}">
      <dsp:nvSpPr>
        <dsp:cNvPr id="0" name=""/>
        <dsp:cNvSpPr/>
      </dsp:nvSpPr>
      <dsp:spPr>
        <a:xfrm>
          <a:off x="2492636" y="2108390"/>
          <a:ext cx="75176" cy="75174"/>
        </a:xfrm>
        <a:prstGeom prst="ellipse">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w="9525" cap="flat" cmpd="sng" algn="ctr">
          <a:solidFill>
            <a:schemeClr val="accent5">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215471E3-23DC-4DD7-B847-B160D56CC392}">
      <dsp:nvSpPr>
        <dsp:cNvPr id="0" name=""/>
        <dsp:cNvSpPr/>
      </dsp:nvSpPr>
      <dsp:spPr>
        <a:xfrm>
          <a:off x="2497089" y="2285446"/>
          <a:ext cx="75176" cy="75174"/>
        </a:xfrm>
        <a:prstGeom prst="ellipse">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w="9525" cap="flat" cmpd="sng" algn="ctr">
          <a:solidFill>
            <a:schemeClr val="accent6">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ABFD29B9-6E56-4B39-B572-B9F39EF5DB1A}">
      <dsp:nvSpPr>
        <dsp:cNvPr id="0" name=""/>
        <dsp:cNvSpPr/>
      </dsp:nvSpPr>
      <dsp:spPr>
        <a:xfrm>
          <a:off x="960826" y="1853191"/>
          <a:ext cx="761190" cy="761269"/>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Lorem Ipsum</a:t>
          </a:r>
        </a:p>
      </dsp:txBody>
      <dsp:txXfrm>
        <a:off x="1072300" y="1964676"/>
        <a:ext cx="538242" cy="538299"/>
      </dsp:txXfrm>
    </dsp:sp>
    <dsp:sp modelId="{279EFBFB-39BB-439C-804C-E305DE650A26}">
      <dsp:nvSpPr>
        <dsp:cNvPr id="0" name=""/>
        <dsp:cNvSpPr/>
      </dsp:nvSpPr>
      <dsp:spPr>
        <a:xfrm>
          <a:off x="903986" y="1788154"/>
          <a:ext cx="150352" cy="150473"/>
        </a:xfrm>
        <a:prstGeom prst="ellipse">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77779A59-04A4-47AE-BF16-96BF6314F3D6}">
      <dsp:nvSpPr>
        <dsp:cNvPr id="0" name=""/>
        <dsp:cNvSpPr/>
      </dsp:nvSpPr>
      <dsp:spPr>
        <a:xfrm>
          <a:off x="807593" y="1708776"/>
          <a:ext cx="75176" cy="75174"/>
        </a:xfrm>
        <a:prstGeom prst="ellipse">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w="9525" cap="flat" cmpd="sng" algn="ctr">
          <a:solidFill>
            <a:schemeClr val="accent4">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0C461368-687E-46FA-A364-8257A0BC8C63}">
      <dsp:nvSpPr>
        <dsp:cNvPr id="0" name=""/>
        <dsp:cNvSpPr/>
      </dsp:nvSpPr>
      <dsp:spPr>
        <a:xfrm>
          <a:off x="647025" y="1708776"/>
          <a:ext cx="75176" cy="75174"/>
        </a:xfrm>
        <a:prstGeom prst="ellipse">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w="9525" cap="flat" cmpd="sng" algn="ctr">
          <a:solidFill>
            <a:schemeClr val="accent5">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7FE6B0EB-9B82-47C8-BBDE-5F55F5A5F786}">
      <dsp:nvSpPr>
        <dsp:cNvPr id="0" name=""/>
        <dsp:cNvSpPr/>
      </dsp:nvSpPr>
      <dsp:spPr>
        <a:xfrm>
          <a:off x="486457" y="1708776"/>
          <a:ext cx="75176" cy="75174"/>
        </a:xfrm>
        <a:prstGeom prst="ellipse">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w="9525" cap="flat" cmpd="sng" algn="ctr">
          <a:solidFill>
            <a:schemeClr val="accent6">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09DA8358-460B-476A-9DAD-83EB0D9989DE}">
      <dsp:nvSpPr>
        <dsp:cNvPr id="0" name=""/>
        <dsp:cNvSpPr/>
      </dsp:nvSpPr>
      <dsp:spPr>
        <a:xfrm>
          <a:off x="325889" y="1708776"/>
          <a:ext cx="75176" cy="75174"/>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17FDBC8F-9864-401A-AB00-AF8C87A43BC2}">
      <dsp:nvSpPr>
        <dsp:cNvPr id="0" name=""/>
        <dsp:cNvSpPr/>
      </dsp:nvSpPr>
      <dsp:spPr>
        <a:xfrm>
          <a:off x="165060" y="1708776"/>
          <a:ext cx="75176" cy="75174"/>
        </a:xfrm>
        <a:prstGeom prst="ellipse">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73FD0995-43F9-483D-8406-BAE381C8AAE0}">
      <dsp:nvSpPr>
        <dsp:cNvPr id="0" name=""/>
        <dsp:cNvSpPr/>
      </dsp:nvSpPr>
      <dsp:spPr>
        <a:xfrm>
          <a:off x="4492" y="1708776"/>
          <a:ext cx="75176" cy="75174"/>
        </a:xfrm>
        <a:prstGeom prst="ellipse">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w="9525" cap="flat" cmpd="sng" algn="ctr">
          <a:solidFill>
            <a:schemeClr val="accent4">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F9E46156-A73E-4927-9AC6-ED17867A7FC8}">
      <dsp:nvSpPr>
        <dsp:cNvPr id="0" name=""/>
        <dsp:cNvSpPr/>
      </dsp:nvSpPr>
      <dsp:spPr>
        <a:xfrm>
          <a:off x="3968" y="1514780"/>
          <a:ext cx="881157" cy="1933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l" defTabSz="533400">
            <a:lnSpc>
              <a:spcPct val="90000"/>
            </a:lnSpc>
            <a:spcBef>
              <a:spcPct val="0"/>
            </a:spcBef>
            <a:spcAft>
              <a:spcPct val="35000"/>
            </a:spcAft>
            <a:buNone/>
          </a:pPr>
          <a:r>
            <a:rPr lang="en-US" sz="1200" kern="1200" dirty="0"/>
            <a:t>Some text here</a:t>
          </a:r>
        </a:p>
      </dsp:txBody>
      <dsp:txXfrm>
        <a:off x="3968" y="1514780"/>
        <a:ext cx="881157" cy="193377"/>
      </dsp:txXfrm>
    </dsp:sp>
    <dsp:sp modelId="{13FE6EDE-C0CF-4E1C-ABC6-FC9BDD425360}">
      <dsp:nvSpPr>
        <dsp:cNvPr id="0" name=""/>
        <dsp:cNvSpPr/>
      </dsp:nvSpPr>
      <dsp:spPr>
        <a:xfrm>
          <a:off x="903986" y="2522841"/>
          <a:ext cx="150352" cy="150473"/>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4A778849-3D09-43E8-8E18-C9E7260ECA27}">
      <dsp:nvSpPr>
        <dsp:cNvPr id="0" name=""/>
        <dsp:cNvSpPr/>
      </dsp:nvSpPr>
      <dsp:spPr>
        <a:xfrm>
          <a:off x="807593" y="2676034"/>
          <a:ext cx="75176" cy="75174"/>
        </a:xfrm>
        <a:prstGeom prst="ellipse">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847447E9-279E-4F00-B531-531DE560A893}">
      <dsp:nvSpPr>
        <dsp:cNvPr id="0" name=""/>
        <dsp:cNvSpPr/>
      </dsp:nvSpPr>
      <dsp:spPr>
        <a:xfrm>
          <a:off x="647025" y="2676034"/>
          <a:ext cx="75176" cy="75174"/>
        </a:xfrm>
        <a:prstGeom prst="ellipse">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w="9525" cap="flat" cmpd="sng" algn="ctr">
          <a:solidFill>
            <a:schemeClr val="accent4">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4DE66D1B-5967-4CA3-BB75-680C35271E5A}">
      <dsp:nvSpPr>
        <dsp:cNvPr id="0" name=""/>
        <dsp:cNvSpPr/>
      </dsp:nvSpPr>
      <dsp:spPr>
        <a:xfrm>
          <a:off x="486457" y="2676034"/>
          <a:ext cx="75176" cy="75174"/>
        </a:xfrm>
        <a:prstGeom prst="ellipse">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w="9525" cap="flat" cmpd="sng" algn="ctr">
          <a:solidFill>
            <a:schemeClr val="accent5">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8C021B13-B77F-42F5-B5B0-70491D3314D6}">
      <dsp:nvSpPr>
        <dsp:cNvPr id="0" name=""/>
        <dsp:cNvSpPr/>
      </dsp:nvSpPr>
      <dsp:spPr>
        <a:xfrm>
          <a:off x="325889" y="2676034"/>
          <a:ext cx="75176" cy="75174"/>
        </a:xfrm>
        <a:prstGeom prst="ellipse">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w="9525" cap="flat" cmpd="sng" algn="ctr">
          <a:solidFill>
            <a:schemeClr val="accent6">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043D28F6-7C24-4B67-AFA3-87294CA4DA42}">
      <dsp:nvSpPr>
        <dsp:cNvPr id="0" name=""/>
        <dsp:cNvSpPr/>
      </dsp:nvSpPr>
      <dsp:spPr>
        <a:xfrm>
          <a:off x="165060" y="2676034"/>
          <a:ext cx="75176" cy="75174"/>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75A2FFFA-75E4-46A0-9AE4-5C1B32799D12}">
      <dsp:nvSpPr>
        <dsp:cNvPr id="0" name=""/>
        <dsp:cNvSpPr/>
      </dsp:nvSpPr>
      <dsp:spPr>
        <a:xfrm>
          <a:off x="4492" y="2676034"/>
          <a:ext cx="75176" cy="75174"/>
        </a:xfrm>
        <a:prstGeom prst="ellipse">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C42C5FE5-A59F-4369-A8D3-EBB2B7EEF1D7}">
      <dsp:nvSpPr>
        <dsp:cNvPr id="0" name=""/>
        <dsp:cNvSpPr/>
      </dsp:nvSpPr>
      <dsp:spPr>
        <a:xfrm>
          <a:off x="3968" y="2481915"/>
          <a:ext cx="881157" cy="1933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l" defTabSz="533400">
            <a:lnSpc>
              <a:spcPct val="90000"/>
            </a:lnSpc>
            <a:spcBef>
              <a:spcPct val="0"/>
            </a:spcBef>
            <a:spcAft>
              <a:spcPct val="35000"/>
            </a:spcAft>
            <a:buNone/>
          </a:pPr>
          <a:r>
            <a:rPr lang="en-US" sz="1200" kern="1200" dirty="0"/>
            <a:t>Some text here</a:t>
          </a:r>
        </a:p>
      </dsp:txBody>
      <dsp:txXfrm>
        <a:off x="3968" y="2481915"/>
        <a:ext cx="881157" cy="193377"/>
      </dsp:txXfrm>
    </dsp:sp>
    <dsp:sp modelId="{DFF6CB64-6F35-4BF2-AF18-038C07D3ACC5}">
      <dsp:nvSpPr>
        <dsp:cNvPr id="0" name=""/>
        <dsp:cNvSpPr/>
      </dsp:nvSpPr>
      <dsp:spPr>
        <a:xfrm>
          <a:off x="5298511" y="2196176"/>
          <a:ext cx="75176" cy="75174"/>
        </a:xfrm>
        <a:prstGeom prst="ellipse">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w="9525" cap="flat" cmpd="sng" algn="ctr">
          <a:solidFill>
            <a:schemeClr val="accent4">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77A753ED-CDC7-46B6-8A92-79EBDF3C4EC4}">
      <dsp:nvSpPr>
        <dsp:cNvPr id="0" name=""/>
        <dsp:cNvSpPr/>
      </dsp:nvSpPr>
      <dsp:spPr>
        <a:xfrm>
          <a:off x="5160732" y="2196176"/>
          <a:ext cx="75176" cy="75174"/>
        </a:xfrm>
        <a:prstGeom prst="ellipse">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w="9525" cap="flat" cmpd="sng" algn="ctr">
          <a:solidFill>
            <a:schemeClr val="accent5">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D3279682-C0F7-405D-88E5-CA08AF3AC912}">
      <dsp:nvSpPr>
        <dsp:cNvPr id="0" name=""/>
        <dsp:cNvSpPr/>
      </dsp:nvSpPr>
      <dsp:spPr>
        <a:xfrm>
          <a:off x="5022953" y="2196176"/>
          <a:ext cx="75176" cy="75174"/>
        </a:xfrm>
        <a:prstGeom prst="ellipse">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w="9525" cap="flat" cmpd="sng" algn="ctr">
          <a:solidFill>
            <a:schemeClr val="accent6">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EC3F958E-1546-4F97-9969-57C8C8FEFE40}">
      <dsp:nvSpPr>
        <dsp:cNvPr id="0" name=""/>
        <dsp:cNvSpPr/>
      </dsp:nvSpPr>
      <dsp:spPr>
        <a:xfrm>
          <a:off x="4885436" y="2196176"/>
          <a:ext cx="75176" cy="75174"/>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B6FE87BA-0399-42FF-ADBC-B419DEAEE4D8}">
      <dsp:nvSpPr>
        <dsp:cNvPr id="0" name=""/>
        <dsp:cNvSpPr/>
      </dsp:nvSpPr>
      <dsp:spPr>
        <a:xfrm>
          <a:off x="4747656" y="2196176"/>
          <a:ext cx="75176" cy="75174"/>
        </a:xfrm>
        <a:prstGeom prst="ellipse">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251EBC42-D2AA-465D-B197-3665B3734C3E}">
      <dsp:nvSpPr>
        <dsp:cNvPr id="0" name=""/>
        <dsp:cNvSpPr/>
      </dsp:nvSpPr>
      <dsp:spPr>
        <a:xfrm>
          <a:off x="4534701" y="2158589"/>
          <a:ext cx="150352" cy="150473"/>
        </a:xfrm>
        <a:prstGeom prst="ellipse">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w="9525" cap="flat" cmpd="sng" algn="ctr">
          <a:solidFill>
            <a:schemeClr val="accent4">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F1A31E81-3597-48FE-8809-B1F51775C75A}">
      <dsp:nvSpPr>
        <dsp:cNvPr id="0" name=""/>
        <dsp:cNvSpPr/>
      </dsp:nvSpPr>
      <dsp:spPr>
        <a:xfrm>
          <a:off x="5175924" y="2040881"/>
          <a:ext cx="75176" cy="75174"/>
        </a:xfrm>
        <a:prstGeom prst="ellipse">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w="9525" cap="flat" cmpd="sng" algn="ctr">
          <a:solidFill>
            <a:schemeClr val="accent5">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39F29520-6DCD-4963-8CA2-C541BAFA39F0}">
      <dsp:nvSpPr>
        <dsp:cNvPr id="0" name=""/>
        <dsp:cNvSpPr/>
      </dsp:nvSpPr>
      <dsp:spPr>
        <a:xfrm>
          <a:off x="5175924" y="2352584"/>
          <a:ext cx="75176" cy="75174"/>
        </a:xfrm>
        <a:prstGeom prst="ellipse">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w="9525" cap="flat" cmpd="sng" algn="ctr">
          <a:solidFill>
            <a:schemeClr val="accent6">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71BF1048-A49A-4660-ACD8-7B5AA460A1B0}">
      <dsp:nvSpPr>
        <dsp:cNvPr id="0" name=""/>
        <dsp:cNvSpPr/>
      </dsp:nvSpPr>
      <dsp:spPr>
        <a:xfrm>
          <a:off x="5242980" y="2108390"/>
          <a:ext cx="75176" cy="75174"/>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97B2F6C5-BAED-4588-AB7C-52B5E09E6FE3}">
      <dsp:nvSpPr>
        <dsp:cNvPr id="0" name=""/>
        <dsp:cNvSpPr/>
      </dsp:nvSpPr>
      <dsp:spPr>
        <a:xfrm>
          <a:off x="5247433" y="2285446"/>
          <a:ext cx="75176" cy="75174"/>
        </a:xfrm>
        <a:prstGeom prst="ellipse">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A0236095-5750-4EE4-9718-3440F3CA3E48}">
      <dsp:nvSpPr>
        <dsp:cNvPr id="0" name=""/>
        <dsp:cNvSpPr/>
      </dsp:nvSpPr>
      <dsp:spPr>
        <a:xfrm>
          <a:off x="3711170" y="1853191"/>
          <a:ext cx="761190" cy="761269"/>
        </a:xfrm>
        <a:prstGeom prst="ellipse">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w="9525" cap="flat" cmpd="sng" algn="ctr">
          <a:solidFill>
            <a:schemeClr val="accent4">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Lorem Ipsum</a:t>
          </a:r>
        </a:p>
      </dsp:txBody>
      <dsp:txXfrm>
        <a:off x="3822644" y="1964676"/>
        <a:ext cx="538242" cy="538299"/>
      </dsp:txXfrm>
    </dsp:sp>
    <dsp:sp modelId="{1C034E1E-D1F0-49B1-9A77-E4738F3A343B}">
      <dsp:nvSpPr>
        <dsp:cNvPr id="0" name=""/>
        <dsp:cNvSpPr/>
      </dsp:nvSpPr>
      <dsp:spPr>
        <a:xfrm>
          <a:off x="3654329" y="1788154"/>
          <a:ext cx="150352" cy="150473"/>
        </a:xfrm>
        <a:prstGeom prst="ellipse">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w="9525" cap="flat" cmpd="sng" algn="ctr">
          <a:solidFill>
            <a:schemeClr val="accent5">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C88037F6-DDC4-4EF7-AFE1-6616C28B908F}">
      <dsp:nvSpPr>
        <dsp:cNvPr id="0" name=""/>
        <dsp:cNvSpPr/>
      </dsp:nvSpPr>
      <dsp:spPr>
        <a:xfrm>
          <a:off x="3557936" y="1708776"/>
          <a:ext cx="75176" cy="75174"/>
        </a:xfrm>
        <a:prstGeom prst="ellipse">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w="9525" cap="flat" cmpd="sng" algn="ctr">
          <a:solidFill>
            <a:schemeClr val="accent6">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BCAA0894-96C4-422D-A706-31F98F998A64}">
      <dsp:nvSpPr>
        <dsp:cNvPr id="0" name=""/>
        <dsp:cNvSpPr/>
      </dsp:nvSpPr>
      <dsp:spPr>
        <a:xfrm>
          <a:off x="3397369" y="1708776"/>
          <a:ext cx="75176" cy="75174"/>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4E9CEF5F-78A4-449F-AD1A-A31BE619C36A}">
      <dsp:nvSpPr>
        <dsp:cNvPr id="0" name=""/>
        <dsp:cNvSpPr/>
      </dsp:nvSpPr>
      <dsp:spPr>
        <a:xfrm>
          <a:off x="3236801" y="1708776"/>
          <a:ext cx="75176" cy="75174"/>
        </a:xfrm>
        <a:prstGeom prst="ellipse">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D2F3D380-B445-49D0-920A-92F9F58D995A}">
      <dsp:nvSpPr>
        <dsp:cNvPr id="0" name=""/>
        <dsp:cNvSpPr/>
      </dsp:nvSpPr>
      <dsp:spPr>
        <a:xfrm>
          <a:off x="3076233" y="1708776"/>
          <a:ext cx="75176" cy="75174"/>
        </a:xfrm>
        <a:prstGeom prst="ellipse">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w="9525" cap="flat" cmpd="sng" algn="ctr">
          <a:solidFill>
            <a:schemeClr val="accent4">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33F316AF-E810-4CA4-B0D9-1D4B439DF084}">
      <dsp:nvSpPr>
        <dsp:cNvPr id="0" name=""/>
        <dsp:cNvSpPr/>
      </dsp:nvSpPr>
      <dsp:spPr>
        <a:xfrm>
          <a:off x="2915404" y="1708776"/>
          <a:ext cx="75176" cy="75174"/>
        </a:xfrm>
        <a:prstGeom prst="ellipse">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w="9525" cap="flat" cmpd="sng" algn="ctr">
          <a:solidFill>
            <a:schemeClr val="accent5">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131F0E9F-BB03-4A7B-A8E9-75B614D93604}">
      <dsp:nvSpPr>
        <dsp:cNvPr id="0" name=""/>
        <dsp:cNvSpPr/>
      </dsp:nvSpPr>
      <dsp:spPr>
        <a:xfrm>
          <a:off x="2754836" y="1708776"/>
          <a:ext cx="75176" cy="75174"/>
        </a:xfrm>
        <a:prstGeom prst="ellipse">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w="9525" cap="flat" cmpd="sng" algn="ctr">
          <a:solidFill>
            <a:schemeClr val="accent6">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6B14BB0B-CE4F-40E5-AD8E-11D3E64A8229}">
      <dsp:nvSpPr>
        <dsp:cNvPr id="0" name=""/>
        <dsp:cNvSpPr/>
      </dsp:nvSpPr>
      <dsp:spPr>
        <a:xfrm>
          <a:off x="2754312" y="1514780"/>
          <a:ext cx="881157" cy="1933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l" defTabSz="533400">
            <a:lnSpc>
              <a:spcPct val="90000"/>
            </a:lnSpc>
            <a:spcBef>
              <a:spcPct val="0"/>
            </a:spcBef>
            <a:spcAft>
              <a:spcPct val="35000"/>
            </a:spcAft>
            <a:buNone/>
          </a:pPr>
          <a:r>
            <a:rPr lang="en-US" sz="1200" kern="1200" dirty="0"/>
            <a:t>Some text here</a:t>
          </a:r>
        </a:p>
      </dsp:txBody>
      <dsp:txXfrm>
        <a:off x="2754312" y="1514780"/>
        <a:ext cx="881157" cy="193377"/>
      </dsp:txXfrm>
    </dsp:sp>
    <dsp:sp modelId="{563A7BE5-5FBF-4A45-9D11-BBC05AC7BEEC}">
      <dsp:nvSpPr>
        <dsp:cNvPr id="0" name=""/>
        <dsp:cNvSpPr/>
      </dsp:nvSpPr>
      <dsp:spPr>
        <a:xfrm>
          <a:off x="3654329" y="2522841"/>
          <a:ext cx="150352" cy="150473"/>
        </a:xfrm>
        <a:prstGeom prst="ellipse">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w="9525" cap="flat" cmpd="sng" algn="ctr">
          <a:solidFill>
            <a:schemeClr val="accent4">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AFB0F0C6-A530-435B-9C1E-67CF185568BA}">
      <dsp:nvSpPr>
        <dsp:cNvPr id="0" name=""/>
        <dsp:cNvSpPr/>
      </dsp:nvSpPr>
      <dsp:spPr>
        <a:xfrm>
          <a:off x="3557936" y="2676034"/>
          <a:ext cx="75176" cy="75174"/>
        </a:xfrm>
        <a:prstGeom prst="ellipse">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w="9525" cap="flat" cmpd="sng" algn="ctr">
          <a:solidFill>
            <a:schemeClr val="accent5">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FC992711-49DD-417D-9857-C5DC2AB77E28}">
      <dsp:nvSpPr>
        <dsp:cNvPr id="0" name=""/>
        <dsp:cNvSpPr/>
      </dsp:nvSpPr>
      <dsp:spPr>
        <a:xfrm>
          <a:off x="3397369" y="2676034"/>
          <a:ext cx="75176" cy="75174"/>
        </a:xfrm>
        <a:prstGeom prst="ellipse">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w="9525" cap="flat" cmpd="sng" algn="ctr">
          <a:solidFill>
            <a:schemeClr val="accent6">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4E5B0E6A-DF81-4A0C-8506-7357326EF4B3}">
      <dsp:nvSpPr>
        <dsp:cNvPr id="0" name=""/>
        <dsp:cNvSpPr/>
      </dsp:nvSpPr>
      <dsp:spPr>
        <a:xfrm>
          <a:off x="3236801" y="2676034"/>
          <a:ext cx="75176" cy="75174"/>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BF4CD6D4-3096-4B20-9B1B-FAB959DCC1A8}">
      <dsp:nvSpPr>
        <dsp:cNvPr id="0" name=""/>
        <dsp:cNvSpPr/>
      </dsp:nvSpPr>
      <dsp:spPr>
        <a:xfrm>
          <a:off x="3076233" y="2676034"/>
          <a:ext cx="75176" cy="75174"/>
        </a:xfrm>
        <a:prstGeom prst="ellipse">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C66A3B66-A023-4604-B586-C22AF1722FB6}">
      <dsp:nvSpPr>
        <dsp:cNvPr id="0" name=""/>
        <dsp:cNvSpPr/>
      </dsp:nvSpPr>
      <dsp:spPr>
        <a:xfrm>
          <a:off x="2915404" y="2676034"/>
          <a:ext cx="75176" cy="75174"/>
        </a:xfrm>
        <a:prstGeom prst="ellipse">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w="9525" cap="flat" cmpd="sng" algn="ctr">
          <a:solidFill>
            <a:schemeClr val="accent4">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171941AB-3A63-4E73-B4BD-1CF4E273B52D}">
      <dsp:nvSpPr>
        <dsp:cNvPr id="0" name=""/>
        <dsp:cNvSpPr/>
      </dsp:nvSpPr>
      <dsp:spPr>
        <a:xfrm>
          <a:off x="2754836" y="2676034"/>
          <a:ext cx="75176" cy="75174"/>
        </a:xfrm>
        <a:prstGeom prst="ellipse">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w="9525" cap="flat" cmpd="sng" algn="ctr">
          <a:solidFill>
            <a:schemeClr val="accent5">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BFDEDD3E-3F8D-4DF4-BD58-5CFEC86DA761}">
      <dsp:nvSpPr>
        <dsp:cNvPr id="0" name=""/>
        <dsp:cNvSpPr/>
      </dsp:nvSpPr>
      <dsp:spPr>
        <a:xfrm>
          <a:off x="2754312" y="2481915"/>
          <a:ext cx="881157" cy="1933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l" defTabSz="533400">
            <a:lnSpc>
              <a:spcPct val="90000"/>
            </a:lnSpc>
            <a:spcBef>
              <a:spcPct val="0"/>
            </a:spcBef>
            <a:spcAft>
              <a:spcPct val="35000"/>
            </a:spcAft>
            <a:buNone/>
          </a:pPr>
          <a:r>
            <a:rPr lang="en-US" sz="1200" kern="1200" dirty="0"/>
            <a:t>Some text here</a:t>
          </a:r>
        </a:p>
      </dsp:txBody>
      <dsp:txXfrm>
        <a:off x="2754312" y="2481915"/>
        <a:ext cx="881157" cy="193377"/>
      </dsp:txXfrm>
    </dsp:sp>
    <dsp:sp modelId="{29C65663-376F-4122-939B-41D1510B9C1F}">
      <dsp:nvSpPr>
        <dsp:cNvPr id="0" name=""/>
        <dsp:cNvSpPr/>
      </dsp:nvSpPr>
      <dsp:spPr>
        <a:xfrm>
          <a:off x="8048855" y="2196176"/>
          <a:ext cx="75176" cy="75174"/>
        </a:xfrm>
        <a:prstGeom prst="ellipse">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w="9525" cap="flat" cmpd="sng" algn="ctr">
          <a:solidFill>
            <a:schemeClr val="accent6">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D9EF05FE-2A9E-416E-81E3-7C2B8E863EC6}">
      <dsp:nvSpPr>
        <dsp:cNvPr id="0" name=""/>
        <dsp:cNvSpPr/>
      </dsp:nvSpPr>
      <dsp:spPr>
        <a:xfrm>
          <a:off x="7911076" y="2196176"/>
          <a:ext cx="75176" cy="75174"/>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1D771A6E-4A85-47C3-8657-FBEE23DDF60B}">
      <dsp:nvSpPr>
        <dsp:cNvPr id="0" name=""/>
        <dsp:cNvSpPr/>
      </dsp:nvSpPr>
      <dsp:spPr>
        <a:xfrm>
          <a:off x="7773296" y="2196176"/>
          <a:ext cx="75176" cy="75174"/>
        </a:xfrm>
        <a:prstGeom prst="ellipse">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9B18E674-1CB3-4EA3-9304-04CDA6066879}">
      <dsp:nvSpPr>
        <dsp:cNvPr id="0" name=""/>
        <dsp:cNvSpPr/>
      </dsp:nvSpPr>
      <dsp:spPr>
        <a:xfrm>
          <a:off x="7635779" y="2196176"/>
          <a:ext cx="75176" cy="75174"/>
        </a:xfrm>
        <a:prstGeom prst="ellipse">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w="9525" cap="flat" cmpd="sng" algn="ctr">
          <a:solidFill>
            <a:schemeClr val="accent4">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2E7FBE75-D088-42A6-B2A1-F34CC9A4C2C6}">
      <dsp:nvSpPr>
        <dsp:cNvPr id="0" name=""/>
        <dsp:cNvSpPr/>
      </dsp:nvSpPr>
      <dsp:spPr>
        <a:xfrm>
          <a:off x="7498000" y="2196176"/>
          <a:ext cx="75176" cy="75174"/>
        </a:xfrm>
        <a:prstGeom prst="ellipse">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w="9525" cap="flat" cmpd="sng" algn="ctr">
          <a:solidFill>
            <a:schemeClr val="accent5">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80B7BF12-4AD3-4D46-B9D5-4AD915E3E089}">
      <dsp:nvSpPr>
        <dsp:cNvPr id="0" name=""/>
        <dsp:cNvSpPr/>
      </dsp:nvSpPr>
      <dsp:spPr>
        <a:xfrm>
          <a:off x="7285045" y="2158589"/>
          <a:ext cx="150352" cy="150473"/>
        </a:xfrm>
        <a:prstGeom prst="ellipse">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w="9525" cap="flat" cmpd="sng" algn="ctr">
          <a:solidFill>
            <a:schemeClr val="accent6">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71B46F6A-1C40-482F-94B3-A977BB939DE2}">
      <dsp:nvSpPr>
        <dsp:cNvPr id="0" name=""/>
        <dsp:cNvSpPr/>
      </dsp:nvSpPr>
      <dsp:spPr>
        <a:xfrm>
          <a:off x="7926268" y="2040881"/>
          <a:ext cx="75176" cy="75174"/>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C8847420-4CB1-4081-BBE4-D9585BFE88D6}">
      <dsp:nvSpPr>
        <dsp:cNvPr id="0" name=""/>
        <dsp:cNvSpPr/>
      </dsp:nvSpPr>
      <dsp:spPr>
        <a:xfrm>
          <a:off x="7926268" y="2352584"/>
          <a:ext cx="75176" cy="75174"/>
        </a:xfrm>
        <a:prstGeom prst="ellipse">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D7463DA0-D296-4C97-8F4A-0ADB0FC6236B}">
      <dsp:nvSpPr>
        <dsp:cNvPr id="0" name=""/>
        <dsp:cNvSpPr/>
      </dsp:nvSpPr>
      <dsp:spPr>
        <a:xfrm>
          <a:off x="7993324" y="2108390"/>
          <a:ext cx="75176" cy="75174"/>
        </a:xfrm>
        <a:prstGeom prst="ellipse">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w="9525" cap="flat" cmpd="sng" algn="ctr">
          <a:solidFill>
            <a:schemeClr val="accent4">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A58A4201-AB48-4FB8-9A4F-ECF9B26964D5}">
      <dsp:nvSpPr>
        <dsp:cNvPr id="0" name=""/>
        <dsp:cNvSpPr/>
      </dsp:nvSpPr>
      <dsp:spPr>
        <a:xfrm>
          <a:off x="7997777" y="2285446"/>
          <a:ext cx="75176" cy="75174"/>
        </a:xfrm>
        <a:prstGeom prst="ellipse">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w="9525" cap="flat" cmpd="sng" algn="ctr">
          <a:solidFill>
            <a:schemeClr val="accent5">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FADC3864-2165-46C3-AD0B-1F5D8F859EF0}">
      <dsp:nvSpPr>
        <dsp:cNvPr id="0" name=""/>
        <dsp:cNvSpPr/>
      </dsp:nvSpPr>
      <dsp:spPr>
        <a:xfrm>
          <a:off x="6461513" y="1853191"/>
          <a:ext cx="761190" cy="761269"/>
        </a:xfrm>
        <a:prstGeom prst="ellipse">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w="9525" cap="flat" cmpd="sng" algn="ctr">
          <a:solidFill>
            <a:schemeClr val="accent6">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Lorem Ipsum</a:t>
          </a:r>
        </a:p>
      </dsp:txBody>
      <dsp:txXfrm>
        <a:off x="6572987" y="1964676"/>
        <a:ext cx="538242" cy="538299"/>
      </dsp:txXfrm>
    </dsp:sp>
    <dsp:sp modelId="{F9B17343-1A6D-4830-BAC8-D00BC1B35A81}">
      <dsp:nvSpPr>
        <dsp:cNvPr id="0" name=""/>
        <dsp:cNvSpPr/>
      </dsp:nvSpPr>
      <dsp:spPr>
        <a:xfrm>
          <a:off x="6404673" y="1788154"/>
          <a:ext cx="150352" cy="150473"/>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E9EA3A53-BE6B-42F8-BD3C-E9C6DC1AB66B}">
      <dsp:nvSpPr>
        <dsp:cNvPr id="0" name=""/>
        <dsp:cNvSpPr/>
      </dsp:nvSpPr>
      <dsp:spPr>
        <a:xfrm>
          <a:off x="6308280" y="1708776"/>
          <a:ext cx="75176" cy="75174"/>
        </a:xfrm>
        <a:prstGeom prst="ellipse">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8F8CAA9B-977F-4B4D-BBA8-7E5FF5DA8B1D}">
      <dsp:nvSpPr>
        <dsp:cNvPr id="0" name=""/>
        <dsp:cNvSpPr/>
      </dsp:nvSpPr>
      <dsp:spPr>
        <a:xfrm>
          <a:off x="6147712" y="1708776"/>
          <a:ext cx="75176" cy="75174"/>
        </a:xfrm>
        <a:prstGeom prst="ellipse">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w="9525" cap="flat" cmpd="sng" algn="ctr">
          <a:solidFill>
            <a:schemeClr val="accent4">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4EF9A015-536A-427E-B553-FA55B4509F90}">
      <dsp:nvSpPr>
        <dsp:cNvPr id="0" name=""/>
        <dsp:cNvSpPr/>
      </dsp:nvSpPr>
      <dsp:spPr>
        <a:xfrm>
          <a:off x="5987145" y="1708776"/>
          <a:ext cx="75176" cy="75174"/>
        </a:xfrm>
        <a:prstGeom prst="ellipse">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w="9525" cap="flat" cmpd="sng" algn="ctr">
          <a:solidFill>
            <a:schemeClr val="accent5">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950BC4AB-B407-4F5F-8BE8-10889D9325ED}">
      <dsp:nvSpPr>
        <dsp:cNvPr id="0" name=""/>
        <dsp:cNvSpPr/>
      </dsp:nvSpPr>
      <dsp:spPr>
        <a:xfrm>
          <a:off x="5826577" y="1708776"/>
          <a:ext cx="75176" cy="75174"/>
        </a:xfrm>
        <a:prstGeom prst="ellipse">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w="9525" cap="flat" cmpd="sng" algn="ctr">
          <a:solidFill>
            <a:schemeClr val="accent6">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950B0701-A83D-429B-BDCC-089F3269B231}">
      <dsp:nvSpPr>
        <dsp:cNvPr id="0" name=""/>
        <dsp:cNvSpPr/>
      </dsp:nvSpPr>
      <dsp:spPr>
        <a:xfrm>
          <a:off x="5665747" y="1708776"/>
          <a:ext cx="75176" cy="75174"/>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9B368FB6-5CD0-498E-B8EF-4B046F81752A}">
      <dsp:nvSpPr>
        <dsp:cNvPr id="0" name=""/>
        <dsp:cNvSpPr/>
      </dsp:nvSpPr>
      <dsp:spPr>
        <a:xfrm>
          <a:off x="5505180" y="1708776"/>
          <a:ext cx="75176" cy="75174"/>
        </a:xfrm>
        <a:prstGeom prst="ellipse">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DD7AE950-59A1-4B1B-9CCB-FEA76F267A6E}">
      <dsp:nvSpPr>
        <dsp:cNvPr id="0" name=""/>
        <dsp:cNvSpPr/>
      </dsp:nvSpPr>
      <dsp:spPr>
        <a:xfrm>
          <a:off x="5504656" y="1514780"/>
          <a:ext cx="881157" cy="1933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l" defTabSz="533400">
            <a:lnSpc>
              <a:spcPct val="90000"/>
            </a:lnSpc>
            <a:spcBef>
              <a:spcPct val="0"/>
            </a:spcBef>
            <a:spcAft>
              <a:spcPct val="35000"/>
            </a:spcAft>
            <a:buNone/>
          </a:pPr>
          <a:r>
            <a:rPr lang="en-US" sz="1200" kern="1200" dirty="0"/>
            <a:t>Some text here</a:t>
          </a:r>
        </a:p>
      </dsp:txBody>
      <dsp:txXfrm>
        <a:off x="5504656" y="1514780"/>
        <a:ext cx="881157" cy="193377"/>
      </dsp:txXfrm>
    </dsp:sp>
    <dsp:sp modelId="{4FF59E53-AB33-43B1-B34E-59869079FD39}">
      <dsp:nvSpPr>
        <dsp:cNvPr id="0" name=""/>
        <dsp:cNvSpPr/>
      </dsp:nvSpPr>
      <dsp:spPr>
        <a:xfrm>
          <a:off x="6404673" y="2522841"/>
          <a:ext cx="150352" cy="150473"/>
        </a:xfrm>
        <a:prstGeom prst="ellipse">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w="9525" cap="flat" cmpd="sng" algn="ctr">
          <a:solidFill>
            <a:schemeClr val="accent6">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AE301EC1-5E53-4258-9C86-3D79C5D8D410}">
      <dsp:nvSpPr>
        <dsp:cNvPr id="0" name=""/>
        <dsp:cNvSpPr/>
      </dsp:nvSpPr>
      <dsp:spPr>
        <a:xfrm>
          <a:off x="6308280" y="2676034"/>
          <a:ext cx="75176" cy="75174"/>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76655C17-2A99-41A8-8A9E-40189A8A1D99}">
      <dsp:nvSpPr>
        <dsp:cNvPr id="0" name=""/>
        <dsp:cNvSpPr/>
      </dsp:nvSpPr>
      <dsp:spPr>
        <a:xfrm>
          <a:off x="6147712" y="2676034"/>
          <a:ext cx="75176" cy="75174"/>
        </a:xfrm>
        <a:prstGeom prst="ellipse">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4E8D41DC-8CFB-475E-AEFA-23D16093B332}">
      <dsp:nvSpPr>
        <dsp:cNvPr id="0" name=""/>
        <dsp:cNvSpPr/>
      </dsp:nvSpPr>
      <dsp:spPr>
        <a:xfrm>
          <a:off x="5987145" y="2676034"/>
          <a:ext cx="75176" cy="75174"/>
        </a:xfrm>
        <a:prstGeom prst="ellipse">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w="9525" cap="flat" cmpd="sng" algn="ctr">
          <a:solidFill>
            <a:schemeClr val="accent4">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1E9DA264-31E2-47BD-A801-1AF5586D364C}">
      <dsp:nvSpPr>
        <dsp:cNvPr id="0" name=""/>
        <dsp:cNvSpPr/>
      </dsp:nvSpPr>
      <dsp:spPr>
        <a:xfrm>
          <a:off x="5826577" y="2676034"/>
          <a:ext cx="75176" cy="75174"/>
        </a:xfrm>
        <a:prstGeom prst="ellipse">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w="9525" cap="flat" cmpd="sng" algn="ctr">
          <a:solidFill>
            <a:schemeClr val="accent5">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9609AE2F-3B06-49FA-82AF-3E1105A6E7E8}">
      <dsp:nvSpPr>
        <dsp:cNvPr id="0" name=""/>
        <dsp:cNvSpPr/>
      </dsp:nvSpPr>
      <dsp:spPr>
        <a:xfrm>
          <a:off x="5665747" y="2676034"/>
          <a:ext cx="75176" cy="75174"/>
        </a:xfrm>
        <a:prstGeom prst="ellipse">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w="9525" cap="flat" cmpd="sng" algn="ctr">
          <a:solidFill>
            <a:schemeClr val="accent6">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B45AD48A-9477-4D68-A560-10801E9837FE}">
      <dsp:nvSpPr>
        <dsp:cNvPr id="0" name=""/>
        <dsp:cNvSpPr/>
      </dsp:nvSpPr>
      <dsp:spPr>
        <a:xfrm>
          <a:off x="5505180" y="2676034"/>
          <a:ext cx="75176" cy="75174"/>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505177EF-C5FA-4959-85B8-575D3BA85608}">
      <dsp:nvSpPr>
        <dsp:cNvPr id="0" name=""/>
        <dsp:cNvSpPr/>
      </dsp:nvSpPr>
      <dsp:spPr>
        <a:xfrm>
          <a:off x="5504656" y="2481915"/>
          <a:ext cx="881157" cy="1933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0">
          <a:noAutofit/>
        </a:bodyPr>
        <a:lstStyle/>
        <a:p>
          <a:pPr marL="0" lvl="0" indent="0" algn="l" defTabSz="533400">
            <a:lnSpc>
              <a:spcPct val="90000"/>
            </a:lnSpc>
            <a:spcBef>
              <a:spcPct val="0"/>
            </a:spcBef>
            <a:spcAft>
              <a:spcPct val="35000"/>
            </a:spcAft>
            <a:buNone/>
          </a:pPr>
          <a:r>
            <a:rPr lang="en-US" sz="1200" kern="1200" dirty="0"/>
            <a:t>Some text here</a:t>
          </a:r>
        </a:p>
      </dsp:txBody>
      <dsp:txXfrm>
        <a:off x="5504656" y="2481915"/>
        <a:ext cx="881157" cy="193377"/>
      </dsp:txXfrm>
    </dsp:sp>
  </dsp:spTree>
</dsp:drawing>
</file>

<file path=ppt/diagrams/drawing5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071EAE-E96A-482C-92EA-936F090D00F4}">
      <dsp:nvSpPr>
        <dsp:cNvPr id="0" name=""/>
        <dsp:cNvSpPr/>
      </dsp:nvSpPr>
      <dsp:spPr>
        <a:xfrm>
          <a:off x="315912" y="1586944"/>
          <a:ext cx="1249362" cy="1092100"/>
        </a:xfrm>
        <a:prstGeom prst="rightArrow">
          <a:avLst>
            <a:gd name="adj1" fmla="val 70000"/>
            <a:gd name="adj2" fmla="val 50000"/>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5400" tIns="6350" rIns="12700" bIns="6350" numCol="1" spcCol="1270" anchor="ctr" anchorCtr="0">
          <a:noAutofit/>
        </a:bodyPr>
        <a:lstStyle/>
        <a:p>
          <a:pPr marL="57150" lvl="1" indent="-57150" algn="l" defTabSz="444500">
            <a:lnSpc>
              <a:spcPct val="90000"/>
            </a:lnSpc>
            <a:spcBef>
              <a:spcPct val="0"/>
            </a:spcBef>
            <a:spcAft>
              <a:spcPct val="15000"/>
            </a:spcAft>
            <a:buChar char="•"/>
          </a:pPr>
          <a:r>
            <a:rPr lang="en-US" sz="1000" kern="1200" dirty="0"/>
            <a:t>Some text here</a:t>
          </a:r>
        </a:p>
        <a:p>
          <a:pPr marL="57150" lvl="1" indent="-57150" algn="l" defTabSz="444500">
            <a:lnSpc>
              <a:spcPct val="90000"/>
            </a:lnSpc>
            <a:spcBef>
              <a:spcPct val="0"/>
            </a:spcBef>
            <a:spcAft>
              <a:spcPct val="15000"/>
            </a:spcAft>
            <a:buChar char="•"/>
          </a:pPr>
          <a:r>
            <a:rPr lang="en-US" sz="1000" kern="1200" dirty="0"/>
            <a:t>Some text here</a:t>
          </a:r>
        </a:p>
      </dsp:txBody>
      <dsp:txXfrm>
        <a:off x="628253" y="1750759"/>
        <a:ext cx="609064" cy="764470"/>
      </dsp:txXfrm>
    </dsp:sp>
    <dsp:sp modelId="{BB724FC6-002C-4531-AD48-7767501E1274}">
      <dsp:nvSpPr>
        <dsp:cNvPr id="0" name=""/>
        <dsp:cNvSpPr/>
      </dsp:nvSpPr>
      <dsp:spPr>
        <a:xfrm>
          <a:off x="3571" y="1820654"/>
          <a:ext cx="624681" cy="624681"/>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Lorem Ipsum</a:t>
          </a:r>
        </a:p>
      </dsp:txBody>
      <dsp:txXfrm>
        <a:off x="95053" y="1912136"/>
        <a:ext cx="441717" cy="441717"/>
      </dsp:txXfrm>
    </dsp:sp>
    <dsp:sp modelId="{696125AA-9BB5-44EC-8E95-AA03EDC522A0}">
      <dsp:nvSpPr>
        <dsp:cNvPr id="0" name=""/>
        <dsp:cNvSpPr/>
      </dsp:nvSpPr>
      <dsp:spPr>
        <a:xfrm>
          <a:off x="1955700" y="1586944"/>
          <a:ext cx="1249362" cy="1092100"/>
        </a:xfrm>
        <a:prstGeom prst="rightArrow">
          <a:avLst>
            <a:gd name="adj1" fmla="val 70000"/>
            <a:gd name="adj2" fmla="val 50000"/>
          </a:avLst>
        </a:prstGeom>
        <a:solidFill>
          <a:schemeClr val="accent3">
            <a:tint val="40000"/>
            <a:alpha val="90000"/>
            <a:hueOff val="0"/>
            <a:satOff val="0"/>
            <a:lumOff val="0"/>
            <a:alphaOff val="0"/>
          </a:schemeClr>
        </a:solidFill>
        <a:ln w="9525" cap="flat" cmpd="sng" algn="ctr">
          <a:solidFill>
            <a:schemeClr val="accent3">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5400" tIns="6350" rIns="12700" bIns="6350" numCol="1" spcCol="1270" anchor="ctr" anchorCtr="0">
          <a:noAutofit/>
        </a:bodyPr>
        <a:lstStyle/>
        <a:p>
          <a:pPr marL="57150" lvl="1" indent="-57150" algn="l" defTabSz="444500">
            <a:lnSpc>
              <a:spcPct val="90000"/>
            </a:lnSpc>
            <a:spcBef>
              <a:spcPct val="0"/>
            </a:spcBef>
            <a:spcAft>
              <a:spcPct val="15000"/>
            </a:spcAft>
            <a:buChar char="•"/>
          </a:pPr>
          <a:r>
            <a:rPr lang="en-US" sz="1000" kern="1200" dirty="0"/>
            <a:t>Some text here</a:t>
          </a:r>
        </a:p>
        <a:p>
          <a:pPr marL="57150" lvl="1" indent="-57150" algn="l" defTabSz="444500">
            <a:lnSpc>
              <a:spcPct val="90000"/>
            </a:lnSpc>
            <a:spcBef>
              <a:spcPct val="0"/>
            </a:spcBef>
            <a:spcAft>
              <a:spcPct val="15000"/>
            </a:spcAft>
            <a:buChar char="•"/>
          </a:pPr>
          <a:r>
            <a:rPr lang="en-US" sz="1000" kern="1200"/>
            <a:t>Some text here</a:t>
          </a:r>
          <a:endParaRPr lang="en-US" sz="1000" kern="1200" dirty="0"/>
        </a:p>
      </dsp:txBody>
      <dsp:txXfrm>
        <a:off x="2268041" y="1750759"/>
        <a:ext cx="609064" cy="764470"/>
      </dsp:txXfrm>
    </dsp:sp>
    <dsp:sp modelId="{E5FFB696-0639-49E2-967C-DE4032CF715C}">
      <dsp:nvSpPr>
        <dsp:cNvPr id="0" name=""/>
        <dsp:cNvSpPr/>
      </dsp:nvSpPr>
      <dsp:spPr>
        <a:xfrm>
          <a:off x="1643360" y="1820654"/>
          <a:ext cx="624681" cy="624681"/>
        </a:xfrm>
        <a:prstGeom prst="ellipse">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Lorem Ipsum</a:t>
          </a:r>
        </a:p>
      </dsp:txBody>
      <dsp:txXfrm>
        <a:off x="1734842" y="1912136"/>
        <a:ext cx="441717" cy="441717"/>
      </dsp:txXfrm>
    </dsp:sp>
    <dsp:sp modelId="{B83F12E6-ED35-47A8-8660-FFC174E11984}">
      <dsp:nvSpPr>
        <dsp:cNvPr id="0" name=""/>
        <dsp:cNvSpPr/>
      </dsp:nvSpPr>
      <dsp:spPr>
        <a:xfrm>
          <a:off x="3595489" y="1586944"/>
          <a:ext cx="1249362" cy="1092100"/>
        </a:xfrm>
        <a:prstGeom prst="rightArrow">
          <a:avLst>
            <a:gd name="adj1" fmla="val 70000"/>
            <a:gd name="adj2" fmla="val 50000"/>
          </a:avLst>
        </a:prstGeom>
        <a:solidFill>
          <a:schemeClr val="accent4">
            <a:tint val="40000"/>
            <a:alpha val="90000"/>
            <a:hueOff val="0"/>
            <a:satOff val="0"/>
            <a:lumOff val="0"/>
            <a:alphaOff val="0"/>
          </a:schemeClr>
        </a:solidFill>
        <a:ln w="9525" cap="flat" cmpd="sng" algn="ctr">
          <a:solidFill>
            <a:schemeClr val="accent4">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5400" tIns="6350" rIns="12700" bIns="6350" numCol="1" spcCol="1270" anchor="ctr" anchorCtr="0">
          <a:noAutofit/>
        </a:bodyPr>
        <a:lstStyle/>
        <a:p>
          <a:pPr marL="57150" lvl="1" indent="-57150" algn="l" defTabSz="444500">
            <a:lnSpc>
              <a:spcPct val="90000"/>
            </a:lnSpc>
            <a:spcBef>
              <a:spcPct val="0"/>
            </a:spcBef>
            <a:spcAft>
              <a:spcPct val="15000"/>
            </a:spcAft>
            <a:buChar char="•"/>
          </a:pPr>
          <a:r>
            <a:rPr lang="en-US" sz="1000" kern="1200" dirty="0"/>
            <a:t>Some text here</a:t>
          </a:r>
        </a:p>
        <a:p>
          <a:pPr marL="57150" lvl="1" indent="-57150" algn="l" defTabSz="444500">
            <a:lnSpc>
              <a:spcPct val="90000"/>
            </a:lnSpc>
            <a:spcBef>
              <a:spcPct val="0"/>
            </a:spcBef>
            <a:spcAft>
              <a:spcPct val="15000"/>
            </a:spcAft>
            <a:buChar char="•"/>
          </a:pPr>
          <a:r>
            <a:rPr lang="en-US" sz="1000" kern="1200" dirty="0"/>
            <a:t>Some text here</a:t>
          </a:r>
        </a:p>
      </dsp:txBody>
      <dsp:txXfrm>
        <a:off x="3907829" y="1750759"/>
        <a:ext cx="609064" cy="764470"/>
      </dsp:txXfrm>
    </dsp:sp>
    <dsp:sp modelId="{81978F36-E5B6-418B-A70B-2D6699B20869}">
      <dsp:nvSpPr>
        <dsp:cNvPr id="0" name=""/>
        <dsp:cNvSpPr/>
      </dsp:nvSpPr>
      <dsp:spPr>
        <a:xfrm>
          <a:off x="3283148" y="1820654"/>
          <a:ext cx="624681" cy="624681"/>
        </a:xfrm>
        <a:prstGeom prst="ellipse">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Lorem Ipsum</a:t>
          </a:r>
        </a:p>
      </dsp:txBody>
      <dsp:txXfrm>
        <a:off x="3374630" y="1912136"/>
        <a:ext cx="441717" cy="441717"/>
      </dsp:txXfrm>
    </dsp:sp>
    <dsp:sp modelId="{B22DD4CB-B811-4CF4-AEF2-CAFEB3D2117F}">
      <dsp:nvSpPr>
        <dsp:cNvPr id="0" name=""/>
        <dsp:cNvSpPr/>
      </dsp:nvSpPr>
      <dsp:spPr>
        <a:xfrm>
          <a:off x="5235277" y="1586944"/>
          <a:ext cx="1249362" cy="1092100"/>
        </a:xfrm>
        <a:prstGeom prst="rightArrow">
          <a:avLst>
            <a:gd name="adj1" fmla="val 70000"/>
            <a:gd name="adj2" fmla="val 50000"/>
          </a:avLst>
        </a:prstGeom>
        <a:solidFill>
          <a:schemeClr val="accent5">
            <a:tint val="40000"/>
            <a:alpha val="90000"/>
            <a:hueOff val="0"/>
            <a:satOff val="0"/>
            <a:lumOff val="0"/>
            <a:alphaOff val="0"/>
          </a:schemeClr>
        </a:solidFill>
        <a:ln w="9525" cap="flat" cmpd="sng" algn="ctr">
          <a:solidFill>
            <a:schemeClr val="accent5">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5400" tIns="6350" rIns="12700" bIns="6350" numCol="1" spcCol="1270" anchor="ctr" anchorCtr="0">
          <a:noAutofit/>
        </a:bodyPr>
        <a:lstStyle/>
        <a:p>
          <a:pPr marL="57150" lvl="1" indent="-57150" algn="l" defTabSz="444500">
            <a:lnSpc>
              <a:spcPct val="90000"/>
            </a:lnSpc>
            <a:spcBef>
              <a:spcPct val="0"/>
            </a:spcBef>
            <a:spcAft>
              <a:spcPct val="15000"/>
            </a:spcAft>
            <a:buChar char="•"/>
          </a:pPr>
          <a:r>
            <a:rPr lang="en-US" sz="1000" kern="1200" dirty="0"/>
            <a:t>Some text here</a:t>
          </a:r>
        </a:p>
        <a:p>
          <a:pPr marL="57150" lvl="1" indent="-57150" algn="l" defTabSz="444500">
            <a:lnSpc>
              <a:spcPct val="90000"/>
            </a:lnSpc>
            <a:spcBef>
              <a:spcPct val="0"/>
            </a:spcBef>
            <a:spcAft>
              <a:spcPct val="15000"/>
            </a:spcAft>
            <a:buChar char="•"/>
          </a:pPr>
          <a:r>
            <a:rPr lang="en-US" sz="1000" kern="1200" dirty="0"/>
            <a:t>Some text here</a:t>
          </a:r>
        </a:p>
      </dsp:txBody>
      <dsp:txXfrm>
        <a:off x="5547617" y="1750759"/>
        <a:ext cx="609064" cy="764470"/>
      </dsp:txXfrm>
    </dsp:sp>
    <dsp:sp modelId="{7D3C6993-B9DF-49F6-9F39-C5A218E90269}">
      <dsp:nvSpPr>
        <dsp:cNvPr id="0" name=""/>
        <dsp:cNvSpPr/>
      </dsp:nvSpPr>
      <dsp:spPr>
        <a:xfrm>
          <a:off x="4922936" y="1820654"/>
          <a:ext cx="624681" cy="624681"/>
        </a:xfrm>
        <a:prstGeom prst="ellipse">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a:t>Lorem Ipsum</a:t>
          </a:r>
          <a:endParaRPr lang="en-US" sz="1200" kern="1200" dirty="0"/>
        </a:p>
      </dsp:txBody>
      <dsp:txXfrm>
        <a:off x="5014418" y="1912136"/>
        <a:ext cx="441717" cy="441717"/>
      </dsp:txXfrm>
    </dsp:sp>
    <dsp:sp modelId="{A13607B8-F098-485B-9571-F04508678993}">
      <dsp:nvSpPr>
        <dsp:cNvPr id="0" name=""/>
        <dsp:cNvSpPr/>
      </dsp:nvSpPr>
      <dsp:spPr>
        <a:xfrm>
          <a:off x="6875065" y="1586944"/>
          <a:ext cx="1249362" cy="1092100"/>
        </a:xfrm>
        <a:prstGeom prst="rightArrow">
          <a:avLst>
            <a:gd name="adj1" fmla="val 70000"/>
            <a:gd name="adj2" fmla="val 50000"/>
          </a:avLst>
        </a:prstGeom>
        <a:solidFill>
          <a:schemeClr val="accent6">
            <a:tint val="40000"/>
            <a:alpha val="90000"/>
            <a:hueOff val="0"/>
            <a:satOff val="0"/>
            <a:lumOff val="0"/>
            <a:alphaOff val="0"/>
          </a:schemeClr>
        </a:solidFill>
        <a:ln w="9525" cap="flat" cmpd="sng" algn="ctr">
          <a:solidFill>
            <a:schemeClr val="accent6">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5400" tIns="6350" rIns="12700" bIns="6350" numCol="1" spcCol="1270" anchor="ctr" anchorCtr="0">
          <a:noAutofit/>
        </a:bodyPr>
        <a:lstStyle/>
        <a:p>
          <a:pPr marL="57150" lvl="1" indent="-57150" algn="l" defTabSz="444500">
            <a:lnSpc>
              <a:spcPct val="90000"/>
            </a:lnSpc>
            <a:spcBef>
              <a:spcPct val="0"/>
            </a:spcBef>
            <a:spcAft>
              <a:spcPct val="15000"/>
            </a:spcAft>
            <a:buChar char="•"/>
          </a:pPr>
          <a:r>
            <a:rPr lang="en-US" sz="1000" kern="1200" dirty="0"/>
            <a:t>Some text here</a:t>
          </a:r>
        </a:p>
        <a:p>
          <a:pPr marL="57150" lvl="1" indent="-57150" algn="l" defTabSz="444500">
            <a:lnSpc>
              <a:spcPct val="90000"/>
            </a:lnSpc>
            <a:spcBef>
              <a:spcPct val="0"/>
            </a:spcBef>
            <a:spcAft>
              <a:spcPct val="15000"/>
            </a:spcAft>
            <a:buChar char="•"/>
          </a:pPr>
          <a:r>
            <a:rPr lang="en-US" sz="1000" kern="1200" dirty="0"/>
            <a:t>Some text here</a:t>
          </a:r>
        </a:p>
      </dsp:txBody>
      <dsp:txXfrm>
        <a:off x="7187406" y="1750759"/>
        <a:ext cx="609064" cy="764470"/>
      </dsp:txXfrm>
    </dsp:sp>
    <dsp:sp modelId="{6F42016A-C517-4FE9-BEEF-4979D456A5AB}">
      <dsp:nvSpPr>
        <dsp:cNvPr id="0" name=""/>
        <dsp:cNvSpPr/>
      </dsp:nvSpPr>
      <dsp:spPr>
        <a:xfrm>
          <a:off x="6562724" y="1820654"/>
          <a:ext cx="624681" cy="624681"/>
        </a:xfrm>
        <a:prstGeom prst="ellipse">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a:t>Lorem Ipsum</a:t>
          </a:r>
          <a:endParaRPr lang="en-US" sz="1200" kern="1200" dirty="0"/>
        </a:p>
      </dsp:txBody>
      <dsp:txXfrm>
        <a:off x="6654206" y="1912136"/>
        <a:ext cx="441717" cy="441717"/>
      </dsp:txXfrm>
    </dsp:sp>
  </dsp:spTree>
</dsp:drawing>
</file>

<file path=ppt/diagrams/drawing5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231EC1-D7B6-4A33-A7E4-D38547188266}">
      <dsp:nvSpPr>
        <dsp:cNvPr id="0" name=""/>
        <dsp:cNvSpPr/>
      </dsp:nvSpPr>
      <dsp:spPr>
        <a:xfrm>
          <a:off x="2192" y="1921544"/>
          <a:ext cx="689374" cy="689374"/>
        </a:xfrm>
        <a:prstGeom prst="donut">
          <a:avLst>
            <a:gd name="adj" fmla="val 2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8ABCCD18-D367-46EB-8B70-E4F3CB41D42E}">
      <dsp:nvSpPr>
        <dsp:cNvPr id="0" name=""/>
        <dsp:cNvSpPr/>
      </dsp:nvSpPr>
      <dsp:spPr>
        <a:xfrm rot="17700000">
          <a:off x="245096" y="1359563"/>
          <a:ext cx="856969" cy="4129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560" tIns="0" rIns="0" bIns="0" numCol="1" spcCol="1270" anchor="ctr" anchorCtr="0">
          <a:noAutofit/>
        </a:bodyPr>
        <a:lstStyle/>
        <a:p>
          <a:pPr marL="0" lvl="0" indent="0" algn="l" defTabSz="622300">
            <a:lnSpc>
              <a:spcPct val="90000"/>
            </a:lnSpc>
            <a:spcBef>
              <a:spcPct val="0"/>
            </a:spcBef>
            <a:spcAft>
              <a:spcPct val="35000"/>
            </a:spcAft>
            <a:buNone/>
          </a:pPr>
          <a:r>
            <a:rPr lang="en-US" sz="1400" kern="1200" dirty="0"/>
            <a:t>Lorem Ipsum</a:t>
          </a:r>
        </a:p>
      </dsp:txBody>
      <dsp:txXfrm>
        <a:off x="245096" y="1359563"/>
        <a:ext cx="856969" cy="412992"/>
      </dsp:txXfrm>
    </dsp:sp>
    <dsp:sp modelId="{3EC66005-00D2-4ED5-8F17-4A0857D7A1B0}">
      <dsp:nvSpPr>
        <dsp:cNvPr id="0" name=""/>
        <dsp:cNvSpPr/>
      </dsp:nvSpPr>
      <dsp:spPr>
        <a:xfrm>
          <a:off x="743493" y="2087317"/>
          <a:ext cx="357829" cy="357829"/>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74B1D5FA-1BF5-49AE-8146-17830A381C3C}">
      <dsp:nvSpPr>
        <dsp:cNvPr id="0" name=""/>
        <dsp:cNvSpPr/>
      </dsp:nvSpPr>
      <dsp:spPr>
        <a:xfrm rot="17700000">
          <a:off x="319693" y="2585358"/>
          <a:ext cx="741318" cy="3574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30480" bIns="0" numCol="1" spcCol="1270" anchor="ctr" anchorCtr="0">
          <a:noAutofit/>
        </a:bodyPr>
        <a:lstStyle/>
        <a:p>
          <a:pPr marL="0" lvl="0" indent="0" algn="r" defTabSz="533400">
            <a:lnSpc>
              <a:spcPct val="90000"/>
            </a:lnSpc>
            <a:spcBef>
              <a:spcPct val="0"/>
            </a:spcBef>
            <a:spcAft>
              <a:spcPct val="35000"/>
            </a:spcAft>
            <a:buNone/>
          </a:pPr>
          <a:r>
            <a:rPr lang="en-US" sz="1200" kern="1200" dirty="0"/>
            <a:t>Some text here</a:t>
          </a:r>
        </a:p>
      </dsp:txBody>
      <dsp:txXfrm>
        <a:off x="319693" y="2585358"/>
        <a:ext cx="741318" cy="357436"/>
      </dsp:txXfrm>
    </dsp:sp>
    <dsp:sp modelId="{A08A4397-DAED-4A52-B27F-7E82FFC47065}">
      <dsp:nvSpPr>
        <dsp:cNvPr id="0" name=""/>
        <dsp:cNvSpPr/>
      </dsp:nvSpPr>
      <dsp:spPr>
        <a:xfrm rot="17700000">
          <a:off x="783803" y="1589668"/>
          <a:ext cx="741318" cy="357436"/>
        </a:xfrm>
        <a:prstGeom prst="rect">
          <a:avLst/>
        </a:prstGeom>
        <a:noFill/>
        <a:ln>
          <a:noFill/>
        </a:ln>
        <a:effectLst/>
      </dsp:spPr>
      <dsp:style>
        <a:lnRef idx="0">
          <a:scrgbClr r="0" g="0" b="0"/>
        </a:lnRef>
        <a:fillRef idx="0">
          <a:scrgbClr r="0" g="0" b="0"/>
        </a:fillRef>
        <a:effectRef idx="0">
          <a:scrgbClr r="0" g="0" b="0"/>
        </a:effectRef>
        <a:fontRef idx="minor"/>
      </dsp:style>
    </dsp:sp>
    <dsp:sp modelId="{E7220013-4046-4E03-86FE-B8CC59E59D11}">
      <dsp:nvSpPr>
        <dsp:cNvPr id="0" name=""/>
        <dsp:cNvSpPr/>
      </dsp:nvSpPr>
      <dsp:spPr>
        <a:xfrm>
          <a:off x="1153193" y="2087317"/>
          <a:ext cx="357829" cy="357829"/>
        </a:xfrm>
        <a:prstGeom prst="ellipse">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E2CA0DDB-878A-41A8-BDCF-AABBC2763BCC}">
      <dsp:nvSpPr>
        <dsp:cNvPr id="0" name=""/>
        <dsp:cNvSpPr/>
      </dsp:nvSpPr>
      <dsp:spPr>
        <a:xfrm rot="17700000">
          <a:off x="729393" y="2585358"/>
          <a:ext cx="741318" cy="3574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30480" bIns="0" numCol="1" spcCol="1270" anchor="ctr" anchorCtr="0">
          <a:noAutofit/>
        </a:bodyPr>
        <a:lstStyle/>
        <a:p>
          <a:pPr marL="0" lvl="0" indent="0" algn="r" defTabSz="533400">
            <a:lnSpc>
              <a:spcPct val="90000"/>
            </a:lnSpc>
            <a:spcBef>
              <a:spcPct val="0"/>
            </a:spcBef>
            <a:spcAft>
              <a:spcPct val="35000"/>
            </a:spcAft>
            <a:buNone/>
          </a:pPr>
          <a:r>
            <a:rPr lang="en-US" sz="1200" kern="1200" dirty="0"/>
            <a:t>Some text here</a:t>
          </a:r>
        </a:p>
      </dsp:txBody>
      <dsp:txXfrm>
        <a:off x="729393" y="2585358"/>
        <a:ext cx="741318" cy="357436"/>
      </dsp:txXfrm>
    </dsp:sp>
    <dsp:sp modelId="{CCAC4273-C2AA-474F-84DE-211ABDFB5690}">
      <dsp:nvSpPr>
        <dsp:cNvPr id="0" name=""/>
        <dsp:cNvSpPr/>
      </dsp:nvSpPr>
      <dsp:spPr>
        <a:xfrm rot="17700000">
          <a:off x="1193503" y="1589668"/>
          <a:ext cx="741318" cy="357436"/>
        </a:xfrm>
        <a:prstGeom prst="rect">
          <a:avLst/>
        </a:prstGeom>
        <a:noFill/>
        <a:ln>
          <a:noFill/>
        </a:ln>
        <a:effectLst/>
      </dsp:spPr>
      <dsp:style>
        <a:lnRef idx="0">
          <a:scrgbClr r="0" g="0" b="0"/>
        </a:lnRef>
        <a:fillRef idx="0">
          <a:scrgbClr r="0" g="0" b="0"/>
        </a:fillRef>
        <a:effectRef idx="0">
          <a:scrgbClr r="0" g="0" b="0"/>
        </a:effectRef>
        <a:fontRef idx="minor"/>
      </dsp:style>
    </dsp:sp>
    <dsp:sp modelId="{FF52728C-5F25-4685-89C3-04656A602CF0}">
      <dsp:nvSpPr>
        <dsp:cNvPr id="0" name=""/>
        <dsp:cNvSpPr/>
      </dsp:nvSpPr>
      <dsp:spPr>
        <a:xfrm>
          <a:off x="1562948" y="1921544"/>
          <a:ext cx="689374" cy="689374"/>
        </a:xfrm>
        <a:prstGeom prst="donut">
          <a:avLst>
            <a:gd name="adj" fmla="val 2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F260EB3B-7DD1-4747-9F89-68D6CA0BAD55}">
      <dsp:nvSpPr>
        <dsp:cNvPr id="0" name=""/>
        <dsp:cNvSpPr/>
      </dsp:nvSpPr>
      <dsp:spPr>
        <a:xfrm rot="17700000">
          <a:off x="1805852" y="1359563"/>
          <a:ext cx="856969" cy="4129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560" tIns="0" rIns="0" bIns="0" numCol="1" spcCol="1270" anchor="ctr" anchorCtr="0">
          <a:noAutofit/>
        </a:bodyPr>
        <a:lstStyle/>
        <a:p>
          <a:pPr marL="0" lvl="0" indent="0" algn="l" defTabSz="622300">
            <a:lnSpc>
              <a:spcPct val="90000"/>
            </a:lnSpc>
            <a:spcBef>
              <a:spcPct val="0"/>
            </a:spcBef>
            <a:spcAft>
              <a:spcPct val="35000"/>
            </a:spcAft>
            <a:buNone/>
          </a:pPr>
          <a:r>
            <a:rPr lang="en-US" sz="1400" kern="1200" dirty="0"/>
            <a:t>Lorem Ipsum</a:t>
          </a:r>
        </a:p>
      </dsp:txBody>
      <dsp:txXfrm>
        <a:off x="1805852" y="1359563"/>
        <a:ext cx="856969" cy="412992"/>
      </dsp:txXfrm>
    </dsp:sp>
    <dsp:sp modelId="{5D9B9E95-F27C-4440-BDF6-2DB008035677}">
      <dsp:nvSpPr>
        <dsp:cNvPr id="0" name=""/>
        <dsp:cNvSpPr/>
      </dsp:nvSpPr>
      <dsp:spPr>
        <a:xfrm>
          <a:off x="2304249" y="2087317"/>
          <a:ext cx="357829" cy="357829"/>
        </a:xfrm>
        <a:prstGeom prst="ellipse">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3AB96BC5-E39B-40A9-82C2-441F9DBD2830}">
      <dsp:nvSpPr>
        <dsp:cNvPr id="0" name=""/>
        <dsp:cNvSpPr/>
      </dsp:nvSpPr>
      <dsp:spPr>
        <a:xfrm rot="17700000">
          <a:off x="1880449" y="2585358"/>
          <a:ext cx="741318" cy="3574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30480" bIns="0" numCol="1" spcCol="1270" anchor="ctr" anchorCtr="0">
          <a:noAutofit/>
        </a:bodyPr>
        <a:lstStyle/>
        <a:p>
          <a:pPr marL="0" lvl="0" indent="0" algn="r" defTabSz="533400">
            <a:lnSpc>
              <a:spcPct val="90000"/>
            </a:lnSpc>
            <a:spcBef>
              <a:spcPct val="0"/>
            </a:spcBef>
            <a:spcAft>
              <a:spcPct val="35000"/>
            </a:spcAft>
            <a:buNone/>
          </a:pPr>
          <a:r>
            <a:rPr lang="en-US" sz="1200" kern="1200" dirty="0"/>
            <a:t>Some text here</a:t>
          </a:r>
        </a:p>
      </dsp:txBody>
      <dsp:txXfrm>
        <a:off x="1880449" y="2585358"/>
        <a:ext cx="741318" cy="357436"/>
      </dsp:txXfrm>
    </dsp:sp>
    <dsp:sp modelId="{29301EDC-45C9-4F4F-968C-F1E0075F1F06}">
      <dsp:nvSpPr>
        <dsp:cNvPr id="0" name=""/>
        <dsp:cNvSpPr/>
      </dsp:nvSpPr>
      <dsp:spPr>
        <a:xfrm rot="17700000">
          <a:off x="2344559" y="1589668"/>
          <a:ext cx="741318" cy="357436"/>
        </a:xfrm>
        <a:prstGeom prst="rect">
          <a:avLst/>
        </a:prstGeom>
        <a:noFill/>
        <a:ln>
          <a:noFill/>
        </a:ln>
        <a:effectLst/>
      </dsp:spPr>
      <dsp:style>
        <a:lnRef idx="0">
          <a:scrgbClr r="0" g="0" b="0"/>
        </a:lnRef>
        <a:fillRef idx="0">
          <a:scrgbClr r="0" g="0" b="0"/>
        </a:fillRef>
        <a:effectRef idx="0">
          <a:scrgbClr r="0" g="0" b="0"/>
        </a:effectRef>
        <a:fontRef idx="minor"/>
      </dsp:style>
    </dsp:sp>
    <dsp:sp modelId="{75395E71-25FC-4073-A3EF-2BF82AFFBBAE}">
      <dsp:nvSpPr>
        <dsp:cNvPr id="0" name=""/>
        <dsp:cNvSpPr/>
      </dsp:nvSpPr>
      <dsp:spPr>
        <a:xfrm>
          <a:off x="2713949" y="2087317"/>
          <a:ext cx="357829" cy="357829"/>
        </a:xfrm>
        <a:prstGeom prst="ellipse">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48E309BB-E9B2-4762-BE9A-6F65F41E1D34}">
      <dsp:nvSpPr>
        <dsp:cNvPr id="0" name=""/>
        <dsp:cNvSpPr/>
      </dsp:nvSpPr>
      <dsp:spPr>
        <a:xfrm rot="17700000">
          <a:off x="2290149" y="2585358"/>
          <a:ext cx="741318" cy="3574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30480" bIns="0" numCol="1" spcCol="1270" anchor="ctr" anchorCtr="0">
          <a:noAutofit/>
        </a:bodyPr>
        <a:lstStyle/>
        <a:p>
          <a:pPr marL="0" lvl="0" indent="0" algn="r" defTabSz="533400">
            <a:lnSpc>
              <a:spcPct val="90000"/>
            </a:lnSpc>
            <a:spcBef>
              <a:spcPct val="0"/>
            </a:spcBef>
            <a:spcAft>
              <a:spcPct val="35000"/>
            </a:spcAft>
            <a:buNone/>
          </a:pPr>
          <a:r>
            <a:rPr lang="en-US" sz="1200" kern="1200"/>
            <a:t>Some text here</a:t>
          </a:r>
          <a:endParaRPr lang="en-US" sz="1200" kern="1200" dirty="0"/>
        </a:p>
      </dsp:txBody>
      <dsp:txXfrm>
        <a:off x="2290149" y="2585358"/>
        <a:ext cx="741318" cy="357436"/>
      </dsp:txXfrm>
    </dsp:sp>
    <dsp:sp modelId="{304FFC74-A28A-4D98-8FB9-E69063248263}">
      <dsp:nvSpPr>
        <dsp:cNvPr id="0" name=""/>
        <dsp:cNvSpPr/>
      </dsp:nvSpPr>
      <dsp:spPr>
        <a:xfrm rot="17700000">
          <a:off x="2754259" y="1589668"/>
          <a:ext cx="741318" cy="357436"/>
        </a:xfrm>
        <a:prstGeom prst="rect">
          <a:avLst/>
        </a:prstGeom>
        <a:noFill/>
        <a:ln>
          <a:noFill/>
        </a:ln>
        <a:effectLst/>
      </dsp:spPr>
      <dsp:style>
        <a:lnRef idx="0">
          <a:scrgbClr r="0" g="0" b="0"/>
        </a:lnRef>
        <a:fillRef idx="0">
          <a:scrgbClr r="0" g="0" b="0"/>
        </a:fillRef>
        <a:effectRef idx="0">
          <a:scrgbClr r="0" g="0" b="0"/>
        </a:effectRef>
        <a:fontRef idx="minor"/>
      </dsp:style>
    </dsp:sp>
    <dsp:sp modelId="{1A7E60EE-3F48-4CDD-9C7C-5EEDA82C6A33}">
      <dsp:nvSpPr>
        <dsp:cNvPr id="0" name=""/>
        <dsp:cNvSpPr/>
      </dsp:nvSpPr>
      <dsp:spPr>
        <a:xfrm>
          <a:off x="3123704" y="1921544"/>
          <a:ext cx="689374" cy="689374"/>
        </a:xfrm>
        <a:prstGeom prst="donut">
          <a:avLst>
            <a:gd name="adj" fmla="val 2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06F7F86B-FAA0-4690-BF47-5C5449948F81}">
      <dsp:nvSpPr>
        <dsp:cNvPr id="0" name=""/>
        <dsp:cNvSpPr/>
      </dsp:nvSpPr>
      <dsp:spPr>
        <a:xfrm rot="17700000">
          <a:off x="3366608" y="1359563"/>
          <a:ext cx="856969" cy="4129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560" tIns="0" rIns="0" bIns="0" numCol="1" spcCol="1270" anchor="ctr" anchorCtr="0">
          <a:noAutofit/>
        </a:bodyPr>
        <a:lstStyle/>
        <a:p>
          <a:pPr marL="0" lvl="0" indent="0" algn="l" defTabSz="622300">
            <a:lnSpc>
              <a:spcPct val="90000"/>
            </a:lnSpc>
            <a:spcBef>
              <a:spcPct val="0"/>
            </a:spcBef>
            <a:spcAft>
              <a:spcPct val="35000"/>
            </a:spcAft>
            <a:buNone/>
          </a:pPr>
          <a:r>
            <a:rPr lang="en-US" sz="1400" kern="1200" dirty="0"/>
            <a:t>Lorem Ipsum</a:t>
          </a:r>
        </a:p>
      </dsp:txBody>
      <dsp:txXfrm>
        <a:off x="3366608" y="1359563"/>
        <a:ext cx="856969" cy="412992"/>
      </dsp:txXfrm>
    </dsp:sp>
    <dsp:sp modelId="{1DD2BE90-0AFD-45FD-8260-D2E043067658}">
      <dsp:nvSpPr>
        <dsp:cNvPr id="0" name=""/>
        <dsp:cNvSpPr/>
      </dsp:nvSpPr>
      <dsp:spPr>
        <a:xfrm>
          <a:off x="3865005" y="2087317"/>
          <a:ext cx="357829" cy="357829"/>
        </a:xfrm>
        <a:prstGeom prst="ellipse">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22B4D7D3-9CD3-4B77-BDBA-2166C268E709}">
      <dsp:nvSpPr>
        <dsp:cNvPr id="0" name=""/>
        <dsp:cNvSpPr/>
      </dsp:nvSpPr>
      <dsp:spPr>
        <a:xfrm rot="17700000">
          <a:off x="3441205" y="2585358"/>
          <a:ext cx="741318" cy="3574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30480" bIns="0" numCol="1" spcCol="1270" anchor="ctr" anchorCtr="0">
          <a:noAutofit/>
        </a:bodyPr>
        <a:lstStyle/>
        <a:p>
          <a:pPr marL="0" lvl="0" indent="0" algn="r" defTabSz="533400">
            <a:lnSpc>
              <a:spcPct val="90000"/>
            </a:lnSpc>
            <a:spcBef>
              <a:spcPct val="0"/>
            </a:spcBef>
            <a:spcAft>
              <a:spcPct val="35000"/>
            </a:spcAft>
            <a:buNone/>
          </a:pPr>
          <a:r>
            <a:rPr lang="en-US" sz="1200" kern="1200" dirty="0"/>
            <a:t>Some text here</a:t>
          </a:r>
        </a:p>
      </dsp:txBody>
      <dsp:txXfrm>
        <a:off x="3441205" y="2585358"/>
        <a:ext cx="741318" cy="357436"/>
      </dsp:txXfrm>
    </dsp:sp>
    <dsp:sp modelId="{93705DA1-31D4-43ED-BCDA-76273AB59002}">
      <dsp:nvSpPr>
        <dsp:cNvPr id="0" name=""/>
        <dsp:cNvSpPr/>
      </dsp:nvSpPr>
      <dsp:spPr>
        <a:xfrm rot="17700000">
          <a:off x="3905315" y="1589668"/>
          <a:ext cx="741318" cy="357436"/>
        </a:xfrm>
        <a:prstGeom prst="rect">
          <a:avLst/>
        </a:prstGeom>
        <a:noFill/>
        <a:ln>
          <a:noFill/>
        </a:ln>
        <a:effectLst/>
      </dsp:spPr>
      <dsp:style>
        <a:lnRef idx="0">
          <a:scrgbClr r="0" g="0" b="0"/>
        </a:lnRef>
        <a:fillRef idx="0">
          <a:scrgbClr r="0" g="0" b="0"/>
        </a:fillRef>
        <a:effectRef idx="0">
          <a:scrgbClr r="0" g="0" b="0"/>
        </a:effectRef>
        <a:fontRef idx="minor"/>
      </dsp:style>
    </dsp:sp>
    <dsp:sp modelId="{EFFE51D9-B627-4C85-831A-99495F9A8C39}">
      <dsp:nvSpPr>
        <dsp:cNvPr id="0" name=""/>
        <dsp:cNvSpPr/>
      </dsp:nvSpPr>
      <dsp:spPr>
        <a:xfrm>
          <a:off x="4274705" y="2087317"/>
          <a:ext cx="357829" cy="357829"/>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662F3C38-21DC-470E-8472-8A4EF57FF9A8}">
      <dsp:nvSpPr>
        <dsp:cNvPr id="0" name=""/>
        <dsp:cNvSpPr/>
      </dsp:nvSpPr>
      <dsp:spPr>
        <a:xfrm rot="17700000">
          <a:off x="3850905" y="2585358"/>
          <a:ext cx="741318" cy="3574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30480" bIns="0" numCol="1" spcCol="1270" anchor="ctr" anchorCtr="0">
          <a:noAutofit/>
        </a:bodyPr>
        <a:lstStyle/>
        <a:p>
          <a:pPr marL="0" lvl="0" indent="0" algn="r" defTabSz="533400">
            <a:lnSpc>
              <a:spcPct val="90000"/>
            </a:lnSpc>
            <a:spcBef>
              <a:spcPct val="0"/>
            </a:spcBef>
            <a:spcAft>
              <a:spcPct val="35000"/>
            </a:spcAft>
            <a:buNone/>
          </a:pPr>
          <a:r>
            <a:rPr lang="en-US" sz="1200" kern="1200" dirty="0"/>
            <a:t>Some text here</a:t>
          </a:r>
        </a:p>
      </dsp:txBody>
      <dsp:txXfrm>
        <a:off x="3850905" y="2585358"/>
        <a:ext cx="741318" cy="357436"/>
      </dsp:txXfrm>
    </dsp:sp>
    <dsp:sp modelId="{35CBCACF-27B8-4456-9A0D-399EE0C38A9E}">
      <dsp:nvSpPr>
        <dsp:cNvPr id="0" name=""/>
        <dsp:cNvSpPr/>
      </dsp:nvSpPr>
      <dsp:spPr>
        <a:xfrm rot="17700000">
          <a:off x="4315015" y="1589668"/>
          <a:ext cx="741318" cy="357436"/>
        </a:xfrm>
        <a:prstGeom prst="rect">
          <a:avLst/>
        </a:prstGeom>
        <a:noFill/>
        <a:ln>
          <a:noFill/>
        </a:ln>
        <a:effectLst/>
      </dsp:spPr>
      <dsp:style>
        <a:lnRef idx="0">
          <a:scrgbClr r="0" g="0" b="0"/>
        </a:lnRef>
        <a:fillRef idx="0">
          <a:scrgbClr r="0" g="0" b="0"/>
        </a:fillRef>
        <a:effectRef idx="0">
          <a:scrgbClr r="0" g="0" b="0"/>
        </a:effectRef>
        <a:fontRef idx="minor"/>
      </dsp:style>
    </dsp:sp>
    <dsp:sp modelId="{71CA2EA1-73F8-4859-8B66-0215B00AE68B}">
      <dsp:nvSpPr>
        <dsp:cNvPr id="0" name=""/>
        <dsp:cNvSpPr/>
      </dsp:nvSpPr>
      <dsp:spPr>
        <a:xfrm>
          <a:off x="4684460" y="1921544"/>
          <a:ext cx="689374" cy="689374"/>
        </a:xfrm>
        <a:prstGeom prst="donut">
          <a:avLst>
            <a:gd name="adj" fmla="val 2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22395F74-9890-420D-BC99-1E513250FC09}">
      <dsp:nvSpPr>
        <dsp:cNvPr id="0" name=""/>
        <dsp:cNvSpPr/>
      </dsp:nvSpPr>
      <dsp:spPr>
        <a:xfrm rot="17700000">
          <a:off x="4927364" y="1359563"/>
          <a:ext cx="856969" cy="4129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560" tIns="0" rIns="0" bIns="0" numCol="1" spcCol="1270" anchor="ctr" anchorCtr="0">
          <a:noAutofit/>
        </a:bodyPr>
        <a:lstStyle/>
        <a:p>
          <a:pPr marL="0" lvl="0" indent="0" algn="l" defTabSz="622300">
            <a:lnSpc>
              <a:spcPct val="90000"/>
            </a:lnSpc>
            <a:spcBef>
              <a:spcPct val="0"/>
            </a:spcBef>
            <a:spcAft>
              <a:spcPct val="35000"/>
            </a:spcAft>
            <a:buNone/>
          </a:pPr>
          <a:r>
            <a:rPr lang="en-US" sz="1400" kern="1200"/>
            <a:t>Lorem Ipsum</a:t>
          </a:r>
          <a:endParaRPr lang="en-US" sz="1400" kern="1200" dirty="0"/>
        </a:p>
      </dsp:txBody>
      <dsp:txXfrm>
        <a:off x="4927364" y="1359563"/>
        <a:ext cx="856969" cy="412992"/>
      </dsp:txXfrm>
    </dsp:sp>
    <dsp:sp modelId="{7C91C3C6-5BA4-4728-870C-E3428777DC7B}">
      <dsp:nvSpPr>
        <dsp:cNvPr id="0" name=""/>
        <dsp:cNvSpPr/>
      </dsp:nvSpPr>
      <dsp:spPr>
        <a:xfrm>
          <a:off x="5425761" y="2087317"/>
          <a:ext cx="357829" cy="357829"/>
        </a:xfrm>
        <a:prstGeom prst="ellipse">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81995683-57A1-44B7-B3F6-6012719683F6}">
      <dsp:nvSpPr>
        <dsp:cNvPr id="0" name=""/>
        <dsp:cNvSpPr/>
      </dsp:nvSpPr>
      <dsp:spPr>
        <a:xfrm rot="17700000">
          <a:off x="5001961" y="2585358"/>
          <a:ext cx="741318" cy="3574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30480" bIns="0" numCol="1" spcCol="1270" anchor="ctr" anchorCtr="0">
          <a:noAutofit/>
        </a:bodyPr>
        <a:lstStyle/>
        <a:p>
          <a:pPr marL="0" lvl="0" indent="0" algn="r" defTabSz="533400">
            <a:lnSpc>
              <a:spcPct val="90000"/>
            </a:lnSpc>
            <a:spcBef>
              <a:spcPct val="0"/>
            </a:spcBef>
            <a:spcAft>
              <a:spcPct val="35000"/>
            </a:spcAft>
            <a:buNone/>
          </a:pPr>
          <a:r>
            <a:rPr lang="en-US" sz="1200" kern="1200" dirty="0"/>
            <a:t>Some text here</a:t>
          </a:r>
        </a:p>
      </dsp:txBody>
      <dsp:txXfrm>
        <a:off x="5001961" y="2585358"/>
        <a:ext cx="741318" cy="357436"/>
      </dsp:txXfrm>
    </dsp:sp>
    <dsp:sp modelId="{7C866DF8-FD02-47E9-979A-139ED031BDCC}">
      <dsp:nvSpPr>
        <dsp:cNvPr id="0" name=""/>
        <dsp:cNvSpPr/>
      </dsp:nvSpPr>
      <dsp:spPr>
        <a:xfrm rot="17700000">
          <a:off x="5466071" y="1589668"/>
          <a:ext cx="741318" cy="357436"/>
        </a:xfrm>
        <a:prstGeom prst="rect">
          <a:avLst/>
        </a:prstGeom>
        <a:noFill/>
        <a:ln>
          <a:noFill/>
        </a:ln>
        <a:effectLst/>
      </dsp:spPr>
      <dsp:style>
        <a:lnRef idx="0">
          <a:scrgbClr r="0" g="0" b="0"/>
        </a:lnRef>
        <a:fillRef idx="0">
          <a:scrgbClr r="0" g="0" b="0"/>
        </a:fillRef>
        <a:effectRef idx="0">
          <a:scrgbClr r="0" g="0" b="0"/>
        </a:effectRef>
        <a:fontRef idx="minor"/>
      </dsp:style>
    </dsp:sp>
    <dsp:sp modelId="{27BF5173-CB79-4818-9967-CECE7F5FF24B}">
      <dsp:nvSpPr>
        <dsp:cNvPr id="0" name=""/>
        <dsp:cNvSpPr/>
      </dsp:nvSpPr>
      <dsp:spPr>
        <a:xfrm>
          <a:off x="5835461" y="2087317"/>
          <a:ext cx="357829" cy="357829"/>
        </a:xfrm>
        <a:prstGeom prst="ellipse">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0CA1F3DF-67FA-439A-808C-80F4E5C2D245}">
      <dsp:nvSpPr>
        <dsp:cNvPr id="0" name=""/>
        <dsp:cNvSpPr/>
      </dsp:nvSpPr>
      <dsp:spPr>
        <a:xfrm rot="17700000">
          <a:off x="5411661" y="2585358"/>
          <a:ext cx="741318" cy="3574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30480" bIns="0" numCol="1" spcCol="1270" anchor="ctr" anchorCtr="0">
          <a:noAutofit/>
        </a:bodyPr>
        <a:lstStyle/>
        <a:p>
          <a:pPr marL="0" lvl="0" indent="0" algn="r" defTabSz="533400">
            <a:lnSpc>
              <a:spcPct val="90000"/>
            </a:lnSpc>
            <a:spcBef>
              <a:spcPct val="0"/>
            </a:spcBef>
            <a:spcAft>
              <a:spcPct val="35000"/>
            </a:spcAft>
            <a:buNone/>
          </a:pPr>
          <a:r>
            <a:rPr lang="en-US" sz="1200" kern="1200" dirty="0"/>
            <a:t>Some text here</a:t>
          </a:r>
        </a:p>
      </dsp:txBody>
      <dsp:txXfrm>
        <a:off x="5411661" y="2585358"/>
        <a:ext cx="741318" cy="357436"/>
      </dsp:txXfrm>
    </dsp:sp>
    <dsp:sp modelId="{3BE56002-015C-426A-B8B6-806FDFF7AC11}">
      <dsp:nvSpPr>
        <dsp:cNvPr id="0" name=""/>
        <dsp:cNvSpPr/>
      </dsp:nvSpPr>
      <dsp:spPr>
        <a:xfrm rot="17700000">
          <a:off x="5875771" y="1589668"/>
          <a:ext cx="741318" cy="357436"/>
        </a:xfrm>
        <a:prstGeom prst="rect">
          <a:avLst/>
        </a:prstGeom>
        <a:noFill/>
        <a:ln>
          <a:noFill/>
        </a:ln>
        <a:effectLst/>
      </dsp:spPr>
      <dsp:style>
        <a:lnRef idx="0">
          <a:scrgbClr r="0" g="0" b="0"/>
        </a:lnRef>
        <a:fillRef idx="0">
          <a:scrgbClr r="0" g="0" b="0"/>
        </a:fillRef>
        <a:effectRef idx="0">
          <a:scrgbClr r="0" g="0" b="0"/>
        </a:effectRef>
        <a:fontRef idx="minor"/>
      </dsp:style>
    </dsp:sp>
    <dsp:sp modelId="{8017D2B4-5570-4F38-9A5E-5725CCAAC433}">
      <dsp:nvSpPr>
        <dsp:cNvPr id="0" name=""/>
        <dsp:cNvSpPr/>
      </dsp:nvSpPr>
      <dsp:spPr>
        <a:xfrm>
          <a:off x="6245216" y="1921544"/>
          <a:ext cx="689374" cy="689374"/>
        </a:xfrm>
        <a:prstGeom prst="donut">
          <a:avLst>
            <a:gd name="adj" fmla="val 2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A9F9B06C-800C-496A-BEFD-ABF87CD688D2}">
      <dsp:nvSpPr>
        <dsp:cNvPr id="0" name=""/>
        <dsp:cNvSpPr/>
      </dsp:nvSpPr>
      <dsp:spPr>
        <a:xfrm rot="17700000">
          <a:off x="6488120" y="1359563"/>
          <a:ext cx="856969" cy="4129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560" tIns="0" rIns="0" bIns="0" numCol="1" spcCol="1270" anchor="ctr" anchorCtr="0">
          <a:noAutofit/>
        </a:bodyPr>
        <a:lstStyle/>
        <a:p>
          <a:pPr marL="0" lvl="0" indent="0" algn="l" defTabSz="622300">
            <a:lnSpc>
              <a:spcPct val="90000"/>
            </a:lnSpc>
            <a:spcBef>
              <a:spcPct val="0"/>
            </a:spcBef>
            <a:spcAft>
              <a:spcPct val="35000"/>
            </a:spcAft>
            <a:buNone/>
          </a:pPr>
          <a:r>
            <a:rPr lang="en-US" sz="1400" kern="1200"/>
            <a:t>Lorem Ipsum</a:t>
          </a:r>
          <a:endParaRPr lang="en-US" sz="1400" kern="1200" dirty="0"/>
        </a:p>
      </dsp:txBody>
      <dsp:txXfrm>
        <a:off x="6488120" y="1359563"/>
        <a:ext cx="856969" cy="412992"/>
      </dsp:txXfrm>
    </dsp:sp>
    <dsp:sp modelId="{33B5D3C0-77F5-43BB-907C-9CD23386586D}">
      <dsp:nvSpPr>
        <dsp:cNvPr id="0" name=""/>
        <dsp:cNvSpPr/>
      </dsp:nvSpPr>
      <dsp:spPr>
        <a:xfrm>
          <a:off x="6986517" y="2087317"/>
          <a:ext cx="357829" cy="357829"/>
        </a:xfrm>
        <a:prstGeom prst="ellipse">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C5A6A9A5-870E-41A6-B009-15E2732A4D06}">
      <dsp:nvSpPr>
        <dsp:cNvPr id="0" name=""/>
        <dsp:cNvSpPr/>
      </dsp:nvSpPr>
      <dsp:spPr>
        <a:xfrm rot="17700000">
          <a:off x="6562717" y="2585358"/>
          <a:ext cx="741318" cy="3574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30480" bIns="0" numCol="1" spcCol="1270" anchor="ctr" anchorCtr="0">
          <a:noAutofit/>
        </a:bodyPr>
        <a:lstStyle/>
        <a:p>
          <a:pPr marL="0" lvl="0" indent="0" algn="r" defTabSz="533400">
            <a:lnSpc>
              <a:spcPct val="90000"/>
            </a:lnSpc>
            <a:spcBef>
              <a:spcPct val="0"/>
            </a:spcBef>
            <a:spcAft>
              <a:spcPct val="35000"/>
            </a:spcAft>
            <a:buNone/>
          </a:pPr>
          <a:r>
            <a:rPr lang="en-US" sz="1200" kern="1200" dirty="0"/>
            <a:t>Some text here</a:t>
          </a:r>
        </a:p>
      </dsp:txBody>
      <dsp:txXfrm>
        <a:off x="6562717" y="2585358"/>
        <a:ext cx="741318" cy="357436"/>
      </dsp:txXfrm>
    </dsp:sp>
    <dsp:sp modelId="{A7B4AF8D-8EC5-44D8-A495-E9A2B2AE6E30}">
      <dsp:nvSpPr>
        <dsp:cNvPr id="0" name=""/>
        <dsp:cNvSpPr/>
      </dsp:nvSpPr>
      <dsp:spPr>
        <a:xfrm rot="17700000">
          <a:off x="7026827" y="1589668"/>
          <a:ext cx="741318" cy="357436"/>
        </a:xfrm>
        <a:prstGeom prst="rect">
          <a:avLst/>
        </a:prstGeom>
        <a:noFill/>
        <a:ln>
          <a:noFill/>
        </a:ln>
        <a:effectLst/>
      </dsp:spPr>
      <dsp:style>
        <a:lnRef idx="0">
          <a:scrgbClr r="0" g="0" b="0"/>
        </a:lnRef>
        <a:fillRef idx="0">
          <a:scrgbClr r="0" g="0" b="0"/>
        </a:fillRef>
        <a:effectRef idx="0">
          <a:scrgbClr r="0" g="0" b="0"/>
        </a:effectRef>
        <a:fontRef idx="minor"/>
      </dsp:style>
    </dsp:sp>
    <dsp:sp modelId="{BC027116-4DF6-414B-81C7-7A0446DC543F}">
      <dsp:nvSpPr>
        <dsp:cNvPr id="0" name=""/>
        <dsp:cNvSpPr/>
      </dsp:nvSpPr>
      <dsp:spPr>
        <a:xfrm>
          <a:off x="7396217" y="2087317"/>
          <a:ext cx="357829" cy="357829"/>
        </a:xfrm>
        <a:prstGeom prst="ellipse">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812F38FE-F088-48E3-A5D8-344853131C7D}">
      <dsp:nvSpPr>
        <dsp:cNvPr id="0" name=""/>
        <dsp:cNvSpPr/>
      </dsp:nvSpPr>
      <dsp:spPr>
        <a:xfrm rot="17700000">
          <a:off x="6972417" y="2585358"/>
          <a:ext cx="741318" cy="3574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30480" bIns="0" numCol="1" spcCol="1270" anchor="ctr" anchorCtr="0">
          <a:noAutofit/>
        </a:bodyPr>
        <a:lstStyle/>
        <a:p>
          <a:pPr marL="0" lvl="0" indent="0" algn="r" defTabSz="533400">
            <a:lnSpc>
              <a:spcPct val="90000"/>
            </a:lnSpc>
            <a:spcBef>
              <a:spcPct val="0"/>
            </a:spcBef>
            <a:spcAft>
              <a:spcPct val="35000"/>
            </a:spcAft>
            <a:buNone/>
          </a:pPr>
          <a:r>
            <a:rPr lang="en-US" sz="1200" kern="1200" dirty="0"/>
            <a:t>Some text here</a:t>
          </a:r>
        </a:p>
      </dsp:txBody>
      <dsp:txXfrm>
        <a:off x="6972417" y="2585358"/>
        <a:ext cx="741318" cy="357436"/>
      </dsp:txXfrm>
    </dsp:sp>
    <dsp:sp modelId="{0850724C-F129-47D2-94CF-D2BD055CA6A0}">
      <dsp:nvSpPr>
        <dsp:cNvPr id="0" name=""/>
        <dsp:cNvSpPr/>
      </dsp:nvSpPr>
      <dsp:spPr>
        <a:xfrm rot="17700000">
          <a:off x="7436527" y="1589668"/>
          <a:ext cx="741318" cy="357436"/>
        </a:xfrm>
        <a:prstGeom prst="rect">
          <a:avLst/>
        </a:prstGeom>
        <a:noFill/>
        <a:ln>
          <a:noFill/>
        </a:ln>
        <a:effectLst/>
      </dsp:spPr>
      <dsp:style>
        <a:lnRef idx="0">
          <a:scrgbClr r="0" g="0" b="0"/>
        </a:lnRef>
        <a:fillRef idx="0">
          <a:scrgbClr r="0" g="0" b="0"/>
        </a:fillRef>
        <a:effectRef idx="0">
          <a:scrgbClr r="0" g="0" b="0"/>
        </a:effectRef>
        <a:fontRef idx="minor"/>
      </dsp:style>
    </dsp:sp>
  </dsp:spTree>
</dsp:drawing>
</file>

<file path=ppt/diagrams/drawing5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3EA3D2-8ED7-4903-83C9-94B6D0F7F620}">
      <dsp:nvSpPr>
        <dsp:cNvPr id="0" name=""/>
        <dsp:cNvSpPr/>
      </dsp:nvSpPr>
      <dsp:spPr>
        <a:xfrm>
          <a:off x="0" y="1279796"/>
          <a:ext cx="8128000" cy="1706396"/>
        </a:xfrm>
        <a:prstGeom prst="notchedRightArrow">
          <a:avLst/>
        </a:prstGeom>
        <a:solidFill>
          <a:schemeClr val="accent2">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4528960A-AA0D-4E04-A96C-23BBED8B8AF7}">
      <dsp:nvSpPr>
        <dsp:cNvPr id="0" name=""/>
        <dsp:cNvSpPr/>
      </dsp:nvSpPr>
      <dsp:spPr>
        <a:xfrm>
          <a:off x="3214" y="0"/>
          <a:ext cx="1405532" cy="17063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128016" numCol="1" spcCol="1270" anchor="b" anchorCtr="1">
          <a:noAutofit/>
        </a:bodyPr>
        <a:lstStyle/>
        <a:p>
          <a:pPr marL="0" lvl="0" indent="0" algn="l" defTabSz="800100">
            <a:lnSpc>
              <a:spcPct val="90000"/>
            </a:lnSpc>
            <a:spcBef>
              <a:spcPct val="0"/>
            </a:spcBef>
            <a:spcAft>
              <a:spcPct val="35000"/>
            </a:spcAft>
            <a:buNone/>
          </a:pPr>
          <a:r>
            <a:rPr lang="en-US" sz="1800" kern="1200" dirty="0"/>
            <a:t>Lorem Ipsum</a:t>
          </a:r>
        </a:p>
        <a:p>
          <a:pPr marL="114300" lvl="1" indent="-114300" algn="l" defTabSz="622300">
            <a:lnSpc>
              <a:spcPct val="90000"/>
            </a:lnSpc>
            <a:spcBef>
              <a:spcPct val="0"/>
            </a:spcBef>
            <a:spcAft>
              <a:spcPct val="15000"/>
            </a:spcAft>
            <a:buChar char="•"/>
          </a:pPr>
          <a:r>
            <a:rPr lang="en-US" sz="1400" kern="1200" dirty="0"/>
            <a:t>Some text here</a:t>
          </a:r>
        </a:p>
        <a:p>
          <a:pPr marL="114300" lvl="1" indent="-114300" algn="l" defTabSz="622300">
            <a:lnSpc>
              <a:spcPct val="90000"/>
            </a:lnSpc>
            <a:spcBef>
              <a:spcPct val="0"/>
            </a:spcBef>
            <a:spcAft>
              <a:spcPct val="15000"/>
            </a:spcAft>
            <a:buChar char="•"/>
          </a:pPr>
          <a:r>
            <a:rPr lang="en-US" sz="1400" kern="1200" dirty="0"/>
            <a:t>Some text here</a:t>
          </a:r>
        </a:p>
      </dsp:txBody>
      <dsp:txXfrm>
        <a:off x="3214" y="0"/>
        <a:ext cx="1405532" cy="1706396"/>
      </dsp:txXfrm>
    </dsp:sp>
    <dsp:sp modelId="{17A265D6-6917-4CBA-BBB4-B522D7B6ADA4}">
      <dsp:nvSpPr>
        <dsp:cNvPr id="0" name=""/>
        <dsp:cNvSpPr/>
      </dsp:nvSpPr>
      <dsp:spPr>
        <a:xfrm>
          <a:off x="492681" y="1919695"/>
          <a:ext cx="426599" cy="426599"/>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BBB0BB00-DB07-473D-8D1A-97636CADEFCB}">
      <dsp:nvSpPr>
        <dsp:cNvPr id="0" name=""/>
        <dsp:cNvSpPr/>
      </dsp:nvSpPr>
      <dsp:spPr>
        <a:xfrm>
          <a:off x="1479024" y="2559593"/>
          <a:ext cx="1405532" cy="17063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128016" numCol="1" spcCol="1270" anchor="t" anchorCtr="1">
          <a:noAutofit/>
        </a:bodyPr>
        <a:lstStyle/>
        <a:p>
          <a:pPr marL="0" lvl="0" indent="0" algn="l" defTabSz="800100">
            <a:lnSpc>
              <a:spcPct val="90000"/>
            </a:lnSpc>
            <a:spcBef>
              <a:spcPct val="0"/>
            </a:spcBef>
            <a:spcAft>
              <a:spcPct val="35000"/>
            </a:spcAft>
            <a:buNone/>
          </a:pPr>
          <a:r>
            <a:rPr lang="en-US" sz="1800" kern="1200" dirty="0"/>
            <a:t>Lorem Ipsum</a:t>
          </a:r>
        </a:p>
        <a:p>
          <a:pPr marL="114300" lvl="1" indent="-114300" algn="l" defTabSz="622300">
            <a:lnSpc>
              <a:spcPct val="90000"/>
            </a:lnSpc>
            <a:spcBef>
              <a:spcPct val="0"/>
            </a:spcBef>
            <a:spcAft>
              <a:spcPct val="15000"/>
            </a:spcAft>
            <a:buChar char="•"/>
          </a:pPr>
          <a:r>
            <a:rPr lang="en-US" sz="1400" kern="1200" dirty="0"/>
            <a:t>Some text here</a:t>
          </a:r>
        </a:p>
        <a:p>
          <a:pPr marL="114300" lvl="1" indent="-114300" algn="l" defTabSz="622300">
            <a:lnSpc>
              <a:spcPct val="90000"/>
            </a:lnSpc>
            <a:spcBef>
              <a:spcPct val="0"/>
            </a:spcBef>
            <a:spcAft>
              <a:spcPct val="15000"/>
            </a:spcAft>
            <a:buChar char="•"/>
          </a:pPr>
          <a:r>
            <a:rPr lang="en-US" sz="1400" kern="1200"/>
            <a:t>Some text here</a:t>
          </a:r>
          <a:endParaRPr lang="en-US" sz="1400" kern="1200" dirty="0"/>
        </a:p>
      </dsp:txBody>
      <dsp:txXfrm>
        <a:off x="1479024" y="2559593"/>
        <a:ext cx="1405532" cy="1706396"/>
      </dsp:txXfrm>
    </dsp:sp>
    <dsp:sp modelId="{EFA65434-BA86-4EDA-8C1A-193959D0E337}">
      <dsp:nvSpPr>
        <dsp:cNvPr id="0" name=""/>
        <dsp:cNvSpPr/>
      </dsp:nvSpPr>
      <dsp:spPr>
        <a:xfrm>
          <a:off x="1968491" y="1919695"/>
          <a:ext cx="426599" cy="426599"/>
        </a:xfrm>
        <a:prstGeom prst="ellipse">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AE1E1894-F486-42A5-B38B-80AE457370A1}">
      <dsp:nvSpPr>
        <dsp:cNvPr id="0" name=""/>
        <dsp:cNvSpPr/>
      </dsp:nvSpPr>
      <dsp:spPr>
        <a:xfrm>
          <a:off x="2954833" y="0"/>
          <a:ext cx="1405532" cy="17063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128016" numCol="1" spcCol="1270" anchor="b" anchorCtr="1">
          <a:noAutofit/>
        </a:bodyPr>
        <a:lstStyle/>
        <a:p>
          <a:pPr marL="0" lvl="0" indent="0" algn="l" defTabSz="800100">
            <a:lnSpc>
              <a:spcPct val="90000"/>
            </a:lnSpc>
            <a:spcBef>
              <a:spcPct val="0"/>
            </a:spcBef>
            <a:spcAft>
              <a:spcPct val="35000"/>
            </a:spcAft>
            <a:buNone/>
          </a:pPr>
          <a:r>
            <a:rPr lang="en-US" sz="1800" kern="1200" dirty="0"/>
            <a:t>Lorem Ipsum</a:t>
          </a:r>
        </a:p>
        <a:p>
          <a:pPr marL="114300" lvl="1" indent="-114300" algn="l" defTabSz="622300">
            <a:lnSpc>
              <a:spcPct val="90000"/>
            </a:lnSpc>
            <a:spcBef>
              <a:spcPct val="0"/>
            </a:spcBef>
            <a:spcAft>
              <a:spcPct val="15000"/>
            </a:spcAft>
            <a:buChar char="•"/>
          </a:pPr>
          <a:r>
            <a:rPr lang="en-US" sz="1400" kern="1200" dirty="0"/>
            <a:t>Some text here</a:t>
          </a:r>
        </a:p>
        <a:p>
          <a:pPr marL="114300" lvl="1" indent="-114300" algn="l" defTabSz="622300">
            <a:lnSpc>
              <a:spcPct val="90000"/>
            </a:lnSpc>
            <a:spcBef>
              <a:spcPct val="0"/>
            </a:spcBef>
            <a:spcAft>
              <a:spcPct val="15000"/>
            </a:spcAft>
            <a:buChar char="•"/>
          </a:pPr>
          <a:r>
            <a:rPr lang="en-US" sz="1400" kern="1200" dirty="0"/>
            <a:t>Some text here</a:t>
          </a:r>
        </a:p>
      </dsp:txBody>
      <dsp:txXfrm>
        <a:off x="2954833" y="0"/>
        <a:ext cx="1405532" cy="1706396"/>
      </dsp:txXfrm>
    </dsp:sp>
    <dsp:sp modelId="{3A1C30DD-73A1-4AF7-8D82-E853625B5EB3}">
      <dsp:nvSpPr>
        <dsp:cNvPr id="0" name=""/>
        <dsp:cNvSpPr/>
      </dsp:nvSpPr>
      <dsp:spPr>
        <a:xfrm>
          <a:off x="3444300" y="1919695"/>
          <a:ext cx="426599" cy="426599"/>
        </a:xfrm>
        <a:prstGeom prst="ellipse">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E11B3A28-7406-457C-8A1B-A4B29F5F7BAD}">
      <dsp:nvSpPr>
        <dsp:cNvPr id="0" name=""/>
        <dsp:cNvSpPr/>
      </dsp:nvSpPr>
      <dsp:spPr>
        <a:xfrm>
          <a:off x="4430643" y="2559593"/>
          <a:ext cx="1405532" cy="17063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128016" numCol="1" spcCol="1270" anchor="t" anchorCtr="1">
          <a:noAutofit/>
        </a:bodyPr>
        <a:lstStyle/>
        <a:p>
          <a:pPr marL="0" lvl="0" indent="0" algn="l" defTabSz="800100">
            <a:lnSpc>
              <a:spcPct val="90000"/>
            </a:lnSpc>
            <a:spcBef>
              <a:spcPct val="0"/>
            </a:spcBef>
            <a:spcAft>
              <a:spcPct val="35000"/>
            </a:spcAft>
            <a:buNone/>
          </a:pPr>
          <a:r>
            <a:rPr lang="en-US" sz="1800" kern="1200"/>
            <a:t>Lorem Ipsum</a:t>
          </a:r>
          <a:endParaRPr lang="en-US" sz="1800" kern="1200" dirty="0"/>
        </a:p>
        <a:p>
          <a:pPr marL="114300" lvl="1" indent="-114300" algn="l" defTabSz="622300">
            <a:lnSpc>
              <a:spcPct val="90000"/>
            </a:lnSpc>
            <a:spcBef>
              <a:spcPct val="0"/>
            </a:spcBef>
            <a:spcAft>
              <a:spcPct val="15000"/>
            </a:spcAft>
            <a:buChar char="•"/>
          </a:pPr>
          <a:r>
            <a:rPr lang="en-US" sz="1400" kern="1200" dirty="0"/>
            <a:t>Some text here</a:t>
          </a:r>
        </a:p>
        <a:p>
          <a:pPr marL="114300" lvl="1" indent="-114300" algn="l" defTabSz="622300">
            <a:lnSpc>
              <a:spcPct val="90000"/>
            </a:lnSpc>
            <a:spcBef>
              <a:spcPct val="0"/>
            </a:spcBef>
            <a:spcAft>
              <a:spcPct val="15000"/>
            </a:spcAft>
            <a:buChar char="•"/>
          </a:pPr>
          <a:r>
            <a:rPr lang="en-US" sz="1400" kern="1200" dirty="0"/>
            <a:t>Some text here</a:t>
          </a:r>
        </a:p>
      </dsp:txBody>
      <dsp:txXfrm>
        <a:off x="4430643" y="2559593"/>
        <a:ext cx="1405532" cy="1706396"/>
      </dsp:txXfrm>
    </dsp:sp>
    <dsp:sp modelId="{8F8019B0-AA68-480A-9073-78AE7B7ADF04}">
      <dsp:nvSpPr>
        <dsp:cNvPr id="0" name=""/>
        <dsp:cNvSpPr/>
      </dsp:nvSpPr>
      <dsp:spPr>
        <a:xfrm>
          <a:off x="4920109" y="1919695"/>
          <a:ext cx="426599" cy="426599"/>
        </a:xfrm>
        <a:prstGeom prst="ellipse">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D92F5A99-1B24-471B-B548-8026AB855B43}">
      <dsp:nvSpPr>
        <dsp:cNvPr id="0" name=""/>
        <dsp:cNvSpPr/>
      </dsp:nvSpPr>
      <dsp:spPr>
        <a:xfrm>
          <a:off x="5906452" y="0"/>
          <a:ext cx="1405532" cy="17063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128016" numCol="1" spcCol="1270" anchor="b" anchorCtr="1">
          <a:noAutofit/>
        </a:bodyPr>
        <a:lstStyle/>
        <a:p>
          <a:pPr marL="0" lvl="0" indent="0" algn="l" defTabSz="800100">
            <a:lnSpc>
              <a:spcPct val="90000"/>
            </a:lnSpc>
            <a:spcBef>
              <a:spcPct val="0"/>
            </a:spcBef>
            <a:spcAft>
              <a:spcPct val="35000"/>
            </a:spcAft>
            <a:buNone/>
          </a:pPr>
          <a:r>
            <a:rPr lang="en-US" sz="1800" kern="1200"/>
            <a:t>Lorem Ipsum</a:t>
          </a:r>
          <a:endParaRPr lang="en-US" sz="1800" kern="1200" dirty="0"/>
        </a:p>
        <a:p>
          <a:pPr marL="114300" lvl="1" indent="-114300" algn="l" defTabSz="622300">
            <a:lnSpc>
              <a:spcPct val="90000"/>
            </a:lnSpc>
            <a:spcBef>
              <a:spcPct val="0"/>
            </a:spcBef>
            <a:spcAft>
              <a:spcPct val="15000"/>
            </a:spcAft>
            <a:buChar char="•"/>
          </a:pPr>
          <a:r>
            <a:rPr lang="en-US" sz="1400" kern="1200" dirty="0"/>
            <a:t>Some text here</a:t>
          </a:r>
        </a:p>
        <a:p>
          <a:pPr marL="114300" lvl="1" indent="-114300" algn="l" defTabSz="622300">
            <a:lnSpc>
              <a:spcPct val="90000"/>
            </a:lnSpc>
            <a:spcBef>
              <a:spcPct val="0"/>
            </a:spcBef>
            <a:spcAft>
              <a:spcPct val="15000"/>
            </a:spcAft>
            <a:buChar char="•"/>
          </a:pPr>
          <a:r>
            <a:rPr lang="en-US" sz="1400" kern="1200" dirty="0"/>
            <a:t>Some text here</a:t>
          </a:r>
        </a:p>
      </dsp:txBody>
      <dsp:txXfrm>
        <a:off x="5906452" y="0"/>
        <a:ext cx="1405532" cy="1706396"/>
      </dsp:txXfrm>
    </dsp:sp>
    <dsp:sp modelId="{1375C829-E9B3-4273-B161-98F2B2E45907}">
      <dsp:nvSpPr>
        <dsp:cNvPr id="0" name=""/>
        <dsp:cNvSpPr/>
      </dsp:nvSpPr>
      <dsp:spPr>
        <a:xfrm>
          <a:off x="6395919" y="1919695"/>
          <a:ext cx="426599" cy="426599"/>
        </a:xfrm>
        <a:prstGeom prst="ellipse">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Tree>
</dsp:drawing>
</file>

<file path=ppt/diagrams/drawing5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12E356-5745-4C9E-9415-6EF99F165658}">
      <dsp:nvSpPr>
        <dsp:cNvPr id="0" name=""/>
        <dsp:cNvSpPr/>
      </dsp:nvSpPr>
      <dsp:spPr>
        <a:xfrm>
          <a:off x="6552604" y="1120326"/>
          <a:ext cx="1489674" cy="1489918"/>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947F1B8E-EB02-4491-90C8-6561162A36BB}">
      <dsp:nvSpPr>
        <dsp:cNvPr id="0" name=""/>
        <dsp:cNvSpPr/>
      </dsp:nvSpPr>
      <dsp:spPr>
        <a:xfrm>
          <a:off x="6601758" y="1169998"/>
          <a:ext cx="1390574" cy="1390573"/>
        </a:xfrm>
        <a:prstGeom prst="ellipse">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US" sz="2800" kern="1200"/>
            <a:t>Lorem Ipsum</a:t>
          </a:r>
          <a:endParaRPr lang="en-US" sz="2800" kern="1200" dirty="0"/>
        </a:p>
      </dsp:txBody>
      <dsp:txXfrm>
        <a:off x="6800751" y="1368689"/>
        <a:ext cx="993380" cy="993191"/>
      </dsp:txXfrm>
    </dsp:sp>
    <dsp:sp modelId="{4F3E9540-932A-46B3-A489-40923A2E5216}">
      <dsp:nvSpPr>
        <dsp:cNvPr id="0" name=""/>
        <dsp:cNvSpPr/>
      </dsp:nvSpPr>
      <dsp:spPr>
        <a:xfrm>
          <a:off x="6601758" y="2637695"/>
          <a:ext cx="1390574" cy="8167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114300" lvl="1" indent="-114300" algn="l" defTabSz="622300">
            <a:lnSpc>
              <a:spcPct val="90000"/>
            </a:lnSpc>
            <a:spcBef>
              <a:spcPct val="0"/>
            </a:spcBef>
            <a:spcAft>
              <a:spcPct val="15000"/>
            </a:spcAft>
            <a:buChar char="•"/>
          </a:pPr>
          <a:r>
            <a:rPr lang="en-US" sz="1400" kern="1200" dirty="0"/>
            <a:t>Some text here</a:t>
          </a:r>
        </a:p>
        <a:p>
          <a:pPr marL="114300" lvl="1" indent="-114300" algn="l" defTabSz="622300">
            <a:lnSpc>
              <a:spcPct val="90000"/>
            </a:lnSpc>
            <a:spcBef>
              <a:spcPct val="0"/>
            </a:spcBef>
            <a:spcAft>
              <a:spcPct val="15000"/>
            </a:spcAft>
            <a:buChar char="•"/>
          </a:pPr>
          <a:r>
            <a:rPr lang="en-US" sz="1400" kern="1200" dirty="0"/>
            <a:t>Some text here</a:t>
          </a:r>
        </a:p>
      </dsp:txBody>
      <dsp:txXfrm>
        <a:off x="6601758" y="2637695"/>
        <a:ext cx="1390574" cy="816723"/>
      </dsp:txXfrm>
    </dsp:sp>
    <dsp:sp modelId="{8DB582E1-A99B-4742-9DDA-A8A4E8E82238}">
      <dsp:nvSpPr>
        <dsp:cNvPr id="0" name=""/>
        <dsp:cNvSpPr/>
      </dsp:nvSpPr>
      <dsp:spPr>
        <a:xfrm rot="2700000">
          <a:off x="5012277" y="1120403"/>
          <a:ext cx="1489502" cy="1489502"/>
        </a:xfrm>
        <a:prstGeom prst="teardrop">
          <a:avLst>
            <a:gd name="adj" fmla="val 10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1C23E629-9611-43A2-A0DE-48149D18B8AF}">
      <dsp:nvSpPr>
        <dsp:cNvPr id="0" name=""/>
        <dsp:cNvSpPr/>
      </dsp:nvSpPr>
      <dsp:spPr>
        <a:xfrm>
          <a:off x="5062930" y="1169998"/>
          <a:ext cx="1390574" cy="1390573"/>
        </a:xfrm>
        <a:prstGeom prst="ellipse">
          <a:avLst/>
        </a:prstGeom>
        <a:solidFill>
          <a:schemeClr val="lt1">
            <a:alpha val="90000"/>
            <a:hueOff val="0"/>
            <a:satOff val="0"/>
            <a:lumOff val="0"/>
            <a:alphaOff val="0"/>
          </a:schemeClr>
        </a:solidFill>
        <a:ln w="9525" cap="flat" cmpd="sng" algn="ctr">
          <a:solidFill>
            <a:schemeClr val="accent3">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US" sz="2800" kern="1200"/>
            <a:t>Lorem Ipsum</a:t>
          </a:r>
          <a:endParaRPr lang="en-US" sz="2800" kern="1200" dirty="0"/>
        </a:p>
      </dsp:txBody>
      <dsp:txXfrm>
        <a:off x="5261130" y="1368689"/>
        <a:ext cx="993380" cy="993191"/>
      </dsp:txXfrm>
    </dsp:sp>
    <dsp:sp modelId="{1524A57B-4BB2-49D8-A451-E3614618CABC}">
      <dsp:nvSpPr>
        <dsp:cNvPr id="0" name=""/>
        <dsp:cNvSpPr/>
      </dsp:nvSpPr>
      <dsp:spPr>
        <a:xfrm>
          <a:off x="5062930" y="2637695"/>
          <a:ext cx="1390574" cy="8167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114300" lvl="1" indent="-114300" algn="l" defTabSz="622300">
            <a:lnSpc>
              <a:spcPct val="90000"/>
            </a:lnSpc>
            <a:spcBef>
              <a:spcPct val="0"/>
            </a:spcBef>
            <a:spcAft>
              <a:spcPct val="15000"/>
            </a:spcAft>
            <a:buChar char="•"/>
          </a:pPr>
          <a:r>
            <a:rPr lang="en-US" sz="1400" kern="1200" dirty="0"/>
            <a:t>Some text here</a:t>
          </a:r>
        </a:p>
        <a:p>
          <a:pPr marL="114300" lvl="1" indent="-114300" algn="l" defTabSz="622300">
            <a:lnSpc>
              <a:spcPct val="90000"/>
            </a:lnSpc>
            <a:spcBef>
              <a:spcPct val="0"/>
            </a:spcBef>
            <a:spcAft>
              <a:spcPct val="15000"/>
            </a:spcAft>
            <a:buChar char="•"/>
          </a:pPr>
          <a:r>
            <a:rPr lang="en-US" sz="1400" kern="1200" dirty="0"/>
            <a:t>Some text here</a:t>
          </a:r>
        </a:p>
      </dsp:txBody>
      <dsp:txXfrm>
        <a:off x="5062930" y="2637695"/>
        <a:ext cx="1390574" cy="816723"/>
      </dsp:txXfrm>
    </dsp:sp>
    <dsp:sp modelId="{7B32F19A-E7C0-44E5-BF55-3D1327C655FA}">
      <dsp:nvSpPr>
        <dsp:cNvPr id="0" name=""/>
        <dsp:cNvSpPr/>
      </dsp:nvSpPr>
      <dsp:spPr>
        <a:xfrm rot="2700000">
          <a:off x="3473448" y="1120403"/>
          <a:ext cx="1489502" cy="1489502"/>
        </a:xfrm>
        <a:prstGeom prst="teardrop">
          <a:avLst>
            <a:gd name="adj" fmla="val 10000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BA048A6B-C901-4DEC-B336-A671268CE3A2}">
      <dsp:nvSpPr>
        <dsp:cNvPr id="0" name=""/>
        <dsp:cNvSpPr/>
      </dsp:nvSpPr>
      <dsp:spPr>
        <a:xfrm>
          <a:off x="3523309" y="1169998"/>
          <a:ext cx="1390574" cy="1390573"/>
        </a:xfrm>
        <a:prstGeom prst="ellipse">
          <a:avLst/>
        </a:prstGeom>
        <a:solidFill>
          <a:schemeClr val="lt1">
            <a:alpha val="90000"/>
            <a:hueOff val="0"/>
            <a:satOff val="0"/>
            <a:lumOff val="0"/>
            <a:alphaOff val="0"/>
          </a:schemeClr>
        </a:solidFill>
        <a:ln w="9525" cap="flat" cmpd="sng" algn="ctr">
          <a:solidFill>
            <a:schemeClr val="accent4">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US" sz="2800" kern="1200" dirty="0"/>
            <a:t>Lorem Ipsum</a:t>
          </a:r>
        </a:p>
      </dsp:txBody>
      <dsp:txXfrm>
        <a:off x="3721509" y="1368689"/>
        <a:ext cx="993380" cy="993191"/>
      </dsp:txXfrm>
    </dsp:sp>
    <dsp:sp modelId="{58E60EE6-981E-4EF6-A9CE-34FCDC94B70D}">
      <dsp:nvSpPr>
        <dsp:cNvPr id="0" name=""/>
        <dsp:cNvSpPr/>
      </dsp:nvSpPr>
      <dsp:spPr>
        <a:xfrm>
          <a:off x="3523309" y="2637695"/>
          <a:ext cx="1390574" cy="8167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114300" lvl="1" indent="-114300" algn="l" defTabSz="622300">
            <a:lnSpc>
              <a:spcPct val="90000"/>
            </a:lnSpc>
            <a:spcBef>
              <a:spcPct val="0"/>
            </a:spcBef>
            <a:spcAft>
              <a:spcPct val="15000"/>
            </a:spcAft>
            <a:buChar char="•"/>
          </a:pPr>
          <a:r>
            <a:rPr lang="en-US" sz="1400" kern="1200" dirty="0"/>
            <a:t>Some text here</a:t>
          </a:r>
        </a:p>
        <a:p>
          <a:pPr marL="114300" lvl="1" indent="-114300" algn="l" defTabSz="622300">
            <a:lnSpc>
              <a:spcPct val="90000"/>
            </a:lnSpc>
            <a:spcBef>
              <a:spcPct val="0"/>
            </a:spcBef>
            <a:spcAft>
              <a:spcPct val="15000"/>
            </a:spcAft>
            <a:buChar char="•"/>
          </a:pPr>
          <a:r>
            <a:rPr lang="en-US" sz="1400" kern="1200" dirty="0"/>
            <a:t>Some text here</a:t>
          </a:r>
        </a:p>
      </dsp:txBody>
      <dsp:txXfrm>
        <a:off x="3523309" y="2637695"/>
        <a:ext cx="1390574" cy="816723"/>
      </dsp:txXfrm>
    </dsp:sp>
    <dsp:sp modelId="{F0847FCA-64CB-441A-B1D3-C7BC89530C70}">
      <dsp:nvSpPr>
        <dsp:cNvPr id="0" name=""/>
        <dsp:cNvSpPr/>
      </dsp:nvSpPr>
      <dsp:spPr>
        <a:xfrm rot="2700000">
          <a:off x="1933827" y="1120403"/>
          <a:ext cx="1489502" cy="1489502"/>
        </a:xfrm>
        <a:prstGeom prst="teardrop">
          <a:avLst>
            <a:gd name="adj" fmla="val 10000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961E3ACF-30A3-4207-9DD7-EFD06ED03765}">
      <dsp:nvSpPr>
        <dsp:cNvPr id="0" name=""/>
        <dsp:cNvSpPr/>
      </dsp:nvSpPr>
      <dsp:spPr>
        <a:xfrm>
          <a:off x="1983688" y="1169998"/>
          <a:ext cx="1390574" cy="1390573"/>
        </a:xfrm>
        <a:prstGeom prst="ellipse">
          <a:avLst/>
        </a:prstGeom>
        <a:solidFill>
          <a:schemeClr val="lt1">
            <a:alpha val="90000"/>
            <a:hueOff val="0"/>
            <a:satOff val="0"/>
            <a:lumOff val="0"/>
            <a:alphaOff val="0"/>
          </a:schemeClr>
        </a:solidFill>
        <a:ln w="9525" cap="flat" cmpd="sng" algn="ctr">
          <a:solidFill>
            <a:schemeClr val="accent5">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US" sz="2800" kern="1200" dirty="0"/>
            <a:t>Lorem Ipsum</a:t>
          </a:r>
        </a:p>
      </dsp:txBody>
      <dsp:txXfrm>
        <a:off x="2182681" y="1368689"/>
        <a:ext cx="993380" cy="993191"/>
      </dsp:txXfrm>
    </dsp:sp>
    <dsp:sp modelId="{34A83504-235C-453A-85C9-2AAE6C3B03F0}">
      <dsp:nvSpPr>
        <dsp:cNvPr id="0" name=""/>
        <dsp:cNvSpPr/>
      </dsp:nvSpPr>
      <dsp:spPr>
        <a:xfrm>
          <a:off x="1983688" y="2637695"/>
          <a:ext cx="1390574" cy="8167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114300" lvl="1" indent="-114300" algn="l" defTabSz="622300">
            <a:lnSpc>
              <a:spcPct val="90000"/>
            </a:lnSpc>
            <a:spcBef>
              <a:spcPct val="0"/>
            </a:spcBef>
            <a:spcAft>
              <a:spcPct val="15000"/>
            </a:spcAft>
            <a:buChar char="•"/>
          </a:pPr>
          <a:r>
            <a:rPr lang="en-US" sz="1400" kern="1200" dirty="0"/>
            <a:t>Some text here</a:t>
          </a:r>
        </a:p>
        <a:p>
          <a:pPr marL="114300" lvl="1" indent="-114300" algn="l" defTabSz="622300">
            <a:lnSpc>
              <a:spcPct val="90000"/>
            </a:lnSpc>
            <a:spcBef>
              <a:spcPct val="0"/>
            </a:spcBef>
            <a:spcAft>
              <a:spcPct val="15000"/>
            </a:spcAft>
            <a:buChar char="•"/>
          </a:pPr>
          <a:r>
            <a:rPr lang="en-US" sz="1400" kern="1200"/>
            <a:t>Some text here</a:t>
          </a:r>
          <a:endParaRPr lang="en-US" sz="1400" kern="1200" dirty="0"/>
        </a:p>
      </dsp:txBody>
      <dsp:txXfrm>
        <a:off x="1983688" y="2637695"/>
        <a:ext cx="1390574" cy="816723"/>
      </dsp:txXfrm>
    </dsp:sp>
    <dsp:sp modelId="{A75EC866-CDC2-4017-8678-8213B4815327}">
      <dsp:nvSpPr>
        <dsp:cNvPr id="0" name=""/>
        <dsp:cNvSpPr/>
      </dsp:nvSpPr>
      <dsp:spPr>
        <a:xfrm rot="2700000">
          <a:off x="394206" y="1120403"/>
          <a:ext cx="1489502" cy="1489502"/>
        </a:xfrm>
        <a:prstGeom prst="teardrop">
          <a:avLst>
            <a:gd name="adj" fmla="val 100000"/>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33D1FF4A-1EA9-46F2-9769-F0793A34B441}">
      <dsp:nvSpPr>
        <dsp:cNvPr id="0" name=""/>
        <dsp:cNvSpPr/>
      </dsp:nvSpPr>
      <dsp:spPr>
        <a:xfrm>
          <a:off x="444066" y="1169998"/>
          <a:ext cx="1390574" cy="1390573"/>
        </a:xfrm>
        <a:prstGeom prst="ellipse">
          <a:avLst/>
        </a:prstGeom>
        <a:solidFill>
          <a:schemeClr val="lt1">
            <a:alpha val="90000"/>
            <a:hueOff val="0"/>
            <a:satOff val="0"/>
            <a:lumOff val="0"/>
            <a:alphaOff val="0"/>
          </a:schemeClr>
        </a:solidFill>
        <a:ln w="9525" cap="flat"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US" sz="2800" kern="1200" dirty="0"/>
            <a:t>Lorem Ipsum</a:t>
          </a:r>
        </a:p>
      </dsp:txBody>
      <dsp:txXfrm>
        <a:off x="643060" y="1368689"/>
        <a:ext cx="993380" cy="993191"/>
      </dsp:txXfrm>
    </dsp:sp>
    <dsp:sp modelId="{9927E353-63E0-4F1F-9EA9-6FED74737A81}">
      <dsp:nvSpPr>
        <dsp:cNvPr id="0" name=""/>
        <dsp:cNvSpPr/>
      </dsp:nvSpPr>
      <dsp:spPr>
        <a:xfrm>
          <a:off x="444066" y="2637695"/>
          <a:ext cx="1390574" cy="8167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114300" lvl="1" indent="-114300" algn="l" defTabSz="622300">
            <a:lnSpc>
              <a:spcPct val="90000"/>
            </a:lnSpc>
            <a:spcBef>
              <a:spcPct val="0"/>
            </a:spcBef>
            <a:spcAft>
              <a:spcPct val="15000"/>
            </a:spcAft>
            <a:buChar char="•"/>
          </a:pPr>
          <a:r>
            <a:rPr lang="en-US" sz="1400" kern="1200" dirty="0"/>
            <a:t>Some text here</a:t>
          </a:r>
        </a:p>
        <a:p>
          <a:pPr marL="114300" lvl="1" indent="-114300" algn="l" defTabSz="622300">
            <a:lnSpc>
              <a:spcPct val="90000"/>
            </a:lnSpc>
            <a:spcBef>
              <a:spcPct val="0"/>
            </a:spcBef>
            <a:spcAft>
              <a:spcPct val="15000"/>
            </a:spcAft>
            <a:buChar char="•"/>
          </a:pPr>
          <a:r>
            <a:rPr lang="en-US" sz="1400" kern="1200" dirty="0"/>
            <a:t>Some text here</a:t>
          </a:r>
        </a:p>
      </dsp:txBody>
      <dsp:txXfrm>
        <a:off x="444066" y="2637695"/>
        <a:ext cx="1390574" cy="816723"/>
      </dsp:txXfrm>
    </dsp:sp>
  </dsp:spTree>
</dsp:drawing>
</file>

<file path=ppt/diagrams/drawing5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F15055-514E-425A-842C-057BC8D68A2F}">
      <dsp:nvSpPr>
        <dsp:cNvPr id="0" name=""/>
        <dsp:cNvSpPr/>
      </dsp:nvSpPr>
      <dsp:spPr>
        <a:xfrm>
          <a:off x="1390" y="698331"/>
          <a:ext cx="1797843" cy="719137"/>
        </a:xfrm>
        <a:prstGeom prst="chevron">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2012" tIns="30671" rIns="30671" bIns="30671" numCol="1" spcCol="1270" anchor="ctr" anchorCtr="0">
          <a:noAutofit/>
        </a:bodyPr>
        <a:lstStyle/>
        <a:p>
          <a:pPr marL="0" lvl="0" indent="0" algn="ctr" defTabSz="1022350">
            <a:lnSpc>
              <a:spcPct val="90000"/>
            </a:lnSpc>
            <a:spcBef>
              <a:spcPct val="0"/>
            </a:spcBef>
            <a:spcAft>
              <a:spcPct val="35000"/>
            </a:spcAft>
            <a:buNone/>
          </a:pPr>
          <a:r>
            <a:rPr lang="en-US" sz="2300" kern="1200" dirty="0"/>
            <a:t>Lorem Ipsum</a:t>
          </a:r>
        </a:p>
      </dsp:txBody>
      <dsp:txXfrm>
        <a:off x="360959" y="698331"/>
        <a:ext cx="1078706" cy="719137"/>
      </dsp:txXfrm>
    </dsp:sp>
    <dsp:sp modelId="{9FC0D3AB-43C8-471A-B2F5-8F354113C904}">
      <dsp:nvSpPr>
        <dsp:cNvPr id="0" name=""/>
        <dsp:cNvSpPr/>
      </dsp:nvSpPr>
      <dsp:spPr>
        <a:xfrm>
          <a:off x="1390" y="1507361"/>
          <a:ext cx="1438274" cy="20602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228600" lvl="1" indent="-228600" algn="l" defTabSz="1022350">
            <a:lnSpc>
              <a:spcPct val="90000"/>
            </a:lnSpc>
            <a:spcBef>
              <a:spcPct val="0"/>
            </a:spcBef>
            <a:spcAft>
              <a:spcPct val="15000"/>
            </a:spcAft>
            <a:buChar char="•"/>
          </a:pPr>
          <a:r>
            <a:rPr lang="en-US" sz="2300" kern="1200" dirty="0"/>
            <a:t>Some text here</a:t>
          </a:r>
        </a:p>
        <a:p>
          <a:pPr marL="228600" lvl="1" indent="-228600" algn="l" defTabSz="1022350">
            <a:lnSpc>
              <a:spcPct val="90000"/>
            </a:lnSpc>
            <a:spcBef>
              <a:spcPct val="0"/>
            </a:spcBef>
            <a:spcAft>
              <a:spcPct val="15000"/>
            </a:spcAft>
            <a:buChar char="•"/>
          </a:pPr>
          <a:r>
            <a:rPr lang="en-US" sz="2300" kern="1200" dirty="0"/>
            <a:t>Some text here</a:t>
          </a:r>
        </a:p>
      </dsp:txBody>
      <dsp:txXfrm>
        <a:off x="1390" y="1507361"/>
        <a:ext cx="1438274" cy="2060296"/>
      </dsp:txXfrm>
    </dsp:sp>
    <dsp:sp modelId="{4816CE36-F6CE-4918-88FE-4B475BA85210}">
      <dsp:nvSpPr>
        <dsp:cNvPr id="0" name=""/>
        <dsp:cNvSpPr/>
      </dsp:nvSpPr>
      <dsp:spPr>
        <a:xfrm>
          <a:off x="1583234" y="698331"/>
          <a:ext cx="1797843" cy="719137"/>
        </a:xfrm>
        <a:prstGeom prst="chevron">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2012" tIns="30671" rIns="30671" bIns="30671" numCol="1" spcCol="1270" anchor="ctr" anchorCtr="0">
          <a:noAutofit/>
        </a:bodyPr>
        <a:lstStyle/>
        <a:p>
          <a:pPr marL="0" lvl="0" indent="0" algn="ctr" defTabSz="1022350">
            <a:lnSpc>
              <a:spcPct val="90000"/>
            </a:lnSpc>
            <a:spcBef>
              <a:spcPct val="0"/>
            </a:spcBef>
            <a:spcAft>
              <a:spcPct val="35000"/>
            </a:spcAft>
            <a:buNone/>
          </a:pPr>
          <a:r>
            <a:rPr lang="en-US" sz="2300" kern="1200" dirty="0"/>
            <a:t>Lorem Ipsum</a:t>
          </a:r>
        </a:p>
      </dsp:txBody>
      <dsp:txXfrm>
        <a:off x="1942803" y="698331"/>
        <a:ext cx="1078706" cy="719137"/>
      </dsp:txXfrm>
    </dsp:sp>
    <dsp:sp modelId="{87CD42A5-502C-4653-A576-873FBAD7ED33}">
      <dsp:nvSpPr>
        <dsp:cNvPr id="0" name=""/>
        <dsp:cNvSpPr/>
      </dsp:nvSpPr>
      <dsp:spPr>
        <a:xfrm>
          <a:off x="1583234" y="1507361"/>
          <a:ext cx="1438274" cy="20602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228600" lvl="1" indent="-228600" algn="l" defTabSz="1022350">
            <a:lnSpc>
              <a:spcPct val="90000"/>
            </a:lnSpc>
            <a:spcBef>
              <a:spcPct val="0"/>
            </a:spcBef>
            <a:spcAft>
              <a:spcPct val="15000"/>
            </a:spcAft>
            <a:buChar char="•"/>
          </a:pPr>
          <a:r>
            <a:rPr lang="en-US" sz="2300" kern="1200" dirty="0"/>
            <a:t>Some text here</a:t>
          </a:r>
        </a:p>
        <a:p>
          <a:pPr marL="228600" lvl="1" indent="-228600" algn="l" defTabSz="1022350">
            <a:lnSpc>
              <a:spcPct val="90000"/>
            </a:lnSpc>
            <a:spcBef>
              <a:spcPct val="0"/>
            </a:spcBef>
            <a:spcAft>
              <a:spcPct val="15000"/>
            </a:spcAft>
            <a:buChar char="•"/>
          </a:pPr>
          <a:r>
            <a:rPr lang="en-US" sz="2300" kern="1200" dirty="0"/>
            <a:t>Some text here</a:t>
          </a:r>
        </a:p>
        <a:p>
          <a:pPr marL="228600" lvl="1" indent="-228600" algn="l" defTabSz="1022350">
            <a:lnSpc>
              <a:spcPct val="90000"/>
            </a:lnSpc>
            <a:spcBef>
              <a:spcPct val="0"/>
            </a:spcBef>
            <a:spcAft>
              <a:spcPct val="15000"/>
            </a:spcAft>
            <a:buChar char="•"/>
          </a:pPr>
          <a:r>
            <a:rPr lang="en-US" sz="2300" kern="1200"/>
            <a:t>Some text here</a:t>
          </a:r>
          <a:endParaRPr lang="en-US" sz="2300" kern="1200" dirty="0"/>
        </a:p>
      </dsp:txBody>
      <dsp:txXfrm>
        <a:off x="1583234" y="1507361"/>
        <a:ext cx="1438274" cy="2060296"/>
      </dsp:txXfrm>
    </dsp:sp>
    <dsp:sp modelId="{01CC898F-E047-47A5-A0C7-68C2E630627F}">
      <dsp:nvSpPr>
        <dsp:cNvPr id="0" name=""/>
        <dsp:cNvSpPr/>
      </dsp:nvSpPr>
      <dsp:spPr>
        <a:xfrm>
          <a:off x="3165078" y="698331"/>
          <a:ext cx="1797843" cy="719137"/>
        </a:xfrm>
        <a:prstGeom prst="chevron">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2012" tIns="30671" rIns="30671" bIns="30671" numCol="1" spcCol="1270" anchor="ctr" anchorCtr="0">
          <a:noAutofit/>
        </a:bodyPr>
        <a:lstStyle/>
        <a:p>
          <a:pPr marL="0" lvl="0" indent="0" algn="ctr" defTabSz="1022350">
            <a:lnSpc>
              <a:spcPct val="90000"/>
            </a:lnSpc>
            <a:spcBef>
              <a:spcPct val="0"/>
            </a:spcBef>
            <a:spcAft>
              <a:spcPct val="35000"/>
            </a:spcAft>
            <a:buNone/>
          </a:pPr>
          <a:r>
            <a:rPr lang="en-US" sz="2300" kern="1200" dirty="0"/>
            <a:t>Lorem Ipsum</a:t>
          </a:r>
        </a:p>
      </dsp:txBody>
      <dsp:txXfrm>
        <a:off x="3524647" y="698331"/>
        <a:ext cx="1078706" cy="719137"/>
      </dsp:txXfrm>
    </dsp:sp>
    <dsp:sp modelId="{0486E598-DF91-438D-B735-1D0D48CC45CE}">
      <dsp:nvSpPr>
        <dsp:cNvPr id="0" name=""/>
        <dsp:cNvSpPr/>
      </dsp:nvSpPr>
      <dsp:spPr>
        <a:xfrm>
          <a:off x="3165078" y="1507361"/>
          <a:ext cx="1438274" cy="20602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228600" lvl="1" indent="-228600" algn="l" defTabSz="1022350">
            <a:lnSpc>
              <a:spcPct val="90000"/>
            </a:lnSpc>
            <a:spcBef>
              <a:spcPct val="0"/>
            </a:spcBef>
            <a:spcAft>
              <a:spcPct val="15000"/>
            </a:spcAft>
            <a:buChar char="•"/>
          </a:pPr>
          <a:r>
            <a:rPr lang="en-US" sz="2300" kern="1200" dirty="0"/>
            <a:t>Some text here</a:t>
          </a:r>
        </a:p>
        <a:p>
          <a:pPr marL="228600" lvl="1" indent="-228600" algn="l" defTabSz="1022350">
            <a:lnSpc>
              <a:spcPct val="90000"/>
            </a:lnSpc>
            <a:spcBef>
              <a:spcPct val="0"/>
            </a:spcBef>
            <a:spcAft>
              <a:spcPct val="15000"/>
            </a:spcAft>
            <a:buChar char="•"/>
          </a:pPr>
          <a:r>
            <a:rPr lang="en-US" sz="2300" kern="1200" dirty="0"/>
            <a:t>Some text here</a:t>
          </a:r>
        </a:p>
      </dsp:txBody>
      <dsp:txXfrm>
        <a:off x="3165078" y="1507361"/>
        <a:ext cx="1438274" cy="2060296"/>
      </dsp:txXfrm>
    </dsp:sp>
    <dsp:sp modelId="{00E3E44E-3A16-42F4-814B-87EE5976EFEA}">
      <dsp:nvSpPr>
        <dsp:cNvPr id="0" name=""/>
        <dsp:cNvSpPr/>
      </dsp:nvSpPr>
      <dsp:spPr>
        <a:xfrm>
          <a:off x="4746921" y="698331"/>
          <a:ext cx="1797843" cy="719137"/>
        </a:xfrm>
        <a:prstGeom prst="chevron">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2012" tIns="30671" rIns="30671" bIns="30671" numCol="1" spcCol="1270" anchor="ctr" anchorCtr="0">
          <a:noAutofit/>
        </a:bodyPr>
        <a:lstStyle/>
        <a:p>
          <a:pPr marL="0" lvl="0" indent="0" algn="ctr" defTabSz="1022350">
            <a:lnSpc>
              <a:spcPct val="90000"/>
            </a:lnSpc>
            <a:spcBef>
              <a:spcPct val="0"/>
            </a:spcBef>
            <a:spcAft>
              <a:spcPct val="35000"/>
            </a:spcAft>
            <a:buNone/>
          </a:pPr>
          <a:r>
            <a:rPr lang="en-US" sz="2300" kern="1200"/>
            <a:t>Lorem Ipsum</a:t>
          </a:r>
          <a:endParaRPr lang="en-US" sz="2300" kern="1200" dirty="0"/>
        </a:p>
      </dsp:txBody>
      <dsp:txXfrm>
        <a:off x="5106490" y="698331"/>
        <a:ext cx="1078706" cy="719137"/>
      </dsp:txXfrm>
    </dsp:sp>
    <dsp:sp modelId="{1026BE8E-BF02-4766-BF09-55618C294003}">
      <dsp:nvSpPr>
        <dsp:cNvPr id="0" name=""/>
        <dsp:cNvSpPr/>
      </dsp:nvSpPr>
      <dsp:spPr>
        <a:xfrm>
          <a:off x="4746921" y="1507361"/>
          <a:ext cx="1438274" cy="20602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228600" lvl="1" indent="-228600" algn="l" defTabSz="1022350">
            <a:lnSpc>
              <a:spcPct val="90000"/>
            </a:lnSpc>
            <a:spcBef>
              <a:spcPct val="0"/>
            </a:spcBef>
            <a:spcAft>
              <a:spcPct val="15000"/>
            </a:spcAft>
            <a:buChar char="•"/>
          </a:pPr>
          <a:r>
            <a:rPr lang="en-US" sz="2300" kern="1200" dirty="0"/>
            <a:t>Some text here</a:t>
          </a:r>
        </a:p>
        <a:p>
          <a:pPr marL="228600" lvl="1" indent="-228600" algn="l" defTabSz="1022350">
            <a:lnSpc>
              <a:spcPct val="90000"/>
            </a:lnSpc>
            <a:spcBef>
              <a:spcPct val="0"/>
            </a:spcBef>
            <a:spcAft>
              <a:spcPct val="15000"/>
            </a:spcAft>
            <a:buChar char="•"/>
          </a:pPr>
          <a:r>
            <a:rPr lang="en-US" sz="2300" kern="1200" dirty="0"/>
            <a:t>Some text here</a:t>
          </a:r>
        </a:p>
      </dsp:txBody>
      <dsp:txXfrm>
        <a:off x="4746921" y="1507361"/>
        <a:ext cx="1438274" cy="2060296"/>
      </dsp:txXfrm>
    </dsp:sp>
    <dsp:sp modelId="{909B1091-7A58-475E-9E51-E87DD31876B2}">
      <dsp:nvSpPr>
        <dsp:cNvPr id="0" name=""/>
        <dsp:cNvSpPr/>
      </dsp:nvSpPr>
      <dsp:spPr>
        <a:xfrm>
          <a:off x="6328765" y="698331"/>
          <a:ext cx="1797843" cy="719137"/>
        </a:xfrm>
        <a:prstGeom prst="chevron">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2012" tIns="30671" rIns="30671" bIns="30671" numCol="1" spcCol="1270" anchor="ctr" anchorCtr="0">
          <a:noAutofit/>
        </a:bodyPr>
        <a:lstStyle/>
        <a:p>
          <a:pPr marL="0" lvl="0" indent="0" algn="ctr" defTabSz="1022350">
            <a:lnSpc>
              <a:spcPct val="90000"/>
            </a:lnSpc>
            <a:spcBef>
              <a:spcPct val="0"/>
            </a:spcBef>
            <a:spcAft>
              <a:spcPct val="35000"/>
            </a:spcAft>
            <a:buNone/>
          </a:pPr>
          <a:r>
            <a:rPr lang="en-US" sz="2300" kern="1200"/>
            <a:t>Lorem Ipsum</a:t>
          </a:r>
          <a:endParaRPr lang="en-US" sz="2300" kern="1200" dirty="0"/>
        </a:p>
      </dsp:txBody>
      <dsp:txXfrm>
        <a:off x="6688334" y="698331"/>
        <a:ext cx="1078706" cy="719137"/>
      </dsp:txXfrm>
    </dsp:sp>
    <dsp:sp modelId="{372B1184-8D6E-4A0B-8A85-02E5CA82F04B}">
      <dsp:nvSpPr>
        <dsp:cNvPr id="0" name=""/>
        <dsp:cNvSpPr/>
      </dsp:nvSpPr>
      <dsp:spPr>
        <a:xfrm>
          <a:off x="6328765" y="1507361"/>
          <a:ext cx="1438274" cy="20602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228600" lvl="1" indent="-228600" algn="l" defTabSz="1022350">
            <a:lnSpc>
              <a:spcPct val="90000"/>
            </a:lnSpc>
            <a:spcBef>
              <a:spcPct val="0"/>
            </a:spcBef>
            <a:spcAft>
              <a:spcPct val="15000"/>
            </a:spcAft>
            <a:buChar char="•"/>
          </a:pPr>
          <a:r>
            <a:rPr lang="en-US" sz="2300" kern="1200" dirty="0"/>
            <a:t>Some text here</a:t>
          </a:r>
        </a:p>
        <a:p>
          <a:pPr marL="228600" lvl="1" indent="-228600" algn="l" defTabSz="1022350">
            <a:lnSpc>
              <a:spcPct val="90000"/>
            </a:lnSpc>
            <a:spcBef>
              <a:spcPct val="0"/>
            </a:spcBef>
            <a:spcAft>
              <a:spcPct val="15000"/>
            </a:spcAft>
            <a:buChar char="•"/>
          </a:pPr>
          <a:r>
            <a:rPr lang="en-US" sz="2300" kern="1200" dirty="0"/>
            <a:t>Some text here</a:t>
          </a:r>
        </a:p>
      </dsp:txBody>
      <dsp:txXfrm>
        <a:off x="6328765" y="1507361"/>
        <a:ext cx="1438274" cy="2060296"/>
      </dsp:txXfrm>
    </dsp:sp>
  </dsp:spTree>
</dsp:drawing>
</file>

<file path=ppt/diagrams/drawing6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8374FE-D8A7-4CEE-99DA-C0848BAD90F0}">
      <dsp:nvSpPr>
        <dsp:cNvPr id="0" name=""/>
        <dsp:cNvSpPr/>
      </dsp:nvSpPr>
      <dsp:spPr>
        <a:xfrm>
          <a:off x="3802" y="1701275"/>
          <a:ext cx="1789509" cy="690750"/>
        </a:xfrm>
        <a:prstGeom prst="chevron">
          <a:avLst>
            <a:gd name="adj" fmla="val 4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3DBC5DBB-76ED-40D4-8200-8CCCF179C263}">
      <dsp:nvSpPr>
        <dsp:cNvPr id="0" name=""/>
        <dsp:cNvSpPr/>
      </dsp:nvSpPr>
      <dsp:spPr>
        <a:xfrm>
          <a:off x="481004" y="1873963"/>
          <a:ext cx="1511141" cy="690750"/>
        </a:xfrm>
        <a:prstGeom prst="roundRect">
          <a:avLst>
            <a:gd name="adj" fmla="val 10000"/>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8232" tIns="78232" rIns="78232" bIns="78232" numCol="1" spcCol="1270" anchor="t" anchorCtr="0">
          <a:noAutofit/>
        </a:bodyPr>
        <a:lstStyle/>
        <a:p>
          <a:pPr marL="0" lvl="0" indent="0" algn="l" defTabSz="488950">
            <a:lnSpc>
              <a:spcPct val="90000"/>
            </a:lnSpc>
            <a:spcBef>
              <a:spcPct val="0"/>
            </a:spcBef>
            <a:spcAft>
              <a:spcPct val="35000"/>
            </a:spcAft>
            <a:buNone/>
          </a:pPr>
          <a:r>
            <a:rPr lang="en-US" sz="1100" kern="1200" dirty="0"/>
            <a:t>Lorem Ipsum</a:t>
          </a:r>
        </a:p>
        <a:p>
          <a:pPr marL="57150" lvl="1" indent="-57150" algn="l" defTabSz="400050">
            <a:lnSpc>
              <a:spcPct val="90000"/>
            </a:lnSpc>
            <a:spcBef>
              <a:spcPct val="0"/>
            </a:spcBef>
            <a:spcAft>
              <a:spcPct val="15000"/>
            </a:spcAft>
            <a:buChar char="•"/>
          </a:pPr>
          <a:r>
            <a:rPr lang="en-US" sz="900" kern="1200" dirty="0"/>
            <a:t>Some text here</a:t>
          </a:r>
        </a:p>
        <a:p>
          <a:pPr marL="57150" lvl="1" indent="-57150" algn="l" defTabSz="400050">
            <a:lnSpc>
              <a:spcPct val="90000"/>
            </a:lnSpc>
            <a:spcBef>
              <a:spcPct val="0"/>
            </a:spcBef>
            <a:spcAft>
              <a:spcPct val="15000"/>
            </a:spcAft>
            <a:buChar char="•"/>
          </a:pPr>
          <a:r>
            <a:rPr lang="en-US" sz="900" kern="1200" dirty="0"/>
            <a:t>Some text here</a:t>
          </a:r>
        </a:p>
      </dsp:txBody>
      <dsp:txXfrm>
        <a:off x="501235" y="1894194"/>
        <a:ext cx="1470679" cy="650288"/>
      </dsp:txXfrm>
    </dsp:sp>
    <dsp:sp modelId="{02C45FE5-5FEB-47D7-AA8D-FA4CF72B52CE}">
      <dsp:nvSpPr>
        <dsp:cNvPr id="0" name=""/>
        <dsp:cNvSpPr/>
      </dsp:nvSpPr>
      <dsp:spPr>
        <a:xfrm>
          <a:off x="2047819" y="1701275"/>
          <a:ext cx="1789509" cy="690750"/>
        </a:xfrm>
        <a:prstGeom prst="chevron">
          <a:avLst>
            <a:gd name="adj" fmla="val 4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D89B861F-3C91-44DE-88E8-83D87D88C028}">
      <dsp:nvSpPr>
        <dsp:cNvPr id="0" name=""/>
        <dsp:cNvSpPr/>
      </dsp:nvSpPr>
      <dsp:spPr>
        <a:xfrm>
          <a:off x="2525021" y="1873963"/>
          <a:ext cx="1511141" cy="690750"/>
        </a:xfrm>
        <a:prstGeom prst="roundRect">
          <a:avLst>
            <a:gd name="adj" fmla="val 10000"/>
          </a:avLst>
        </a:prstGeom>
        <a:solidFill>
          <a:schemeClr val="lt1">
            <a:alpha val="90000"/>
            <a:hueOff val="0"/>
            <a:satOff val="0"/>
            <a:lumOff val="0"/>
            <a:alphaOff val="0"/>
          </a:schemeClr>
        </a:solidFill>
        <a:ln w="9525" cap="flat" cmpd="sng" algn="ctr">
          <a:solidFill>
            <a:schemeClr val="accent3">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8232" tIns="78232" rIns="78232" bIns="78232" numCol="1" spcCol="1270" anchor="t" anchorCtr="0">
          <a:noAutofit/>
        </a:bodyPr>
        <a:lstStyle/>
        <a:p>
          <a:pPr marL="0" lvl="0" indent="0" algn="l" defTabSz="488950">
            <a:lnSpc>
              <a:spcPct val="90000"/>
            </a:lnSpc>
            <a:spcBef>
              <a:spcPct val="0"/>
            </a:spcBef>
            <a:spcAft>
              <a:spcPct val="35000"/>
            </a:spcAft>
            <a:buNone/>
          </a:pPr>
          <a:r>
            <a:rPr lang="en-US" sz="1100" kern="1200" dirty="0"/>
            <a:t>Lorem Ipsum</a:t>
          </a:r>
        </a:p>
        <a:p>
          <a:pPr marL="57150" lvl="1" indent="-57150" algn="l" defTabSz="400050">
            <a:lnSpc>
              <a:spcPct val="90000"/>
            </a:lnSpc>
            <a:spcBef>
              <a:spcPct val="0"/>
            </a:spcBef>
            <a:spcAft>
              <a:spcPct val="15000"/>
            </a:spcAft>
            <a:buChar char="•"/>
          </a:pPr>
          <a:r>
            <a:rPr lang="en-US" sz="900" kern="1200" dirty="0"/>
            <a:t>Some text here</a:t>
          </a:r>
        </a:p>
        <a:p>
          <a:pPr marL="57150" lvl="1" indent="-57150" algn="l" defTabSz="400050">
            <a:lnSpc>
              <a:spcPct val="90000"/>
            </a:lnSpc>
            <a:spcBef>
              <a:spcPct val="0"/>
            </a:spcBef>
            <a:spcAft>
              <a:spcPct val="15000"/>
            </a:spcAft>
            <a:buChar char="•"/>
          </a:pPr>
          <a:r>
            <a:rPr lang="en-US" sz="900" kern="1200"/>
            <a:t>Some text here</a:t>
          </a:r>
          <a:endParaRPr lang="en-US" sz="900" kern="1200" dirty="0"/>
        </a:p>
      </dsp:txBody>
      <dsp:txXfrm>
        <a:off x="2545252" y="1894194"/>
        <a:ext cx="1470679" cy="650288"/>
      </dsp:txXfrm>
    </dsp:sp>
    <dsp:sp modelId="{02386FDD-59B7-489D-81BA-80160C345759}">
      <dsp:nvSpPr>
        <dsp:cNvPr id="0" name=""/>
        <dsp:cNvSpPr/>
      </dsp:nvSpPr>
      <dsp:spPr>
        <a:xfrm>
          <a:off x="4091836" y="1701275"/>
          <a:ext cx="1789509" cy="690750"/>
        </a:xfrm>
        <a:prstGeom prst="chevron">
          <a:avLst>
            <a:gd name="adj" fmla="val 4000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DA27E714-2093-4EAD-93E2-AE58C2C9297A}">
      <dsp:nvSpPr>
        <dsp:cNvPr id="0" name=""/>
        <dsp:cNvSpPr/>
      </dsp:nvSpPr>
      <dsp:spPr>
        <a:xfrm>
          <a:off x="4569039" y="1873963"/>
          <a:ext cx="1511141" cy="690750"/>
        </a:xfrm>
        <a:prstGeom prst="roundRect">
          <a:avLst>
            <a:gd name="adj" fmla="val 10000"/>
          </a:avLst>
        </a:prstGeom>
        <a:solidFill>
          <a:schemeClr val="lt1">
            <a:alpha val="90000"/>
            <a:hueOff val="0"/>
            <a:satOff val="0"/>
            <a:lumOff val="0"/>
            <a:alphaOff val="0"/>
          </a:schemeClr>
        </a:solidFill>
        <a:ln w="9525" cap="flat" cmpd="sng" algn="ctr">
          <a:solidFill>
            <a:schemeClr val="accent4">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8232" tIns="78232" rIns="78232" bIns="78232" numCol="1" spcCol="1270" anchor="t" anchorCtr="0">
          <a:noAutofit/>
        </a:bodyPr>
        <a:lstStyle/>
        <a:p>
          <a:pPr marL="0" lvl="0" indent="0" algn="l" defTabSz="488950">
            <a:lnSpc>
              <a:spcPct val="90000"/>
            </a:lnSpc>
            <a:spcBef>
              <a:spcPct val="0"/>
            </a:spcBef>
            <a:spcAft>
              <a:spcPct val="35000"/>
            </a:spcAft>
            <a:buNone/>
          </a:pPr>
          <a:r>
            <a:rPr lang="en-US" sz="1100" kern="1200" dirty="0"/>
            <a:t>Lorem Ipsum</a:t>
          </a:r>
        </a:p>
        <a:p>
          <a:pPr marL="57150" lvl="1" indent="-57150" algn="l" defTabSz="400050">
            <a:lnSpc>
              <a:spcPct val="90000"/>
            </a:lnSpc>
            <a:spcBef>
              <a:spcPct val="0"/>
            </a:spcBef>
            <a:spcAft>
              <a:spcPct val="15000"/>
            </a:spcAft>
            <a:buChar char="•"/>
          </a:pPr>
          <a:r>
            <a:rPr lang="en-US" sz="900" kern="1200" dirty="0"/>
            <a:t>Some text here</a:t>
          </a:r>
        </a:p>
        <a:p>
          <a:pPr marL="57150" lvl="1" indent="-57150" algn="l" defTabSz="400050">
            <a:lnSpc>
              <a:spcPct val="90000"/>
            </a:lnSpc>
            <a:spcBef>
              <a:spcPct val="0"/>
            </a:spcBef>
            <a:spcAft>
              <a:spcPct val="15000"/>
            </a:spcAft>
            <a:buChar char="•"/>
          </a:pPr>
          <a:r>
            <a:rPr lang="en-US" sz="900" kern="1200" dirty="0"/>
            <a:t>Some text here</a:t>
          </a:r>
        </a:p>
      </dsp:txBody>
      <dsp:txXfrm>
        <a:off x="4589270" y="1894194"/>
        <a:ext cx="1470679" cy="650288"/>
      </dsp:txXfrm>
    </dsp:sp>
    <dsp:sp modelId="{BB6B0E84-606D-4C15-A84B-BB5856D7BADE}">
      <dsp:nvSpPr>
        <dsp:cNvPr id="0" name=""/>
        <dsp:cNvSpPr/>
      </dsp:nvSpPr>
      <dsp:spPr>
        <a:xfrm>
          <a:off x="6135854" y="1701275"/>
          <a:ext cx="1789509" cy="690750"/>
        </a:xfrm>
        <a:prstGeom prst="chevron">
          <a:avLst>
            <a:gd name="adj" fmla="val 4000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9E8EFACC-77F6-4DE0-A9A4-973EC2A4F87C}">
      <dsp:nvSpPr>
        <dsp:cNvPr id="0" name=""/>
        <dsp:cNvSpPr/>
      </dsp:nvSpPr>
      <dsp:spPr>
        <a:xfrm>
          <a:off x="6613056" y="1873963"/>
          <a:ext cx="1511141" cy="690750"/>
        </a:xfrm>
        <a:prstGeom prst="roundRect">
          <a:avLst>
            <a:gd name="adj" fmla="val 10000"/>
          </a:avLst>
        </a:prstGeom>
        <a:solidFill>
          <a:schemeClr val="lt1">
            <a:alpha val="90000"/>
            <a:hueOff val="0"/>
            <a:satOff val="0"/>
            <a:lumOff val="0"/>
            <a:alphaOff val="0"/>
          </a:schemeClr>
        </a:solidFill>
        <a:ln w="9525" cap="flat" cmpd="sng" algn="ctr">
          <a:solidFill>
            <a:schemeClr val="accent5">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8232" tIns="78232" rIns="78232" bIns="78232" numCol="1" spcCol="1270" anchor="t" anchorCtr="0">
          <a:noAutofit/>
        </a:bodyPr>
        <a:lstStyle/>
        <a:p>
          <a:pPr marL="0" lvl="0" indent="0" algn="l" defTabSz="488950">
            <a:lnSpc>
              <a:spcPct val="90000"/>
            </a:lnSpc>
            <a:spcBef>
              <a:spcPct val="0"/>
            </a:spcBef>
            <a:spcAft>
              <a:spcPct val="35000"/>
            </a:spcAft>
            <a:buNone/>
          </a:pPr>
          <a:r>
            <a:rPr lang="en-US" sz="1100" kern="1200"/>
            <a:t>Lorem Ipsum</a:t>
          </a:r>
          <a:endParaRPr lang="en-US" sz="1100" kern="1200" dirty="0"/>
        </a:p>
        <a:p>
          <a:pPr marL="57150" lvl="1" indent="-57150" algn="l" defTabSz="400050">
            <a:lnSpc>
              <a:spcPct val="90000"/>
            </a:lnSpc>
            <a:spcBef>
              <a:spcPct val="0"/>
            </a:spcBef>
            <a:spcAft>
              <a:spcPct val="15000"/>
            </a:spcAft>
            <a:buChar char="•"/>
          </a:pPr>
          <a:r>
            <a:rPr lang="en-US" sz="900" kern="1200" dirty="0"/>
            <a:t>Some text here</a:t>
          </a:r>
        </a:p>
        <a:p>
          <a:pPr marL="57150" lvl="1" indent="-57150" algn="l" defTabSz="400050">
            <a:lnSpc>
              <a:spcPct val="90000"/>
            </a:lnSpc>
            <a:spcBef>
              <a:spcPct val="0"/>
            </a:spcBef>
            <a:spcAft>
              <a:spcPct val="15000"/>
            </a:spcAft>
            <a:buChar char="•"/>
          </a:pPr>
          <a:r>
            <a:rPr lang="en-US" sz="900" kern="1200" dirty="0"/>
            <a:t>Some </a:t>
          </a:r>
          <a:r>
            <a:rPr lang="en-US" sz="900" kern="1200"/>
            <a:t>text here</a:t>
          </a:r>
          <a:endParaRPr lang="en-US" sz="900" kern="1200" dirty="0"/>
        </a:p>
      </dsp:txBody>
      <dsp:txXfrm>
        <a:off x="6633287" y="1894194"/>
        <a:ext cx="1470679" cy="650288"/>
      </dsp:txXfrm>
    </dsp:sp>
  </dsp:spTree>
</dsp:drawing>
</file>

<file path=ppt/diagrams/drawing6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000584-9A98-4F0C-8BB7-D78D7553151A}">
      <dsp:nvSpPr>
        <dsp:cNvPr id="0" name=""/>
        <dsp:cNvSpPr/>
      </dsp:nvSpPr>
      <dsp:spPr>
        <a:xfrm>
          <a:off x="992" y="1359088"/>
          <a:ext cx="1934765" cy="1547812"/>
        </a:xfrm>
        <a:prstGeom prst="homePlate">
          <a:avLst>
            <a:gd name="adj" fmla="val 25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254" tIns="45720" rIns="273017" bIns="45720" numCol="1" spcCol="1270" anchor="t" anchorCtr="0">
          <a:noAutofit/>
        </a:bodyPr>
        <a:lstStyle/>
        <a:p>
          <a:pPr marL="0" lvl="0" indent="0" algn="l" defTabSz="800100">
            <a:lnSpc>
              <a:spcPct val="90000"/>
            </a:lnSpc>
            <a:spcBef>
              <a:spcPct val="0"/>
            </a:spcBef>
            <a:spcAft>
              <a:spcPct val="35000"/>
            </a:spcAft>
            <a:buNone/>
          </a:pPr>
          <a:r>
            <a:rPr lang="en-US" sz="1800" kern="1200" dirty="0"/>
            <a:t>Lorem Ipsum</a:t>
          </a:r>
        </a:p>
        <a:p>
          <a:pPr marL="114300" lvl="1" indent="-114300" algn="l" defTabSz="622300">
            <a:lnSpc>
              <a:spcPct val="90000"/>
            </a:lnSpc>
            <a:spcBef>
              <a:spcPct val="0"/>
            </a:spcBef>
            <a:spcAft>
              <a:spcPct val="15000"/>
            </a:spcAft>
            <a:buChar char="•"/>
          </a:pPr>
          <a:r>
            <a:rPr lang="en-US" sz="1400" kern="1200" dirty="0"/>
            <a:t>Some text here</a:t>
          </a:r>
        </a:p>
        <a:p>
          <a:pPr marL="114300" lvl="1" indent="-114300" algn="l" defTabSz="622300">
            <a:lnSpc>
              <a:spcPct val="90000"/>
            </a:lnSpc>
            <a:spcBef>
              <a:spcPct val="0"/>
            </a:spcBef>
            <a:spcAft>
              <a:spcPct val="15000"/>
            </a:spcAft>
            <a:buChar char="•"/>
          </a:pPr>
          <a:r>
            <a:rPr lang="en-US" sz="1400" kern="1200" dirty="0"/>
            <a:t>Some text here</a:t>
          </a:r>
        </a:p>
      </dsp:txBody>
      <dsp:txXfrm>
        <a:off x="992" y="1359088"/>
        <a:ext cx="1741289" cy="1547812"/>
      </dsp:txXfrm>
    </dsp:sp>
    <dsp:sp modelId="{D02B32EC-6CDA-4FC2-B0F9-599CB80F8568}">
      <dsp:nvSpPr>
        <dsp:cNvPr id="0" name=""/>
        <dsp:cNvSpPr/>
      </dsp:nvSpPr>
      <dsp:spPr>
        <a:xfrm>
          <a:off x="1548804" y="1359088"/>
          <a:ext cx="1934765" cy="1547812"/>
        </a:xfrm>
        <a:prstGeom prst="chevron">
          <a:avLst>
            <a:gd name="adj" fmla="val 25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254" tIns="45720" rIns="68254" bIns="45720" numCol="1" spcCol="1270" anchor="t" anchorCtr="0">
          <a:noAutofit/>
        </a:bodyPr>
        <a:lstStyle/>
        <a:p>
          <a:pPr marL="0" lvl="0" indent="0" algn="l" defTabSz="800100">
            <a:lnSpc>
              <a:spcPct val="90000"/>
            </a:lnSpc>
            <a:spcBef>
              <a:spcPct val="0"/>
            </a:spcBef>
            <a:spcAft>
              <a:spcPct val="35000"/>
            </a:spcAft>
            <a:buNone/>
          </a:pPr>
          <a:r>
            <a:rPr lang="en-US" sz="1800" kern="1200" dirty="0"/>
            <a:t>Lorem Ipsum</a:t>
          </a:r>
        </a:p>
        <a:p>
          <a:pPr marL="114300" lvl="1" indent="-114300" algn="l" defTabSz="622300">
            <a:lnSpc>
              <a:spcPct val="90000"/>
            </a:lnSpc>
            <a:spcBef>
              <a:spcPct val="0"/>
            </a:spcBef>
            <a:spcAft>
              <a:spcPct val="15000"/>
            </a:spcAft>
            <a:buChar char="•"/>
          </a:pPr>
          <a:r>
            <a:rPr lang="en-US" sz="1400" kern="1200" dirty="0"/>
            <a:t>Some text here</a:t>
          </a:r>
        </a:p>
        <a:p>
          <a:pPr marL="114300" lvl="1" indent="-114300" algn="l" defTabSz="622300">
            <a:lnSpc>
              <a:spcPct val="90000"/>
            </a:lnSpc>
            <a:spcBef>
              <a:spcPct val="0"/>
            </a:spcBef>
            <a:spcAft>
              <a:spcPct val="15000"/>
            </a:spcAft>
            <a:buChar char="•"/>
          </a:pPr>
          <a:r>
            <a:rPr lang="en-US" sz="1400" kern="1200"/>
            <a:t>Some text here</a:t>
          </a:r>
          <a:endParaRPr lang="en-US" sz="1400" kern="1200" dirty="0"/>
        </a:p>
      </dsp:txBody>
      <dsp:txXfrm>
        <a:off x="1935757" y="1359088"/>
        <a:ext cx="1160859" cy="1547812"/>
      </dsp:txXfrm>
    </dsp:sp>
    <dsp:sp modelId="{D01FEDB2-654F-4DD3-B861-08C3BA11228E}">
      <dsp:nvSpPr>
        <dsp:cNvPr id="0" name=""/>
        <dsp:cNvSpPr/>
      </dsp:nvSpPr>
      <dsp:spPr>
        <a:xfrm>
          <a:off x="3096617" y="1359088"/>
          <a:ext cx="1934765" cy="1547812"/>
        </a:xfrm>
        <a:prstGeom prst="chevron">
          <a:avLst>
            <a:gd name="adj" fmla="val 2500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254" tIns="45720" rIns="68254" bIns="45720" numCol="1" spcCol="1270" anchor="t" anchorCtr="0">
          <a:noAutofit/>
        </a:bodyPr>
        <a:lstStyle/>
        <a:p>
          <a:pPr marL="0" lvl="0" indent="0" algn="l" defTabSz="800100">
            <a:lnSpc>
              <a:spcPct val="90000"/>
            </a:lnSpc>
            <a:spcBef>
              <a:spcPct val="0"/>
            </a:spcBef>
            <a:spcAft>
              <a:spcPct val="35000"/>
            </a:spcAft>
            <a:buNone/>
          </a:pPr>
          <a:r>
            <a:rPr lang="en-US" sz="1800" kern="1200" dirty="0"/>
            <a:t>Lorem Ipsum</a:t>
          </a:r>
        </a:p>
        <a:p>
          <a:pPr marL="114300" lvl="1" indent="-114300" algn="l" defTabSz="622300">
            <a:lnSpc>
              <a:spcPct val="90000"/>
            </a:lnSpc>
            <a:spcBef>
              <a:spcPct val="0"/>
            </a:spcBef>
            <a:spcAft>
              <a:spcPct val="15000"/>
            </a:spcAft>
            <a:buChar char="•"/>
          </a:pPr>
          <a:r>
            <a:rPr lang="en-US" sz="1400" kern="1200" dirty="0"/>
            <a:t>Some text here</a:t>
          </a:r>
        </a:p>
        <a:p>
          <a:pPr marL="114300" lvl="1" indent="-114300" algn="l" defTabSz="622300">
            <a:lnSpc>
              <a:spcPct val="90000"/>
            </a:lnSpc>
            <a:spcBef>
              <a:spcPct val="0"/>
            </a:spcBef>
            <a:spcAft>
              <a:spcPct val="15000"/>
            </a:spcAft>
            <a:buChar char="•"/>
          </a:pPr>
          <a:r>
            <a:rPr lang="en-US" sz="1400" kern="1200" dirty="0"/>
            <a:t>Some text here</a:t>
          </a:r>
        </a:p>
      </dsp:txBody>
      <dsp:txXfrm>
        <a:off x="3483570" y="1359088"/>
        <a:ext cx="1160859" cy="1547812"/>
      </dsp:txXfrm>
    </dsp:sp>
    <dsp:sp modelId="{3038D011-8B55-4BB8-8463-FDCB34BD3D34}">
      <dsp:nvSpPr>
        <dsp:cNvPr id="0" name=""/>
        <dsp:cNvSpPr/>
      </dsp:nvSpPr>
      <dsp:spPr>
        <a:xfrm>
          <a:off x="4644429" y="1359088"/>
          <a:ext cx="1934765" cy="1547812"/>
        </a:xfrm>
        <a:prstGeom prst="chevron">
          <a:avLst>
            <a:gd name="adj" fmla="val 2500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254" tIns="45720" rIns="68254" bIns="45720" numCol="1" spcCol="1270" anchor="t" anchorCtr="0">
          <a:noAutofit/>
        </a:bodyPr>
        <a:lstStyle/>
        <a:p>
          <a:pPr marL="0" lvl="0" indent="0" algn="l" defTabSz="800100">
            <a:lnSpc>
              <a:spcPct val="90000"/>
            </a:lnSpc>
            <a:spcBef>
              <a:spcPct val="0"/>
            </a:spcBef>
            <a:spcAft>
              <a:spcPct val="35000"/>
            </a:spcAft>
            <a:buNone/>
          </a:pPr>
          <a:r>
            <a:rPr lang="en-US" sz="1800" kern="1200"/>
            <a:t>Lorem Ipsum</a:t>
          </a:r>
          <a:endParaRPr lang="en-US" sz="1800" kern="1200" dirty="0"/>
        </a:p>
        <a:p>
          <a:pPr marL="114300" lvl="1" indent="-114300" algn="l" defTabSz="622300">
            <a:lnSpc>
              <a:spcPct val="90000"/>
            </a:lnSpc>
            <a:spcBef>
              <a:spcPct val="0"/>
            </a:spcBef>
            <a:spcAft>
              <a:spcPct val="15000"/>
            </a:spcAft>
            <a:buChar char="•"/>
          </a:pPr>
          <a:r>
            <a:rPr lang="en-US" sz="1400" kern="1200" dirty="0"/>
            <a:t>Some text here</a:t>
          </a:r>
        </a:p>
        <a:p>
          <a:pPr marL="114300" lvl="1" indent="-114300" algn="l" defTabSz="622300">
            <a:lnSpc>
              <a:spcPct val="90000"/>
            </a:lnSpc>
            <a:spcBef>
              <a:spcPct val="0"/>
            </a:spcBef>
            <a:spcAft>
              <a:spcPct val="15000"/>
            </a:spcAft>
            <a:buChar char="•"/>
          </a:pPr>
          <a:r>
            <a:rPr lang="en-US" sz="1400" kern="1200" dirty="0"/>
            <a:t>Some text here</a:t>
          </a:r>
        </a:p>
      </dsp:txBody>
      <dsp:txXfrm>
        <a:off x="5031382" y="1359088"/>
        <a:ext cx="1160859" cy="1547812"/>
      </dsp:txXfrm>
    </dsp:sp>
    <dsp:sp modelId="{BE352A1F-8EB9-4DBD-97C7-0AF90D539BD6}">
      <dsp:nvSpPr>
        <dsp:cNvPr id="0" name=""/>
        <dsp:cNvSpPr/>
      </dsp:nvSpPr>
      <dsp:spPr>
        <a:xfrm>
          <a:off x="6192242" y="1359088"/>
          <a:ext cx="1934765" cy="1547812"/>
        </a:xfrm>
        <a:prstGeom prst="chevron">
          <a:avLst>
            <a:gd name="adj" fmla="val 25000"/>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254" tIns="45720" rIns="68254" bIns="45720" numCol="1" spcCol="1270" anchor="t" anchorCtr="0">
          <a:noAutofit/>
        </a:bodyPr>
        <a:lstStyle/>
        <a:p>
          <a:pPr marL="0" lvl="0" indent="0" algn="l" defTabSz="800100">
            <a:lnSpc>
              <a:spcPct val="90000"/>
            </a:lnSpc>
            <a:spcBef>
              <a:spcPct val="0"/>
            </a:spcBef>
            <a:spcAft>
              <a:spcPct val="35000"/>
            </a:spcAft>
            <a:buNone/>
          </a:pPr>
          <a:r>
            <a:rPr lang="en-US" sz="1800" kern="1200"/>
            <a:t>Lorem Ipsum</a:t>
          </a:r>
          <a:endParaRPr lang="en-US" sz="1800" kern="1200" dirty="0"/>
        </a:p>
        <a:p>
          <a:pPr marL="114300" lvl="1" indent="-114300" algn="l" defTabSz="622300">
            <a:lnSpc>
              <a:spcPct val="90000"/>
            </a:lnSpc>
            <a:spcBef>
              <a:spcPct val="0"/>
            </a:spcBef>
            <a:spcAft>
              <a:spcPct val="15000"/>
            </a:spcAft>
            <a:buChar char="•"/>
          </a:pPr>
          <a:r>
            <a:rPr lang="en-US" sz="1400" kern="1200" dirty="0"/>
            <a:t>Some text here</a:t>
          </a:r>
        </a:p>
        <a:p>
          <a:pPr marL="114300" lvl="1" indent="-114300" algn="l" defTabSz="622300">
            <a:lnSpc>
              <a:spcPct val="90000"/>
            </a:lnSpc>
            <a:spcBef>
              <a:spcPct val="0"/>
            </a:spcBef>
            <a:spcAft>
              <a:spcPct val="15000"/>
            </a:spcAft>
            <a:buChar char="•"/>
          </a:pPr>
          <a:r>
            <a:rPr lang="en-US" sz="1400" kern="1200" dirty="0"/>
            <a:t>Some text here</a:t>
          </a:r>
        </a:p>
      </dsp:txBody>
      <dsp:txXfrm>
        <a:off x="6579195" y="1359088"/>
        <a:ext cx="1160859" cy="1547812"/>
      </dsp:txXfrm>
    </dsp:sp>
  </dsp:spTree>
</dsp:drawing>
</file>

<file path=ppt/diagrams/drawing6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D12FCB-2EA6-436E-AC32-6318B372D197}">
      <dsp:nvSpPr>
        <dsp:cNvPr id="0" name=""/>
        <dsp:cNvSpPr/>
      </dsp:nvSpPr>
      <dsp:spPr>
        <a:xfrm>
          <a:off x="1750485" y="1395"/>
          <a:ext cx="1916906" cy="766762"/>
        </a:xfrm>
        <a:prstGeom prst="chevron">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3020" tIns="16510" rIns="0" bIns="16510" numCol="1" spcCol="1270" anchor="ctr" anchorCtr="0">
          <a:noAutofit/>
        </a:bodyPr>
        <a:lstStyle/>
        <a:p>
          <a:pPr marL="0" lvl="0" indent="0" algn="ctr" defTabSz="1155700">
            <a:lnSpc>
              <a:spcPct val="90000"/>
            </a:lnSpc>
            <a:spcBef>
              <a:spcPct val="0"/>
            </a:spcBef>
            <a:spcAft>
              <a:spcPct val="35000"/>
            </a:spcAft>
            <a:buNone/>
          </a:pPr>
          <a:r>
            <a:rPr lang="en-US" sz="2600" kern="1200" dirty="0"/>
            <a:t>Lorem Ipsum</a:t>
          </a:r>
        </a:p>
      </dsp:txBody>
      <dsp:txXfrm>
        <a:off x="2133866" y="1395"/>
        <a:ext cx="1150144" cy="766762"/>
      </dsp:txXfrm>
    </dsp:sp>
    <dsp:sp modelId="{16F9BE1E-E1C5-434C-8730-9B0894051288}">
      <dsp:nvSpPr>
        <dsp:cNvPr id="0" name=""/>
        <dsp:cNvSpPr/>
      </dsp:nvSpPr>
      <dsp:spPr>
        <a:xfrm>
          <a:off x="3418194" y="66570"/>
          <a:ext cx="1591032" cy="636412"/>
        </a:xfrm>
        <a:prstGeom prst="chevron">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4130" tIns="12065" rIns="0" bIns="12065" numCol="1" spcCol="1270" anchor="ctr" anchorCtr="0">
          <a:noAutofit/>
        </a:bodyPr>
        <a:lstStyle/>
        <a:p>
          <a:pPr marL="0" lvl="0" indent="0" algn="ctr" defTabSz="844550">
            <a:lnSpc>
              <a:spcPct val="90000"/>
            </a:lnSpc>
            <a:spcBef>
              <a:spcPct val="0"/>
            </a:spcBef>
            <a:spcAft>
              <a:spcPct val="35000"/>
            </a:spcAft>
            <a:buNone/>
          </a:pPr>
          <a:r>
            <a:rPr lang="en-US" sz="1900" kern="1200" dirty="0"/>
            <a:t>Some text here</a:t>
          </a:r>
        </a:p>
      </dsp:txBody>
      <dsp:txXfrm>
        <a:off x="3736400" y="66570"/>
        <a:ext cx="954620" cy="636412"/>
      </dsp:txXfrm>
    </dsp:sp>
    <dsp:sp modelId="{0CC0E981-070F-4D45-ABDF-3DBAA84BA621}">
      <dsp:nvSpPr>
        <dsp:cNvPr id="0" name=""/>
        <dsp:cNvSpPr/>
      </dsp:nvSpPr>
      <dsp:spPr>
        <a:xfrm>
          <a:off x="4786481" y="66570"/>
          <a:ext cx="1591032" cy="636412"/>
        </a:xfrm>
        <a:prstGeom prst="chevron">
          <a:avLst/>
        </a:prstGeom>
        <a:solidFill>
          <a:schemeClr val="accent3">
            <a:tint val="40000"/>
            <a:alpha val="90000"/>
            <a:hueOff val="0"/>
            <a:satOff val="0"/>
            <a:lumOff val="0"/>
            <a:alphaOff val="0"/>
          </a:schemeClr>
        </a:solidFill>
        <a:ln w="9525" cap="flat" cmpd="sng" algn="ctr">
          <a:solidFill>
            <a:schemeClr val="accent3">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4130" tIns="12065" rIns="0" bIns="12065" numCol="1" spcCol="1270" anchor="ctr" anchorCtr="0">
          <a:noAutofit/>
        </a:bodyPr>
        <a:lstStyle/>
        <a:p>
          <a:pPr marL="0" lvl="0" indent="0" algn="ctr" defTabSz="844550">
            <a:lnSpc>
              <a:spcPct val="90000"/>
            </a:lnSpc>
            <a:spcBef>
              <a:spcPct val="0"/>
            </a:spcBef>
            <a:spcAft>
              <a:spcPct val="35000"/>
            </a:spcAft>
            <a:buNone/>
          </a:pPr>
          <a:r>
            <a:rPr lang="en-US" sz="1900" kern="1200" dirty="0"/>
            <a:t>Some text here</a:t>
          </a:r>
        </a:p>
      </dsp:txBody>
      <dsp:txXfrm>
        <a:off x="5104687" y="66570"/>
        <a:ext cx="954620" cy="636412"/>
      </dsp:txXfrm>
    </dsp:sp>
    <dsp:sp modelId="{18CD7F95-16FC-4F81-8E34-41E3FCA8FD11}">
      <dsp:nvSpPr>
        <dsp:cNvPr id="0" name=""/>
        <dsp:cNvSpPr/>
      </dsp:nvSpPr>
      <dsp:spPr>
        <a:xfrm>
          <a:off x="1750485" y="875504"/>
          <a:ext cx="1916906" cy="766762"/>
        </a:xfrm>
        <a:prstGeom prst="chevron">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3020" tIns="16510" rIns="0" bIns="16510" numCol="1" spcCol="1270" anchor="ctr" anchorCtr="0">
          <a:noAutofit/>
        </a:bodyPr>
        <a:lstStyle/>
        <a:p>
          <a:pPr marL="0" lvl="0" indent="0" algn="ctr" defTabSz="1155700">
            <a:lnSpc>
              <a:spcPct val="90000"/>
            </a:lnSpc>
            <a:spcBef>
              <a:spcPct val="0"/>
            </a:spcBef>
            <a:spcAft>
              <a:spcPct val="35000"/>
            </a:spcAft>
            <a:buNone/>
          </a:pPr>
          <a:r>
            <a:rPr lang="en-US" sz="2600" kern="1200" dirty="0"/>
            <a:t>Lorem Ipsum</a:t>
          </a:r>
        </a:p>
      </dsp:txBody>
      <dsp:txXfrm>
        <a:off x="2133866" y="875504"/>
        <a:ext cx="1150144" cy="766762"/>
      </dsp:txXfrm>
    </dsp:sp>
    <dsp:sp modelId="{06C4FF4F-1AB6-436B-8439-04840346B8E2}">
      <dsp:nvSpPr>
        <dsp:cNvPr id="0" name=""/>
        <dsp:cNvSpPr/>
      </dsp:nvSpPr>
      <dsp:spPr>
        <a:xfrm>
          <a:off x="3418194" y="940679"/>
          <a:ext cx="1591032" cy="636412"/>
        </a:xfrm>
        <a:prstGeom prst="chevron">
          <a:avLst/>
        </a:prstGeom>
        <a:solidFill>
          <a:schemeClr val="accent4">
            <a:tint val="40000"/>
            <a:alpha val="90000"/>
            <a:hueOff val="0"/>
            <a:satOff val="0"/>
            <a:lumOff val="0"/>
            <a:alphaOff val="0"/>
          </a:schemeClr>
        </a:solidFill>
        <a:ln w="9525" cap="flat" cmpd="sng" algn="ctr">
          <a:solidFill>
            <a:schemeClr val="accent4">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4130" tIns="12065" rIns="0" bIns="12065" numCol="1" spcCol="1270" anchor="ctr" anchorCtr="0">
          <a:noAutofit/>
        </a:bodyPr>
        <a:lstStyle/>
        <a:p>
          <a:pPr marL="0" lvl="0" indent="0" algn="ctr" defTabSz="844550">
            <a:lnSpc>
              <a:spcPct val="90000"/>
            </a:lnSpc>
            <a:spcBef>
              <a:spcPct val="0"/>
            </a:spcBef>
            <a:spcAft>
              <a:spcPct val="35000"/>
            </a:spcAft>
            <a:buNone/>
          </a:pPr>
          <a:r>
            <a:rPr lang="en-US" sz="1900" kern="1200" dirty="0"/>
            <a:t>Some text here</a:t>
          </a:r>
        </a:p>
      </dsp:txBody>
      <dsp:txXfrm>
        <a:off x="3736400" y="940679"/>
        <a:ext cx="954620" cy="636412"/>
      </dsp:txXfrm>
    </dsp:sp>
    <dsp:sp modelId="{EF46D2BE-23C7-4273-B8B6-E3D0DA5675C1}">
      <dsp:nvSpPr>
        <dsp:cNvPr id="0" name=""/>
        <dsp:cNvSpPr/>
      </dsp:nvSpPr>
      <dsp:spPr>
        <a:xfrm>
          <a:off x="4786481" y="940679"/>
          <a:ext cx="1591032" cy="636412"/>
        </a:xfrm>
        <a:prstGeom prst="chevron">
          <a:avLst/>
        </a:prstGeom>
        <a:solidFill>
          <a:schemeClr val="accent5">
            <a:tint val="40000"/>
            <a:alpha val="90000"/>
            <a:hueOff val="0"/>
            <a:satOff val="0"/>
            <a:lumOff val="0"/>
            <a:alphaOff val="0"/>
          </a:schemeClr>
        </a:solidFill>
        <a:ln w="9525" cap="flat" cmpd="sng" algn="ctr">
          <a:solidFill>
            <a:schemeClr val="accent5">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4130" tIns="12065" rIns="0" bIns="12065" numCol="1" spcCol="1270" anchor="ctr" anchorCtr="0">
          <a:noAutofit/>
        </a:bodyPr>
        <a:lstStyle/>
        <a:p>
          <a:pPr marL="0" lvl="0" indent="0" algn="ctr" defTabSz="844550">
            <a:lnSpc>
              <a:spcPct val="90000"/>
            </a:lnSpc>
            <a:spcBef>
              <a:spcPct val="0"/>
            </a:spcBef>
            <a:spcAft>
              <a:spcPct val="35000"/>
            </a:spcAft>
            <a:buNone/>
          </a:pPr>
          <a:r>
            <a:rPr lang="en-US" sz="1900" kern="1200"/>
            <a:t>Some text here</a:t>
          </a:r>
          <a:endParaRPr lang="en-US" sz="1900" kern="1200" dirty="0"/>
        </a:p>
      </dsp:txBody>
      <dsp:txXfrm>
        <a:off x="5104687" y="940679"/>
        <a:ext cx="954620" cy="636412"/>
      </dsp:txXfrm>
    </dsp:sp>
    <dsp:sp modelId="{25FFB6F3-E8D1-4434-8EFA-D6A2930F91F1}">
      <dsp:nvSpPr>
        <dsp:cNvPr id="0" name=""/>
        <dsp:cNvSpPr/>
      </dsp:nvSpPr>
      <dsp:spPr>
        <a:xfrm>
          <a:off x="1750485" y="1749613"/>
          <a:ext cx="1916906" cy="766762"/>
        </a:xfrm>
        <a:prstGeom prst="chevron">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3020" tIns="16510" rIns="0" bIns="16510" numCol="1" spcCol="1270" anchor="ctr" anchorCtr="0">
          <a:noAutofit/>
        </a:bodyPr>
        <a:lstStyle/>
        <a:p>
          <a:pPr marL="0" lvl="0" indent="0" algn="ctr" defTabSz="1155700">
            <a:lnSpc>
              <a:spcPct val="90000"/>
            </a:lnSpc>
            <a:spcBef>
              <a:spcPct val="0"/>
            </a:spcBef>
            <a:spcAft>
              <a:spcPct val="35000"/>
            </a:spcAft>
            <a:buNone/>
          </a:pPr>
          <a:r>
            <a:rPr lang="en-US" sz="2600" kern="1200" dirty="0"/>
            <a:t>Lorem Ipsum</a:t>
          </a:r>
        </a:p>
      </dsp:txBody>
      <dsp:txXfrm>
        <a:off x="2133866" y="1749613"/>
        <a:ext cx="1150144" cy="766762"/>
      </dsp:txXfrm>
    </dsp:sp>
    <dsp:sp modelId="{E4868762-29B0-4812-96C4-A855EFB357C4}">
      <dsp:nvSpPr>
        <dsp:cNvPr id="0" name=""/>
        <dsp:cNvSpPr/>
      </dsp:nvSpPr>
      <dsp:spPr>
        <a:xfrm>
          <a:off x="3418194" y="1814788"/>
          <a:ext cx="1591032" cy="636412"/>
        </a:xfrm>
        <a:prstGeom prst="chevron">
          <a:avLst/>
        </a:prstGeom>
        <a:solidFill>
          <a:schemeClr val="accent6">
            <a:tint val="40000"/>
            <a:alpha val="90000"/>
            <a:hueOff val="0"/>
            <a:satOff val="0"/>
            <a:lumOff val="0"/>
            <a:alphaOff val="0"/>
          </a:schemeClr>
        </a:solidFill>
        <a:ln w="9525" cap="flat" cmpd="sng" algn="ctr">
          <a:solidFill>
            <a:schemeClr val="accent6">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4130" tIns="12065" rIns="0" bIns="12065" numCol="1" spcCol="1270" anchor="ctr" anchorCtr="0">
          <a:noAutofit/>
        </a:bodyPr>
        <a:lstStyle/>
        <a:p>
          <a:pPr marL="0" lvl="0" indent="0" algn="ctr" defTabSz="844550">
            <a:lnSpc>
              <a:spcPct val="90000"/>
            </a:lnSpc>
            <a:spcBef>
              <a:spcPct val="0"/>
            </a:spcBef>
            <a:spcAft>
              <a:spcPct val="35000"/>
            </a:spcAft>
            <a:buNone/>
          </a:pPr>
          <a:r>
            <a:rPr lang="en-US" sz="1900" kern="1200" dirty="0"/>
            <a:t>Some text here</a:t>
          </a:r>
        </a:p>
      </dsp:txBody>
      <dsp:txXfrm>
        <a:off x="3736400" y="1814788"/>
        <a:ext cx="954620" cy="636412"/>
      </dsp:txXfrm>
    </dsp:sp>
    <dsp:sp modelId="{FA45122D-4685-45E6-8AC7-8CD084C9EC43}">
      <dsp:nvSpPr>
        <dsp:cNvPr id="0" name=""/>
        <dsp:cNvSpPr/>
      </dsp:nvSpPr>
      <dsp:spPr>
        <a:xfrm>
          <a:off x="4786481" y="1814788"/>
          <a:ext cx="1591032" cy="636412"/>
        </a:xfrm>
        <a:prstGeom prst="chevron">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4130" tIns="12065" rIns="0" bIns="12065" numCol="1" spcCol="1270" anchor="ctr" anchorCtr="0">
          <a:noAutofit/>
        </a:bodyPr>
        <a:lstStyle/>
        <a:p>
          <a:pPr marL="0" lvl="0" indent="0" algn="ctr" defTabSz="844550">
            <a:lnSpc>
              <a:spcPct val="90000"/>
            </a:lnSpc>
            <a:spcBef>
              <a:spcPct val="0"/>
            </a:spcBef>
            <a:spcAft>
              <a:spcPct val="35000"/>
            </a:spcAft>
            <a:buNone/>
          </a:pPr>
          <a:r>
            <a:rPr lang="en-US" sz="1900" kern="1200" dirty="0"/>
            <a:t>Some text here</a:t>
          </a:r>
        </a:p>
      </dsp:txBody>
      <dsp:txXfrm>
        <a:off x="5104687" y="1814788"/>
        <a:ext cx="954620" cy="636412"/>
      </dsp:txXfrm>
    </dsp:sp>
    <dsp:sp modelId="{E3F5CC18-D875-493E-9174-9E0BDA3DF585}">
      <dsp:nvSpPr>
        <dsp:cNvPr id="0" name=""/>
        <dsp:cNvSpPr/>
      </dsp:nvSpPr>
      <dsp:spPr>
        <a:xfrm>
          <a:off x="1750485" y="2623723"/>
          <a:ext cx="1916906" cy="766762"/>
        </a:xfrm>
        <a:prstGeom prst="chevron">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3020" tIns="16510" rIns="0" bIns="16510" numCol="1" spcCol="1270" anchor="ctr" anchorCtr="0">
          <a:noAutofit/>
        </a:bodyPr>
        <a:lstStyle/>
        <a:p>
          <a:pPr marL="0" lvl="0" indent="0" algn="ctr" defTabSz="1155700">
            <a:lnSpc>
              <a:spcPct val="90000"/>
            </a:lnSpc>
            <a:spcBef>
              <a:spcPct val="0"/>
            </a:spcBef>
            <a:spcAft>
              <a:spcPct val="35000"/>
            </a:spcAft>
            <a:buNone/>
          </a:pPr>
          <a:r>
            <a:rPr lang="en-US" sz="2600" kern="1200"/>
            <a:t>Lorem Ipsum</a:t>
          </a:r>
          <a:endParaRPr lang="en-US" sz="2600" kern="1200" dirty="0"/>
        </a:p>
      </dsp:txBody>
      <dsp:txXfrm>
        <a:off x="2133866" y="2623723"/>
        <a:ext cx="1150144" cy="766762"/>
      </dsp:txXfrm>
    </dsp:sp>
    <dsp:sp modelId="{884C8464-80B0-434F-85BA-0A3AA925A2A6}">
      <dsp:nvSpPr>
        <dsp:cNvPr id="0" name=""/>
        <dsp:cNvSpPr/>
      </dsp:nvSpPr>
      <dsp:spPr>
        <a:xfrm>
          <a:off x="3418194" y="2688897"/>
          <a:ext cx="1591032" cy="636412"/>
        </a:xfrm>
        <a:prstGeom prst="chevron">
          <a:avLst/>
        </a:prstGeom>
        <a:solidFill>
          <a:schemeClr val="accent3">
            <a:tint val="40000"/>
            <a:alpha val="90000"/>
            <a:hueOff val="0"/>
            <a:satOff val="0"/>
            <a:lumOff val="0"/>
            <a:alphaOff val="0"/>
          </a:schemeClr>
        </a:solidFill>
        <a:ln w="9525" cap="flat" cmpd="sng" algn="ctr">
          <a:solidFill>
            <a:schemeClr val="accent3">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4130" tIns="12065" rIns="0" bIns="12065" numCol="1" spcCol="1270" anchor="ctr" anchorCtr="0">
          <a:noAutofit/>
        </a:bodyPr>
        <a:lstStyle/>
        <a:p>
          <a:pPr marL="0" lvl="0" indent="0" algn="ctr" defTabSz="844550">
            <a:lnSpc>
              <a:spcPct val="90000"/>
            </a:lnSpc>
            <a:spcBef>
              <a:spcPct val="0"/>
            </a:spcBef>
            <a:spcAft>
              <a:spcPct val="35000"/>
            </a:spcAft>
            <a:buNone/>
          </a:pPr>
          <a:r>
            <a:rPr lang="en-US" sz="1900" kern="1200" dirty="0"/>
            <a:t>Some text here</a:t>
          </a:r>
        </a:p>
      </dsp:txBody>
      <dsp:txXfrm>
        <a:off x="3736400" y="2688897"/>
        <a:ext cx="954620" cy="636412"/>
      </dsp:txXfrm>
    </dsp:sp>
    <dsp:sp modelId="{ED1DD2AC-E188-4444-A624-A78920C33C15}">
      <dsp:nvSpPr>
        <dsp:cNvPr id="0" name=""/>
        <dsp:cNvSpPr/>
      </dsp:nvSpPr>
      <dsp:spPr>
        <a:xfrm>
          <a:off x="4786481" y="2688897"/>
          <a:ext cx="1591032" cy="636412"/>
        </a:xfrm>
        <a:prstGeom prst="chevron">
          <a:avLst/>
        </a:prstGeom>
        <a:solidFill>
          <a:schemeClr val="accent4">
            <a:tint val="40000"/>
            <a:alpha val="90000"/>
            <a:hueOff val="0"/>
            <a:satOff val="0"/>
            <a:lumOff val="0"/>
            <a:alphaOff val="0"/>
          </a:schemeClr>
        </a:solidFill>
        <a:ln w="9525" cap="flat" cmpd="sng" algn="ctr">
          <a:solidFill>
            <a:schemeClr val="accent4">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4130" tIns="12065" rIns="0" bIns="12065" numCol="1" spcCol="1270" anchor="ctr" anchorCtr="0">
          <a:noAutofit/>
        </a:bodyPr>
        <a:lstStyle/>
        <a:p>
          <a:pPr marL="0" lvl="0" indent="0" algn="ctr" defTabSz="844550">
            <a:lnSpc>
              <a:spcPct val="90000"/>
            </a:lnSpc>
            <a:spcBef>
              <a:spcPct val="0"/>
            </a:spcBef>
            <a:spcAft>
              <a:spcPct val="35000"/>
            </a:spcAft>
            <a:buNone/>
          </a:pPr>
          <a:r>
            <a:rPr lang="en-US" sz="1900" kern="1200" dirty="0"/>
            <a:t>Some text here</a:t>
          </a:r>
        </a:p>
      </dsp:txBody>
      <dsp:txXfrm>
        <a:off x="5104687" y="2688897"/>
        <a:ext cx="954620" cy="636412"/>
      </dsp:txXfrm>
    </dsp:sp>
    <dsp:sp modelId="{D8EE6135-0421-4EA7-9D9E-0461ECBB1423}">
      <dsp:nvSpPr>
        <dsp:cNvPr id="0" name=""/>
        <dsp:cNvSpPr/>
      </dsp:nvSpPr>
      <dsp:spPr>
        <a:xfrm>
          <a:off x="1750485" y="3497832"/>
          <a:ext cx="1916906" cy="766762"/>
        </a:xfrm>
        <a:prstGeom prst="chevron">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3020" tIns="16510" rIns="0" bIns="16510" numCol="1" spcCol="1270" anchor="ctr" anchorCtr="0">
          <a:noAutofit/>
        </a:bodyPr>
        <a:lstStyle/>
        <a:p>
          <a:pPr marL="0" lvl="0" indent="0" algn="ctr" defTabSz="1155700">
            <a:lnSpc>
              <a:spcPct val="90000"/>
            </a:lnSpc>
            <a:spcBef>
              <a:spcPct val="0"/>
            </a:spcBef>
            <a:spcAft>
              <a:spcPct val="35000"/>
            </a:spcAft>
            <a:buNone/>
          </a:pPr>
          <a:r>
            <a:rPr lang="en-US" sz="2600" kern="1200"/>
            <a:t>Lorem Ipsum</a:t>
          </a:r>
          <a:endParaRPr lang="en-US" sz="2600" kern="1200" dirty="0"/>
        </a:p>
      </dsp:txBody>
      <dsp:txXfrm>
        <a:off x="2133866" y="3497832"/>
        <a:ext cx="1150144" cy="766762"/>
      </dsp:txXfrm>
    </dsp:sp>
    <dsp:sp modelId="{98CEC048-EF4E-4F98-B651-A327BA617DB6}">
      <dsp:nvSpPr>
        <dsp:cNvPr id="0" name=""/>
        <dsp:cNvSpPr/>
      </dsp:nvSpPr>
      <dsp:spPr>
        <a:xfrm>
          <a:off x="3418194" y="3563007"/>
          <a:ext cx="1591032" cy="636412"/>
        </a:xfrm>
        <a:prstGeom prst="chevron">
          <a:avLst/>
        </a:prstGeom>
        <a:solidFill>
          <a:schemeClr val="accent5">
            <a:tint val="40000"/>
            <a:alpha val="90000"/>
            <a:hueOff val="0"/>
            <a:satOff val="0"/>
            <a:lumOff val="0"/>
            <a:alphaOff val="0"/>
          </a:schemeClr>
        </a:solidFill>
        <a:ln w="9525" cap="flat" cmpd="sng" algn="ctr">
          <a:solidFill>
            <a:schemeClr val="accent5">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4130" tIns="12065" rIns="0" bIns="12065" numCol="1" spcCol="1270" anchor="ctr" anchorCtr="0">
          <a:noAutofit/>
        </a:bodyPr>
        <a:lstStyle/>
        <a:p>
          <a:pPr marL="0" lvl="0" indent="0" algn="ctr" defTabSz="844550">
            <a:lnSpc>
              <a:spcPct val="90000"/>
            </a:lnSpc>
            <a:spcBef>
              <a:spcPct val="0"/>
            </a:spcBef>
            <a:spcAft>
              <a:spcPct val="35000"/>
            </a:spcAft>
            <a:buNone/>
          </a:pPr>
          <a:r>
            <a:rPr lang="en-US" sz="1900" kern="1200" dirty="0"/>
            <a:t>Some text here</a:t>
          </a:r>
        </a:p>
      </dsp:txBody>
      <dsp:txXfrm>
        <a:off x="3736400" y="3563007"/>
        <a:ext cx="954620" cy="636412"/>
      </dsp:txXfrm>
    </dsp:sp>
    <dsp:sp modelId="{2FDAE135-134A-44EB-A9C7-C748A629BA05}">
      <dsp:nvSpPr>
        <dsp:cNvPr id="0" name=""/>
        <dsp:cNvSpPr/>
      </dsp:nvSpPr>
      <dsp:spPr>
        <a:xfrm>
          <a:off x="4786481" y="3563007"/>
          <a:ext cx="1591032" cy="636412"/>
        </a:xfrm>
        <a:prstGeom prst="chevron">
          <a:avLst/>
        </a:prstGeom>
        <a:solidFill>
          <a:schemeClr val="accent6">
            <a:tint val="40000"/>
            <a:alpha val="90000"/>
            <a:hueOff val="0"/>
            <a:satOff val="0"/>
            <a:lumOff val="0"/>
            <a:alphaOff val="0"/>
          </a:schemeClr>
        </a:solidFill>
        <a:ln w="9525" cap="flat" cmpd="sng" algn="ctr">
          <a:solidFill>
            <a:schemeClr val="accent6">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4130" tIns="12065" rIns="0" bIns="12065" numCol="1" spcCol="1270" anchor="ctr" anchorCtr="0">
          <a:noAutofit/>
        </a:bodyPr>
        <a:lstStyle/>
        <a:p>
          <a:pPr marL="0" lvl="0" indent="0" algn="ctr" defTabSz="844550">
            <a:lnSpc>
              <a:spcPct val="90000"/>
            </a:lnSpc>
            <a:spcBef>
              <a:spcPct val="0"/>
            </a:spcBef>
            <a:spcAft>
              <a:spcPct val="35000"/>
            </a:spcAft>
            <a:buNone/>
          </a:pPr>
          <a:r>
            <a:rPr lang="en-US" sz="1900" kern="1200" dirty="0"/>
            <a:t>Some text here</a:t>
          </a:r>
        </a:p>
      </dsp:txBody>
      <dsp:txXfrm>
        <a:off x="5104687" y="3563007"/>
        <a:ext cx="954620" cy="636412"/>
      </dsp:txXfrm>
    </dsp:sp>
  </dsp:spTree>
</dsp:drawing>
</file>

<file path=ppt/diagrams/drawing6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D73168-9009-4CC1-8FAF-7ED74DF59FDD}">
      <dsp:nvSpPr>
        <dsp:cNvPr id="0" name=""/>
        <dsp:cNvSpPr/>
      </dsp:nvSpPr>
      <dsp:spPr>
        <a:xfrm rot="5400000">
          <a:off x="-142164" y="143765"/>
          <a:ext cx="947766" cy="663436"/>
        </a:xfrm>
        <a:prstGeom prst="chevron">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Lorem Ipsum</a:t>
          </a:r>
        </a:p>
      </dsp:txBody>
      <dsp:txXfrm rot="-5400000">
        <a:off x="1" y="333318"/>
        <a:ext cx="663436" cy="284330"/>
      </dsp:txXfrm>
    </dsp:sp>
    <dsp:sp modelId="{D1B6301C-8E0C-4537-82BF-9C555B0057E4}">
      <dsp:nvSpPr>
        <dsp:cNvPr id="0" name=""/>
        <dsp:cNvSpPr/>
      </dsp:nvSpPr>
      <dsp:spPr>
        <a:xfrm rot="5400000">
          <a:off x="4087694" y="-3422656"/>
          <a:ext cx="616048" cy="7464563"/>
        </a:xfrm>
        <a:prstGeom prst="round2SameRect">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20904" tIns="10795" rIns="10795" bIns="10795" numCol="1" spcCol="1270" anchor="ctr" anchorCtr="0">
          <a:noAutofit/>
        </a:bodyPr>
        <a:lstStyle/>
        <a:p>
          <a:pPr marL="171450" lvl="1" indent="-171450" algn="l" defTabSz="755650">
            <a:lnSpc>
              <a:spcPct val="90000"/>
            </a:lnSpc>
            <a:spcBef>
              <a:spcPct val="0"/>
            </a:spcBef>
            <a:spcAft>
              <a:spcPct val="15000"/>
            </a:spcAft>
            <a:buChar char="•"/>
          </a:pPr>
          <a:r>
            <a:rPr lang="en-US" sz="1700" kern="1200" dirty="0"/>
            <a:t>Some text here</a:t>
          </a:r>
        </a:p>
        <a:p>
          <a:pPr marL="171450" lvl="1" indent="-171450" algn="l" defTabSz="755650">
            <a:lnSpc>
              <a:spcPct val="90000"/>
            </a:lnSpc>
            <a:spcBef>
              <a:spcPct val="0"/>
            </a:spcBef>
            <a:spcAft>
              <a:spcPct val="15000"/>
            </a:spcAft>
            <a:buChar char="•"/>
          </a:pPr>
          <a:r>
            <a:rPr lang="en-US" sz="1700" kern="1200" dirty="0"/>
            <a:t>Some text here</a:t>
          </a:r>
        </a:p>
      </dsp:txBody>
      <dsp:txXfrm rot="-5400000">
        <a:off x="663437" y="31674"/>
        <a:ext cx="7434490" cy="555902"/>
      </dsp:txXfrm>
    </dsp:sp>
    <dsp:sp modelId="{A3D497A7-D532-4540-ABA5-E0AFA6C5C319}">
      <dsp:nvSpPr>
        <dsp:cNvPr id="0" name=""/>
        <dsp:cNvSpPr/>
      </dsp:nvSpPr>
      <dsp:spPr>
        <a:xfrm rot="5400000">
          <a:off x="-142164" y="972521"/>
          <a:ext cx="947766" cy="663436"/>
        </a:xfrm>
        <a:prstGeom prst="chevron">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Lorem Ipsum</a:t>
          </a:r>
        </a:p>
      </dsp:txBody>
      <dsp:txXfrm rot="-5400000">
        <a:off x="1" y="1162074"/>
        <a:ext cx="663436" cy="284330"/>
      </dsp:txXfrm>
    </dsp:sp>
    <dsp:sp modelId="{F14DE7F0-BD53-4946-9F6D-D927C668D998}">
      <dsp:nvSpPr>
        <dsp:cNvPr id="0" name=""/>
        <dsp:cNvSpPr/>
      </dsp:nvSpPr>
      <dsp:spPr>
        <a:xfrm rot="5400000">
          <a:off x="4087694" y="-2593901"/>
          <a:ext cx="616048" cy="7464563"/>
        </a:xfrm>
        <a:prstGeom prst="round2SameRect">
          <a:avLst/>
        </a:prstGeom>
        <a:solidFill>
          <a:schemeClr val="lt1">
            <a:alpha val="90000"/>
            <a:hueOff val="0"/>
            <a:satOff val="0"/>
            <a:lumOff val="0"/>
            <a:alphaOff val="0"/>
          </a:schemeClr>
        </a:solidFill>
        <a:ln w="9525" cap="flat" cmpd="sng" algn="ctr">
          <a:solidFill>
            <a:schemeClr val="accent3">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20904" tIns="10795" rIns="10795" bIns="10795" numCol="1" spcCol="1270" anchor="ctr" anchorCtr="0">
          <a:noAutofit/>
        </a:bodyPr>
        <a:lstStyle/>
        <a:p>
          <a:pPr marL="171450" lvl="1" indent="-171450" algn="l" defTabSz="755650">
            <a:lnSpc>
              <a:spcPct val="90000"/>
            </a:lnSpc>
            <a:spcBef>
              <a:spcPct val="0"/>
            </a:spcBef>
            <a:spcAft>
              <a:spcPct val="15000"/>
            </a:spcAft>
            <a:buChar char="•"/>
          </a:pPr>
          <a:r>
            <a:rPr lang="en-US" sz="1700" kern="1200" dirty="0"/>
            <a:t>Some text here</a:t>
          </a:r>
        </a:p>
        <a:p>
          <a:pPr marL="171450" lvl="1" indent="-171450" algn="l" defTabSz="755650">
            <a:lnSpc>
              <a:spcPct val="90000"/>
            </a:lnSpc>
            <a:spcBef>
              <a:spcPct val="0"/>
            </a:spcBef>
            <a:spcAft>
              <a:spcPct val="15000"/>
            </a:spcAft>
            <a:buChar char="•"/>
          </a:pPr>
          <a:r>
            <a:rPr lang="en-US" sz="1700" kern="1200"/>
            <a:t>Some text here</a:t>
          </a:r>
          <a:endParaRPr lang="en-US" sz="1700" kern="1200" dirty="0"/>
        </a:p>
      </dsp:txBody>
      <dsp:txXfrm rot="-5400000">
        <a:off x="663437" y="860429"/>
        <a:ext cx="7434490" cy="555902"/>
      </dsp:txXfrm>
    </dsp:sp>
    <dsp:sp modelId="{C6D61CCF-0EA3-47D7-B8A8-326E37FFEC22}">
      <dsp:nvSpPr>
        <dsp:cNvPr id="0" name=""/>
        <dsp:cNvSpPr/>
      </dsp:nvSpPr>
      <dsp:spPr>
        <a:xfrm rot="5400000">
          <a:off x="-142164" y="1801276"/>
          <a:ext cx="947766" cy="663436"/>
        </a:xfrm>
        <a:prstGeom prst="chevron">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w="9525" cap="flat" cmpd="sng" algn="ctr">
          <a:solidFill>
            <a:schemeClr val="accent4">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Lorem Ipsum</a:t>
          </a:r>
        </a:p>
      </dsp:txBody>
      <dsp:txXfrm rot="-5400000">
        <a:off x="1" y="1990829"/>
        <a:ext cx="663436" cy="284330"/>
      </dsp:txXfrm>
    </dsp:sp>
    <dsp:sp modelId="{E0D34FE1-9CAE-4DC8-AE46-75D2588D3B76}">
      <dsp:nvSpPr>
        <dsp:cNvPr id="0" name=""/>
        <dsp:cNvSpPr/>
      </dsp:nvSpPr>
      <dsp:spPr>
        <a:xfrm rot="5400000">
          <a:off x="4087694" y="-1765145"/>
          <a:ext cx="616048" cy="7464563"/>
        </a:xfrm>
        <a:prstGeom prst="round2SameRect">
          <a:avLst/>
        </a:prstGeom>
        <a:solidFill>
          <a:schemeClr val="lt1">
            <a:alpha val="90000"/>
            <a:hueOff val="0"/>
            <a:satOff val="0"/>
            <a:lumOff val="0"/>
            <a:alphaOff val="0"/>
          </a:schemeClr>
        </a:solidFill>
        <a:ln w="9525" cap="flat" cmpd="sng" algn="ctr">
          <a:solidFill>
            <a:schemeClr val="accent4">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20904" tIns="10795" rIns="10795" bIns="10795" numCol="1" spcCol="1270" anchor="ctr" anchorCtr="0">
          <a:noAutofit/>
        </a:bodyPr>
        <a:lstStyle/>
        <a:p>
          <a:pPr marL="171450" lvl="1" indent="-171450" algn="l" defTabSz="755650">
            <a:lnSpc>
              <a:spcPct val="90000"/>
            </a:lnSpc>
            <a:spcBef>
              <a:spcPct val="0"/>
            </a:spcBef>
            <a:spcAft>
              <a:spcPct val="15000"/>
            </a:spcAft>
            <a:buChar char="•"/>
          </a:pPr>
          <a:r>
            <a:rPr lang="en-US" sz="1700" kern="1200" dirty="0"/>
            <a:t>Some text here</a:t>
          </a:r>
        </a:p>
        <a:p>
          <a:pPr marL="171450" lvl="1" indent="-171450" algn="l" defTabSz="755650">
            <a:lnSpc>
              <a:spcPct val="90000"/>
            </a:lnSpc>
            <a:spcBef>
              <a:spcPct val="0"/>
            </a:spcBef>
            <a:spcAft>
              <a:spcPct val="15000"/>
            </a:spcAft>
            <a:buChar char="•"/>
          </a:pPr>
          <a:r>
            <a:rPr lang="en-US" sz="1700" kern="1200" dirty="0"/>
            <a:t>Some text here</a:t>
          </a:r>
        </a:p>
      </dsp:txBody>
      <dsp:txXfrm rot="-5400000">
        <a:off x="663437" y="1689185"/>
        <a:ext cx="7434490" cy="555902"/>
      </dsp:txXfrm>
    </dsp:sp>
    <dsp:sp modelId="{DDC30081-D5C9-4A99-B7F1-A944D018EDEB}">
      <dsp:nvSpPr>
        <dsp:cNvPr id="0" name=""/>
        <dsp:cNvSpPr/>
      </dsp:nvSpPr>
      <dsp:spPr>
        <a:xfrm rot="5400000">
          <a:off x="-142164" y="2630032"/>
          <a:ext cx="947766" cy="663436"/>
        </a:xfrm>
        <a:prstGeom prst="chevron">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w="9525" cap="flat" cmpd="sng" algn="ctr">
          <a:solidFill>
            <a:schemeClr val="accent5">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a:t>Lorem Ipsum</a:t>
          </a:r>
          <a:endParaRPr lang="en-US" sz="900" kern="1200" dirty="0"/>
        </a:p>
      </dsp:txBody>
      <dsp:txXfrm rot="-5400000">
        <a:off x="1" y="2819585"/>
        <a:ext cx="663436" cy="284330"/>
      </dsp:txXfrm>
    </dsp:sp>
    <dsp:sp modelId="{A4A26374-E9F6-4717-8918-24C620AEFDBB}">
      <dsp:nvSpPr>
        <dsp:cNvPr id="0" name=""/>
        <dsp:cNvSpPr/>
      </dsp:nvSpPr>
      <dsp:spPr>
        <a:xfrm rot="5400000">
          <a:off x="4087694" y="-936390"/>
          <a:ext cx="616048" cy="7464563"/>
        </a:xfrm>
        <a:prstGeom prst="round2SameRect">
          <a:avLst/>
        </a:prstGeom>
        <a:solidFill>
          <a:schemeClr val="lt1">
            <a:alpha val="90000"/>
            <a:hueOff val="0"/>
            <a:satOff val="0"/>
            <a:lumOff val="0"/>
            <a:alphaOff val="0"/>
          </a:schemeClr>
        </a:solidFill>
        <a:ln w="9525" cap="flat" cmpd="sng" algn="ctr">
          <a:solidFill>
            <a:schemeClr val="accent5">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20904" tIns="10795" rIns="10795" bIns="10795" numCol="1" spcCol="1270" anchor="ctr" anchorCtr="0">
          <a:noAutofit/>
        </a:bodyPr>
        <a:lstStyle/>
        <a:p>
          <a:pPr marL="171450" lvl="1" indent="-171450" algn="l" defTabSz="755650">
            <a:lnSpc>
              <a:spcPct val="90000"/>
            </a:lnSpc>
            <a:spcBef>
              <a:spcPct val="0"/>
            </a:spcBef>
            <a:spcAft>
              <a:spcPct val="15000"/>
            </a:spcAft>
            <a:buChar char="•"/>
          </a:pPr>
          <a:r>
            <a:rPr lang="en-US" sz="1700" kern="1200" dirty="0"/>
            <a:t>Some text here</a:t>
          </a:r>
        </a:p>
        <a:p>
          <a:pPr marL="171450" lvl="1" indent="-171450" algn="l" defTabSz="755650">
            <a:lnSpc>
              <a:spcPct val="90000"/>
            </a:lnSpc>
            <a:spcBef>
              <a:spcPct val="0"/>
            </a:spcBef>
            <a:spcAft>
              <a:spcPct val="15000"/>
            </a:spcAft>
            <a:buChar char="•"/>
          </a:pPr>
          <a:r>
            <a:rPr lang="en-US" sz="1700" kern="1200" dirty="0"/>
            <a:t>Some text here</a:t>
          </a:r>
        </a:p>
      </dsp:txBody>
      <dsp:txXfrm rot="-5400000">
        <a:off x="663437" y="2517940"/>
        <a:ext cx="7434490" cy="555902"/>
      </dsp:txXfrm>
    </dsp:sp>
    <dsp:sp modelId="{5D3F72D6-B10F-4C6C-B514-BB32AC4AA8B7}">
      <dsp:nvSpPr>
        <dsp:cNvPr id="0" name=""/>
        <dsp:cNvSpPr/>
      </dsp:nvSpPr>
      <dsp:spPr>
        <a:xfrm rot="5400000">
          <a:off x="-142164" y="3458787"/>
          <a:ext cx="947766" cy="663436"/>
        </a:xfrm>
        <a:prstGeom prst="chevron">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w="9525" cap="flat" cmpd="sng" algn="ctr">
          <a:solidFill>
            <a:schemeClr val="accent6">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a:t>Lorem Ipsum</a:t>
          </a:r>
          <a:endParaRPr lang="en-US" sz="900" kern="1200" dirty="0"/>
        </a:p>
      </dsp:txBody>
      <dsp:txXfrm rot="-5400000">
        <a:off x="1" y="3648340"/>
        <a:ext cx="663436" cy="284330"/>
      </dsp:txXfrm>
    </dsp:sp>
    <dsp:sp modelId="{C53D8A06-841B-4019-A0BD-AB3473BDD58C}">
      <dsp:nvSpPr>
        <dsp:cNvPr id="0" name=""/>
        <dsp:cNvSpPr/>
      </dsp:nvSpPr>
      <dsp:spPr>
        <a:xfrm rot="5400000">
          <a:off x="4087694" y="-107635"/>
          <a:ext cx="616048" cy="7464563"/>
        </a:xfrm>
        <a:prstGeom prst="round2SameRect">
          <a:avLst/>
        </a:prstGeom>
        <a:solidFill>
          <a:schemeClr val="lt1">
            <a:alpha val="90000"/>
            <a:hueOff val="0"/>
            <a:satOff val="0"/>
            <a:lumOff val="0"/>
            <a:alphaOff val="0"/>
          </a:schemeClr>
        </a:solidFill>
        <a:ln w="9525" cap="flat"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20904" tIns="10795" rIns="10795" bIns="10795" numCol="1" spcCol="1270" anchor="ctr" anchorCtr="0">
          <a:noAutofit/>
        </a:bodyPr>
        <a:lstStyle/>
        <a:p>
          <a:pPr marL="171450" lvl="1" indent="-171450" algn="l" defTabSz="755650">
            <a:lnSpc>
              <a:spcPct val="90000"/>
            </a:lnSpc>
            <a:spcBef>
              <a:spcPct val="0"/>
            </a:spcBef>
            <a:spcAft>
              <a:spcPct val="15000"/>
            </a:spcAft>
            <a:buChar char="•"/>
          </a:pPr>
          <a:r>
            <a:rPr lang="en-US" sz="1700" kern="1200" dirty="0"/>
            <a:t>Some text here</a:t>
          </a:r>
        </a:p>
        <a:p>
          <a:pPr marL="171450" lvl="1" indent="-171450" algn="l" defTabSz="755650">
            <a:lnSpc>
              <a:spcPct val="90000"/>
            </a:lnSpc>
            <a:spcBef>
              <a:spcPct val="0"/>
            </a:spcBef>
            <a:spcAft>
              <a:spcPct val="15000"/>
            </a:spcAft>
            <a:buChar char="•"/>
          </a:pPr>
          <a:r>
            <a:rPr lang="en-US" sz="1700" kern="1200" dirty="0"/>
            <a:t>Some text here</a:t>
          </a:r>
        </a:p>
      </dsp:txBody>
      <dsp:txXfrm rot="-5400000">
        <a:off x="663437" y="3346695"/>
        <a:ext cx="7434490" cy="555902"/>
      </dsp:txXfrm>
    </dsp:sp>
  </dsp:spTree>
</dsp:drawing>
</file>

<file path=ppt/diagrams/drawing6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348D49-92A3-4A7E-8DE9-00CBCC551725}">
      <dsp:nvSpPr>
        <dsp:cNvPr id="0" name=""/>
        <dsp:cNvSpPr/>
      </dsp:nvSpPr>
      <dsp:spPr>
        <a:xfrm>
          <a:off x="1111" y="1639381"/>
          <a:ext cx="987226" cy="987226"/>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r>
            <a:rPr lang="en-US" sz="2100" kern="1200" dirty="0"/>
            <a:t>Lorem Ipsum</a:t>
          </a:r>
        </a:p>
      </dsp:txBody>
      <dsp:txXfrm>
        <a:off x="145687" y="1783957"/>
        <a:ext cx="698074" cy="698074"/>
      </dsp:txXfrm>
    </dsp:sp>
    <dsp:sp modelId="{D34E7A90-289C-4AA7-A9F4-BC7C5A305CEA}">
      <dsp:nvSpPr>
        <dsp:cNvPr id="0" name=""/>
        <dsp:cNvSpPr/>
      </dsp:nvSpPr>
      <dsp:spPr>
        <a:xfrm rot="17393884">
          <a:off x="787762" y="1724283"/>
          <a:ext cx="697023" cy="0"/>
        </a:xfrm>
        <a:custGeom>
          <a:avLst/>
          <a:gdLst/>
          <a:ahLst/>
          <a:cxnLst/>
          <a:rect l="0" t="0" r="0" b="0"/>
          <a:pathLst>
            <a:path>
              <a:moveTo>
                <a:pt x="0" y="0"/>
              </a:moveTo>
              <a:lnTo>
                <a:pt x="697023" y="0"/>
              </a:lnTo>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8A7A2EA9-8CCA-42FB-9C76-515C191AAA23}">
      <dsp:nvSpPr>
        <dsp:cNvPr id="0" name=""/>
        <dsp:cNvSpPr/>
      </dsp:nvSpPr>
      <dsp:spPr>
        <a:xfrm rot="15006116">
          <a:off x="2074019" y="1724283"/>
          <a:ext cx="697023" cy="0"/>
        </a:xfrm>
        <a:custGeom>
          <a:avLst/>
          <a:gdLst/>
          <a:ahLst/>
          <a:cxnLst/>
          <a:rect l="0" t="0" r="0" b="0"/>
          <a:pathLst>
            <a:path>
              <a:moveTo>
                <a:pt x="0" y="0"/>
              </a:moveTo>
              <a:lnTo>
                <a:pt x="697023" y="0"/>
              </a:lnTo>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E227AA01-2E8D-4C1E-B47E-E7C19381524D}">
      <dsp:nvSpPr>
        <dsp:cNvPr id="0" name=""/>
        <dsp:cNvSpPr/>
      </dsp:nvSpPr>
      <dsp:spPr>
        <a:xfrm>
          <a:off x="1254889" y="1396578"/>
          <a:ext cx="115392" cy="0"/>
        </a:xfrm>
        <a:prstGeom prst="line">
          <a:avLst/>
        </a:pr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1C6437EE-DB62-400F-B92F-CA6FDAC9BA3A}">
      <dsp:nvSpPr>
        <dsp:cNvPr id="0" name=""/>
        <dsp:cNvSpPr/>
      </dsp:nvSpPr>
      <dsp:spPr>
        <a:xfrm>
          <a:off x="1370282" y="1151105"/>
          <a:ext cx="818241" cy="490944"/>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ctr" anchorCtr="0">
          <a:noAutofit/>
        </a:bodyPr>
        <a:lstStyle/>
        <a:p>
          <a:pPr marL="0" lvl="0" indent="0" algn="ctr" defTabSz="488950">
            <a:lnSpc>
              <a:spcPct val="90000"/>
            </a:lnSpc>
            <a:spcBef>
              <a:spcPct val="0"/>
            </a:spcBef>
            <a:spcAft>
              <a:spcPct val="35000"/>
            </a:spcAft>
            <a:buNone/>
          </a:pPr>
          <a:r>
            <a:rPr lang="en-US" sz="1100" kern="1200" dirty="0"/>
            <a:t>Some text here</a:t>
          </a:r>
        </a:p>
      </dsp:txBody>
      <dsp:txXfrm>
        <a:off x="1370282" y="1151105"/>
        <a:ext cx="818241" cy="490944"/>
      </dsp:txXfrm>
    </dsp:sp>
    <dsp:sp modelId="{9A4568C8-53E1-4D1A-8D9D-FEF36446344F}">
      <dsp:nvSpPr>
        <dsp:cNvPr id="0" name=""/>
        <dsp:cNvSpPr/>
      </dsp:nvSpPr>
      <dsp:spPr>
        <a:xfrm>
          <a:off x="2188523" y="1396578"/>
          <a:ext cx="115392" cy="0"/>
        </a:xfrm>
        <a:prstGeom prst="line">
          <a:avLst/>
        </a:pr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A0FB5E22-9814-449B-BBB3-F929929930BF}">
      <dsp:nvSpPr>
        <dsp:cNvPr id="0" name=""/>
        <dsp:cNvSpPr/>
      </dsp:nvSpPr>
      <dsp:spPr>
        <a:xfrm rot="19041445">
          <a:off x="975022" y="1996757"/>
          <a:ext cx="322502" cy="0"/>
        </a:xfrm>
        <a:custGeom>
          <a:avLst/>
          <a:gdLst/>
          <a:ahLst/>
          <a:cxnLst/>
          <a:rect l="0" t="0" r="0" b="0"/>
          <a:pathLst>
            <a:path>
              <a:moveTo>
                <a:pt x="0" y="0"/>
              </a:moveTo>
              <a:lnTo>
                <a:pt x="322502" y="0"/>
              </a:lnTo>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6A286E36-C0F0-429F-BC7F-AD68CEC02971}">
      <dsp:nvSpPr>
        <dsp:cNvPr id="0" name=""/>
        <dsp:cNvSpPr/>
      </dsp:nvSpPr>
      <dsp:spPr>
        <a:xfrm rot="13358555">
          <a:off x="2261280" y="1996757"/>
          <a:ext cx="322502" cy="0"/>
        </a:xfrm>
        <a:custGeom>
          <a:avLst/>
          <a:gdLst/>
          <a:ahLst/>
          <a:cxnLst/>
          <a:rect l="0" t="0" r="0" b="0"/>
          <a:pathLst>
            <a:path>
              <a:moveTo>
                <a:pt x="0" y="0"/>
              </a:moveTo>
              <a:lnTo>
                <a:pt x="322502" y="0"/>
              </a:lnTo>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D7AA1460-00B0-452F-894C-BFB47E608D16}">
      <dsp:nvSpPr>
        <dsp:cNvPr id="0" name=""/>
        <dsp:cNvSpPr/>
      </dsp:nvSpPr>
      <dsp:spPr>
        <a:xfrm>
          <a:off x="1254889" y="1887522"/>
          <a:ext cx="115392" cy="0"/>
        </a:xfrm>
        <a:prstGeom prst="line">
          <a:avLst/>
        </a:pr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A32DCAC0-0EFB-4D20-8254-957A41F0B36B}">
      <dsp:nvSpPr>
        <dsp:cNvPr id="0" name=""/>
        <dsp:cNvSpPr/>
      </dsp:nvSpPr>
      <dsp:spPr>
        <a:xfrm>
          <a:off x="1370282" y="1642050"/>
          <a:ext cx="818241" cy="490944"/>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ctr" anchorCtr="0">
          <a:noAutofit/>
        </a:bodyPr>
        <a:lstStyle/>
        <a:p>
          <a:pPr marL="0" lvl="0" indent="0" algn="ctr" defTabSz="488950">
            <a:lnSpc>
              <a:spcPct val="90000"/>
            </a:lnSpc>
            <a:spcBef>
              <a:spcPct val="0"/>
            </a:spcBef>
            <a:spcAft>
              <a:spcPct val="35000"/>
            </a:spcAft>
            <a:buNone/>
          </a:pPr>
          <a:r>
            <a:rPr lang="en-US" sz="1100" kern="1200" dirty="0"/>
            <a:t>Some text here</a:t>
          </a:r>
        </a:p>
      </dsp:txBody>
      <dsp:txXfrm>
        <a:off x="1370282" y="1642050"/>
        <a:ext cx="818241" cy="490944"/>
      </dsp:txXfrm>
    </dsp:sp>
    <dsp:sp modelId="{C3A544CE-C6C6-4DD7-A335-16917E40EB78}">
      <dsp:nvSpPr>
        <dsp:cNvPr id="0" name=""/>
        <dsp:cNvSpPr/>
      </dsp:nvSpPr>
      <dsp:spPr>
        <a:xfrm>
          <a:off x="2188523" y="1887522"/>
          <a:ext cx="115392" cy="0"/>
        </a:xfrm>
        <a:prstGeom prst="line">
          <a:avLst/>
        </a:pr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229551A9-E0FE-4997-B55B-2AFF235B3ED7}">
      <dsp:nvSpPr>
        <dsp:cNvPr id="0" name=""/>
        <dsp:cNvSpPr/>
      </dsp:nvSpPr>
      <dsp:spPr>
        <a:xfrm rot="2558555">
          <a:off x="975022" y="2269232"/>
          <a:ext cx="322502" cy="0"/>
        </a:xfrm>
        <a:custGeom>
          <a:avLst/>
          <a:gdLst/>
          <a:ahLst/>
          <a:cxnLst/>
          <a:rect l="0" t="0" r="0" b="0"/>
          <a:pathLst>
            <a:path>
              <a:moveTo>
                <a:pt x="0" y="0"/>
              </a:moveTo>
              <a:lnTo>
                <a:pt x="322502" y="0"/>
              </a:lnTo>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BA0E88E-29EE-428F-8A6A-03E1E6EDBEBF}">
      <dsp:nvSpPr>
        <dsp:cNvPr id="0" name=""/>
        <dsp:cNvSpPr/>
      </dsp:nvSpPr>
      <dsp:spPr>
        <a:xfrm rot="8241445">
          <a:off x="2261280" y="2269232"/>
          <a:ext cx="322502" cy="0"/>
        </a:xfrm>
        <a:custGeom>
          <a:avLst/>
          <a:gdLst/>
          <a:ahLst/>
          <a:cxnLst/>
          <a:rect l="0" t="0" r="0" b="0"/>
          <a:pathLst>
            <a:path>
              <a:moveTo>
                <a:pt x="0" y="0"/>
              </a:moveTo>
              <a:lnTo>
                <a:pt x="322502" y="0"/>
              </a:lnTo>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1DC0145-FF94-4A07-8A24-888783433EEF}">
      <dsp:nvSpPr>
        <dsp:cNvPr id="0" name=""/>
        <dsp:cNvSpPr/>
      </dsp:nvSpPr>
      <dsp:spPr>
        <a:xfrm>
          <a:off x="1254889" y="2378467"/>
          <a:ext cx="115392" cy="0"/>
        </a:xfrm>
        <a:prstGeom prst="line">
          <a:avLst/>
        </a:pr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EA7F0140-65AC-4758-97F9-9921CC33E517}">
      <dsp:nvSpPr>
        <dsp:cNvPr id="0" name=""/>
        <dsp:cNvSpPr/>
      </dsp:nvSpPr>
      <dsp:spPr>
        <a:xfrm>
          <a:off x="1370282" y="2132995"/>
          <a:ext cx="818241" cy="490944"/>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ctr" anchorCtr="0">
          <a:noAutofit/>
        </a:bodyPr>
        <a:lstStyle/>
        <a:p>
          <a:pPr marL="0" lvl="0" indent="0" algn="ctr" defTabSz="488950">
            <a:lnSpc>
              <a:spcPct val="90000"/>
            </a:lnSpc>
            <a:spcBef>
              <a:spcPct val="0"/>
            </a:spcBef>
            <a:spcAft>
              <a:spcPct val="35000"/>
            </a:spcAft>
            <a:buNone/>
          </a:pPr>
          <a:r>
            <a:rPr lang="en-US" sz="1100" kern="1200" dirty="0"/>
            <a:t>Some text here</a:t>
          </a:r>
        </a:p>
      </dsp:txBody>
      <dsp:txXfrm>
        <a:off x="1370282" y="2132995"/>
        <a:ext cx="818241" cy="490944"/>
      </dsp:txXfrm>
    </dsp:sp>
    <dsp:sp modelId="{6E0C4BE3-0665-477F-AE55-A8D976043630}">
      <dsp:nvSpPr>
        <dsp:cNvPr id="0" name=""/>
        <dsp:cNvSpPr/>
      </dsp:nvSpPr>
      <dsp:spPr>
        <a:xfrm>
          <a:off x="2188523" y="2378467"/>
          <a:ext cx="115392" cy="0"/>
        </a:xfrm>
        <a:prstGeom prst="line">
          <a:avLst/>
        </a:pr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A21AECBD-9660-4F40-8B60-6051C12A7DCD}">
      <dsp:nvSpPr>
        <dsp:cNvPr id="0" name=""/>
        <dsp:cNvSpPr/>
      </dsp:nvSpPr>
      <dsp:spPr>
        <a:xfrm rot="4206116">
          <a:off x="787762" y="2541706"/>
          <a:ext cx="697023" cy="0"/>
        </a:xfrm>
        <a:custGeom>
          <a:avLst/>
          <a:gdLst/>
          <a:ahLst/>
          <a:cxnLst/>
          <a:rect l="0" t="0" r="0" b="0"/>
          <a:pathLst>
            <a:path>
              <a:moveTo>
                <a:pt x="0" y="0"/>
              </a:moveTo>
              <a:lnTo>
                <a:pt x="697023" y="0"/>
              </a:lnTo>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162929D9-8C54-4CC3-B1D1-EC11E5911271}">
      <dsp:nvSpPr>
        <dsp:cNvPr id="0" name=""/>
        <dsp:cNvSpPr/>
      </dsp:nvSpPr>
      <dsp:spPr>
        <a:xfrm rot="6593884">
          <a:off x="2074019" y="2541706"/>
          <a:ext cx="697023" cy="0"/>
        </a:xfrm>
        <a:custGeom>
          <a:avLst/>
          <a:gdLst/>
          <a:ahLst/>
          <a:cxnLst/>
          <a:rect l="0" t="0" r="0" b="0"/>
          <a:pathLst>
            <a:path>
              <a:moveTo>
                <a:pt x="0" y="0"/>
              </a:moveTo>
              <a:lnTo>
                <a:pt x="697023" y="0"/>
              </a:lnTo>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C730AF7A-28A8-44FA-B936-68E5B123645C}">
      <dsp:nvSpPr>
        <dsp:cNvPr id="0" name=""/>
        <dsp:cNvSpPr/>
      </dsp:nvSpPr>
      <dsp:spPr>
        <a:xfrm>
          <a:off x="1254889" y="2869411"/>
          <a:ext cx="115392" cy="0"/>
        </a:xfrm>
        <a:prstGeom prst="line">
          <a:avLst/>
        </a:pr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D5978420-CE1C-4ECE-A037-6DDF8A605257}">
      <dsp:nvSpPr>
        <dsp:cNvPr id="0" name=""/>
        <dsp:cNvSpPr/>
      </dsp:nvSpPr>
      <dsp:spPr>
        <a:xfrm>
          <a:off x="1370282" y="2623939"/>
          <a:ext cx="818241" cy="490944"/>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ctr" anchorCtr="0">
          <a:noAutofit/>
        </a:bodyPr>
        <a:lstStyle/>
        <a:p>
          <a:pPr marL="0" lvl="0" indent="0" algn="ctr" defTabSz="488950">
            <a:lnSpc>
              <a:spcPct val="90000"/>
            </a:lnSpc>
            <a:spcBef>
              <a:spcPct val="0"/>
            </a:spcBef>
            <a:spcAft>
              <a:spcPct val="35000"/>
            </a:spcAft>
            <a:buNone/>
          </a:pPr>
          <a:r>
            <a:rPr lang="en-US" sz="1100" kern="1200"/>
            <a:t>Some text here</a:t>
          </a:r>
          <a:endParaRPr lang="en-US" sz="1100" kern="1200" dirty="0"/>
        </a:p>
      </dsp:txBody>
      <dsp:txXfrm>
        <a:off x="1370282" y="2623939"/>
        <a:ext cx="818241" cy="490944"/>
      </dsp:txXfrm>
    </dsp:sp>
    <dsp:sp modelId="{33D26D8D-6657-4ACD-809F-659B6E24DD77}">
      <dsp:nvSpPr>
        <dsp:cNvPr id="0" name=""/>
        <dsp:cNvSpPr/>
      </dsp:nvSpPr>
      <dsp:spPr>
        <a:xfrm>
          <a:off x="2188523" y="2869411"/>
          <a:ext cx="115392" cy="0"/>
        </a:xfrm>
        <a:prstGeom prst="line">
          <a:avLst/>
        </a:pr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4603A54B-0488-4CF1-A2BF-35C37B494BD6}">
      <dsp:nvSpPr>
        <dsp:cNvPr id="0" name=""/>
        <dsp:cNvSpPr/>
      </dsp:nvSpPr>
      <dsp:spPr>
        <a:xfrm>
          <a:off x="2570467" y="1639381"/>
          <a:ext cx="987226" cy="987226"/>
        </a:xfrm>
        <a:prstGeom prst="ellipse">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r>
            <a:rPr lang="en-US" sz="2100" kern="1200" dirty="0"/>
            <a:t>Lorem Ipsum</a:t>
          </a:r>
        </a:p>
      </dsp:txBody>
      <dsp:txXfrm>
        <a:off x="2715043" y="1783957"/>
        <a:ext cx="698074" cy="698074"/>
      </dsp:txXfrm>
    </dsp:sp>
    <dsp:sp modelId="{C8381E3B-9754-4079-A5B8-57F8D6DEF654}">
      <dsp:nvSpPr>
        <dsp:cNvPr id="0" name=""/>
        <dsp:cNvSpPr/>
      </dsp:nvSpPr>
      <dsp:spPr>
        <a:xfrm rot="19041445">
          <a:off x="3531063" y="1860520"/>
          <a:ext cx="645004" cy="0"/>
        </a:xfrm>
        <a:custGeom>
          <a:avLst/>
          <a:gdLst/>
          <a:ahLst/>
          <a:cxnLst/>
          <a:rect l="0" t="0" r="0" b="0"/>
          <a:pathLst>
            <a:path>
              <a:moveTo>
                <a:pt x="0" y="0"/>
              </a:moveTo>
              <a:lnTo>
                <a:pt x="645004" y="0"/>
              </a:lnTo>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316A57F4-50FD-4EB3-98DF-C6E980C3D916}">
      <dsp:nvSpPr>
        <dsp:cNvPr id="0" name=""/>
        <dsp:cNvSpPr/>
      </dsp:nvSpPr>
      <dsp:spPr>
        <a:xfrm rot="13358555">
          <a:off x="5054551" y="1860520"/>
          <a:ext cx="645004" cy="0"/>
        </a:xfrm>
        <a:custGeom>
          <a:avLst/>
          <a:gdLst/>
          <a:ahLst/>
          <a:cxnLst/>
          <a:rect l="0" t="0" r="0" b="0"/>
          <a:pathLst>
            <a:path>
              <a:moveTo>
                <a:pt x="0" y="0"/>
              </a:moveTo>
              <a:lnTo>
                <a:pt x="645004" y="0"/>
              </a:lnTo>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CADC7FE-6F0C-4D1F-9F7D-EDE6FE7BAF54}">
      <dsp:nvSpPr>
        <dsp:cNvPr id="0" name=""/>
        <dsp:cNvSpPr/>
      </dsp:nvSpPr>
      <dsp:spPr>
        <a:xfrm>
          <a:off x="4090796" y="1642050"/>
          <a:ext cx="115392" cy="0"/>
        </a:xfrm>
        <a:prstGeom prst="line">
          <a:avLst/>
        </a:pr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B23CA01E-B68C-4FC4-8CF3-910DB9FEC2C9}">
      <dsp:nvSpPr>
        <dsp:cNvPr id="0" name=""/>
        <dsp:cNvSpPr/>
      </dsp:nvSpPr>
      <dsp:spPr>
        <a:xfrm>
          <a:off x="4206189" y="1396578"/>
          <a:ext cx="818241" cy="490944"/>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ctr" anchorCtr="0">
          <a:noAutofit/>
        </a:bodyPr>
        <a:lstStyle/>
        <a:p>
          <a:pPr marL="0" lvl="0" indent="0" algn="ctr" defTabSz="488950">
            <a:lnSpc>
              <a:spcPct val="90000"/>
            </a:lnSpc>
            <a:spcBef>
              <a:spcPct val="0"/>
            </a:spcBef>
            <a:spcAft>
              <a:spcPct val="35000"/>
            </a:spcAft>
            <a:buNone/>
          </a:pPr>
          <a:r>
            <a:rPr lang="en-US" sz="1100" kern="1200" dirty="0"/>
            <a:t>Some text here</a:t>
          </a:r>
        </a:p>
      </dsp:txBody>
      <dsp:txXfrm>
        <a:off x="4206189" y="1396578"/>
        <a:ext cx="818241" cy="490944"/>
      </dsp:txXfrm>
    </dsp:sp>
    <dsp:sp modelId="{6F935760-57B7-4E22-A370-4E600C7C9137}">
      <dsp:nvSpPr>
        <dsp:cNvPr id="0" name=""/>
        <dsp:cNvSpPr/>
      </dsp:nvSpPr>
      <dsp:spPr>
        <a:xfrm>
          <a:off x="5024430" y="1642050"/>
          <a:ext cx="115392" cy="0"/>
        </a:xfrm>
        <a:prstGeom prst="line">
          <a:avLst/>
        </a:pr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0E559356-0D47-456C-B9A0-E170102A48C0}">
      <dsp:nvSpPr>
        <dsp:cNvPr id="0" name=""/>
        <dsp:cNvSpPr/>
      </dsp:nvSpPr>
      <dsp:spPr>
        <a:xfrm>
          <a:off x="3616335" y="2132995"/>
          <a:ext cx="474461" cy="0"/>
        </a:xfrm>
        <a:custGeom>
          <a:avLst/>
          <a:gdLst/>
          <a:ahLst/>
          <a:cxnLst/>
          <a:rect l="0" t="0" r="0" b="0"/>
          <a:pathLst>
            <a:path>
              <a:moveTo>
                <a:pt x="0" y="0"/>
              </a:moveTo>
              <a:lnTo>
                <a:pt x="474461" y="0"/>
              </a:lnTo>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2703A152-865B-489A-B96A-9E67C492D891}">
      <dsp:nvSpPr>
        <dsp:cNvPr id="0" name=""/>
        <dsp:cNvSpPr/>
      </dsp:nvSpPr>
      <dsp:spPr>
        <a:xfrm rot="10800000">
          <a:off x="5139823" y="2132995"/>
          <a:ext cx="474461" cy="0"/>
        </a:xfrm>
        <a:custGeom>
          <a:avLst/>
          <a:gdLst/>
          <a:ahLst/>
          <a:cxnLst/>
          <a:rect l="0" t="0" r="0" b="0"/>
          <a:pathLst>
            <a:path>
              <a:moveTo>
                <a:pt x="0" y="0"/>
              </a:moveTo>
              <a:lnTo>
                <a:pt x="474461" y="0"/>
              </a:lnTo>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1C052CD5-D318-4569-9730-7F97EB8375DE}">
      <dsp:nvSpPr>
        <dsp:cNvPr id="0" name=""/>
        <dsp:cNvSpPr/>
      </dsp:nvSpPr>
      <dsp:spPr>
        <a:xfrm>
          <a:off x="4090796" y="2132995"/>
          <a:ext cx="115392" cy="0"/>
        </a:xfrm>
        <a:prstGeom prst="line">
          <a:avLst/>
        </a:pr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63771274-0ADD-49A9-ABED-44D2ED750DEA}">
      <dsp:nvSpPr>
        <dsp:cNvPr id="0" name=""/>
        <dsp:cNvSpPr/>
      </dsp:nvSpPr>
      <dsp:spPr>
        <a:xfrm>
          <a:off x="4206189" y="1887522"/>
          <a:ext cx="818241" cy="490944"/>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ctr" anchorCtr="0">
          <a:noAutofit/>
        </a:bodyPr>
        <a:lstStyle/>
        <a:p>
          <a:pPr marL="0" lvl="0" indent="0" algn="ctr" defTabSz="488950">
            <a:lnSpc>
              <a:spcPct val="90000"/>
            </a:lnSpc>
            <a:spcBef>
              <a:spcPct val="0"/>
            </a:spcBef>
            <a:spcAft>
              <a:spcPct val="35000"/>
            </a:spcAft>
            <a:buNone/>
          </a:pPr>
          <a:r>
            <a:rPr lang="en-US" sz="1100" kern="1200" dirty="0"/>
            <a:t>Some text here</a:t>
          </a:r>
        </a:p>
      </dsp:txBody>
      <dsp:txXfrm>
        <a:off x="4206189" y="1887522"/>
        <a:ext cx="818241" cy="490944"/>
      </dsp:txXfrm>
    </dsp:sp>
    <dsp:sp modelId="{54D77EDF-902D-4AA1-A1A2-0D733431936A}">
      <dsp:nvSpPr>
        <dsp:cNvPr id="0" name=""/>
        <dsp:cNvSpPr/>
      </dsp:nvSpPr>
      <dsp:spPr>
        <a:xfrm>
          <a:off x="5024430" y="2132995"/>
          <a:ext cx="115392" cy="0"/>
        </a:xfrm>
        <a:prstGeom prst="line">
          <a:avLst/>
        </a:pr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67AC83F1-6C61-4997-B421-95E06EF1A649}">
      <dsp:nvSpPr>
        <dsp:cNvPr id="0" name=""/>
        <dsp:cNvSpPr/>
      </dsp:nvSpPr>
      <dsp:spPr>
        <a:xfrm rot="2558555">
          <a:off x="3531063" y="2405469"/>
          <a:ext cx="645004" cy="0"/>
        </a:xfrm>
        <a:custGeom>
          <a:avLst/>
          <a:gdLst/>
          <a:ahLst/>
          <a:cxnLst/>
          <a:rect l="0" t="0" r="0" b="0"/>
          <a:pathLst>
            <a:path>
              <a:moveTo>
                <a:pt x="0" y="0"/>
              </a:moveTo>
              <a:lnTo>
                <a:pt x="645004" y="0"/>
              </a:lnTo>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4B9A8D3C-873C-4173-9F03-0EC9CD5061E6}">
      <dsp:nvSpPr>
        <dsp:cNvPr id="0" name=""/>
        <dsp:cNvSpPr/>
      </dsp:nvSpPr>
      <dsp:spPr>
        <a:xfrm rot="8241445">
          <a:off x="5054551" y="2405469"/>
          <a:ext cx="645004" cy="0"/>
        </a:xfrm>
        <a:custGeom>
          <a:avLst/>
          <a:gdLst/>
          <a:ahLst/>
          <a:cxnLst/>
          <a:rect l="0" t="0" r="0" b="0"/>
          <a:pathLst>
            <a:path>
              <a:moveTo>
                <a:pt x="0" y="0"/>
              </a:moveTo>
              <a:lnTo>
                <a:pt x="645004" y="0"/>
              </a:lnTo>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064CA2AA-94E8-4087-87F0-1C57D9DD5A5B}">
      <dsp:nvSpPr>
        <dsp:cNvPr id="0" name=""/>
        <dsp:cNvSpPr/>
      </dsp:nvSpPr>
      <dsp:spPr>
        <a:xfrm>
          <a:off x="4090796" y="2623939"/>
          <a:ext cx="115392" cy="0"/>
        </a:xfrm>
        <a:prstGeom prst="line">
          <a:avLst/>
        </a:pr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F2FD3756-5965-40D9-9963-8F4B9497AF70}">
      <dsp:nvSpPr>
        <dsp:cNvPr id="0" name=""/>
        <dsp:cNvSpPr/>
      </dsp:nvSpPr>
      <dsp:spPr>
        <a:xfrm>
          <a:off x="4206189" y="2378467"/>
          <a:ext cx="818241" cy="490944"/>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ctr" anchorCtr="0">
          <a:noAutofit/>
        </a:bodyPr>
        <a:lstStyle/>
        <a:p>
          <a:pPr marL="0" lvl="0" indent="0" algn="ctr" defTabSz="488950">
            <a:lnSpc>
              <a:spcPct val="90000"/>
            </a:lnSpc>
            <a:spcBef>
              <a:spcPct val="0"/>
            </a:spcBef>
            <a:spcAft>
              <a:spcPct val="35000"/>
            </a:spcAft>
            <a:buNone/>
          </a:pPr>
          <a:r>
            <a:rPr lang="en-US" sz="1100" kern="1200"/>
            <a:t>Some text here</a:t>
          </a:r>
          <a:endParaRPr lang="en-US" sz="1100" kern="1200" dirty="0"/>
        </a:p>
      </dsp:txBody>
      <dsp:txXfrm>
        <a:off x="4206189" y="2378467"/>
        <a:ext cx="818241" cy="490944"/>
      </dsp:txXfrm>
    </dsp:sp>
    <dsp:sp modelId="{5E5AA053-8E3E-436C-89EE-A39894E21C11}">
      <dsp:nvSpPr>
        <dsp:cNvPr id="0" name=""/>
        <dsp:cNvSpPr/>
      </dsp:nvSpPr>
      <dsp:spPr>
        <a:xfrm>
          <a:off x="5024430" y="2623939"/>
          <a:ext cx="115392" cy="0"/>
        </a:xfrm>
        <a:prstGeom prst="line">
          <a:avLst/>
        </a:pr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1A0A5AF-526A-444C-B0D9-A0ABE242D8CC}">
      <dsp:nvSpPr>
        <dsp:cNvPr id="0" name=""/>
        <dsp:cNvSpPr/>
      </dsp:nvSpPr>
      <dsp:spPr>
        <a:xfrm>
          <a:off x="5672925" y="1639381"/>
          <a:ext cx="987226" cy="987226"/>
        </a:xfrm>
        <a:prstGeom prst="ellipse">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r>
            <a:rPr lang="en-US" sz="2100" kern="1200" dirty="0"/>
            <a:t>Lorem Ipsum</a:t>
          </a:r>
        </a:p>
      </dsp:txBody>
      <dsp:txXfrm>
        <a:off x="5817501" y="1783957"/>
        <a:ext cx="698074" cy="698074"/>
      </dsp:txXfrm>
    </dsp:sp>
    <dsp:sp modelId="{B6897401-AFAD-4A76-BAAE-BAE45EAAF6C0}">
      <dsp:nvSpPr>
        <dsp:cNvPr id="0" name=""/>
        <dsp:cNvSpPr/>
      </dsp:nvSpPr>
      <dsp:spPr>
        <a:xfrm rot="20116549">
          <a:off x="6694852" y="1996757"/>
          <a:ext cx="522343" cy="0"/>
        </a:xfrm>
        <a:custGeom>
          <a:avLst/>
          <a:gdLst/>
          <a:ahLst/>
          <a:cxnLst/>
          <a:rect l="0" t="0" r="0" b="0"/>
          <a:pathLst>
            <a:path>
              <a:moveTo>
                <a:pt x="0" y="0"/>
              </a:moveTo>
              <a:lnTo>
                <a:pt x="522343" y="0"/>
              </a:lnTo>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68D065D3-A1C7-408C-8188-5D661ECE63EE}">
      <dsp:nvSpPr>
        <dsp:cNvPr id="0" name=""/>
        <dsp:cNvSpPr/>
      </dsp:nvSpPr>
      <dsp:spPr>
        <a:xfrm>
          <a:off x="7193254" y="1887522"/>
          <a:ext cx="115392" cy="0"/>
        </a:xfrm>
        <a:prstGeom prst="line">
          <a:avLst/>
        </a:pr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BCA74655-862A-4F79-96E9-8A2807BF121D}">
      <dsp:nvSpPr>
        <dsp:cNvPr id="0" name=""/>
        <dsp:cNvSpPr/>
      </dsp:nvSpPr>
      <dsp:spPr>
        <a:xfrm>
          <a:off x="7308647" y="1642050"/>
          <a:ext cx="818241" cy="490944"/>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ctr" anchorCtr="0">
          <a:noAutofit/>
        </a:bodyPr>
        <a:lstStyle/>
        <a:p>
          <a:pPr marL="0" lvl="0" indent="0" algn="ctr" defTabSz="488950">
            <a:lnSpc>
              <a:spcPct val="90000"/>
            </a:lnSpc>
            <a:spcBef>
              <a:spcPct val="0"/>
            </a:spcBef>
            <a:spcAft>
              <a:spcPct val="35000"/>
            </a:spcAft>
            <a:buNone/>
          </a:pPr>
          <a:r>
            <a:rPr lang="en-US" sz="1100" kern="1200" dirty="0"/>
            <a:t>Some text here</a:t>
          </a:r>
        </a:p>
      </dsp:txBody>
      <dsp:txXfrm>
        <a:off x="7308647" y="1642050"/>
        <a:ext cx="818241" cy="490944"/>
      </dsp:txXfrm>
    </dsp:sp>
    <dsp:sp modelId="{9DAE018A-4786-4F81-9EDA-27BBC224948F}">
      <dsp:nvSpPr>
        <dsp:cNvPr id="0" name=""/>
        <dsp:cNvSpPr/>
      </dsp:nvSpPr>
      <dsp:spPr>
        <a:xfrm rot="1483451">
          <a:off x="6694852" y="2269232"/>
          <a:ext cx="522343" cy="0"/>
        </a:xfrm>
        <a:custGeom>
          <a:avLst/>
          <a:gdLst/>
          <a:ahLst/>
          <a:cxnLst/>
          <a:rect l="0" t="0" r="0" b="0"/>
          <a:pathLst>
            <a:path>
              <a:moveTo>
                <a:pt x="0" y="0"/>
              </a:moveTo>
              <a:lnTo>
                <a:pt x="522343" y="0"/>
              </a:lnTo>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0637247A-2346-436D-B433-E53632417DE2}">
      <dsp:nvSpPr>
        <dsp:cNvPr id="0" name=""/>
        <dsp:cNvSpPr/>
      </dsp:nvSpPr>
      <dsp:spPr>
        <a:xfrm>
          <a:off x="7193254" y="2378467"/>
          <a:ext cx="115392" cy="0"/>
        </a:xfrm>
        <a:prstGeom prst="line">
          <a:avLst/>
        </a:pr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49840FF1-986A-41EE-8FB0-89E6299ED32F}">
      <dsp:nvSpPr>
        <dsp:cNvPr id="0" name=""/>
        <dsp:cNvSpPr/>
      </dsp:nvSpPr>
      <dsp:spPr>
        <a:xfrm>
          <a:off x="7308647" y="2132995"/>
          <a:ext cx="818241" cy="490944"/>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78232" tIns="78232" rIns="78232" bIns="78232" numCol="1" spcCol="1270" anchor="ctr" anchorCtr="0">
          <a:noAutofit/>
        </a:bodyPr>
        <a:lstStyle/>
        <a:p>
          <a:pPr marL="0" lvl="0" indent="0" algn="ctr" defTabSz="488950">
            <a:lnSpc>
              <a:spcPct val="90000"/>
            </a:lnSpc>
            <a:spcBef>
              <a:spcPct val="0"/>
            </a:spcBef>
            <a:spcAft>
              <a:spcPct val="35000"/>
            </a:spcAft>
            <a:buNone/>
          </a:pPr>
          <a:r>
            <a:rPr lang="en-US" sz="1100" kern="1200" dirty="0"/>
            <a:t>Some text here</a:t>
          </a:r>
        </a:p>
      </dsp:txBody>
      <dsp:txXfrm>
        <a:off x="7308647" y="2132995"/>
        <a:ext cx="818241" cy="490944"/>
      </dsp:txXfrm>
    </dsp:sp>
  </dsp:spTree>
</dsp:drawing>
</file>

<file path=ppt/diagrams/drawing6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31421B-FD17-4D79-86AA-9B87F67BC3A1}">
      <dsp:nvSpPr>
        <dsp:cNvPr id="0" name=""/>
        <dsp:cNvSpPr/>
      </dsp:nvSpPr>
      <dsp:spPr>
        <a:xfrm rot="5400000">
          <a:off x="206" y="697557"/>
          <a:ext cx="2685891" cy="2686304"/>
        </a:xfrm>
        <a:prstGeom prst="blockArc">
          <a:avLst>
            <a:gd name="adj1" fmla="val 13500000"/>
            <a:gd name="adj2" fmla="val 18900000"/>
            <a:gd name="adj3" fmla="val 496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95C7B6C5-0509-4199-9EFB-EEA3663BFEE5}">
      <dsp:nvSpPr>
        <dsp:cNvPr id="0" name=""/>
        <dsp:cNvSpPr/>
      </dsp:nvSpPr>
      <dsp:spPr>
        <a:xfrm rot="16200000">
          <a:off x="2764539" y="697557"/>
          <a:ext cx="2685891" cy="2686304"/>
        </a:xfrm>
        <a:prstGeom prst="blockArc">
          <a:avLst>
            <a:gd name="adj1" fmla="val 13500000"/>
            <a:gd name="adj2" fmla="val 18900000"/>
            <a:gd name="adj3" fmla="val 496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08796612-E099-4431-9BE5-AB379FE20B25}">
      <dsp:nvSpPr>
        <dsp:cNvPr id="0" name=""/>
        <dsp:cNvSpPr/>
      </dsp:nvSpPr>
      <dsp:spPr>
        <a:xfrm>
          <a:off x="3082137" y="3030875"/>
          <a:ext cx="2039315" cy="5373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Lorem Ipsum</a:t>
          </a:r>
        </a:p>
      </dsp:txBody>
      <dsp:txXfrm>
        <a:off x="3082137" y="3030875"/>
        <a:ext cx="2039315" cy="537350"/>
      </dsp:txXfrm>
    </dsp:sp>
    <dsp:sp modelId="{FC256647-7996-4DEA-87D3-066D05820130}">
      <dsp:nvSpPr>
        <dsp:cNvPr id="0" name=""/>
        <dsp:cNvSpPr/>
      </dsp:nvSpPr>
      <dsp:spPr>
        <a:xfrm rot="5400000">
          <a:off x="2678382" y="697557"/>
          <a:ext cx="2685891" cy="2686304"/>
        </a:xfrm>
        <a:prstGeom prst="blockArc">
          <a:avLst>
            <a:gd name="adj1" fmla="val 13500000"/>
            <a:gd name="adj2" fmla="val 18900000"/>
            <a:gd name="adj3" fmla="val 496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95A60688-EE71-476E-A4D7-ECBC60D482AA}">
      <dsp:nvSpPr>
        <dsp:cNvPr id="0" name=""/>
        <dsp:cNvSpPr/>
      </dsp:nvSpPr>
      <dsp:spPr>
        <a:xfrm rot="16200000">
          <a:off x="5441902" y="697557"/>
          <a:ext cx="2685891" cy="2686304"/>
        </a:xfrm>
        <a:prstGeom prst="blockArc">
          <a:avLst>
            <a:gd name="adj1" fmla="val 13500000"/>
            <a:gd name="adj2" fmla="val 18900000"/>
            <a:gd name="adj3" fmla="val 496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FDEBABFB-0FA5-492E-AD49-CDA1A6F25DF6}">
      <dsp:nvSpPr>
        <dsp:cNvPr id="0" name=""/>
        <dsp:cNvSpPr/>
      </dsp:nvSpPr>
      <dsp:spPr>
        <a:xfrm>
          <a:off x="5563616" y="3030875"/>
          <a:ext cx="2039315" cy="5373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Lorem Ipsum</a:t>
          </a:r>
        </a:p>
      </dsp:txBody>
      <dsp:txXfrm>
        <a:off x="5563616" y="3030875"/>
        <a:ext cx="2039315" cy="537350"/>
      </dsp:txXfrm>
    </dsp:sp>
    <dsp:sp modelId="{3C2A9B88-23AD-4943-ABDD-E23F5E453ECB}">
      <dsp:nvSpPr>
        <dsp:cNvPr id="0" name=""/>
        <dsp:cNvSpPr/>
      </dsp:nvSpPr>
      <dsp:spPr>
        <a:xfrm>
          <a:off x="3016609" y="1468460"/>
          <a:ext cx="1230611" cy="1230611"/>
        </a:xfrm>
        <a:prstGeom prst="ellipse">
          <a:avLst/>
        </a:prstGeom>
        <a:gradFill rotWithShape="0">
          <a:gsLst>
            <a:gs pos="0">
              <a:schemeClr val="accent2">
                <a:alpha val="50000"/>
                <a:hueOff val="0"/>
                <a:satOff val="0"/>
                <a:lumOff val="0"/>
                <a:alphaOff val="0"/>
                <a:shade val="51000"/>
                <a:satMod val="130000"/>
              </a:schemeClr>
            </a:gs>
            <a:gs pos="80000">
              <a:schemeClr val="accent2">
                <a:alpha val="50000"/>
                <a:hueOff val="0"/>
                <a:satOff val="0"/>
                <a:lumOff val="0"/>
                <a:alphaOff val="0"/>
                <a:shade val="93000"/>
                <a:satMod val="130000"/>
              </a:schemeClr>
            </a:gs>
            <a:gs pos="100000">
              <a:schemeClr val="accent2">
                <a:alpha val="50000"/>
                <a:hueOff val="0"/>
                <a:satOff val="0"/>
                <a:lumOff val="0"/>
                <a:alphaOff val="0"/>
                <a:shade val="94000"/>
                <a:satMod val="135000"/>
              </a:schemeClr>
            </a:gs>
          </a:gsLst>
          <a:lin ang="16200000" scaled="0"/>
        </a:gra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r>
            <a:rPr lang="en-US" sz="2200" kern="1200" dirty="0">
              <a:solidFill>
                <a:schemeClr val="tx2"/>
              </a:solidFill>
            </a:rPr>
            <a:t>Some text here</a:t>
          </a:r>
        </a:p>
      </dsp:txBody>
      <dsp:txXfrm>
        <a:off x="3188451" y="1613576"/>
        <a:ext cx="709541" cy="940380"/>
      </dsp:txXfrm>
    </dsp:sp>
    <dsp:sp modelId="{2D3A1DE5-ED90-498D-B57A-4059E6AF480A}">
      <dsp:nvSpPr>
        <dsp:cNvPr id="0" name=""/>
        <dsp:cNvSpPr/>
      </dsp:nvSpPr>
      <dsp:spPr>
        <a:xfrm>
          <a:off x="3903537" y="1468460"/>
          <a:ext cx="1230611" cy="1230611"/>
        </a:xfrm>
        <a:prstGeom prst="ellipse">
          <a:avLst/>
        </a:prstGeom>
        <a:gradFill rotWithShape="0">
          <a:gsLst>
            <a:gs pos="0">
              <a:schemeClr val="accent3">
                <a:alpha val="50000"/>
                <a:hueOff val="0"/>
                <a:satOff val="0"/>
                <a:lumOff val="0"/>
                <a:alphaOff val="0"/>
                <a:shade val="51000"/>
                <a:satMod val="130000"/>
              </a:schemeClr>
            </a:gs>
            <a:gs pos="80000">
              <a:schemeClr val="accent3">
                <a:alpha val="50000"/>
                <a:hueOff val="0"/>
                <a:satOff val="0"/>
                <a:lumOff val="0"/>
                <a:alphaOff val="0"/>
                <a:shade val="93000"/>
                <a:satMod val="130000"/>
              </a:schemeClr>
            </a:gs>
            <a:gs pos="100000">
              <a:schemeClr val="accent3">
                <a:alpha val="50000"/>
                <a:hueOff val="0"/>
                <a:satOff val="0"/>
                <a:lumOff val="0"/>
                <a:alphaOff val="0"/>
                <a:shade val="94000"/>
                <a:satMod val="135000"/>
              </a:schemeClr>
            </a:gs>
          </a:gsLst>
          <a:lin ang="16200000" scaled="0"/>
        </a:gra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r>
            <a:rPr lang="en-US" sz="2200" kern="1200">
              <a:solidFill>
                <a:schemeClr val="tx2"/>
              </a:solidFill>
            </a:rPr>
            <a:t>Some text here</a:t>
          </a:r>
          <a:endParaRPr lang="en-US" sz="2200" kern="1200" dirty="0">
            <a:solidFill>
              <a:schemeClr val="tx2"/>
            </a:solidFill>
          </a:endParaRPr>
        </a:p>
      </dsp:txBody>
      <dsp:txXfrm>
        <a:off x="4252764" y="1613576"/>
        <a:ext cx="709541" cy="940380"/>
      </dsp:txXfrm>
    </dsp:sp>
    <dsp:sp modelId="{058BFD6F-41F7-4777-A1C7-2DDB409EC417}">
      <dsp:nvSpPr>
        <dsp:cNvPr id="0" name=""/>
        <dsp:cNvSpPr/>
      </dsp:nvSpPr>
      <dsp:spPr>
        <a:xfrm>
          <a:off x="900460" y="1030450"/>
          <a:ext cx="899630" cy="899521"/>
        </a:xfrm>
        <a:prstGeom prst="ellipse">
          <a:avLst/>
        </a:prstGeom>
        <a:gradFill rotWithShape="0">
          <a:gsLst>
            <a:gs pos="0">
              <a:schemeClr val="accent4">
                <a:alpha val="50000"/>
                <a:hueOff val="0"/>
                <a:satOff val="0"/>
                <a:lumOff val="0"/>
                <a:alphaOff val="0"/>
                <a:shade val="51000"/>
                <a:satMod val="130000"/>
              </a:schemeClr>
            </a:gs>
            <a:gs pos="80000">
              <a:schemeClr val="accent4">
                <a:alpha val="50000"/>
                <a:hueOff val="0"/>
                <a:satOff val="0"/>
                <a:lumOff val="0"/>
                <a:alphaOff val="0"/>
                <a:shade val="93000"/>
                <a:satMod val="130000"/>
              </a:schemeClr>
            </a:gs>
            <a:gs pos="100000">
              <a:schemeClr val="accent4">
                <a:alpha val="50000"/>
                <a:hueOff val="0"/>
                <a:satOff val="0"/>
                <a:lumOff val="0"/>
                <a:alphaOff val="0"/>
                <a:shade val="94000"/>
                <a:satMod val="135000"/>
              </a:schemeClr>
            </a:gs>
          </a:gsLst>
          <a:lin ang="16200000" scaled="0"/>
        </a:gra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solidFill>
                <a:schemeClr val="tx2"/>
              </a:solidFill>
            </a:rPr>
            <a:t>Some text here</a:t>
          </a:r>
        </a:p>
      </dsp:txBody>
      <dsp:txXfrm>
        <a:off x="1032208" y="1162182"/>
        <a:ext cx="636134" cy="636057"/>
      </dsp:txXfrm>
    </dsp:sp>
    <dsp:sp modelId="{B0996373-92BB-40C0-92BD-2E339DFD0163}">
      <dsp:nvSpPr>
        <dsp:cNvPr id="0" name=""/>
        <dsp:cNvSpPr/>
      </dsp:nvSpPr>
      <dsp:spPr>
        <a:xfrm>
          <a:off x="568727" y="1782480"/>
          <a:ext cx="441717" cy="441677"/>
        </a:xfrm>
        <a:prstGeom prst="ellipse">
          <a:avLst/>
        </a:prstGeom>
        <a:gradFill rotWithShape="0">
          <a:gsLst>
            <a:gs pos="0">
              <a:schemeClr val="accent5">
                <a:alpha val="50000"/>
                <a:hueOff val="0"/>
                <a:satOff val="0"/>
                <a:lumOff val="0"/>
                <a:alphaOff val="0"/>
                <a:shade val="51000"/>
                <a:satMod val="130000"/>
              </a:schemeClr>
            </a:gs>
            <a:gs pos="80000">
              <a:schemeClr val="accent5">
                <a:alpha val="50000"/>
                <a:hueOff val="0"/>
                <a:satOff val="0"/>
                <a:lumOff val="0"/>
                <a:alphaOff val="0"/>
                <a:shade val="93000"/>
                <a:satMod val="130000"/>
              </a:schemeClr>
            </a:gs>
            <a:gs pos="100000">
              <a:schemeClr val="accent5">
                <a:alpha val="50000"/>
                <a:hueOff val="0"/>
                <a:satOff val="0"/>
                <a:lumOff val="0"/>
                <a:alphaOff val="0"/>
                <a:shade val="94000"/>
                <a:satMod val="135000"/>
              </a:schemeClr>
            </a:gs>
          </a:gsLst>
          <a:lin ang="16200000" scaled="0"/>
        </a:gradFill>
        <a:ln>
          <a:noFill/>
        </a:ln>
        <a:effectLst/>
      </dsp:spPr>
      <dsp:style>
        <a:lnRef idx="0">
          <a:scrgbClr r="0" g="0" b="0"/>
        </a:lnRef>
        <a:fillRef idx="3">
          <a:scrgbClr r="0" g="0" b="0"/>
        </a:fillRef>
        <a:effectRef idx="0">
          <a:scrgbClr r="0" g="0" b="0"/>
        </a:effectRef>
        <a:fontRef idx="minor">
          <a:schemeClr val="tx1"/>
        </a:fontRef>
      </dsp:style>
    </dsp:sp>
    <dsp:sp modelId="{F9D9DDDF-A637-4A20-A3DC-717FE864D4B5}">
      <dsp:nvSpPr>
        <dsp:cNvPr id="0" name=""/>
        <dsp:cNvSpPr/>
      </dsp:nvSpPr>
      <dsp:spPr>
        <a:xfrm>
          <a:off x="1873769" y="1207480"/>
          <a:ext cx="256986" cy="257063"/>
        </a:xfrm>
        <a:prstGeom prst="ellipse">
          <a:avLst/>
        </a:prstGeom>
        <a:gradFill rotWithShape="0">
          <a:gsLst>
            <a:gs pos="0">
              <a:schemeClr val="accent6">
                <a:alpha val="50000"/>
                <a:hueOff val="0"/>
                <a:satOff val="0"/>
                <a:lumOff val="0"/>
                <a:alphaOff val="0"/>
                <a:shade val="51000"/>
                <a:satMod val="130000"/>
              </a:schemeClr>
            </a:gs>
            <a:gs pos="80000">
              <a:schemeClr val="accent6">
                <a:alpha val="50000"/>
                <a:hueOff val="0"/>
                <a:satOff val="0"/>
                <a:lumOff val="0"/>
                <a:alphaOff val="0"/>
                <a:shade val="93000"/>
                <a:satMod val="130000"/>
              </a:schemeClr>
            </a:gs>
            <a:gs pos="100000">
              <a:schemeClr val="accent6">
                <a:alpha val="50000"/>
                <a:hueOff val="0"/>
                <a:satOff val="0"/>
                <a:lumOff val="0"/>
                <a:alphaOff val="0"/>
                <a:shade val="94000"/>
                <a:satMod val="135000"/>
              </a:schemeClr>
            </a:gs>
          </a:gsLst>
          <a:lin ang="16200000" scaled="0"/>
        </a:gradFill>
        <a:ln>
          <a:noFill/>
        </a:ln>
        <a:effectLst/>
      </dsp:spPr>
      <dsp:style>
        <a:lnRef idx="0">
          <a:scrgbClr r="0" g="0" b="0"/>
        </a:lnRef>
        <a:fillRef idx="3">
          <a:scrgbClr r="0" g="0" b="0"/>
        </a:fillRef>
        <a:effectRef idx="0">
          <a:scrgbClr r="0" g="0" b="0"/>
        </a:effectRef>
        <a:fontRef idx="minor">
          <a:schemeClr val="tx1"/>
        </a:fontRef>
      </dsp:style>
    </dsp:sp>
    <dsp:sp modelId="{10C18573-E34C-4D0F-A999-33553DF18B85}">
      <dsp:nvSpPr>
        <dsp:cNvPr id="0" name=""/>
        <dsp:cNvSpPr/>
      </dsp:nvSpPr>
      <dsp:spPr>
        <a:xfrm>
          <a:off x="1448781" y="1814613"/>
          <a:ext cx="899630" cy="899521"/>
        </a:xfrm>
        <a:prstGeom prst="ellipse">
          <a:avLst/>
        </a:prstGeom>
        <a:gradFill rotWithShape="0">
          <a:gsLst>
            <a:gs pos="0">
              <a:schemeClr val="accent2">
                <a:alpha val="50000"/>
                <a:hueOff val="0"/>
                <a:satOff val="0"/>
                <a:lumOff val="0"/>
                <a:alphaOff val="0"/>
                <a:shade val="51000"/>
                <a:satMod val="130000"/>
              </a:schemeClr>
            </a:gs>
            <a:gs pos="80000">
              <a:schemeClr val="accent2">
                <a:alpha val="50000"/>
                <a:hueOff val="0"/>
                <a:satOff val="0"/>
                <a:lumOff val="0"/>
                <a:alphaOff val="0"/>
                <a:shade val="93000"/>
                <a:satMod val="130000"/>
              </a:schemeClr>
            </a:gs>
            <a:gs pos="100000">
              <a:schemeClr val="accent2">
                <a:alpha val="50000"/>
                <a:hueOff val="0"/>
                <a:satOff val="0"/>
                <a:lumOff val="0"/>
                <a:alphaOff val="0"/>
                <a:shade val="94000"/>
                <a:satMod val="135000"/>
              </a:schemeClr>
            </a:gs>
          </a:gsLst>
          <a:lin ang="16200000" scaled="0"/>
        </a:gra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solidFill>
                <a:schemeClr val="tx2"/>
              </a:solidFill>
            </a:rPr>
            <a:t>Some text here</a:t>
          </a:r>
        </a:p>
      </dsp:txBody>
      <dsp:txXfrm>
        <a:off x="1580529" y="1946345"/>
        <a:ext cx="636134" cy="636057"/>
      </dsp:txXfrm>
    </dsp:sp>
    <dsp:sp modelId="{3B034E27-6B74-41EC-A077-C7924EF89C93}">
      <dsp:nvSpPr>
        <dsp:cNvPr id="0" name=""/>
        <dsp:cNvSpPr/>
      </dsp:nvSpPr>
      <dsp:spPr>
        <a:xfrm>
          <a:off x="1542926" y="2769219"/>
          <a:ext cx="256986" cy="257063"/>
        </a:xfrm>
        <a:prstGeom prst="ellipse">
          <a:avLst/>
        </a:prstGeom>
        <a:gradFill rotWithShape="0">
          <a:gsLst>
            <a:gs pos="0">
              <a:schemeClr val="accent3">
                <a:alpha val="50000"/>
                <a:hueOff val="0"/>
                <a:satOff val="0"/>
                <a:lumOff val="0"/>
                <a:alphaOff val="0"/>
                <a:shade val="51000"/>
                <a:satMod val="130000"/>
              </a:schemeClr>
            </a:gs>
            <a:gs pos="80000">
              <a:schemeClr val="accent3">
                <a:alpha val="50000"/>
                <a:hueOff val="0"/>
                <a:satOff val="0"/>
                <a:lumOff val="0"/>
                <a:alphaOff val="0"/>
                <a:shade val="93000"/>
                <a:satMod val="130000"/>
              </a:schemeClr>
            </a:gs>
            <a:gs pos="100000">
              <a:schemeClr val="accent3">
                <a:alpha val="50000"/>
                <a:hueOff val="0"/>
                <a:satOff val="0"/>
                <a:lumOff val="0"/>
                <a:alphaOff val="0"/>
                <a:shade val="94000"/>
                <a:satMod val="135000"/>
              </a:schemeClr>
            </a:gs>
          </a:gsLst>
          <a:lin ang="16200000" scaled="0"/>
        </a:gradFill>
        <a:ln>
          <a:noFill/>
        </a:ln>
        <a:effectLst/>
      </dsp:spPr>
      <dsp:style>
        <a:lnRef idx="0">
          <a:scrgbClr r="0" g="0" b="0"/>
        </a:lnRef>
        <a:fillRef idx="3">
          <a:scrgbClr r="0" g="0" b="0"/>
        </a:fillRef>
        <a:effectRef idx="0">
          <a:scrgbClr r="0" g="0" b="0"/>
        </a:effectRef>
        <a:fontRef idx="minor">
          <a:schemeClr val="tx1"/>
        </a:fontRef>
      </dsp:style>
    </dsp:sp>
    <dsp:sp modelId="{E053637C-7545-4ECA-ADB3-B6FDC32DC291}">
      <dsp:nvSpPr>
        <dsp:cNvPr id="0" name=""/>
        <dsp:cNvSpPr/>
      </dsp:nvSpPr>
      <dsp:spPr>
        <a:xfrm>
          <a:off x="5795264" y="1252911"/>
          <a:ext cx="1568704" cy="1568420"/>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Some text here</a:t>
          </a:r>
        </a:p>
        <a:p>
          <a:pPr marL="0" lvl="0" indent="0" algn="ctr" defTabSz="711200">
            <a:lnSpc>
              <a:spcPct val="90000"/>
            </a:lnSpc>
            <a:spcBef>
              <a:spcPct val="0"/>
            </a:spcBef>
            <a:spcAft>
              <a:spcPct val="35000"/>
            </a:spcAft>
            <a:buNone/>
          </a:pPr>
          <a:r>
            <a:rPr lang="en-US" sz="1600" kern="1200" dirty="0"/>
            <a:t>Some text here</a:t>
          </a:r>
        </a:p>
      </dsp:txBody>
      <dsp:txXfrm>
        <a:off x="6024995" y="1482601"/>
        <a:ext cx="1109242" cy="1109040"/>
      </dsp:txXfrm>
    </dsp:sp>
    <dsp:sp modelId="{A5B6A475-5FAD-4A6A-BC6D-F334391391DB}">
      <dsp:nvSpPr>
        <dsp:cNvPr id="0" name=""/>
        <dsp:cNvSpPr/>
      </dsp:nvSpPr>
      <dsp:spPr>
        <a:xfrm>
          <a:off x="504748" y="3030875"/>
          <a:ext cx="2039315" cy="5373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Lorem Ipsum</a:t>
          </a:r>
        </a:p>
      </dsp:txBody>
      <dsp:txXfrm>
        <a:off x="504748" y="3030875"/>
        <a:ext cx="2039315" cy="537350"/>
      </dsp:txXfrm>
    </dsp:sp>
  </dsp:spTree>
</dsp:drawing>
</file>

<file path=ppt/diagrams/drawing6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D63AEF-0F15-48F0-911A-825B2A481130}">
      <dsp:nvSpPr>
        <dsp:cNvPr id="0" name=""/>
        <dsp:cNvSpPr/>
      </dsp:nvSpPr>
      <dsp:spPr>
        <a:xfrm>
          <a:off x="84400" y="1543502"/>
          <a:ext cx="1233322" cy="4064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Lorem Ipsum</a:t>
          </a:r>
        </a:p>
      </dsp:txBody>
      <dsp:txXfrm>
        <a:off x="84400" y="1543502"/>
        <a:ext cx="1233322" cy="406435"/>
      </dsp:txXfrm>
    </dsp:sp>
    <dsp:sp modelId="{ED26FAC4-F460-404E-AAED-61D21B84D101}">
      <dsp:nvSpPr>
        <dsp:cNvPr id="0" name=""/>
        <dsp:cNvSpPr/>
      </dsp:nvSpPr>
      <dsp:spPr>
        <a:xfrm>
          <a:off x="84400" y="2400535"/>
          <a:ext cx="1233322" cy="7614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590" tIns="21590" rIns="21590" bIns="21590" numCol="1" spcCol="1270" anchor="t" anchorCtr="0">
          <a:noAutofit/>
        </a:bodyPr>
        <a:lstStyle/>
        <a:p>
          <a:pPr marL="114300" lvl="1" indent="-114300" algn="l" defTabSz="577850">
            <a:lnSpc>
              <a:spcPct val="90000"/>
            </a:lnSpc>
            <a:spcBef>
              <a:spcPct val="0"/>
            </a:spcBef>
            <a:spcAft>
              <a:spcPct val="15000"/>
            </a:spcAft>
            <a:buChar char="•"/>
          </a:pPr>
          <a:r>
            <a:rPr lang="en-US" sz="1300" kern="1200" dirty="0"/>
            <a:t>Some text here</a:t>
          </a:r>
        </a:p>
        <a:p>
          <a:pPr marL="114300" lvl="1" indent="-114300" algn="l" defTabSz="577850">
            <a:lnSpc>
              <a:spcPct val="90000"/>
            </a:lnSpc>
            <a:spcBef>
              <a:spcPct val="0"/>
            </a:spcBef>
            <a:spcAft>
              <a:spcPct val="15000"/>
            </a:spcAft>
            <a:buChar char="•"/>
          </a:pPr>
          <a:r>
            <a:rPr lang="en-US" sz="1300" kern="1200" dirty="0"/>
            <a:t>Some text here</a:t>
          </a:r>
        </a:p>
      </dsp:txBody>
      <dsp:txXfrm>
        <a:off x="84400" y="2400535"/>
        <a:ext cx="1233322" cy="761462"/>
      </dsp:txXfrm>
    </dsp:sp>
    <dsp:sp modelId="{EE2CFDAD-5D63-4137-8687-BE2B42A87438}">
      <dsp:nvSpPr>
        <dsp:cNvPr id="0" name=""/>
        <dsp:cNvSpPr/>
      </dsp:nvSpPr>
      <dsp:spPr>
        <a:xfrm>
          <a:off x="82999" y="1419890"/>
          <a:ext cx="98105" cy="98105"/>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0FAB50C9-FF75-40E8-A843-A38612BC2B35}">
      <dsp:nvSpPr>
        <dsp:cNvPr id="0" name=""/>
        <dsp:cNvSpPr/>
      </dsp:nvSpPr>
      <dsp:spPr>
        <a:xfrm>
          <a:off x="151672" y="1282542"/>
          <a:ext cx="98105" cy="98105"/>
        </a:xfrm>
        <a:prstGeom prst="ellipse">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EAA3FD1A-961D-4FC9-BE4E-1FE6AB4C863F}">
      <dsp:nvSpPr>
        <dsp:cNvPr id="0" name=""/>
        <dsp:cNvSpPr/>
      </dsp:nvSpPr>
      <dsp:spPr>
        <a:xfrm>
          <a:off x="316489" y="1310012"/>
          <a:ext cx="154165" cy="154165"/>
        </a:xfrm>
        <a:prstGeom prst="ellipse">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65E6FED6-6F3F-43A8-8659-2B164AF78C20}">
      <dsp:nvSpPr>
        <dsp:cNvPr id="0" name=""/>
        <dsp:cNvSpPr/>
      </dsp:nvSpPr>
      <dsp:spPr>
        <a:xfrm>
          <a:off x="453836" y="1158930"/>
          <a:ext cx="98105" cy="98105"/>
        </a:xfrm>
        <a:prstGeom prst="ellipse">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9CCC63D8-666E-44F4-87FA-C01B8C88A464}">
      <dsp:nvSpPr>
        <dsp:cNvPr id="0" name=""/>
        <dsp:cNvSpPr/>
      </dsp:nvSpPr>
      <dsp:spPr>
        <a:xfrm>
          <a:off x="632388" y="1103991"/>
          <a:ext cx="98105" cy="98105"/>
        </a:xfrm>
        <a:prstGeom prst="ellipse">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0CB07414-EF33-466B-BD54-7EC1E5A43FE8}">
      <dsp:nvSpPr>
        <dsp:cNvPr id="0" name=""/>
        <dsp:cNvSpPr/>
      </dsp:nvSpPr>
      <dsp:spPr>
        <a:xfrm>
          <a:off x="852143" y="1200134"/>
          <a:ext cx="98105" cy="98105"/>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AE26E5E9-7BC3-4B5F-A327-D7E24D4FDD31}">
      <dsp:nvSpPr>
        <dsp:cNvPr id="0" name=""/>
        <dsp:cNvSpPr/>
      </dsp:nvSpPr>
      <dsp:spPr>
        <a:xfrm>
          <a:off x="989491" y="1268808"/>
          <a:ext cx="154165" cy="154165"/>
        </a:xfrm>
        <a:prstGeom prst="ellipse">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A194CC48-292C-4B04-8C93-C9249B1D3820}">
      <dsp:nvSpPr>
        <dsp:cNvPr id="0" name=""/>
        <dsp:cNvSpPr/>
      </dsp:nvSpPr>
      <dsp:spPr>
        <a:xfrm>
          <a:off x="1181777" y="1419890"/>
          <a:ext cx="98105" cy="98105"/>
        </a:xfrm>
        <a:prstGeom prst="ellipse">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B485A53D-9FDB-49FC-AA85-AC99E0114F5E}">
      <dsp:nvSpPr>
        <dsp:cNvPr id="0" name=""/>
        <dsp:cNvSpPr/>
      </dsp:nvSpPr>
      <dsp:spPr>
        <a:xfrm>
          <a:off x="1264185" y="1570972"/>
          <a:ext cx="98105" cy="98105"/>
        </a:xfrm>
        <a:prstGeom prst="ellipse">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40675018-B333-4BB3-A19A-0AEB00302155}">
      <dsp:nvSpPr>
        <dsp:cNvPr id="0" name=""/>
        <dsp:cNvSpPr/>
      </dsp:nvSpPr>
      <dsp:spPr>
        <a:xfrm>
          <a:off x="549979" y="1282542"/>
          <a:ext cx="252270" cy="252270"/>
        </a:xfrm>
        <a:prstGeom prst="ellipse">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36111FC6-7F5D-45EF-A55A-5F82309CFD98}">
      <dsp:nvSpPr>
        <dsp:cNvPr id="0" name=""/>
        <dsp:cNvSpPr/>
      </dsp:nvSpPr>
      <dsp:spPr>
        <a:xfrm>
          <a:off x="14325" y="1804462"/>
          <a:ext cx="98105" cy="98105"/>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A4DB5ECB-A129-4E16-92A3-2623F7945AF8}">
      <dsp:nvSpPr>
        <dsp:cNvPr id="0" name=""/>
        <dsp:cNvSpPr/>
      </dsp:nvSpPr>
      <dsp:spPr>
        <a:xfrm>
          <a:off x="96733" y="1928075"/>
          <a:ext cx="154165" cy="154165"/>
        </a:xfrm>
        <a:prstGeom prst="ellipse">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4253E19C-E363-4091-B635-83B5ABA89BA9}">
      <dsp:nvSpPr>
        <dsp:cNvPr id="0" name=""/>
        <dsp:cNvSpPr/>
      </dsp:nvSpPr>
      <dsp:spPr>
        <a:xfrm>
          <a:off x="302754" y="2037952"/>
          <a:ext cx="224240" cy="224240"/>
        </a:xfrm>
        <a:prstGeom prst="ellipse">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7D1FAA53-6475-4A38-90D8-6B3B761F3D3F}">
      <dsp:nvSpPr>
        <dsp:cNvPr id="0" name=""/>
        <dsp:cNvSpPr/>
      </dsp:nvSpPr>
      <dsp:spPr>
        <a:xfrm>
          <a:off x="591183" y="2216504"/>
          <a:ext cx="98105" cy="98105"/>
        </a:xfrm>
        <a:prstGeom prst="ellipse">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CFC83675-54A3-4982-A1A3-5644DE2CA553}">
      <dsp:nvSpPr>
        <dsp:cNvPr id="0" name=""/>
        <dsp:cNvSpPr/>
      </dsp:nvSpPr>
      <dsp:spPr>
        <a:xfrm>
          <a:off x="646122" y="2037952"/>
          <a:ext cx="154165" cy="154165"/>
        </a:xfrm>
        <a:prstGeom prst="ellipse">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1113EFEF-7A8A-422F-ABDA-C22B0951E6FA}">
      <dsp:nvSpPr>
        <dsp:cNvPr id="0" name=""/>
        <dsp:cNvSpPr/>
      </dsp:nvSpPr>
      <dsp:spPr>
        <a:xfrm>
          <a:off x="783470" y="2230239"/>
          <a:ext cx="98105" cy="98105"/>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0C179EF7-C5B4-4DCE-B7B4-481C8C4B89E3}">
      <dsp:nvSpPr>
        <dsp:cNvPr id="0" name=""/>
        <dsp:cNvSpPr/>
      </dsp:nvSpPr>
      <dsp:spPr>
        <a:xfrm>
          <a:off x="907082" y="2010483"/>
          <a:ext cx="224240" cy="224240"/>
        </a:xfrm>
        <a:prstGeom prst="ellipse">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FB7E3F92-3B7C-47CC-880B-5F4F5BD911F1}">
      <dsp:nvSpPr>
        <dsp:cNvPr id="0" name=""/>
        <dsp:cNvSpPr/>
      </dsp:nvSpPr>
      <dsp:spPr>
        <a:xfrm>
          <a:off x="1209246" y="1955544"/>
          <a:ext cx="154165" cy="154165"/>
        </a:xfrm>
        <a:prstGeom prst="ellipse">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30D4179C-361A-48C2-9E3F-FA5E6351086B}">
      <dsp:nvSpPr>
        <dsp:cNvPr id="0" name=""/>
        <dsp:cNvSpPr/>
      </dsp:nvSpPr>
      <dsp:spPr>
        <a:xfrm>
          <a:off x="1363411" y="1309784"/>
          <a:ext cx="452761" cy="864371"/>
        </a:xfrm>
        <a:prstGeom prst="chevron">
          <a:avLst>
            <a:gd name="adj" fmla="val 6231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573EDDB4-95FA-4E15-9ED4-9735D7CAD42D}">
      <dsp:nvSpPr>
        <dsp:cNvPr id="0" name=""/>
        <dsp:cNvSpPr/>
      </dsp:nvSpPr>
      <dsp:spPr>
        <a:xfrm>
          <a:off x="1816173" y="1310203"/>
          <a:ext cx="1234804" cy="8643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Lorem Ipsum</a:t>
          </a:r>
        </a:p>
      </dsp:txBody>
      <dsp:txXfrm>
        <a:off x="1816173" y="1310203"/>
        <a:ext cx="1234804" cy="864362"/>
      </dsp:txXfrm>
    </dsp:sp>
    <dsp:sp modelId="{91822E1E-8012-4ABA-8A2E-C4A53FB7E73D}">
      <dsp:nvSpPr>
        <dsp:cNvPr id="0" name=""/>
        <dsp:cNvSpPr/>
      </dsp:nvSpPr>
      <dsp:spPr>
        <a:xfrm>
          <a:off x="1816173" y="2400535"/>
          <a:ext cx="1234804" cy="7614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590" tIns="21590" rIns="21590" bIns="21590" numCol="1" spcCol="1270" anchor="t" anchorCtr="0">
          <a:noAutofit/>
        </a:bodyPr>
        <a:lstStyle/>
        <a:p>
          <a:pPr marL="114300" lvl="1" indent="-114300" algn="l" defTabSz="577850">
            <a:lnSpc>
              <a:spcPct val="90000"/>
            </a:lnSpc>
            <a:spcBef>
              <a:spcPct val="0"/>
            </a:spcBef>
            <a:spcAft>
              <a:spcPct val="15000"/>
            </a:spcAft>
            <a:buChar char="•"/>
          </a:pPr>
          <a:r>
            <a:rPr lang="en-US" sz="1300" kern="1200" dirty="0"/>
            <a:t>Some text here</a:t>
          </a:r>
        </a:p>
        <a:p>
          <a:pPr marL="114300" lvl="1" indent="-114300" algn="l" defTabSz="577850">
            <a:lnSpc>
              <a:spcPct val="90000"/>
            </a:lnSpc>
            <a:spcBef>
              <a:spcPct val="0"/>
            </a:spcBef>
            <a:spcAft>
              <a:spcPct val="15000"/>
            </a:spcAft>
            <a:buChar char="•"/>
          </a:pPr>
          <a:r>
            <a:rPr lang="en-US" sz="1300" kern="1200"/>
            <a:t>Some text here</a:t>
          </a:r>
          <a:endParaRPr lang="en-US" sz="1300" kern="1200" dirty="0"/>
        </a:p>
      </dsp:txBody>
      <dsp:txXfrm>
        <a:off x="1816173" y="2400535"/>
        <a:ext cx="1234804" cy="761462"/>
      </dsp:txXfrm>
    </dsp:sp>
    <dsp:sp modelId="{7F2A3A35-A73B-4A4A-A87C-754D8C7C69E9}">
      <dsp:nvSpPr>
        <dsp:cNvPr id="0" name=""/>
        <dsp:cNvSpPr/>
      </dsp:nvSpPr>
      <dsp:spPr>
        <a:xfrm>
          <a:off x="3050977" y="1309784"/>
          <a:ext cx="452761" cy="864371"/>
        </a:xfrm>
        <a:prstGeom prst="chevron">
          <a:avLst>
            <a:gd name="adj" fmla="val 6231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8EE7EF99-9E68-499F-B7A4-9901B35E9433}">
      <dsp:nvSpPr>
        <dsp:cNvPr id="0" name=""/>
        <dsp:cNvSpPr/>
      </dsp:nvSpPr>
      <dsp:spPr>
        <a:xfrm>
          <a:off x="3503739" y="1310203"/>
          <a:ext cx="1234804" cy="8643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Lorem Ipsum</a:t>
          </a:r>
        </a:p>
      </dsp:txBody>
      <dsp:txXfrm>
        <a:off x="3503739" y="1310203"/>
        <a:ext cx="1234804" cy="864362"/>
      </dsp:txXfrm>
    </dsp:sp>
    <dsp:sp modelId="{D31920E3-1575-46A2-9C08-1AEABAD3CD8D}">
      <dsp:nvSpPr>
        <dsp:cNvPr id="0" name=""/>
        <dsp:cNvSpPr/>
      </dsp:nvSpPr>
      <dsp:spPr>
        <a:xfrm>
          <a:off x="3503739" y="2400535"/>
          <a:ext cx="1234804" cy="7614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590" tIns="21590" rIns="21590" bIns="21590" numCol="1" spcCol="1270" anchor="t" anchorCtr="0">
          <a:noAutofit/>
        </a:bodyPr>
        <a:lstStyle/>
        <a:p>
          <a:pPr marL="114300" lvl="1" indent="-114300" algn="l" defTabSz="577850">
            <a:lnSpc>
              <a:spcPct val="90000"/>
            </a:lnSpc>
            <a:spcBef>
              <a:spcPct val="0"/>
            </a:spcBef>
            <a:spcAft>
              <a:spcPct val="15000"/>
            </a:spcAft>
            <a:buChar char="•"/>
          </a:pPr>
          <a:r>
            <a:rPr lang="en-US" sz="1300" kern="1200" dirty="0"/>
            <a:t>Some text here</a:t>
          </a:r>
        </a:p>
        <a:p>
          <a:pPr marL="114300" lvl="1" indent="-114300" algn="l" defTabSz="577850">
            <a:lnSpc>
              <a:spcPct val="90000"/>
            </a:lnSpc>
            <a:spcBef>
              <a:spcPct val="0"/>
            </a:spcBef>
            <a:spcAft>
              <a:spcPct val="15000"/>
            </a:spcAft>
            <a:buChar char="•"/>
          </a:pPr>
          <a:r>
            <a:rPr lang="en-US" sz="1300" kern="1200" dirty="0"/>
            <a:t>Some text here</a:t>
          </a:r>
        </a:p>
      </dsp:txBody>
      <dsp:txXfrm>
        <a:off x="3503739" y="2400535"/>
        <a:ext cx="1234804" cy="761462"/>
      </dsp:txXfrm>
    </dsp:sp>
    <dsp:sp modelId="{54F8CDA4-9ABB-43F2-8E56-3C8CF35A9618}">
      <dsp:nvSpPr>
        <dsp:cNvPr id="0" name=""/>
        <dsp:cNvSpPr/>
      </dsp:nvSpPr>
      <dsp:spPr>
        <a:xfrm>
          <a:off x="4738543" y="1309784"/>
          <a:ext cx="452761" cy="864371"/>
        </a:xfrm>
        <a:prstGeom prst="chevron">
          <a:avLst>
            <a:gd name="adj" fmla="val 6231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712670C9-CA68-47E1-8F1C-72AA0C5FA129}">
      <dsp:nvSpPr>
        <dsp:cNvPr id="0" name=""/>
        <dsp:cNvSpPr/>
      </dsp:nvSpPr>
      <dsp:spPr>
        <a:xfrm>
          <a:off x="5191304" y="1310203"/>
          <a:ext cx="1234804" cy="8643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a:t>Lorem Ipsum</a:t>
          </a:r>
          <a:endParaRPr lang="en-US" sz="1700" kern="1200" dirty="0"/>
        </a:p>
      </dsp:txBody>
      <dsp:txXfrm>
        <a:off x="5191304" y="1310203"/>
        <a:ext cx="1234804" cy="864362"/>
      </dsp:txXfrm>
    </dsp:sp>
    <dsp:sp modelId="{8E19937D-573B-4A2C-A61C-F2582DF177F1}">
      <dsp:nvSpPr>
        <dsp:cNvPr id="0" name=""/>
        <dsp:cNvSpPr/>
      </dsp:nvSpPr>
      <dsp:spPr>
        <a:xfrm>
          <a:off x="5191304" y="2400535"/>
          <a:ext cx="1234804" cy="7614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590" tIns="21590" rIns="21590" bIns="21590" numCol="1" spcCol="1270" anchor="t" anchorCtr="0">
          <a:noAutofit/>
        </a:bodyPr>
        <a:lstStyle/>
        <a:p>
          <a:pPr marL="114300" lvl="1" indent="-114300" algn="l" defTabSz="577850">
            <a:lnSpc>
              <a:spcPct val="90000"/>
            </a:lnSpc>
            <a:spcBef>
              <a:spcPct val="0"/>
            </a:spcBef>
            <a:spcAft>
              <a:spcPct val="15000"/>
            </a:spcAft>
            <a:buChar char="•"/>
          </a:pPr>
          <a:r>
            <a:rPr lang="en-US" sz="1300" kern="1200" dirty="0"/>
            <a:t>Some text here</a:t>
          </a:r>
        </a:p>
        <a:p>
          <a:pPr marL="114300" lvl="1" indent="-114300" algn="l" defTabSz="577850">
            <a:lnSpc>
              <a:spcPct val="90000"/>
            </a:lnSpc>
            <a:spcBef>
              <a:spcPct val="0"/>
            </a:spcBef>
            <a:spcAft>
              <a:spcPct val="15000"/>
            </a:spcAft>
            <a:buChar char="•"/>
          </a:pPr>
          <a:r>
            <a:rPr lang="en-US" sz="1300" kern="1200" dirty="0"/>
            <a:t>Some text here</a:t>
          </a:r>
        </a:p>
      </dsp:txBody>
      <dsp:txXfrm>
        <a:off x="5191304" y="2400535"/>
        <a:ext cx="1234804" cy="761462"/>
      </dsp:txXfrm>
    </dsp:sp>
    <dsp:sp modelId="{0673AF07-BCE5-49F3-8266-45CEABC8FB79}">
      <dsp:nvSpPr>
        <dsp:cNvPr id="0" name=""/>
        <dsp:cNvSpPr/>
      </dsp:nvSpPr>
      <dsp:spPr>
        <a:xfrm>
          <a:off x="6426108" y="1309784"/>
          <a:ext cx="452761" cy="864371"/>
        </a:xfrm>
        <a:prstGeom prst="chevron">
          <a:avLst>
            <a:gd name="adj" fmla="val 6231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FF05CF1A-98D0-43CF-AC29-DDEE61A30AC7}">
      <dsp:nvSpPr>
        <dsp:cNvPr id="0" name=""/>
        <dsp:cNvSpPr/>
      </dsp:nvSpPr>
      <dsp:spPr>
        <a:xfrm>
          <a:off x="6971480" y="1248463"/>
          <a:ext cx="1049583" cy="1049583"/>
        </a:xfrm>
        <a:prstGeom prst="ellipse">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r>
            <a:rPr lang="en-US" sz="1700" kern="1200"/>
            <a:t>Lorem Ipsum</a:t>
          </a:r>
          <a:endParaRPr lang="en-US" sz="1700" kern="1200" dirty="0"/>
        </a:p>
      </dsp:txBody>
      <dsp:txXfrm>
        <a:off x="7125188" y="1402171"/>
        <a:ext cx="742167" cy="742167"/>
      </dsp:txXfrm>
    </dsp:sp>
    <dsp:sp modelId="{751C3994-79F8-4835-863B-9F9EFC92AA36}">
      <dsp:nvSpPr>
        <dsp:cNvPr id="0" name=""/>
        <dsp:cNvSpPr/>
      </dsp:nvSpPr>
      <dsp:spPr>
        <a:xfrm>
          <a:off x="6878870" y="2400535"/>
          <a:ext cx="1234804" cy="7614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590" tIns="21590" rIns="21590" bIns="21590" numCol="1" spcCol="1270" anchor="t" anchorCtr="0">
          <a:noAutofit/>
        </a:bodyPr>
        <a:lstStyle/>
        <a:p>
          <a:pPr marL="114300" lvl="1" indent="-114300" algn="l" defTabSz="577850">
            <a:lnSpc>
              <a:spcPct val="90000"/>
            </a:lnSpc>
            <a:spcBef>
              <a:spcPct val="0"/>
            </a:spcBef>
            <a:spcAft>
              <a:spcPct val="15000"/>
            </a:spcAft>
            <a:buChar char="•"/>
          </a:pPr>
          <a:r>
            <a:rPr lang="en-US" sz="1300" kern="1200" dirty="0"/>
            <a:t>Some text here</a:t>
          </a:r>
        </a:p>
        <a:p>
          <a:pPr marL="114300" lvl="1" indent="-114300" algn="l" defTabSz="577850">
            <a:lnSpc>
              <a:spcPct val="90000"/>
            </a:lnSpc>
            <a:spcBef>
              <a:spcPct val="0"/>
            </a:spcBef>
            <a:spcAft>
              <a:spcPct val="15000"/>
            </a:spcAft>
            <a:buChar char="•"/>
          </a:pPr>
          <a:r>
            <a:rPr lang="en-US" sz="1300" kern="1200" dirty="0"/>
            <a:t>Some text here</a:t>
          </a:r>
        </a:p>
      </dsp:txBody>
      <dsp:txXfrm>
        <a:off x="6878870" y="2400535"/>
        <a:ext cx="1234804" cy="761462"/>
      </dsp:txXfrm>
    </dsp:sp>
  </dsp:spTree>
</dsp:drawing>
</file>

<file path=ppt/diagrams/drawing6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5DB9B5-7A14-4C1A-AC33-30284B98FC6B}">
      <dsp:nvSpPr>
        <dsp:cNvPr id="0" name=""/>
        <dsp:cNvSpPr/>
      </dsp:nvSpPr>
      <dsp:spPr>
        <a:xfrm>
          <a:off x="3366610" y="2083"/>
          <a:ext cx="1394778" cy="774877"/>
        </a:xfrm>
        <a:prstGeom prst="roundRect">
          <a:avLst>
            <a:gd name="adj" fmla="val 1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t>Lorem Ipsum</a:t>
          </a:r>
        </a:p>
        <a:p>
          <a:pPr marL="57150" lvl="1" indent="-57150" algn="l" defTabSz="488950">
            <a:lnSpc>
              <a:spcPct val="90000"/>
            </a:lnSpc>
            <a:spcBef>
              <a:spcPct val="0"/>
            </a:spcBef>
            <a:spcAft>
              <a:spcPct val="15000"/>
            </a:spcAft>
            <a:buChar char="•"/>
          </a:pPr>
          <a:r>
            <a:rPr lang="en-US" sz="1100" kern="1200" dirty="0"/>
            <a:t>Some text here</a:t>
          </a:r>
        </a:p>
        <a:p>
          <a:pPr marL="57150" lvl="1" indent="-57150" algn="l" defTabSz="488950">
            <a:lnSpc>
              <a:spcPct val="90000"/>
            </a:lnSpc>
            <a:spcBef>
              <a:spcPct val="0"/>
            </a:spcBef>
            <a:spcAft>
              <a:spcPct val="15000"/>
            </a:spcAft>
            <a:buChar char="•"/>
          </a:pPr>
          <a:r>
            <a:rPr lang="en-US" sz="1100" kern="1200" dirty="0"/>
            <a:t>Some text here</a:t>
          </a:r>
        </a:p>
      </dsp:txBody>
      <dsp:txXfrm>
        <a:off x="3389305" y="24778"/>
        <a:ext cx="1349388" cy="729487"/>
      </dsp:txXfrm>
    </dsp:sp>
    <dsp:sp modelId="{0022D0BA-512A-44B0-8F35-6C250CFD0DFB}">
      <dsp:nvSpPr>
        <dsp:cNvPr id="0" name=""/>
        <dsp:cNvSpPr/>
      </dsp:nvSpPr>
      <dsp:spPr>
        <a:xfrm rot="5400000">
          <a:off x="3918710" y="796332"/>
          <a:ext cx="290578" cy="348694"/>
        </a:xfrm>
        <a:prstGeom prst="rightArrow">
          <a:avLst>
            <a:gd name="adj1" fmla="val 60000"/>
            <a:gd name="adj2" fmla="val 5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rot="-5400000">
        <a:off x="3959392" y="825390"/>
        <a:ext cx="209216" cy="203405"/>
      </dsp:txXfrm>
    </dsp:sp>
    <dsp:sp modelId="{1C5CD4A9-7ECE-4872-B0D7-1F94106A30FF}">
      <dsp:nvSpPr>
        <dsp:cNvPr id="0" name=""/>
        <dsp:cNvSpPr/>
      </dsp:nvSpPr>
      <dsp:spPr>
        <a:xfrm>
          <a:off x="3366610" y="1164398"/>
          <a:ext cx="1394778" cy="774877"/>
        </a:xfrm>
        <a:prstGeom prst="roundRect">
          <a:avLst>
            <a:gd name="adj" fmla="val 1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t>Lorem Ipsum</a:t>
          </a:r>
        </a:p>
        <a:p>
          <a:pPr marL="57150" lvl="1" indent="-57150" algn="l" defTabSz="488950">
            <a:lnSpc>
              <a:spcPct val="90000"/>
            </a:lnSpc>
            <a:spcBef>
              <a:spcPct val="0"/>
            </a:spcBef>
            <a:spcAft>
              <a:spcPct val="15000"/>
            </a:spcAft>
            <a:buChar char="•"/>
          </a:pPr>
          <a:r>
            <a:rPr lang="en-US" sz="1100" kern="1200" dirty="0"/>
            <a:t>Some text here</a:t>
          </a:r>
        </a:p>
        <a:p>
          <a:pPr marL="57150" lvl="1" indent="-57150" algn="l" defTabSz="488950">
            <a:lnSpc>
              <a:spcPct val="90000"/>
            </a:lnSpc>
            <a:spcBef>
              <a:spcPct val="0"/>
            </a:spcBef>
            <a:spcAft>
              <a:spcPct val="15000"/>
            </a:spcAft>
            <a:buChar char="•"/>
          </a:pPr>
          <a:r>
            <a:rPr lang="en-US" sz="1100" kern="1200"/>
            <a:t>Some text here</a:t>
          </a:r>
          <a:endParaRPr lang="en-US" sz="1100" kern="1200" dirty="0"/>
        </a:p>
      </dsp:txBody>
      <dsp:txXfrm>
        <a:off x="3389305" y="1187093"/>
        <a:ext cx="1349388" cy="729487"/>
      </dsp:txXfrm>
    </dsp:sp>
    <dsp:sp modelId="{AAA894B4-25F6-49DD-8257-93B2760DFC44}">
      <dsp:nvSpPr>
        <dsp:cNvPr id="0" name=""/>
        <dsp:cNvSpPr/>
      </dsp:nvSpPr>
      <dsp:spPr>
        <a:xfrm rot="5400000">
          <a:off x="3918710" y="1958647"/>
          <a:ext cx="290578" cy="348694"/>
        </a:xfrm>
        <a:prstGeom prst="rightArrow">
          <a:avLst>
            <a:gd name="adj1" fmla="val 60000"/>
            <a:gd name="adj2" fmla="val 5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rot="-5400000">
        <a:off x="3959392" y="1987705"/>
        <a:ext cx="209216" cy="203405"/>
      </dsp:txXfrm>
    </dsp:sp>
    <dsp:sp modelId="{B385F34C-6A1E-4D75-8950-BF687B36EE40}">
      <dsp:nvSpPr>
        <dsp:cNvPr id="0" name=""/>
        <dsp:cNvSpPr/>
      </dsp:nvSpPr>
      <dsp:spPr>
        <a:xfrm>
          <a:off x="3366610" y="2326714"/>
          <a:ext cx="1394778" cy="774877"/>
        </a:xfrm>
        <a:prstGeom prst="roundRect">
          <a:avLst>
            <a:gd name="adj" fmla="val 1000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t>Lorem Ipsum</a:t>
          </a:r>
        </a:p>
        <a:p>
          <a:pPr marL="57150" lvl="1" indent="-57150" algn="l" defTabSz="488950">
            <a:lnSpc>
              <a:spcPct val="90000"/>
            </a:lnSpc>
            <a:spcBef>
              <a:spcPct val="0"/>
            </a:spcBef>
            <a:spcAft>
              <a:spcPct val="15000"/>
            </a:spcAft>
            <a:buChar char="•"/>
          </a:pPr>
          <a:r>
            <a:rPr lang="en-US" sz="1100" kern="1200" dirty="0"/>
            <a:t>Some text here</a:t>
          </a:r>
        </a:p>
        <a:p>
          <a:pPr marL="57150" lvl="1" indent="-57150" algn="l" defTabSz="488950">
            <a:lnSpc>
              <a:spcPct val="90000"/>
            </a:lnSpc>
            <a:spcBef>
              <a:spcPct val="0"/>
            </a:spcBef>
            <a:spcAft>
              <a:spcPct val="15000"/>
            </a:spcAft>
            <a:buChar char="•"/>
          </a:pPr>
          <a:r>
            <a:rPr lang="en-US" sz="1100" kern="1200" dirty="0"/>
            <a:t>Some text here</a:t>
          </a:r>
        </a:p>
      </dsp:txBody>
      <dsp:txXfrm>
        <a:off x="3389305" y="2349409"/>
        <a:ext cx="1349388" cy="729487"/>
      </dsp:txXfrm>
    </dsp:sp>
    <dsp:sp modelId="{34AB3E0E-27C2-442F-8F24-631DA6E68DE6}">
      <dsp:nvSpPr>
        <dsp:cNvPr id="0" name=""/>
        <dsp:cNvSpPr/>
      </dsp:nvSpPr>
      <dsp:spPr>
        <a:xfrm rot="5400000">
          <a:off x="3918710" y="3120963"/>
          <a:ext cx="290578" cy="348694"/>
        </a:xfrm>
        <a:prstGeom prst="rightArrow">
          <a:avLst>
            <a:gd name="adj1" fmla="val 60000"/>
            <a:gd name="adj2" fmla="val 5000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rot="-5400000">
        <a:off x="3959392" y="3150021"/>
        <a:ext cx="209216" cy="203405"/>
      </dsp:txXfrm>
    </dsp:sp>
    <dsp:sp modelId="{586A1FCF-EC63-4D2C-956F-6744B74C6335}">
      <dsp:nvSpPr>
        <dsp:cNvPr id="0" name=""/>
        <dsp:cNvSpPr/>
      </dsp:nvSpPr>
      <dsp:spPr>
        <a:xfrm>
          <a:off x="3366610" y="3489029"/>
          <a:ext cx="1394778" cy="774877"/>
        </a:xfrm>
        <a:prstGeom prst="roundRect">
          <a:avLst>
            <a:gd name="adj" fmla="val 1000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t>Lorem Ipsum</a:t>
          </a:r>
          <a:endParaRPr lang="en-US" sz="1400" kern="1200" dirty="0"/>
        </a:p>
        <a:p>
          <a:pPr marL="57150" lvl="1" indent="-57150" algn="l" defTabSz="488950">
            <a:lnSpc>
              <a:spcPct val="90000"/>
            </a:lnSpc>
            <a:spcBef>
              <a:spcPct val="0"/>
            </a:spcBef>
            <a:spcAft>
              <a:spcPct val="15000"/>
            </a:spcAft>
            <a:buChar char="•"/>
          </a:pPr>
          <a:r>
            <a:rPr lang="en-US" sz="1100" kern="1200" dirty="0"/>
            <a:t>Some text here</a:t>
          </a:r>
        </a:p>
        <a:p>
          <a:pPr marL="57150" lvl="1" indent="-57150" algn="l" defTabSz="488950">
            <a:lnSpc>
              <a:spcPct val="90000"/>
            </a:lnSpc>
            <a:spcBef>
              <a:spcPct val="0"/>
            </a:spcBef>
            <a:spcAft>
              <a:spcPct val="15000"/>
            </a:spcAft>
            <a:buChar char="•"/>
          </a:pPr>
          <a:r>
            <a:rPr lang="en-US" sz="1100" kern="1200" dirty="0"/>
            <a:t>Some </a:t>
          </a:r>
          <a:r>
            <a:rPr lang="en-US" sz="1100" kern="1200"/>
            <a:t>text here</a:t>
          </a:r>
          <a:endParaRPr lang="en-US" sz="1100" kern="1200" dirty="0"/>
        </a:p>
      </dsp:txBody>
      <dsp:txXfrm>
        <a:off x="3389305" y="3511724"/>
        <a:ext cx="1349388" cy="729487"/>
      </dsp:txXfrm>
    </dsp:sp>
  </dsp:spTree>
</dsp:drawing>
</file>

<file path=ppt/diagrams/drawing6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6A18A0-8717-4D09-8152-7D32F0F0554C}">
      <dsp:nvSpPr>
        <dsp:cNvPr id="0" name=""/>
        <dsp:cNvSpPr/>
      </dsp:nvSpPr>
      <dsp:spPr>
        <a:xfrm>
          <a:off x="0" y="0"/>
          <a:ext cx="6258560" cy="767878"/>
        </a:xfrm>
        <a:prstGeom prst="roundRect">
          <a:avLst>
            <a:gd name="adj" fmla="val 1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t>Lorem Ipsum</a:t>
          </a:r>
        </a:p>
        <a:p>
          <a:pPr marL="57150" lvl="1" indent="-57150" algn="l" defTabSz="488950">
            <a:lnSpc>
              <a:spcPct val="90000"/>
            </a:lnSpc>
            <a:spcBef>
              <a:spcPct val="0"/>
            </a:spcBef>
            <a:spcAft>
              <a:spcPct val="15000"/>
            </a:spcAft>
            <a:buChar char="•"/>
          </a:pPr>
          <a:r>
            <a:rPr lang="en-US" sz="1100" kern="1200" dirty="0"/>
            <a:t>Some text here</a:t>
          </a:r>
        </a:p>
        <a:p>
          <a:pPr marL="57150" lvl="1" indent="-57150" algn="l" defTabSz="488950">
            <a:lnSpc>
              <a:spcPct val="90000"/>
            </a:lnSpc>
            <a:spcBef>
              <a:spcPct val="0"/>
            </a:spcBef>
            <a:spcAft>
              <a:spcPct val="15000"/>
            </a:spcAft>
            <a:buChar char="•"/>
          </a:pPr>
          <a:r>
            <a:rPr lang="en-US" sz="1100" kern="1200" dirty="0"/>
            <a:t>Some text here</a:t>
          </a:r>
        </a:p>
      </dsp:txBody>
      <dsp:txXfrm>
        <a:off x="22490" y="22490"/>
        <a:ext cx="5340118" cy="722898"/>
      </dsp:txXfrm>
    </dsp:sp>
    <dsp:sp modelId="{83FC438E-2A05-4FD4-9FDE-2FE19FCEB14D}">
      <dsp:nvSpPr>
        <dsp:cNvPr id="0" name=""/>
        <dsp:cNvSpPr/>
      </dsp:nvSpPr>
      <dsp:spPr>
        <a:xfrm>
          <a:off x="467360" y="874527"/>
          <a:ext cx="6258560" cy="767878"/>
        </a:xfrm>
        <a:prstGeom prst="roundRect">
          <a:avLst>
            <a:gd name="adj" fmla="val 1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t>Lorem Ipsum</a:t>
          </a:r>
        </a:p>
        <a:p>
          <a:pPr marL="57150" lvl="1" indent="-57150" algn="l" defTabSz="488950">
            <a:lnSpc>
              <a:spcPct val="90000"/>
            </a:lnSpc>
            <a:spcBef>
              <a:spcPct val="0"/>
            </a:spcBef>
            <a:spcAft>
              <a:spcPct val="15000"/>
            </a:spcAft>
            <a:buChar char="•"/>
          </a:pPr>
          <a:r>
            <a:rPr lang="en-US" sz="1100" kern="1200" dirty="0"/>
            <a:t>Some text here</a:t>
          </a:r>
        </a:p>
        <a:p>
          <a:pPr marL="57150" lvl="1" indent="-57150" algn="l" defTabSz="488950">
            <a:lnSpc>
              <a:spcPct val="90000"/>
            </a:lnSpc>
            <a:spcBef>
              <a:spcPct val="0"/>
            </a:spcBef>
            <a:spcAft>
              <a:spcPct val="15000"/>
            </a:spcAft>
            <a:buChar char="•"/>
          </a:pPr>
          <a:r>
            <a:rPr lang="en-US" sz="1100" kern="1200"/>
            <a:t>Some text here</a:t>
          </a:r>
          <a:endParaRPr lang="en-US" sz="1100" kern="1200" dirty="0"/>
        </a:p>
      </dsp:txBody>
      <dsp:txXfrm>
        <a:off x="489850" y="897017"/>
        <a:ext cx="5247099" cy="722898"/>
      </dsp:txXfrm>
    </dsp:sp>
    <dsp:sp modelId="{C4E1645E-9580-4E6C-BB48-1D66AC7D5E58}">
      <dsp:nvSpPr>
        <dsp:cNvPr id="0" name=""/>
        <dsp:cNvSpPr/>
      </dsp:nvSpPr>
      <dsp:spPr>
        <a:xfrm>
          <a:off x="934719" y="1749055"/>
          <a:ext cx="6258560" cy="767878"/>
        </a:xfrm>
        <a:prstGeom prst="roundRect">
          <a:avLst>
            <a:gd name="adj" fmla="val 1000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t>Lorem Ipsum</a:t>
          </a:r>
        </a:p>
        <a:p>
          <a:pPr marL="57150" lvl="1" indent="-57150" algn="l" defTabSz="488950">
            <a:lnSpc>
              <a:spcPct val="90000"/>
            </a:lnSpc>
            <a:spcBef>
              <a:spcPct val="0"/>
            </a:spcBef>
            <a:spcAft>
              <a:spcPct val="15000"/>
            </a:spcAft>
            <a:buChar char="•"/>
          </a:pPr>
          <a:r>
            <a:rPr lang="en-US" sz="1100" kern="1200" dirty="0"/>
            <a:t>Some text here</a:t>
          </a:r>
        </a:p>
        <a:p>
          <a:pPr marL="57150" lvl="1" indent="-57150" algn="l" defTabSz="488950">
            <a:lnSpc>
              <a:spcPct val="90000"/>
            </a:lnSpc>
            <a:spcBef>
              <a:spcPct val="0"/>
            </a:spcBef>
            <a:spcAft>
              <a:spcPct val="15000"/>
            </a:spcAft>
            <a:buChar char="•"/>
          </a:pPr>
          <a:r>
            <a:rPr lang="en-US" sz="1100" kern="1200" dirty="0"/>
            <a:t>Some text here</a:t>
          </a:r>
        </a:p>
      </dsp:txBody>
      <dsp:txXfrm>
        <a:off x="957209" y="1771545"/>
        <a:ext cx="5247099" cy="722898"/>
      </dsp:txXfrm>
    </dsp:sp>
    <dsp:sp modelId="{23CE8462-E2FE-429C-AF7A-0A757F75AC1D}">
      <dsp:nvSpPr>
        <dsp:cNvPr id="0" name=""/>
        <dsp:cNvSpPr/>
      </dsp:nvSpPr>
      <dsp:spPr>
        <a:xfrm>
          <a:off x="1402079" y="2623583"/>
          <a:ext cx="6258560" cy="767878"/>
        </a:xfrm>
        <a:prstGeom prst="roundRect">
          <a:avLst>
            <a:gd name="adj" fmla="val 1000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t>Lorem Ipsum</a:t>
          </a:r>
          <a:endParaRPr lang="en-US" sz="1400" kern="1200" dirty="0"/>
        </a:p>
        <a:p>
          <a:pPr marL="57150" lvl="1" indent="-57150" algn="l" defTabSz="488950">
            <a:lnSpc>
              <a:spcPct val="90000"/>
            </a:lnSpc>
            <a:spcBef>
              <a:spcPct val="0"/>
            </a:spcBef>
            <a:spcAft>
              <a:spcPct val="15000"/>
            </a:spcAft>
            <a:buChar char="•"/>
          </a:pPr>
          <a:r>
            <a:rPr lang="en-US" sz="1100" kern="1200" dirty="0"/>
            <a:t>Some text here</a:t>
          </a:r>
        </a:p>
        <a:p>
          <a:pPr marL="57150" lvl="1" indent="-57150" algn="l" defTabSz="488950">
            <a:lnSpc>
              <a:spcPct val="90000"/>
            </a:lnSpc>
            <a:spcBef>
              <a:spcPct val="0"/>
            </a:spcBef>
            <a:spcAft>
              <a:spcPct val="15000"/>
            </a:spcAft>
            <a:buChar char="•"/>
          </a:pPr>
          <a:r>
            <a:rPr lang="en-US" sz="1100" kern="1200" dirty="0"/>
            <a:t>Some text here</a:t>
          </a:r>
        </a:p>
      </dsp:txBody>
      <dsp:txXfrm>
        <a:off x="1424569" y="2646073"/>
        <a:ext cx="5247099" cy="722898"/>
      </dsp:txXfrm>
    </dsp:sp>
    <dsp:sp modelId="{C1523ED1-C95E-43D9-9F64-383677C8FCFA}">
      <dsp:nvSpPr>
        <dsp:cNvPr id="0" name=""/>
        <dsp:cNvSpPr/>
      </dsp:nvSpPr>
      <dsp:spPr>
        <a:xfrm>
          <a:off x="1869439" y="3498111"/>
          <a:ext cx="6258560" cy="767878"/>
        </a:xfrm>
        <a:prstGeom prst="roundRect">
          <a:avLst>
            <a:gd name="adj" fmla="val 10000"/>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t>Lorem Ipsum</a:t>
          </a:r>
          <a:endParaRPr lang="en-US" sz="1400" kern="1200" dirty="0"/>
        </a:p>
        <a:p>
          <a:pPr marL="57150" lvl="1" indent="-57150" algn="l" defTabSz="488950">
            <a:lnSpc>
              <a:spcPct val="90000"/>
            </a:lnSpc>
            <a:spcBef>
              <a:spcPct val="0"/>
            </a:spcBef>
            <a:spcAft>
              <a:spcPct val="15000"/>
            </a:spcAft>
            <a:buChar char="•"/>
          </a:pPr>
          <a:r>
            <a:rPr lang="en-US" sz="1100" kern="1200" dirty="0"/>
            <a:t>Some text here</a:t>
          </a:r>
        </a:p>
        <a:p>
          <a:pPr marL="57150" lvl="1" indent="-57150" algn="l" defTabSz="488950">
            <a:lnSpc>
              <a:spcPct val="90000"/>
            </a:lnSpc>
            <a:spcBef>
              <a:spcPct val="0"/>
            </a:spcBef>
            <a:spcAft>
              <a:spcPct val="15000"/>
            </a:spcAft>
            <a:buChar char="•"/>
          </a:pPr>
          <a:r>
            <a:rPr lang="en-US" sz="1100" kern="1200" dirty="0"/>
            <a:t>Some text here</a:t>
          </a:r>
        </a:p>
      </dsp:txBody>
      <dsp:txXfrm>
        <a:off x="1891929" y="3520601"/>
        <a:ext cx="5247099" cy="722898"/>
      </dsp:txXfrm>
    </dsp:sp>
    <dsp:sp modelId="{A20F9BCF-C9FA-4E53-83B2-79B8FEAD9CB8}">
      <dsp:nvSpPr>
        <dsp:cNvPr id="0" name=""/>
        <dsp:cNvSpPr/>
      </dsp:nvSpPr>
      <dsp:spPr>
        <a:xfrm>
          <a:off x="5759439" y="560977"/>
          <a:ext cx="499120" cy="499120"/>
        </a:xfrm>
        <a:prstGeom prst="downArrow">
          <a:avLst>
            <a:gd name="adj1" fmla="val 55000"/>
            <a:gd name="adj2" fmla="val 45000"/>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5871741" y="560977"/>
        <a:ext cx="274516" cy="375588"/>
      </dsp:txXfrm>
    </dsp:sp>
    <dsp:sp modelId="{F56661C6-AB67-4ADB-9249-790400EEBE12}">
      <dsp:nvSpPr>
        <dsp:cNvPr id="0" name=""/>
        <dsp:cNvSpPr/>
      </dsp:nvSpPr>
      <dsp:spPr>
        <a:xfrm>
          <a:off x="6226799" y="1435505"/>
          <a:ext cx="499120" cy="499120"/>
        </a:xfrm>
        <a:prstGeom prst="downArrow">
          <a:avLst>
            <a:gd name="adj1" fmla="val 55000"/>
            <a:gd name="adj2" fmla="val 45000"/>
          </a:avLst>
        </a:prstGeom>
        <a:solidFill>
          <a:schemeClr val="accent3">
            <a:tint val="40000"/>
            <a:alpha val="90000"/>
            <a:hueOff val="0"/>
            <a:satOff val="0"/>
            <a:lumOff val="0"/>
            <a:alphaOff val="0"/>
          </a:schemeClr>
        </a:solidFill>
        <a:ln w="9525" cap="flat" cmpd="sng" algn="ctr">
          <a:solidFill>
            <a:schemeClr val="accent3">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6339101" y="1435505"/>
        <a:ext cx="274516" cy="375588"/>
      </dsp:txXfrm>
    </dsp:sp>
    <dsp:sp modelId="{6716A643-E94E-436A-B762-48E021A81AE9}">
      <dsp:nvSpPr>
        <dsp:cNvPr id="0" name=""/>
        <dsp:cNvSpPr/>
      </dsp:nvSpPr>
      <dsp:spPr>
        <a:xfrm>
          <a:off x="6694159" y="2297235"/>
          <a:ext cx="499120" cy="499120"/>
        </a:xfrm>
        <a:prstGeom prst="downArrow">
          <a:avLst>
            <a:gd name="adj1" fmla="val 55000"/>
            <a:gd name="adj2" fmla="val 45000"/>
          </a:avLst>
        </a:prstGeom>
        <a:solidFill>
          <a:schemeClr val="accent4">
            <a:tint val="40000"/>
            <a:alpha val="90000"/>
            <a:hueOff val="0"/>
            <a:satOff val="0"/>
            <a:lumOff val="0"/>
            <a:alphaOff val="0"/>
          </a:schemeClr>
        </a:solidFill>
        <a:ln w="9525" cap="flat" cmpd="sng" algn="ctr">
          <a:solidFill>
            <a:schemeClr val="accent4">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6806461" y="2297235"/>
        <a:ext cx="274516" cy="375588"/>
      </dsp:txXfrm>
    </dsp:sp>
    <dsp:sp modelId="{C341BE26-B722-46B5-AABC-EFF474A6EEB0}">
      <dsp:nvSpPr>
        <dsp:cNvPr id="0" name=""/>
        <dsp:cNvSpPr/>
      </dsp:nvSpPr>
      <dsp:spPr>
        <a:xfrm>
          <a:off x="7161519" y="3180295"/>
          <a:ext cx="499120" cy="499120"/>
        </a:xfrm>
        <a:prstGeom prst="downArrow">
          <a:avLst>
            <a:gd name="adj1" fmla="val 55000"/>
            <a:gd name="adj2" fmla="val 45000"/>
          </a:avLst>
        </a:prstGeom>
        <a:solidFill>
          <a:schemeClr val="accent5">
            <a:tint val="40000"/>
            <a:alpha val="90000"/>
            <a:hueOff val="0"/>
            <a:satOff val="0"/>
            <a:lumOff val="0"/>
            <a:alphaOff val="0"/>
          </a:schemeClr>
        </a:solidFill>
        <a:ln w="9525" cap="flat" cmpd="sng" algn="ctr">
          <a:solidFill>
            <a:schemeClr val="accent5">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7273821" y="3180295"/>
        <a:ext cx="274516" cy="375588"/>
      </dsp:txXfrm>
    </dsp:sp>
  </dsp:spTree>
</dsp:drawing>
</file>

<file path=ppt/diagrams/drawing6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37637D-3716-4DBE-9533-4E47D09D1AF0}">
      <dsp:nvSpPr>
        <dsp:cNvPr id="0" name=""/>
        <dsp:cNvSpPr/>
      </dsp:nvSpPr>
      <dsp:spPr>
        <a:xfrm>
          <a:off x="4685" y="964846"/>
          <a:ext cx="1460185" cy="365046"/>
        </a:xfrm>
        <a:prstGeom prst="roundRect">
          <a:avLst>
            <a:gd name="adj" fmla="val 1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Lorem Ipsum</a:t>
          </a:r>
        </a:p>
      </dsp:txBody>
      <dsp:txXfrm>
        <a:off x="15377" y="975538"/>
        <a:ext cx="1438801" cy="343662"/>
      </dsp:txXfrm>
    </dsp:sp>
    <dsp:sp modelId="{D6ECD405-8B66-4D32-82C2-866E85074815}">
      <dsp:nvSpPr>
        <dsp:cNvPr id="0" name=""/>
        <dsp:cNvSpPr/>
      </dsp:nvSpPr>
      <dsp:spPr>
        <a:xfrm rot="5400000">
          <a:off x="702836" y="1361834"/>
          <a:ext cx="63883" cy="63883"/>
        </a:xfrm>
        <a:prstGeom prst="rightArrow">
          <a:avLst>
            <a:gd name="adj1" fmla="val 66700"/>
            <a:gd name="adj2" fmla="val 5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F5286FD8-AA05-4E0E-8A65-FB7BD49018EA}">
      <dsp:nvSpPr>
        <dsp:cNvPr id="0" name=""/>
        <dsp:cNvSpPr/>
      </dsp:nvSpPr>
      <dsp:spPr>
        <a:xfrm>
          <a:off x="4685" y="1457659"/>
          <a:ext cx="1460185" cy="365046"/>
        </a:xfrm>
        <a:prstGeom prst="roundRect">
          <a:avLst>
            <a:gd name="adj" fmla="val 10000"/>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Some text here</a:t>
          </a:r>
        </a:p>
      </dsp:txBody>
      <dsp:txXfrm>
        <a:off x="15377" y="1468351"/>
        <a:ext cx="1438801" cy="343662"/>
      </dsp:txXfrm>
    </dsp:sp>
    <dsp:sp modelId="{B7A4A02D-6043-4AE7-9C50-C729A4C47301}">
      <dsp:nvSpPr>
        <dsp:cNvPr id="0" name=""/>
        <dsp:cNvSpPr/>
      </dsp:nvSpPr>
      <dsp:spPr>
        <a:xfrm rot="5400000">
          <a:off x="702836" y="1854647"/>
          <a:ext cx="63883" cy="63883"/>
        </a:xfrm>
        <a:prstGeom prst="rightArrow">
          <a:avLst>
            <a:gd name="adj1" fmla="val 66700"/>
            <a:gd name="adj2" fmla="val 5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27E31EE3-105D-4DB3-A524-C95692C7934A}">
      <dsp:nvSpPr>
        <dsp:cNvPr id="0" name=""/>
        <dsp:cNvSpPr/>
      </dsp:nvSpPr>
      <dsp:spPr>
        <a:xfrm>
          <a:off x="4685" y="1950471"/>
          <a:ext cx="1460185" cy="365046"/>
        </a:xfrm>
        <a:prstGeom prst="roundRect">
          <a:avLst>
            <a:gd name="adj" fmla="val 10000"/>
          </a:avLst>
        </a:prstGeom>
        <a:solidFill>
          <a:schemeClr val="accent3">
            <a:tint val="40000"/>
            <a:alpha val="90000"/>
            <a:hueOff val="0"/>
            <a:satOff val="0"/>
            <a:lumOff val="0"/>
            <a:alphaOff val="0"/>
          </a:schemeClr>
        </a:solidFill>
        <a:ln w="9525" cap="flat" cmpd="sng" algn="ctr">
          <a:solidFill>
            <a:schemeClr val="accent3">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Some text here</a:t>
          </a:r>
        </a:p>
      </dsp:txBody>
      <dsp:txXfrm>
        <a:off x="15377" y="1961163"/>
        <a:ext cx="1438801" cy="343662"/>
      </dsp:txXfrm>
    </dsp:sp>
    <dsp:sp modelId="{782C2B3A-D8BC-428C-B6C0-378629D79921}">
      <dsp:nvSpPr>
        <dsp:cNvPr id="0" name=""/>
        <dsp:cNvSpPr/>
      </dsp:nvSpPr>
      <dsp:spPr>
        <a:xfrm rot="5400000">
          <a:off x="702836" y="2347459"/>
          <a:ext cx="63883" cy="63883"/>
        </a:xfrm>
        <a:prstGeom prst="rightArrow">
          <a:avLst>
            <a:gd name="adj1" fmla="val 66700"/>
            <a:gd name="adj2" fmla="val 5000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B2C39E33-824F-4157-B4C2-B68440C79C77}">
      <dsp:nvSpPr>
        <dsp:cNvPr id="0" name=""/>
        <dsp:cNvSpPr/>
      </dsp:nvSpPr>
      <dsp:spPr>
        <a:xfrm>
          <a:off x="4685" y="2443284"/>
          <a:ext cx="1460185" cy="365046"/>
        </a:xfrm>
        <a:prstGeom prst="roundRect">
          <a:avLst>
            <a:gd name="adj" fmla="val 10000"/>
          </a:avLst>
        </a:prstGeom>
        <a:solidFill>
          <a:schemeClr val="accent4">
            <a:tint val="40000"/>
            <a:alpha val="90000"/>
            <a:hueOff val="0"/>
            <a:satOff val="0"/>
            <a:lumOff val="0"/>
            <a:alphaOff val="0"/>
          </a:schemeClr>
        </a:solidFill>
        <a:ln w="9525" cap="flat" cmpd="sng" algn="ctr">
          <a:solidFill>
            <a:schemeClr val="accent4">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Some text here</a:t>
          </a:r>
        </a:p>
      </dsp:txBody>
      <dsp:txXfrm>
        <a:off x="15377" y="2453976"/>
        <a:ext cx="1438801" cy="343662"/>
      </dsp:txXfrm>
    </dsp:sp>
    <dsp:sp modelId="{793C3C94-80F1-4674-A1A1-7F4D9FC7542D}">
      <dsp:nvSpPr>
        <dsp:cNvPr id="0" name=""/>
        <dsp:cNvSpPr/>
      </dsp:nvSpPr>
      <dsp:spPr>
        <a:xfrm rot="5400000">
          <a:off x="702836" y="2840272"/>
          <a:ext cx="63883" cy="63883"/>
        </a:xfrm>
        <a:prstGeom prst="rightArrow">
          <a:avLst>
            <a:gd name="adj1" fmla="val 66700"/>
            <a:gd name="adj2" fmla="val 5000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81ED0EEB-1CD2-474D-9969-2D7C983BC6BE}">
      <dsp:nvSpPr>
        <dsp:cNvPr id="0" name=""/>
        <dsp:cNvSpPr/>
      </dsp:nvSpPr>
      <dsp:spPr>
        <a:xfrm>
          <a:off x="4685" y="2936096"/>
          <a:ext cx="1460185" cy="365046"/>
        </a:xfrm>
        <a:prstGeom prst="roundRect">
          <a:avLst>
            <a:gd name="adj" fmla="val 10000"/>
          </a:avLst>
        </a:prstGeom>
        <a:solidFill>
          <a:schemeClr val="accent5">
            <a:tint val="40000"/>
            <a:alpha val="90000"/>
            <a:hueOff val="0"/>
            <a:satOff val="0"/>
            <a:lumOff val="0"/>
            <a:alphaOff val="0"/>
          </a:schemeClr>
        </a:solidFill>
        <a:ln w="9525" cap="flat" cmpd="sng" algn="ctr">
          <a:solidFill>
            <a:schemeClr val="accent5">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Some text here</a:t>
          </a:r>
        </a:p>
      </dsp:txBody>
      <dsp:txXfrm>
        <a:off x="15377" y="2946788"/>
        <a:ext cx="1438801" cy="343662"/>
      </dsp:txXfrm>
    </dsp:sp>
    <dsp:sp modelId="{1E2FD729-6411-4E0B-B9E9-2ADE6B1ABB4D}">
      <dsp:nvSpPr>
        <dsp:cNvPr id="0" name=""/>
        <dsp:cNvSpPr/>
      </dsp:nvSpPr>
      <dsp:spPr>
        <a:xfrm>
          <a:off x="1669296" y="964846"/>
          <a:ext cx="1460185" cy="365046"/>
        </a:xfrm>
        <a:prstGeom prst="roundRect">
          <a:avLst>
            <a:gd name="adj" fmla="val 1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Lorem Ipsum</a:t>
          </a:r>
        </a:p>
      </dsp:txBody>
      <dsp:txXfrm>
        <a:off x="1679988" y="975538"/>
        <a:ext cx="1438801" cy="343662"/>
      </dsp:txXfrm>
    </dsp:sp>
    <dsp:sp modelId="{6912CBF2-ACBF-4D95-BAEF-276F2B8927ED}">
      <dsp:nvSpPr>
        <dsp:cNvPr id="0" name=""/>
        <dsp:cNvSpPr/>
      </dsp:nvSpPr>
      <dsp:spPr>
        <a:xfrm rot="5400000">
          <a:off x="2367447" y="1361834"/>
          <a:ext cx="63883" cy="63883"/>
        </a:xfrm>
        <a:prstGeom prst="rightArrow">
          <a:avLst>
            <a:gd name="adj1" fmla="val 66700"/>
            <a:gd name="adj2" fmla="val 50000"/>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31E9BE3C-2C56-4ADA-AA32-F15181576355}">
      <dsp:nvSpPr>
        <dsp:cNvPr id="0" name=""/>
        <dsp:cNvSpPr/>
      </dsp:nvSpPr>
      <dsp:spPr>
        <a:xfrm>
          <a:off x="1669296" y="1457659"/>
          <a:ext cx="1460185" cy="365046"/>
        </a:xfrm>
        <a:prstGeom prst="roundRect">
          <a:avLst>
            <a:gd name="adj" fmla="val 10000"/>
          </a:avLst>
        </a:prstGeom>
        <a:solidFill>
          <a:schemeClr val="accent6">
            <a:tint val="40000"/>
            <a:alpha val="90000"/>
            <a:hueOff val="0"/>
            <a:satOff val="0"/>
            <a:lumOff val="0"/>
            <a:alphaOff val="0"/>
          </a:schemeClr>
        </a:solidFill>
        <a:ln w="9525" cap="flat" cmpd="sng" algn="ctr">
          <a:solidFill>
            <a:schemeClr val="accent6">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Some text here</a:t>
          </a:r>
        </a:p>
      </dsp:txBody>
      <dsp:txXfrm>
        <a:off x="1679988" y="1468351"/>
        <a:ext cx="1438801" cy="343662"/>
      </dsp:txXfrm>
    </dsp:sp>
    <dsp:sp modelId="{205B03C3-F50D-4B38-8A6E-8B4F59DAF5BD}">
      <dsp:nvSpPr>
        <dsp:cNvPr id="0" name=""/>
        <dsp:cNvSpPr/>
      </dsp:nvSpPr>
      <dsp:spPr>
        <a:xfrm rot="5400000">
          <a:off x="2367447" y="1854647"/>
          <a:ext cx="63883" cy="63883"/>
        </a:xfrm>
        <a:prstGeom prst="rightArrow">
          <a:avLst>
            <a:gd name="adj1" fmla="val 66700"/>
            <a:gd name="adj2" fmla="val 5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1801855A-853D-4AA1-B059-09AF2467A544}">
      <dsp:nvSpPr>
        <dsp:cNvPr id="0" name=""/>
        <dsp:cNvSpPr/>
      </dsp:nvSpPr>
      <dsp:spPr>
        <a:xfrm>
          <a:off x="1669296" y="1950471"/>
          <a:ext cx="1460185" cy="365046"/>
        </a:xfrm>
        <a:prstGeom prst="roundRect">
          <a:avLst>
            <a:gd name="adj" fmla="val 10000"/>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Some text here</a:t>
          </a:r>
        </a:p>
      </dsp:txBody>
      <dsp:txXfrm>
        <a:off x="1679988" y="1961163"/>
        <a:ext cx="1438801" cy="343662"/>
      </dsp:txXfrm>
    </dsp:sp>
    <dsp:sp modelId="{7AE4BC36-DBA0-4287-AC7B-3BC21D88440B}">
      <dsp:nvSpPr>
        <dsp:cNvPr id="0" name=""/>
        <dsp:cNvSpPr/>
      </dsp:nvSpPr>
      <dsp:spPr>
        <a:xfrm rot="5400000">
          <a:off x="2367447" y="2347459"/>
          <a:ext cx="63883" cy="63883"/>
        </a:xfrm>
        <a:prstGeom prst="rightArrow">
          <a:avLst>
            <a:gd name="adj1" fmla="val 66700"/>
            <a:gd name="adj2" fmla="val 5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BECC7F06-5586-4CF4-BF99-DA144A2CF077}">
      <dsp:nvSpPr>
        <dsp:cNvPr id="0" name=""/>
        <dsp:cNvSpPr/>
      </dsp:nvSpPr>
      <dsp:spPr>
        <a:xfrm>
          <a:off x="1669296" y="2443284"/>
          <a:ext cx="1460185" cy="365046"/>
        </a:xfrm>
        <a:prstGeom prst="roundRect">
          <a:avLst>
            <a:gd name="adj" fmla="val 10000"/>
          </a:avLst>
        </a:prstGeom>
        <a:solidFill>
          <a:schemeClr val="accent3">
            <a:tint val="40000"/>
            <a:alpha val="90000"/>
            <a:hueOff val="0"/>
            <a:satOff val="0"/>
            <a:lumOff val="0"/>
            <a:alphaOff val="0"/>
          </a:schemeClr>
        </a:solidFill>
        <a:ln w="9525" cap="flat" cmpd="sng" algn="ctr">
          <a:solidFill>
            <a:schemeClr val="accent3">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Some text here</a:t>
          </a:r>
        </a:p>
      </dsp:txBody>
      <dsp:txXfrm>
        <a:off x="1679988" y="2453976"/>
        <a:ext cx="1438801" cy="343662"/>
      </dsp:txXfrm>
    </dsp:sp>
    <dsp:sp modelId="{8BECB069-9692-4A46-968E-3BE536D534B2}">
      <dsp:nvSpPr>
        <dsp:cNvPr id="0" name=""/>
        <dsp:cNvSpPr/>
      </dsp:nvSpPr>
      <dsp:spPr>
        <a:xfrm rot="5400000">
          <a:off x="2367447" y="2840272"/>
          <a:ext cx="63883" cy="63883"/>
        </a:xfrm>
        <a:prstGeom prst="rightArrow">
          <a:avLst>
            <a:gd name="adj1" fmla="val 66700"/>
            <a:gd name="adj2" fmla="val 5000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549173C2-B1CA-416E-9E4E-9D9946511090}">
      <dsp:nvSpPr>
        <dsp:cNvPr id="0" name=""/>
        <dsp:cNvSpPr/>
      </dsp:nvSpPr>
      <dsp:spPr>
        <a:xfrm>
          <a:off x="1669296" y="2936096"/>
          <a:ext cx="1460185" cy="365046"/>
        </a:xfrm>
        <a:prstGeom prst="roundRect">
          <a:avLst>
            <a:gd name="adj" fmla="val 10000"/>
          </a:avLst>
        </a:prstGeom>
        <a:solidFill>
          <a:schemeClr val="accent4">
            <a:tint val="40000"/>
            <a:alpha val="90000"/>
            <a:hueOff val="0"/>
            <a:satOff val="0"/>
            <a:lumOff val="0"/>
            <a:alphaOff val="0"/>
          </a:schemeClr>
        </a:solidFill>
        <a:ln w="9525" cap="flat" cmpd="sng" algn="ctr">
          <a:solidFill>
            <a:schemeClr val="accent4">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Some text here</a:t>
          </a:r>
        </a:p>
      </dsp:txBody>
      <dsp:txXfrm>
        <a:off x="1679988" y="2946788"/>
        <a:ext cx="1438801" cy="343662"/>
      </dsp:txXfrm>
    </dsp:sp>
    <dsp:sp modelId="{408BC469-D4E6-46A8-981F-E6341FA5AD8E}">
      <dsp:nvSpPr>
        <dsp:cNvPr id="0" name=""/>
        <dsp:cNvSpPr/>
      </dsp:nvSpPr>
      <dsp:spPr>
        <a:xfrm>
          <a:off x="3333907" y="964846"/>
          <a:ext cx="1460185" cy="365046"/>
        </a:xfrm>
        <a:prstGeom prst="roundRect">
          <a:avLst>
            <a:gd name="adj" fmla="val 1000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Lorem Ipsum</a:t>
          </a:r>
        </a:p>
      </dsp:txBody>
      <dsp:txXfrm>
        <a:off x="3344599" y="975538"/>
        <a:ext cx="1438801" cy="343662"/>
      </dsp:txXfrm>
    </dsp:sp>
    <dsp:sp modelId="{0977308C-A116-4DAE-B7C3-6B06B7796D7E}">
      <dsp:nvSpPr>
        <dsp:cNvPr id="0" name=""/>
        <dsp:cNvSpPr/>
      </dsp:nvSpPr>
      <dsp:spPr>
        <a:xfrm rot="5400000">
          <a:off x="4032058" y="1361834"/>
          <a:ext cx="63883" cy="63883"/>
        </a:xfrm>
        <a:prstGeom prst="rightArrow">
          <a:avLst>
            <a:gd name="adj1" fmla="val 66700"/>
            <a:gd name="adj2" fmla="val 5000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387DCF9A-BDCB-4DE1-A88F-70DF288ED11F}">
      <dsp:nvSpPr>
        <dsp:cNvPr id="0" name=""/>
        <dsp:cNvSpPr/>
      </dsp:nvSpPr>
      <dsp:spPr>
        <a:xfrm>
          <a:off x="3333907" y="1457659"/>
          <a:ext cx="1460185" cy="365046"/>
        </a:xfrm>
        <a:prstGeom prst="roundRect">
          <a:avLst>
            <a:gd name="adj" fmla="val 10000"/>
          </a:avLst>
        </a:prstGeom>
        <a:solidFill>
          <a:schemeClr val="accent5">
            <a:tint val="40000"/>
            <a:alpha val="90000"/>
            <a:hueOff val="0"/>
            <a:satOff val="0"/>
            <a:lumOff val="0"/>
            <a:alphaOff val="0"/>
          </a:schemeClr>
        </a:solidFill>
        <a:ln w="9525" cap="flat" cmpd="sng" algn="ctr">
          <a:solidFill>
            <a:schemeClr val="accent5">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Some text here</a:t>
          </a:r>
        </a:p>
      </dsp:txBody>
      <dsp:txXfrm>
        <a:off x="3344599" y="1468351"/>
        <a:ext cx="1438801" cy="343662"/>
      </dsp:txXfrm>
    </dsp:sp>
    <dsp:sp modelId="{41F6CCC5-7009-4F68-BA34-987EBF51F2A3}">
      <dsp:nvSpPr>
        <dsp:cNvPr id="0" name=""/>
        <dsp:cNvSpPr/>
      </dsp:nvSpPr>
      <dsp:spPr>
        <a:xfrm rot="5400000">
          <a:off x="4032058" y="1854647"/>
          <a:ext cx="63883" cy="63883"/>
        </a:xfrm>
        <a:prstGeom prst="rightArrow">
          <a:avLst>
            <a:gd name="adj1" fmla="val 66700"/>
            <a:gd name="adj2" fmla="val 50000"/>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9242B0AB-7444-483F-B36F-74B05C32F34F}">
      <dsp:nvSpPr>
        <dsp:cNvPr id="0" name=""/>
        <dsp:cNvSpPr/>
      </dsp:nvSpPr>
      <dsp:spPr>
        <a:xfrm>
          <a:off x="3333907" y="1950471"/>
          <a:ext cx="1460185" cy="365046"/>
        </a:xfrm>
        <a:prstGeom prst="roundRect">
          <a:avLst>
            <a:gd name="adj" fmla="val 10000"/>
          </a:avLst>
        </a:prstGeom>
        <a:solidFill>
          <a:schemeClr val="accent6">
            <a:tint val="40000"/>
            <a:alpha val="90000"/>
            <a:hueOff val="0"/>
            <a:satOff val="0"/>
            <a:lumOff val="0"/>
            <a:alphaOff val="0"/>
          </a:schemeClr>
        </a:solidFill>
        <a:ln w="9525" cap="flat" cmpd="sng" algn="ctr">
          <a:solidFill>
            <a:schemeClr val="accent6">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Some text here</a:t>
          </a:r>
        </a:p>
      </dsp:txBody>
      <dsp:txXfrm>
        <a:off x="3344599" y="1961163"/>
        <a:ext cx="1438801" cy="343662"/>
      </dsp:txXfrm>
    </dsp:sp>
    <dsp:sp modelId="{EFD074F3-44B7-41C3-A7B6-D96DD718EE1E}">
      <dsp:nvSpPr>
        <dsp:cNvPr id="0" name=""/>
        <dsp:cNvSpPr/>
      </dsp:nvSpPr>
      <dsp:spPr>
        <a:xfrm rot="5400000">
          <a:off x="4032058" y="2347459"/>
          <a:ext cx="63883" cy="63883"/>
        </a:xfrm>
        <a:prstGeom prst="rightArrow">
          <a:avLst>
            <a:gd name="adj1" fmla="val 66700"/>
            <a:gd name="adj2" fmla="val 5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4113DAC3-AD4C-4404-8FB2-DA3CAE641C8B}">
      <dsp:nvSpPr>
        <dsp:cNvPr id="0" name=""/>
        <dsp:cNvSpPr/>
      </dsp:nvSpPr>
      <dsp:spPr>
        <a:xfrm>
          <a:off x="3333907" y="2443284"/>
          <a:ext cx="1460185" cy="365046"/>
        </a:xfrm>
        <a:prstGeom prst="roundRect">
          <a:avLst>
            <a:gd name="adj" fmla="val 10000"/>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Some text here</a:t>
          </a:r>
        </a:p>
      </dsp:txBody>
      <dsp:txXfrm>
        <a:off x="3344599" y="2453976"/>
        <a:ext cx="1438801" cy="343662"/>
      </dsp:txXfrm>
    </dsp:sp>
    <dsp:sp modelId="{A732E973-11E9-4D65-9E5C-C4820EC89CAB}">
      <dsp:nvSpPr>
        <dsp:cNvPr id="0" name=""/>
        <dsp:cNvSpPr/>
      </dsp:nvSpPr>
      <dsp:spPr>
        <a:xfrm rot="5400000">
          <a:off x="4032058" y="2840272"/>
          <a:ext cx="63883" cy="63883"/>
        </a:xfrm>
        <a:prstGeom prst="rightArrow">
          <a:avLst>
            <a:gd name="adj1" fmla="val 66700"/>
            <a:gd name="adj2" fmla="val 5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87875B36-16A6-42FD-BFE0-9FD8C8E8F3D2}">
      <dsp:nvSpPr>
        <dsp:cNvPr id="0" name=""/>
        <dsp:cNvSpPr/>
      </dsp:nvSpPr>
      <dsp:spPr>
        <a:xfrm>
          <a:off x="3333907" y="2936096"/>
          <a:ext cx="1460185" cy="365046"/>
        </a:xfrm>
        <a:prstGeom prst="roundRect">
          <a:avLst>
            <a:gd name="adj" fmla="val 10000"/>
          </a:avLst>
        </a:prstGeom>
        <a:solidFill>
          <a:schemeClr val="accent3">
            <a:tint val="40000"/>
            <a:alpha val="90000"/>
            <a:hueOff val="0"/>
            <a:satOff val="0"/>
            <a:lumOff val="0"/>
            <a:alphaOff val="0"/>
          </a:schemeClr>
        </a:solidFill>
        <a:ln w="9525" cap="flat" cmpd="sng" algn="ctr">
          <a:solidFill>
            <a:schemeClr val="accent3">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Some text here</a:t>
          </a:r>
        </a:p>
      </dsp:txBody>
      <dsp:txXfrm>
        <a:off x="3344599" y="2946788"/>
        <a:ext cx="1438801" cy="343662"/>
      </dsp:txXfrm>
    </dsp:sp>
    <dsp:sp modelId="{5DA873D4-BFA7-4395-B005-27AB76A34B04}">
      <dsp:nvSpPr>
        <dsp:cNvPr id="0" name=""/>
        <dsp:cNvSpPr/>
      </dsp:nvSpPr>
      <dsp:spPr>
        <a:xfrm>
          <a:off x="4998518" y="964846"/>
          <a:ext cx="1460185" cy="365046"/>
        </a:xfrm>
        <a:prstGeom prst="roundRect">
          <a:avLst>
            <a:gd name="adj" fmla="val 1000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Lorem Ipsum</a:t>
          </a:r>
        </a:p>
      </dsp:txBody>
      <dsp:txXfrm>
        <a:off x="5009210" y="975538"/>
        <a:ext cx="1438801" cy="343662"/>
      </dsp:txXfrm>
    </dsp:sp>
    <dsp:sp modelId="{45F61439-957A-4BD0-860D-55916D604854}">
      <dsp:nvSpPr>
        <dsp:cNvPr id="0" name=""/>
        <dsp:cNvSpPr/>
      </dsp:nvSpPr>
      <dsp:spPr>
        <a:xfrm rot="5400000">
          <a:off x="5696669" y="1361834"/>
          <a:ext cx="63883" cy="63883"/>
        </a:xfrm>
        <a:prstGeom prst="rightArrow">
          <a:avLst>
            <a:gd name="adj1" fmla="val 66700"/>
            <a:gd name="adj2" fmla="val 5000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B041BE7C-3669-444E-BFEB-912076566B71}">
      <dsp:nvSpPr>
        <dsp:cNvPr id="0" name=""/>
        <dsp:cNvSpPr/>
      </dsp:nvSpPr>
      <dsp:spPr>
        <a:xfrm>
          <a:off x="4998518" y="1457659"/>
          <a:ext cx="1460185" cy="365046"/>
        </a:xfrm>
        <a:prstGeom prst="roundRect">
          <a:avLst>
            <a:gd name="adj" fmla="val 10000"/>
          </a:avLst>
        </a:prstGeom>
        <a:solidFill>
          <a:schemeClr val="accent4">
            <a:tint val="40000"/>
            <a:alpha val="90000"/>
            <a:hueOff val="0"/>
            <a:satOff val="0"/>
            <a:lumOff val="0"/>
            <a:alphaOff val="0"/>
          </a:schemeClr>
        </a:solidFill>
        <a:ln w="9525" cap="flat" cmpd="sng" algn="ctr">
          <a:solidFill>
            <a:schemeClr val="accent4">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Some text here</a:t>
          </a:r>
        </a:p>
      </dsp:txBody>
      <dsp:txXfrm>
        <a:off x="5009210" y="1468351"/>
        <a:ext cx="1438801" cy="343662"/>
      </dsp:txXfrm>
    </dsp:sp>
    <dsp:sp modelId="{DBA22EE6-F1FF-4F90-8F71-4A6821E2A1B4}">
      <dsp:nvSpPr>
        <dsp:cNvPr id="0" name=""/>
        <dsp:cNvSpPr/>
      </dsp:nvSpPr>
      <dsp:spPr>
        <a:xfrm rot="5400000">
          <a:off x="5696669" y="1854647"/>
          <a:ext cx="63883" cy="63883"/>
        </a:xfrm>
        <a:prstGeom prst="rightArrow">
          <a:avLst>
            <a:gd name="adj1" fmla="val 66700"/>
            <a:gd name="adj2" fmla="val 5000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9BAF6AFD-C406-4E5A-A536-BC6F01B44250}">
      <dsp:nvSpPr>
        <dsp:cNvPr id="0" name=""/>
        <dsp:cNvSpPr/>
      </dsp:nvSpPr>
      <dsp:spPr>
        <a:xfrm>
          <a:off x="4998518" y="1950471"/>
          <a:ext cx="1460185" cy="365046"/>
        </a:xfrm>
        <a:prstGeom prst="roundRect">
          <a:avLst>
            <a:gd name="adj" fmla="val 10000"/>
          </a:avLst>
        </a:prstGeom>
        <a:solidFill>
          <a:schemeClr val="accent5">
            <a:tint val="40000"/>
            <a:alpha val="90000"/>
            <a:hueOff val="0"/>
            <a:satOff val="0"/>
            <a:lumOff val="0"/>
            <a:alphaOff val="0"/>
          </a:schemeClr>
        </a:solidFill>
        <a:ln w="9525" cap="flat" cmpd="sng" algn="ctr">
          <a:solidFill>
            <a:schemeClr val="accent5">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Some text here</a:t>
          </a:r>
        </a:p>
      </dsp:txBody>
      <dsp:txXfrm>
        <a:off x="5009210" y="1961163"/>
        <a:ext cx="1438801" cy="343662"/>
      </dsp:txXfrm>
    </dsp:sp>
    <dsp:sp modelId="{7C050D9E-5592-4265-A27A-0B6C9EC4CB6F}">
      <dsp:nvSpPr>
        <dsp:cNvPr id="0" name=""/>
        <dsp:cNvSpPr/>
      </dsp:nvSpPr>
      <dsp:spPr>
        <a:xfrm rot="5400000">
          <a:off x="5696669" y="2347459"/>
          <a:ext cx="63883" cy="63883"/>
        </a:xfrm>
        <a:prstGeom prst="rightArrow">
          <a:avLst>
            <a:gd name="adj1" fmla="val 66700"/>
            <a:gd name="adj2" fmla="val 50000"/>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574D9681-B818-43C8-B432-75AED2815E3E}">
      <dsp:nvSpPr>
        <dsp:cNvPr id="0" name=""/>
        <dsp:cNvSpPr/>
      </dsp:nvSpPr>
      <dsp:spPr>
        <a:xfrm>
          <a:off x="4998518" y="2443284"/>
          <a:ext cx="1460185" cy="365046"/>
        </a:xfrm>
        <a:prstGeom prst="roundRect">
          <a:avLst>
            <a:gd name="adj" fmla="val 10000"/>
          </a:avLst>
        </a:prstGeom>
        <a:solidFill>
          <a:schemeClr val="accent6">
            <a:tint val="40000"/>
            <a:alpha val="90000"/>
            <a:hueOff val="0"/>
            <a:satOff val="0"/>
            <a:lumOff val="0"/>
            <a:alphaOff val="0"/>
          </a:schemeClr>
        </a:solidFill>
        <a:ln w="9525" cap="flat" cmpd="sng" algn="ctr">
          <a:solidFill>
            <a:schemeClr val="accent6">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Some text here</a:t>
          </a:r>
        </a:p>
      </dsp:txBody>
      <dsp:txXfrm>
        <a:off x="5009210" y="2453976"/>
        <a:ext cx="1438801" cy="343662"/>
      </dsp:txXfrm>
    </dsp:sp>
    <dsp:sp modelId="{ED142C73-1386-494E-839B-D1E4A50FD192}">
      <dsp:nvSpPr>
        <dsp:cNvPr id="0" name=""/>
        <dsp:cNvSpPr/>
      </dsp:nvSpPr>
      <dsp:spPr>
        <a:xfrm rot="5400000">
          <a:off x="5696669" y="2840272"/>
          <a:ext cx="63883" cy="63883"/>
        </a:xfrm>
        <a:prstGeom prst="rightArrow">
          <a:avLst>
            <a:gd name="adj1" fmla="val 66700"/>
            <a:gd name="adj2" fmla="val 5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FCC81ED6-C0A5-4048-A65A-9F0283DE0681}">
      <dsp:nvSpPr>
        <dsp:cNvPr id="0" name=""/>
        <dsp:cNvSpPr/>
      </dsp:nvSpPr>
      <dsp:spPr>
        <a:xfrm>
          <a:off x="4998518" y="2936096"/>
          <a:ext cx="1460185" cy="365046"/>
        </a:xfrm>
        <a:prstGeom prst="roundRect">
          <a:avLst>
            <a:gd name="adj" fmla="val 10000"/>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Some text here</a:t>
          </a:r>
        </a:p>
      </dsp:txBody>
      <dsp:txXfrm>
        <a:off x="5009210" y="2946788"/>
        <a:ext cx="1438801" cy="343662"/>
      </dsp:txXfrm>
    </dsp:sp>
    <dsp:sp modelId="{B6C4EC58-977D-44B3-B489-93E4B44C7F17}">
      <dsp:nvSpPr>
        <dsp:cNvPr id="0" name=""/>
        <dsp:cNvSpPr/>
      </dsp:nvSpPr>
      <dsp:spPr>
        <a:xfrm>
          <a:off x="6663129" y="964846"/>
          <a:ext cx="1460185" cy="365046"/>
        </a:xfrm>
        <a:prstGeom prst="roundRect">
          <a:avLst>
            <a:gd name="adj" fmla="val 10000"/>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Lorem Ipsum</a:t>
          </a:r>
        </a:p>
      </dsp:txBody>
      <dsp:txXfrm>
        <a:off x="6673821" y="975538"/>
        <a:ext cx="1438801" cy="343662"/>
      </dsp:txXfrm>
    </dsp:sp>
    <dsp:sp modelId="{7A477CDA-68F0-45E2-8AEE-042640F8CD91}">
      <dsp:nvSpPr>
        <dsp:cNvPr id="0" name=""/>
        <dsp:cNvSpPr/>
      </dsp:nvSpPr>
      <dsp:spPr>
        <a:xfrm rot="5400000">
          <a:off x="7361280" y="1361834"/>
          <a:ext cx="63883" cy="63883"/>
        </a:xfrm>
        <a:prstGeom prst="rightArrow">
          <a:avLst>
            <a:gd name="adj1" fmla="val 66700"/>
            <a:gd name="adj2" fmla="val 5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A859467A-6C12-45E3-9834-EC1408ABDC3A}">
      <dsp:nvSpPr>
        <dsp:cNvPr id="0" name=""/>
        <dsp:cNvSpPr/>
      </dsp:nvSpPr>
      <dsp:spPr>
        <a:xfrm>
          <a:off x="6663129" y="1457659"/>
          <a:ext cx="1460185" cy="365046"/>
        </a:xfrm>
        <a:prstGeom prst="roundRect">
          <a:avLst>
            <a:gd name="adj" fmla="val 10000"/>
          </a:avLst>
        </a:prstGeom>
        <a:solidFill>
          <a:schemeClr val="accent3">
            <a:tint val="40000"/>
            <a:alpha val="90000"/>
            <a:hueOff val="0"/>
            <a:satOff val="0"/>
            <a:lumOff val="0"/>
            <a:alphaOff val="0"/>
          </a:schemeClr>
        </a:solidFill>
        <a:ln w="9525" cap="flat" cmpd="sng" algn="ctr">
          <a:solidFill>
            <a:schemeClr val="accent3">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Some text here</a:t>
          </a:r>
        </a:p>
      </dsp:txBody>
      <dsp:txXfrm>
        <a:off x="6673821" y="1468351"/>
        <a:ext cx="1438801" cy="343662"/>
      </dsp:txXfrm>
    </dsp:sp>
    <dsp:sp modelId="{E3CD1673-AC61-4984-ADE1-8517E5BA3584}">
      <dsp:nvSpPr>
        <dsp:cNvPr id="0" name=""/>
        <dsp:cNvSpPr/>
      </dsp:nvSpPr>
      <dsp:spPr>
        <a:xfrm rot="5400000">
          <a:off x="7361280" y="1854647"/>
          <a:ext cx="63883" cy="63883"/>
        </a:xfrm>
        <a:prstGeom prst="rightArrow">
          <a:avLst>
            <a:gd name="adj1" fmla="val 66700"/>
            <a:gd name="adj2" fmla="val 5000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666F4AC8-1414-4079-B28D-FC161E513988}">
      <dsp:nvSpPr>
        <dsp:cNvPr id="0" name=""/>
        <dsp:cNvSpPr/>
      </dsp:nvSpPr>
      <dsp:spPr>
        <a:xfrm>
          <a:off x="6663129" y="1950471"/>
          <a:ext cx="1460185" cy="365046"/>
        </a:xfrm>
        <a:prstGeom prst="roundRect">
          <a:avLst>
            <a:gd name="adj" fmla="val 10000"/>
          </a:avLst>
        </a:prstGeom>
        <a:solidFill>
          <a:schemeClr val="accent4">
            <a:tint val="40000"/>
            <a:alpha val="90000"/>
            <a:hueOff val="0"/>
            <a:satOff val="0"/>
            <a:lumOff val="0"/>
            <a:alphaOff val="0"/>
          </a:schemeClr>
        </a:solidFill>
        <a:ln w="9525" cap="flat" cmpd="sng" algn="ctr">
          <a:solidFill>
            <a:schemeClr val="accent4">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Some text here</a:t>
          </a:r>
        </a:p>
      </dsp:txBody>
      <dsp:txXfrm>
        <a:off x="6673821" y="1961163"/>
        <a:ext cx="1438801" cy="343662"/>
      </dsp:txXfrm>
    </dsp:sp>
    <dsp:sp modelId="{F7EAD439-74B0-4169-AF0F-9F8B282F010B}">
      <dsp:nvSpPr>
        <dsp:cNvPr id="0" name=""/>
        <dsp:cNvSpPr/>
      </dsp:nvSpPr>
      <dsp:spPr>
        <a:xfrm rot="5400000">
          <a:off x="7361280" y="2347459"/>
          <a:ext cx="63883" cy="63883"/>
        </a:xfrm>
        <a:prstGeom prst="rightArrow">
          <a:avLst>
            <a:gd name="adj1" fmla="val 66700"/>
            <a:gd name="adj2" fmla="val 5000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8A9BBB6B-47B1-48B8-859F-8AA40B6BDAC0}">
      <dsp:nvSpPr>
        <dsp:cNvPr id="0" name=""/>
        <dsp:cNvSpPr/>
      </dsp:nvSpPr>
      <dsp:spPr>
        <a:xfrm>
          <a:off x="6663129" y="2443284"/>
          <a:ext cx="1460185" cy="365046"/>
        </a:xfrm>
        <a:prstGeom prst="roundRect">
          <a:avLst>
            <a:gd name="adj" fmla="val 10000"/>
          </a:avLst>
        </a:prstGeom>
        <a:solidFill>
          <a:schemeClr val="accent5">
            <a:tint val="40000"/>
            <a:alpha val="90000"/>
            <a:hueOff val="0"/>
            <a:satOff val="0"/>
            <a:lumOff val="0"/>
            <a:alphaOff val="0"/>
          </a:schemeClr>
        </a:solidFill>
        <a:ln w="9525" cap="flat" cmpd="sng" algn="ctr">
          <a:solidFill>
            <a:schemeClr val="accent5">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Some text here</a:t>
          </a:r>
        </a:p>
      </dsp:txBody>
      <dsp:txXfrm>
        <a:off x="6673821" y="2453976"/>
        <a:ext cx="1438801" cy="343662"/>
      </dsp:txXfrm>
    </dsp:sp>
    <dsp:sp modelId="{9B54F92F-B691-4599-8CA7-EDDDC0AF0024}">
      <dsp:nvSpPr>
        <dsp:cNvPr id="0" name=""/>
        <dsp:cNvSpPr/>
      </dsp:nvSpPr>
      <dsp:spPr>
        <a:xfrm rot="5400000">
          <a:off x="7361280" y="2840272"/>
          <a:ext cx="63883" cy="63883"/>
        </a:xfrm>
        <a:prstGeom prst="rightArrow">
          <a:avLst>
            <a:gd name="adj1" fmla="val 66700"/>
            <a:gd name="adj2" fmla="val 50000"/>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8E69D960-5531-48B5-8224-02A5FBBF8D02}">
      <dsp:nvSpPr>
        <dsp:cNvPr id="0" name=""/>
        <dsp:cNvSpPr/>
      </dsp:nvSpPr>
      <dsp:spPr>
        <a:xfrm>
          <a:off x="6663129" y="2936096"/>
          <a:ext cx="1460185" cy="365046"/>
        </a:xfrm>
        <a:prstGeom prst="roundRect">
          <a:avLst>
            <a:gd name="adj" fmla="val 10000"/>
          </a:avLst>
        </a:prstGeom>
        <a:solidFill>
          <a:schemeClr val="accent6">
            <a:tint val="40000"/>
            <a:alpha val="90000"/>
            <a:hueOff val="0"/>
            <a:satOff val="0"/>
            <a:lumOff val="0"/>
            <a:alphaOff val="0"/>
          </a:schemeClr>
        </a:solidFill>
        <a:ln w="9525" cap="flat" cmpd="sng" algn="ctr">
          <a:solidFill>
            <a:schemeClr val="accent6">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Some text here</a:t>
          </a:r>
        </a:p>
      </dsp:txBody>
      <dsp:txXfrm>
        <a:off x="6673821" y="2946788"/>
        <a:ext cx="1438801" cy="343662"/>
      </dsp:txXfrm>
    </dsp:sp>
  </dsp:spTree>
</dsp:drawing>
</file>

<file path=ppt/diagrams/drawing7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AC79E7-002A-4BBE-A612-E57A9FADE130}">
      <dsp:nvSpPr>
        <dsp:cNvPr id="0" name=""/>
        <dsp:cNvSpPr/>
      </dsp:nvSpPr>
      <dsp:spPr>
        <a:xfrm>
          <a:off x="0" y="3499036"/>
          <a:ext cx="8128000" cy="765503"/>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b="1" kern="1200">
              <a:solidFill>
                <a:schemeClr val="accent2">
                  <a:lumMod val="50000"/>
                </a:schemeClr>
              </a:solidFill>
            </a:rPr>
            <a:t>Lorem Ipsum</a:t>
          </a:r>
          <a:endParaRPr lang="en-US" sz="2400" b="1" kern="1200" dirty="0">
            <a:solidFill>
              <a:schemeClr val="accent2">
                <a:lumMod val="50000"/>
              </a:schemeClr>
            </a:solidFill>
          </a:endParaRPr>
        </a:p>
      </dsp:txBody>
      <dsp:txXfrm>
        <a:off x="0" y="3499036"/>
        <a:ext cx="8128000" cy="413371"/>
      </dsp:txXfrm>
    </dsp:sp>
    <dsp:sp modelId="{181F1083-1D30-47EA-ADCD-71362ABC8B00}">
      <dsp:nvSpPr>
        <dsp:cNvPr id="0" name=""/>
        <dsp:cNvSpPr/>
      </dsp:nvSpPr>
      <dsp:spPr>
        <a:xfrm>
          <a:off x="0" y="3897097"/>
          <a:ext cx="4064000" cy="352131"/>
        </a:xfrm>
        <a:prstGeom prst="rect">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49352" tIns="26670" rIns="149352" bIns="26670" numCol="1" spcCol="1270" anchor="ctr" anchorCtr="0">
          <a:noAutofit/>
        </a:bodyPr>
        <a:lstStyle/>
        <a:p>
          <a:pPr marL="0" lvl="0" indent="0" algn="ctr" defTabSz="933450">
            <a:lnSpc>
              <a:spcPct val="90000"/>
            </a:lnSpc>
            <a:spcBef>
              <a:spcPct val="0"/>
            </a:spcBef>
            <a:spcAft>
              <a:spcPct val="35000"/>
            </a:spcAft>
            <a:buNone/>
          </a:pPr>
          <a:r>
            <a:rPr lang="en-US" sz="2100" kern="1200" dirty="0">
              <a:solidFill>
                <a:schemeClr val="tx2"/>
              </a:solidFill>
            </a:rPr>
            <a:t>Some text here</a:t>
          </a:r>
        </a:p>
      </dsp:txBody>
      <dsp:txXfrm>
        <a:off x="0" y="3897097"/>
        <a:ext cx="4064000" cy="352131"/>
      </dsp:txXfrm>
    </dsp:sp>
    <dsp:sp modelId="{1DA285C0-EBEC-4F1D-B4D9-8D6831972EC8}">
      <dsp:nvSpPr>
        <dsp:cNvPr id="0" name=""/>
        <dsp:cNvSpPr/>
      </dsp:nvSpPr>
      <dsp:spPr>
        <a:xfrm>
          <a:off x="4064000" y="3897097"/>
          <a:ext cx="4064000" cy="352131"/>
        </a:xfrm>
        <a:prstGeom prst="rect">
          <a:avLst/>
        </a:prstGeom>
        <a:solidFill>
          <a:schemeClr val="accent3">
            <a:tint val="40000"/>
            <a:alpha val="90000"/>
            <a:hueOff val="0"/>
            <a:satOff val="0"/>
            <a:lumOff val="0"/>
            <a:alphaOff val="0"/>
          </a:schemeClr>
        </a:solidFill>
        <a:ln w="9525" cap="flat" cmpd="sng" algn="ctr">
          <a:solidFill>
            <a:schemeClr val="accent3">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49352" tIns="26670" rIns="149352" bIns="26670" numCol="1" spcCol="1270" anchor="ctr" anchorCtr="0">
          <a:noAutofit/>
        </a:bodyPr>
        <a:lstStyle/>
        <a:p>
          <a:pPr marL="0" lvl="0" indent="0" algn="ctr" defTabSz="933450">
            <a:lnSpc>
              <a:spcPct val="90000"/>
            </a:lnSpc>
            <a:spcBef>
              <a:spcPct val="0"/>
            </a:spcBef>
            <a:spcAft>
              <a:spcPct val="35000"/>
            </a:spcAft>
            <a:buNone/>
          </a:pPr>
          <a:r>
            <a:rPr lang="en-US" sz="2100" kern="1200" dirty="0">
              <a:solidFill>
                <a:schemeClr val="tx2"/>
              </a:solidFill>
            </a:rPr>
            <a:t>Some text here</a:t>
          </a:r>
        </a:p>
      </dsp:txBody>
      <dsp:txXfrm>
        <a:off x="4064000" y="3897097"/>
        <a:ext cx="4064000" cy="352131"/>
      </dsp:txXfrm>
    </dsp:sp>
    <dsp:sp modelId="{83B54E6F-3566-4883-B004-F6A89F633106}">
      <dsp:nvSpPr>
        <dsp:cNvPr id="0" name=""/>
        <dsp:cNvSpPr/>
      </dsp:nvSpPr>
      <dsp:spPr>
        <a:xfrm rot="10800000">
          <a:off x="0" y="2333174"/>
          <a:ext cx="8128000" cy="1177344"/>
        </a:xfrm>
        <a:prstGeom prst="upArrowCallou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b="1" kern="1200" dirty="0">
              <a:solidFill>
                <a:schemeClr val="accent3">
                  <a:lumMod val="50000"/>
                </a:schemeClr>
              </a:solidFill>
            </a:rPr>
            <a:t>Lorem Ipsum</a:t>
          </a:r>
        </a:p>
      </dsp:txBody>
      <dsp:txXfrm rot="-10800000">
        <a:off x="0" y="2333174"/>
        <a:ext cx="8128000" cy="413247"/>
      </dsp:txXfrm>
    </dsp:sp>
    <dsp:sp modelId="{51D2F7B1-1762-4430-B6BE-A659D20259E8}">
      <dsp:nvSpPr>
        <dsp:cNvPr id="0" name=""/>
        <dsp:cNvSpPr/>
      </dsp:nvSpPr>
      <dsp:spPr>
        <a:xfrm>
          <a:off x="0" y="2746422"/>
          <a:ext cx="4064000" cy="352026"/>
        </a:xfrm>
        <a:prstGeom prst="rect">
          <a:avLst/>
        </a:prstGeom>
        <a:solidFill>
          <a:schemeClr val="accent4">
            <a:tint val="40000"/>
            <a:alpha val="90000"/>
            <a:hueOff val="0"/>
            <a:satOff val="0"/>
            <a:lumOff val="0"/>
            <a:alphaOff val="0"/>
          </a:schemeClr>
        </a:solidFill>
        <a:ln w="9525" cap="flat" cmpd="sng" algn="ctr">
          <a:solidFill>
            <a:schemeClr val="accent4">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49352" tIns="26670" rIns="149352" bIns="26670" numCol="1" spcCol="1270" anchor="ctr" anchorCtr="0">
          <a:noAutofit/>
        </a:bodyPr>
        <a:lstStyle/>
        <a:p>
          <a:pPr marL="0" lvl="0" indent="0" algn="ctr" defTabSz="933450">
            <a:lnSpc>
              <a:spcPct val="90000"/>
            </a:lnSpc>
            <a:spcBef>
              <a:spcPct val="0"/>
            </a:spcBef>
            <a:spcAft>
              <a:spcPct val="35000"/>
            </a:spcAft>
            <a:buNone/>
          </a:pPr>
          <a:r>
            <a:rPr lang="en-US" sz="2100" kern="1200" dirty="0">
              <a:solidFill>
                <a:schemeClr val="tx2"/>
              </a:solidFill>
            </a:rPr>
            <a:t>Some text here</a:t>
          </a:r>
        </a:p>
      </dsp:txBody>
      <dsp:txXfrm>
        <a:off x="0" y="2746422"/>
        <a:ext cx="4064000" cy="352026"/>
      </dsp:txXfrm>
    </dsp:sp>
    <dsp:sp modelId="{68F67E83-8B2B-4E48-A855-45F186DF3786}">
      <dsp:nvSpPr>
        <dsp:cNvPr id="0" name=""/>
        <dsp:cNvSpPr/>
      </dsp:nvSpPr>
      <dsp:spPr>
        <a:xfrm>
          <a:off x="4064000" y="2746422"/>
          <a:ext cx="4064000" cy="352026"/>
        </a:xfrm>
        <a:prstGeom prst="rect">
          <a:avLst/>
        </a:prstGeom>
        <a:solidFill>
          <a:schemeClr val="accent5">
            <a:tint val="40000"/>
            <a:alpha val="90000"/>
            <a:hueOff val="0"/>
            <a:satOff val="0"/>
            <a:lumOff val="0"/>
            <a:alphaOff val="0"/>
          </a:schemeClr>
        </a:solidFill>
        <a:ln w="9525" cap="flat" cmpd="sng" algn="ctr">
          <a:solidFill>
            <a:schemeClr val="accent5">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49352" tIns="26670" rIns="149352" bIns="26670" numCol="1" spcCol="1270" anchor="ctr" anchorCtr="0">
          <a:noAutofit/>
        </a:bodyPr>
        <a:lstStyle/>
        <a:p>
          <a:pPr marL="0" lvl="0" indent="0" algn="ctr" defTabSz="933450">
            <a:lnSpc>
              <a:spcPct val="90000"/>
            </a:lnSpc>
            <a:spcBef>
              <a:spcPct val="0"/>
            </a:spcBef>
            <a:spcAft>
              <a:spcPct val="35000"/>
            </a:spcAft>
            <a:buNone/>
          </a:pPr>
          <a:r>
            <a:rPr lang="en-US" sz="2100" kern="1200" dirty="0">
              <a:solidFill>
                <a:schemeClr val="tx2"/>
              </a:solidFill>
            </a:rPr>
            <a:t>Some text here</a:t>
          </a:r>
        </a:p>
      </dsp:txBody>
      <dsp:txXfrm>
        <a:off x="4064000" y="2746422"/>
        <a:ext cx="4064000" cy="352026"/>
      </dsp:txXfrm>
    </dsp:sp>
    <dsp:sp modelId="{D50D2DDA-3D6C-4320-BE91-C2155C3963F4}">
      <dsp:nvSpPr>
        <dsp:cNvPr id="0" name=""/>
        <dsp:cNvSpPr/>
      </dsp:nvSpPr>
      <dsp:spPr>
        <a:xfrm rot="10800000">
          <a:off x="0" y="1167312"/>
          <a:ext cx="8128000" cy="1177344"/>
        </a:xfrm>
        <a:prstGeom prst="upArrowCallou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b="1" kern="1200" dirty="0">
              <a:solidFill>
                <a:schemeClr val="accent4">
                  <a:lumMod val="50000"/>
                </a:schemeClr>
              </a:solidFill>
            </a:rPr>
            <a:t>Lorem Ipsum</a:t>
          </a:r>
        </a:p>
      </dsp:txBody>
      <dsp:txXfrm rot="-10800000">
        <a:off x="0" y="1167312"/>
        <a:ext cx="8128000" cy="413247"/>
      </dsp:txXfrm>
    </dsp:sp>
    <dsp:sp modelId="{763ED39B-246A-479B-893B-F1F2AC5E2B0B}">
      <dsp:nvSpPr>
        <dsp:cNvPr id="0" name=""/>
        <dsp:cNvSpPr/>
      </dsp:nvSpPr>
      <dsp:spPr>
        <a:xfrm>
          <a:off x="3968" y="1580560"/>
          <a:ext cx="2706687" cy="352026"/>
        </a:xfrm>
        <a:prstGeom prst="rect">
          <a:avLst/>
        </a:prstGeom>
        <a:solidFill>
          <a:schemeClr val="accent6">
            <a:tint val="40000"/>
            <a:alpha val="90000"/>
            <a:hueOff val="0"/>
            <a:satOff val="0"/>
            <a:lumOff val="0"/>
            <a:alphaOff val="0"/>
          </a:schemeClr>
        </a:solidFill>
        <a:ln w="9525" cap="flat" cmpd="sng" algn="ctr">
          <a:solidFill>
            <a:schemeClr val="accent6">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49352" tIns="26670" rIns="149352" bIns="26670" numCol="1" spcCol="1270" anchor="ctr" anchorCtr="0">
          <a:noAutofit/>
        </a:bodyPr>
        <a:lstStyle/>
        <a:p>
          <a:pPr marL="0" lvl="0" indent="0" algn="ctr" defTabSz="933450">
            <a:lnSpc>
              <a:spcPct val="90000"/>
            </a:lnSpc>
            <a:spcBef>
              <a:spcPct val="0"/>
            </a:spcBef>
            <a:spcAft>
              <a:spcPct val="35000"/>
            </a:spcAft>
            <a:buNone/>
          </a:pPr>
          <a:r>
            <a:rPr lang="en-US" sz="2100" kern="1200" dirty="0">
              <a:solidFill>
                <a:schemeClr val="tx2"/>
              </a:solidFill>
            </a:rPr>
            <a:t>Some text here</a:t>
          </a:r>
        </a:p>
      </dsp:txBody>
      <dsp:txXfrm>
        <a:off x="3968" y="1580560"/>
        <a:ext cx="2706687" cy="352026"/>
      </dsp:txXfrm>
    </dsp:sp>
    <dsp:sp modelId="{E150BDF5-66B0-4FE2-B380-1EBC9320ED76}">
      <dsp:nvSpPr>
        <dsp:cNvPr id="0" name=""/>
        <dsp:cNvSpPr/>
      </dsp:nvSpPr>
      <dsp:spPr>
        <a:xfrm>
          <a:off x="2710656" y="1580560"/>
          <a:ext cx="2706687" cy="352026"/>
        </a:xfrm>
        <a:prstGeom prst="rect">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49352" tIns="26670" rIns="149352" bIns="26670" numCol="1" spcCol="1270" anchor="ctr" anchorCtr="0">
          <a:noAutofit/>
        </a:bodyPr>
        <a:lstStyle/>
        <a:p>
          <a:pPr marL="0" lvl="0" indent="0" algn="ctr" defTabSz="933450">
            <a:lnSpc>
              <a:spcPct val="90000"/>
            </a:lnSpc>
            <a:spcBef>
              <a:spcPct val="0"/>
            </a:spcBef>
            <a:spcAft>
              <a:spcPct val="35000"/>
            </a:spcAft>
            <a:buNone/>
          </a:pPr>
          <a:r>
            <a:rPr lang="en-US" sz="2100" kern="1200" dirty="0">
              <a:solidFill>
                <a:schemeClr val="tx2"/>
              </a:solidFill>
            </a:rPr>
            <a:t>Some text here</a:t>
          </a:r>
        </a:p>
      </dsp:txBody>
      <dsp:txXfrm>
        <a:off x="2710656" y="1580560"/>
        <a:ext cx="2706687" cy="352026"/>
      </dsp:txXfrm>
    </dsp:sp>
    <dsp:sp modelId="{D474C809-A9BD-4097-8C25-E956F68FA6A1}">
      <dsp:nvSpPr>
        <dsp:cNvPr id="0" name=""/>
        <dsp:cNvSpPr/>
      </dsp:nvSpPr>
      <dsp:spPr>
        <a:xfrm>
          <a:off x="5417343" y="1580560"/>
          <a:ext cx="2706687" cy="352026"/>
        </a:xfrm>
        <a:prstGeom prst="rect">
          <a:avLst/>
        </a:prstGeom>
        <a:solidFill>
          <a:schemeClr val="accent3">
            <a:tint val="40000"/>
            <a:alpha val="90000"/>
            <a:hueOff val="0"/>
            <a:satOff val="0"/>
            <a:lumOff val="0"/>
            <a:alphaOff val="0"/>
          </a:schemeClr>
        </a:solidFill>
        <a:ln w="9525" cap="flat" cmpd="sng" algn="ctr">
          <a:solidFill>
            <a:schemeClr val="accent3">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49352" tIns="26670" rIns="149352" bIns="26670" numCol="1" spcCol="1270" anchor="ctr" anchorCtr="0">
          <a:noAutofit/>
        </a:bodyPr>
        <a:lstStyle/>
        <a:p>
          <a:pPr marL="0" lvl="0" indent="0" algn="ctr" defTabSz="933450">
            <a:lnSpc>
              <a:spcPct val="90000"/>
            </a:lnSpc>
            <a:spcBef>
              <a:spcPct val="0"/>
            </a:spcBef>
            <a:spcAft>
              <a:spcPct val="35000"/>
            </a:spcAft>
            <a:buNone/>
          </a:pPr>
          <a:r>
            <a:rPr lang="en-US" sz="2100" kern="1200">
              <a:solidFill>
                <a:schemeClr val="tx2"/>
              </a:solidFill>
            </a:rPr>
            <a:t>Some text here</a:t>
          </a:r>
          <a:endParaRPr lang="en-US" sz="2100" kern="1200" dirty="0">
            <a:solidFill>
              <a:schemeClr val="tx2"/>
            </a:solidFill>
          </a:endParaRPr>
        </a:p>
      </dsp:txBody>
      <dsp:txXfrm>
        <a:off x="5417343" y="1580560"/>
        <a:ext cx="2706687" cy="352026"/>
      </dsp:txXfrm>
    </dsp:sp>
    <dsp:sp modelId="{298EFA56-C60B-4EB4-B961-B1EDC6D2889E}">
      <dsp:nvSpPr>
        <dsp:cNvPr id="0" name=""/>
        <dsp:cNvSpPr/>
      </dsp:nvSpPr>
      <dsp:spPr>
        <a:xfrm rot="10800000">
          <a:off x="0" y="1450"/>
          <a:ext cx="8128000" cy="1177344"/>
        </a:xfrm>
        <a:prstGeom prst="upArrowCallout">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b="1" kern="1200" dirty="0">
              <a:solidFill>
                <a:schemeClr val="bg1"/>
              </a:solidFill>
            </a:rPr>
            <a:t>Lorem Ipsum</a:t>
          </a:r>
        </a:p>
      </dsp:txBody>
      <dsp:txXfrm rot="-10800000">
        <a:off x="0" y="1450"/>
        <a:ext cx="8128000" cy="413247"/>
      </dsp:txXfrm>
    </dsp:sp>
    <dsp:sp modelId="{AAAEA121-FF47-4906-A61E-ABD2B5859F06}">
      <dsp:nvSpPr>
        <dsp:cNvPr id="0" name=""/>
        <dsp:cNvSpPr/>
      </dsp:nvSpPr>
      <dsp:spPr>
        <a:xfrm>
          <a:off x="0" y="414698"/>
          <a:ext cx="2032000" cy="352026"/>
        </a:xfrm>
        <a:prstGeom prst="rect">
          <a:avLst/>
        </a:prstGeom>
        <a:solidFill>
          <a:schemeClr val="accent4">
            <a:tint val="40000"/>
            <a:alpha val="90000"/>
            <a:hueOff val="0"/>
            <a:satOff val="0"/>
            <a:lumOff val="0"/>
            <a:alphaOff val="0"/>
          </a:schemeClr>
        </a:solidFill>
        <a:ln w="9525" cap="flat" cmpd="sng" algn="ctr">
          <a:solidFill>
            <a:schemeClr val="accent4">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49352" tIns="26670" rIns="149352" bIns="26670" numCol="1" spcCol="1270" anchor="ctr" anchorCtr="0">
          <a:noAutofit/>
        </a:bodyPr>
        <a:lstStyle/>
        <a:p>
          <a:pPr marL="0" lvl="0" indent="0" algn="ctr" defTabSz="933450">
            <a:lnSpc>
              <a:spcPct val="90000"/>
            </a:lnSpc>
            <a:spcBef>
              <a:spcPct val="0"/>
            </a:spcBef>
            <a:spcAft>
              <a:spcPct val="35000"/>
            </a:spcAft>
            <a:buNone/>
          </a:pPr>
          <a:r>
            <a:rPr lang="en-US" sz="2100" kern="1200" dirty="0">
              <a:solidFill>
                <a:schemeClr val="tx2"/>
              </a:solidFill>
            </a:rPr>
            <a:t>Some text here</a:t>
          </a:r>
        </a:p>
      </dsp:txBody>
      <dsp:txXfrm>
        <a:off x="0" y="414698"/>
        <a:ext cx="2032000" cy="352026"/>
      </dsp:txXfrm>
    </dsp:sp>
    <dsp:sp modelId="{A99A24B5-5B24-4E7F-8AFF-7277E172DDEA}">
      <dsp:nvSpPr>
        <dsp:cNvPr id="0" name=""/>
        <dsp:cNvSpPr/>
      </dsp:nvSpPr>
      <dsp:spPr>
        <a:xfrm>
          <a:off x="2032000" y="414698"/>
          <a:ext cx="2032000" cy="352026"/>
        </a:xfrm>
        <a:prstGeom prst="rect">
          <a:avLst/>
        </a:prstGeom>
        <a:solidFill>
          <a:schemeClr val="accent5">
            <a:tint val="40000"/>
            <a:alpha val="90000"/>
            <a:hueOff val="0"/>
            <a:satOff val="0"/>
            <a:lumOff val="0"/>
            <a:alphaOff val="0"/>
          </a:schemeClr>
        </a:solidFill>
        <a:ln w="9525" cap="flat" cmpd="sng" algn="ctr">
          <a:solidFill>
            <a:schemeClr val="accent5">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49352" tIns="26670" rIns="149352" bIns="26670" numCol="1" spcCol="1270" anchor="ctr" anchorCtr="0">
          <a:noAutofit/>
        </a:bodyPr>
        <a:lstStyle/>
        <a:p>
          <a:pPr marL="0" lvl="0" indent="0" algn="ctr" defTabSz="933450">
            <a:lnSpc>
              <a:spcPct val="90000"/>
            </a:lnSpc>
            <a:spcBef>
              <a:spcPct val="0"/>
            </a:spcBef>
            <a:spcAft>
              <a:spcPct val="35000"/>
            </a:spcAft>
            <a:buNone/>
          </a:pPr>
          <a:r>
            <a:rPr lang="en-US" sz="2100" kern="1200" dirty="0">
              <a:solidFill>
                <a:schemeClr val="tx2"/>
              </a:solidFill>
            </a:rPr>
            <a:t>Some text here</a:t>
          </a:r>
        </a:p>
      </dsp:txBody>
      <dsp:txXfrm>
        <a:off x="2032000" y="414698"/>
        <a:ext cx="2032000" cy="352026"/>
      </dsp:txXfrm>
    </dsp:sp>
    <dsp:sp modelId="{3B9BFBE4-7413-441C-A133-D7BABAB0EEE3}">
      <dsp:nvSpPr>
        <dsp:cNvPr id="0" name=""/>
        <dsp:cNvSpPr/>
      </dsp:nvSpPr>
      <dsp:spPr>
        <a:xfrm>
          <a:off x="4064000" y="414698"/>
          <a:ext cx="2032000" cy="352026"/>
        </a:xfrm>
        <a:prstGeom prst="rect">
          <a:avLst/>
        </a:prstGeom>
        <a:solidFill>
          <a:schemeClr val="accent6">
            <a:tint val="40000"/>
            <a:alpha val="90000"/>
            <a:hueOff val="0"/>
            <a:satOff val="0"/>
            <a:lumOff val="0"/>
            <a:alphaOff val="0"/>
          </a:schemeClr>
        </a:solidFill>
        <a:ln w="9525" cap="flat" cmpd="sng" algn="ctr">
          <a:solidFill>
            <a:schemeClr val="accent6">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49352" tIns="26670" rIns="149352" bIns="26670" numCol="1" spcCol="1270" anchor="ctr" anchorCtr="0">
          <a:noAutofit/>
        </a:bodyPr>
        <a:lstStyle/>
        <a:p>
          <a:pPr marL="0" lvl="0" indent="0" algn="ctr" defTabSz="933450">
            <a:lnSpc>
              <a:spcPct val="90000"/>
            </a:lnSpc>
            <a:spcBef>
              <a:spcPct val="0"/>
            </a:spcBef>
            <a:spcAft>
              <a:spcPct val="35000"/>
            </a:spcAft>
            <a:buNone/>
          </a:pPr>
          <a:r>
            <a:rPr lang="en-US" sz="2100" kern="1200">
              <a:solidFill>
                <a:schemeClr val="accent3">
                  <a:lumMod val="50000"/>
                </a:schemeClr>
              </a:solidFill>
            </a:rPr>
            <a:t>Some text here</a:t>
          </a:r>
          <a:endParaRPr lang="en-US" sz="2100" kern="1200" dirty="0">
            <a:solidFill>
              <a:schemeClr val="accent3">
                <a:lumMod val="50000"/>
              </a:schemeClr>
            </a:solidFill>
          </a:endParaRPr>
        </a:p>
      </dsp:txBody>
      <dsp:txXfrm>
        <a:off x="4064000" y="414698"/>
        <a:ext cx="2032000" cy="352026"/>
      </dsp:txXfrm>
    </dsp:sp>
    <dsp:sp modelId="{F62B332E-A743-46F2-A044-18C76B64E3CA}">
      <dsp:nvSpPr>
        <dsp:cNvPr id="0" name=""/>
        <dsp:cNvSpPr/>
      </dsp:nvSpPr>
      <dsp:spPr>
        <a:xfrm>
          <a:off x="6095999" y="414698"/>
          <a:ext cx="2032000" cy="352026"/>
        </a:xfrm>
        <a:prstGeom prst="rect">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49352" tIns="26670" rIns="149352" bIns="26670" numCol="1" spcCol="1270" anchor="ctr" anchorCtr="0">
          <a:noAutofit/>
        </a:bodyPr>
        <a:lstStyle/>
        <a:p>
          <a:pPr marL="0" lvl="0" indent="0" algn="ctr" defTabSz="933450">
            <a:lnSpc>
              <a:spcPct val="90000"/>
            </a:lnSpc>
            <a:spcBef>
              <a:spcPct val="0"/>
            </a:spcBef>
            <a:spcAft>
              <a:spcPct val="35000"/>
            </a:spcAft>
            <a:buNone/>
          </a:pPr>
          <a:r>
            <a:rPr lang="en-US" sz="2100" kern="1200" dirty="0">
              <a:solidFill>
                <a:schemeClr val="accent3">
                  <a:lumMod val="50000"/>
                </a:schemeClr>
              </a:solidFill>
            </a:rPr>
            <a:t>Some text here</a:t>
          </a:r>
        </a:p>
      </dsp:txBody>
      <dsp:txXfrm>
        <a:off x="6095999" y="414698"/>
        <a:ext cx="2032000" cy="352026"/>
      </dsp:txXfrm>
    </dsp:sp>
  </dsp:spTree>
</dsp:drawing>
</file>

<file path=ppt/diagrams/drawing7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927E9C-6BF5-424D-B24B-B93DF292B7EC}">
      <dsp:nvSpPr>
        <dsp:cNvPr id="0" name=""/>
        <dsp:cNvSpPr/>
      </dsp:nvSpPr>
      <dsp:spPr>
        <a:xfrm>
          <a:off x="3002199" y="0"/>
          <a:ext cx="1608541" cy="1608704"/>
        </a:xfrm>
        <a:prstGeom prst="circularArrow">
          <a:avLst>
            <a:gd name="adj1" fmla="val 10980"/>
            <a:gd name="adj2" fmla="val 1142322"/>
            <a:gd name="adj3" fmla="val 4500000"/>
            <a:gd name="adj4" fmla="val 10800000"/>
            <a:gd name="adj5" fmla="val 125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4965DA0E-EB56-44E1-BA56-A276DE00EA8D}">
      <dsp:nvSpPr>
        <dsp:cNvPr id="0" name=""/>
        <dsp:cNvSpPr/>
      </dsp:nvSpPr>
      <dsp:spPr>
        <a:xfrm>
          <a:off x="4608327" y="477364"/>
          <a:ext cx="964340" cy="6398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890" tIns="8890" rIns="8890" bIns="8890" numCol="1" spcCol="1270" anchor="ctr" anchorCtr="0">
          <a:noAutofit/>
        </a:bodyPr>
        <a:lstStyle/>
        <a:p>
          <a:pPr marL="57150" lvl="1" indent="-57150" algn="l" defTabSz="488950">
            <a:lnSpc>
              <a:spcPct val="90000"/>
            </a:lnSpc>
            <a:spcBef>
              <a:spcPct val="0"/>
            </a:spcBef>
            <a:spcAft>
              <a:spcPct val="15000"/>
            </a:spcAft>
            <a:buChar char="•"/>
          </a:pPr>
          <a:r>
            <a:rPr lang="en-US" sz="1100" kern="1200" dirty="0"/>
            <a:t>Some text here</a:t>
          </a:r>
        </a:p>
        <a:p>
          <a:pPr marL="57150" lvl="1" indent="-57150" algn="l" defTabSz="488950">
            <a:lnSpc>
              <a:spcPct val="90000"/>
            </a:lnSpc>
            <a:spcBef>
              <a:spcPct val="0"/>
            </a:spcBef>
            <a:spcAft>
              <a:spcPct val="15000"/>
            </a:spcAft>
            <a:buChar char="•"/>
          </a:pPr>
          <a:r>
            <a:rPr lang="en-US" sz="1100" kern="1200" dirty="0"/>
            <a:t>Some text here</a:t>
          </a:r>
        </a:p>
      </dsp:txBody>
      <dsp:txXfrm>
        <a:off x="4608327" y="477364"/>
        <a:ext cx="964340" cy="639898"/>
      </dsp:txXfrm>
    </dsp:sp>
    <dsp:sp modelId="{7EFABF08-E7D4-4707-ACDD-77BC03A1FFB5}">
      <dsp:nvSpPr>
        <dsp:cNvPr id="0" name=""/>
        <dsp:cNvSpPr/>
      </dsp:nvSpPr>
      <dsp:spPr>
        <a:xfrm>
          <a:off x="3357340" y="582307"/>
          <a:ext cx="897657" cy="4487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1500" kern="1200" dirty="0"/>
            <a:t>Lorem Ipsum</a:t>
          </a:r>
        </a:p>
      </dsp:txBody>
      <dsp:txXfrm>
        <a:off x="3357340" y="582307"/>
        <a:ext cx="897657" cy="448782"/>
      </dsp:txXfrm>
    </dsp:sp>
    <dsp:sp modelId="{3871236D-6193-48B2-8782-F6394283E258}">
      <dsp:nvSpPr>
        <dsp:cNvPr id="0" name=""/>
        <dsp:cNvSpPr/>
      </dsp:nvSpPr>
      <dsp:spPr>
        <a:xfrm>
          <a:off x="2555332" y="924440"/>
          <a:ext cx="1608541" cy="1608704"/>
        </a:xfrm>
        <a:prstGeom prst="leftCircularArrow">
          <a:avLst>
            <a:gd name="adj1" fmla="val 10980"/>
            <a:gd name="adj2" fmla="val 1142322"/>
            <a:gd name="adj3" fmla="val 6300000"/>
            <a:gd name="adj4" fmla="val 18900000"/>
            <a:gd name="adj5" fmla="val 125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84A7170C-0F6E-4F7D-88F1-4BCB7EAFA90A}">
      <dsp:nvSpPr>
        <dsp:cNvPr id="0" name=""/>
        <dsp:cNvSpPr/>
      </dsp:nvSpPr>
      <dsp:spPr>
        <a:xfrm>
          <a:off x="4169003" y="1412895"/>
          <a:ext cx="964340" cy="6398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890" tIns="8890" rIns="8890" bIns="8890" numCol="1" spcCol="1270" anchor="ctr" anchorCtr="0">
          <a:noAutofit/>
        </a:bodyPr>
        <a:lstStyle/>
        <a:p>
          <a:pPr marL="57150" lvl="1" indent="-57150" algn="l" defTabSz="488950">
            <a:lnSpc>
              <a:spcPct val="90000"/>
            </a:lnSpc>
            <a:spcBef>
              <a:spcPct val="0"/>
            </a:spcBef>
            <a:spcAft>
              <a:spcPct val="15000"/>
            </a:spcAft>
            <a:buChar char="•"/>
          </a:pPr>
          <a:r>
            <a:rPr lang="en-US" sz="1100" kern="1200" dirty="0"/>
            <a:t>Some text here</a:t>
          </a:r>
        </a:p>
        <a:p>
          <a:pPr marL="57150" lvl="1" indent="-57150" algn="l" defTabSz="488950">
            <a:lnSpc>
              <a:spcPct val="90000"/>
            </a:lnSpc>
            <a:spcBef>
              <a:spcPct val="0"/>
            </a:spcBef>
            <a:spcAft>
              <a:spcPct val="15000"/>
            </a:spcAft>
            <a:buChar char="•"/>
          </a:pPr>
          <a:r>
            <a:rPr lang="en-US" sz="1100" kern="1200"/>
            <a:t>Some text here</a:t>
          </a:r>
          <a:endParaRPr lang="en-US" sz="1100" kern="1200" dirty="0"/>
        </a:p>
      </dsp:txBody>
      <dsp:txXfrm>
        <a:off x="4169003" y="1412895"/>
        <a:ext cx="964340" cy="639898"/>
      </dsp:txXfrm>
    </dsp:sp>
    <dsp:sp modelId="{FB4A4C86-447F-40E7-831E-1C5635ED2C09}">
      <dsp:nvSpPr>
        <dsp:cNvPr id="0" name=""/>
        <dsp:cNvSpPr/>
      </dsp:nvSpPr>
      <dsp:spPr>
        <a:xfrm>
          <a:off x="2908662" y="1508454"/>
          <a:ext cx="897657" cy="4487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1500" kern="1200" dirty="0"/>
            <a:t>Lorem Ipsum</a:t>
          </a:r>
        </a:p>
      </dsp:txBody>
      <dsp:txXfrm>
        <a:off x="2908662" y="1508454"/>
        <a:ext cx="897657" cy="448782"/>
      </dsp:txXfrm>
    </dsp:sp>
    <dsp:sp modelId="{4C02A0E1-75B1-446C-9E56-A67B78F6353B}">
      <dsp:nvSpPr>
        <dsp:cNvPr id="0" name=""/>
        <dsp:cNvSpPr/>
      </dsp:nvSpPr>
      <dsp:spPr>
        <a:xfrm>
          <a:off x="3002199" y="1852292"/>
          <a:ext cx="1608541" cy="1608704"/>
        </a:xfrm>
        <a:prstGeom prst="circularArrow">
          <a:avLst>
            <a:gd name="adj1" fmla="val 10980"/>
            <a:gd name="adj2" fmla="val 1142322"/>
            <a:gd name="adj3" fmla="val 4500000"/>
            <a:gd name="adj4" fmla="val 13500000"/>
            <a:gd name="adj5" fmla="val 1250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385C2AE5-B4B5-4D8C-8D4A-C0E115927DCE}">
      <dsp:nvSpPr>
        <dsp:cNvPr id="0" name=""/>
        <dsp:cNvSpPr/>
      </dsp:nvSpPr>
      <dsp:spPr>
        <a:xfrm>
          <a:off x="4608327" y="2329657"/>
          <a:ext cx="964340" cy="6398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890" tIns="8890" rIns="8890" bIns="8890" numCol="1" spcCol="1270" anchor="ctr" anchorCtr="0">
          <a:noAutofit/>
        </a:bodyPr>
        <a:lstStyle/>
        <a:p>
          <a:pPr marL="57150" lvl="1" indent="-57150" algn="l" defTabSz="488950">
            <a:lnSpc>
              <a:spcPct val="90000"/>
            </a:lnSpc>
            <a:spcBef>
              <a:spcPct val="0"/>
            </a:spcBef>
            <a:spcAft>
              <a:spcPct val="15000"/>
            </a:spcAft>
            <a:buChar char="•"/>
          </a:pPr>
          <a:r>
            <a:rPr lang="en-US" sz="1100" kern="1200" dirty="0"/>
            <a:t>Some text here</a:t>
          </a:r>
        </a:p>
        <a:p>
          <a:pPr marL="57150" lvl="1" indent="-57150" algn="l" defTabSz="488950">
            <a:lnSpc>
              <a:spcPct val="90000"/>
            </a:lnSpc>
            <a:spcBef>
              <a:spcPct val="0"/>
            </a:spcBef>
            <a:spcAft>
              <a:spcPct val="15000"/>
            </a:spcAft>
            <a:buChar char="•"/>
          </a:pPr>
          <a:r>
            <a:rPr lang="en-US" sz="1100" kern="1200" dirty="0"/>
            <a:t>Some text here</a:t>
          </a:r>
        </a:p>
      </dsp:txBody>
      <dsp:txXfrm>
        <a:off x="4608327" y="2329657"/>
        <a:ext cx="964340" cy="639898"/>
      </dsp:txXfrm>
    </dsp:sp>
    <dsp:sp modelId="{F25CF4A3-35FD-4235-9F61-FF489121F574}">
      <dsp:nvSpPr>
        <dsp:cNvPr id="0" name=""/>
        <dsp:cNvSpPr/>
      </dsp:nvSpPr>
      <dsp:spPr>
        <a:xfrm>
          <a:off x="3357340" y="2434600"/>
          <a:ext cx="897657" cy="4487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1500" kern="1200" dirty="0"/>
            <a:t>Lorem Ipsum</a:t>
          </a:r>
        </a:p>
      </dsp:txBody>
      <dsp:txXfrm>
        <a:off x="3357340" y="2434600"/>
        <a:ext cx="897657" cy="448782"/>
      </dsp:txXfrm>
    </dsp:sp>
    <dsp:sp modelId="{CC906567-A776-43A5-AD0D-93A3E372EC50}">
      <dsp:nvSpPr>
        <dsp:cNvPr id="0" name=""/>
        <dsp:cNvSpPr/>
      </dsp:nvSpPr>
      <dsp:spPr>
        <a:xfrm>
          <a:off x="2669991" y="2883382"/>
          <a:ext cx="1381939" cy="1382607"/>
        </a:xfrm>
        <a:prstGeom prst="blockArc">
          <a:avLst>
            <a:gd name="adj1" fmla="val 0"/>
            <a:gd name="adj2" fmla="val 18900000"/>
            <a:gd name="adj3" fmla="val 1274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DA9030A2-2437-470B-8EB3-560B0C66A75D}">
      <dsp:nvSpPr>
        <dsp:cNvPr id="0" name=""/>
        <dsp:cNvSpPr/>
      </dsp:nvSpPr>
      <dsp:spPr>
        <a:xfrm>
          <a:off x="4169003" y="3255803"/>
          <a:ext cx="964340" cy="6398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890" tIns="8890" rIns="8890" bIns="8890" numCol="1" spcCol="1270" anchor="ctr" anchorCtr="0">
          <a:noAutofit/>
        </a:bodyPr>
        <a:lstStyle/>
        <a:p>
          <a:pPr marL="57150" lvl="1" indent="-57150" algn="l" defTabSz="488950">
            <a:lnSpc>
              <a:spcPct val="90000"/>
            </a:lnSpc>
            <a:spcBef>
              <a:spcPct val="0"/>
            </a:spcBef>
            <a:spcAft>
              <a:spcPct val="15000"/>
            </a:spcAft>
            <a:buChar char="•"/>
          </a:pPr>
          <a:r>
            <a:rPr lang="en-US" sz="1100" kern="1200" dirty="0"/>
            <a:t>Some text here</a:t>
          </a:r>
        </a:p>
        <a:p>
          <a:pPr marL="57150" lvl="1" indent="-57150" algn="l" defTabSz="488950">
            <a:lnSpc>
              <a:spcPct val="90000"/>
            </a:lnSpc>
            <a:spcBef>
              <a:spcPct val="0"/>
            </a:spcBef>
            <a:spcAft>
              <a:spcPct val="15000"/>
            </a:spcAft>
            <a:buChar char="•"/>
          </a:pPr>
          <a:r>
            <a:rPr lang="en-US" sz="1100" kern="1200" dirty="0"/>
            <a:t>Some text here</a:t>
          </a:r>
        </a:p>
      </dsp:txBody>
      <dsp:txXfrm>
        <a:off x="4169003" y="3255803"/>
        <a:ext cx="964340" cy="639898"/>
      </dsp:txXfrm>
    </dsp:sp>
    <dsp:sp modelId="{82C13225-4969-4EA8-9A9B-E5FE083BCE2F}">
      <dsp:nvSpPr>
        <dsp:cNvPr id="0" name=""/>
        <dsp:cNvSpPr/>
      </dsp:nvSpPr>
      <dsp:spPr>
        <a:xfrm>
          <a:off x="2908662" y="3360746"/>
          <a:ext cx="897657" cy="4487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1500" kern="1200"/>
            <a:t>Lorem Ipsum</a:t>
          </a:r>
          <a:endParaRPr lang="en-US" sz="1500" kern="1200" dirty="0"/>
        </a:p>
      </dsp:txBody>
      <dsp:txXfrm>
        <a:off x="2908662" y="3360746"/>
        <a:ext cx="897657" cy="448782"/>
      </dsp:txXfrm>
    </dsp:sp>
  </dsp:spTree>
</dsp:drawing>
</file>

<file path=ppt/diagrams/drawing7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0105D2-31C0-4D65-B3BD-B15B263E0485}">
      <dsp:nvSpPr>
        <dsp:cNvPr id="0" name=""/>
        <dsp:cNvSpPr/>
      </dsp:nvSpPr>
      <dsp:spPr>
        <a:xfrm>
          <a:off x="7143" y="424845"/>
          <a:ext cx="2135187" cy="1281112"/>
        </a:xfrm>
        <a:prstGeom prst="roundRect">
          <a:avLst>
            <a:gd name="adj" fmla="val 1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kern="1200" dirty="0"/>
            <a:t>Lorem Ipsum</a:t>
          </a:r>
        </a:p>
        <a:p>
          <a:pPr marL="171450" lvl="1" indent="-171450" algn="l" defTabSz="800100">
            <a:lnSpc>
              <a:spcPct val="90000"/>
            </a:lnSpc>
            <a:spcBef>
              <a:spcPct val="0"/>
            </a:spcBef>
            <a:spcAft>
              <a:spcPct val="15000"/>
            </a:spcAft>
            <a:buChar char="•"/>
          </a:pPr>
          <a:r>
            <a:rPr lang="en-US" sz="1800" kern="1200" dirty="0"/>
            <a:t>Some text here</a:t>
          </a:r>
        </a:p>
        <a:p>
          <a:pPr marL="171450" lvl="1" indent="-171450" algn="l" defTabSz="800100">
            <a:lnSpc>
              <a:spcPct val="90000"/>
            </a:lnSpc>
            <a:spcBef>
              <a:spcPct val="0"/>
            </a:spcBef>
            <a:spcAft>
              <a:spcPct val="15000"/>
            </a:spcAft>
            <a:buChar char="•"/>
          </a:pPr>
          <a:r>
            <a:rPr lang="en-US" sz="1800" kern="1200" dirty="0"/>
            <a:t>Some text here</a:t>
          </a:r>
        </a:p>
      </dsp:txBody>
      <dsp:txXfrm>
        <a:off x="44665" y="462367"/>
        <a:ext cx="2060143" cy="1206068"/>
      </dsp:txXfrm>
    </dsp:sp>
    <dsp:sp modelId="{EC458229-137C-457B-AAFE-75F4AD809E1D}">
      <dsp:nvSpPr>
        <dsp:cNvPr id="0" name=""/>
        <dsp:cNvSpPr/>
      </dsp:nvSpPr>
      <dsp:spPr>
        <a:xfrm>
          <a:off x="2330227" y="800638"/>
          <a:ext cx="452659" cy="529526"/>
        </a:xfrm>
        <a:prstGeom prst="rightArrow">
          <a:avLst>
            <a:gd name="adj1" fmla="val 60000"/>
            <a:gd name="adj2" fmla="val 5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a:off x="2330227" y="906543"/>
        <a:ext cx="316861" cy="317716"/>
      </dsp:txXfrm>
    </dsp:sp>
    <dsp:sp modelId="{0897C7F9-9DF5-472D-9F9B-A572F79B3763}">
      <dsp:nvSpPr>
        <dsp:cNvPr id="0" name=""/>
        <dsp:cNvSpPr/>
      </dsp:nvSpPr>
      <dsp:spPr>
        <a:xfrm>
          <a:off x="2996406" y="424845"/>
          <a:ext cx="2135187" cy="1281112"/>
        </a:xfrm>
        <a:prstGeom prst="roundRect">
          <a:avLst>
            <a:gd name="adj" fmla="val 1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kern="1200" dirty="0"/>
            <a:t>Lorem Ipsum</a:t>
          </a:r>
        </a:p>
        <a:p>
          <a:pPr marL="171450" lvl="1" indent="-171450" algn="l" defTabSz="800100">
            <a:lnSpc>
              <a:spcPct val="90000"/>
            </a:lnSpc>
            <a:spcBef>
              <a:spcPct val="0"/>
            </a:spcBef>
            <a:spcAft>
              <a:spcPct val="15000"/>
            </a:spcAft>
            <a:buChar char="•"/>
          </a:pPr>
          <a:r>
            <a:rPr lang="en-US" sz="1800" kern="1200" dirty="0"/>
            <a:t>Some text here</a:t>
          </a:r>
        </a:p>
        <a:p>
          <a:pPr marL="171450" lvl="1" indent="-171450" algn="l" defTabSz="800100">
            <a:lnSpc>
              <a:spcPct val="90000"/>
            </a:lnSpc>
            <a:spcBef>
              <a:spcPct val="0"/>
            </a:spcBef>
            <a:spcAft>
              <a:spcPct val="15000"/>
            </a:spcAft>
            <a:buChar char="•"/>
          </a:pPr>
          <a:r>
            <a:rPr lang="en-US" sz="1800" kern="1200" dirty="0"/>
            <a:t>Some text here</a:t>
          </a:r>
        </a:p>
      </dsp:txBody>
      <dsp:txXfrm>
        <a:off x="3033928" y="462367"/>
        <a:ext cx="2060143" cy="1206068"/>
      </dsp:txXfrm>
    </dsp:sp>
    <dsp:sp modelId="{39358BCF-DAED-4483-A148-ED2B0A8DA6D0}">
      <dsp:nvSpPr>
        <dsp:cNvPr id="0" name=""/>
        <dsp:cNvSpPr/>
      </dsp:nvSpPr>
      <dsp:spPr>
        <a:xfrm>
          <a:off x="5319490" y="800638"/>
          <a:ext cx="452659" cy="529526"/>
        </a:xfrm>
        <a:prstGeom prst="rightArrow">
          <a:avLst>
            <a:gd name="adj1" fmla="val 60000"/>
            <a:gd name="adj2" fmla="val 5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a:off x="5319490" y="906543"/>
        <a:ext cx="316861" cy="317716"/>
      </dsp:txXfrm>
    </dsp:sp>
    <dsp:sp modelId="{11ECDB23-7353-4CA1-B2AA-17E4BAB3B06F}">
      <dsp:nvSpPr>
        <dsp:cNvPr id="0" name=""/>
        <dsp:cNvSpPr/>
      </dsp:nvSpPr>
      <dsp:spPr>
        <a:xfrm>
          <a:off x="5985668" y="424845"/>
          <a:ext cx="2135187" cy="1281112"/>
        </a:xfrm>
        <a:prstGeom prst="roundRect">
          <a:avLst>
            <a:gd name="adj" fmla="val 1000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kern="1200" dirty="0"/>
            <a:t>Lorem Ipsum</a:t>
          </a:r>
        </a:p>
        <a:p>
          <a:pPr marL="171450" lvl="1" indent="-171450" algn="l" defTabSz="800100">
            <a:lnSpc>
              <a:spcPct val="90000"/>
            </a:lnSpc>
            <a:spcBef>
              <a:spcPct val="0"/>
            </a:spcBef>
            <a:spcAft>
              <a:spcPct val="15000"/>
            </a:spcAft>
            <a:buChar char="•"/>
          </a:pPr>
          <a:r>
            <a:rPr lang="en-US" sz="1800" kern="1200" dirty="0"/>
            <a:t>Some text here</a:t>
          </a:r>
        </a:p>
        <a:p>
          <a:pPr marL="171450" lvl="1" indent="-171450" algn="l" defTabSz="800100">
            <a:lnSpc>
              <a:spcPct val="90000"/>
            </a:lnSpc>
            <a:spcBef>
              <a:spcPct val="0"/>
            </a:spcBef>
            <a:spcAft>
              <a:spcPct val="15000"/>
            </a:spcAft>
            <a:buChar char="•"/>
          </a:pPr>
          <a:r>
            <a:rPr lang="en-US" sz="1800" kern="1200" dirty="0"/>
            <a:t>Some text here</a:t>
          </a:r>
        </a:p>
      </dsp:txBody>
      <dsp:txXfrm>
        <a:off x="6023190" y="462367"/>
        <a:ext cx="2060143" cy="1206068"/>
      </dsp:txXfrm>
    </dsp:sp>
    <dsp:sp modelId="{AA905096-BE32-41B5-83B1-FB14E1E7C8DA}">
      <dsp:nvSpPr>
        <dsp:cNvPr id="0" name=""/>
        <dsp:cNvSpPr/>
      </dsp:nvSpPr>
      <dsp:spPr>
        <a:xfrm rot="5400000">
          <a:off x="6826932" y="1855420"/>
          <a:ext cx="452659" cy="529526"/>
        </a:xfrm>
        <a:prstGeom prst="rightArrow">
          <a:avLst>
            <a:gd name="adj1" fmla="val 60000"/>
            <a:gd name="adj2" fmla="val 5000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rot="-5400000">
        <a:off x="6894404" y="1893853"/>
        <a:ext cx="317716" cy="316861"/>
      </dsp:txXfrm>
    </dsp:sp>
    <dsp:sp modelId="{6662FFC9-13E7-4FE0-8774-66CCF15FBB7B}">
      <dsp:nvSpPr>
        <dsp:cNvPr id="0" name=""/>
        <dsp:cNvSpPr/>
      </dsp:nvSpPr>
      <dsp:spPr>
        <a:xfrm>
          <a:off x="5985668" y="2560032"/>
          <a:ext cx="2135187" cy="1281112"/>
        </a:xfrm>
        <a:prstGeom prst="roundRect">
          <a:avLst>
            <a:gd name="adj" fmla="val 1000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kern="1200"/>
            <a:t>Lorem Ipsum</a:t>
          </a:r>
          <a:endParaRPr lang="en-US" sz="2300" kern="1200" dirty="0"/>
        </a:p>
        <a:p>
          <a:pPr marL="171450" lvl="1" indent="-171450" algn="l" defTabSz="800100">
            <a:lnSpc>
              <a:spcPct val="90000"/>
            </a:lnSpc>
            <a:spcBef>
              <a:spcPct val="0"/>
            </a:spcBef>
            <a:spcAft>
              <a:spcPct val="15000"/>
            </a:spcAft>
            <a:buChar char="•"/>
          </a:pPr>
          <a:r>
            <a:rPr lang="en-US" sz="1800" kern="1200" dirty="0"/>
            <a:t>Some text here</a:t>
          </a:r>
        </a:p>
        <a:p>
          <a:pPr marL="171450" lvl="1" indent="-171450" algn="l" defTabSz="800100">
            <a:lnSpc>
              <a:spcPct val="90000"/>
            </a:lnSpc>
            <a:spcBef>
              <a:spcPct val="0"/>
            </a:spcBef>
            <a:spcAft>
              <a:spcPct val="15000"/>
            </a:spcAft>
            <a:buChar char="•"/>
          </a:pPr>
          <a:r>
            <a:rPr lang="en-US" sz="1800" kern="1200" dirty="0"/>
            <a:t>Some text here</a:t>
          </a:r>
        </a:p>
      </dsp:txBody>
      <dsp:txXfrm>
        <a:off x="6023190" y="2597554"/>
        <a:ext cx="2060143" cy="1206068"/>
      </dsp:txXfrm>
    </dsp:sp>
    <dsp:sp modelId="{96731592-7B21-4452-9654-1442E831F16C}">
      <dsp:nvSpPr>
        <dsp:cNvPr id="0" name=""/>
        <dsp:cNvSpPr/>
      </dsp:nvSpPr>
      <dsp:spPr>
        <a:xfrm rot="10800000">
          <a:off x="5345112" y="2935825"/>
          <a:ext cx="452659" cy="529526"/>
        </a:xfrm>
        <a:prstGeom prst="rightArrow">
          <a:avLst>
            <a:gd name="adj1" fmla="val 60000"/>
            <a:gd name="adj2" fmla="val 5000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rot="10800000">
        <a:off x="5480910" y="3041730"/>
        <a:ext cx="316861" cy="317716"/>
      </dsp:txXfrm>
    </dsp:sp>
    <dsp:sp modelId="{C3C7E8B0-0DEB-4278-A0CF-1A169E71A9EE}">
      <dsp:nvSpPr>
        <dsp:cNvPr id="0" name=""/>
        <dsp:cNvSpPr/>
      </dsp:nvSpPr>
      <dsp:spPr>
        <a:xfrm>
          <a:off x="2996406" y="2560032"/>
          <a:ext cx="2135187" cy="1281112"/>
        </a:xfrm>
        <a:prstGeom prst="roundRect">
          <a:avLst>
            <a:gd name="adj" fmla="val 10000"/>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kern="1200"/>
            <a:t>Lorem Ipsum</a:t>
          </a:r>
          <a:endParaRPr lang="en-US" sz="2300" kern="1200" dirty="0"/>
        </a:p>
        <a:p>
          <a:pPr marL="171450" lvl="1" indent="-171450" algn="l" defTabSz="800100">
            <a:lnSpc>
              <a:spcPct val="90000"/>
            </a:lnSpc>
            <a:spcBef>
              <a:spcPct val="0"/>
            </a:spcBef>
            <a:spcAft>
              <a:spcPct val="15000"/>
            </a:spcAft>
            <a:buChar char="•"/>
          </a:pPr>
          <a:r>
            <a:rPr lang="en-US" sz="1800" kern="1200" dirty="0"/>
            <a:t>Some text here</a:t>
          </a:r>
        </a:p>
        <a:p>
          <a:pPr marL="171450" lvl="1" indent="-171450" algn="l" defTabSz="800100">
            <a:lnSpc>
              <a:spcPct val="90000"/>
            </a:lnSpc>
            <a:spcBef>
              <a:spcPct val="0"/>
            </a:spcBef>
            <a:spcAft>
              <a:spcPct val="15000"/>
            </a:spcAft>
            <a:buChar char="•"/>
          </a:pPr>
          <a:r>
            <a:rPr lang="en-US" sz="1800" kern="1200" dirty="0"/>
            <a:t>Some text here</a:t>
          </a:r>
        </a:p>
      </dsp:txBody>
      <dsp:txXfrm>
        <a:off x="3033928" y="2597554"/>
        <a:ext cx="2060143" cy="1206068"/>
      </dsp:txXfrm>
    </dsp:sp>
  </dsp:spTree>
</dsp:drawing>
</file>

<file path=ppt/diagrams/drawing7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5701AD-7DDC-45A7-B266-D3DC759C03C4}">
      <dsp:nvSpPr>
        <dsp:cNvPr id="0" name=""/>
        <dsp:cNvSpPr/>
      </dsp:nvSpPr>
      <dsp:spPr>
        <a:xfrm>
          <a:off x="2349962" y="1113879"/>
          <a:ext cx="508872" cy="91440"/>
        </a:xfrm>
        <a:custGeom>
          <a:avLst/>
          <a:gdLst/>
          <a:ahLst/>
          <a:cxnLst/>
          <a:rect l="0" t="0" r="0" b="0"/>
          <a:pathLst>
            <a:path>
              <a:moveTo>
                <a:pt x="0" y="45720"/>
              </a:moveTo>
              <a:lnTo>
                <a:pt x="508872" y="45720"/>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590911" y="1156902"/>
        <a:ext cx="26973" cy="5394"/>
      </dsp:txXfrm>
    </dsp:sp>
    <dsp:sp modelId="{EE24C1D5-EC66-49AC-848F-304964B13B56}">
      <dsp:nvSpPr>
        <dsp:cNvPr id="0" name=""/>
        <dsp:cNvSpPr/>
      </dsp:nvSpPr>
      <dsp:spPr>
        <a:xfrm>
          <a:off x="6230" y="455940"/>
          <a:ext cx="2345531" cy="1407318"/>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70688" tIns="170688" rIns="170688" bIns="170688" numCol="1" spcCol="1270" anchor="t" anchorCtr="0">
          <a:noAutofit/>
        </a:bodyPr>
        <a:lstStyle/>
        <a:p>
          <a:pPr marL="0" lvl="0" indent="0" algn="l" defTabSz="1066800">
            <a:lnSpc>
              <a:spcPct val="90000"/>
            </a:lnSpc>
            <a:spcBef>
              <a:spcPct val="0"/>
            </a:spcBef>
            <a:spcAft>
              <a:spcPct val="35000"/>
            </a:spcAft>
            <a:buNone/>
          </a:pPr>
          <a:r>
            <a:rPr lang="en-US" sz="2400" kern="1200" dirty="0"/>
            <a:t>Lorem Ipsum</a:t>
          </a:r>
        </a:p>
        <a:p>
          <a:pPr marL="171450" lvl="1" indent="-171450" algn="l" defTabSz="844550">
            <a:lnSpc>
              <a:spcPct val="90000"/>
            </a:lnSpc>
            <a:spcBef>
              <a:spcPct val="0"/>
            </a:spcBef>
            <a:spcAft>
              <a:spcPct val="15000"/>
            </a:spcAft>
            <a:buChar char="•"/>
          </a:pPr>
          <a:r>
            <a:rPr lang="en-US" sz="1900" kern="1200" dirty="0"/>
            <a:t>Some text here</a:t>
          </a:r>
        </a:p>
        <a:p>
          <a:pPr marL="171450" lvl="1" indent="-171450" algn="l" defTabSz="844550">
            <a:lnSpc>
              <a:spcPct val="90000"/>
            </a:lnSpc>
            <a:spcBef>
              <a:spcPct val="0"/>
            </a:spcBef>
            <a:spcAft>
              <a:spcPct val="15000"/>
            </a:spcAft>
            <a:buChar char="•"/>
          </a:pPr>
          <a:r>
            <a:rPr lang="en-US" sz="1900" kern="1200" dirty="0"/>
            <a:t>Some text here</a:t>
          </a:r>
        </a:p>
      </dsp:txBody>
      <dsp:txXfrm>
        <a:off x="6230" y="455940"/>
        <a:ext cx="2345531" cy="1407318"/>
      </dsp:txXfrm>
    </dsp:sp>
    <dsp:sp modelId="{F5FB5F14-C6AA-4CDD-9EEA-A188D8C35483}">
      <dsp:nvSpPr>
        <dsp:cNvPr id="0" name=""/>
        <dsp:cNvSpPr/>
      </dsp:nvSpPr>
      <dsp:spPr>
        <a:xfrm>
          <a:off x="5234965" y="1113879"/>
          <a:ext cx="508872" cy="91440"/>
        </a:xfrm>
        <a:custGeom>
          <a:avLst/>
          <a:gdLst/>
          <a:ahLst/>
          <a:cxnLst/>
          <a:rect l="0" t="0" r="0" b="0"/>
          <a:pathLst>
            <a:path>
              <a:moveTo>
                <a:pt x="0" y="45720"/>
              </a:moveTo>
              <a:lnTo>
                <a:pt x="508872" y="45720"/>
              </a:lnTo>
            </a:path>
          </a:pathLst>
        </a:custGeom>
        <a:noFill/>
        <a:ln w="9525" cap="flat" cmpd="sng" algn="ctr">
          <a:solidFill>
            <a:schemeClr val="accent3">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475914" y="1156902"/>
        <a:ext cx="26973" cy="5394"/>
      </dsp:txXfrm>
    </dsp:sp>
    <dsp:sp modelId="{514EF711-2D51-4401-9430-327A2826579F}">
      <dsp:nvSpPr>
        <dsp:cNvPr id="0" name=""/>
        <dsp:cNvSpPr/>
      </dsp:nvSpPr>
      <dsp:spPr>
        <a:xfrm>
          <a:off x="2891234" y="455940"/>
          <a:ext cx="2345531" cy="1407318"/>
        </a:xfrm>
        <a:prstGeom prst="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70688" tIns="170688" rIns="170688" bIns="170688" numCol="1" spcCol="1270" anchor="t" anchorCtr="0">
          <a:noAutofit/>
        </a:bodyPr>
        <a:lstStyle/>
        <a:p>
          <a:pPr marL="0" lvl="0" indent="0" algn="l" defTabSz="1066800">
            <a:lnSpc>
              <a:spcPct val="90000"/>
            </a:lnSpc>
            <a:spcBef>
              <a:spcPct val="0"/>
            </a:spcBef>
            <a:spcAft>
              <a:spcPct val="35000"/>
            </a:spcAft>
            <a:buNone/>
          </a:pPr>
          <a:r>
            <a:rPr lang="en-US" sz="2400" kern="1200" dirty="0"/>
            <a:t>Lorem Ipsum</a:t>
          </a:r>
        </a:p>
        <a:p>
          <a:pPr marL="171450" lvl="1" indent="-171450" algn="l" defTabSz="844550">
            <a:lnSpc>
              <a:spcPct val="90000"/>
            </a:lnSpc>
            <a:spcBef>
              <a:spcPct val="0"/>
            </a:spcBef>
            <a:spcAft>
              <a:spcPct val="15000"/>
            </a:spcAft>
            <a:buChar char="•"/>
          </a:pPr>
          <a:r>
            <a:rPr lang="en-US" sz="1900" kern="1200" dirty="0"/>
            <a:t>Some text here</a:t>
          </a:r>
        </a:p>
        <a:p>
          <a:pPr marL="171450" lvl="1" indent="-171450" algn="l" defTabSz="844550">
            <a:lnSpc>
              <a:spcPct val="90000"/>
            </a:lnSpc>
            <a:spcBef>
              <a:spcPct val="0"/>
            </a:spcBef>
            <a:spcAft>
              <a:spcPct val="15000"/>
            </a:spcAft>
            <a:buChar char="•"/>
          </a:pPr>
          <a:r>
            <a:rPr lang="en-US" sz="1900" kern="1200"/>
            <a:t>Some text here</a:t>
          </a:r>
          <a:endParaRPr lang="en-US" sz="1900" kern="1200" dirty="0"/>
        </a:p>
      </dsp:txBody>
      <dsp:txXfrm>
        <a:off x="2891234" y="455940"/>
        <a:ext cx="2345531" cy="1407318"/>
      </dsp:txXfrm>
    </dsp:sp>
    <dsp:sp modelId="{273489D8-BC2D-4179-885A-5E44EF22546E}">
      <dsp:nvSpPr>
        <dsp:cNvPr id="0" name=""/>
        <dsp:cNvSpPr/>
      </dsp:nvSpPr>
      <dsp:spPr>
        <a:xfrm>
          <a:off x="1178996" y="1861458"/>
          <a:ext cx="5770006" cy="508872"/>
        </a:xfrm>
        <a:custGeom>
          <a:avLst/>
          <a:gdLst/>
          <a:ahLst/>
          <a:cxnLst/>
          <a:rect l="0" t="0" r="0" b="0"/>
          <a:pathLst>
            <a:path>
              <a:moveTo>
                <a:pt x="5770006" y="0"/>
              </a:moveTo>
              <a:lnTo>
                <a:pt x="5770006" y="271536"/>
              </a:lnTo>
              <a:lnTo>
                <a:pt x="0" y="271536"/>
              </a:lnTo>
              <a:lnTo>
                <a:pt x="0" y="508872"/>
              </a:lnTo>
            </a:path>
          </a:pathLst>
        </a:custGeom>
        <a:noFill/>
        <a:ln w="9525" cap="flat" cmpd="sng" algn="ctr">
          <a:solidFill>
            <a:schemeClr val="accent4">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19120" y="2113197"/>
        <a:ext cx="289758" cy="5394"/>
      </dsp:txXfrm>
    </dsp:sp>
    <dsp:sp modelId="{53A3B458-AB7B-423D-A64D-05A8FE521B11}">
      <dsp:nvSpPr>
        <dsp:cNvPr id="0" name=""/>
        <dsp:cNvSpPr/>
      </dsp:nvSpPr>
      <dsp:spPr>
        <a:xfrm>
          <a:off x="5776237" y="455940"/>
          <a:ext cx="2345531" cy="1407318"/>
        </a:xfrm>
        <a:prstGeom prst="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70688" tIns="170688" rIns="170688" bIns="170688" numCol="1" spcCol="1270" anchor="t" anchorCtr="0">
          <a:noAutofit/>
        </a:bodyPr>
        <a:lstStyle/>
        <a:p>
          <a:pPr marL="0" lvl="0" indent="0" algn="l" defTabSz="1066800">
            <a:lnSpc>
              <a:spcPct val="90000"/>
            </a:lnSpc>
            <a:spcBef>
              <a:spcPct val="0"/>
            </a:spcBef>
            <a:spcAft>
              <a:spcPct val="35000"/>
            </a:spcAft>
            <a:buNone/>
          </a:pPr>
          <a:r>
            <a:rPr lang="en-US" sz="2400" kern="1200" dirty="0"/>
            <a:t>Lorem Ipsum</a:t>
          </a:r>
        </a:p>
        <a:p>
          <a:pPr marL="171450" lvl="1" indent="-171450" algn="l" defTabSz="844550">
            <a:lnSpc>
              <a:spcPct val="90000"/>
            </a:lnSpc>
            <a:spcBef>
              <a:spcPct val="0"/>
            </a:spcBef>
            <a:spcAft>
              <a:spcPct val="15000"/>
            </a:spcAft>
            <a:buChar char="•"/>
          </a:pPr>
          <a:r>
            <a:rPr lang="en-US" sz="1900" kern="1200" dirty="0"/>
            <a:t>Some text here</a:t>
          </a:r>
        </a:p>
        <a:p>
          <a:pPr marL="171450" lvl="1" indent="-171450" algn="l" defTabSz="844550">
            <a:lnSpc>
              <a:spcPct val="90000"/>
            </a:lnSpc>
            <a:spcBef>
              <a:spcPct val="0"/>
            </a:spcBef>
            <a:spcAft>
              <a:spcPct val="15000"/>
            </a:spcAft>
            <a:buChar char="•"/>
          </a:pPr>
          <a:r>
            <a:rPr lang="en-US" sz="1900" kern="1200" dirty="0"/>
            <a:t>Some text here</a:t>
          </a:r>
        </a:p>
      </dsp:txBody>
      <dsp:txXfrm>
        <a:off x="5776237" y="455940"/>
        <a:ext cx="2345531" cy="1407318"/>
      </dsp:txXfrm>
    </dsp:sp>
    <dsp:sp modelId="{A6CBFE79-A9A3-4C46-B5FE-4544F43C0A96}">
      <dsp:nvSpPr>
        <dsp:cNvPr id="0" name=""/>
        <dsp:cNvSpPr/>
      </dsp:nvSpPr>
      <dsp:spPr>
        <a:xfrm>
          <a:off x="2349962" y="3060670"/>
          <a:ext cx="508872" cy="91440"/>
        </a:xfrm>
        <a:custGeom>
          <a:avLst/>
          <a:gdLst/>
          <a:ahLst/>
          <a:cxnLst/>
          <a:rect l="0" t="0" r="0" b="0"/>
          <a:pathLst>
            <a:path>
              <a:moveTo>
                <a:pt x="0" y="45720"/>
              </a:moveTo>
              <a:lnTo>
                <a:pt x="508872" y="45720"/>
              </a:lnTo>
            </a:path>
          </a:pathLst>
        </a:custGeom>
        <a:noFill/>
        <a:ln w="9525" cap="flat" cmpd="sng" algn="ctr">
          <a:solidFill>
            <a:schemeClr val="accent5">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590911" y="3103693"/>
        <a:ext cx="26973" cy="5394"/>
      </dsp:txXfrm>
    </dsp:sp>
    <dsp:sp modelId="{C86129AE-D085-4C1C-804E-38918EA1D67C}">
      <dsp:nvSpPr>
        <dsp:cNvPr id="0" name=""/>
        <dsp:cNvSpPr/>
      </dsp:nvSpPr>
      <dsp:spPr>
        <a:xfrm>
          <a:off x="6230" y="2402731"/>
          <a:ext cx="2345531" cy="1407318"/>
        </a:xfrm>
        <a:prstGeom prst="rect">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70688" tIns="170688" rIns="170688" bIns="170688" numCol="1" spcCol="1270" anchor="t" anchorCtr="0">
          <a:noAutofit/>
        </a:bodyPr>
        <a:lstStyle/>
        <a:p>
          <a:pPr marL="0" lvl="0" indent="0" algn="l" defTabSz="1066800">
            <a:lnSpc>
              <a:spcPct val="90000"/>
            </a:lnSpc>
            <a:spcBef>
              <a:spcPct val="0"/>
            </a:spcBef>
            <a:spcAft>
              <a:spcPct val="35000"/>
            </a:spcAft>
            <a:buNone/>
          </a:pPr>
          <a:r>
            <a:rPr lang="en-US" sz="2400" kern="1200"/>
            <a:t>Lorem Ipsum</a:t>
          </a:r>
          <a:endParaRPr lang="en-US" sz="2400" kern="1200" dirty="0"/>
        </a:p>
        <a:p>
          <a:pPr marL="171450" lvl="1" indent="-171450" algn="l" defTabSz="844550">
            <a:lnSpc>
              <a:spcPct val="90000"/>
            </a:lnSpc>
            <a:spcBef>
              <a:spcPct val="0"/>
            </a:spcBef>
            <a:spcAft>
              <a:spcPct val="15000"/>
            </a:spcAft>
            <a:buChar char="•"/>
          </a:pPr>
          <a:r>
            <a:rPr lang="en-US" sz="1900" kern="1200" dirty="0"/>
            <a:t>Some text here</a:t>
          </a:r>
        </a:p>
        <a:p>
          <a:pPr marL="171450" lvl="1" indent="-171450" algn="l" defTabSz="844550">
            <a:lnSpc>
              <a:spcPct val="90000"/>
            </a:lnSpc>
            <a:spcBef>
              <a:spcPct val="0"/>
            </a:spcBef>
            <a:spcAft>
              <a:spcPct val="15000"/>
            </a:spcAft>
            <a:buChar char="•"/>
          </a:pPr>
          <a:r>
            <a:rPr lang="en-US" sz="1900" kern="1200" dirty="0"/>
            <a:t>Some text here</a:t>
          </a:r>
        </a:p>
      </dsp:txBody>
      <dsp:txXfrm>
        <a:off x="6230" y="2402731"/>
        <a:ext cx="2345531" cy="1407318"/>
      </dsp:txXfrm>
    </dsp:sp>
    <dsp:sp modelId="{AE4E2329-810C-4826-AAA9-75E224469649}">
      <dsp:nvSpPr>
        <dsp:cNvPr id="0" name=""/>
        <dsp:cNvSpPr/>
      </dsp:nvSpPr>
      <dsp:spPr>
        <a:xfrm>
          <a:off x="2891234" y="2402731"/>
          <a:ext cx="2345531" cy="1407318"/>
        </a:xfrm>
        <a:prstGeom prst="rect">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70688" tIns="170688" rIns="170688" bIns="170688" numCol="1" spcCol="1270" anchor="t" anchorCtr="0">
          <a:noAutofit/>
        </a:bodyPr>
        <a:lstStyle/>
        <a:p>
          <a:pPr marL="0" lvl="0" indent="0" algn="l" defTabSz="1066800">
            <a:lnSpc>
              <a:spcPct val="90000"/>
            </a:lnSpc>
            <a:spcBef>
              <a:spcPct val="0"/>
            </a:spcBef>
            <a:spcAft>
              <a:spcPct val="35000"/>
            </a:spcAft>
            <a:buNone/>
          </a:pPr>
          <a:r>
            <a:rPr lang="en-US" sz="2400" kern="1200"/>
            <a:t>Lorem Ipsum</a:t>
          </a:r>
          <a:endParaRPr lang="en-US" sz="2400" kern="1200" dirty="0"/>
        </a:p>
        <a:p>
          <a:pPr marL="171450" lvl="1" indent="-171450" algn="l" defTabSz="844550">
            <a:lnSpc>
              <a:spcPct val="90000"/>
            </a:lnSpc>
            <a:spcBef>
              <a:spcPct val="0"/>
            </a:spcBef>
            <a:spcAft>
              <a:spcPct val="15000"/>
            </a:spcAft>
            <a:buChar char="•"/>
          </a:pPr>
          <a:r>
            <a:rPr lang="en-US" sz="1900" kern="1200" dirty="0"/>
            <a:t>Some text here</a:t>
          </a:r>
        </a:p>
        <a:p>
          <a:pPr marL="171450" lvl="1" indent="-171450" algn="l" defTabSz="844550">
            <a:lnSpc>
              <a:spcPct val="90000"/>
            </a:lnSpc>
            <a:spcBef>
              <a:spcPct val="0"/>
            </a:spcBef>
            <a:spcAft>
              <a:spcPct val="15000"/>
            </a:spcAft>
            <a:buChar char="•"/>
          </a:pPr>
          <a:r>
            <a:rPr lang="en-US" sz="1900" kern="1200" dirty="0"/>
            <a:t>Some text here</a:t>
          </a:r>
        </a:p>
      </dsp:txBody>
      <dsp:txXfrm>
        <a:off x="2891234" y="2402731"/>
        <a:ext cx="2345531" cy="1407318"/>
      </dsp:txXfrm>
    </dsp:sp>
  </dsp:spTree>
</dsp:drawing>
</file>

<file path=ppt/diagrams/drawing7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8249C3-4A73-4D5F-9305-861CF5E59FF8}">
      <dsp:nvSpPr>
        <dsp:cNvPr id="0" name=""/>
        <dsp:cNvSpPr/>
      </dsp:nvSpPr>
      <dsp:spPr>
        <a:xfrm rot="5400000">
          <a:off x="1352770" y="970231"/>
          <a:ext cx="1513520" cy="182701"/>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398CD0D4-8817-435E-B34C-8F504BBCDC84}">
      <dsp:nvSpPr>
        <dsp:cNvPr id="0" name=""/>
        <dsp:cNvSpPr/>
      </dsp:nvSpPr>
      <dsp:spPr>
        <a:xfrm>
          <a:off x="1699031" y="1478"/>
          <a:ext cx="2030015" cy="1218009"/>
        </a:xfrm>
        <a:prstGeom prst="roundRect">
          <a:avLst>
            <a:gd name="adj" fmla="val 1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dirty="0"/>
            <a:t>Lorem Ipsum</a:t>
          </a:r>
        </a:p>
        <a:p>
          <a:pPr marL="171450" lvl="1" indent="-171450" algn="l" defTabSz="755650">
            <a:lnSpc>
              <a:spcPct val="90000"/>
            </a:lnSpc>
            <a:spcBef>
              <a:spcPct val="0"/>
            </a:spcBef>
            <a:spcAft>
              <a:spcPct val="15000"/>
            </a:spcAft>
            <a:buChar char="•"/>
          </a:pPr>
          <a:r>
            <a:rPr lang="en-US" sz="1700" kern="1200" dirty="0"/>
            <a:t>Some text here</a:t>
          </a:r>
        </a:p>
        <a:p>
          <a:pPr marL="171450" lvl="1" indent="-171450" algn="l" defTabSz="755650">
            <a:lnSpc>
              <a:spcPct val="90000"/>
            </a:lnSpc>
            <a:spcBef>
              <a:spcPct val="0"/>
            </a:spcBef>
            <a:spcAft>
              <a:spcPct val="15000"/>
            </a:spcAft>
            <a:buChar char="•"/>
          </a:pPr>
          <a:r>
            <a:rPr lang="en-US" sz="1700" kern="1200" dirty="0"/>
            <a:t>Some text here</a:t>
          </a:r>
        </a:p>
      </dsp:txBody>
      <dsp:txXfrm>
        <a:off x="1734705" y="37152"/>
        <a:ext cx="1958667" cy="1146661"/>
      </dsp:txXfrm>
    </dsp:sp>
    <dsp:sp modelId="{9502831D-5192-451D-BF33-1D8878DB3A4C}">
      <dsp:nvSpPr>
        <dsp:cNvPr id="0" name=""/>
        <dsp:cNvSpPr/>
      </dsp:nvSpPr>
      <dsp:spPr>
        <a:xfrm rot="5400000">
          <a:off x="1352770" y="2492743"/>
          <a:ext cx="1513520" cy="182701"/>
        </a:xfrm>
        <a:prstGeom prst="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F236D8E5-A0DE-49F2-8630-974BB67F146F}">
      <dsp:nvSpPr>
        <dsp:cNvPr id="0" name=""/>
        <dsp:cNvSpPr/>
      </dsp:nvSpPr>
      <dsp:spPr>
        <a:xfrm>
          <a:off x="1699031" y="1523990"/>
          <a:ext cx="2030015" cy="1218009"/>
        </a:xfrm>
        <a:prstGeom prst="roundRect">
          <a:avLst>
            <a:gd name="adj" fmla="val 1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dirty="0"/>
            <a:t>Lorem Ipsum</a:t>
          </a:r>
        </a:p>
        <a:p>
          <a:pPr marL="171450" lvl="1" indent="-171450" algn="l" defTabSz="755650">
            <a:lnSpc>
              <a:spcPct val="90000"/>
            </a:lnSpc>
            <a:spcBef>
              <a:spcPct val="0"/>
            </a:spcBef>
            <a:spcAft>
              <a:spcPct val="15000"/>
            </a:spcAft>
            <a:buChar char="•"/>
          </a:pPr>
          <a:r>
            <a:rPr lang="en-US" sz="1700" kern="1200" dirty="0"/>
            <a:t>Some text here</a:t>
          </a:r>
        </a:p>
        <a:p>
          <a:pPr marL="171450" lvl="1" indent="-171450" algn="l" defTabSz="755650">
            <a:lnSpc>
              <a:spcPct val="90000"/>
            </a:lnSpc>
            <a:spcBef>
              <a:spcPct val="0"/>
            </a:spcBef>
            <a:spcAft>
              <a:spcPct val="15000"/>
            </a:spcAft>
            <a:buChar char="•"/>
          </a:pPr>
          <a:r>
            <a:rPr lang="en-US" sz="1700" kern="1200"/>
            <a:t>Some text here</a:t>
          </a:r>
          <a:endParaRPr lang="en-US" sz="1700" kern="1200" dirty="0"/>
        </a:p>
      </dsp:txBody>
      <dsp:txXfrm>
        <a:off x="1734705" y="1559664"/>
        <a:ext cx="1958667" cy="1146661"/>
      </dsp:txXfrm>
    </dsp:sp>
    <dsp:sp modelId="{0EFFFB23-6205-4C49-858D-9E3F9B71638A}">
      <dsp:nvSpPr>
        <dsp:cNvPr id="0" name=""/>
        <dsp:cNvSpPr/>
      </dsp:nvSpPr>
      <dsp:spPr>
        <a:xfrm>
          <a:off x="2114026" y="3253999"/>
          <a:ext cx="2690929" cy="182701"/>
        </a:xfrm>
        <a:prstGeom prst="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9CEB37A4-C8B7-43DC-95A1-A4DDD8FCB65E}">
      <dsp:nvSpPr>
        <dsp:cNvPr id="0" name=""/>
        <dsp:cNvSpPr/>
      </dsp:nvSpPr>
      <dsp:spPr>
        <a:xfrm>
          <a:off x="1699031" y="3046502"/>
          <a:ext cx="2030015" cy="1218009"/>
        </a:xfrm>
        <a:prstGeom prst="roundRect">
          <a:avLst>
            <a:gd name="adj" fmla="val 1000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dirty="0"/>
            <a:t>Lorem Ipsum</a:t>
          </a:r>
        </a:p>
        <a:p>
          <a:pPr marL="171450" lvl="1" indent="-171450" algn="l" defTabSz="755650">
            <a:lnSpc>
              <a:spcPct val="90000"/>
            </a:lnSpc>
            <a:spcBef>
              <a:spcPct val="0"/>
            </a:spcBef>
            <a:spcAft>
              <a:spcPct val="15000"/>
            </a:spcAft>
            <a:buChar char="•"/>
          </a:pPr>
          <a:r>
            <a:rPr lang="en-US" sz="1700" kern="1200" dirty="0"/>
            <a:t>Some text here</a:t>
          </a:r>
        </a:p>
        <a:p>
          <a:pPr marL="171450" lvl="1" indent="-171450" algn="l" defTabSz="755650">
            <a:lnSpc>
              <a:spcPct val="90000"/>
            </a:lnSpc>
            <a:spcBef>
              <a:spcPct val="0"/>
            </a:spcBef>
            <a:spcAft>
              <a:spcPct val="15000"/>
            </a:spcAft>
            <a:buChar char="•"/>
          </a:pPr>
          <a:r>
            <a:rPr lang="en-US" sz="1700" kern="1200" dirty="0"/>
            <a:t>Some text here</a:t>
          </a:r>
        </a:p>
      </dsp:txBody>
      <dsp:txXfrm>
        <a:off x="1734705" y="3082176"/>
        <a:ext cx="1958667" cy="1146661"/>
      </dsp:txXfrm>
    </dsp:sp>
    <dsp:sp modelId="{5B9375D6-C05B-42F8-B0E9-3CA37CE69793}">
      <dsp:nvSpPr>
        <dsp:cNvPr id="0" name=""/>
        <dsp:cNvSpPr/>
      </dsp:nvSpPr>
      <dsp:spPr>
        <a:xfrm rot="16200000">
          <a:off x="4052691" y="2492743"/>
          <a:ext cx="1513520" cy="182701"/>
        </a:xfrm>
        <a:prstGeom prst="rect">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A4F10F45-6478-4668-9468-761A67DB8F18}">
      <dsp:nvSpPr>
        <dsp:cNvPr id="0" name=""/>
        <dsp:cNvSpPr/>
      </dsp:nvSpPr>
      <dsp:spPr>
        <a:xfrm>
          <a:off x="4398952" y="3046502"/>
          <a:ext cx="2030015" cy="1218009"/>
        </a:xfrm>
        <a:prstGeom prst="roundRect">
          <a:avLst>
            <a:gd name="adj" fmla="val 1000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Lorem Ipsum</a:t>
          </a:r>
          <a:endParaRPr lang="en-US" sz="2200" kern="1200" dirty="0"/>
        </a:p>
        <a:p>
          <a:pPr marL="171450" lvl="1" indent="-171450" algn="l" defTabSz="755650">
            <a:lnSpc>
              <a:spcPct val="90000"/>
            </a:lnSpc>
            <a:spcBef>
              <a:spcPct val="0"/>
            </a:spcBef>
            <a:spcAft>
              <a:spcPct val="15000"/>
            </a:spcAft>
            <a:buChar char="•"/>
          </a:pPr>
          <a:r>
            <a:rPr lang="en-US" sz="1700" kern="1200" dirty="0"/>
            <a:t>Some text here</a:t>
          </a:r>
        </a:p>
        <a:p>
          <a:pPr marL="171450" lvl="1" indent="-171450" algn="l" defTabSz="755650">
            <a:lnSpc>
              <a:spcPct val="90000"/>
            </a:lnSpc>
            <a:spcBef>
              <a:spcPct val="0"/>
            </a:spcBef>
            <a:spcAft>
              <a:spcPct val="15000"/>
            </a:spcAft>
            <a:buChar char="•"/>
          </a:pPr>
          <a:r>
            <a:rPr lang="en-US" sz="1700" kern="1200" dirty="0"/>
            <a:t>Some text here</a:t>
          </a:r>
        </a:p>
      </dsp:txBody>
      <dsp:txXfrm>
        <a:off x="4434626" y="3082176"/>
        <a:ext cx="1958667" cy="1146661"/>
      </dsp:txXfrm>
    </dsp:sp>
    <dsp:sp modelId="{57B3B99B-6A6F-4789-B0F4-0D68073C8098}">
      <dsp:nvSpPr>
        <dsp:cNvPr id="0" name=""/>
        <dsp:cNvSpPr/>
      </dsp:nvSpPr>
      <dsp:spPr>
        <a:xfrm>
          <a:off x="4398952" y="1523990"/>
          <a:ext cx="2030015" cy="1218009"/>
        </a:xfrm>
        <a:prstGeom prst="roundRect">
          <a:avLst>
            <a:gd name="adj" fmla="val 10000"/>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Lorem Ipsum</a:t>
          </a:r>
          <a:endParaRPr lang="en-US" sz="2200" kern="1200" dirty="0"/>
        </a:p>
        <a:p>
          <a:pPr marL="171450" lvl="1" indent="-171450" algn="l" defTabSz="755650">
            <a:lnSpc>
              <a:spcPct val="90000"/>
            </a:lnSpc>
            <a:spcBef>
              <a:spcPct val="0"/>
            </a:spcBef>
            <a:spcAft>
              <a:spcPct val="15000"/>
            </a:spcAft>
            <a:buChar char="•"/>
          </a:pPr>
          <a:r>
            <a:rPr lang="en-US" sz="1700" kern="1200" dirty="0"/>
            <a:t>Some text here</a:t>
          </a:r>
        </a:p>
        <a:p>
          <a:pPr marL="171450" lvl="1" indent="-171450" algn="l" defTabSz="755650">
            <a:lnSpc>
              <a:spcPct val="90000"/>
            </a:lnSpc>
            <a:spcBef>
              <a:spcPct val="0"/>
            </a:spcBef>
            <a:spcAft>
              <a:spcPct val="15000"/>
            </a:spcAft>
            <a:buChar char="•"/>
          </a:pPr>
          <a:r>
            <a:rPr lang="en-US" sz="1700" kern="1200" dirty="0"/>
            <a:t>Some text here</a:t>
          </a:r>
        </a:p>
      </dsp:txBody>
      <dsp:txXfrm>
        <a:off x="4434626" y="1559664"/>
        <a:ext cx="1958667" cy="1146661"/>
      </dsp:txXfrm>
    </dsp:sp>
  </dsp:spTree>
</dsp:drawing>
</file>

<file path=ppt/diagrams/drawing7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D1E347-968C-4CCA-BD11-C2E353789CB8}">
      <dsp:nvSpPr>
        <dsp:cNvPr id="0" name=""/>
        <dsp:cNvSpPr/>
      </dsp:nvSpPr>
      <dsp:spPr>
        <a:xfrm>
          <a:off x="4524" y="1185257"/>
          <a:ext cx="1579562" cy="1895474"/>
        </a:xfrm>
        <a:prstGeom prst="roundRect">
          <a:avLst>
            <a:gd name="adj" fmla="val 5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61722" rIns="80010" bIns="0" numCol="1" spcCol="1270" anchor="t" anchorCtr="0">
          <a:noAutofit/>
        </a:bodyPr>
        <a:lstStyle/>
        <a:p>
          <a:pPr marL="0" lvl="0" indent="0" algn="r" defTabSz="800100">
            <a:lnSpc>
              <a:spcPct val="90000"/>
            </a:lnSpc>
            <a:spcBef>
              <a:spcPct val="0"/>
            </a:spcBef>
            <a:spcAft>
              <a:spcPct val="35000"/>
            </a:spcAft>
            <a:buNone/>
          </a:pPr>
          <a:r>
            <a:rPr lang="en-US" sz="1800" kern="1200" dirty="0"/>
            <a:t>Lorem Ipsum</a:t>
          </a:r>
        </a:p>
      </dsp:txBody>
      <dsp:txXfrm rot="16200000">
        <a:off x="-614664" y="1804445"/>
        <a:ext cx="1554289" cy="315912"/>
      </dsp:txXfrm>
    </dsp:sp>
    <dsp:sp modelId="{FAAF1218-6F9D-495B-B296-8F6DB7837A0E}">
      <dsp:nvSpPr>
        <dsp:cNvPr id="0" name=""/>
        <dsp:cNvSpPr/>
      </dsp:nvSpPr>
      <dsp:spPr>
        <a:xfrm>
          <a:off x="320436" y="1185257"/>
          <a:ext cx="1176774" cy="1895474"/>
        </a:xfrm>
        <a:prstGeom prst="rect">
          <a:avLst/>
        </a:prstGeom>
        <a:noFill/>
        <a:ln>
          <a:noFill/>
        </a:ln>
        <a:effectLst>
          <a:outerShdw blurRad="40000" dist="23000" dir="5400000" rotWithShape="0">
            <a:srgbClr val="000000">
              <a:alpha val="35000"/>
            </a:srgbClr>
          </a:outerShdw>
        </a:effectLst>
        <a:sp3d/>
      </dsp:spPr>
      <dsp:style>
        <a:lnRef idx="0">
          <a:scrgbClr r="0" g="0" b="0"/>
        </a:lnRef>
        <a:fillRef idx="3">
          <a:scrgbClr r="0" g="0" b="0"/>
        </a:fillRef>
        <a:effectRef idx="2">
          <a:scrgbClr r="0" g="0" b="0"/>
        </a:effectRef>
        <a:fontRef idx="minor">
          <a:schemeClr val="lt1"/>
        </a:fontRef>
      </dsp:style>
      <dsp:txBody>
        <a:bodyPr spcFirstLastPara="0" vert="horz" wrap="square" lIns="0" tIns="65151" rIns="0" bIns="0" numCol="1" spcCol="1270" anchor="t" anchorCtr="0">
          <a:noAutofit/>
        </a:bodyPr>
        <a:lstStyle/>
        <a:p>
          <a:pPr marL="0" lvl="0" indent="0" algn="l" defTabSz="844550">
            <a:lnSpc>
              <a:spcPct val="90000"/>
            </a:lnSpc>
            <a:spcBef>
              <a:spcPct val="0"/>
            </a:spcBef>
            <a:spcAft>
              <a:spcPct val="35000"/>
            </a:spcAft>
            <a:buNone/>
          </a:pPr>
          <a:r>
            <a:rPr lang="en-US" sz="1900" kern="1200" dirty="0"/>
            <a:t>Some text here</a:t>
          </a:r>
        </a:p>
        <a:p>
          <a:pPr marL="0" lvl="0" indent="0" algn="l" defTabSz="844550">
            <a:lnSpc>
              <a:spcPct val="90000"/>
            </a:lnSpc>
            <a:spcBef>
              <a:spcPct val="0"/>
            </a:spcBef>
            <a:spcAft>
              <a:spcPct val="35000"/>
            </a:spcAft>
            <a:buNone/>
          </a:pPr>
          <a:r>
            <a:rPr lang="en-US" sz="1900" kern="1200" dirty="0"/>
            <a:t>Some text here</a:t>
          </a:r>
        </a:p>
        <a:p>
          <a:pPr marL="0" lvl="0" indent="0" algn="l" defTabSz="844550">
            <a:lnSpc>
              <a:spcPct val="90000"/>
            </a:lnSpc>
            <a:spcBef>
              <a:spcPct val="0"/>
            </a:spcBef>
            <a:spcAft>
              <a:spcPct val="35000"/>
            </a:spcAft>
            <a:buNone/>
          </a:pPr>
          <a:r>
            <a:rPr lang="en-US" sz="1900" kern="1200"/>
            <a:t>Some text here</a:t>
          </a:r>
          <a:endParaRPr lang="en-US" sz="1900" kern="1200" dirty="0"/>
        </a:p>
      </dsp:txBody>
      <dsp:txXfrm>
        <a:off x="320436" y="1185257"/>
        <a:ext cx="1176774" cy="1895474"/>
      </dsp:txXfrm>
    </dsp:sp>
    <dsp:sp modelId="{B25625BF-A445-4944-B67C-D668903741FA}">
      <dsp:nvSpPr>
        <dsp:cNvPr id="0" name=""/>
        <dsp:cNvSpPr/>
      </dsp:nvSpPr>
      <dsp:spPr>
        <a:xfrm>
          <a:off x="1639371" y="1185257"/>
          <a:ext cx="1579562" cy="1895474"/>
        </a:xfrm>
        <a:prstGeom prst="roundRect">
          <a:avLst>
            <a:gd name="adj" fmla="val 5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61722" rIns="80010" bIns="0" numCol="1" spcCol="1270" anchor="t" anchorCtr="0">
          <a:noAutofit/>
        </a:bodyPr>
        <a:lstStyle/>
        <a:p>
          <a:pPr marL="0" lvl="0" indent="0" algn="r" defTabSz="800100">
            <a:lnSpc>
              <a:spcPct val="90000"/>
            </a:lnSpc>
            <a:spcBef>
              <a:spcPct val="0"/>
            </a:spcBef>
            <a:spcAft>
              <a:spcPct val="35000"/>
            </a:spcAft>
            <a:buNone/>
          </a:pPr>
          <a:r>
            <a:rPr lang="en-US" sz="1800" kern="1200" dirty="0"/>
            <a:t>Lorem Ipsum</a:t>
          </a:r>
        </a:p>
      </dsp:txBody>
      <dsp:txXfrm rot="16200000">
        <a:off x="1020183" y="1804445"/>
        <a:ext cx="1554289" cy="315912"/>
      </dsp:txXfrm>
    </dsp:sp>
    <dsp:sp modelId="{8AB8B753-5F5B-404B-912C-9B3329B2F089}">
      <dsp:nvSpPr>
        <dsp:cNvPr id="0" name=""/>
        <dsp:cNvSpPr/>
      </dsp:nvSpPr>
      <dsp:spPr>
        <a:xfrm rot="5400000">
          <a:off x="1507979" y="2691837"/>
          <a:ext cx="278579" cy="236934"/>
        </a:xfrm>
        <a:prstGeom prst="flowChartExtract">
          <a:avLst/>
        </a:prstGeom>
        <a:solidFill>
          <a:schemeClr val="lt1">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5E681127-DB56-4A47-844D-B6FC4FFE49BA}">
      <dsp:nvSpPr>
        <dsp:cNvPr id="0" name=""/>
        <dsp:cNvSpPr/>
      </dsp:nvSpPr>
      <dsp:spPr>
        <a:xfrm>
          <a:off x="1955284" y="1185257"/>
          <a:ext cx="1176774" cy="1895474"/>
        </a:xfrm>
        <a:prstGeom prst="rect">
          <a:avLst/>
        </a:prstGeom>
        <a:noFill/>
        <a:ln>
          <a:noFill/>
        </a:ln>
        <a:effectLst>
          <a:outerShdw blurRad="40000" dist="23000" dir="5400000" rotWithShape="0">
            <a:srgbClr val="000000">
              <a:alpha val="35000"/>
            </a:srgbClr>
          </a:outerShdw>
        </a:effectLst>
        <a:sp3d/>
      </dsp:spPr>
      <dsp:style>
        <a:lnRef idx="0">
          <a:scrgbClr r="0" g="0" b="0"/>
        </a:lnRef>
        <a:fillRef idx="3">
          <a:scrgbClr r="0" g="0" b="0"/>
        </a:fillRef>
        <a:effectRef idx="2">
          <a:scrgbClr r="0" g="0" b="0"/>
        </a:effectRef>
        <a:fontRef idx="minor">
          <a:schemeClr val="lt1"/>
        </a:fontRef>
      </dsp:style>
      <dsp:txBody>
        <a:bodyPr spcFirstLastPara="0" vert="horz" wrap="square" lIns="0" tIns="65151" rIns="0" bIns="0" numCol="1" spcCol="1270" anchor="t" anchorCtr="0">
          <a:noAutofit/>
        </a:bodyPr>
        <a:lstStyle/>
        <a:p>
          <a:pPr marL="0" lvl="0" indent="0" algn="l" defTabSz="844550">
            <a:lnSpc>
              <a:spcPct val="90000"/>
            </a:lnSpc>
            <a:spcBef>
              <a:spcPct val="0"/>
            </a:spcBef>
            <a:spcAft>
              <a:spcPct val="35000"/>
            </a:spcAft>
            <a:buNone/>
          </a:pPr>
          <a:r>
            <a:rPr lang="en-US" sz="1900" kern="1200" dirty="0"/>
            <a:t>Some text here</a:t>
          </a:r>
        </a:p>
        <a:p>
          <a:pPr marL="0" lvl="0" indent="0" algn="l" defTabSz="844550">
            <a:lnSpc>
              <a:spcPct val="90000"/>
            </a:lnSpc>
            <a:spcBef>
              <a:spcPct val="0"/>
            </a:spcBef>
            <a:spcAft>
              <a:spcPct val="35000"/>
            </a:spcAft>
            <a:buNone/>
          </a:pPr>
          <a:r>
            <a:rPr lang="en-US" sz="1900" kern="1200"/>
            <a:t>Some text here</a:t>
          </a:r>
          <a:endParaRPr lang="en-US" sz="1900" kern="1200" dirty="0"/>
        </a:p>
      </dsp:txBody>
      <dsp:txXfrm>
        <a:off x="1955284" y="1185257"/>
        <a:ext cx="1176774" cy="1895474"/>
      </dsp:txXfrm>
    </dsp:sp>
    <dsp:sp modelId="{6C474488-1D92-4F88-A6E6-3A9843191F29}">
      <dsp:nvSpPr>
        <dsp:cNvPr id="0" name=""/>
        <dsp:cNvSpPr/>
      </dsp:nvSpPr>
      <dsp:spPr>
        <a:xfrm>
          <a:off x="3274218" y="1185257"/>
          <a:ext cx="1579562" cy="1895474"/>
        </a:xfrm>
        <a:prstGeom prst="roundRect">
          <a:avLst>
            <a:gd name="adj" fmla="val 500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61722" rIns="80010" bIns="0" numCol="1" spcCol="1270" anchor="t" anchorCtr="0">
          <a:noAutofit/>
        </a:bodyPr>
        <a:lstStyle/>
        <a:p>
          <a:pPr marL="0" lvl="0" indent="0" algn="r" defTabSz="800100">
            <a:lnSpc>
              <a:spcPct val="90000"/>
            </a:lnSpc>
            <a:spcBef>
              <a:spcPct val="0"/>
            </a:spcBef>
            <a:spcAft>
              <a:spcPct val="35000"/>
            </a:spcAft>
            <a:buNone/>
          </a:pPr>
          <a:r>
            <a:rPr lang="en-US" sz="1800" kern="1200" dirty="0"/>
            <a:t>Lorem Ipsum</a:t>
          </a:r>
        </a:p>
      </dsp:txBody>
      <dsp:txXfrm rot="16200000">
        <a:off x="2655030" y="1804445"/>
        <a:ext cx="1554289" cy="315912"/>
      </dsp:txXfrm>
    </dsp:sp>
    <dsp:sp modelId="{0B8F6EC3-ABE1-4099-8313-DB66AD3F585C}">
      <dsp:nvSpPr>
        <dsp:cNvPr id="0" name=""/>
        <dsp:cNvSpPr/>
      </dsp:nvSpPr>
      <dsp:spPr>
        <a:xfrm rot="5400000">
          <a:off x="3142826" y="2691837"/>
          <a:ext cx="278579" cy="236934"/>
        </a:xfrm>
        <a:prstGeom prst="flowChartExtract">
          <a:avLst/>
        </a:prstGeom>
        <a:solidFill>
          <a:schemeClr val="lt1">
            <a:hueOff val="0"/>
            <a:satOff val="0"/>
            <a:lumOff val="0"/>
            <a:alphaOff val="0"/>
          </a:schemeClr>
        </a:solidFill>
        <a:ln w="9525" cap="flat" cmpd="sng" algn="ctr">
          <a:solidFill>
            <a:schemeClr val="accent3">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EF068BAE-88A3-41F6-9476-D35253B73C48}">
      <dsp:nvSpPr>
        <dsp:cNvPr id="0" name=""/>
        <dsp:cNvSpPr/>
      </dsp:nvSpPr>
      <dsp:spPr>
        <a:xfrm>
          <a:off x="3590131" y="1185257"/>
          <a:ext cx="1176774" cy="1895474"/>
        </a:xfrm>
        <a:prstGeom prst="rect">
          <a:avLst/>
        </a:prstGeom>
        <a:noFill/>
        <a:ln>
          <a:noFill/>
        </a:ln>
        <a:effectLst>
          <a:outerShdw blurRad="40000" dist="23000" dir="5400000" rotWithShape="0">
            <a:srgbClr val="000000">
              <a:alpha val="35000"/>
            </a:srgbClr>
          </a:outerShdw>
        </a:effectLst>
        <a:sp3d/>
      </dsp:spPr>
      <dsp:style>
        <a:lnRef idx="0">
          <a:scrgbClr r="0" g="0" b="0"/>
        </a:lnRef>
        <a:fillRef idx="3">
          <a:scrgbClr r="0" g="0" b="0"/>
        </a:fillRef>
        <a:effectRef idx="2">
          <a:scrgbClr r="0" g="0" b="0"/>
        </a:effectRef>
        <a:fontRef idx="minor">
          <a:schemeClr val="lt1"/>
        </a:fontRef>
      </dsp:style>
      <dsp:txBody>
        <a:bodyPr spcFirstLastPara="0" vert="horz" wrap="square" lIns="0" tIns="65151" rIns="0" bIns="0" numCol="1" spcCol="1270" anchor="t" anchorCtr="0">
          <a:noAutofit/>
        </a:bodyPr>
        <a:lstStyle/>
        <a:p>
          <a:pPr marL="0" lvl="0" indent="0" algn="l" defTabSz="844550">
            <a:lnSpc>
              <a:spcPct val="90000"/>
            </a:lnSpc>
            <a:spcBef>
              <a:spcPct val="0"/>
            </a:spcBef>
            <a:spcAft>
              <a:spcPct val="35000"/>
            </a:spcAft>
            <a:buNone/>
          </a:pPr>
          <a:r>
            <a:rPr lang="en-US" sz="1900" kern="1200" dirty="0"/>
            <a:t>Some text here</a:t>
          </a:r>
        </a:p>
        <a:p>
          <a:pPr marL="0" lvl="0" indent="0" algn="l" defTabSz="844550">
            <a:lnSpc>
              <a:spcPct val="90000"/>
            </a:lnSpc>
            <a:spcBef>
              <a:spcPct val="0"/>
            </a:spcBef>
            <a:spcAft>
              <a:spcPct val="35000"/>
            </a:spcAft>
            <a:buNone/>
          </a:pPr>
          <a:r>
            <a:rPr lang="en-US" sz="1900" kern="1200" dirty="0"/>
            <a:t>Some text here</a:t>
          </a:r>
        </a:p>
      </dsp:txBody>
      <dsp:txXfrm>
        <a:off x="3590131" y="1185257"/>
        <a:ext cx="1176774" cy="1895474"/>
      </dsp:txXfrm>
    </dsp:sp>
    <dsp:sp modelId="{AE4ACDCD-5C1A-434F-9949-ACEB28EA9C1D}">
      <dsp:nvSpPr>
        <dsp:cNvPr id="0" name=""/>
        <dsp:cNvSpPr/>
      </dsp:nvSpPr>
      <dsp:spPr>
        <a:xfrm>
          <a:off x="4909065" y="1185257"/>
          <a:ext cx="1579562" cy="1895474"/>
        </a:xfrm>
        <a:prstGeom prst="roundRect">
          <a:avLst>
            <a:gd name="adj" fmla="val 500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61722" rIns="80010" bIns="0" numCol="1" spcCol="1270" anchor="t" anchorCtr="0">
          <a:noAutofit/>
        </a:bodyPr>
        <a:lstStyle/>
        <a:p>
          <a:pPr marL="0" lvl="0" indent="0" algn="r" defTabSz="800100">
            <a:lnSpc>
              <a:spcPct val="90000"/>
            </a:lnSpc>
            <a:spcBef>
              <a:spcPct val="0"/>
            </a:spcBef>
            <a:spcAft>
              <a:spcPct val="35000"/>
            </a:spcAft>
            <a:buNone/>
          </a:pPr>
          <a:r>
            <a:rPr lang="en-US" sz="1800" kern="1200"/>
            <a:t>Lorem Ipsum</a:t>
          </a:r>
          <a:endParaRPr lang="en-US" sz="1800" kern="1200" dirty="0"/>
        </a:p>
      </dsp:txBody>
      <dsp:txXfrm rot="16200000">
        <a:off x="4289877" y="1804445"/>
        <a:ext cx="1554289" cy="315912"/>
      </dsp:txXfrm>
    </dsp:sp>
    <dsp:sp modelId="{85F9E174-638D-4873-B481-C88578499067}">
      <dsp:nvSpPr>
        <dsp:cNvPr id="0" name=""/>
        <dsp:cNvSpPr/>
      </dsp:nvSpPr>
      <dsp:spPr>
        <a:xfrm rot="5400000">
          <a:off x="4777673" y="2691837"/>
          <a:ext cx="278579" cy="236934"/>
        </a:xfrm>
        <a:prstGeom prst="flowChartExtract">
          <a:avLst/>
        </a:prstGeom>
        <a:solidFill>
          <a:schemeClr val="lt1">
            <a:hueOff val="0"/>
            <a:satOff val="0"/>
            <a:lumOff val="0"/>
            <a:alphaOff val="0"/>
          </a:schemeClr>
        </a:solidFill>
        <a:ln w="9525" cap="flat" cmpd="sng" algn="ctr">
          <a:solidFill>
            <a:schemeClr val="accent4">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3FDE6793-8A44-4CD5-AF8A-A34434FE1826}">
      <dsp:nvSpPr>
        <dsp:cNvPr id="0" name=""/>
        <dsp:cNvSpPr/>
      </dsp:nvSpPr>
      <dsp:spPr>
        <a:xfrm>
          <a:off x="5224978" y="1185257"/>
          <a:ext cx="1176774" cy="1895474"/>
        </a:xfrm>
        <a:prstGeom prst="rect">
          <a:avLst/>
        </a:prstGeom>
        <a:noFill/>
        <a:ln>
          <a:noFill/>
        </a:ln>
        <a:effectLst>
          <a:outerShdw blurRad="40000" dist="23000" dir="5400000" rotWithShape="0">
            <a:srgbClr val="000000">
              <a:alpha val="35000"/>
            </a:srgbClr>
          </a:outerShdw>
        </a:effectLst>
        <a:sp3d/>
      </dsp:spPr>
      <dsp:style>
        <a:lnRef idx="0">
          <a:scrgbClr r="0" g="0" b="0"/>
        </a:lnRef>
        <a:fillRef idx="3">
          <a:scrgbClr r="0" g="0" b="0"/>
        </a:fillRef>
        <a:effectRef idx="2">
          <a:scrgbClr r="0" g="0" b="0"/>
        </a:effectRef>
        <a:fontRef idx="minor">
          <a:schemeClr val="lt1"/>
        </a:fontRef>
      </dsp:style>
      <dsp:txBody>
        <a:bodyPr spcFirstLastPara="0" vert="horz" wrap="square" lIns="0" tIns="65151" rIns="0" bIns="0" numCol="1" spcCol="1270" anchor="t" anchorCtr="0">
          <a:noAutofit/>
        </a:bodyPr>
        <a:lstStyle/>
        <a:p>
          <a:pPr marL="0" lvl="0" indent="0" algn="l" defTabSz="844550">
            <a:lnSpc>
              <a:spcPct val="90000"/>
            </a:lnSpc>
            <a:spcBef>
              <a:spcPct val="0"/>
            </a:spcBef>
            <a:spcAft>
              <a:spcPct val="35000"/>
            </a:spcAft>
            <a:buNone/>
          </a:pPr>
          <a:r>
            <a:rPr lang="en-US" sz="1900" kern="1200" dirty="0"/>
            <a:t>Some text here</a:t>
          </a:r>
        </a:p>
        <a:p>
          <a:pPr marL="0" lvl="0" indent="0" algn="l" defTabSz="844550">
            <a:lnSpc>
              <a:spcPct val="90000"/>
            </a:lnSpc>
            <a:spcBef>
              <a:spcPct val="0"/>
            </a:spcBef>
            <a:spcAft>
              <a:spcPct val="35000"/>
            </a:spcAft>
            <a:buNone/>
          </a:pPr>
          <a:r>
            <a:rPr lang="en-US" sz="1900" kern="1200" dirty="0"/>
            <a:t>Some text here</a:t>
          </a:r>
        </a:p>
      </dsp:txBody>
      <dsp:txXfrm>
        <a:off x="5224978" y="1185257"/>
        <a:ext cx="1176774" cy="1895474"/>
      </dsp:txXfrm>
    </dsp:sp>
    <dsp:sp modelId="{BE274DEC-B292-4AE5-8B53-E2D19FB183FA}">
      <dsp:nvSpPr>
        <dsp:cNvPr id="0" name=""/>
        <dsp:cNvSpPr/>
      </dsp:nvSpPr>
      <dsp:spPr>
        <a:xfrm>
          <a:off x="6543913" y="1185257"/>
          <a:ext cx="1579562" cy="1895474"/>
        </a:xfrm>
        <a:prstGeom prst="roundRect">
          <a:avLst>
            <a:gd name="adj" fmla="val 5000"/>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61722" rIns="80010" bIns="0" numCol="1" spcCol="1270" anchor="t" anchorCtr="0">
          <a:noAutofit/>
        </a:bodyPr>
        <a:lstStyle/>
        <a:p>
          <a:pPr marL="0" lvl="0" indent="0" algn="r" defTabSz="800100">
            <a:lnSpc>
              <a:spcPct val="90000"/>
            </a:lnSpc>
            <a:spcBef>
              <a:spcPct val="0"/>
            </a:spcBef>
            <a:spcAft>
              <a:spcPct val="35000"/>
            </a:spcAft>
            <a:buNone/>
          </a:pPr>
          <a:r>
            <a:rPr lang="en-US" sz="1800" kern="1200"/>
            <a:t>Lorem Ipsum</a:t>
          </a:r>
          <a:endParaRPr lang="en-US" sz="1800" kern="1200" dirty="0"/>
        </a:p>
      </dsp:txBody>
      <dsp:txXfrm rot="16200000">
        <a:off x="5924724" y="1804445"/>
        <a:ext cx="1554289" cy="315912"/>
      </dsp:txXfrm>
    </dsp:sp>
    <dsp:sp modelId="{6F1FC37A-8F00-429A-ABB5-A98F69AABB37}">
      <dsp:nvSpPr>
        <dsp:cNvPr id="0" name=""/>
        <dsp:cNvSpPr/>
      </dsp:nvSpPr>
      <dsp:spPr>
        <a:xfrm rot="5400000">
          <a:off x="6412521" y="2691837"/>
          <a:ext cx="278579" cy="236934"/>
        </a:xfrm>
        <a:prstGeom prst="flowChartExtract">
          <a:avLst/>
        </a:prstGeom>
        <a:solidFill>
          <a:schemeClr val="lt1">
            <a:hueOff val="0"/>
            <a:satOff val="0"/>
            <a:lumOff val="0"/>
            <a:alphaOff val="0"/>
          </a:schemeClr>
        </a:solidFill>
        <a:ln w="9525" cap="flat" cmpd="sng" algn="ctr">
          <a:solidFill>
            <a:schemeClr val="accent5">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964A7440-54A1-40BD-B8B0-B4D5E88715FA}">
      <dsp:nvSpPr>
        <dsp:cNvPr id="0" name=""/>
        <dsp:cNvSpPr/>
      </dsp:nvSpPr>
      <dsp:spPr>
        <a:xfrm>
          <a:off x="6859825" y="1185257"/>
          <a:ext cx="1176774" cy="1895474"/>
        </a:xfrm>
        <a:prstGeom prst="rect">
          <a:avLst/>
        </a:prstGeom>
        <a:noFill/>
        <a:ln>
          <a:noFill/>
        </a:ln>
        <a:effectLst>
          <a:outerShdw blurRad="40000" dist="23000" dir="5400000" rotWithShape="0">
            <a:srgbClr val="000000">
              <a:alpha val="35000"/>
            </a:srgbClr>
          </a:outerShdw>
        </a:effectLst>
        <a:sp3d/>
      </dsp:spPr>
      <dsp:style>
        <a:lnRef idx="0">
          <a:scrgbClr r="0" g="0" b="0"/>
        </a:lnRef>
        <a:fillRef idx="3">
          <a:scrgbClr r="0" g="0" b="0"/>
        </a:fillRef>
        <a:effectRef idx="2">
          <a:scrgbClr r="0" g="0" b="0"/>
        </a:effectRef>
        <a:fontRef idx="minor">
          <a:schemeClr val="lt1"/>
        </a:fontRef>
      </dsp:style>
      <dsp:txBody>
        <a:bodyPr spcFirstLastPara="0" vert="horz" wrap="square" lIns="0" tIns="65151" rIns="0" bIns="0" numCol="1" spcCol="1270" anchor="t" anchorCtr="0">
          <a:noAutofit/>
        </a:bodyPr>
        <a:lstStyle/>
        <a:p>
          <a:pPr marL="0" lvl="0" indent="0" algn="l" defTabSz="844550">
            <a:lnSpc>
              <a:spcPct val="90000"/>
            </a:lnSpc>
            <a:spcBef>
              <a:spcPct val="0"/>
            </a:spcBef>
            <a:spcAft>
              <a:spcPct val="35000"/>
            </a:spcAft>
            <a:buNone/>
          </a:pPr>
          <a:r>
            <a:rPr lang="en-US" sz="1900" kern="1200" dirty="0"/>
            <a:t>Some text here</a:t>
          </a:r>
        </a:p>
        <a:p>
          <a:pPr marL="0" lvl="0" indent="0" algn="l" defTabSz="844550">
            <a:lnSpc>
              <a:spcPct val="90000"/>
            </a:lnSpc>
            <a:spcBef>
              <a:spcPct val="0"/>
            </a:spcBef>
            <a:spcAft>
              <a:spcPct val="35000"/>
            </a:spcAft>
            <a:buNone/>
          </a:pPr>
          <a:r>
            <a:rPr lang="en-US" sz="1900" kern="1200" dirty="0"/>
            <a:t>Some text here</a:t>
          </a:r>
        </a:p>
      </dsp:txBody>
      <dsp:txXfrm>
        <a:off x="6859825" y="1185257"/>
        <a:ext cx="1176774" cy="1895474"/>
      </dsp:txXfrm>
    </dsp:sp>
  </dsp:spTree>
</dsp:drawing>
</file>

<file path=ppt/diagrams/drawing7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7EA230-763B-448E-81D1-E79D9B59EA01}">
      <dsp:nvSpPr>
        <dsp:cNvPr id="0" name=""/>
        <dsp:cNvSpPr/>
      </dsp:nvSpPr>
      <dsp:spPr>
        <a:xfrm>
          <a:off x="2926047" y="3151478"/>
          <a:ext cx="72293" cy="72293"/>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64F47935-3DDB-45AE-99C7-7328617CE2F7}">
      <dsp:nvSpPr>
        <dsp:cNvPr id="0" name=""/>
        <dsp:cNvSpPr/>
      </dsp:nvSpPr>
      <dsp:spPr>
        <a:xfrm>
          <a:off x="2764450" y="3225211"/>
          <a:ext cx="72293" cy="72293"/>
        </a:xfrm>
        <a:prstGeom prst="ellipse">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2F753BE8-A7C5-4D63-91AC-64745B4F4652}">
      <dsp:nvSpPr>
        <dsp:cNvPr id="0" name=""/>
        <dsp:cNvSpPr/>
      </dsp:nvSpPr>
      <dsp:spPr>
        <a:xfrm>
          <a:off x="2597538" y="3285913"/>
          <a:ext cx="72293" cy="72293"/>
        </a:xfrm>
        <a:prstGeom prst="ellipse">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w="9525" cap="flat" cmpd="sng" algn="ctr">
          <a:solidFill>
            <a:schemeClr val="accent4">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D0DAA5F0-ECFA-4A5C-9570-CBD79B522E96}">
      <dsp:nvSpPr>
        <dsp:cNvPr id="0" name=""/>
        <dsp:cNvSpPr/>
      </dsp:nvSpPr>
      <dsp:spPr>
        <a:xfrm>
          <a:off x="2426373" y="3333239"/>
          <a:ext cx="72293" cy="72293"/>
        </a:xfrm>
        <a:prstGeom prst="ellipse">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w="9525" cap="flat" cmpd="sng" algn="ctr">
          <a:solidFill>
            <a:schemeClr val="accent5">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1F376BF5-FFCC-4E23-9D2E-F0F0B8A448FF}">
      <dsp:nvSpPr>
        <dsp:cNvPr id="0" name=""/>
        <dsp:cNvSpPr/>
      </dsp:nvSpPr>
      <dsp:spPr>
        <a:xfrm>
          <a:off x="3681935" y="2535545"/>
          <a:ext cx="72293" cy="72293"/>
        </a:xfrm>
        <a:prstGeom prst="ellipse">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w="9525" cap="flat" cmpd="sng" algn="ctr">
          <a:solidFill>
            <a:schemeClr val="accent6">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7746D915-B6FC-4EDF-984D-3307DB370D1F}">
      <dsp:nvSpPr>
        <dsp:cNvPr id="0" name=""/>
        <dsp:cNvSpPr/>
      </dsp:nvSpPr>
      <dsp:spPr>
        <a:xfrm>
          <a:off x="4113037" y="1631881"/>
          <a:ext cx="72293" cy="72293"/>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3B55419D-37CC-4BC4-9775-FAB1FEC24515}">
      <dsp:nvSpPr>
        <dsp:cNvPr id="0" name=""/>
        <dsp:cNvSpPr/>
      </dsp:nvSpPr>
      <dsp:spPr>
        <a:xfrm>
          <a:off x="3996623" y="504272"/>
          <a:ext cx="72293" cy="72293"/>
        </a:xfrm>
        <a:prstGeom prst="ellipse">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1809C39B-0A1D-40A3-A3C9-4A5243D7CF30}">
      <dsp:nvSpPr>
        <dsp:cNvPr id="0" name=""/>
        <dsp:cNvSpPr/>
      </dsp:nvSpPr>
      <dsp:spPr>
        <a:xfrm>
          <a:off x="4100279" y="430881"/>
          <a:ext cx="72293" cy="72293"/>
        </a:xfrm>
        <a:prstGeom prst="ellipse">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w="9525" cap="flat" cmpd="sng" algn="ctr">
          <a:solidFill>
            <a:schemeClr val="accent4">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C742C6E0-7D2E-4105-9E39-9533661C1377}">
      <dsp:nvSpPr>
        <dsp:cNvPr id="0" name=""/>
        <dsp:cNvSpPr/>
      </dsp:nvSpPr>
      <dsp:spPr>
        <a:xfrm>
          <a:off x="4203935" y="357491"/>
          <a:ext cx="72293" cy="72293"/>
        </a:xfrm>
        <a:prstGeom prst="ellipse">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w="9525" cap="flat" cmpd="sng" algn="ctr">
          <a:solidFill>
            <a:schemeClr val="accent5">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68446360-3F85-4DAA-B7FD-5D59932B0F49}">
      <dsp:nvSpPr>
        <dsp:cNvPr id="0" name=""/>
        <dsp:cNvSpPr/>
      </dsp:nvSpPr>
      <dsp:spPr>
        <a:xfrm>
          <a:off x="4307059" y="430881"/>
          <a:ext cx="72293" cy="72293"/>
        </a:xfrm>
        <a:prstGeom prst="ellipse">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w="9525" cap="flat" cmpd="sng" algn="ctr">
          <a:solidFill>
            <a:schemeClr val="accent6">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EE81A75D-EE13-4901-9368-B71B21003DC8}">
      <dsp:nvSpPr>
        <dsp:cNvPr id="0" name=""/>
        <dsp:cNvSpPr/>
      </dsp:nvSpPr>
      <dsp:spPr>
        <a:xfrm>
          <a:off x="4410714" y="504272"/>
          <a:ext cx="72293" cy="72293"/>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97AD397F-05AC-4DB2-90BA-6DB9E05F591C}">
      <dsp:nvSpPr>
        <dsp:cNvPr id="0" name=""/>
        <dsp:cNvSpPr/>
      </dsp:nvSpPr>
      <dsp:spPr>
        <a:xfrm>
          <a:off x="4203935" y="512503"/>
          <a:ext cx="72293" cy="72293"/>
        </a:xfrm>
        <a:prstGeom prst="ellipse">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298D3CB3-BCFE-4854-9CC1-7BB3EBC77BB0}">
      <dsp:nvSpPr>
        <dsp:cNvPr id="0" name=""/>
        <dsp:cNvSpPr/>
      </dsp:nvSpPr>
      <dsp:spPr>
        <a:xfrm>
          <a:off x="4203935" y="667515"/>
          <a:ext cx="72293" cy="72293"/>
        </a:xfrm>
        <a:prstGeom prst="ellipse">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w="9525" cap="flat" cmpd="sng" algn="ctr">
          <a:solidFill>
            <a:schemeClr val="accent4">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67A44CFB-0397-45E6-B46C-5F30079AA193}">
      <dsp:nvSpPr>
        <dsp:cNvPr id="0" name=""/>
        <dsp:cNvSpPr/>
      </dsp:nvSpPr>
      <dsp:spPr>
        <a:xfrm>
          <a:off x="2012282" y="3489417"/>
          <a:ext cx="1562808" cy="419080"/>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30794"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t>Lorem Ipsum</a:t>
          </a:r>
        </a:p>
      </dsp:txBody>
      <dsp:txXfrm>
        <a:off x="2032740" y="3509875"/>
        <a:ext cx="1521892" cy="378164"/>
      </dsp:txXfrm>
    </dsp:sp>
    <dsp:sp modelId="{06A4BD79-BDDC-4B46-BA56-900E0CC41076}">
      <dsp:nvSpPr>
        <dsp:cNvPr id="0" name=""/>
        <dsp:cNvSpPr/>
      </dsp:nvSpPr>
      <dsp:spPr>
        <a:xfrm>
          <a:off x="3575090" y="3489417"/>
          <a:ext cx="2973587" cy="4190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008" tIns="22860" rIns="22860" bIns="22860" numCol="1" spcCol="1270" anchor="t" anchorCtr="0">
          <a:noAutofit/>
        </a:bodyPr>
        <a:lstStyle/>
        <a:p>
          <a:pPr marL="57150" lvl="1" indent="-57150" algn="l" defTabSz="311150">
            <a:lnSpc>
              <a:spcPct val="90000"/>
            </a:lnSpc>
            <a:spcBef>
              <a:spcPct val="0"/>
            </a:spcBef>
            <a:spcAft>
              <a:spcPct val="15000"/>
            </a:spcAft>
            <a:buChar char="•"/>
          </a:pPr>
          <a:r>
            <a:rPr lang="en-US" sz="700" kern="1200" dirty="0"/>
            <a:t>Some text here</a:t>
          </a:r>
        </a:p>
        <a:p>
          <a:pPr marL="57150" lvl="1" indent="-57150" algn="l" defTabSz="311150">
            <a:lnSpc>
              <a:spcPct val="90000"/>
            </a:lnSpc>
            <a:spcBef>
              <a:spcPct val="0"/>
            </a:spcBef>
            <a:spcAft>
              <a:spcPct val="15000"/>
            </a:spcAft>
            <a:buChar char="•"/>
          </a:pPr>
          <a:r>
            <a:rPr lang="en-US" sz="700" kern="1200" dirty="0"/>
            <a:t>Some text here</a:t>
          </a:r>
        </a:p>
      </dsp:txBody>
      <dsp:txXfrm>
        <a:off x="3575090" y="3489417"/>
        <a:ext cx="2973587" cy="419080"/>
      </dsp:txXfrm>
    </dsp:sp>
    <dsp:sp modelId="{109454E1-495D-4264-8BA4-700F813EE157}">
      <dsp:nvSpPr>
        <dsp:cNvPr id="0" name=""/>
        <dsp:cNvSpPr/>
      </dsp:nvSpPr>
      <dsp:spPr>
        <a:xfrm>
          <a:off x="1579321" y="3067764"/>
          <a:ext cx="724526" cy="724646"/>
        </a:xfrm>
        <a:prstGeom prst="ellipse">
          <a:avLst/>
        </a:prstGeom>
        <a:solidFill>
          <a:schemeClr val="accent2">
            <a:tint val="5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57E4E4A2-4EFF-4C04-B3FB-F991A092CCC3}">
      <dsp:nvSpPr>
        <dsp:cNvPr id="0" name=""/>
        <dsp:cNvSpPr/>
      </dsp:nvSpPr>
      <dsp:spPr>
        <a:xfrm>
          <a:off x="3415089" y="2983571"/>
          <a:ext cx="1562808" cy="419080"/>
        </a:xfrm>
        <a:prstGeom prst="round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30794"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t>Lorem Ipsum</a:t>
          </a:r>
        </a:p>
      </dsp:txBody>
      <dsp:txXfrm>
        <a:off x="3435547" y="3004029"/>
        <a:ext cx="1521892" cy="378164"/>
      </dsp:txXfrm>
    </dsp:sp>
    <dsp:sp modelId="{F7666841-FF4B-4C53-9439-6EAB1AE04EC1}">
      <dsp:nvSpPr>
        <dsp:cNvPr id="0" name=""/>
        <dsp:cNvSpPr/>
      </dsp:nvSpPr>
      <dsp:spPr>
        <a:xfrm>
          <a:off x="4977897" y="2983571"/>
          <a:ext cx="1570781" cy="4190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008" tIns="22860" rIns="22860" bIns="22860" numCol="1" spcCol="1270" anchor="t" anchorCtr="0">
          <a:noAutofit/>
        </a:bodyPr>
        <a:lstStyle/>
        <a:p>
          <a:pPr marL="57150" lvl="1" indent="-57150" algn="l" defTabSz="311150">
            <a:lnSpc>
              <a:spcPct val="90000"/>
            </a:lnSpc>
            <a:spcBef>
              <a:spcPct val="0"/>
            </a:spcBef>
            <a:spcAft>
              <a:spcPct val="15000"/>
            </a:spcAft>
            <a:buChar char="•"/>
          </a:pPr>
          <a:r>
            <a:rPr lang="en-US" sz="700" kern="1200" dirty="0"/>
            <a:t>Some text here</a:t>
          </a:r>
        </a:p>
        <a:p>
          <a:pPr marL="57150" lvl="1" indent="-57150" algn="l" defTabSz="311150">
            <a:lnSpc>
              <a:spcPct val="90000"/>
            </a:lnSpc>
            <a:spcBef>
              <a:spcPct val="0"/>
            </a:spcBef>
            <a:spcAft>
              <a:spcPct val="15000"/>
            </a:spcAft>
            <a:buChar char="•"/>
          </a:pPr>
          <a:r>
            <a:rPr lang="en-US" sz="700" kern="1200"/>
            <a:t>Some text here</a:t>
          </a:r>
          <a:endParaRPr lang="en-US" sz="700" kern="1200" dirty="0"/>
        </a:p>
      </dsp:txBody>
      <dsp:txXfrm>
        <a:off x="4977897" y="2983571"/>
        <a:ext cx="1570781" cy="419080"/>
      </dsp:txXfrm>
    </dsp:sp>
    <dsp:sp modelId="{C78FE0F4-D159-4040-AAE5-4EBA942DA6DB}">
      <dsp:nvSpPr>
        <dsp:cNvPr id="0" name=""/>
        <dsp:cNvSpPr/>
      </dsp:nvSpPr>
      <dsp:spPr>
        <a:xfrm>
          <a:off x="2982127" y="2561918"/>
          <a:ext cx="724526" cy="724646"/>
        </a:xfrm>
        <a:prstGeom prst="ellipse">
          <a:avLst/>
        </a:prstGeom>
        <a:solidFill>
          <a:schemeClr val="accent3">
            <a:tint val="5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457A39AA-A81A-47F0-833E-1A136F40A4AC}">
      <dsp:nvSpPr>
        <dsp:cNvPr id="0" name=""/>
        <dsp:cNvSpPr/>
      </dsp:nvSpPr>
      <dsp:spPr>
        <a:xfrm>
          <a:off x="4012570" y="2185877"/>
          <a:ext cx="1562808" cy="419080"/>
        </a:xfrm>
        <a:prstGeom prst="round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30794"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t>Lorem Ipsum</a:t>
          </a:r>
        </a:p>
      </dsp:txBody>
      <dsp:txXfrm>
        <a:off x="4033028" y="2206335"/>
        <a:ext cx="1521892" cy="378164"/>
      </dsp:txXfrm>
    </dsp:sp>
    <dsp:sp modelId="{C221DB93-530B-421F-8F92-62F7D1A99AB5}">
      <dsp:nvSpPr>
        <dsp:cNvPr id="0" name=""/>
        <dsp:cNvSpPr/>
      </dsp:nvSpPr>
      <dsp:spPr>
        <a:xfrm>
          <a:off x="5575378" y="2185877"/>
          <a:ext cx="973299" cy="4190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008" tIns="22860" rIns="22860" bIns="22860" numCol="1" spcCol="1270" anchor="t" anchorCtr="0">
          <a:noAutofit/>
        </a:bodyPr>
        <a:lstStyle/>
        <a:p>
          <a:pPr marL="57150" lvl="1" indent="-57150" algn="l" defTabSz="311150">
            <a:lnSpc>
              <a:spcPct val="90000"/>
            </a:lnSpc>
            <a:spcBef>
              <a:spcPct val="0"/>
            </a:spcBef>
            <a:spcAft>
              <a:spcPct val="15000"/>
            </a:spcAft>
            <a:buChar char="•"/>
          </a:pPr>
          <a:r>
            <a:rPr lang="en-US" sz="700" kern="1200" dirty="0"/>
            <a:t>Some text here</a:t>
          </a:r>
        </a:p>
        <a:p>
          <a:pPr marL="57150" lvl="1" indent="-57150" algn="l" defTabSz="311150">
            <a:lnSpc>
              <a:spcPct val="90000"/>
            </a:lnSpc>
            <a:spcBef>
              <a:spcPct val="0"/>
            </a:spcBef>
            <a:spcAft>
              <a:spcPct val="15000"/>
            </a:spcAft>
            <a:buChar char="•"/>
          </a:pPr>
          <a:r>
            <a:rPr lang="en-US" sz="700" kern="1200" dirty="0"/>
            <a:t>Some text here</a:t>
          </a:r>
        </a:p>
      </dsp:txBody>
      <dsp:txXfrm>
        <a:off x="5575378" y="2185877"/>
        <a:ext cx="973299" cy="419080"/>
      </dsp:txXfrm>
    </dsp:sp>
    <dsp:sp modelId="{969841F4-6C2E-4B8D-8988-054115C3C2FD}">
      <dsp:nvSpPr>
        <dsp:cNvPr id="0" name=""/>
        <dsp:cNvSpPr/>
      </dsp:nvSpPr>
      <dsp:spPr>
        <a:xfrm>
          <a:off x="3579077" y="1764224"/>
          <a:ext cx="724526" cy="724646"/>
        </a:xfrm>
        <a:prstGeom prst="ellipse">
          <a:avLst/>
        </a:prstGeom>
        <a:solidFill>
          <a:schemeClr val="accent4">
            <a:tint val="5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A7919F0A-85B5-4DFE-BD83-F4E017B2ADC2}">
      <dsp:nvSpPr>
        <dsp:cNvPr id="0" name=""/>
        <dsp:cNvSpPr/>
      </dsp:nvSpPr>
      <dsp:spPr>
        <a:xfrm>
          <a:off x="4274633" y="1235572"/>
          <a:ext cx="1562808" cy="419080"/>
        </a:xfrm>
        <a:prstGeom prst="roundRect">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30794"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Lorem Ipsum</a:t>
          </a:r>
          <a:endParaRPr lang="en-US" sz="1600" kern="1200" dirty="0"/>
        </a:p>
      </dsp:txBody>
      <dsp:txXfrm>
        <a:off x="4295091" y="1256030"/>
        <a:ext cx="1521892" cy="378164"/>
      </dsp:txXfrm>
    </dsp:sp>
    <dsp:sp modelId="{1D08796A-F71E-4BC5-98A2-79AC85B2B476}">
      <dsp:nvSpPr>
        <dsp:cNvPr id="0" name=""/>
        <dsp:cNvSpPr/>
      </dsp:nvSpPr>
      <dsp:spPr>
        <a:xfrm>
          <a:off x="5837441" y="1235572"/>
          <a:ext cx="711237" cy="4190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008" tIns="22860" rIns="22860" bIns="22860" numCol="1" spcCol="1270" anchor="t" anchorCtr="0">
          <a:noAutofit/>
        </a:bodyPr>
        <a:lstStyle/>
        <a:p>
          <a:pPr marL="57150" lvl="1" indent="-57150" algn="l" defTabSz="311150">
            <a:lnSpc>
              <a:spcPct val="90000"/>
            </a:lnSpc>
            <a:spcBef>
              <a:spcPct val="0"/>
            </a:spcBef>
            <a:spcAft>
              <a:spcPct val="15000"/>
            </a:spcAft>
            <a:buChar char="•"/>
          </a:pPr>
          <a:r>
            <a:rPr lang="en-US" sz="700" kern="1200" dirty="0"/>
            <a:t>Some text here</a:t>
          </a:r>
        </a:p>
        <a:p>
          <a:pPr marL="57150" lvl="1" indent="-57150" algn="l" defTabSz="311150">
            <a:lnSpc>
              <a:spcPct val="90000"/>
            </a:lnSpc>
            <a:spcBef>
              <a:spcPct val="0"/>
            </a:spcBef>
            <a:spcAft>
              <a:spcPct val="15000"/>
            </a:spcAft>
            <a:buChar char="•"/>
          </a:pPr>
          <a:r>
            <a:rPr lang="en-US" sz="700" kern="1200" dirty="0"/>
            <a:t>Some </a:t>
          </a:r>
          <a:r>
            <a:rPr lang="en-US" sz="700" kern="1200"/>
            <a:t>text here</a:t>
          </a:r>
          <a:endParaRPr lang="en-US" sz="700" kern="1200" dirty="0"/>
        </a:p>
      </dsp:txBody>
      <dsp:txXfrm>
        <a:off x="5837441" y="1235572"/>
        <a:ext cx="711237" cy="419080"/>
      </dsp:txXfrm>
    </dsp:sp>
    <dsp:sp modelId="{A0281C84-A15B-46F7-97F6-613D1306B0AB}">
      <dsp:nvSpPr>
        <dsp:cNvPr id="0" name=""/>
        <dsp:cNvSpPr/>
      </dsp:nvSpPr>
      <dsp:spPr>
        <a:xfrm>
          <a:off x="3841140" y="813919"/>
          <a:ext cx="724526" cy="724646"/>
        </a:xfrm>
        <a:prstGeom prst="ellipse">
          <a:avLst/>
        </a:prstGeom>
        <a:solidFill>
          <a:schemeClr val="accent5">
            <a:tint val="5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Tree>
</dsp:drawing>
</file>

<file path=ppt/diagrams/drawing7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647130-251B-43A3-979C-7273B118C9D7}">
      <dsp:nvSpPr>
        <dsp:cNvPr id="0" name=""/>
        <dsp:cNvSpPr/>
      </dsp:nvSpPr>
      <dsp:spPr>
        <a:xfrm>
          <a:off x="651208" y="0"/>
          <a:ext cx="6825583" cy="4265989"/>
        </a:xfrm>
        <a:prstGeom prst="swooshArrow">
          <a:avLst>
            <a:gd name="adj1" fmla="val 25000"/>
            <a:gd name="adj2" fmla="val 25000"/>
          </a:avLst>
        </a:prstGeom>
        <a:solidFill>
          <a:schemeClr val="accent2">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BE86BCFA-3D33-4D65-B793-A2532B6985BB}">
      <dsp:nvSpPr>
        <dsp:cNvPr id="0" name=""/>
        <dsp:cNvSpPr/>
      </dsp:nvSpPr>
      <dsp:spPr>
        <a:xfrm>
          <a:off x="1323528" y="3172190"/>
          <a:ext cx="156988" cy="156988"/>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1D66A1D8-7B16-4546-A3F2-988C708D5DDA}">
      <dsp:nvSpPr>
        <dsp:cNvPr id="0" name=""/>
        <dsp:cNvSpPr/>
      </dsp:nvSpPr>
      <dsp:spPr>
        <a:xfrm>
          <a:off x="1402022" y="3250684"/>
          <a:ext cx="894151" cy="10153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185" tIns="0" rIns="0" bIns="0" numCol="1" spcCol="1270" anchor="t" anchorCtr="0">
          <a:noAutofit/>
        </a:bodyPr>
        <a:lstStyle/>
        <a:p>
          <a:pPr marL="0" lvl="0" indent="0" algn="l" defTabSz="711200">
            <a:lnSpc>
              <a:spcPct val="90000"/>
            </a:lnSpc>
            <a:spcBef>
              <a:spcPct val="0"/>
            </a:spcBef>
            <a:spcAft>
              <a:spcPct val="35000"/>
            </a:spcAft>
            <a:buNone/>
          </a:pPr>
          <a:r>
            <a:rPr lang="en-US" sz="1600" kern="1200" dirty="0">
              <a:solidFill>
                <a:schemeClr val="tx2"/>
              </a:solidFill>
            </a:rPr>
            <a:t>Lorem Ipsum</a:t>
          </a:r>
        </a:p>
        <a:p>
          <a:pPr marL="57150" lvl="1" indent="-57150" algn="l" defTabSz="488950">
            <a:lnSpc>
              <a:spcPct val="90000"/>
            </a:lnSpc>
            <a:spcBef>
              <a:spcPct val="0"/>
            </a:spcBef>
            <a:spcAft>
              <a:spcPct val="15000"/>
            </a:spcAft>
            <a:buChar char="•"/>
          </a:pPr>
          <a:r>
            <a:rPr lang="en-US" sz="1100" kern="1200" dirty="0">
              <a:solidFill>
                <a:schemeClr val="tx2"/>
              </a:solidFill>
            </a:rPr>
            <a:t>Some text here</a:t>
          </a:r>
        </a:p>
        <a:p>
          <a:pPr marL="57150" lvl="1" indent="-57150" algn="l" defTabSz="488950">
            <a:lnSpc>
              <a:spcPct val="90000"/>
            </a:lnSpc>
            <a:spcBef>
              <a:spcPct val="0"/>
            </a:spcBef>
            <a:spcAft>
              <a:spcPct val="15000"/>
            </a:spcAft>
            <a:buChar char="•"/>
          </a:pPr>
          <a:r>
            <a:rPr lang="en-US" sz="1100" kern="1200" dirty="0">
              <a:solidFill>
                <a:schemeClr val="tx2"/>
              </a:solidFill>
            </a:rPr>
            <a:t>Some text here</a:t>
          </a:r>
        </a:p>
      </dsp:txBody>
      <dsp:txXfrm>
        <a:off x="1402022" y="3250684"/>
        <a:ext cx="894151" cy="1015305"/>
      </dsp:txXfrm>
    </dsp:sp>
    <dsp:sp modelId="{D541B967-EADC-4303-BE6F-7DDDCDC99C86}">
      <dsp:nvSpPr>
        <dsp:cNvPr id="0" name=""/>
        <dsp:cNvSpPr/>
      </dsp:nvSpPr>
      <dsp:spPr>
        <a:xfrm>
          <a:off x="2173313" y="2355679"/>
          <a:ext cx="245721" cy="245721"/>
        </a:xfrm>
        <a:prstGeom prst="ellipse">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BB1D7B0C-A3AB-4F32-A957-82A460ED1F6B}">
      <dsp:nvSpPr>
        <dsp:cNvPr id="0" name=""/>
        <dsp:cNvSpPr/>
      </dsp:nvSpPr>
      <dsp:spPr>
        <a:xfrm>
          <a:off x="2296173" y="2478540"/>
          <a:ext cx="1133046" cy="17874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202" tIns="0" rIns="0" bIns="0" numCol="1" spcCol="1270" anchor="t" anchorCtr="0">
          <a:noAutofit/>
        </a:bodyPr>
        <a:lstStyle/>
        <a:p>
          <a:pPr marL="0" lvl="0" indent="0" algn="l" defTabSz="711200">
            <a:lnSpc>
              <a:spcPct val="90000"/>
            </a:lnSpc>
            <a:spcBef>
              <a:spcPct val="0"/>
            </a:spcBef>
            <a:spcAft>
              <a:spcPct val="35000"/>
            </a:spcAft>
            <a:buNone/>
          </a:pPr>
          <a:r>
            <a:rPr lang="en-US" sz="1600" kern="1200" dirty="0">
              <a:solidFill>
                <a:schemeClr val="tx2"/>
              </a:solidFill>
            </a:rPr>
            <a:t>Lorem Ipsum</a:t>
          </a:r>
        </a:p>
        <a:p>
          <a:pPr marL="57150" lvl="1" indent="-57150" algn="l" defTabSz="488950">
            <a:lnSpc>
              <a:spcPct val="90000"/>
            </a:lnSpc>
            <a:spcBef>
              <a:spcPct val="0"/>
            </a:spcBef>
            <a:spcAft>
              <a:spcPct val="15000"/>
            </a:spcAft>
            <a:buChar char="•"/>
          </a:pPr>
          <a:r>
            <a:rPr lang="en-US" sz="1100" kern="1200" dirty="0">
              <a:solidFill>
                <a:schemeClr val="tx2"/>
              </a:solidFill>
            </a:rPr>
            <a:t>Some text here</a:t>
          </a:r>
        </a:p>
        <a:p>
          <a:pPr marL="57150" lvl="1" indent="-57150" algn="l" defTabSz="488950">
            <a:lnSpc>
              <a:spcPct val="90000"/>
            </a:lnSpc>
            <a:spcBef>
              <a:spcPct val="0"/>
            </a:spcBef>
            <a:spcAft>
              <a:spcPct val="15000"/>
            </a:spcAft>
            <a:buChar char="•"/>
          </a:pPr>
          <a:r>
            <a:rPr lang="en-US" sz="1100" kern="1200" dirty="0">
              <a:solidFill>
                <a:schemeClr val="tx2"/>
              </a:solidFill>
            </a:rPr>
            <a:t>Some text here</a:t>
          </a:r>
        </a:p>
      </dsp:txBody>
      <dsp:txXfrm>
        <a:off x="2296173" y="2478540"/>
        <a:ext cx="1133046" cy="1787449"/>
      </dsp:txXfrm>
    </dsp:sp>
    <dsp:sp modelId="{62A8EF76-D32F-4B77-856B-49B36652245F}">
      <dsp:nvSpPr>
        <dsp:cNvPr id="0" name=""/>
        <dsp:cNvSpPr/>
      </dsp:nvSpPr>
      <dsp:spPr>
        <a:xfrm>
          <a:off x="3265406" y="1704689"/>
          <a:ext cx="327628" cy="327628"/>
        </a:xfrm>
        <a:prstGeom prst="ellipse">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A129019E-3D97-45E6-A712-03FED357D40C}">
      <dsp:nvSpPr>
        <dsp:cNvPr id="0" name=""/>
        <dsp:cNvSpPr/>
      </dsp:nvSpPr>
      <dsp:spPr>
        <a:xfrm>
          <a:off x="3429220" y="1868503"/>
          <a:ext cx="1317337" cy="23974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3603" tIns="0" rIns="0" bIns="0" numCol="1" spcCol="1270" anchor="t" anchorCtr="0">
          <a:noAutofit/>
        </a:bodyPr>
        <a:lstStyle/>
        <a:p>
          <a:pPr marL="0" lvl="0" indent="0" algn="l" defTabSz="711200">
            <a:lnSpc>
              <a:spcPct val="90000"/>
            </a:lnSpc>
            <a:spcBef>
              <a:spcPct val="0"/>
            </a:spcBef>
            <a:spcAft>
              <a:spcPct val="35000"/>
            </a:spcAft>
            <a:buNone/>
          </a:pPr>
          <a:r>
            <a:rPr lang="en-US" sz="1600" kern="1200" dirty="0">
              <a:solidFill>
                <a:schemeClr val="tx2"/>
              </a:solidFill>
            </a:rPr>
            <a:t>Lorem Ipsum</a:t>
          </a:r>
        </a:p>
        <a:p>
          <a:pPr marL="57150" lvl="1" indent="-57150" algn="l" defTabSz="488950">
            <a:lnSpc>
              <a:spcPct val="90000"/>
            </a:lnSpc>
            <a:spcBef>
              <a:spcPct val="0"/>
            </a:spcBef>
            <a:spcAft>
              <a:spcPct val="15000"/>
            </a:spcAft>
            <a:buChar char="•"/>
          </a:pPr>
          <a:r>
            <a:rPr lang="en-US" sz="1100" kern="1200" dirty="0">
              <a:solidFill>
                <a:schemeClr val="tx2"/>
              </a:solidFill>
            </a:rPr>
            <a:t>Some text here</a:t>
          </a:r>
        </a:p>
        <a:p>
          <a:pPr marL="57150" lvl="1" indent="-57150" algn="l" defTabSz="488950">
            <a:lnSpc>
              <a:spcPct val="90000"/>
            </a:lnSpc>
            <a:spcBef>
              <a:spcPct val="0"/>
            </a:spcBef>
            <a:spcAft>
              <a:spcPct val="15000"/>
            </a:spcAft>
            <a:buChar char="•"/>
          </a:pPr>
          <a:r>
            <a:rPr lang="en-US" sz="1100" kern="1200" dirty="0">
              <a:solidFill>
                <a:schemeClr val="tx2"/>
              </a:solidFill>
            </a:rPr>
            <a:t>Some text here</a:t>
          </a:r>
        </a:p>
      </dsp:txBody>
      <dsp:txXfrm>
        <a:off x="3429220" y="1868503"/>
        <a:ext cx="1317337" cy="2397486"/>
      </dsp:txXfrm>
    </dsp:sp>
    <dsp:sp modelId="{E6BFD989-0334-4507-AED6-271825F998A4}">
      <dsp:nvSpPr>
        <dsp:cNvPr id="0" name=""/>
        <dsp:cNvSpPr/>
      </dsp:nvSpPr>
      <dsp:spPr>
        <a:xfrm>
          <a:off x="4534965" y="1196183"/>
          <a:ext cx="423186" cy="423186"/>
        </a:xfrm>
        <a:prstGeom prst="ellipse">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365EC031-A4CF-416B-B45B-0EADE01F3F3E}">
      <dsp:nvSpPr>
        <dsp:cNvPr id="0" name=""/>
        <dsp:cNvSpPr/>
      </dsp:nvSpPr>
      <dsp:spPr>
        <a:xfrm>
          <a:off x="4746558" y="1407776"/>
          <a:ext cx="1365116" cy="28582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4238" tIns="0" rIns="0" bIns="0" numCol="1" spcCol="1270" anchor="t" anchorCtr="0">
          <a:noAutofit/>
        </a:bodyPr>
        <a:lstStyle/>
        <a:p>
          <a:pPr marL="0" lvl="0" indent="0" algn="l" defTabSz="711200">
            <a:lnSpc>
              <a:spcPct val="90000"/>
            </a:lnSpc>
            <a:spcBef>
              <a:spcPct val="0"/>
            </a:spcBef>
            <a:spcAft>
              <a:spcPct val="35000"/>
            </a:spcAft>
            <a:buNone/>
          </a:pPr>
          <a:r>
            <a:rPr lang="en-US" sz="1600" kern="1200" dirty="0">
              <a:solidFill>
                <a:schemeClr val="tx2"/>
              </a:solidFill>
            </a:rPr>
            <a:t>Lorem Ipsum</a:t>
          </a:r>
        </a:p>
        <a:p>
          <a:pPr marL="57150" lvl="1" indent="-57150" algn="l" defTabSz="488950">
            <a:lnSpc>
              <a:spcPct val="90000"/>
            </a:lnSpc>
            <a:spcBef>
              <a:spcPct val="0"/>
            </a:spcBef>
            <a:spcAft>
              <a:spcPct val="15000"/>
            </a:spcAft>
            <a:buChar char="•"/>
          </a:pPr>
          <a:r>
            <a:rPr lang="en-US" sz="1100" kern="1200" dirty="0">
              <a:solidFill>
                <a:schemeClr val="tx2"/>
              </a:solidFill>
            </a:rPr>
            <a:t>Some text here</a:t>
          </a:r>
        </a:p>
        <a:p>
          <a:pPr marL="57150" lvl="1" indent="-57150" algn="l" defTabSz="488950">
            <a:lnSpc>
              <a:spcPct val="90000"/>
            </a:lnSpc>
            <a:spcBef>
              <a:spcPct val="0"/>
            </a:spcBef>
            <a:spcAft>
              <a:spcPct val="15000"/>
            </a:spcAft>
            <a:buChar char="•"/>
          </a:pPr>
          <a:r>
            <a:rPr lang="en-US" sz="1100" kern="1200" dirty="0">
              <a:solidFill>
                <a:schemeClr val="tx2"/>
              </a:solidFill>
            </a:rPr>
            <a:t>Some text here</a:t>
          </a:r>
        </a:p>
      </dsp:txBody>
      <dsp:txXfrm>
        <a:off x="4746558" y="1407776"/>
        <a:ext cx="1365116" cy="2858213"/>
      </dsp:txXfrm>
    </dsp:sp>
    <dsp:sp modelId="{B48374DF-805D-40AF-ABC2-EB1925C62A24}">
      <dsp:nvSpPr>
        <dsp:cNvPr id="0" name=""/>
        <dsp:cNvSpPr/>
      </dsp:nvSpPr>
      <dsp:spPr>
        <a:xfrm>
          <a:off x="5842064" y="856610"/>
          <a:ext cx="539221" cy="539221"/>
        </a:xfrm>
        <a:prstGeom prst="ellipse">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096B9CCA-3600-4680-85D8-68F7D4C359AB}">
      <dsp:nvSpPr>
        <dsp:cNvPr id="0" name=""/>
        <dsp:cNvSpPr/>
      </dsp:nvSpPr>
      <dsp:spPr>
        <a:xfrm>
          <a:off x="6111675" y="1126221"/>
          <a:ext cx="1365116" cy="31397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5722" tIns="0" rIns="0" bIns="0" numCol="1" spcCol="1270" anchor="t" anchorCtr="0">
          <a:noAutofit/>
        </a:bodyPr>
        <a:lstStyle/>
        <a:p>
          <a:pPr marL="0" lvl="0" indent="0" algn="l" defTabSz="711200">
            <a:lnSpc>
              <a:spcPct val="90000"/>
            </a:lnSpc>
            <a:spcBef>
              <a:spcPct val="0"/>
            </a:spcBef>
            <a:spcAft>
              <a:spcPct val="35000"/>
            </a:spcAft>
            <a:buNone/>
          </a:pPr>
          <a:r>
            <a:rPr lang="en-US" sz="1600" kern="1200">
              <a:solidFill>
                <a:schemeClr val="tx2"/>
              </a:solidFill>
            </a:rPr>
            <a:t>Lorem Ipsum</a:t>
          </a:r>
          <a:endParaRPr lang="en-US" sz="1600" kern="1200" dirty="0">
            <a:solidFill>
              <a:schemeClr val="tx2"/>
            </a:solidFill>
          </a:endParaRPr>
        </a:p>
        <a:p>
          <a:pPr marL="57150" lvl="1" indent="-57150" algn="l" defTabSz="488950">
            <a:lnSpc>
              <a:spcPct val="90000"/>
            </a:lnSpc>
            <a:spcBef>
              <a:spcPct val="0"/>
            </a:spcBef>
            <a:spcAft>
              <a:spcPct val="15000"/>
            </a:spcAft>
            <a:buChar char="•"/>
          </a:pPr>
          <a:r>
            <a:rPr lang="en-US" sz="1100" kern="1200" dirty="0">
              <a:solidFill>
                <a:schemeClr val="tx2"/>
              </a:solidFill>
            </a:rPr>
            <a:t>Some text here</a:t>
          </a:r>
        </a:p>
        <a:p>
          <a:pPr marL="57150" lvl="1" indent="-57150" algn="l" defTabSz="488950">
            <a:lnSpc>
              <a:spcPct val="90000"/>
            </a:lnSpc>
            <a:spcBef>
              <a:spcPct val="0"/>
            </a:spcBef>
            <a:spcAft>
              <a:spcPct val="15000"/>
            </a:spcAft>
            <a:buChar char="•"/>
          </a:pPr>
          <a:r>
            <a:rPr lang="en-US" sz="1100" kern="1200" dirty="0">
              <a:solidFill>
                <a:schemeClr val="tx2"/>
              </a:solidFill>
            </a:rPr>
            <a:t>Some text here</a:t>
          </a:r>
        </a:p>
      </dsp:txBody>
      <dsp:txXfrm>
        <a:off x="6111675" y="1126221"/>
        <a:ext cx="1365116" cy="3139768"/>
      </dsp:txXfrm>
    </dsp:sp>
  </dsp:spTree>
</dsp:drawing>
</file>

<file path=ppt/diagrams/drawing7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4FE2E7-4317-4F0A-AC81-30F5C3EAC507}">
      <dsp:nvSpPr>
        <dsp:cNvPr id="0" name=""/>
        <dsp:cNvSpPr/>
      </dsp:nvSpPr>
      <dsp:spPr>
        <a:xfrm rot="4396374">
          <a:off x="1964579" y="848898"/>
          <a:ext cx="3682655" cy="2568193"/>
        </a:xfrm>
        <a:prstGeom prst="swooshArrow">
          <a:avLst>
            <a:gd name="adj1" fmla="val 16310"/>
            <a:gd name="adj2" fmla="val 3137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E80643BE-1D9E-4D7E-B70B-763A71477917}">
      <dsp:nvSpPr>
        <dsp:cNvPr id="0" name=""/>
        <dsp:cNvSpPr/>
      </dsp:nvSpPr>
      <dsp:spPr>
        <a:xfrm>
          <a:off x="3344114" y="1184238"/>
          <a:ext cx="92998" cy="92998"/>
        </a:xfrm>
        <a:prstGeom prst="ellipse">
          <a:avLst/>
        </a:prstGeom>
        <a:gradFill rotWithShape="0">
          <a:gsLst>
            <a:gs pos="0">
              <a:schemeClr val="accent4">
                <a:tint val="40000"/>
                <a:hueOff val="0"/>
                <a:satOff val="0"/>
                <a:lumOff val="0"/>
                <a:alphaOff val="0"/>
                <a:shade val="51000"/>
                <a:satMod val="130000"/>
              </a:schemeClr>
            </a:gs>
            <a:gs pos="80000">
              <a:schemeClr val="accent4">
                <a:tint val="40000"/>
                <a:hueOff val="0"/>
                <a:satOff val="0"/>
                <a:lumOff val="0"/>
                <a:alphaOff val="0"/>
                <a:shade val="93000"/>
                <a:satMod val="130000"/>
              </a:schemeClr>
            </a:gs>
            <a:gs pos="100000">
              <a:schemeClr val="accent4">
                <a:tint val="4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dsp:style>
    </dsp:sp>
    <dsp:sp modelId="{B5968B82-7D6A-4AE6-AEAC-3D904ACD7964}">
      <dsp:nvSpPr>
        <dsp:cNvPr id="0" name=""/>
        <dsp:cNvSpPr/>
      </dsp:nvSpPr>
      <dsp:spPr>
        <a:xfrm>
          <a:off x="3980898" y="1697864"/>
          <a:ext cx="92998" cy="92998"/>
        </a:xfrm>
        <a:prstGeom prst="ellipse">
          <a:avLst/>
        </a:prstGeom>
        <a:gradFill rotWithShape="0">
          <a:gsLst>
            <a:gs pos="0">
              <a:schemeClr val="accent4">
                <a:tint val="40000"/>
                <a:hueOff val="0"/>
                <a:satOff val="0"/>
                <a:lumOff val="0"/>
                <a:alphaOff val="0"/>
                <a:shade val="51000"/>
                <a:satMod val="130000"/>
              </a:schemeClr>
            </a:gs>
            <a:gs pos="80000">
              <a:schemeClr val="accent4">
                <a:tint val="40000"/>
                <a:hueOff val="0"/>
                <a:satOff val="0"/>
                <a:lumOff val="0"/>
                <a:alphaOff val="0"/>
                <a:shade val="93000"/>
                <a:satMod val="130000"/>
              </a:schemeClr>
            </a:gs>
            <a:gs pos="100000">
              <a:schemeClr val="accent4">
                <a:tint val="4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dsp:style>
    </dsp:sp>
    <dsp:sp modelId="{B5B0FB36-14EA-44D1-A6EB-4BF24B8432F7}">
      <dsp:nvSpPr>
        <dsp:cNvPr id="0" name=""/>
        <dsp:cNvSpPr/>
      </dsp:nvSpPr>
      <dsp:spPr>
        <a:xfrm>
          <a:off x="4458134" y="2298515"/>
          <a:ext cx="92998" cy="92998"/>
        </a:xfrm>
        <a:prstGeom prst="ellipse">
          <a:avLst/>
        </a:prstGeom>
        <a:gradFill rotWithShape="0">
          <a:gsLst>
            <a:gs pos="0">
              <a:schemeClr val="accent4">
                <a:tint val="40000"/>
                <a:hueOff val="0"/>
                <a:satOff val="0"/>
                <a:lumOff val="0"/>
                <a:alphaOff val="0"/>
                <a:shade val="51000"/>
                <a:satMod val="130000"/>
              </a:schemeClr>
            </a:gs>
            <a:gs pos="80000">
              <a:schemeClr val="accent4">
                <a:tint val="40000"/>
                <a:hueOff val="0"/>
                <a:satOff val="0"/>
                <a:lumOff val="0"/>
                <a:alphaOff val="0"/>
                <a:shade val="93000"/>
                <a:satMod val="130000"/>
              </a:schemeClr>
            </a:gs>
            <a:gs pos="100000">
              <a:schemeClr val="accent4">
                <a:tint val="4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dsp:style>
    </dsp:sp>
    <dsp:sp modelId="{D5862B79-8033-4A71-A985-81F6DEB70E51}">
      <dsp:nvSpPr>
        <dsp:cNvPr id="0" name=""/>
        <dsp:cNvSpPr/>
      </dsp:nvSpPr>
      <dsp:spPr>
        <a:xfrm>
          <a:off x="1717705" y="0"/>
          <a:ext cx="1736257" cy="6825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860" tIns="22860" rIns="22860" bIns="22860" numCol="1" spcCol="1270" anchor="t" anchorCtr="0">
          <a:noAutofit/>
        </a:bodyPr>
        <a:lstStyle/>
        <a:p>
          <a:pPr marL="0" lvl="0" indent="0" algn="l" defTabSz="800100">
            <a:lnSpc>
              <a:spcPct val="90000"/>
            </a:lnSpc>
            <a:spcBef>
              <a:spcPct val="0"/>
            </a:spcBef>
            <a:spcAft>
              <a:spcPct val="35000"/>
            </a:spcAft>
            <a:buNone/>
          </a:pPr>
          <a:r>
            <a:rPr lang="en-US" sz="1800" kern="1200" dirty="0">
              <a:solidFill>
                <a:schemeClr val="tx2"/>
              </a:solidFill>
            </a:rPr>
            <a:t>Lorem Ipsum</a:t>
          </a:r>
        </a:p>
        <a:p>
          <a:pPr marL="114300" lvl="1" indent="-114300" algn="l" defTabSz="622300">
            <a:lnSpc>
              <a:spcPct val="90000"/>
            </a:lnSpc>
            <a:spcBef>
              <a:spcPct val="0"/>
            </a:spcBef>
            <a:spcAft>
              <a:spcPct val="15000"/>
            </a:spcAft>
            <a:buChar char="•"/>
          </a:pPr>
          <a:r>
            <a:rPr lang="en-US" sz="1400" kern="1200" dirty="0">
              <a:solidFill>
                <a:schemeClr val="tx2"/>
              </a:solidFill>
            </a:rPr>
            <a:t>Some text here</a:t>
          </a:r>
        </a:p>
        <a:p>
          <a:pPr marL="114300" lvl="1" indent="-114300" algn="l" defTabSz="622300">
            <a:lnSpc>
              <a:spcPct val="90000"/>
            </a:lnSpc>
            <a:spcBef>
              <a:spcPct val="0"/>
            </a:spcBef>
            <a:spcAft>
              <a:spcPct val="15000"/>
            </a:spcAft>
            <a:buChar char="•"/>
          </a:pPr>
          <a:r>
            <a:rPr lang="en-US" sz="1400" kern="1200" dirty="0">
              <a:solidFill>
                <a:schemeClr val="tx2"/>
              </a:solidFill>
            </a:rPr>
            <a:t>Some text here</a:t>
          </a:r>
        </a:p>
      </dsp:txBody>
      <dsp:txXfrm>
        <a:off x="1717705" y="0"/>
        <a:ext cx="1736257" cy="682558"/>
      </dsp:txXfrm>
    </dsp:sp>
    <dsp:sp modelId="{D4F25327-5B80-4787-8D80-9E4FBA75D59E}">
      <dsp:nvSpPr>
        <dsp:cNvPr id="0" name=""/>
        <dsp:cNvSpPr/>
      </dsp:nvSpPr>
      <dsp:spPr>
        <a:xfrm>
          <a:off x="3876296" y="889458"/>
          <a:ext cx="2533998" cy="6825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860" tIns="22860" rIns="22860" bIns="22860" numCol="1" spcCol="1270" anchor="t" anchorCtr="0">
          <a:noAutofit/>
        </a:bodyPr>
        <a:lstStyle/>
        <a:p>
          <a:pPr marL="0" lvl="0" indent="0" algn="l" defTabSz="800100">
            <a:lnSpc>
              <a:spcPct val="90000"/>
            </a:lnSpc>
            <a:spcBef>
              <a:spcPct val="0"/>
            </a:spcBef>
            <a:spcAft>
              <a:spcPct val="35000"/>
            </a:spcAft>
            <a:buNone/>
          </a:pPr>
          <a:r>
            <a:rPr lang="en-US" sz="1800" kern="1200" dirty="0">
              <a:solidFill>
                <a:schemeClr val="tx2"/>
              </a:solidFill>
            </a:rPr>
            <a:t>Lorem Ipsum</a:t>
          </a:r>
        </a:p>
        <a:p>
          <a:pPr marL="114300" lvl="1" indent="-114300" algn="l" defTabSz="622300">
            <a:lnSpc>
              <a:spcPct val="90000"/>
            </a:lnSpc>
            <a:spcBef>
              <a:spcPct val="0"/>
            </a:spcBef>
            <a:spcAft>
              <a:spcPct val="15000"/>
            </a:spcAft>
            <a:buChar char="•"/>
          </a:pPr>
          <a:r>
            <a:rPr lang="en-US" sz="1400" kern="1200" dirty="0">
              <a:solidFill>
                <a:schemeClr val="tx2"/>
              </a:solidFill>
            </a:rPr>
            <a:t>Some text here</a:t>
          </a:r>
        </a:p>
        <a:p>
          <a:pPr marL="114300" lvl="1" indent="-114300" algn="l" defTabSz="622300">
            <a:lnSpc>
              <a:spcPct val="90000"/>
            </a:lnSpc>
            <a:spcBef>
              <a:spcPct val="0"/>
            </a:spcBef>
            <a:spcAft>
              <a:spcPct val="15000"/>
            </a:spcAft>
            <a:buChar char="•"/>
          </a:pPr>
          <a:r>
            <a:rPr lang="en-US" sz="1400" kern="1200">
              <a:solidFill>
                <a:schemeClr val="tx2"/>
              </a:solidFill>
            </a:rPr>
            <a:t>Some text here</a:t>
          </a:r>
          <a:endParaRPr lang="en-US" sz="1400" kern="1200" dirty="0">
            <a:solidFill>
              <a:schemeClr val="tx2"/>
            </a:solidFill>
          </a:endParaRPr>
        </a:p>
      </dsp:txBody>
      <dsp:txXfrm>
        <a:off x="3876296" y="889458"/>
        <a:ext cx="2533998" cy="682558"/>
      </dsp:txXfrm>
    </dsp:sp>
    <dsp:sp modelId="{2E8FA99B-2DB1-4DAC-8288-C46577CCCFBA}">
      <dsp:nvSpPr>
        <dsp:cNvPr id="0" name=""/>
        <dsp:cNvSpPr/>
      </dsp:nvSpPr>
      <dsp:spPr>
        <a:xfrm>
          <a:off x="1717705" y="1403084"/>
          <a:ext cx="2017813" cy="6825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860" tIns="22860" rIns="22860" bIns="22860" numCol="1" spcCol="1270" anchor="t" anchorCtr="0">
          <a:noAutofit/>
        </a:bodyPr>
        <a:lstStyle/>
        <a:p>
          <a:pPr marL="0" lvl="0" indent="0" algn="l" defTabSz="800100">
            <a:lnSpc>
              <a:spcPct val="90000"/>
            </a:lnSpc>
            <a:spcBef>
              <a:spcPct val="0"/>
            </a:spcBef>
            <a:spcAft>
              <a:spcPct val="35000"/>
            </a:spcAft>
            <a:buNone/>
          </a:pPr>
          <a:r>
            <a:rPr lang="en-US" sz="1800" kern="1200" dirty="0">
              <a:solidFill>
                <a:schemeClr val="tx2"/>
              </a:solidFill>
            </a:rPr>
            <a:t>Lorem Ipsum</a:t>
          </a:r>
        </a:p>
        <a:p>
          <a:pPr marL="114300" lvl="1" indent="-114300" algn="l" defTabSz="622300">
            <a:lnSpc>
              <a:spcPct val="90000"/>
            </a:lnSpc>
            <a:spcBef>
              <a:spcPct val="0"/>
            </a:spcBef>
            <a:spcAft>
              <a:spcPct val="15000"/>
            </a:spcAft>
            <a:buChar char="•"/>
          </a:pPr>
          <a:r>
            <a:rPr lang="en-US" sz="1400" kern="1200" dirty="0">
              <a:solidFill>
                <a:schemeClr val="tx2"/>
              </a:solidFill>
            </a:rPr>
            <a:t>Some text here</a:t>
          </a:r>
        </a:p>
        <a:p>
          <a:pPr marL="114300" lvl="1" indent="-114300" algn="l" defTabSz="622300">
            <a:lnSpc>
              <a:spcPct val="90000"/>
            </a:lnSpc>
            <a:spcBef>
              <a:spcPct val="0"/>
            </a:spcBef>
            <a:spcAft>
              <a:spcPct val="15000"/>
            </a:spcAft>
            <a:buChar char="•"/>
          </a:pPr>
          <a:r>
            <a:rPr lang="en-US" sz="1400" kern="1200" dirty="0">
              <a:solidFill>
                <a:schemeClr val="tx2"/>
              </a:solidFill>
            </a:rPr>
            <a:t>Some text here</a:t>
          </a:r>
        </a:p>
      </dsp:txBody>
      <dsp:txXfrm>
        <a:off x="1717705" y="1403084"/>
        <a:ext cx="2017813" cy="682558"/>
      </dsp:txXfrm>
    </dsp:sp>
    <dsp:sp modelId="{C4AD5AC2-907E-41D5-88A3-90EBB50B0582}">
      <dsp:nvSpPr>
        <dsp:cNvPr id="0" name=""/>
        <dsp:cNvSpPr/>
      </dsp:nvSpPr>
      <dsp:spPr>
        <a:xfrm>
          <a:off x="4861740" y="2003735"/>
          <a:ext cx="1548554" cy="6825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860" tIns="22860" rIns="22860" bIns="22860" numCol="1" spcCol="1270" anchor="t" anchorCtr="0">
          <a:noAutofit/>
        </a:bodyPr>
        <a:lstStyle/>
        <a:p>
          <a:pPr marL="0" lvl="0" indent="0" algn="l" defTabSz="800100">
            <a:lnSpc>
              <a:spcPct val="90000"/>
            </a:lnSpc>
            <a:spcBef>
              <a:spcPct val="0"/>
            </a:spcBef>
            <a:spcAft>
              <a:spcPct val="35000"/>
            </a:spcAft>
            <a:buNone/>
          </a:pPr>
          <a:r>
            <a:rPr lang="en-US" sz="1800" kern="1200">
              <a:solidFill>
                <a:schemeClr val="tx2"/>
              </a:solidFill>
            </a:rPr>
            <a:t>Lorem Ipsum</a:t>
          </a:r>
          <a:endParaRPr lang="en-US" sz="1800" kern="1200" dirty="0">
            <a:solidFill>
              <a:schemeClr val="tx2"/>
            </a:solidFill>
          </a:endParaRPr>
        </a:p>
        <a:p>
          <a:pPr marL="114300" lvl="1" indent="-114300" algn="l" defTabSz="622300">
            <a:lnSpc>
              <a:spcPct val="90000"/>
            </a:lnSpc>
            <a:spcBef>
              <a:spcPct val="0"/>
            </a:spcBef>
            <a:spcAft>
              <a:spcPct val="15000"/>
            </a:spcAft>
            <a:buChar char="•"/>
          </a:pPr>
          <a:r>
            <a:rPr lang="en-US" sz="1400" kern="1200" dirty="0">
              <a:solidFill>
                <a:schemeClr val="tx2"/>
              </a:solidFill>
            </a:rPr>
            <a:t>Some text here</a:t>
          </a:r>
        </a:p>
        <a:p>
          <a:pPr marL="114300" lvl="1" indent="-114300" algn="l" defTabSz="622300">
            <a:lnSpc>
              <a:spcPct val="90000"/>
            </a:lnSpc>
            <a:spcBef>
              <a:spcPct val="0"/>
            </a:spcBef>
            <a:spcAft>
              <a:spcPct val="15000"/>
            </a:spcAft>
            <a:buChar char="•"/>
          </a:pPr>
          <a:r>
            <a:rPr lang="en-US" sz="1400" kern="1200" dirty="0">
              <a:solidFill>
                <a:schemeClr val="tx2"/>
              </a:solidFill>
            </a:rPr>
            <a:t>Some text here</a:t>
          </a:r>
        </a:p>
      </dsp:txBody>
      <dsp:txXfrm>
        <a:off x="4861740" y="2003735"/>
        <a:ext cx="1548554" cy="682558"/>
      </dsp:txXfrm>
    </dsp:sp>
    <dsp:sp modelId="{F0118394-3C8E-4E4A-91CB-5CA4C8A0FBAE}">
      <dsp:nvSpPr>
        <dsp:cNvPr id="0" name=""/>
        <dsp:cNvSpPr/>
      </dsp:nvSpPr>
      <dsp:spPr>
        <a:xfrm>
          <a:off x="4064000" y="3583431"/>
          <a:ext cx="2346294" cy="6825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860" tIns="22860" rIns="22860" bIns="22860" numCol="1" spcCol="1270" anchor="t" anchorCtr="0">
          <a:noAutofit/>
        </a:bodyPr>
        <a:lstStyle/>
        <a:p>
          <a:pPr marL="0" lvl="0" indent="0" algn="l" defTabSz="800100">
            <a:lnSpc>
              <a:spcPct val="90000"/>
            </a:lnSpc>
            <a:spcBef>
              <a:spcPct val="0"/>
            </a:spcBef>
            <a:spcAft>
              <a:spcPct val="35000"/>
            </a:spcAft>
            <a:buNone/>
          </a:pPr>
          <a:r>
            <a:rPr lang="en-US" sz="1800" kern="1200">
              <a:solidFill>
                <a:schemeClr val="tx2"/>
              </a:solidFill>
            </a:rPr>
            <a:t>Lorem Ipsum</a:t>
          </a:r>
          <a:endParaRPr lang="en-US" sz="1800" kern="1200" dirty="0">
            <a:solidFill>
              <a:schemeClr val="tx2"/>
            </a:solidFill>
          </a:endParaRPr>
        </a:p>
        <a:p>
          <a:pPr marL="114300" lvl="1" indent="-114300" algn="l" defTabSz="622300">
            <a:lnSpc>
              <a:spcPct val="90000"/>
            </a:lnSpc>
            <a:spcBef>
              <a:spcPct val="0"/>
            </a:spcBef>
            <a:spcAft>
              <a:spcPct val="15000"/>
            </a:spcAft>
            <a:buChar char="•"/>
          </a:pPr>
          <a:r>
            <a:rPr lang="en-US" sz="1400" kern="1200" dirty="0">
              <a:solidFill>
                <a:schemeClr val="tx2"/>
              </a:solidFill>
            </a:rPr>
            <a:t>Some text here</a:t>
          </a:r>
        </a:p>
        <a:p>
          <a:pPr marL="114300" lvl="1" indent="-114300" algn="l" defTabSz="622300">
            <a:lnSpc>
              <a:spcPct val="90000"/>
            </a:lnSpc>
            <a:spcBef>
              <a:spcPct val="0"/>
            </a:spcBef>
            <a:spcAft>
              <a:spcPct val="15000"/>
            </a:spcAft>
            <a:buChar char="•"/>
          </a:pPr>
          <a:r>
            <a:rPr lang="en-US" sz="1400" kern="1200" dirty="0">
              <a:solidFill>
                <a:schemeClr val="tx2"/>
              </a:solidFill>
            </a:rPr>
            <a:t>Some text here</a:t>
          </a:r>
        </a:p>
      </dsp:txBody>
      <dsp:txXfrm>
        <a:off x="4064000" y="3583431"/>
        <a:ext cx="2346294" cy="682558"/>
      </dsp:txXfrm>
    </dsp:sp>
  </dsp:spTree>
</dsp:drawing>
</file>

<file path=ppt/diagrams/drawing7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974200-9AD6-4D64-A978-5661D69A6DB6}">
      <dsp:nvSpPr>
        <dsp:cNvPr id="0" name=""/>
        <dsp:cNvSpPr/>
      </dsp:nvSpPr>
      <dsp:spPr>
        <a:xfrm>
          <a:off x="436562" y="1875"/>
          <a:ext cx="1813718" cy="1813718"/>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l" defTabSz="800100">
            <a:lnSpc>
              <a:spcPct val="90000"/>
            </a:lnSpc>
            <a:spcBef>
              <a:spcPct val="0"/>
            </a:spcBef>
            <a:spcAft>
              <a:spcPct val="35000"/>
            </a:spcAft>
            <a:buNone/>
          </a:pPr>
          <a:r>
            <a:rPr lang="en-US" sz="1800" kern="1200" dirty="0"/>
            <a:t>Lorem Ipsum</a:t>
          </a:r>
        </a:p>
        <a:p>
          <a:pPr marL="114300" lvl="1" indent="-114300" algn="l" defTabSz="622300">
            <a:lnSpc>
              <a:spcPct val="90000"/>
            </a:lnSpc>
            <a:spcBef>
              <a:spcPct val="0"/>
            </a:spcBef>
            <a:spcAft>
              <a:spcPct val="15000"/>
            </a:spcAft>
            <a:buChar char="•"/>
          </a:pPr>
          <a:r>
            <a:rPr lang="en-US" sz="1400" kern="1200" dirty="0"/>
            <a:t>Some text here</a:t>
          </a:r>
        </a:p>
        <a:p>
          <a:pPr marL="114300" lvl="1" indent="-114300" algn="l" defTabSz="622300">
            <a:lnSpc>
              <a:spcPct val="90000"/>
            </a:lnSpc>
            <a:spcBef>
              <a:spcPct val="0"/>
            </a:spcBef>
            <a:spcAft>
              <a:spcPct val="15000"/>
            </a:spcAft>
            <a:buChar char="•"/>
          </a:pPr>
          <a:r>
            <a:rPr lang="en-US" sz="1400" kern="1200" dirty="0"/>
            <a:t>Some text here</a:t>
          </a:r>
        </a:p>
      </dsp:txBody>
      <dsp:txXfrm>
        <a:off x="702175" y="267488"/>
        <a:ext cx="1282492" cy="1282492"/>
      </dsp:txXfrm>
    </dsp:sp>
    <dsp:sp modelId="{351E736A-AD9F-44B0-89C2-E1ED9CC260A0}">
      <dsp:nvSpPr>
        <dsp:cNvPr id="0" name=""/>
        <dsp:cNvSpPr/>
      </dsp:nvSpPr>
      <dsp:spPr>
        <a:xfrm rot="10800000">
          <a:off x="1026021" y="2049790"/>
          <a:ext cx="634801" cy="496496"/>
        </a:xfrm>
        <a:prstGeom prst="triangl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C79DF9F1-F43B-4B1D-8D6F-478FD960AA9F}">
      <dsp:nvSpPr>
        <dsp:cNvPr id="0" name=""/>
        <dsp:cNvSpPr/>
      </dsp:nvSpPr>
      <dsp:spPr>
        <a:xfrm>
          <a:off x="738546" y="2752379"/>
          <a:ext cx="1209750" cy="1209750"/>
        </a:xfrm>
        <a:prstGeom prst="ellipse">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l" defTabSz="533400">
            <a:lnSpc>
              <a:spcPct val="90000"/>
            </a:lnSpc>
            <a:spcBef>
              <a:spcPct val="0"/>
            </a:spcBef>
            <a:spcAft>
              <a:spcPct val="35000"/>
            </a:spcAft>
            <a:buNone/>
          </a:pPr>
          <a:r>
            <a:rPr lang="en-US" sz="1200" kern="1200" dirty="0"/>
            <a:t>Lorem Ipsum</a:t>
          </a:r>
        </a:p>
        <a:p>
          <a:pPr marL="57150" lvl="1" indent="-57150" algn="l" defTabSz="400050">
            <a:lnSpc>
              <a:spcPct val="90000"/>
            </a:lnSpc>
            <a:spcBef>
              <a:spcPct val="0"/>
            </a:spcBef>
            <a:spcAft>
              <a:spcPct val="15000"/>
            </a:spcAft>
            <a:buChar char="•"/>
          </a:pPr>
          <a:r>
            <a:rPr lang="en-US" sz="900" kern="1200" dirty="0"/>
            <a:t>Some text here</a:t>
          </a:r>
        </a:p>
        <a:p>
          <a:pPr marL="57150" lvl="1" indent="-57150" algn="l" defTabSz="400050">
            <a:lnSpc>
              <a:spcPct val="90000"/>
            </a:lnSpc>
            <a:spcBef>
              <a:spcPct val="0"/>
            </a:spcBef>
            <a:spcAft>
              <a:spcPct val="15000"/>
            </a:spcAft>
            <a:buChar char="•"/>
          </a:pPr>
          <a:r>
            <a:rPr lang="en-US" sz="900" kern="1200"/>
            <a:t>Some text here</a:t>
          </a:r>
          <a:endParaRPr lang="en-US" sz="900" kern="1200" dirty="0"/>
        </a:p>
      </dsp:txBody>
      <dsp:txXfrm>
        <a:off x="915710" y="2929543"/>
        <a:ext cx="855422" cy="855422"/>
      </dsp:txXfrm>
    </dsp:sp>
    <dsp:sp modelId="{0BDF1891-9E41-45B5-9C6F-AC354D29831E}">
      <dsp:nvSpPr>
        <dsp:cNvPr id="0" name=""/>
        <dsp:cNvSpPr/>
      </dsp:nvSpPr>
      <dsp:spPr>
        <a:xfrm rot="5400000">
          <a:off x="2400361" y="3109006"/>
          <a:ext cx="634801" cy="496496"/>
        </a:xfrm>
        <a:prstGeom prst="triangle">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BA89EE97-AA12-459B-8949-326A7A05387B}">
      <dsp:nvSpPr>
        <dsp:cNvPr id="0" name=""/>
        <dsp:cNvSpPr/>
      </dsp:nvSpPr>
      <dsp:spPr>
        <a:xfrm>
          <a:off x="3459124" y="2752379"/>
          <a:ext cx="1209750" cy="1209750"/>
        </a:xfrm>
        <a:prstGeom prst="ellipse">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l" defTabSz="533400">
            <a:lnSpc>
              <a:spcPct val="90000"/>
            </a:lnSpc>
            <a:spcBef>
              <a:spcPct val="0"/>
            </a:spcBef>
            <a:spcAft>
              <a:spcPct val="35000"/>
            </a:spcAft>
            <a:buNone/>
          </a:pPr>
          <a:r>
            <a:rPr lang="en-US" sz="1200" kern="1200" dirty="0"/>
            <a:t>Lorem Ipsum</a:t>
          </a:r>
        </a:p>
        <a:p>
          <a:pPr marL="57150" lvl="1" indent="-57150" algn="l" defTabSz="400050">
            <a:lnSpc>
              <a:spcPct val="90000"/>
            </a:lnSpc>
            <a:spcBef>
              <a:spcPct val="0"/>
            </a:spcBef>
            <a:spcAft>
              <a:spcPct val="15000"/>
            </a:spcAft>
            <a:buChar char="•"/>
          </a:pPr>
          <a:r>
            <a:rPr lang="en-US" sz="900" kern="1200" dirty="0"/>
            <a:t>Some text here</a:t>
          </a:r>
        </a:p>
        <a:p>
          <a:pPr marL="57150" lvl="1" indent="-57150" algn="l" defTabSz="400050">
            <a:lnSpc>
              <a:spcPct val="90000"/>
            </a:lnSpc>
            <a:spcBef>
              <a:spcPct val="0"/>
            </a:spcBef>
            <a:spcAft>
              <a:spcPct val="15000"/>
            </a:spcAft>
            <a:buChar char="•"/>
          </a:pPr>
          <a:r>
            <a:rPr lang="en-US" sz="900" kern="1200" dirty="0"/>
            <a:t>Some text here</a:t>
          </a:r>
        </a:p>
      </dsp:txBody>
      <dsp:txXfrm>
        <a:off x="3636288" y="2929543"/>
        <a:ext cx="855422" cy="855422"/>
      </dsp:txXfrm>
    </dsp:sp>
    <dsp:sp modelId="{42474E17-C62F-40EB-8A76-93592F3F0029}">
      <dsp:nvSpPr>
        <dsp:cNvPr id="0" name=""/>
        <dsp:cNvSpPr/>
      </dsp:nvSpPr>
      <dsp:spPr>
        <a:xfrm>
          <a:off x="3746599" y="1870694"/>
          <a:ext cx="634801" cy="496496"/>
        </a:xfrm>
        <a:prstGeom prst="triangle">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7140670C-F9FE-4B37-88E7-19A9F4086494}">
      <dsp:nvSpPr>
        <dsp:cNvPr id="0" name=""/>
        <dsp:cNvSpPr/>
      </dsp:nvSpPr>
      <dsp:spPr>
        <a:xfrm>
          <a:off x="3459124" y="303859"/>
          <a:ext cx="1209750" cy="1209750"/>
        </a:xfrm>
        <a:prstGeom prst="ellipse">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l" defTabSz="533400">
            <a:lnSpc>
              <a:spcPct val="90000"/>
            </a:lnSpc>
            <a:spcBef>
              <a:spcPct val="0"/>
            </a:spcBef>
            <a:spcAft>
              <a:spcPct val="35000"/>
            </a:spcAft>
            <a:buNone/>
          </a:pPr>
          <a:r>
            <a:rPr lang="en-US" sz="1200" kern="1200"/>
            <a:t>Lorem Ipsum</a:t>
          </a:r>
          <a:endParaRPr lang="en-US" sz="1200" kern="1200" dirty="0"/>
        </a:p>
        <a:p>
          <a:pPr marL="57150" lvl="1" indent="-57150" algn="l" defTabSz="400050">
            <a:lnSpc>
              <a:spcPct val="90000"/>
            </a:lnSpc>
            <a:spcBef>
              <a:spcPct val="0"/>
            </a:spcBef>
            <a:spcAft>
              <a:spcPct val="15000"/>
            </a:spcAft>
            <a:buChar char="•"/>
          </a:pPr>
          <a:r>
            <a:rPr lang="en-US" sz="900" kern="1200" dirty="0"/>
            <a:t>Some text here</a:t>
          </a:r>
        </a:p>
        <a:p>
          <a:pPr marL="57150" lvl="1" indent="-57150" algn="l" defTabSz="400050">
            <a:lnSpc>
              <a:spcPct val="90000"/>
            </a:lnSpc>
            <a:spcBef>
              <a:spcPct val="0"/>
            </a:spcBef>
            <a:spcAft>
              <a:spcPct val="15000"/>
            </a:spcAft>
            <a:buChar char="•"/>
          </a:pPr>
          <a:r>
            <a:rPr lang="en-US" sz="900" kern="1200" dirty="0"/>
            <a:t>Some text here</a:t>
          </a:r>
        </a:p>
      </dsp:txBody>
      <dsp:txXfrm>
        <a:off x="3636288" y="481023"/>
        <a:ext cx="855422" cy="855422"/>
      </dsp:txXfrm>
    </dsp:sp>
    <dsp:sp modelId="{A7FEEB04-3FCF-4479-964F-13D1F307728D}">
      <dsp:nvSpPr>
        <dsp:cNvPr id="0" name=""/>
        <dsp:cNvSpPr/>
      </dsp:nvSpPr>
      <dsp:spPr>
        <a:xfrm rot="5400000">
          <a:off x="4969947" y="660486"/>
          <a:ext cx="634801" cy="496496"/>
        </a:xfrm>
        <a:prstGeom prst="triangle">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119E1276-E027-4FFE-ABBB-E27B65052246}">
      <dsp:nvSpPr>
        <dsp:cNvPr id="0" name=""/>
        <dsp:cNvSpPr/>
      </dsp:nvSpPr>
      <dsp:spPr>
        <a:xfrm>
          <a:off x="5877718" y="1875"/>
          <a:ext cx="1813718" cy="1813718"/>
        </a:xfrm>
        <a:prstGeom prst="ellipse">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l" defTabSz="800100">
            <a:lnSpc>
              <a:spcPct val="90000"/>
            </a:lnSpc>
            <a:spcBef>
              <a:spcPct val="0"/>
            </a:spcBef>
            <a:spcAft>
              <a:spcPct val="35000"/>
            </a:spcAft>
            <a:buNone/>
          </a:pPr>
          <a:r>
            <a:rPr lang="en-US" sz="1800" kern="1200"/>
            <a:t>Lorem Ipsum</a:t>
          </a:r>
          <a:endParaRPr lang="en-US" sz="1800" kern="1200" dirty="0"/>
        </a:p>
        <a:p>
          <a:pPr marL="114300" lvl="1" indent="-114300" algn="l" defTabSz="622300">
            <a:lnSpc>
              <a:spcPct val="90000"/>
            </a:lnSpc>
            <a:spcBef>
              <a:spcPct val="0"/>
            </a:spcBef>
            <a:spcAft>
              <a:spcPct val="15000"/>
            </a:spcAft>
            <a:buChar char="•"/>
          </a:pPr>
          <a:r>
            <a:rPr lang="en-US" sz="1400" kern="1200" dirty="0"/>
            <a:t>Some text here</a:t>
          </a:r>
        </a:p>
        <a:p>
          <a:pPr marL="114300" lvl="1" indent="-114300" algn="l" defTabSz="622300">
            <a:lnSpc>
              <a:spcPct val="90000"/>
            </a:lnSpc>
            <a:spcBef>
              <a:spcPct val="0"/>
            </a:spcBef>
            <a:spcAft>
              <a:spcPct val="15000"/>
            </a:spcAft>
            <a:buChar char="•"/>
          </a:pPr>
          <a:r>
            <a:rPr lang="en-US" sz="1400" kern="1200" dirty="0"/>
            <a:t>Some text here</a:t>
          </a:r>
        </a:p>
      </dsp:txBody>
      <dsp:txXfrm>
        <a:off x="6143331" y="267488"/>
        <a:ext cx="1282492" cy="1282492"/>
      </dsp:txXfrm>
    </dsp:sp>
  </dsp:spTree>
</dsp:drawing>
</file>

<file path=ppt/diagrams/drawing8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EC5146-4694-459D-BC51-3ABA47B0CC7C}">
      <dsp:nvSpPr>
        <dsp:cNvPr id="0" name=""/>
        <dsp:cNvSpPr/>
      </dsp:nvSpPr>
      <dsp:spPr>
        <a:xfrm>
          <a:off x="4692" y="1481127"/>
          <a:ext cx="1303734" cy="1303734"/>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l" defTabSz="577850">
            <a:lnSpc>
              <a:spcPct val="90000"/>
            </a:lnSpc>
            <a:spcBef>
              <a:spcPct val="0"/>
            </a:spcBef>
            <a:spcAft>
              <a:spcPct val="35000"/>
            </a:spcAft>
            <a:buNone/>
          </a:pPr>
          <a:r>
            <a:rPr lang="en-US" sz="1300" kern="1200" dirty="0"/>
            <a:t>Lorem Ipsum</a:t>
          </a:r>
        </a:p>
        <a:p>
          <a:pPr marL="57150" lvl="1" indent="-57150" algn="l" defTabSz="444500">
            <a:lnSpc>
              <a:spcPct val="90000"/>
            </a:lnSpc>
            <a:spcBef>
              <a:spcPct val="0"/>
            </a:spcBef>
            <a:spcAft>
              <a:spcPct val="15000"/>
            </a:spcAft>
            <a:buChar char="•"/>
          </a:pPr>
          <a:r>
            <a:rPr lang="en-US" sz="1000" kern="1200" dirty="0"/>
            <a:t>Some text here</a:t>
          </a:r>
        </a:p>
        <a:p>
          <a:pPr marL="57150" lvl="1" indent="-57150" algn="l" defTabSz="444500">
            <a:lnSpc>
              <a:spcPct val="90000"/>
            </a:lnSpc>
            <a:spcBef>
              <a:spcPct val="0"/>
            </a:spcBef>
            <a:spcAft>
              <a:spcPct val="15000"/>
            </a:spcAft>
            <a:buChar char="•"/>
          </a:pPr>
          <a:r>
            <a:rPr lang="en-US" sz="1000" kern="1200" dirty="0"/>
            <a:t>Some text here</a:t>
          </a:r>
        </a:p>
      </dsp:txBody>
      <dsp:txXfrm>
        <a:off x="195619" y="1672054"/>
        <a:ext cx="921880" cy="921880"/>
      </dsp:txXfrm>
    </dsp:sp>
    <dsp:sp modelId="{D516B808-D218-40AE-A2DD-EDE7E1713C6B}">
      <dsp:nvSpPr>
        <dsp:cNvPr id="0" name=""/>
        <dsp:cNvSpPr/>
      </dsp:nvSpPr>
      <dsp:spPr>
        <a:xfrm>
          <a:off x="1414290" y="1754912"/>
          <a:ext cx="756165" cy="756165"/>
        </a:xfrm>
        <a:prstGeom prst="mathPlus">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1514520" y="2044069"/>
        <a:ext cx="555705" cy="177851"/>
      </dsp:txXfrm>
    </dsp:sp>
    <dsp:sp modelId="{9DF069B3-EED9-46BB-AC56-BD1D349BEEE0}">
      <dsp:nvSpPr>
        <dsp:cNvPr id="0" name=""/>
        <dsp:cNvSpPr/>
      </dsp:nvSpPr>
      <dsp:spPr>
        <a:xfrm>
          <a:off x="2276319" y="1481127"/>
          <a:ext cx="1303734" cy="1303734"/>
        </a:xfrm>
        <a:prstGeom prst="ellipse">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l" defTabSz="577850">
            <a:lnSpc>
              <a:spcPct val="90000"/>
            </a:lnSpc>
            <a:spcBef>
              <a:spcPct val="0"/>
            </a:spcBef>
            <a:spcAft>
              <a:spcPct val="35000"/>
            </a:spcAft>
            <a:buNone/>
          </a:pPr>
          <a:r>
            <a:rPr lang="en-US" sz="1300" kern="1200" dirty="0"/>
            <a:t>Lorem Ipsum</a:t>
          </a:r>
        </a:p>
        <a:p>
          <a:pPr marL="57150" lvl="1" indent="-57150" algn="l" defTabSz="444500">
            <a:lnSpc>
              <a:spcPct val="90000"/>
            </a:lnSpc>
            <a:spcBef>
              <a:spcPct val="0"/>
            </a:spcBef>
            <a:spcAft>
              <a:spcPct val="15000"/>
            </a:spcAft>
            <a:buChar char="•"/>
          </a:pPr>
          <a:r>
            <a:rPr lang="en-US" sz="1000" kern="1200" dirty="0"/>
            <a:t>Some text here</a:t>
          </a:r>
        </a:p>
        <a:p>
          <a:pPr marL="57150" lvl="1" indent="-57150" algn="l" defTabSz="444500">
            <a:lnSpc>
              <a:spcPct val="90000"/>
            </a:lnSpc>
            <a:spcBef>
              <a:spcPct val="0"/>
            </a:spcBef>
            <a:spcAft>
              <a:spcPct val="15000"/>
            </a:spcAft>
            <a:buChar char="•"/>
          </a:pPr>
          <a:r>
            <a:rPr lang="en-US" sz="1000" kern="1200"/>
            <a:t>Some text here</a:t>
          </a:r>
          <a:endParaRPr lang="en-US" sz="1000" kern="1200" dirty="0"/>
        </a:p>
      </dsp:txBody>
      <dsp:txXfrm>
        <a:off x="2467246" y="1672054"/>
        <a:ext cx="921880" cy="921880"/>
      </dsp:txXfrm>
    </dsp:sp>
    <dsp:sp modelId="{A53EE01D-460C-4269-BEAB-F23FC05D1F04}">
      <dsp:nvSpPr>
        <dsp:cNvPr id="0" name=""/>
        <dsp:cNvSpPr/>
      </dsp:nvSpPr>
      <dsp:spPr>
        <a:xfrm>
          <a:off x="3685917" y="1754912"/>
          <a:ext cx="756165" cy="756165"/>
        </a:xfrm>
        <a:prstGeom prst="mathPlus">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3786147" y="2044069"/>
        <a:ext cx="555705" cy="177851"/>
      </dsp:txXfrm>
    </dsp:sp>
    <dsp:sp modelId="{71BA9A3F-3DBB-4ADE-B0DB-0D9C15C55721}">
      <dsp:nvSpPr>
        <dsp:cNvPr id="0" name=""/>
        <dsp:cNvSpPr/>
      </dsp:nvSpPr>
      <dsp:spPr>
        <a:xfrm>
          <a:off x="4547946" y="1481127"/>
          <a:ext cx="1303734" cy="1303734"/>
        </a:xfrm>
        <a:prstGeom prst="ellipse">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l" defTabSz="577850">
            <a:lnSpc>
              <a:spcPct val="90000"/>
            </a:lnSpc>
            <a:spcBef>
              <a:spcPct val="0"/>
            </a:spcBef>
            <a:spcAft>
              <a:spcPct val="35000"/>
            </a:spcAft>
            <a:buNone/>
          </a:pPr>
          <a:r>
            <a:rPr lang="en-US" sz="1300" kern="1200" dirty="0"/>
            <a:t>Lorem Ipsum</a:t>
          </a:r>
        </a:p>
        <a:p>
          <a:pPr marL="57150" lvl="1" indent="-57150" algn="l" defTabSz="444500">
            <a:lnSpc>
              <a:spcPct val="90000"/>
            </a:lnSpc>
            <a:spcBef>
              <a:spcPct val="0"/>
            </a:spcBef>
            <a:spcAft>
              <a:spcPct val="15000"/>
            </a:spcAft>
            <a:buChar char="•"/>
          </a:pPr>
          <a:r>
            <a:rPr lang="en-US" sz="1000" kern="1200" dirty="0"/>
            <a:t>Some text here</a:t>
          </a:r>
        </a:p>
        <a:p>
          <a:pPr marL="57150" lvl="1" indent="-57150" algn="l" defTabSz="444500">
            <a:lnSpc>
              <a:spcPct val="90000"/>
            </a:lnSpc>
            <a:spcBef>
              <a:spcPct val="0"/>
            </a:spcBef>
            <a:spcAft>
              <a:spcPct val="15000"/>
            </a:spcAft>
            <a:buChar char="•"/>
          </a:pPr>
          <a:r>
            <a:rPr lang="en-US" sz="1000" kern="1200" dirty="0"/>
            <a:t>Some text here</a:t>
          </a:r>
        </a:p>
      </dsp:txBody>
      <dsp:txXfrm>
        <a:off x="4738873" y="1672054"/>
        <a:ext cx="921880" cy="921880"/>
      </dsp:txXfrm>
    </dsp:sp>
    <dsp:sp modelId="{6EC3E5DA-4D0D-410A-BF53-6C1F23422684}">
      <dsp:nvSpPr>
        <dsp:cNvPr id="0" name=""/>
        <dsp:cNvSpPr/>
      </dsp:nvSpPr>
      <dsp:spPr>
        <a:xfrm>
          <a:off x="5957543" y="1754912"/>
          <a:ext cx="756165" cy="756165"/>
        </a:xfrm>
        <a:prstGeom prst="mathEqual">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6057773" y="1910682"/>
        <a:ext cx="555705" cy="444625"/>
      </dsp:txXfrm>
    </dsp:sp>
    <dsp:sp modelId="{A5DEC4CE-EBF9-4C6A-8387-5B92EEBCBB3D}">
      <dsp:nvSpPr>
        <dsp:cNvPr id="0" name=""/>
        <dsp:cNvSpPr/>
      </dsp:nvSpPr>
      <dsp:spPr>
        <a:xfrm>
          <a:off x="6819572" y="1481127"/>
          <a:ext cx="1303734" cy="1303734"/>
        </a:xfrm>
        <a:prstGeom prst="ellipse">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l" defTabSz="577850">
            <a:lnSpc>
              <a:spcPct val="90000"/>
            </a:lnSpc>
            <a:spcBef>
              <a:spcPct val="0"/>
            </a:spcBef>
            <a:spcAft>
              <a:spcPct val="35000"/>
            </a:spcAft>
            <a:buNone/>
          </a:pPr>
          <a:r>
            <a:rPr lang="en-US" sz="1300" kern="1200"/>
            <a:t>Lorem Ipsum</a:t>
          </a:r>
          <a:endParaRPr lang="en-US" sz="1300" kern="1200" dirty="0"/>
        </a:p>
        <a:p>
          <a:pPr marL="57150" lvl="1" indent="-57150" algn="l" defTabSz="444500">
            <a:lnSpc>
              <a:spcPct val="90000"/>
            </a:lnSpc>
            <a:spcBef>
              <a:spcPct val="0"/>
            </a:spcBef>
            <a:spcAft>
              <a:spcPct val="15000"/>
            </a:spcAft>
            <a:buChar char="•"/>
          </a:pPr>
          <a:r>
            <a:rPr lang="en-US" sz="1000" kern="1200" dirty="0"/>
            <a:t>Some text here</a:t>
          </a:r>
        </a:p>
        <a:p>
          <a:pPr marL="57150" lvl="1" indent="-57150" algn="l" defTabSz="444500">
            <a:lnSpc>
              <a:spcPct val="90000"/>
            </a:lnSpc>
            <a:spcBef>
              <a:spcPct val="0"/>
            </a:spcBef>
            <a:spcAft>
              <a:spcPct val="15000"/>
            </a:spcAft>
            <a:buChar char="•"/>
          </a:pPr>
          <a:r>
            <a:rPr lang="en-US" sz="1000" kern="1200" dirty="0"/>
            <a:t>Some text here</a:t>
          </a:r>
        </a:p>
      </dsp:txBody>
      <dsp:txXfrm>
        <a:off x="7010499" y="1672054"/>
        <a:ext cx="921880" cy="921880"/>
      </dsp:txXfrm>
    </dsp:sp>
  </dsp:spTree>
</dsp:drawing>
</file>

<file path=ppt/diagrams/drawing8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0A842D-0DF6-4F7F-B5CF-4AB3633A1D67}">
      <dsp:nvSpPr>
        <dsp:cNvPr id="0" name=""/>
        <dsp:cNvSpPr/>
      </dsp:nvSpPr>
      <dsp:spPr>
        <a:xfrm>
          <a:off x="2353071" y="1558"/>
          <a:ext cx="950515" cy="950515"/>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l" defTabSz="400050">
            <a:lnSpc>
              <a:spcPct val="90000"/>
            </a:lnSpc>
            <a:spcBef>
              <a:spcPct val="0"/>
            </a:spcBef>
            <a:spcAft>
              <a:spcPct val="35000"/>
            </a:spcAft>
            <a:buNone/>
          </a:pPr>
          <a:r>
            <a:rPr lang="en-US" sz="900" kern="1200" dirty="0"/>
            <a:t>Lorem Ipsum</a:t>
          </a:r>
        </a:p>
        <a:p>
          <a:pPr marL="57150" lvl="1" indent="-57150" algn="l" defTabSz="311150">
            <a:lnSpc>
              <a:spcPct val="90000"/>
            </a:lnSpc>
            <a:spcBef>
              <a:spcPct val="0"/>
            </a:spcBef>
            <a:spcAft>
              <a:spcPct val="15000"/>
            </a:spcAft>
            <a:buChar char="•"/>
          </a:pPr>
          <a:r>
            <a:rPr lang="en-US" sz="700" kern="1200" dirty="0"/>
            <a:t>Some text here</a:t>
          </a:r>
        </a:p>
        <a:p>
          <a:pPr marL="57150" lvl="1" indent="-57150" algn="l" defTabSz="311150">
            <a:lnSpc>
              <a:spcPct val="90000"/>
            </a:lnSpc>
            <a:spcBef>
              <a:spcPct val="0"/>
            </a:spcBef>
            <a:spcAft>
              <a:spcPct val="15000"/>
            </a:spcAft>
            <a:buChar char="•"/>
          </a:pPr>
          <a:r>
            <a:rPr lang="en-US" sz="700" kern="1200" dirty="0"/>
            <a:t>Some text here</a:t>
          </a:r>
        </a:p>
      </dsp:txBody>
      <dsp:txXfrm>
        <a:off x="2492271" y="140758"/>
        <a:ext cx="672115" cy="672115"/>
      </dsp:txXfrm>
    </dsp:sp>
    <dsp:sp modelId="{38D17EDE-C8C4-4801-8CE4-BB89065DD391}">
      <dsp:nvSpPr>
        <dsp:cNvPr id="0" name=""/>
        <dsp:cNvSpPr/>
      </dsp:nvSpPr>
      <dsp:spPr>
        <a:xfrm>
          <a:off x="2552680" y="1029256"/>
          <a:ext cx="551299" cy="551299"/>
        </a:xfrm>
        <a:prstGeom prst="mathPlus">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2625755" y="1240073"/>
        <a:ext cx="405149" cy="129665"/>
      </dsp:txXfrm>
    </dsp:sp>
    <dsp:sp modelId="{EAA43BC8-C9C3-4E25-A6AC-B28B9DDC9754}">
      <dsp:nvSpPr>
        <dsp:cNvPr id="0" name=""/>
        <dsp:cNvSpPr/>
      </dsp:nvSpPr>
      <dsp:spPr>
        <a:xfrm>
          <a:off x="2353071" y="1657737"/>
          <a:ext cx="950515" cy="950515"/>
        </a:xfrm>
        <a:prstGeom prst="ellipse">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l" defTabSz="400050">
            <a:lnSpc>
              <a:spcPct val="90000"/>
            </a:lnSpc>
            <a:spcBef>
              <a:spcPct val="0"/>
            </a:spcBef>
            <a:spcAft>
              <a:spcPct val="35000"/>
            </a:spcAft>
            <a:buNone/>
          </a:pPr>
          <a:r>
            <a:rPr lang="en-US" sz="900" kern="1200" dirty="0"/>
            <a:t>Lorem Ipsum</a:t>
          </a:r>
        </a:p>
        <a:p>
          <a:pPr marL="57150" lvl="1" indent="-57150" algn="l" defTabSz="311150">
            <a:lnSpc>
              <a:spcPct val="90000"/>
            </a:lnSpc>
            <a:spcBef>
              <a:spcPct val="0"/>
            </a:spcBef>
            <a:spcAft>
              <a:spcPct val="15000"/>
            </a:spcAft>
            <a:buChar char="•"/>
          </a:pPr>
          <a:r>
            <a:rPr lang="en-US" sz="700" kern="1200" dirty="0"/>
            <a:t>Some text here</a:t>
          </a:r>
        </a:p>
        <a:p>
          <a:pPr marL="57150" lvl="1" indent="-57150" algn="l" defTabSz="311150">
            <a:lnSpc>
              <a:spcPct val="90000"/>
            </a:lnSpc>
            <a:spcBef>
              <a:spcPct val="0"/>
            </a:spcBef>
            <a:spcAft>
              <a:spcPct val="15000"/>
            </a:spcAft>
            <a:buChar char="•"/>
          </a:pPr>
          <a:r>
            <a:rPr lang="en-US" sz="700" kern="1200" dirty="0"/>
            <a:t>Some text here</a:t>
          </a:r>
        </a:p>
      </dsp:txBody>
      <dsp:txXfrm>
        <a:off x="2492271" y="1796937"/>
        <a:ext cx="672115" cy="672115"/>
      </dsp:txXfrm>
    </dsp:sp>
    <dsp:sp modelId="{1B233930-EFAA-4C98-A5F5-ED023DEEA6DA}">
      <dsp:nvSpPr>
        <dsp:cNvPr id="0" name=""/>
        <dsp:cNvSpPr/>
      </dsp:nvSpPr>
      <dsp:spPr>
        <a:xfrm>
          <a:off x="2552680" y="2685434"/>
          <a:ext cx="551299" cy="551299"/>
        </a:xfrm>
        <a:prstGeom prst="mathPlus">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2625755" y="2896251"/>
        <a:ext cx="405149" cy="129665"/>
      </dsp:txXfrm>
    </dsp:sp>
    <dsp:sp modelId="{E2D58D02-8FE8-4D4D-9668-7EE49AB080C3}">
      <dsp:nvSpPr>
        <dsp:cNvPr id="0" name=""/>
        <dsp:cNvSpPr/>
      </dsp:nvSpPr>
      <dsp:spPr>
        <a:xfrm>
          <a:off x="2353071" y="3313915"/>
          <a:ext cx="950515" cy="950515"/>
        </a:xfrm>
        <a:prstGeom prst="ellipse">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l" defTabSz="400050">
            <a:lnSpc>
              <a:spcPct val="90000"/>
            </a:lnSpc>
            <a:spcBef>
              <a:spcPct val="0"/>
            </a:spcBef>
            <a:spcAft>
              <a:spcPct val="35000"/>
            </a:spcAft>
            <a:buNone/>
          </a:pPr>
          <a:r>
            <a:rPr lang="en-US" sz="900" kern="1200" dirty="0"/>
            <a:t>Lorem Ipsum</a:t>
          </a:r>
        </a:p>
        <a:p>
          <a:pPr marL="57150" lvl="1" indent="-57150" algn="l" defTabSz="311150">
            <a:lnSpc>
              <a:spcPct val="90000"/>
            </a:lnSpc>
            <a:spcBef>
              <a:spcPct val="0"/>
            </a:spcBef>
            <a:spcAft>
              <a:spcPct val="15000"/>
            </a:spcAft>
            <a:buChar char="•"/>
          </a:pPr>
          <a:r>
            <a:rPr lang="en-US" sz="700" kern="1200" dirty="0"/>
            <a:t>Some text here</a:t>
          </a:r>
        </a:p>
        <a:p>
          <a:pPr marL="57150" lvl="1" indent="-57150" algn="l" defTabSz="311150">
            <a:lnSpc>
              <a:spcPct val="90000"/>
            </a:lnSpc>
            <a:spcBef>
              <a:spcPct val="0"/>
            </a:spcBef>
            <a:spcAft>
              <a:spcPct val="15000"/>
            </a:spcAft>
            <a:buChar char="•"/>
          </a:pPr>
          <a:r>
            <a:rPr lang="en-US" sz="700" kern="1200" dirty="0"/>
            <a:t>Some text here</a:t>
          </a:r>
        </a:p>
      </dsp:txBody>
      <dsp:txXfrm>
        <a:off x="2492271" y="3453115"/>
        <a:ext cx="672115" cy="672115"/>
      </dsp:txXfrm>
    </dsp:sp>
    <dsp:sp modelId="{8FF7A18E-8BEB-472E-8E8C-55769035662E}">
      <dsp:nvSpPr>
        <dsp:cNvPr id="0" name=""/>
        <dsp:cNvSpPr/>
      </dsp:nvSpPr>
      <dsp:spPr>
        <a:xfrm>
          <a:off x="3446164" y="1956199"/>
          <a:ext cx="302263" cy="353591"/>
        </a:xfrm>
        <a:prstGeom prst="rightArrow">
          <a:avLst>
            <a:gd name="adj1" fmla="val 60000"/>
            <a:gd name="adj2" fmla="val 5000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3446164" y="2026917"/>
        <a:ext cx="211584" cy="212155"/>
      </dsp:txXfrm>
    </dsp:sp>
    <dsp:sp modelId="{00D9D99B-3429-4518-80E2-A79472CC309F}">
      <dsp:nvSpPr>
        <dsp:cNvPr id="0" name=""/>
        <dsp:cNvSpPr/>
      </dsp:nvSpPr>
      <dsp:spPr>
        <a:xfrm>
          <a:off x="3873896" y="1182479"/>
          <a:ext cx="1901031" cy="1901031"/>
        </a:xfrm>
        <a:prstGeom prst="ellipse">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l" defTabSz="844550">
            <a:lnSpc>
              <a:spcPct val="90000"/>
            </a:lnSpc>
            <a:spcBef>
              <a:spcPct val="0"/>
            </a:spcBef>
            <a:spcAft>
              <a:spcPct val="35000"/>
            </a:spcAft>
            <a:buNone/>
          </a:pPr>
          <a:r>
            <a:rPr lang="en-US" sz="1900" kern="1200"/>
            <a:t>Lorem Ipsum</a:t>
          </a:r>
          <a:endParaRPr lang="en-US" sz="1900" kern="1200" dirty="0"/>
        </a:p>
        <a:p>
          <a:pPr marL="114300" lvl="1" indent="-114300" algn="l" defTabSz="666750">
            <a:lnSpc>
              <a:spcPct val="90000"/>
            </a:lnSpc>
            <a:spcBef>
              <a:spcPct val="0"/>
            </a:spcBef>
            <a:spcAft>
              <a:spcPct val="15000"/>
            </a:spcAft>
            <a:buChar char="•"/>
          </a:pPr>
          <a:r>
            <a:rPr lang="en-US" sz="1500" kern="1200" dirty="0"/>
            <a:t>Some text here</a:t>
          </a:r>
        </a:p>
        <a:p>
          <a:pPr marL="114300" lvl="1" indent="-114300" algn="l" defTabSz="666750">
            <a:lnSpc>
              <a:spcPct val="90000"/>
            </a:lnSpc>
            <a:spcBef>
              <a:spcPct val="0"/>
            </a:spcBef>
            <a:spcAft>
              <a:spcPct val="15000"/>
            </a:spcAft>
            <a:buChar char="•"/>
          </a:pPr>
          <a:r>
            <a:rPr lang="en-US" sz="1500" kern="1200" dirty="0"/>
            <a:t>Some </a:t>
          </a:r>
          <a:r>
            <a:rPr lang="en-US" sz="1500" kern="1200"/>
            <a:t>text here</a:t>
          </a:r>
          <a:endParaRPr lang="en-US" sz="1500" kern="1200" dirty="0"/>
        </a:p>
      </dsp:txBody>
      <dsp:txXfrm>
        <a:off x="4152296" y="1460879"/>
        <a:ext cx="1344231" cy="1344231"/>
      </dsp:txXfrm>
    </dsp:sp>
  </dsp:spTree>
</dsp:drawing>
</file>

<file path=ppt/diagrams/drawing8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3B8F27-1012-4983-BE7C-2ECA5362F568}">
      <dsp:nvSpPr>
        <dsp:cNvPr id="0" name=""/>
        <dsp:cNvSpPr/>
      </dsp:nvSpPr>
      <dsp:spPr>
        <a:xfrm>
          <a:off x="0" y="507395"/>
          <a:ext cx="8128000" cy="3251199"/>
        </a:xfrm>
        <a:prstGeom prst="leftRightRibbon">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2AA84120-BCD6-4576-8E67-5BE1511BCFD2}">
      <dsp:nvSpPr>
        <dsp:cNvPr id="0" name=""/>
        <dsp:cNvSpPr/>
      </dsp:nvSpPr>
      <dsp:spPr>
        <a:xfrm>
          <a:off x="975360" y="1076354"/>
          <a:ext cx="2682239" cy="1593088"/>
        </a:xfrm>
        <a:prstGeom prst="rect">
          <a:avLst/>
        </a:prstGeom>
        <a:noFill/>
        <a:ln>
          <a:noFill/>
        </a:ln>
        <a:effectLst>
          <a:outerShdw blurRad="40000" dist="23000" dir="5400000" rotWithShape="0">
            <a:srgbClr val="000000">
              <a:alpha val="35000"/>
            </a:srgbClr>
          </a:outerShdw>
        </a:effectLst>
        <a:sp3d/>
      </dsp:spPr>
      <dsp:style>
        <a:lnRef idx="0">
          <a:scrgbClr r="0" g="0" b="0"/>
        </a:lnRef>
        <a:fillRef idx="3">
          <a:scrgbClr r="0" g="0" b="0"/>
        </a:fillRef>
        <a:effectRef idx="2">
          <a:scrgbClr r="0" g="0" b="0"/>
        </a:effectRef>
        <a:fontRef idx="minor">
          <a:schemeClr val="lt1"/>
        </a:fontRef>
      </dsp:style>
      <dsp:txBody>
        <a:bodyPr spcFirstLastPara="0" vert="horz" wrap="square" lIns="0" tIns="85344" rIns="0" bIns="91440" numCol="1" spcCol="1270" anchor="ctr" anchorCtr="0">
          <a:noAutofit/>
        </a:bodyPr>
        <a:lstStyle/>
        <a:p>
          <a:pPr marL="0" lvl="0" indent="0" algn="l" defTabSz="1066800">
            <a:lnSpc>
              <a:spcPct val="90000"/>
            </a:lnSpc>
            <a:spcBef>
              <a:spcPct val="0"/>
            </a:spcBef>
            <a:spcAft>
              <a:spcPct val="35000"/>
            </a:spcAft>
            <a:buNone/>
          </a:pPr>
          <a:r>
            <a:rPr lang="en-US" sz="2400" b="1" kern="1200" dirty="0"/>
            <a:t>Lorem Ipsum</a:t>
          </a:r>
        </a:p>
        <a:p>
          <a:pPr marL="171450" lvl="1" indent="-171450" algn="l" defTabSz="844550">
            <a:lnSpc>
              <a:spcPct val="90000"/>
            </a:lnSpc>
            <a:spcBef>
              <a:spcPct val="0"/>
            </a:spcBef>
            <a:spcAft>
              <a:spcPct val="15000"/>
            </a:spcAft>
            <a:buChar char="•"/>
          </a:pPr>
          <a:r>
            <a:rPr lang="en-US" sz="1900" kern="1200" dirty="0"/>
            <a:t>Some text here</a:t>
          </a:r>
        </a:p>
        <a:p>
          <a:pPr marL="171450" lvl="1" indent="-171450" algn="l" defTabSz="844550">
            <a:lnSpc>
              <a:spcPct val="90000"/>
            </a:lnSpc>
            <a:spcBef>
              <a:spcPct val="0"/>
            </a:spcBef>
            <a:spcAft>
              <a:spcPct val="15000"/>
            </a:spcAft>
            <a:buChar char="•"/>
          </a:pPr>
          <a:r>
            <a:rPr lang="en-US" sz="1900" kern="1200" dirty="0"/>
            <a:t>Some text here</a:t>
          </a:r>
        </a:p>
        <a:p>
          <a:pPr marL="171450" lvl="1" indent="-171450" algn="l" defTabSz="844550">
            <a:lnSpc>
              <a:spcPct val="90000"/>
            </a:lnSpc>
            <a:spcBef>
              <a:spcPct val="0"/>
            </a:spcBef>
            <a:spcAft>
              <a:spcPct val="15000"/>
            </a:spcAft>
            <a:buChar char="•"/>
          </a:pPr>
          <a:r>
            <a:rPr lang="en-US" sz="1900" kern="1200"/>
            <a:t>Some text here</a:t>
          </a:r>
          <a:endParaRPr lang="en-US" sz="1900" kern="1200" dirty="0"/>
        </a:p>
      </dsp:txBody>
      <dsp:txXfrm>
        <a:off x="975360" y="1076354"/>
        <a:ext cx="2682239" cy="1593088"/>
      </dsp:txXfrm>
    </dsp:sp>
    <dsp:sp modelId="{9B900836-1A34-4AE3-BDC1-2252267DE734}">
      <dsp:nvSpPr>
        <dsp:cNvPr id="0" name=""/>
        <dsp:cNvSpPr/>
      </dsp:nvSpPr>
      <dsp:spPr>
        <a:xfrm>
          <a:off x="4064000" y="1596547"/>
          <a:ext cx="3169920" cy="1593088"/>
        </a:xfrm>
        <a:prstGeom prst="rect">
          <a:avLst/>
        </a:prstGeom>
        <a:noFill/>
        <a:ln>
          <a:noFill/>
        </a:ln>
        <a:effectLst>
          <a:outerShdw blurRad="40000" dist="23000" dir="5400000" rotWithShape="0">
            <a:srgbClr val="000000">
              <a:alpha val="35000"/>
            </a:srgbClr>
          </a:outerShdw>
        </a:effectLst>
        <a:sp3d/>
      </dsp:spPr>
      <dsp:style>
        <a:lnRef idx="0">
          <a:scrgbClr r="0" g="0" b="0"/>
        </a:lnRef>
        <a:fillRef idx="3">
          <a:scrgbClr r="0" g="0" b="0"/>
        </a:fillRef>
        <a:effectRef idx="2">
          <a:scrgbClr r="0" g="0" b="0"/>
        </a:effectRef>
        <a:fontRef idx="minor">
          <a:schemeClr val="lt1"/>
        </a:fontRef>
      </dsp:style>
      <dsp:txBody>
        <a:bodyPr spcFirstLastPara="0" vert="horz" wrap="square" lIns="0" tIns="85344" rIns="0" bIns="91440" numCol="1" spcCol="1270" anchor="ctr" anchorCtr="0">
          <a:noAutofit/>
        </a:bodyPr>
        <a:lstStyle/>
        <a:p>
          <a:pPr marL="0" lvl="0" indent="0" algn="l" defTabSz="1066800">
            <a:lnSpc>
              <a:spcPct val="90000"/>
            </a:lnSpc>
            <a:spcBef>
              <a:spcPct val="0"/>
            </a:spcBef>
            <a:spcAft>
              <a:spcPct val="35000"/>
            </a:spcAft>
            <a:buNone/>
          </a:pPr>
          <a:r>
            <a:rPr lang="en-US" sz="2400" b="1" kern="1200" dirty="0"/>
            <a:t>Lorem Ipsum</a:t>
          </a:r>
        </a:p>
        <a:p>
          <a:pPr marL="171450" lvl="1" indent="-171450" algn="l" defTabSz="844550">
            <a:lnSpc>
              <a:spcPct val="90000"/>
            </a:lnSpc>
            <a:spcBef>
              <a:spcPct val="0"/>
            </a:spcBef>
            <a:spcAft>
              <a:spcPct val="15000"/>
            </a:spcAft>
            <a:buChar char="•"/>
          </a:pPr>
          <a:r>
            <a:rPr lang="en-US" sz="1900" kern="1200" dirty="0"/>
            <a:t>Some text here</a:t>
          </a:r>
        </a:p>
        <a:p>
          <a:pPr marL="171450" lvl="1" indent="-171450" algn="l" defTabSz="844550">
            <a:lnSpc>
              <a:spcPct val="90000"/>
            </a:lnSpc>
            <a:spcBef>
              <a:spcPct val="0"/>
            </a:spcBef>
            <a:spcAft>
              <a:spcPct val="15000"/>
            </a:spcAft>
            <a:buChar char="•"/>
          </a:pPr>
          <a:r>
            <a:rPr lang="en-US" sz="1900" kern="1200" dirty="0"/>
            <a:t>Some </a:t>
          </a:r>
          <a:r>
            <a:rPr lang="en-US" sz="1900" kern="1200"/>
            <a:t>text here</a:t>
          </a:r>
          <a:endParaRPr lang="en-US" sz="1900" kern="1200" dirty="0"/>
        </a:p>
      </dsp:txBody>
      <dsp:txXfrm>
        <a:off x="4064000" y="1596547"/>
        <a:ext cx="3169920" cy="1593088"/>
      </dsp:txXfrm>
    </dsp:sp>
  </dsp:spTree>
</dsp:drawing>
</file>

<file path=ppt/diagrams/drawing8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FE398C-4C1F-4FD9-9686-9754DDF7BC62}">
      <dsp:nvSpPr>
        <dsp:cNvPr id="0" name=""/>
        <dsp:cNvSpPr/>
      </dsp:nvSpPr>
      <dsp:spPr>
        <a:xfrm>
          <a:off x="3420070" y="623"/>
          <a:ext cx="1287859" cy="1287859"/>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l" defTabSz="577850">
            <a:lnSpc>
              <a:spcPct val="90000"/>
            </a:lnSpc>
            <a:spcBef>
              <a:spcPct val="0"/>
            </a:spcBef>
            <a:spcAft>
              <a:spcPct val="35000"/>
            </a:spcAft>
            <a:buNone/>
          </a:pPr>
          <a:r>
            <a:rPr lang="en-US" sz="1300" kern="1200" dirty="0"/>
            <a:t>Lorem Ipsum</a:t>
          </a:r>
        </a:p>
        <a:p>
          <a:pPr marL="57150" lvl="1" indent="-57150" algn="l" defTabSz="444500">
            <a:lnSpc>
              <a:spcPct val="90000"/>
            </a:lnSpc>
            <a:spcBef>
              <a:spcPct val="0"/>
            </a:spcBef>
            <a:spcAft>
              <a:spcPct val="15000"/>
            </a:spcAft>
            <a:buChar char="•"/>
          </a:pPr>
          <a:r>
            <a:rPr lang="en-US" sz="1000" kern="1200" dirty="0"/>
            <a:t>Some text here</a:t>
          </a:r>
        </a:p>
        <a:p>
          <a:pPr marL="57150" lvl="1" indent="-57150" algn="l" defTabSz="444500">
            <a:lnSpc>
              <a:spcPct val="90000"/>
            </a:lnSpc>
            <a:spcBef>
              <a:spcPct val="0"/>
            </a:spcBef>
            <a:spcAft>
              <a:spcPct val="15000"/>
            </a:spcAft>
            <a:buChar char="•"/>
          </a:pPr>
          <a:r>
            <a:rPr lang="en-US" sz="1000" kern="1200" dirty="0"/>
            <a:t>Some text here</a:t>
          </a:r>
        </a:p>
      </dsp:txBody>
      <dsp:txXfrm>
        <a:off x="3608673" y="189226"/>
        <a:ext cx="910653" cy="910653"/>
      </dsp:txXfrm>
    </dsp:sp>
    <dsp:sp modelId="{64311146-44DC-47EA-BBB6-EF2150CC48F2}">
      <dsp:nvSpPr>
        <dsp:cNvPr id="0" name=""/>
        <dsp:cNvSpPr/>
      </dsp:nvSpPr>
      <dsp:spPr>
        <a:xfrm rot="2160000">
          <a:off x="4667314" y="990060"/>
          <a:ext cx="342717" cy="434652"/>
        </a:xfrm>
        <a:prstGeom prst="rightArrow">
          <a:avLst>
            <a:gd name="adj1" fmla="val 60000"/>
            <a:gd name="adj2" fmla="val 5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4677132" y="1046773"/>
        <a:ext cx="239902" cy="260792"/>
      </dsp:txXfrm>
    </dsp:sp>
    <dsp:sp modelId="{F1640B96-EF6B-4A09-AD36-8391FBBD6D47}">
      <dsp:nvSpPr>
        <dsp:cNvPr id="0" name=""/>
        <dsp:cNvSpPr/>
      </dsp:nvSpPr>
      <dsp:spPr>
        <a:xfrm>
          <a:off x="4985110" y="1137691"/>
          <a:ext cx="1287859" cy="1287859"/>
        </a:xfrm>
        <a:prstGeom prst="ellipse">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l" defTabSz="577850">
            <a:lnSpc>
              <a:spcPct val="90000"/>
            </a:lnSpc>
            <a:spcBef>
              <a:spcPct val="0"/>
            </a:spcBef>
            <a:spcAft>
              <a:spcPct val="35000"/>
            </a:spcAft>
            <a:buNone/>
          </a:pPr>
          <a:r>
            <a:rPr lang="en-US" sz="1300" kern="1200" dirty="0"/>
            <a:t>Lorem Ipsum</a:t>
          </a:r>
        </a:p>
        <a:p>
          <a:pPr marL="57150" lvl="1" indent="-57150" algn="l" defTabSz="444500">
            <a:lnSpc>
              <a:spcPct val="90000"/>
            </a:lnSpc>
            <a:spcBef>
              <a:spcPct val="0"/>
            </a:spcBef>
            <a:spcAft>
              <a:spcPct val="15000"/>
            </a:spcAft>
            <a:buChar char="•"/>
          </a:pPr>
          <a:r>
            <a:rPr lang="en-US" sz="1000" kern="1200" dirty="0"/>
            <a:t>Some text here</a:t>
          </a:r>
        </a:p>
        <a:p>
          <a:pPr marL="57150" lvl="1" indent="-57150" algn="l" defTabSz="444500">
            <a:lnSpc>
              <a:spcPct val="90000"/>
            </a:lnSpc>
            <a:spcBef>
              <a:spcPct val="0"/>
            </a:spcBef>
            <a:spcAft>
              <a:spcPct val="15000"/>
            </a:spcAft>
            <a:buChar char="•"/>
          </a:pPr>
          <a:r>
            <a:rPr lang="en-US" sz="1000" kern="1200"/>
            <a:t>Some text here</a:t>
          </a:r>
          <a:endParaRPr lang="en-US" sz="1000" kern="1200" dirty="0"/>
        </a:p>
      </dsp:txBody>
      <dsp:txXfrm>
        <a:off x="5173713" y="1326294"/>
        <a:ext cx="910653" cy="910653"/>
      </dsp:txXfrm>
    </dsp:sp>
    <dsp:sp modelId="{4D0CED92-5359-4E4E-AD83-FBFE1EB965D5}">
      <dsp:nvSpPr>
        <dsp:cNvPr id="0" name=""/>
        <dsp:cNvSpPr/>
      </dsp:nvSpPr>
      <dsp:spPr>
        <a:xfrm rot="6480000">
          <a:off x="5161782" y="2474977"/>
          <a:ext cx="342717" cy="434652"/>
        </a:xfrm>
        <a:prstGeom prst="rightArrow">
          <a:avLst>
            <a:gd name="adj1" fmla="val 60000"/>
            <a:gd name="adj2" fmla="val 5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rot="10800000">
        <a:off x="5229075" y="2513016"/>
        <a:ext cx="239902" cy="260792"/>
      </dsp:txXfrm>
    </dsp:sp>
    <dsp:sp modelId="{43CF3071-5F08-4E1F-AEDC-151C7FC7BC36}">
      <dsp:nvSpPr>
        <dsp:cNvPr id="0" name=""/>
        <dsp:cNvSpPr/>
      </dsp:nvSpPr>
      <dsp:spPr>
        <a:xfrm>
          <a:off x="4387318" y="2977506"/>
          <a:ext cx="1287859" cy="1287859"/>
        </a:xfrm>
        <a:prstGeom prst="ellipse">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l" defTabSz="577850">
            <a:lnSpc>
              <a:spcPct val="90000"/>
            </a:lnSpc>
            <a:spcBef>
              <a:spcPct val="0"/>
            </a:spcBef>
            <a:spcAft>
              <a:spcPct val="35000"/>
            </a:spcAft>
            <a:buNone/>
          </a:pPr>
          <a:r>
            <a:rPr lang="en-US" sz="1300" kern="1200" dirty="0"/>
            <a:t>Lorem Ipsum</a:t>
          </a:r>
        </a:p>
        <a:p>
          <a:pPr marL="57150" lvl="1" indent="-57150" algn="l" defTabSz="444500">
            <a:lnSpc>
              <a:spcPct val="90000"/>
            </a:lnSpc>
            <a:spcBef>
              <a:spcPct val="0"/>
            </a:spcBef>
            <a:spcAft>
              <a:spcPct val="15000"/>
            </a:spcAft>
            <a:buChar char="•"/>
          </a:pPr>
          <a:r>
            <a:rPr lang="en-US" sz="1000" kern="1200" dirty="0"/>
            <a:t>Some text here</a:t>
          </a:r>
        </a:p>
        <a:p>
          <a:pPr marL="57150" lvl="1" indent="-57150" algn="l" defTabSz="444500">
            <a:lnSpc>
              <a:spcPct val="90000"/>
            </a:lnSpc>
            <a:spcBef>
              <a:spcPct val="0"/>
            </a:spcBef>
            <a:spcAft>
              <a:spcPct val="15000"/>
            </a:spcAft>
            <a:buChar char="•"/>
          </a:pPr>
          <a:r>
            <a:rPr lang="en-US" sz="1000" kern="1200" dirty="0"/>
            <a:t>Some text here</a:t>
          </a:r>
        </a:p>
      </dsp:txBody>
      <dsp:txXfrm>
        <a:off x="4575921" y="3166109"/>
        <a:ext cx="910653" cy="910653"/>
      </dsp:txXfrm>
    </dsp:sp>
    <dsp:sp modelId="{44AD0C2F-DDF8-424C-BD1F-5903C1F18BDF}">
      <dsp:nvSpPr>
        <dsp:cNvPr id="0" name=""/>
        <dsp:cNvSpPr/>
      </dsp:nvSpPr>
      <dsp:spPr>
        <a:xfrm rot="10800000">
          <a:off x="3902340" y="3404110"/>
          <a:ext cx="342717" cy="434652"/>
        </a:xfrm>
        <a:prstGeom prst="rightArrow">
          <a:avLst>
            <a:gd name="adj1" fmla="val 60000"/>
            <a:gd name="adj2" fmla="val 5000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rot="10800000">
        <a:off x="4005155" y="3491040"/>
        <a:ext cx="239902" cy="260792"/>
      </dsp:txXfrm>
    </dsp:sp>
    <dsp:sp modelId="{F927B4CA-D7CB-4206-BB26-FC0774A80757}">
      <dsp:nvSpPr>
        <dsp:cNvPr id="0" name=""/>
        <dsp:cNvSpPr/>
      </dsp:nvSpPr>
      <dsp:spPr>
        <a:xfrm>
          <a:off x="2452822" y="2977506"/>
          <a:ext cx="1287859" cy="1287859"/>
        </a:xfrm>
        <a:prstGeom prst="ellipse">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l" defTabSz="577850">
            <a:lnSpc>
              <a:spcPct val="90000"/>
            </a:lnSpc>
            <a:spcBef>
              <a:spcPct val="0"/>
            </a:spcBef>
            <a:spcAft>
              <a:spcPct val="35000"/>
            </a:spcAft>
            <a:buNone/>
          </a:pPr>
          <a:r>
            <a:rPr lang="en-US" sz="1300" kern="1200" dirty="0"/>
            <a:t>Lorem Ipsum</a:t>
          </a:r>
        </a:p>
        <a:p>
          <a:pPr marL="57150" lvl="1" indent="-57150" algn="l" defTabSz="444500">
            <a:lnSpc>
              <a:spcPct val="90000"/>
            </a:lnSpc>
            <a:spcBef>
              <a:spcPct val="0"/>
            </a:spcBef>
            <a:spcAft>
              <a:spcPct val="15000"/>
            </a:spcAft>
            <a:buChar char="•"/>
          </a:pPr>
          <a:r>
            <a:rPr lang="en-US" sz="1000" kern="1200" dirty="0"/>
            <a:t>Some text here</a:t>
          </a:r>
        </a:p>
        <a:p>
          <a:pPr marL="57150" lvl="1" indent="-57150" algn="l" defTabSz="444500">
            <a:lnSpc>
              <a:spcPct val="90000"/>
            </a:lnSpc>
            <a:spcBef>
              <a:spcPct val="0"/>
            </a:spcBef>
            <a:spcAft>
              <a:spcPct val="15000"/>
            </a:spcAft>
            <a:buChar char="•"/>
          </a:pPr>
          <a:r>
            <a:rPr lang="en-US" sz="1000" kern="1200" dirty="0"/>
            <a:t>Some text here</a:t>
          </a:r>
        </a:p>
      </dsp:txBody>
      <dsp:txXfrm>
        <a:off x="2641425" y="3166109"/>
        <a:ext cx="910653" cy="910653"/>
      </dsp:txXfrm>
    </dsp:sp>
    <dsp:sp modelId="{8CFA9C43-10AE-4D30-A798-497778F3C66A}">
      <dsp:nvSpPr>
        <dsp:cNvPr id="0" name=""/>
        <dsp:cNvSpPr/>
      </dsp:nvSpPr>
      <dsp:spPr>
        <a:xfrm rot="15120000">
          <a:off x="2629494" y="2493427"/>
          <a:ext cx="342717" cy="434652"/>
        </a:xfrm>
        <a:prstGeom prst="rightArrow">
          <a:avLst>
            <a:gd name="adj1" fmla="val 60000"/>
            <a:gd name="adj2" fmla="val 5000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rot="10800000">
        <a:off x="2696787" y="2629248"/>
        <a:ext cx="239902" cy="260792"/>
      </dsp:txXfrm>
    </dsp:sp>
    <dsp:sp modelId="{ADB8FB5E-53FE-4813-B8EF-5EB8AB049F1B}">
      <dsp:nvSpPr>
        <dsp:cNvPr id="0" name=""/>
        <dsp:cNvSpPr/>
      </dsp:nvSpPr>
      <dsp:spPr>
        <a:xfrm>
          <a:off x="1855030" y="1137691"/>
          <a:ext cx="1287859" cy="1287859"/>
        </a:xfrm>
        <a:prstGeom prst="ellipse">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l" defTabSz="577850">
            <a:lnSpc>
              <a:spcPct val="90000"/>
            </a:lnSpc>
            <a:spcBef>
              <a:spcPct val="0"/>
            </a:spcBef>
            <a:spcAft>
              <a:spcPct val="35000"/>
            </a:spcAft>
            <a:buNone/>
          </a:pPr>
          <a:r>
            <a:rPr lang="en-US" sz="1300" kern="1200"/>
            <a:t>Lorem Ipsum</a:t>
          </a:r>
          <a:endParaRPr lang="en-US" sz="1300" kern="1200" dirty="0"/>
        </a:p>
        <a:p>
          <a:pPr marL="57150" lvl="1" indent="-57150" algn="l" defTabSz="444500">
            <a:lnSpc>
              <a:spcPct val="90000"/>
            </a:lnSpc>
            <a:spcBef>
              <a:spcPct val="0"/>
            </a:spcBef>
            <a:spcAft>
              <a:spcPct val="15000"/>
            </a:spcAft>
            <a:buChar char="•"/>
          </a:pPr>
          <a:r>
            <a:rPr lang="en-US" sz="1000" kern="1200" dirty="0"/>
            <a:t>Some text here</a:t>
          </a:r>
        </a:p>
        <a:p>
          <a:pPr marL="57150" lvl="1" indent="-57150" algn="l" defTabSz="444500">
            <a:lnSpc>
              <a:spcPct val="90000"/>
            </a:lnSpc>
            <a:spcBef>
              <a:spcPct val="0"/>
            </a:spcBef>
            <a:spcAft>
              <a:spcPct val="15000"/>
            </a:spcAft>
            <a:buChar char="•"/>
          </a:pPr>
          <a:r>
            <a:rPr lang="en-US" sz="1000" kern="1200" dirty="0"/>
            <a:t>Some text here</a:t>
          </a:r>
        </a:p>
      </dsp:txBody>
      <dsp:txXfrm>
        <a:off x="2043633" y="1326294"/>
        <a:ext cx="910653" cy="910653"/>
      </dsp:txXfrm>
    </dsp:sp>
    <dsp:sp modelId="{82DC725B-ABC6-4CF5-8D69-BAF7C4609766}">
      <dsp:nvSpPr>
        <dsp:cNvPr id="0" name=""/>
        <dsp:cNvSpPr/>
      </dsp:nvSpPr>
      <dsp:spPr>
        <a:xfrm rot="19440000">
          <a:off x="3102274" y="1001462"/>
          <a:ext cx="342717" cy="434652"/>
        </a:xfrm>
        <a:prstGeom prst="rightArrow">
          <a:avLst>
            <a:gd name="adj1" fmla="val 60000"/>
            <a:gd name="adj2" fmla="val 50000"/>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3112092" y="1118609"/>
        <a:ext cx="239902" cy="260792"/>
      </dsp:txXfrm>
    </dsp:sp>
  </dsp:spTree>
</dsp:drawing>
</file>

<file path=ppt/diagrams/drawing8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BC4DC8-41D9-43A4-A2F1-E9E6AE2BDD50}">
      <dsp:nvSpPr>
        <dsp:cNvPr id="0" name=""/>
        <dsp:cNvSpPr/>
      </dsp:nvSpPr>
      <dsp:spPr>
        <a:xfrm>
          <a:off x="4568742" y="30843"/>
          <a:ext cx="1055687" cy="1055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l" defTabSz="666750">
            <a:lnSpc>
              <a:spcPct val="90000"/>
            </a:lnSpc>
            <a:spcBef>
              <a:spcPct val="0"/>
            </a:spcBef>
            <a:spcAft>
              <a:spcPct val="35000"/>
            </a:spcAft>
            <a:buNone/>
          </a:pPr>
          <a:r>
            <a:rPr lang="en-US" sz="1500" kern="1200" dirty="0">
              <a:solidFill>
                <a:schemeClr val="tx2"/>
              </a:solidFill>
            </a:rPr>
            <a:t>Lorem Ipsum</a:t>
          </a:r>
        </a:p>
        <a:p>
          <a:pPr marL="114300" lvl="1" indent="-114300" algn="l" defTabSz="533400">
            <a:lnSpc>
              <a:spcPct val="90000"/>
            </a:lnSpc>
            <a:spcBef>
              <a:spcPct val="0"/>
            </a:spcBef>
            <a:spcAft>
              <a:spcPct val="15000"/>
            </a:spcAft>
            <a:buChar char="•"/>
          </a:pPr>
          <a:r>
            <a:rPr lang="en-US" sz="1200" kern="1200" dirty="0">
              <a:solidFill>
                <a:schemeClr val="tx2"/>
              </a:solidFill>
            </a:rPr>
            <a:t>Some text here</a:t>
          </a:r>
        </a:p>
        <a:p>
          <a:pPr marL="114300" lvl="1" indent="-114300" algn="l" defTabSz="533400">
            <a:lnSpc>
              <a:spcPct val="90000"/>
            </a:lnSpc>
            <a:spcBef>
              <a:spcPct val="0"/>
            </a:spcBef>
            <a:spcAft>
              <a:spcPct val="15000"/>
            </a:spcAft>
            <a:buChar char="•"/>
          </a:pPr>
          <a:r>
            <a:rPr lang="en-US" sz="1200" kern="1200" dirty="0">
              <a:solidFill>
                <a:schemeClr val="tx2"/>
              </a:solidFill>
            </a:rPr>
            <a:t>Some text here</a:t>
          </a:r>
        </a:p>
      </dsp:txBody>
      <dsp:txXfrm>
        <a:off x="4568742" y="30843"/>
        <a:ext cx="1055687" cy="1055687"/>
      </dsp:txXfrm>
    </dsp:sp>
    <dsp:sp modelId="{0D106DAE-B480-4098-A955-109F91EF3864}">
      <dsp:nvSpPr>
        <dsp:cNvPr id="0" name=""/>
        <dsp:cNvSpPr/>
      </dsp:nvSpPr>
      <dsp:spPr>
        <a:xfrm>
          <a:off x="2084245" y="166"/>
          <a:ext cx="3959508" cy="3959508"/>
        </a:xfrm>
        <a:prstGeom prst="circularArrow">
          <a:avLst>
            <a:gd name="adj1" fmla="val 5199"/>
            <a:gd name="adj2" fmla="val 335836"/>
            <a:gd name="adj3" fmla="val 21293554"/>
            <a:gd name="adj4" fmla="val 19765965"/>
            <a:gd name="adj5" fmla="val 6066"/>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BBEF1C6D-0AA7-437F-BCED-BB1E9BBC2335}">
      <dsp:nvSpPr>
        <dsp:cNvPr id="0" name=""/>
        <dsp:cNvSpPr/>
      </dsp:nvSpPr>
      <dsp:spPr>
        <a:xfrm>
          <a:off x="5206915" y="1994939"/>
          <a:ext cx="1055687" cy="1055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l" defTabSz="666750">
            <a:lnSpc>
              <a:spcPct val="90000"/>
            </a:lnSpc>
            <a:spcBef>
              <a:spcPct val="0"/>
            </a:spcBef>
            <a:spcAft>
              <a:spcPct val="35000"/>
            </a:spcAft>
            <a:buNone/>
          </a:pPr>
          <a:r>
            <a:rPr lang="en-US" sz="1500" kern="1200" dirty="0">
              <a:solidFill>
                <a:schemeClr val="tx2"/>
              </a:solidFill>
            </a:rPr>
            <a:t>Lorem Ipsum</a:t>
          </a:r>
        </a:p>
        <a:p>
          <a:pPr marL="114300" lvl="1" indent="-114300" algn="l" defTabSz="533400">
            <a:lnSpc>
              <a:spcPct val="90000"/>
            </a:lnSpc>
            <a:spcBef>
              <a:spcPct val="0"/>
            </a:spcBef>
            <a:spcAft>
              <a:spcPct val="15000"/>
            </a:spcAft>
            <a:buChar char="•"/>
          </a:pPr>
          <a:r>
            <a:rPr lang="en-US" sz="1200" kern="1200" dirty="0">
              <a:solidFill>
                <a:schemeClr val="tx2"/>
              </a:solidFill>
            </a:rPr>
            <a:t>Some text here</a:t>
          </a:r>
        </a:p>
        <a:p>
          <a:pPr marL="114300" lvl="1" indent="-114300" algn="l" defTabSz="533400">
            <a:lnSpc>
              <a:spcPct val="90000"/>
            </a:lnSpc>
            <a:spcBef>
              <a:spcPct val="0"/>
            </a:spcBef>
            <a:spcAft>
              <a:spcPct val="15000"/>
            </a:spcAft>
            <a:buChar char="•"/>
          </a:pPr>
          <a:r>
            <a:rPr lang="en-US" sz="1200" kern="1200">
              <a:solidFill>
                <a:schemeClr val="tx2"/>
              </a:solidFill>
            </a:rPr>
            <a:t>Some text here</a:t>
          </a:r>
          <a:endParaRPr lang="en-US" sz="1200" kern="1200" dirty="0">
            <a:solidFill>
              <a:schemeClr val="tx2"/>
            </a:solidFill>
          </a:endParaRPr>
        </a:p>
      </dsp:txBody>
      <dsp:txXfrm>
        <a:off x="5206915" y="1994939"/>
        <a:ext cx="1055687" cy="1055687"/>
      </dsp:txXfrm>
    </dsp:sp>
    <dsp:sp modelId="{379FD0BD-79B9-4980-843D-36369F8C4555}">
      <dsp:nvSpPr>
        <dsp:cNvPr id="0" name=""/>
        <dsp:cNvSpPr/>
      </dsp:nvSpPr>
      <dsp:spPr>
        <a:xfrm>
          <a:off x="2084245" y="166"/>
          <a:ext cx="3959508" cy="3959508"/>
        </a:xfrm>
        <a:prstGeom prst="circularArrow">
          <a:avLst>
            <a:gd name="adj1" fmla="val 5199"/>
            <a:gd name="adj2" fmla="val 335836"/>
            <a:gd name="adj3" fmla="val 4015022"/>
            <a:gd name="adj4" fmla="val 2253135"/>
            <a:gd name="adj5" fmla="val 6066"/>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73924E99-0454-4370-A352-B727525F97E4}">
      <dsp:nvSpPr>
        <dsp:cNvPr id="0" name=""/>
        <dsp:cNvSpPr/>
      </dsp:nvSpPr>
      <dsp:spPr>
        <a:xfrm>
          <a:off x="3536156" y="3208816"/>
          <a:ext cx="1055687" cy="1055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l" defTabSz="666750">
            <a:lnSpc>
              <a:spcPct val="90000"/>
            </a:lnSpc>
            <a:spcBef>
              <a:spcPct val="0"/>
            </a:spcBef>
            <a:spcAft>
              <a:spcPct val="35000"/>
            </a:spcAft>
            <a:buNone/>
          </a:pPr>
          <a:r>
            <a:rPr lang="en-US" sz="1500" kern="1200" dirty="0">
              <a:solidFill>
                <a:schemeClr val="tx2"/>
              </a:solidFill>
            </a:rPr>
            <a:t>Lorem Ipsum</a:t>
          </a:r>
        </a:p>
        <a:p>
          <a:pPr marL="114300" lvl="1" indent="-114300" algn="l" defTabSz="533400">
            <a:lnSpc>
              <a:spcPct val="90000"/>
            </a:lnSpc>
            <a:spcBef>
              <a:spcPct val="0"/>
            </a:spcBef>
            <a:spcAft>
              <a:spcPct val="15000"/>
            </a:spcAft>
            <a:buChar char="•"/>
          </a:pPr>
          <a:r>
            <a:rPr lang="en-US" sz="1200" kern="1200" dirty="0">
              <a:solidFill>
                <a:schemeClr val="tx2"/>
              </a:solidFill>
            </a:rPr>
            <a:t>Some text here</a:t>
          </a:r>
        </a:p>
        <a:p>
          <a:pPr marL="114300" lvl="1" indent="-114300" algn="l" defTabSz="533400">
            <a:lnSpc>
              <a:spcPct val="90000"/>
            </a:lnSpc>
            <a:spcBef>
              <a:spcPct val="0"/>
            </a:spcBef>
            <a:spcAft>
              <a:spcPct val="15000"/>
            </a:spcAft>
            <a:buChar char="•"/>
          </a:pPr>
          <a:r>
            <a:rPr lang="en-US" sz="1200" kern="1200" dirty="0">
              <a:solidFill>
                <a:schemeClr val="tx2"/>
              </a:solidFill>
            </a:rPr>
            <a:t>Some text here</a:t>
          </a:r>
        </a:p>
      </dsp:txBody>
      <dsp:txXfrm>
        <a:off x="3536156" y="3208816"/>
        <a:ext cx="1055687" cy="1055687"/>
      </dsp:txXfrm>
    </dsp:sp>
    <dsp:sp modelId="{4897F1E9-D6AD-428C-87CA-5E9D06685322}">
      <dsp:nvSpPr>
        <dsp:cNvPr id="0" name=""/>
        <dsp:cNvSpPr/>
      </dsp:nvSpPr>
      <dsp:spPr>
        <a:xfrm>
          <a:off x="2084245" y="166"/>
          <a:ext cx="3959508" cy="3959508"/>
        </a:xfrm>
        <a:prstGeom prst="circularArrow">
          <a:avLst>
            <a:gd name="adj1" fmla="val 5199"/>
            <a:gd name="adj2" fmla="val 335836"/>
            <a:gd name="adj3" fmla="val 8211028"/>
            <a:gd name="adj4" fmla="val 6449142"/>
            <a:gd name="adj5" fmla="val 6066"/>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473331BF-BB78-4AEE-9200-9A7C83EC1D1B}">
      <dsp:nvSpPr>
        <dsp:cNvPr id="0" name=""/>
        <dsp:cNvSpPr/>
      </dsp:nvSpPr>
      <dsp:spPr>
        <a:xfrm>
          <a:off x="1865396" y="1994939"/>
          <a:ext cx="1055687" cy="1055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l" defTabSz="666750">
            <a:lnSpc>
              <a:spcPct val="90000"/>
            </a:lnSpc>
            <a:spcBef>
              <a:spcPct val="0"/>
            </a:spcBef>
            <a:spcAft>
              <a:spcPct val="35000"/>
            </a:spcAft>
            <a:buNone/>
          </a:pPr>
          <a:r>
            <a:rPr lang="en-US" sz="1500" kern="1200" dirty="0">
              <a:solidFill>
                <a:schemeClr val="tx2"/>
              </a:solidFill>
            </a:rPr>
            <a:t>Lorem Ipsum</a:t>
          </a:r>
        </a:p>
        <a:p>
          <a:pPr marL="114300" lvl="1" indent="-114300" algn="l" defTabSz="533400">
            <a:lnSpc>
              <a:spcPct val="90000"/>
            </a:lnSpc>
            <a:spcBef>
              <a:spcPct val="0"/>
            </a:spcBef>
            <a:spcAft>
              <a:spcPct val="15000"/>
            </a:spcAft>
            <a:buChar char="•"/>
          </a:pPr>
          <a:r>
            <a:rPr lang="en-US" sz="1200" kern="1200" dirty="0">
              <a:solidFill>
                <a:schemeClr val="tx2"/>
              </a:solidFill>
            </a:rPr>
            <a:t>Some text here</a:t>
          </a:r>
        </a:p>
        <a:p>
          <a:pPr marL="114300" lvl="1" indent="-114300" algn="l" defTabSz="533400">
            <a:lnSpc>
              <a:spcPct val="90000"/>
            </a:lnSpc>
            <a:spcBef>
              <a:spcPct val="0"/>
            </a:spcBef>
            <a:spcAft>
              <a:spcPct val="15000"/>
            </a:spcAft>
            <a:buChar char="•"/>
          </a:pPr>
          <a:r>
            <a:rPr lang="en-US" sz="1200" kern="1200" dirty="0">
              <a:solidFill>
                <a:schemeClr val="tx2"/>
              </a:solidFill>
            </a:rPr>
            <a:t>Some text here</a:t>
          </a:r>
        </a:p>
      </dsp:txBody>
      <dsp:txXfrm>
        <a:off x="1865396" y="1994939"/>
        <a:ext cx="1055687" cy="1055687"/>
      </dsp:txXfrm>
    </dsp:sp>
    <dsp:sp modelId="{4746930B-2175-478D-8380-0C927C41BE79}">
      <dsp:nvSpPr>
        <dsp:cNvPr id="0" name=""/>
        <dsp:cNvSpPr/>
      </dsp:nvSpPr>
      <dsp:spPr>
        <a:xfrm>
          <a:off x="2084245" y="166"/>
          <a:ext cx="3959508" cy="3959508"/>
        </a:xfrm>
        <a:prstGeom prst="circularArrow">
          <a:avLst>
            <a:gd name="adj1" fmla="val 5199"/>
            <a:gd name="adj2" fmla="val 335836"/>
            <a:gd name="adj3" fmla="val 12298198"/>
            <a:gd name="adj4" fmla="val 10770609"/>
            <a:gd name="adj5" fmla="val 6066"/>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710A3F9D-AF00-4138-9B60-5421B7ADBF5C}">
      <dsp:nvSpPr>
        <dsp:cNvPr id="0" name=""/>
        <dsp:cNvSpPr/>
      </dsp:nvSpPr>
      <dsp:spPr>
        <a:xfrm>
          <a:off x="2503570" y="30843"/>
          <a:ext cx="1055687" cy="1055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l" defTabSz="666750">
            <a:lnSpc>
              <a:spcPct val="90000"/>
            </a:lnSpc>
            <a:spcBef>
              <a:spcPct val="0"/>
            </a:spcBef>
            <a:spcAft>
              <a:spcPct val="35000"/>
            </a:spcAft>
            <a:buNone/>
          </a:pPr>
          <a:r>
            <a:rPr lang="en-US" sz="1500" kern="1200">
              <a:solidFill>
                <a:schemeClr val="tx2"/>
              </a:solidFill>
            </a:rPr>
            <a:t>Lorem Ipsum</a:t>
          </a:r>
          <a:endParaRPr lang="en-US" sz="1500" kern="1200" dirty="0">
            <a:solidFill>
              <a:schemeClr val="tx2"/>
            </a:solidFill>
          </a:endParaRPr>
        </a:p>
        <a:p>
          <a:pPr marL="114300" lvl="1" indent="-114300" algn="l" defTabSz="533400">
            <a:lnSpc>
              <a:spcPct val="90000"/>
            </a:lnSpc>
            <a:spcBef>
              <a:spcPct val="0"/>
            </a:spcBef>
            <a:spcAft>
              <a:spcPct val="15000"/>
            </a:spcAft>
            <a:buChar char="•"/>
          </a:pPr>
          <a:r>
            <a:rPr lang="en-US" sz="1200" kern="1200" dirty="0">
              <a:solidFill>
                <a:schemeClr val="tx2"/>
              </a:solidFill>
            </a:rPr>
            <a:t>Some text here</a:t>
          </a:r>
        </a:p>
        <a:p>
          <a:pPr marL="114300" lvl="1" indent="-114300" algn="l" defTabSz="533400">
            <a:lnSpc>
              <a:spcPct val="90000"/>
            </a:lnSpc>
            <a:spcBef>
              <a:spcPct val="0"/>
            </a:spcBef>
            <a:spcAft>
              <a:spcPct val="15000"/>
            </a:spcAft>
            <a:buChar char="•"/>
          </a:pPr>
          <a:r>
            <a:rPr lang="en-US" sz="1200" kern="1200" dirty="0">
              <a:solidFill>
                <a:schemeClr val="tx2"/>
              </a:solidFill>
            </a:rPr>
            <a:t>Some text here</a:t>
          </a:r>
        </a:p>
      </dsp:txBody>
      <dsp:txXfrm>
        <a:off x="2503570" y="30843"/>
        <a:ext cx="1055687" cy="1055687"/>
      </dsp:txXfrm>
    </dsp:sp>
    <dsp:sp modelId="{348F6918-B4DA-47DD-AE78-037DBA5C3817}">
      <dsp:nvSpPr>
        <dsp:cNvPr id="0" name=""/>
        <dsp:cNvSpPr/>
      </dsp:nvSpPr>
      <dsp:spPr>
        <a:xfrm>
          <a:off x="2084245" y="166"/>
          <a:ext cx="3959508" cy="3959508"/>
        </a:xfrm>
        <a:prstGeom prst="circularArrow">
          <a:avLst>
            <a:gd name="adj1" fmla="val 5199"/>
            <a:gd name="adj2" fmla="val 335836"/>
            <a:gd name="adj3" fmla="val 16866009"/>
            <a:gd name="adj4" fmla="val 15198154"/>
            <a:gd name="adj5" fmla="val 6066"/>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Tree>
</dsp:drawing>
</file>

<file path=ppt/diagrams/drawing8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3F3184-DA1E-4293-BA3D-D0E3501A20BA}">
      <dsp:nvSpPr>
        <dsp:cNvPr id="0" name=""/>
        <dsp:cNvSpPr/>
      </dsp:nvSpPr>
      <dsp:spPr>
        <a:xfrm>
          <a:off x="3363515" y="1856"/>
          <a:ext cx="1400968" cy="910629"/>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dirty="0"/>
            <a:t>Lorem Ipsum</a:t>
          </a:r>
        </a:p>
        <a:p>
          <a:pPr marL="114300" lvl="1" indent="-114300" algn="l" defTabSz="533400">
            <a:lnSpc>
              <a:spcPct val="90000"/>
            </a:lnSpc>
            <a:spcBef>
              <a:spcPct val="0"/>
            </a:spcBef>
            <a:spcAft>
              <a:spcPct val="15000"/>
            </a:spcAft>
            <a:buChar char="•"/>
          </a:pPr>
          <a:r>
            <a:rPr lang="en-US" sz="1200" kern="1200" dirty="0"/>
            <a:t>Some text here</a:t>
          </a:r>
        </a:p>
        <a:p>
          <a:pPr marL="114300" lvl="1" indent="-114300" algn="l" defTabSz="533400">
            <a:lnSpc>
              <a:spcPct val="90000"/>
            </a:lnSpc>
            <a:spcBef>
              <a:spcPct val="0"/>
            </a:spcBef>
            <a:spcAft>
              <a:spcPct val="15000"/>
            </a:spcAft>
            <a:buChar char="•"/>
          </a:pPr>
          <a:r>
            <a:rPr lang="en-US" sz="1200" kern="1200" dirty="0"/>
            <a:t>Some text here</a:t>
          </a:r>
        </a:p>
      </dsp:txBody>
      <dsp:txXfrm>
        <a:off x="3407968" y="46309"/>
        <a:ext cx="1312062" cy="821723"/>
      </dsp:txXfrm>
    </dsp:sp>
    <dsp:sp modelId="{CE8AF0B2-D94E-457A-9862-AA56377F66CD}">
      <dsp:nvSpPr>
        <dsp:cNvPr id="0" name=""/>
        <dsp:cNvSpPr/>
      </dsp:nvSpPr>
      <dsp:spPr>
        <a:xfrm>
          <a:off x="2244577" y="457171"/>
          <a:ext cx="3638845" cy="3638845"/>
        </a:xfrm>
        <a:custGeom>
          <a:avLst/>
          <a:gdLst/>
          <a:ahLst/>
          <a:cxnLst/>
          <a:rect l="0" t="0" r="0" b="0"/>
          <a:pathLst>
            <a:path>
              <a:moveTo>
                <a:pt x="2707609" y="231523"/>
              </a:moveTo>
              <a:arcTo wR="1819422" hR="1819422" stAng="17953221" swAng="1211879"/>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2FAD5D98-E35A-46C5-9E01-0614EFAFC1B9}">
      <dsp:nvSpPr>
        <dsp:cNvPr id="0" name=""/>
        <dsp:cNvSpPr/>
      </dsp:nvSpPr>
      <dsp:spPr>
        <a:xfrm>
          <a:off x="5093889" y="1259046"/>
          <a:ext cx="1400968" cy="910629"/>
        </a:xfrm>
        <a:prstGeom prst="round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dirty="0"/>
            <a:t>Lorem Ipsum</a:t>
          </a:r>
        </a:p>
        <a:p>
          <a:pPr marL="114300" lvl="1" indent="-114300" algn="l" defTabSz="533400">
            <a:lnSpc>
              <a:spcPct val="90000"/>
            </a:lnSpc>
            <a:spcBef>
              <a:spcPct val="0"/>
            </a:spcBef>
            <a:spcAft>
              <a:spcPct val="15000"/>
            </a:spcAft>
            <a:buChar char="•"/>
          </a:pPr>
          <a:r>
            <a:rPr lang="en-US" sz="1200" kern="1200" dirty="0"/>
            <a:t>Some text here</a:t>
          </a:r>
        </a:p>
        <a:p>
          <a:pPr marL="114300" lvl="1" indent="-114300" algn="l" defTabSz="533400">
            <a:lnSpc>
              <a:spcPct val="90000"/>
            </a:lnSpc>
            <a:spcBef>
              <a:spcPct val="0"/>
            </a:spcBef>
            <a:spcAft>
              <a:spcPct val="15000"/>
            </a:spcAft>
            <a:buChar char="•"/>
          </a:pPr>
          <a:r>
            <a:rPr lang="en-US" sz="1200" kern="1200"/>
            <a:t>Some text here</a:t>
          </a:r>
          <a:endParaRPr lang="en-US" sz="1200" kern="1200" dirty="0"/>
        </a:p>
      </dsp:txBody>
      <dsp:txXfrm>
        <a:off x="5138342" y="1303499"/>
        <a:ext cx="1312062" cy="821723"/>
      </dsp:txXfrm>
    </dsp:sp>
    <dsp:sp modelId="{7A4E2665-6E35-4FCF-94E3-2C288F1AFFFF}">
      <dsp:nvSpPr>
        <dsp:cNvPr id="0" name=""/>
        <dsp:cNvSpPr/>
      </dsp:nvSpPr>
      <dsp:spPr>
        <a:xfrm>
          <a:off x="2244577" y="457171"/>
          <a:ext cx="3638845" cy="3638845"/>
        </a:xfrm>
        <a:custGeom>
          <a:avLst/>
          <a:gdLst/>
          <a:ahLst/>
          <a:cxnLst/>
          <a:rect l="0" t="0" r="0" b="0"/>
          <a:pathLst>
            <a:path>
              <a:moveTo>
                <a:pt x="3634485" y="1945310"/>
              </a:moveTo>
              <a:arcTo wR="1819422" hR="1819422" stAng="21838050" swAng="1359990"/>
            </a:path>
          </a:pathLst>
        </a:custGeom>
        <a:noFill/>
        <a:ln w="9525" cap="flat" cmpd="sng" algn="ctr">
          <a:solidFill>
            <a:schemeClr val="accent3">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36271F76-35BD-4F1B-8230-A3E58DCFD644}">
      <dsp:nvSpPr>
        <dsp:cNvPr id="0" name=""/>
        <dsp:cNvSpPr/>
      </dsp:nvSpPr>
      <dsp:spPr>
        <a:xfrm>
          <a:off x="4432945" y="3293223"/>
          <a:ext cx="1400968" cy="910629"/>
        </a:xfrm>
        <a:prstGeom prst="round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dirty="0"/>
            <a:t>Lorem Ipsum</a:t>
          </a:r>
        </a:p>
        <a:p>
          <a:pPr marL="114300" lvl="1" indent="-114300" algn="l" defTabSz="533400">
            <a:lnSpc>
              <a:spcPct val="90000"/>
            </a:lnSpc>
            <a:spcBef>
              <a:spcPct val="0"/>
            </a:spcBef>
            <a:spcAft>
              <a:spcPct val="15000"/>
            </a:spcAft>
            <a:buChar char="•"/>
          </a:pPr>
          <a:r>
            <a:rPr lang="en-US" sz="1200" kern="1200" dirty="0"/>
            <a:t>Some text here</a:t>
          </a:r>
        </a:p>
        <a:p>
          <a:pPr marL="114300" lvl="1" indent="-114300" algn="l" defTabSz="533400">
            <a:lnSpc>
              <a:spcPct val="90000"/>
            </a:lnSpc>
            <a:spcBef>
              <a:spcPct val="0"/>
            </a:spcBef>
            <a:spcAft>
              <a:spcPct val="15000"/>
            </a:spcAft>
            <a:buChar char="•"/>
          </a:pPr>
          <a:r>
            <a:rPr lang="en-US" sz="1200" kern="1200" dirty="0"/>
            <a:t>Some text here</a:t>
          </a:r>
        </a:p>
      </dsp:txBody>
      <dsp:txXfrm>
        <a:off x="4477398" y="3337676"/>
        <a:ext cx="1312062" cy="821723"/>
      </dsp:txXfrm>
    </dsp:sp>
    <dsp:sp modelId="{DA74C389-8DB9-43DD-BA4F-2A05B97E8AA7}">
      <dsp:nvSpPr>
        <dsp:cNvPr id="0" name=""/>
        <dsp:cNvSpPr/>
      </dsp:nvSpPr>
      <dsp:spPr>
        <a:xfrm>
          <a:off x="2244577" y="457171"/>
          <a:ext cx="3638845" cy="3638845"/>
        </a:xfrm>
        <a:custGeom>
          <a:avLst/>
          <a:gdLst/>
          <a:ahLst/>
          <a:cxnLst/>
          <a:rect l="0" t="0" r="0" b="0"/>
          <a:pathLst>
            <a:path>
              <a:moveTo>
                <a:pt x="2042801" y="3625081"/>
              </a:moveTo>
              <a:arcTo wR="1819422" hR="1819422" stAng="4976865" swAng="846271"/>
            </a:path>
          </a:pathLst>
        </a:custGeom>
        <a:noFill/>
        <a:ln w="9525" cap="flat" cmpd="sng" algn="ctr">
          <a:solidFill>
            <a:schemeClr val="accent4">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443ACA1F-67C2-4DFE-81E9-8F99DCF58D86}">
      <dsp:nvSpPr>
        <dsp:cNvPr id="0" name=""/>
        <dsp:cNvSpPr/>
      </dsp:nvSpPr>
      <dsp:spPr>
        <a:xfrm>
          <a:off x="2294085" y="3293223"/>
          <a:ext cx="1400968" cy="910629"/>
        </a:xfrm>
        <a:prstGeom prst="roundRect">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dirty="0"/>
            <a:t>Lorem Ipsum</a:t>
          </a:r>
        </a:p>
        <a:p>
          <a:pPr marL="114300" lvl="1" indent="-114300" algn="l" defTabSz="533400">
            <a:lnSpc>
              <a:spcPct val="90000"/>
            </a:lnSpc>
            <a:spcBef>
              <a:spcPct val="0"/>
            </a:spcBef>
            <a:spcAft>
              <a:spcPct val="15000"/>
            </a:spcAft>
            <a:buChar char="•"/>
          </a:pPr>
          <a:r>
            <a:rPr lang="en-US" sz="1200" kern="1200" dirty="0"/>
            <a:t>Some text here</a:t>
          </a:r>
        </a:p>
        <a:p>
          <a:pPr marL="114300" lvl="1" indent="-114300" algn="l" defTabSz="533400">
            <a:lnSpc>
              <a:spcPct val="90000"/>
            </a:lnSpc>
            <a:spcBef>
              <a:spcPct val="0"/>
            </a:spcBef>
            <a:spcAft>
              <a:spcPct val="15000"/>
            </a:spcAft>
            <a:buChar char="•"/>
          </a:pPr>
          <a:r>
            <a:rPr lang="en-US" sz="1200" kern="1200" dirty="0"/>
            <a:t>Some text here</a:t>
          </a:r>
        </a:p>
      </dsp:txBody>
      <dsp:txXfrm>
        <a:off x="2338538" y="3337676"/>
        <a:ext cx="1312062" cy="821723"/>
      </dsp:txXfrm>
    </dsp:sp>
    <dsp:sp modelId="{1D576763-1535-40EB-ACE8-D685700D7969}">
      <dsp:nvSpPr>
        <dsp:cNvPr id="0" name=""/>
        <dsp:cNvSpPr/>
      </dsp:nvSpPr>
      <dsp:spPr>
        <a:xfrm>
          <a:off x="2244577" y="457171"/>
          <a:ext cx="3638845" cy="3638845"/>
        </a:xfrm>
        <a:custGeom>
          <a:avLst/>
          <a:gdLst/>
          <a:ahLst/>
          <a:cxnLst/>
          <a:rect l="0" t="0" r="0" b="0"/>
          <a:pathLst>
            <a:path>
              <a:moveTo>
                <a:pt x="193061" y="2635051"/>
              </a:moveTo>
              <a:arcTo wR="1819422" hR="1819422" stAng="9201960" swAng="1359990"/>
            </a:path>
          </a:pathLst>
        </a:custGeom>
        <a:noFill/>
        <a:ln w="9525" cap="flat" cmpd="sng" algn="ctr">
          <a:solidFill>
            <a:schemeClr val="accent5">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57C19D47-32E5-46D8-84B0-8F0497ADAAF0}">
      <dsp:nvSpPr>
        <dsp:cNvPr id="0" name=""/>
        <dsp:cNvSpPr/>
      </dsp:nvSpPr>
      <dsp:spPr>
        <a:xfrm>
          <a:off x="1633141" y="1259046"/>
          <a:ext cx="1400968" cy="910629"/>
        </a:xfrm>
        <a:prstGeom prst="roundRect">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a:t>Lorem Ipsum</a:t>
          </a:r>
          <a:endParaRPr lang="en-US" sz="1600" kern="1200" dirty="0"/>
        </a:p>
        <a:p>
          <a:pPr marL="114300" lvl="1" indent="-114300" algn="l" defTabSz="533400">
            <a:lnSpc>
              <a:spcPct val="90000"/>
            </a:lnSpc>
            <a:spcBef>
              <a:spcPct val="0"/>
            </a:spcBef>
            <a:spcAft>
              <a:spcPct val="15000"/>
            </a:spcAft>
            <a:buChar char="•"/>
          </a:pPr>
          <a:r>
            <a:rPr lang="en-US" sz="1200" kern="1200" dirty="0"/>
            <a:t>Some text here</a:t>
          </a:r>
        </a:p>
        <a:p>
          <a:pPr marL="114300" lvl="1" indent="-114300" algn="l" defTabSz="533400">
            <a:lnSpc>
              <a:spcPct val="90000"/>
            </a:lnSpc>
            <a:spcBef>
              <a:spcPct val="0"/>
            </a:spcBef>
            <a:spcAft>
              <a:spcPct val="15000"/>
            </a:spcAft>
            <a:buChar char="•"/>
          </a:pPr>
          <a:r>
            <a:rPr lang="en-US" sz="1200" kern="1200" dirty="0"/>
            <a:t>Some text here</a:t>
          </a:r>
        </a:p>
      </dsp:txBody>
      <dsp:txXfrm>
        <a:off x="1677594" y="1303499"/>
        <a:ext cx="1312062" cy="821723"/>
      </dsp:txXfrm>
    </dsp:sp>
    <dsp:sp modelId="{255D6A50-0FE2-4084-B7D9-19301B639E43}">
      <dsp:nvSpPr>
        <dsp:cNvPr id="0" name=""/>
        <dsp:cNvSpPr/>
      </dsp:nvSpPr>
      <dsp:spPr>
        <a:xfrm>
          <a:off x="2244577" y="457171"/>
          <a:ext cx="3638845" cy="3638845"/>
        </a:xfrm>
        <a:custGeom>
          <a:avLst/>
          <a:gdLst/>
          <a:ahLst/>
          <a:cxnLst/>
          <a:rect l="0" t="0" r="0" b="0"/>
          <a:pathLst>
            <a:path>
              <a:moveTo>
                <a:pt x="437608" y="635831"/>
              </a:moveTo>
              <a:arcTo wR="1819422" hR="1819422" stAng="13234900" swAng="1211879"/>
            </a:path>
          </a:pathLst>
        </a:custGeom>
        <a:noFill/>
        <a:ln w="9525" cap="flat" cmpd="sng" algn="ctr">
          <a:solidFill>
            <a:schemeClr val="accent6">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Tree>
</dsp:drawing>
</file>

<file path=ppt/diagrams/drawing8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ED716B-B208-4499-910D-70CCBB66A7A2}">
      <dsp:nvSpPr>
        <dsp:cNvPr id="0" name=""/>
        <dsp:cNvSpPr/>
      </dsp:nvSpPr>
      <dsp:spPr>
        <a:xfrm>
          <a:off x="3363515" y="1856"/>
          <a:ext cx="1400968" cy="910629"/>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dirty="0"/>
            <a:t>Lorem Ipsum</a:t>
          </a:r>
        </a:p>
        <a:p>
          <a:pPr marL="114300" lvl="1" indent="-114300" algn="l" defTabSz="533400">
            <a:lnSpc>
              <a:spcPct val="90000"/>
            </a:lnSpc>
            <a:spcBef>
              <a:spcPct val="0"/>
            </a:spcBef>
            <a:spcAft>
              <a:spcPct val="15000"/>
            </a:spcAft>
            <a:buChar char="•"/>
          </a:pPr>
          <a:r>
            <a:rPr lang="en-US" sz="1200" kern="1200" dirty="0"/>
            <a:t>Some text here</a:t>
          </a:r>
        </a:p>
        <a:p>
          <a:pPr marL="114300" lvl="1" indent="-114300" algn="l" defTabSz="533400">
            <a:lnSpc>
              <a:spcPct val="90000"/>
            </a:lnSpc>
            <a:spcBef>
              <a:spcPct val="0"/>
            </a:spcBef>
            <a:spcAft>
              <a:spcPct val="15000"/>
            </a:spcAft>
            <a:buChar char="•"/>
          </a:pPr>
          <a:r>
            <a:rPr lang="en-US" sz="1200" kern="1200" dirty="0"/>
            <a:t>Some text here</a:t>
          </a:r>
        </a:p>
      </dsp:txBody>
      <dsp:txXfrm>
        <a:off x="3407968" y="46309"/>
        <a:ext cx="1312062" cy="821723"/>
      </dsp:txXfrm>
    </dsp:sp>
    <dsp:sp modelId="{0AA4EB5B-9DE0-4148-9AD1-6019307BB38C}">
      <dsp:nvSpPr>
        <dsp:cNvPr id="0" name=""/>
        <dsp:cNvSpPr/>
      </dsp:nvSpPr>
      <dsp:spPr>
        <a:xfrm>
          <a:off x="2244577" y="457171"/>
          <a:ext cx="3638845" cy="3638845"/>
        </a:xfrm>
        <a:custGeom>
          <a:avLst/>
          <a:gdLst/>
          <a:ahLst/>
          <a:cxnLst/>
          <a:rect l="0" t="0" r="0" b="0"/>
          <a:pathLst>
            <a:path>
              <a:moveTo>
                <a:pt x="2529532" y="144297"/>
              </a:moveTo>
              <a:arcTo wR="1819422" hR="1819422" stAng="17578367" swAng="1961587"/>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61E39420-2450-4A1D-9175-4450DFF7C6B4}">
      <dsp:nvSpPr>
        <dsp:cNvPr id="0" name=""/>
        <dsp:cNvSpPr/>
      </dsp:nvSpPr>
      <dsp:spPr>
        <a:xfrm>
          <a:off x="5093889" y="1259046"/>
          <a:ext cx="1400968" cy="910629"/>
        </a:xfrm>
        <a:prstGeom prst="round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dirty="0"/>
            <a:t>Lorem Ipsum</a:t>
          </a:r>
        </a:p>
        <a:p>
          <a:pPr marL="114300" lvl="1" indent="-114300" algn="l" defTabSz="533400">
            <a:lnSpc>
              <a:spcPct val="90000"/>
            </a:lnSpc>
            <a:spcBef>
              <a:spcPct val="0"/>
            </a:spcBef>
            <a:spcAft>
              <a:spcPct val="15000"/>
            </a:spcAft>
            <a:buChar char="•"/>
          </a:pPr>
          <a:r>
            <a:rPr lang="en-US" sz="1200" kern="1200" dirty="0"/>
            <a:t>Some text here</a:t>
          </a:r>
        </a:p>
        <a:p>
          <a:pPr marL="114300" lvl="1" indent="-114300" algn="l" defTabSz="533400">
            <a:lnSpc>
              <a:spcPct val="90000"/>
            </a:lnSpc>
            <a:spcBef>
              <a:spcPct val="0"/>
            </a:spcBef>
            <a:spcAft>
              <a:spcPct val="15000"/>
            </a:spcAft>
            <a:buChar char="•"/>
          </a:pPr>
          <a:r>
            <a:rPr lang="en-US" sz="1200" kern="1200"/>
            <a:t>Some text here</a:t>
          </a:r>
          <a:endParaRPr lang="en-US" sz="1200" kern="1200" dirty="0"/>
        </a:p>
      </dsp:txBody>
      <dsp:txXfrm>
        <a:off x="5138342" y="1303499"/>
        <a:ext cx="1312062" cy="821723"/>
      </dsp:txXfrm>
    </dsp:sp>
    <dsp:sp modelId="{E4A53229-A212-4354-BD3D-06A1802B2243}">
      <dsp:nvSpPr>
        <dsp:cNvPr id="0" name=""/>
        <dsp:cNvSpPr/>
      </dsp:nvSpPr>
      <dsp:spPr>
        <a:xfrm>
          <a:off x="2244577" y="457171"/>
          <a:ext cx="3638845" cy="3638845"/>
        </a:xfrm>
        <a:custGeom>
          <a:avLst/>
          <a:gdLst/>
          <a:ahLst/>
          <a:cxnLst/>
          <a:rect l="0" t="0" r="0" b="0"/>
          <a:pathLst>
            <a:path>
              <a:moveTo>
                <a:pt x="3636348" y="1724135"/>
              </a:moveTo>
              <a:arcTo wR="1819422" hR="1819422" stAng="21419875" swAng="2196340"/>
            </a:path>
          </a:pathLst>
        </a:custGeom>
        <a:noFill/>
        <a:ln w="9525" cap="flat" cmpd="sng" algn="ctr">
          <a:solidFill>
            <a:schemeClr val="accent3">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4568E074-C128-4B06-9559-ED3D93003293}">
      <dsp:nvSpPr>
        <dsp:cNvPr id="0" name=""/>
        <dsp:cNvSpPr/>
      </dsp:nvSpPr>
      <dsp:spPr>
        <a:xfrm>
          <a:off x="4432945" y="3293223"/>
          <a:ext cx="1400968" cy="910629"/>
        </a:xfrm>
        <a:prstGeom prst="round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dirty="0"/>
            <a:t>Lorem Ipsum</a:t>
          </a:r>
        </a:p>
        <a:p>
          <a:pPr marL="114300" lvl="1" indent="-114300" algn="l" defTabSz="533400">
            <a:lnSpc>
              <a:spcPct val="90000"/>
            </a:lnSpc>
            <a:spcBef>
              <a:spcPct val="0"/>
            </a:spcBef>
            <a:spcAft>
              <a:spcPct val="15000"/>
            </a:spcAft>
            <a:buChar char="•"/>
          </a:pPr>
          <a:r>
            <a:rPr lang="en-US" sz="1200" kern="1200" dirty="0"/>
            <a:t>Some text here</a:t>
          </a:r>
        </a:p>
        <a:p>
          <a:pPr marL="114300" lvl="1" indent="-114300" algn="l" defTabSz="533400">
            <a:lnSpc>
              <a:spcPct val="90000"/>
            </a:lnSpc>
            <a:spcBef>
              <a:spcPct val="0"/>
            </a:spcBef>
            <a:spcAft>
              <a:spcPct val="15000"/>
            </a:spcAft>
            <a:buChar char="•"/>
          </a:pPr>
          <a:r>
            <a:rPr lang="en-US" sz="1200" kern="1200" dirty="0"/>
            <a:t>Some text here</a:t>
          </a:r>
        </a:p>
      </dsp:txBody>
      <dsp:txXfrm>
        <a:off x="4477398" y="3337676"/>
        <a:ext cx="1312062" cy="821723"/>
      </dsp:txXfrm>
    </dsp:sp>
    <dsp:sp modelId="{78540B72-E17A-416D-8D69-0A299753131E}">
      <dsp:nvSpPr>
        <dsp:cNvPr id="0" name=""/>
        <dsp:cNvSpPr/>
      </dsp:nvSpPr>
      <dsp:spPr>
        <a:xfrm>
          <a:off x="2244577" y="457171"/>
          <a:ext cx="3638845" cy="3638845"/>
        </a:xfrm>
        <a:custGeom>
          <a:avLst/>
          <a:gdLst/>
          <a:ahLst/>
          <a:cxnLst/>
          <a:rect l="0" t="0" r="0" b="0"/>
          <a:pathLst>
            <a:path>
              <a:moveTo>
                <a:pt x="2181139" y="3602527"/>
              </a:moveTo>
              <a:arcTo wR="1819422" hR="1819422" stAng="4711962" swAng="1376076"/>
            </a:path>
          </a:pathLst>
        </a:custGeom>
        <a:noFill/>
        <a:ln w="9525" cap="flat" cmpd="sng" algn="ctr">
          <a:solidFill>
            <a:schemeClr val="accent4">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197750D8-F002-4135-8E37-EE8D43797C02}">
      <dsp:nvSpPr>
        <dsp:cNvPr id="0" name=""/>
        <dsp:cNvSpPr/>
      </dsp:nvSpPr>
      <dsp:spPr>
        <a:xfrm>
          <a:off x="2294085" y="3293223"/>
          <a:ext cx="1400968" cy="910629"/>
        </a:xfrm>
        <a:prstGeom prst="roundRect">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dirty="0"/>
            <a:t>Lorem Ipsum</a:t>
          </a:r>
        </a:p>
        <a:p>
          <a:pPr marL="114300" lvl="1" indent="-114300" algn="l" defTabSz="533400">
            <a:lnSpc>
              <a:spcPct val="90000"/>
            </a:lnSpc>
            <a:spcBef>
              <a:spcPct val="0"/>
            </a:spcBef>
            <a:spcAft>
              <a:spcPct val="15000"/>
            </a:spcAft>
            <a:buChar char="•"/>
          </a:pPr>
          <a:r>
            <a:rPr lang="en-US" sz="1200" kern="1200" dirty="0"/>
            <a:t>Some text here</a:t>
          </a:r>
        </a:p>
        <a:p>
          <a:pPr marL="114300" lvl="1" indent="-114300" algn="l" defTabSz="533400">
            <a:lnSpc>
              <a:spcPct val="90000"/>
            </a:lnSpc>
            <a:spcBef>
              <a:spcPct val="0"/>
            </a:spcBef>
            <a:spcAft>
              <a:spcPct val="15000"/>
            </a:spcAft>
            <a:buChar char="•"/>
          </a:pPr>
          <a:r>
            <a:rPr lang="en-US" sz="1200" kern="1200" dirty="0"/>
            <a:t>Some text here</a:t>
          </a:r>
        </a:p>
      </dsp:txBody>
      <dsp:txXfrm>
        <a:off x="2338538" y="3337676"/>
        <a:ext cx="1312062" cy="821723"/>
      </dsp:txXfrm>
    </dsp:sp>
    <dsp:sp modelId="{1188906B-F062-416E-BDD3-94E59DB9BCD5}">
      <dsp:nvSpPr>
        <dsp:cNvPr id="0" name=""/>
        <dsp:cNvSpPr/>
      </dsp:nvSpPr>
      <dsp:spPr>
        <a:xfrm>
          <a:off x="2244577" y="457171"/>
          <a:ext cx="3638845" cy="3638845"/>
        </a:xfrm>
        <a:custGeom>
          <a:avLst/>
          <a:gdLst/>
          <a:ahLst/>
          <a:cxnLst/>
          <a:rect l="0" t="0" r="0" b="0"/>
          <a:pathLst>
            <a:path>
              <a:moveTo>
                <a:pt x="304049" y="2826371"/>
              </a:moveTo>
              <a:arcTo wR="1819422" hR="1819422" stAng="8783785" swAng="2196340"/>
            </a:path>
          </a:pathLst>
        </a:custGeom>
        <a:noFill/>
        <a:ln w="9525" cap="flat" cmpd="sng" algn="ctr">
          <a:solidFill>
            <a:schemeClr val="accent5">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F4F11A63-1F73-46F3-A675-933B071C6BB3}">
      <dsp:nvSpPr>
        <dsp:cNvPr id="0" name=""/>
        <dsp:cNvSpPr/>
      </dsp:nvSpPr>
      <dsp:spPr>
        <a:xfrm>
          <a:off x="1633141" y="1259046"/>
          <a:ext cx="1400968" cy="910629"/>
        </a:xfrm>
        <a:prstGeom prst="roundRect">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a:t>Lorem Ipsum</a:t>
          </a:r>
          <a:endParaRPr lang="en-US" sz="1600" kern="1200" dirty="0"/>
        </a:p>
        <a:p>
          <a:pPr marL="114300" lvl="1" indent="-114300" algn="l" defTabSz="533400">
            <a:lnSpc>
              <a:spcPct val="90000"/>
            </a:lnSpc>
            <a:spcBef>
              <a:spcPct val="0"/>
            </a:spcBef>
            <a:spcAft>
              <a:spcPct val="15000"/>
            </a:spcAft>
            <a:buChar char="•"/>
          </a:pPr>
          <a:r>
            <a:rPr lang="en-US" sz="1200" kern="1200" dirty="0"/>
            <a:t>Some text here</a:t>
          </a:r>
        </a:p>
        <a:p>
          <a:pPr marL="114300" lvl="1" indent="-114300" algn="l" defTabSz="533400">
            <a:lnSpc>
              <a:spcPct val="90000"/>
            </a:lnSpc>
            <a:spcBef>
              <a:spcPct val="0"/>
            </a:spcBef>
            <a:spcAft>
              <a:spcPct val="15000"/>
            </a:spcAft>
            <a:buChar char="•"/>
          </a:pPr>
          <a:r>
            <a:rPr lang="en-US" sz="1200" kern="1200" dirty="0"/>
            <a:t>Some text here</a:t>
          </a:r>
        </a:p>
      </dsp:txBody>
      <dsp:txXfrm>
        <a:off x="1677594" y="1303499"/>
        <a:ext cx="1312062" cy="821723"/>
      </dsp:txXfrm>
    </dsp:sp>
    <dsp:sp modelId="{D3B12F42-6E1A-4712-BB05-F3CB3F051759}">
      <dsp:nvSpPr>
        <dsp:cNvPr id="0" name=""/>
        <dsp:cNvSpPr/>
      </dsp:nvSpPr>
      <dsp:spPr>
        <a:xfrm>
          <a:off x="2244577" y="457171"/>
          <a:ext cx="3638845" cy="3638845"/>
        </a:xfrm>
        <a:custGeom>
          <a:avLst/>
          <a:gdLst/>
          <a:ahLst/>
          <a:cxnLst/>
          <a:rect l="0" t="0" r="0" b="0"/>
          <a:pathLst>
            <a:path>
              <a:moveTo>
                <a:pt x="317011" y="793236"/>
              </a:moveTo>
              <a:arcTo wR="1819422" hR="1819422" stAng="12860046" swAng="1961587"/>
            </a:path>
          </a:pathLst>
        </a:custGeom>
        <a:noFill/>
        <a:ln w="9525" cap="flat" cmpd="sng" algn="ctr">
          <a:solidFill>
            <a:schemeClr val="accent6">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Tree>
</dsp:drawing>
</file>

<file path=ppt/diagrams/drawing8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E1485D-BB63-41DA-B2CC-2369D04D3D4D}">
      <dsp:nvSpPr>
        <dsp:cNvPr id="0" name=""/>
        <dsp:cNvSpPr/>
      </dsp:nvSpPr>
      <dsp:spPr>
        <a:xfrm>
          <a:off x="1945107" y="-25516"/>
          <a:ext cx="4237785" cy="4237785"/>
        </a:xfrm>
        <a:prstGeom prst="circularArrow">
          <a:avLst>
            <a:gd name="adj1" fmla="val 5544"/>
            <a:gd name="adj2" fmla="val 330680"/>
            <a:gd name="adj3" fmla="val 13771315"/>
            <a:gd name="adj4" fmla="val 17388770"/>
            <a:gd name="adj5" fmla="val 5757"/>
          </a:avLst>
        </a:prstGeom>
        <a:solidFill>
          <a:schemeClr val="accent2">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94170B70-A040-4CD3-A35C-3400968D6690}">
      <dsp:nvSpPr>
        <dsp:cNvPr id="0" name=""/>
        <dsp:cNvSpPr/>
      </dsp:nvSpPr>
      <dsp:spPr>
        <a:xfrm>
          <a:off x="3069828" y="1319"/>
          <a:ext cx="1988343" cy="994171"/>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dirty="0"/>
            <a:t>Lorem Ipsum</a:t>
          </a:r>
        </a:p>
        <a:p>
          <a:pPr marL="114300" lvl="1" indent="-114300" algn="l" defTabSz="577850">
            <a:lnSpc>
              <a:spcPct val="90000"/>
            </a:lnSpc>
            <a:spcBef>
              <a:spcPct val="0"/>
            </a:spcBef>
            <a:spcAft>
              <a:spcPct val="15000"/>
            </a:spcAft>
            <a:buChar char="•"/>
          </a:pPr>
          <a:r>
            <a:rPr lang="en-US" sz="1300" kern="1200" dirty="0"/>
            <a:t>Some text here</a:t>
          </a:r>
        </a:p>
        <a:p>
          <a:pPr marL="114300" lvl="1" indent="-114300" algn="l" defTabSz="577850">
            <a:lnSpc>
              <a:spcPct val="90000"/>
            </a:lnSpc>
            <a:spcBef>
              <a:spcPct val="0"/>
            </a:spcBef>
            <a:spcAft>
              <a:spcPct val="15000"/>
            </a:spcAft>
            <a:buChar char="•"/>
          </a:pPr>
          <a:r>
            <a:rPr lang="en-US" sz="1300" kern="1200" dirty="0"/>
            <a:t>Some text here</a:t>
          </a:r>
        </a:p>
      </dsp:txBody>
      <dsp:txXfrm>
        <a:off x="3118359" y="49850"/>
        <a:ext cx="1891281" cy="897109"/>
      </dsp:txXfrm>
    </dsp:sp>
    <dsp:sp modelId="{00885AEB-BF47-462E-AE5A-B3BD7AEE07F3}">
      <dsp:nvSpPr>
        <dsp:cNvPr id="0" name=""/>
        <dsp:cNvSpPr/>
      </dsp:nvSpPr>
      <dsp:spPr>
        <a:xfrm>
          <a:off x="4788537" y="1250034"/>
          <a:ext cx="1988343" cy="994171"/>
        </a:xfrm>
        <a:prstGeom prst="round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dirty="0"/>
            <a:t>Lorem Ipsum</a:t>
          </a:r>
        </a:p>
        <a:p>
          <a:pPr marL="114300" lvl="1" indent="-114300" algn="l" defTabSz="577850">
            <a:lnSpc>
              <a:spcPct val="90000"/>
            </a:lnSpc>
            <a:spcBef>
              <a:spcPct val="0"/>
            </a:spcBef>
            <a:spcAft>
              <a:spcPct val="15000"/>
            </a:spcAft>
            <a:buChar char="•"/>
          </a:pPr>
          <a:r>
            <a:rPr lang="en-US" sz="1300" kern="1200" dirty="0"/>
            <a:t>Some text here</a:t>
          </a:r>
        </a:p>
        <a:p>
          <a:pPr marL="114300" lvl="1" indent="-114300" algn="l" defTabSz="577850">
            <a:lnSpc>
              <a:spcPct val="90000"/>
            </a:lnSpc>
            <a:spcBef>
              <a:spcPct val="0"/>
            </a:spcBef>
            <a:spcAft>
              <a:spcPct val="15000"/>
            </a:spcAft>
            <a:buChar char="•"/>
          </a:pPr>
          <a:r>
            <a:rPr lang="en-US" sz="1300" kern="1200"/>
            <a:t>Some text here</a:t>
          </a:r>
          <a:endParaRPr lang="en-US" sz="1300" kern="1200" dirty="0"/>
        </a:p>
      </dsp:txBody>
      <dsp:txXfrm>
        <a:off x="4837068" y="1298565"/>
        <a:ext cx="1891281" cy="897109"/>
      </dsp:txXfrm>
    </dsp:sp>
    <dsp:sp modelId="{8DFC200D-A892-448F-A4BC-07E81C8952DD}">
      <dsp:nvSpPr>
        <dsp:cNvPr id="0" name=""/>
        <dsp:cNvSpPr/>
      </dsp:nvSpPr>
      <dsp:spPr>
        <a:xfrm>
          <a:off x="4132048" y="3270498"/>
          <a:ext cx="1988343" cy="994171"/>
        </a:xfrm>
        <a:prstGeom prst="round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dirty="0"/>
            <a:t>Lorem Ipsum</a:t>
          </a:r>
        </a:p>
        <a:p>
          <a:pPr marL="114300" lvl="1" indent="-114300" algn="l" defTabSz="577850">
            <a:lnSpc>
              <a:spcPct val="90000"/>
            </a:lnSpc>
            <a:spcBef>
              <a:spcPct val="0"/>
            </a:spcBef>
            <a:spcAft>
              <a:spcPct val="15000"/>
            </a:spcAft>
            <a:buChar char="•"/>
          </a:pPr>
          <a:r>
            <a:rPr lang="en-US" sz="1300" kern="1200" dirty="0"/>
            <a:t>Some text here</a:t>
          </a:r>
        </a:p>
        <a:p>
          <a:pPr marL="114300" lvl="1" indent="-114300" algn="l" defTabSz="577850">
            <a:lnSpc>
              <a:spcPct val="90000"/>
            </a:lnSpc>
            <a:spcBef>
              <a:spcPct val="0"/>
            </a:spcBef>
            <a:spcAft>
              <a:spcPct val="15000"/>
            </a:spcAft>
            <a:buChar char="•"/>
          </a:pPr>
          <a:r>
            <a:rPr lang="en-US" sz="1300" kern="1200" dirty="0"/>
            <a:t>Some text here</a:t>
          </a:r>
        </a:p>
      </dsp:txBody>
      <dsp:txXfrm>
        <a:off x="4180579" y="3319029"/>
        <a:ext cx="1891281" cy="897109"/>
      </dsp:txXfrm>
    </dsp:sp>
    <dsp:sp modelId="{D7409323-ABCC-453F-A88C-FD52CF1F2166}">
      <dsp:nvSpPr>
        <dsp:cNvPr id="0" name=""/>
        <dsp:cNvSpPr/>
      </dsp:nvSpPr>
      <dsp:spPr>
        <a:xfrm>
          <a:off x="2007607" y="3270498"/>
          <a:ext cx="1988343" cy="994171"/>
        </a:xfrm>
        <a:prstGeom prst="roundRect">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dirty="0"/>
            <a:t>Lorem Ipsum</a:t>
          </a:r>
        </a:p>
        <a:p>
          <a:pPr marL="114300" lvl="1" indent="-114300" algn="l" defTabSz="577850">
            <a:lnSpc>
              <a:spcPct val="90000"/>
            </a:lnSpc>
            <a:spcBef>
              <a:spcPct val="0"/>
            </a:spcBef>
            <a:spcAft>
              <a:spcPct val="15000"/>
            </a:spcAft>
            <a:buChar char="•"/>
          </a:pPr>
          <a:r>
            <a:rPr lang="en-US" sz="1300" kern="1200" dirty="0"/>
            <a:t>Some text here</a:t>
          </a:r>
        </a:p>
        <a:p>
          <a:pPr marL="114300" lvl="1" indent="-114300" algn="l" defTabSz="577850">
            <a:lnSpc>
              <a:spcPct val="90000"/>
            </a:lnSpc>
            <a:spcBef>
              <a:spcPct val="0"/>
            </a:spcBef>
            <a:spcAft>
              <a:spcPct val="15000"/>
            </a:spcAft>
            <a:buChar char="•"/>
          </a:pPr>
          <a:r>
            <a:rPr lang="en-US" sz="1300" kern="1200" dirty="0"/>
            <a:t>Some text here</a:t>
          </a:r>
        </a:p>
      </dsp:txBody>
      <dsp:txXfrm>
        <a:off x="2056138" y="3319029"/>
        <a:ext cx="1891281" cy="897109"/>
      </dsp:txXfrm>
    </dsp:sp>
    <dsp:sp modelId="{B43BD893-E794-444F-B5B5-53D44889813D}">
      <dsp:nvSpPr>
        <dsp:cNvPr id="0" name=""/>
        <dsp:cNvSpPr/>
      </dsp:nvSpPr>
      <dsp:spPr>
        <a:xfrm>
          <a:off x="1351118" y="1250034"/>
          <a:ext cx="1988343" cy="994171"/>
        </a:xfrm>
        <a:prstGeom prst="roundRect">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a:t>Lorem Ipsum</a:t>
          </a:r>
          <a:endParaRPr lang="en-US" sz="1700" kern="1200" dirty="0"/>
        </a:p>
        <a:p>
          <a:pPr marL="114300" lvl="1" indent="-114300" algn="l" defTabSz="577850">
            <a:lnSpc>
              <a:spcPct val="90000"/>
            </a:lnSpc>
            <a:spcBef>
              <a:spcPct val="0"/>
            </a:spcBef>
            <a:spcAft>
              <a:spcPct val="15000"/>
            </a:spcAft>
            <a:buChar char="•"/>
          </a:pPr>
          <a:r>
            <a:rPr lang="en-US" sz="1300" kern="1200" dirty="0"/>
            <a:t>Some text here</a:t>
          </a:r>
        </a:p>
        <a:p>
          <a:pPr marL="114300" lvl="1" indent="-114300" algn="l" defTabSz="577850">
            <a:lnSpc>
              <a:spcPct val="90000"/>
            </a:lnSpc>
            <a:spcBef>
              <a:spcPct val="0"/>
            </a:spcBef>
            <a:spcAft>
              <a:spcPct val="15000"/>
            </a:spcAft>
            <a:buChar char="•"/>
          </a:pPr>
          <a:r>
            <a:rPr lang="en-US" sz="1300" kern="1200" dirty="0"/>
            <a:t>Some text here</a:t>
          </a:r>
        </a:p>
      </dsp:txBody>
      <dsp:txXfrm>
        <a:off x="1399649" y="1298565"/>
        <a:ext cx="1891281" cy="897109"/>
      </dsp:txXfrm>
    </dsp:sp>
  </dsp:spTree>
</dsp:drawing>
</file>

<file path=ppt/diagrams/drawing8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886130-EE61-4005-90AB-BDAA020D4E76}">
      <dsp:nvSpPr>
        <dsp:cNvPr id="0" name=""/>
        <dsp:cNvSpPr/>
      </dsp:nvSpPr>
      <dsp:spPr>
        <a:xfrm>
          <a:off x="3363515" y="2147"/>
          <a:ext cx="1400968" cy="700484"/>
        </a:xfrm>
        <a:prstGeom prst="roundRect">
          <a:avLst>
            <a:gd name="adj" fmla="val 1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kern="1200" dirty="0"/>
            <a:t>Lorem Ipsum</a:t>
          </a:r>
        </a:p>
        <a:p>
          <a:pPr marL="57150" lvl="1" indent="-57150" algn="l" defTabSz="444500">
            <a:lnSpc>
              <a:spcPct val="90000"/>
            </a:lnSpc>
            <a:spcBef>
              <a:spcPct val="0"/>
            </a:spcBef>
            <a:spcAft>
              <a:spcPct val="15000"/>
            </a:spcAft>
            <a:buChar char="•"/>
          </a:pPr>
          <a:r>
            <a:rPr lang="en-US" sz="1000" kern="1200" dirty="0"/>
            <a:t>Some text here</a:t>
          </a:r>
        </a:p>
        <a:p>
          <a:pPr marL="57150" lvl="1" indent="-57150" algn="l" defTabSz="444500">
            <a:lnSpc>
              <a:spcPct val="90000"/>
            </a:lnSpc>
            <a:spcBef>
              <a:spcPct val="0"/>
            </a:spcBef>
            <a:spcAft>
              <a:spcPct val="15000"/>
            </a:spcAft>
            <a:buChar char="•"/>
          </a:pPr>
          <a:r>
            <a:rPr lang="en-US" sz="1000" kern="1200" dirty="0"/>
            <a:t>Some text here</a:t>
          </a:r>
        </a:p>
      </dsp:txBody>
      <dsp:txXfrm>
        <a:off x="3384031" y="22663"/>
        <a:ext cx="1359936" cy="659452"/>
      </dsp:txXfrm>
    </dsp:sp>
    <dsp:sp modelId="{0853CE17-417B-4DAA-AD6E-1B316E85ED5E}">
      <dsp:nvSpPr>
        <dsp:cNvPr id="0" name=""/>
        <dsp:cNvSpPr/>
      </dsp:nvSpPr>
      <dsp:spPr>
        <a:xfrm rot="2160000">
          <a:off x="4634821" y="909935"/>
          <a:ext cx="730597" cy="245169"/>
        </a:xfrm>
        <a:prstGeom prst="leftRightArrow">
          <a:avLst>
            <a:gd name="adj1" fmla="val 60000"/>
            <a:gd name="adj2" fmla="val 5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4708372" y="958969"/>
        <a:ext cx="583495" cy="147101"/>
      </dsp:txXfrm>
    </dsp:sp>
    <dsp:sp modelId="{17F1C6BC-A80A-44A5-AA43-416A718D840F}">
      <dsp:nvSpPr>
        <dsp:cNvPr id="0" name=""/>
        <dsp:cNvSpPr/>
      </dsp:nvSpPr>
      <dsp:spPr>
        <a:xfrm>
          <a:off x="5235755" y="1362408"/>
          <a:ext cx="1400968" cy="700484"/>
        </a:xfrm>
        <a:prstGeom prst="roundRect">
          <a:avLst>
            <a:gd name="adj" fmla="val 1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kern="1200" dirty="0"/>
            <a:t>Lorem Ipsum</a:t>
          </a:r>
        </a:p>
        <a:p>
          <a:pPr marL="57150" lvl="1" indent="-57150" algn="l" defTabSz="444500">
            <a:lnSpc>
              <a:spcPct val="90000"/>
            </a:lnSpc>
            <a:spcBef>
              <a:spcPct val="0"/>
            </a:spcBef>
            <a:spcAft>
              <a:spcPct val="15000"/>
            </a:spcAft>
            <a:buChar char="•"/>
          </a:pPr>
          <a:r>
            <a:rPr lang="en-US" sz="1000" kern="1200" dirty="0"/>
            <a:t>Some text here</a:t>
          </a:r>
        </a:p>
        <a:p>
          <a:pPr marL="57150" lvl="1" indent="-57150" algn="l" defTabSz="444500">
            <a:lnSpc>
              <a:spcPct val="90000"/>
            </a:lnSpc>
            <a:spcBef>
              <a:spcPct val="0"/>
            </a:spcBef>
            <a:spcAft>
              <a:spcPct val="15000"/>
            </a:spcAft>
            <a:buChar char="•"/>
          </a:pPr>
          <a:r>
            <a:rPr lang="en-US" sz="1000" kern="1200"/>
            <a:t>Some text here</a:t>
          </a:r>
          <a:endParaRPr lang="en-US" sz="1000" kern="1200" dirty="0"/>
        </a:p>
      </dsp:txBody>
      <dsp:txXfrm>
        <a:off x="5256271" y="1382924"/>
        <a:ext cx="1359936" cy="659452"/>
      </dsp:txXfrm>
    </dsp:sp>
    <dsp:sp modelId="{A25399F6-5A37-4E1E-9994-4351103B10B3}">
      <dsp:nvSpPr>
        <dsp:cNvPr id="0" name=""/>
        <dsp:cNvSpPr/>
      </dsp:nvSpPr>
      <dsp:spPr>
        <a:xfrm rot="6480000">
          <a:off x="5213374" y="2690541"/>
          <a:ext cx="730597" cy="245169"/>
        </a:xfrm>
        <a:prstGeom prst="leftRightArrow">
          <a:avLst>
            <a:gd name="adj1" fmla="val 60000"/>
            <a:gd name="adj2" fmla="val 5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rot="10800000">
        <a:off x="5286925" y="2739575"/>
        <a:ext cx="583495" cy="147101"/>
      </dsp:txXfrm>
    </dsp:sp>
    <dsp:sp modelId="{B7DB498C-1CB8-4D89-8E96-9D439C083EE8}">
      <dsp:nvSpPr>
        <dsp:cNvPr id="0" name=""/>
        <dsp:cNvSpPr/>
      </dsp:nvSpPr>
      <dsp:spPr>
        <a:xfrm>
          <a:off x="4520623" y="3563358"/>
          <a:ext cx="1400968" cy="700484"/>
        </a:xfrm>
        <a:prstGeom prst="roundRect">
          <a:avLst>
            <a:gd name="adj" fmla="val 1000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kern="1200" dirty="0"/>
            <a:t>Lorem Ipsum</a:t>
          </a:r>
        </a:p>
        <a:p>
          <a:pPr marL="57150" lvl="1" indent="-57150" algn="l" defTabSz="444500">
            <a:lnSpc>
              <a:spcPct val="90000"/>
            </a:lnSpc>
            <a:spcBef>
              <a:spcPct val="0"/>
            </a:spcBef>
            <a:spcAft>
              <a:spcPct val="15000"/>
            </a:spcAft>
            <a:buChar char="•"/>
          </a:pPr>
          <a:r>
            <a:rPr lang="en-US" sz="1000" kern="1200" dirty="0"/>
            <a:t>Some text here</a:t>
          </a:r>
        </a:p>
        <a:p>
          <a:pPr marL="57150" lvl="1" indent="-57150" algn="l" defTabSz="444500">
            <a:lnSpc>
              <a:spcPct val="90000"/>
            </a:lnSpc>
            <a:spcBef>
              <a:spcPct val="0"/>
            </a:spcBef>
            <a:spcAft>
              <a:spcPct val="15000"/>
            </a:spcAft>
            <a:buChar char="•"/>
          </a:pPr>
          <a:r>
            <a:rPr lang="en-US" sz="1000" kern="1200" dirty="0"/>
            <a:t>Some text here</a:t>
          </a:r>
        </a:p>
      </dsp:txBody>
      <dsp:txXfrm>
        <a:off x="4541139" y="3583874"/>
        <a:ext cx="1359936" cy="659452"/>
      </dsp:txXfrm>
    </dsp:sp>
    <dsp:sp modelId="{F8146A22-0126-4A18-A12A-1636651B6CB4}">
      <dsp:nvSpPr>
        <dsp:cNvPr id="0" name=""/>
        <dsp:cNvSpPr/>
      </dsp:nvSpPr>
      <dsp:spPr>
        <a:xfrm rot="10800000">
          <a:off x="3698701" y="3791015"/>
          <a:ext cx="730597" cy="245169"/>
        </a:xfrm>
        <a:prstGeom prst="leftRightArrow">
          <a:avLst>
            <a:gd name="adj1" fmla="val 60000"/>
            <a:gd name="adj2" fmla="val 5000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rot="10800000">
        <a:off x="3772252" y="3840049"/>
        <a:ext cx="583495" cy="147101"/>
      </dsp:txXfrm>
    </dsp:sp>
    <dsp:sp modelId="{626C1E56-029B-4649-A3A6-923EECDA5DD3}">
      <dsp:nvSpPr>
        <dsp:cNvPr id="0" name=""/>
        <dsp:cNvSpPr/>
      </dsp:nvSpPr>
      <dsp:spPr>
        <a:xfrm>
          <a:off x="2206407" y="3563358"/>
          <a:ext cx="1400968" cy="700484"/>
        </a:xfrm>
        <a:prstGeom prst="roundRect">
          <a:avLst>
            <a:gd name="adj" fmla="val 1000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kern="1200" dirty="0"/>
            <a:t>Lorem Ipsum</a:t>
          </a:r>
        </a:p>
        <a:p>
          <a:pPr marL="57150" lvl="1" indent="-57150" algn="l" defTabSz="444500">
            <a:lnSpc>
              <a:spcPct val="90000"/>
            </a:lnSpc>
            <a:spcBef>
              <a:spcPct val="0"/>
            </a:spcBef>
            <a:spcAft>
              <a:spcPct val="15000"/>
            </a:spcAft>
            <a:buChar char="•"/>
          </a:pPr>
          <a:r>
            <a:rPr lang="en-US" sz="1000" kern="1200" dirty="0"/>
            <a:t>Some text here</a:t>
          </a:r>
        </a:p>
        <a:p>
          <a:pPr marL="57150" lvl="1" indent="-57150" algn="l" defTabSz="444500">
            <a:lnSpc>
              <a:spcPct val="90000"/>
            </a:lnSpc>
            <a:spcBef>
              <a:spcPct val="0"/>
            </a:spcBef>
            <a:spcAft>
              <a:spcPct val="15000"/>
            </a:spcAft>
            <a:buChar char="•"/>
          </a:pPr>
          <a:r>
            <a:rPr lang="en-US" sz="1000" kern="1200" dirty="0"/>
            <a:t>Some text here</a:t>
          </a:r>
        </a:p>
      </dsp:txBody>
      <dsp:txXfrm>
        <a:off x="2226923" y="3583874"/>
        <a:ext cx="1359936" cy="659452"/>
      </dsp:txXfrm>
    </dsp:sp>
    <dsp:sp modelId="{3AD8FD6E-5889-4524-8ECE-EF9F7296AEE1}">
      <dsp:nvSpPr>
        <dsp:cNvPr id="0" name=""/>
        <dsp:cNvSpPr/>
      </dsp:nvSpPr>
      <dsp:spPr>
        <a:xfrm rot="15120000">
          <a:off x="2184027" y="2690541"/>
          <a:ext cx="730597" cy="245169"/>
        </a:xfrm>
        <a:prstGeom prst="leftRightArrow">
          <a:avLst>
            <a:gd name="adj1" fmla="val 60000"/>
            <a:gd name="adj2" fmla="val 5000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rot="10800000">
        <a:off x="2257578" y="2739575"/>
        <a:ext cx="583495" cy="147101"/>
      </dsp:txXfrm>
    </dsp:sp>
    <dsp:sp modelId="{D9D84FCE-996C-4F4D-AB22-33CE808E112B}">
      <dsp:nvSpPr>
        <dsp:cNvPr id="0" name=""/>
        <dsp:cNvSpPr/>
      </dsp:nvSpPr>
      <dsp:spPr>
        <a:xfrm>
          <a:off x="1491276" y="1362408"/>
          <a:ext cx="1400968" cy="700484"/>
        </a:xfrm>
        <a:prstGeom prst="roundRect">
          <a:avLst>
            <a:gd name="adj" fmla="val 10000"/>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kern="1200"/>
            <a:t>Lorem Ipsum</a:t>
          </a:r>
          <a:endParaRPr lang="en-US" sz="1300" kern="1200" dirty="0"/>
        </a:p>
        <a:p>
          <a:pPr marL="57150" lvl="1" indent="-57150" algn="l" defTabSz="444500">
            <a:lnSpc>
              <a:spcPct val="90000"/>
            </a:lnSpc>
            <a:spcBef>
              <a:spcPct val="0"/>
            </a:spcBef>
            <a:spcAft>
              <a:spcPct val="15000"/>
            </a:spcAft>
            <a:buChar char="•"/>
          </a:pPr>
          <a:r>
            <a:rPr lang="en-US" sz="1000" kern="1200" dirty="0"/>
            <a:t>Some text here</a:t>
          </a:r>
        </a:p>
        <a:p>
          <a:pPr marL="57150" lvl="1" indent="-57150" algn="l" defTabSz="444500">
            <a:lnSpc>
              <a:spcPct val="90000"/>
            </a:lnSpc>
            <a:spcBef>
              <a:spcPct val="0"/>
            </a:spcBef>
            <a:spcAft>
              <a:spcPct val="15000"/>
            </a:spcAft>
            <a:buChar char="•"/>
          </a:pPr>
          <a:r>
            <a:rPr lang="en-US" sz="1000" kern="1200" dirty="0"/>
            <a:t>Some text here</a:t>
          </a:r>
        </a:p>
      </dsp:txBody>
      <dsp:txXfrm>
        <a:off x="1511792" y="1382924"/>
        <a:ext cx="1359936" cy="659452"/>
      </dsp:txXfrm>
    </dsp:sp>
    <dsp:sp modelId="{75928E85-C2F3-4994-A084-E9E81ED614C2}">
      <dsp:nvSpPr>
        <dsp:cNvPr id="0" name=""/>
        <dsp:cNvSpPr/>
      </dsp:nvSpPr>
      <dsp:spPr>
        <a:xfrm rot="19440000">
          <a:off x="2762581" y="909935"/>
          <a:ext cx="730597" cy="245169"/>
        </a:xfrm>
        <a:prstGeom prst="leftRightArrow">
          <a:avLst>
            <a:gd name="adj1" fmla="val 60000"/>
            <a:gd name="adj2" fmla="val 50000"/>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2836132" y="958969"/>
        <a:ext cx="583495" cy="147101"/>
      </dsp:txXfrm>
    </dsp:sp>
  </dsp:spTree>
</dsp:drawing>
</file>

<file path=ppt/diagrams/drawing8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ED1EFF-8E17-40BB-A611-56F6E3C95262}">
      <dsp:nvSpPr>
        <dsp:cNvPr id="0" name=""/>
        <dsp:cNvSpPr/>
      </dsp:nvSpPr>
      <dsp:spPr>
        <a:xfrm>
          <a:off x="2322622" y="264064"/>
          <a:ext cx="3583431" cy="3583431"/>
        </a:xfrm>
        <a:prstGeom prst="pie">
          <a:avLst>
            <a:gd name="adj1" fmla="val 16200000"/>
            <a:gd name="adj2" fmla="val 2052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t" anchorCtr="0">
          <a:noAutofit/>
        </a:bodyPr>
        <a:lstStyle/>
        <a:p>
          <a:pPr marL="0" lvl="0" indent="0" algn="l" defTabSz="622300">
            <a:lnSpc>
              <a:spcPct val="90000"/>
            </a:lnSpc>
            <a:spcBef>
              <a:spcPct val="0"/>
            </a:spcBef>
            <a:spcAft>
              <a:spcPct val="35000"/>
            </a:spcAft>
            <a:buNone/>
          </a:pPr>
          <a:r>
            <a:rPr lang="en-US" sz="1400" kern="1200" dirty="0"/>
            <a:t>Lorem Ipsum</a:t>
          </a:r>
        </a:p>
        <a:p>
          <a:pPr marL="57150" lvl="1" indent="-57150" algn="l" defTabSz="488950">
            <a:lnSpc>
              <a:spcPct val="90000"/>
            </a:lnSpc>
            <a:spcBef>
              <a:spcPct val="0"/>
            </a:spcBef>
            <a:spcAft>
              <a:spcPct val="15000"/>
            </a:spcAft>
            <a:buChar char="•"/>
          </a:pPr>
          <a:r>
            <a:rPr lang="en-US" sz="1100" kern="1200" dirty="0"/>
            <a:t>Some text here</a:t>
          </a:r>
        </a:p>
        <a:p>
          <a:pPr marL="57150" lvl="1" indent="-57150" algn="l" defTabSz="488950">
            <a:lnSpc>
              <a:spcPct val="90000"/>
            </a:lnSpc>
            <a:spcBef>
              <a:spcPct val="0"/>
            </a:spcBef>
            <a:spcAft>
              <a:spcPct val="15000"/>
            </a:spcAft>
            <a:buChar char="•"/>
          </a:pPr>
          <a:r>
            <a:rPr lang="en-US" sz="1100" kern="1200" dirty="0"/>
            <a:t>Some text here</a:t>
          </a:r>
        </a:p>
      </dsp:txBody>
      <dsp:txXfrm>
        <a:off x="4191979" y="866422"/>
        <a:ext cx="1151817" cy="767878"/>
      </dsp:txXfrm>
    </dsp:sp>
    <dsp:sp modelId="{A2A82968-5287-4C28-85BA-9BFFC27AB925}">
      <dsp:nvSpPr>
        <dsp:cNvPr id="0" name=""/>
        <dsp:cNvSpPr/>
      </dsp:nvSpPr>
      <dsp:spPr>
        <a:xfrm>
          <a:off x="2353338" y="359622"/>
          <a:ext cx="3583431" cy="3583431"/>
        </a:xfrm>
        <a:prstGeom prst="pie">
          <a:avLst>
            <a:gd name="adj1" fmla="val 20520000"/>
            <a:gd name="adj2" fmla="val 324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t" anchorCtr="0">
          <a:noAutofit/>
        </a:bodyPr>
        <a:lstStyle/>
        <a:p>
          <a:pPr marL="0" lvl="0" indent="0" algn="l" defTabSz="622300">
            <a:lnSpc>
              <a:spcPct val="90000"/>
            </a:lnSpc>
            <a:spcBef>
              <a:spcPct val="0"/>
            </a:spcBef>
            <a:spcAft>
              <a:spcPct val="35000"/>
            </a:spcAft>
            <a:buNone/>
          </a:pPr>
          <a:r>
            <a:rPr lang="en-US" sz="1400" kern="1200" dirty="0"/>
            <a:t>Lorem Ipsum</a:t>
          </a:r>
        </a:p>
        <a:p>
          <a:pPr marL="57150" lvl="1" indent="-57150" algn="l" defTabSz="488950">
            <a:lnSpc>
              <a:spcPct val="90000"/>
            </a:lnSpc>
            <a:spcBef>
              <a:spcPct val="0"/>
            </a:spcBef>
            <a:spcAft>
              <a:spcPct val="15000"/>
            </a:spcAft>
            <a:buChar char="•"/>
          </a:pPr>
          <a:r>
            <a:rPr lang="en-US" sz="1100" kern="1200" dirty="0"/>
            <a:t>Some text here</a:t>
          </a:r>
        </a:p>
        <a:p>
          <a:pPr marL="57150" lvl="1" indent="-57150" algn="l" defTabSz="488950">
            <a:lnSpc>
              <a:spcPct val="90000"/>
            </a:lnSpc>
            <a:spcBef>
              <a:spcPct val="0"/>
            </a:spcBef>
            <a:spcAft>
              <a:spcPct val="15000"/>
            </a:spcAft>
            <a:buChar char="•"/>
          </a:pPr>
          <a:r>
            <a:rPr lang="en-US" sz="1100" kern="1200"/>
            <a:t>Some text here</a:t>
          </a:r>
          <a:endParaRPr lang="en-US" sz="1100" kern="1200" dirty="0"/>
        </a:p>
      </dsp:txBody>
      <dsp:txXfrm>
        <a:off x="4661238" y="1996909"/>
        <a:ext cx="1066497" cy="853198"/>
      </dsp:txXfrm>
    </dsp:sp>
    <dsp:sp modelId="{761253E6-CA99-4B1A-A017-1F97166F8220}">
      <dsp:nvSpPr>
        <dsp:cNvPr id="0" name=""/>
        <dsp:cNvSpPr/>
      </dsp:nvSpPr>
      <dsp:spPr>
        <a:xfrm>
          <a:off x="2272284" y="418493"/>
          <a:ext cx="3583431" cy="3583431"/>
        </a:xfrm>
        <a:prstGeom prst="pie">
          <a:avLst>
            <a:gd name="adj1" fmla="val 3240000"/>
            <a:gd name="adj2" fmla="val 756000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t" anchorCtr="0">
          <a:noAutofit/>
        </a:bodyPr>
        <a:lstStyle/>
        <a:p>
          <a:pPr marL="0" lvl="0" indent="0" algn="l" defTabSz="622300">
            <a:lnSpc>
              <a:spcPct val="90000"/>
            </a:lnSpc>
            <a:spcBef>
              <a:spcPct val="0"/>
            </a:spcBef>
            <a:spcAft>
              <a:spcPct val="35000"/>
            </a:spcAft>
            <a:buNone/>
          </a:pPr>
          <a:r>
            <a:rPr lang="en-US" sz="1400" kern="1200" dirty="0"/>
            <a:t>Lorem Ipsum</a:t>
          </a:r>
        </a:p>
        <a:p>
          <a:pPr marL="57150" lvl="1" indent="-57150" algn="l" defTabSz="488950">
            <a:lnSpc>
              <a:spcPct val="90000"/>
            </a:lnSpc>
            <a:spcBef>
              <a:spcPct val="0"/>
            </a:spcBef>
            <a:spcAft>
              <a:spcPct val="15000"/>
            </a:spcAft>
            <a:buChar char="•"/>
          </a:pPr>
          <a:r>
            <a:rPr lang="en-US" sz="1100" kern="1200" dirty="0"/>
            <a:t>Some text here</a:t>
          </a:r>
        </a:p>
        <a:p>
          <a:pPr marL="57150" lvl="1" indent="-57150" algn="l" defTabSz="488950">
            <a:lnSpc>
              <a:spcPct val="90000"/>
            </a:lnSpc>
            <a:spcBef>
              <a:spcPct val="0"/>
            </a:spcBef>
            <a:spcAft>
              <a:spcPct val="15000"/>
            </a:spcAft>
            <a:buChar char="•"/>
          </a:pPr>
          <a:r>
            <a:rPr lang="en-US" sz="1100" kern="1200" dirty="0"/>
            <a:t>Some text here</a:t>
          </a:r>
        </a:p>
      </dsp:txBody>
      <dsp:txXfrm>
        <a:off x="3552081" y="2935427"/>
        <a:ext cx="1023837" cy="938517"/>
      </dsp:txXfrm>
    </dsp:sp>
    <dsp:sp modelId="{667D0752-16B1-4AFD-B784-3B01841B232C}">
      <dsp:nvSpPr>
        <dsp:cNvPr id="0" name=""/>
        <dsp:cNvSpPr/>
      </dsp:nvSpPr>
      <dsp:spPr>
        <a:xfrm>
          <a:off x="2191230" y="359622"/>
          <a:ext cx="3583431" cy="3583431"/>
        </a:xfrm>
        <a:prstGeom prst="pie">
          <a:avLst>
            <a:gd name="adj1" fmla="val 7560000"/>
            <a:gd name="adj2" fmla="val 1188000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t" anchorCtr="0">
          <a:noAutofit/>
        </a:bodyPr>
        <a:lstStyle/>
        <a:p>
          <a:pPr marL="0" lvl="0" indent="0" algn="l" defTabSz="622300">
            <a:lnSpc>
              <a:spcPct val="90000"/>
            </a:lnSpc>
            <a:spcBef>
              <a:spcPct val="0"/>
            </a:spcBef>
            <a:spcAft>
              <a:spcPct val="35000"/>
            </a:spcAft>
            <a:buNone/>
          </a:pPr>
          <a:r>
            <a:rPr lang="en-US" sz="1400" kern="1200" dirty="0"/>
            <a:t>Lorem Ipsum</a:t>
          </a:r>
        </a:p>
        <a:p>
          <a:pPr marL="57150" lvl="1" indent="-57150" algn="l" defTabSz="488950">
            <a:lnSpc>
              <a:spcPct val="90000"/>
            </a:lnSpc>
            <a:spcBef>
              <a:spcPct val="0"/>
            </a:spcBef>
            <a:spcAft>
              <a:spcPct val="15000"/>
            </a:spcAft>
            <a:buChar char="•"/>
          </a:pPr>
          <a:r>
            <a:rPr lang="en-US" sz="1100" kern="1200" dirty="0"/>
            <a:t>Some text here</a:t>
          </a:r>
        </a:p>
        <a:p>
          <a:pPr marL="57150" lvl="1" indent="-57150" algn="l" defTabSz="488950">
            <a:lnSpc>
              <a:spcPct val="90000"/>
            </a:lnSpc>
            <a:spcBef>
              <a:spcPct val="0"/>
            </a:spcBef>
            <a:spcAft>
              <a:spcPct val="15000"/>
            </a:spcAft>
            <a:buChar char="•"/>
          </a:pPr>
          <a:r>
            <a:rPr lang="en-US" sz="1100" kern="1200" dirty="0"/>
            <a:t>Some text here</a:t>
          </a:r>
        </a:p>
      </dsp:txBody>
      <dsp:txXfrm>
        <a:off x="2400263" y="1996909"/>
        <a:ext cx="1066497" cy="853198"/>
      </dsp:txXfrm>
    </dsp:sp>
    <dsp:sp modelId="{6BFD3A2F-57C1-45AB-996F-B9658CD0CDF4}">
      <dsp:nvSpPr>
        <dsp:cNvPr id="0" name=""/>
        <dsp:cNvSpPr/>
      </dsp:nvSpPr>
      <dsp:spPr>
        <a:xfrm>
          <a:off x="2221945" y="264064"/>
          <a:ext cx="3583431" cy="3583431"/>
        </a:xfrm>
        <a:prstGeom prst="pie">
          <a:avLst>
            <a:gd name="adj1" fmla="val 11880000"/>
            <a:gd name="adj2" fmla="val 16200000"/>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t" anchorCtr="0">
          <a:noAutofit/>
        </a:bodyPr>
        <a:lstStyle/>
        <a:p>
          <a:pPr marL="0" lvl="0" indent="0" algn="l" defTabSz="622300">
            <a:lnSpc>
              <a:spcPct val="90000"/>
            </a:lnSpc>
            <a:spcBef>
              <a:spcPct val="0"/>
            </a:spcBef>
            <a:spcAft>
              <a:spcPct val="35000"/>
            </a:spcAft>
            <a:buNone/>
          </a:pPr>
          <a:r>
            <a:rPr lang="en-US" sz="1400" kern="1200"/>
            <a:t>Lorem Ipsum</a:t>
          </a:r>
          <a:endParaRPr lang="en-US" sz="1400" kern="1200" dirty="0"/>
        </a:p>
        <a:p>
          <a:pPr marL="57150" lvl="1" indent="-57150" algn="l" defTabSz="488950">
            <a:lnSpc>
              <a:spcPct val="90000"/>
            </a:lnSpc>
            <a:spcBef>
              <a:spcPct val="0"/>
            </a:spcBef>
            <a:spcAft>
              <a:spcPct val="15000"/>
            </a:spcAft>
            <a:buChar char="•"/>
          </a:pPr>
          <a:r>
            <a:rPr lang="en-US" sz="1100" kern="1200" dirty="0"/>
            <a:t>Some text here</a:t>
          </a:r>
        </a:p>
        <a:p>
          <a:pPr marL="57150" lvl="1" indent="-57150" algn="l" defTabSz="488950">
            <a:lnSpc>
              <a:spcPct val="90000"/>
            </a:lnSpc>
            <a:spcBef>
              <a:spcPct val="0"/>
            </a:spcBef>
            <a:spcAft>
              <a:spcPct val="15000"/>
            </a:spcAft>
            <a:buChar char="•"/>
          </a:pPr>
          <a:r>
            <a:rPr lang="en-US" sz="1100" kern="1200" dirty="0"/>
            <a:t>Some text here</a:t>
          </a:r>
        </a:p>
      </dsp:txBody>
      <dsp:txXfrm>
        <a:off x="2784202" y="866422"/>
        <a:ext cx="1151817" cy="767878"/>
      </dsp:txXfrm>
    </dsp:sp>
    <dsp:sp modelId="{57FB3567-1165-4CF6-87A2-F36ADBF2607B}">
      <dsp:nvSpPr>
        <dsp:cNvPr id="0" name=""/>
        <dsp:cNvSpPr/>
      </dsp:nvSpPr>
      <dsp:spPr>
        <a:xfrm>
          <a:off x="2100622" y="42233"/>
          <a:ext cx="4027094" cy="4027094"/>
        </a:xfrm>
        <a:prstGeom prst="circularArrow">
          <a:avLst>
            <a:gd name="adj1" fmla="val 5085"/>
            <a:gd name="adj2" fmla="val 327528"/>
            <a:gd name="adj3" fmla="val 20192361"/>
            <a:gd name="adj4" fmla="val 16200324"/>
            <a:gd name="adj5" fmla="val 5932"/>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3E501481-CCD5-413D-93D9-710B2805E1B7}">
      <dsp:nvSpPr>
        <dsp:cNvPr id="0" name=""/>
        <dsp:cNvSpPr/>
      </dsp:nvSpPr>
      <dsp:spPr>
        <a:xfrm>
          <a:off x="2131754" y="137760"/>
          <a:ext cx="4027094" cy="4027094"/>
        </a:xfrm>
        <a:prstGeom prst="circularArrow">
          <a:avLst>
            <a:gd name="adj1" fmla="val 5085"/>
            <a:gd name="adj2" fmla="val 327528"/>
            <a:gd name="adj3" fmla="val 2912753"/>
            <a:gd name="adj4" fmla="val 20519953"/>
            <a:gd name="adj5" fmla="val 5932"/>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A8C5CCBD-F835-43BB-A6C9-900FB02FB450}">
      <dsp:nvSpPr>
        <dsp:cNvPr id="0" name=""/>
        <dsp:cNvSpPr/>
      </dsp:nvSpPr>
      <dsp:spPr>
        <a:xfrm>
          <a:off x="2050452" y="196810"/>
          <a:ext cx="4027094" cy="4027094"/>
        </a:xfrm>
        <a:prstGeom prst="circularArrow">
          <a:avLst>
            <a:gd name="adj1" fmla="val 5085"/>
            <a:gd name="adj2" fmla="val 327528"/>
            <a:gd name="adj3" fmla="val 7232777"/>
            <a:gd name="adj4" fmla="val 3239695"/>
            <a:gd name="adj5" fmla="val 5932"/>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431367F0-22D5-4B80-96A1-B0A0546D506C}">
      <dsp:nvSpPr>
        <dsp:cNvPr id="0" name=""/>
        <dsp:cNvSpPr/>
      </dsp:nvSpPr>
      <dsp:spPr>
        <a:xfrm>
          <a:off x="1969151" y="137760"/>
          <a:ext cx="4027094" cy="4027094"/>
        </a:xfrm>
        <a:prstGeom prst="circularArrow">
          <a:avLst>
            <a:gd name="adj1" fmla="val 5085"/>
            <a:gd name="adj2" fmla="val 327528"/>
            <a:gd name="adj3" fmla="val 11552519"/>
            <a:gd name="adj4" fmla="val 7559718"/>
            <a:gd name="adj5" fmla="val 5932"/>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A928C9B5-1FDA-405D-9E84-20A76AD597D8}">
      <dsp:nvSpPr>
        <dsp:cNvPr id="0" name=""/>
        <dsp:cNvSpPr/>
      </dsp:nvSpPr>
      <dsp:spPr>
        <a:xfrm>
          <a:off x="2000282" y="42233"/>
          <a:ext cx="4027094" cy="4027094"/>
        </a:xfrm>
        <a:prstGeom prst="circularArrow">
          <a:avLst>
            <a:gd name="adj1" fmla="val 5085"/>
            <a:gd name="adj2" fmla="val 327528"/>
            <a:gd name="adj3" fmla="val 15872148"/>
            <a:gd name="adj4" fmla="val 11880111"/>
            <a:gd name="adj5" fmla="val 5932"/>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Tree>
</dsp:drawing>
</file>

<file path=ppt/diagrams/drawing9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E6B5DD-63B0-4FA3-92CA-AEC64C6ED5C4}">
      <dsp:nvSpPr>
        <dsp:cNvPr id="0" name=""/>
        <dsp:cNvSpPr/>
      </dsp:nvSpPr>
      <dsp:spPr>
        <a:xfrm>
          <a:off x="2334994" y="254892"/>
          <a:ext cx="3583431" cy="3583431"/>
        </a:xfrm>
        <a:prstGeom prst="pie">
          <a:avLst>
            <a:gd name="adj1" fmla="val 16200000"/>
            <a:gd name="adj2" fmla="val 2052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t" anchorCtr="0">
          <a:noAutofit/>
        </a:bodyPr>
        <a:lstStyle/>
        <a:p>
          <a:pPr marL="0" lvl="0" indent="0" algn="l" defTabSz="622300">
            <a:lnSpc>
              <a:spcPct val="90000"/>
            </a:lnSpc>
            <a:spcBef>
              <a:spcPct val="0"/>
            </a:spcBef>
            <a:spcAft>
              <a:spcPct val="35000"/>
            </a:spcAft>
            <a:buNone/>
          </a:pPr>
          <a:r>
            <a:rPr lang="en-US" sz="1400" kern="1200" dirty="0"/>
            <a:t>Lorem Ipsum</a:t>
          </a:r>
        </a:p>
        <a:p>
          <a:pPr marL="57150" lvl="1" indent="-57150" algn="l" defTabSz="488950">
            <a:lnSpc>
              <a:spcPct val="90000"/>
            </a:lnSpc>
            <a:spcBef>
              <a:spcPct val="0"/>
            </a:spcBef>
            <a:spcAft>
              <a:spcPct val="15000"/>
            </a:spcAft>
            <a:buChar char="•"/>
          </a:pPr>
          <a:r>
            <a:rPr lang="en-US" sz="1100" kern="1200" dirty="0"/>
            <a:t>Some text here</a:t>
          </a:r>
        </a:p>
        <a:p>
          <a:pPr marL="57150" lvl="1" indent="-57150" algn="l" defTabSz="488950">
            <a:lnSpc>
              <a:spcPct val="90000"/>
            </a:lnSpc>
            <a:spcBef>
              <a:spcPct val="0"/>
            </a:spcBef>
            <a:spcAft>
              <a:spcPct val="15000"/>
            </a:spcAft>
            <a:buChar char="•"/>
          </a:pPr>
          <a:r>
            <a:rPr lang="en-US" sz="1100" kern="1200" dirty="0"/>
            <a:t>Some text here</a:t>
          </a:r>
        </a:p>
      </dsp:txBody>
      <dsp:txXfrm>
        <a:off x="4171929" y="790274"/>
        <a:ext cx="1215807" cy="831868"/>
      </dsp:txXfrm>
    </dsp:sp>
    <dsp:sp modelId="{F7AB8160-FBE7-45AD-BEE7-ED12E1A4433A}">
      <dsp:nvSpPr>
        <dsp:cNvPr id="0" name=""/>
        <dsp:cNvSpPr/>
      </dsp:nvSpPr>
      <dsp:spPr>
        <a:xfrm>
          <a:off x="2209574" y="427665"/>
          <a:ext cx="3583431" cy="3583431"/>
        </a:xfrm>
        <a:prstGeom prst="pie">
          <a:avLst>
            <a:gd name="adj1" fmla="val 20520000"/>
            <a:gd name="adj2" fmla="val 324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t" anchorCtr="0">
          <a:noAutofit/>
        </a:bodyPr>
        <a:lstStyle/>
        <a:p>
          <a:pPr marL="0" lvl="0" indent="0" algn="l" defTabSz="622300">
            <a:lnSpc>
              <a:spcPct val="90000"/>
            </a:lnSpc>
            <a:spcBef>
              <a:spcPct val="0"/>
            </a:spcBef>
            <a:spcAft>
              <a:spcPct val="35000"/>
            </a:spcAft>
            <a:buNone/>
          </a:pPr>
          <a:r>
            <a:rPr lang="en-US" sz="1400" kern="1200" dirty="0"/>
            <a:t>Lorem Ipsum</a:t>
          </a:r>
        </a:p>
        <a:p>
          <a:pPr marL="57150" lvl="1" indent="-57150" algn="l" defTabSz="488950">
            <a:lnSpc>
              <a:spcPct val="90000"/>
            </a:lnSpc>
            <a:spcBef>
              <a:spcPct val="0"/>
            </a:spcBef>
            <a:spcAft>
              <a:spcPct val="15000"/>
            </a:spcAft>
            <a:buChar char="•"/>
          </a:pPr>
          <a:r>
            <a:rPr lang="en-US" sz="1100" kern="1200" dirty="0"/>
            <a:t>Some text here</a:t>
          </a:r>
        </a:p>
        <a:p>
          <a:pPr marL="57150" lvl="1" indent="-57150" algn="l" defTabSz="488950">
            <a:lnSpc>
              <a:spcPct val="90000"/>
            </a:lnSpc>
            <a:spcBef>
              <a:spcPct val="0"/>
            </a:spcBef>
            <a:spcAft>
              <a:spcPct val="15000"/>
            </a:spcAft>
            <a:buChar char="•"/>
          </a:pPr>
          <a:r>
            <a:rPr lang="en-US" sz="1100" kern="1200"/>
            <a:t>Some text here</a:t>
          </a:r>
          <a:endParaRPr lang="en-US" sz="1100" kern="1200" dirty="0"/>
        </a:p>
      </dsp:txBody>
      <dsp:txXfrm>
        <a:off x="4551602" y="2048741"/>
        <a:ext cx="1066497" cy="900123"/>
      </dsp:txXfrm>
    </dsp:sp>
    <dsp:sp modelId="{9BB20F5B-B806-4D05-BB7F-434B98656267}">
      <dsp:nvSpPr>
        <dsp:cNvPr id="0" name=""/>
        <dsp:cNvSpPr/>
      </dsp:nvSpPr>
      <dsp:spPr>
        <a:xfrm>
          <a:off x="2209574" y="427665"/>
          <a:ext cx="3583431" cy="3583431"/>
        </a:xfrm>
        <a:prstGeom prst="pie">
          <a:avLst>
            <a:gd name="adj1" fmla="val 3240000"/>
            <a:gd name="adj2" fmla="val 756000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t" anchorCtr="0">
          <a:noAutofit/>
        </a:bodyPr>
        <a:lstStyle/>
        <a:p>
          <a:pPr marL="0" lvl="0" indent="0" algn="l" defTabSz="622300">
            <a:lnSpc>
              <a:spcPct val="90000"/>
            </a:lnSpc>
            <a:spcBef>
              <a:spcPct val="0"/>
            </a:spcBef>
            <a:spcAft>
              <a:spcPct val="35000"/>
            </a:spcAft>
            <a:buNone/>
          </a:pPr>
          <a:r>
            <a:rPr lang="en-US" sz="1400" kern="1200" dirty="0"/>
            <a:t>Lorem Ipsum</a:t>
          </a:r>
        </a:p>
        <a:p>
          <a:pPr marL="57150" lvl="1" indent="-57150" algn="l" defTabSz="488950">
            <a:lnSpc>
              <a:spcPct val="90000"/>
            </a:lnSpc>
            <a:spcBef>
              <a:spcPct val="0"/>
            </a:spcBef>
            <a:spcAft>
              <a:spcPct val="15000"/>
            </a:spcAft>
            <a:buChar char="•"/>
          </a:pPr>
          <a:r>
            <a:rPr lang="en-US" sz="1100" kern="1200" dirty="0"/>
            <a:t>Some text here</a:t>
          </a:r>
        </a:p>
        <a:p>
          <a:pPr marL="57150" lvl="1" indent="-57150" algn="l" defTabSz="488950">
            <a:lnSpc>
              <a:spcPct val="90000"/>
            </a:lnSpc>
            <a:spcBef>
              <a:spcPct val="0"/>
            </a:spcBef>
            <a:spcAft>
              <a:spcPct val="15000"/>
            </a:spcAft>
            <a:buChar char="•"/>
          </a:pPr>
          <a:r>
            <a:rPr lang="en-US" sz="1100" kern="1200" dirty="0"/>
            <a:t>Some text here</a:t>
          </a:r>
        </a:p>
      </dsp:txBody>
      <dsp:txXfrm>
        <a:off x="3361391" y="3115239"/>
        <a:ext cx="1279797" cy="767878"/>
      </dsp:txXfrm>
    </dsp:sp>
    <dsp:sp modelId="{F66A90B9-DAEA-43DD-AA44-3DD66A86BDD2}">
      <dsp:nvSpPr>
        <dsp:cNvPr id="0" name=""/>
        <dsp:cNvSpPr/>
      </dsp:nvSpPr>
      <dsp:spPr>
        <a:xfrm>
          <a:off x="2209574" y="427665"/>
          <a:ext cx="3583431" cy="3583431"/>
        </a:xfrm>
        <a:prstGeom prst="pie">
          <a:avLst>
            <a:gd name="adj1" fmla="val 7560000"/>
            <a:gd name="adj2" fmla="val 1188000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t" anchorCtr="0">
          <a:noAutofit/>
        </a:bodyPr>
        <a:lstStyle/>
        <a:p>
          <a:pPr marL="0" lvl="0" indent="0" algn="l" defTabSz="622300">
            <a:lnSpc>
              <a:spcPct val="90000"/>
            </a:lnSpc>
            <a:spcBef>
              <a:spcPct val="0"/>
            </a:spcBef>
            <a:spcAft>
              <a:spcPct val="35000"/>
            </a:spcAft>
            <a:buNone/>
          </a:pPr>
          <a:r>
            <a:rPr lang="en-US" sz="1400" kern="1200" dirty="0"/>
            <a:t>Lorem Ipsum</a:t>
          </a:r>
        </a:p>
        <a:p>
          <a:pPr marL="57150" lvl="1" indent="-57150" algn="l" defTabSz="488950">
            <a:lnSpc>
              <a:spcPct val="90000"/>
            </a:lnSpc>
            <a:spcBef>
              <a:spcPct val="0"/>
            </a:spcBef>
            <a:spcAft>
              <a:spcPct val="15000"/>
            </a:spcAft>
            <a:buChar char="•"/>
          </a:pPr>
          <a:r>
            <a:rPr lang="en-US" sz="1100" kern="1200" dirty="0"/>
            <a:t>Some text here</a:t>
          </a:r>
        </a:p>
        <a:p>
          <a:pPr marL="57150" lvl="1" indent="-57150" algn="l" defTabSz="488950">
            <a:lnSpc>
              <a:spcPct val="90000"/>
            </a:lnSpc>
            <a:spcBef>
              <a:spcPct val="0"/>
            </a:spcBef>
            <a:spcAft>
              <a:spcPct val="15000"/>
            </a:spcAft>
            <a:buChar char="•"/>
          </a:pPr>
          <a:r>
            <a:rPr lang="en-US" sz="1100" kern="1200" dirty="0"/>
            <a:t>Some text here</a:t>
          </a:r>
        </a:p>
      </dsp:txBody>
      <dsp:txXfrm>
        <a:off x="2380213" y="2048741"/>
        <a:ext cx="1066497" cy="900123"/>
      </dsp:txXfrm>
    </dsp:sp>
    <dsp:sp modelId="{4FE2C06E-3B05-494E-AF20-77688E2E5864}">
      <dsp:nvSpPr>
        <dsp:cNvPr id="0" name=""/>
        <dsp:cNvSpPr/>
      </dsp:nvSpPr>
      <dsp:spPr>
        <a:xfrm>
          <a:off x="2209574" y="427665"/>
          <a:ext cx="3583431" cy="3583431"/>
        </a:xfrm>
        <a:prstGeom prst="pie">
          <a:avLst>
            <a:gd name="adj1" fmla="val 11880000"/>
            <a:gd name="adj2" fmla="val 16200000"/>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t" anchorCtr="0">
          <a:noAutofit/>
        </a:bodyPr>
        <a:lstStyle/>
        <a:p>
          <a:pPr marL="0" lvl="0" indent="0" algn="l" defTabSz="622300">
            <a:lnSpc>
              <a:spcPct val="90000"/>
            </a:lnSpc>
            <a:spcBef>
              <a:spcPct val="0"/>
            </a:spcBef>
            <a:spcAft>
              <a:spcPct val="35000"/>
            </a:spcAft>
            <a:buNone/>
          </a:pPr>
          <a:r>
            <a:rPr lang="en-US" sz="1400" kern="1200"/>
            <a:t>Lorem Ipsum</a:t>
          </a:r>
          <a:endParaRPr lang="en-US" sz="1400" kern="1200" dirty="0"/>
        </a:p>
        <a:p>
          <a:pPr marL="57150" lvl="1" indent="-57150" algn="l" defTabSz="488950">
            <a:lnSpc>
              <a:spcPct val="90000"/>
            </a:lnSpc>
            <a:spcBef>
              <a:spcPct val="0"/>
            </a:spcBef>
            <a:spcAft>
              <a:spcPct val="15000"/>
            </a:spcAft>
            <a:buChar char="•"/>
          </a:pPr>
          <a:r>
            <a:rPr lang="en-US" sz="1100" kern="1200" dirty="0"/>
            <a:t>Some text here</a:t>
          </a:r>
        </a:p>
        <a:p>
          <a:pPr marL="57150" lvl="1" indent="-57150" algn="l" defTabSz="488950">
            <a:lnSpc>
              <a:spcPct val="90000"/>
            </a:lnSpc>
            <a:spcBef>
              <a:spcPct val="0"/>
            </a:spcBef>
            <a:spcAft>
              <a:spcPct val="15000"/>
            </a:spcAft>
            <a:buChar char="•"/>
          </a:pPr>
          <a:r>
            <a:rPr lang="en-US" sz="1100" kern="1200" dirty="0"/>
            <a:t>Some text here</a:t>
          </a:r>
        </a:p>
      </dsp:txBody>
      <dsp:txXfrm>
        <a:off x="2732157" y="973712"/>
        <a:ext cx="1215807" cy="831868"/>
      </dsp:txXfrm>
    </dsp:sp>
  </dsp:spTree>
</dsp:drawing>
</file>

<file path=ppt/diagrams/drawing9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DA937D-C5FD-4ABB-9B48-4618CC864E85}">
      <dsp:nvSpPr>
        <dsp:cNvPr id="0" name=""/>
        <dsp:cNvSpPr/>
      </dsp:nvSpPr>
      <dsp:spPr>
        <a:xfrm>
          <a:off x="3189186" y="1376208"/>
          <a:ext cx="1749220" cy="1513146"/>
        </a:xfrm>
        <a:prstGeom prst="hexagon">
          <a:avLst>
            <a:gd name="adj" fmla="val 28570"/>
            <a:gd name="vf" fmla="val 11547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kern="1200" dirty="0"/>
            <a:t>Lorem Ipsum</a:t>
          </a:r>
        </a:p>
      </dsp:txBody>
      <dsp:txXfrm>
        <a:off x="3479056" y="1626958"/>
        <a:ext cx="1169480" cy="1011646"/>
      </dsp:txXfrm>
    </dsp:sp>
    <dsp:sp modelId="{163330C2-B7A9-424B-9975-27C15C8AD4A3}">
      <dsp:nvSpPr>
        <dsp:cNvPr id="0" name=""/>
        <dsp:cNvSpPr/>
      </dsp:nvSpPr>
      <dsp:spPr>
        <a:xfrm>
          <a:off x="4284534" y="652269"/>
          <a:ext cx="659975" cy="568656"/>
        </a:xfrm>
        <a:prstGeom prst="hexagon">
          <a:avLst>
            <a:gd name="adj" fmla="val 28900"/>
            <a:gd name="vf" fmla="val 115470"/>
          </a:avLst>
        </a:prstGeom>
        <a:solidFill>
          <a:schemeClr val="accent2">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2386706E-5992-4BE7-9818-1914B1BCE342}">
      <dsp:nvSpPr>
        <dsp:cNvPr id="0" name=""/>
        <dsp:cNvSpPr/>
      </dsp:nvSpPr>
      <dsp:spPr>
        <a:xfrm>
          <a:off x="3350314" y="0"/>
          <a:ext cx="1433473" cy="1240123"/>
        </a:xfrm>
        <a:prstGeom prst="hexagon">
          <a:avLst>
            <a:gd name="adj" fmla="val 28570"/>
            <a:gd name="vf" fmla="val 11547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kern="1200" dirty="0"/>
            <a:t>Some text here</a:t>
          </a:r>
        </a:p>
        <a:p>
          <a:pPr marL="57150" lvl="1" indent="-57150" algn="ctr" defTabSz="444500">
            <a:lnSpc>
              <a:spcPct val="90000"/>
            </a:lnSpc>
            <a:spcBef>
              <a:spcPct val="0"/>
            </a:spcBef>
            <a:spcAft>
              <a:spcPct val="15000"/>
            </a:spcAft>
            <a:buChar char="•"/>
          </a:pPr>
          <a:r>
            <a:rPr lang="en-US" sz="1000" kern="1200"/>
            <a:t>Some text here</a:t>
          </a:r>
          <a:endParaRPr lang="en-US" sz="1000" kern="1200" dirty="0"/>
        </a:p>
        <a:p>
          <a:pPr marL="57150" lvl="1" indent="-57150" algn="ctr" defTabSz="444500">
            <a:lnSpc>
              <a:spcPct val="90000"/>
            </a:lnSpc>
            <a:spcBef>
              <a:spcPct val="0"/>
            </a:spcBef>
            <a:spcAft>
              <a:spcPct val="15000"/>
            </a:spcAft>
            <a:buChar char="•"/>
          </a:pPr>
          <a:r>
            <a:rPr lang="en-US" sz="1000" kern="1200"/>
            <a:t>Some text here</a:t>
          </a:r>
          <a:endParaRPr lang="en-US" sz="1000" kern="1200" dirty="0"/>
        </a:p>
      </dsp:txBody>
      <dsp:txXfrm>
        <a:off x="3587871" y="205515"/>
        <a:ext cx="958359" cy="829093"/>
      </dsp:txXfrm>
    </dsp:sp>
    <dsp:sp modelId="{22C59B39-F404-43C9-8059-1DCF42853726}">
      <dsp:nvSpPr>
        <dsp:cNvPr id="0" name=""/>
        <dsp:cNvSpPr/>
      </dsp:nvSpPr>
      <dsp:spPr>
        <a:xfrm>
          <a:off x="5054777" y="1715354"/>
          <a:ext cx="659975" cy="568656"/>
        </a:xfrm>
        <a:prstGeom prst="hexagon">
          <a:avLst>
            <a:gd name="adj" fmla="val 28900"/>
            <a:gd name="vf" fmla="val 115470"/>
          </a:avLst>
        </a:prstGeom>
        <a:solidFill>
          <a:schemeClr val="accent2">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CCA31F3B-C9A4-436E-8DAB-9080575BACF6}">
      <dsp:nvSpPr>
        <dsp:cNvPr id="0" name=""/>
        <dsp:cNvSpPr/>
      </dsp:nvSpPr>
      <dsp:spPr>
        <a:xfrm>
          <a:off x="4664976" y="762759"/>
          <a:ext cx="1433473" cy="1240123"/>
        </a:xfrm>
        <a:prstGeom prst="hexagon">
          <a:avLst>
            <a:gd name="adj" fmla="val 28570"/>
            <a:gd name="vf" fmla="val 11547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kern="1200" dirty="0"/>
            <a:t>Some text here</a:t>
          </a:r>
        </a:p>
      </dsp:txBody>
      <dsp:txXfrm>
        <a:off x="4902533" y="968274"/>
        <a:ext cx="958359" cy="829093"/>
      </dsp:txXfrm>
    </dsp:sp>
    <dsp:sp modelId="{30078BD7-409A-4CFC-BAE6-459F6EC3E939}">
      <dsp:nvSpPr>
        <dsp:cNvPr id="0" name=""/>
        <dsp:cNvSpPr/>
      </dsp:nvSpPr>
      <dsp:spPr>
        <a:xfrm>
          <a:off x="4519716" y="2915377"/>
          <a:ext cx="659975" cy="568656"/>
        </a:xfrm>
        <a:prstGeom prst="hexagon">
          <a:avLst>
            <a:gd name="adj" fmla="val 28900"/>
            <a:gd name="vf" fmla="val 115470"/>
          </a:avLst>
        </a:prstGeom>
        <a:solidFill>
          <a:schemeClr val="accent2">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209A48E9-192B-4A38-A007-229949F8BAD7}">
      <dsp:nvSpPr>
        <dsp:cNvPr id="0" name=""/>
        <dsp:cNvSpPr/>
      </dsp:nvSpPr>
      <dsp:spPr>
        <a:xfrm>
          <a:off x="4664976" y="2262254"/>
          <a:ext cx="1433473" cy="1240123"/>
        </a:xfrm>
        <a:prstGeom prst="hexagon">
          <a:avLst>
            <a:gd name="adj" fmla="val 28570"/>
            <a:gd name="vf" fmla="val 11547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kern="1200"/>
            <a:t>Some text here</a:t>
          </a:r>
          <a:endParaRPr lang="en-US" sz="1300" kern="1200" dirty="0"/>
        </a:p>
      </dsp:txBody>
      <dsp:txXfrm>
        <a:off x="4902533" y="2467769"/>
        <a:ext cx="958359" cy="829093"/>
      </dsp:txXfrm>
    </dsp:sp>
    <dsp:sp modelId="{31CA2BBA-A388-424F-9DC8-E777B438B36B}">
      <dsp:nvSpPr>
        <dsp:cNvPr id="0" name=""/>
        <dsp:cNvSpPr/>
      </dsp:nvSpPr>
      <dsp:spPr>
        <a:xfrm>
          <a:off x="3192441" y="3039944"/>
          <a:ext cx="659975" cy="568656"/>
        </a:xfrm>
        <a:prstGeom prst="hexagon">
          <a:avLst>
            <a:gd name="adj" fmla="val 28900"/>
            <a:gd name="vf" fmla="val 115470"/>
          </a:avLst>
        </a:prstGeom>
        <a:solidFill>
          <a:schemeClr val="accent2">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6DD5055E-F52B-4132-A07E-3BADFA109A3C}">
      <dsp:nvSpPr>
        <dsp:cNvPr id="0" name=""/>
        <dsp:cNvSpPr/>
      </dsp:nvSpPr>
      <dsp:spPr>
        <a:xfrm>
          <a:off x="3350314" y="3025866"/>
          <a:ext cx="1433473" cy="1240123"/>
        </a:xfrm>
        <a:prstGeom prst="hexagon">
          <a:avLst>
            <a:gd name="adj" fmla="val 28570"/>
            <a:gd name="vf" fmla="val 11547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kern="1200"/>
            <a:t>Some text here</a:t>
          </a:r>
          <a:endParaRPr lang="en-US" sz="1300" kern="1200" dirty="0"/>
        </a:p>
        <a:p>
          <a:pPr marL="57150" lvl="1" indent="-57150" algn="ctr" defTabSz="444500">
            <a:lnSpc>
              <a:spcPct val="90000"/>
            </a:lnSpc>
            <a:spcBef>
              <a:spcPct val="0"/>
            </a:spcBef>
            <a:spcAft>
              <a:spcPct val="15000"/>
            </a:spcAft>
            <a:buChar char="•"/>
          </a:pPr>
          <a:r>
            <a:rPr lang="en-US" sz="1000" kern="1200"/>
            <a:t>Some text here</a:t>
          </a:r>
          <a:endParaRPr lang="en-US" sz="1000" kern="1200" dirty="0"/>
        </a:p>
        <a:p>
          <a:pPr marL="57150" lvl="1" indent="-57150" algn="ctr" defTabSz="444500">
            <a:lnSpc>
              <a:spcPct val="90000"/>
            </a:lnSpc>
            <a:spcBef>
              <a:spcPct val="0"/>
            </a:spcBef>
            <a:spcAft>
              <a:spcPct val="15000"/>
            </a:spcAft>
            <a:buChar char="•"/>
          </a:pPr>
          <a:r>
            <a:rPr lang="en-US" sz="1000" kern="1200"/>
            <a:t>Some text here</a:t>
          </a:r>
          <a:endParaRPr lang="en-US" sz="1000" kern="1200" dirty="0"/>
        </a:p>
      </dsp:txBody>
      <dsp:txXfrm>
        <a:off x="3587871" y="3231381"/>
        <a:ext cx="958359" cy="829093"/>
      </dsp:txXfrm>
    </dsp:sp>
    <dsp:sp modelId="{C619588D-9CBB-467C-9914-1505280EB1E3}">
      <dsp:nvSpPr>
        <dsp:cNvPr id="0" name=""/>
        <dsp:cNvSpPr/>
      </dsp:nvSpPr>
      <dsp:spPr>
        <a:xfrm>
          <a:off x="2409584" y="1977286"/>
          <a:ext cx="659975" cy="568656"/>
        </a:xfrm>
        <a:prstGeom prst="hexagon">
          <a:avLst>
            <a:gd name="adj" fmla="val 28900"/>
            <a:gd name="vf" fmla="val 115470"/>
          </a:avLst>
        </a:prstGeom>
        <a:solidFill>
          <a:schemeClr val="accent2">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E0CFB451-33EC-42BA-BC22-D6552D993D39}">
      <dsp:nvSpPr>
        <dsp:cNvPr id="0" name=""/>
        <dsp:cNvSpPr/>
      </dsp:nvSpPr>
      <dsp:spPr>
        <a:xfrm>
          <a:off x="2029549" y="2263107"/>
          <a:ext cx="1433473" cy="1240123"/>
        </a:xfrm>
        <a:prstGeom prst="hexagon">
          <a:avLst>
            <a:gd name="adj" fmla="val 28570"/>
            <a:gd name="vf" fmla="val 115470"/>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kern="1200"/>
            <a:t>Some text here</a:t>
          </a:r>
          <a:endParaRPr lang="en-US" sz="1300" kern="1200" dirty="0"/>
        </a:p>
      </dsp:txBody>
      <dsp:txXfrm>
        <a:off x="2267106" y="2468622"/>
        <a:ext cx="958359" cy="829093"/>
      </dsp:txXfrm>
    </dsp:sp>
    <dsp:sp modelId="{6AA46A77-33BC-4DB4-824C-3441F579EC5D}">
      <dsp:nvSpPr>
        <dsp:cNvPr id="0" name=""/>
        <dsp:cNvSpPr/>
      </dsp:nvSpPr>
      <dsp:spPr>
        <a:xfrm>
          <a:off x="2029549" y="761052"/>
          <a:ext cx="1433473" cy="1240123"/>
        </a:xfrm>
        <a:prstGeom prst="hexagon">
          <a:avLst>
            <a:gd name="adj" fmla="val 28570"/>
            <a:gd name="vf" fmla="val 11547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kern="1200"/>
            <a:t>Some text here</a:t>
          </a:r>
          <a:endParaRPr lang="en-US" sz="1300" kern="1200" dirty="0"/>
        </a:p>
      </dsp:txBody>
      <dsp:txXfrm>
        <a:off x="2267106" y="966567"/>
        <a:ext cx="958359" cy="829093"/>
      </dsp:txXfrm>
    </dsp:sp>
  </dsp:spTree>
</dsp:drawing>
</file>

<file path=ppt/diagrams/drawing9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9C3BD6-D83B-4C96-A551-1A9F79339281}">
      <dsp:nvSpPr>
        <dsp:cNvPr id="0" name=""/>
        <dsp:cNvSpPr/>
      </dsp:nvSpPr>
      <dsp:spPr>
        <a:xfrm>
          <a:off x="2307981" y="525755"/>
          <a:ext cx="3512037" cy="3512037"/>
        </a:xfrm>
        <a:prstGeom prst="blockArc">
          <a:avLst>
            <a:gd name="adj1" fmla="val 11880000"/>
            <a:gd name="adj2" fmla="val 16200000"/>
            <a:gd name="adj3" fmla="val 4636"/>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70BD968F-7732-44AE-BFE3-899ABF5F4832}">
      <dsp:nvSpPr>
        <dsp:cNvPr id="0" name=""/>
        <dsp:cNvSpPr/>
      </dsp:nvSpPr>
      <dsp:spPr>
        <a:xfrm>
          <a:off x="2307981" y="525755"/>
          <a:ext cx="3512037" cy="3512037"/>
        </a:xfrm>
        <a:prstGeom prst="blockArc">
          <a:avLst>
            <a:gd name="adj1" fmla="val 7560000"/>
            <a:gd name="adj2" fmla="val 11880000"/>
            <a:gd name="adj3" fmla="val 4636"/>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CB88FBA3-0497-4A8F-A739-C43C75ED42CD}">
      <dsp:nvSpPr>
        <dsp:cNvPr id="0" name=""/>
        <dsp:cNvSpPr/>
      </dsp:nvSpPr>
      <dsp:spPr>
        <a:xfrm>
          <a:off x="2307981" y="525755"/>
          <a:ext cx="3512037" cy="3512037"/>
        </a:xfrm>
        <a:prstGeom prst="blockArc">
          <a:avLst>
            <a:gd name="adj1" fmla="val 3240000"/>
            <a:gd name="adj2" fmla="val 7560000"/>
            <a:gd name="adj3" fmla="val 4636"/>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1C93D309-60A1-48E4-8D14-91399D7F3FC0}">
      <dsp:nvSpPr>
        <dsp:cNvPr id="0" name=""/>
        <dsp:cNvSpPr/>
      </dsp:nvSpPr>
      <dsp:spPr>
        <a:xfrm>
          <a:off x="2307981" y="525755"/>
          <a:ext cx="3512037" cy="3512037"/>
        </a:xfrm>
        <a:prstGeom prst="blockArc">
          <a:avLst>
            <a:gd name="adj1" fmla="val 20520000"/>
            <a:gd name="adj2" fmla="val 3240000"/>
            <a:gd name="adj3" fmla="val 4636"/>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F1BFA99B-9DD5-447C-8090-030FD180AFFF}">
      <dsp:nvSpPr>
        <dsp:cNvPr id="0" name=""/>
        <dsp:cNvSpPr/>
      </dsp:nvSpPr>
      <dsp:spPr>
        <a:xfrm>
          <a:off x="2307981" y="525755"/>
          <a:ext cx="3512037" cy="3512037"/>
        </a:xfrm>
        <a:prstGeom prst="blockArc">
          <a:avLst>
            <a:gd name="adj1" fmla="val 16200000"/>
            <a:gd name="adj2" fmla="val 20520000"/>
            <a:gd name="adj3" fmla="val 4636"/>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EF999FD6-9105-436A-AD51-B1DB4079F049}">
      <dsp:nvSpPr>
        <dsp:cNvPr id="0" name=""/>
        <dsp:cNvSpPr/>
      </dsp:nvSpPr>
      <dsp:spPr>
        <a:xfrm>
          <a:off x="3256359" y="1474133"/>
          <a:ext cx="1615281" cy="1615281"/>
        </a:xfrm>
        <a:prstGeom prst="ellipse">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r>
            <a:rPr lang="en-US" sz="3200" kern="1200" dirty="0"/>
            <a:t>Lorem Ipsum</a:t>
          </a:r>
        </a:p>
      </dsp:txBody>
      <dsp:txXfrm>
        <a:off x="3492911" y="1710685"/>
        <a:ext cx="1142177" cy="1142177"/>
      </dsp:txXfrm>
    </dsp:sp>
    <dsp:sp modelId="{703BA866-B237-490B-8D70-A5C4A27E5956}">
      <dsp:nvSpPr>
        <dsp:cNvPr id="0" name=""/>
        <dsp:cNvSpPr/>
      </dsp:nvSpPr>
      <dsp:spPr>
        <a:xfrm>
          <a:off x="3498651" y="1112"/>
          <a:ext cx="1130696" cy="1130696"/>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Some text here</a:t>
          </a:r>
        </a:p>
      </dsp:txBody>
      <dsp:txXfrm>
        <a:off x="3664238" y="166699"/>
        <a:ext cx="799522" cy="799522"/>
      </dsp:txXfrm>
    </dsp:sp>
    <dsp:sp modelId="{D023BD4D-E8AE-4F57-B990-16D8758473E4}">
      <dsp:nvSpPr>
        <dsp:cNvPr id="0" name=""/>
        <dsp:cNvSpPr/>
      </dsp:nvSpPr>
      <dsp:spPr>
        <a:xfrm>
          <a:off x="5130011" y="1186364"/>
          <a:ext cx="1130696" cy="1130696"/>
        </a:xfrm>
        <a:prstGeom prst="ellipse">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Some text here</a:t>
          </a:r>
        </a:p>
      </dsp:txBody>
      <dsp:txXfrm>
        <a:off x="5295598" y="1351951"/>
        <a:ext cx="799522" cy="799522"/>
      </dsp:txXfrm>
    </dsp:sp>
    <dsp:sp modelId="{05B406A6-297E-40EE-B569-D00F11B8A8E6}">
      <dsp:nvSpPr>
        <dsp:cNvPr id="0" name=""/>
        <dsp:cNvSpPr/>
      </dsp:nvSpPr>
      <dsp:spPr>
        <a:xfrm>
          <a:off x="4506887" y="3104143"/>
          <a:ext cx="1130696" cy="1130696"/>
        </a:xfrm>
        <a:prstGeom prst="ellipse">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a:t>Some text here</a:t>
          </a:r>
          <a:endParaRPr lang="en-US" sz="1800" kern="1200" dirty="0"/>
        </a:p>
      </dsp:txBody>
      <dsp:txXfrm>
        <a:off x="4672474" y="3269730"/>
        <a:ext cx="799522" cy="799522"/>
      </dsp:txXfrm>
    </dsp:sp>
    <dsp:sp modelId="{E72869FE-6B38-4C75-8A2C-16033CF1E493}">
      <dsp:nvSpPr>
        <dsp:cNvPr id="0" name=""/>
        <dsp:cNvSpPr/>
      </dsp:nvSpPr>
      <dsp:spPr>
        <a:xfrm>
          <a:off x="2490415" y="3104143"/>
          <a:ext cx="1130696" cy="1130696"/>
        </a:xfrm>
        <a:prstGeom prst="ellipse">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a:t>Some text here</a:t>
          </a:r>
          <a:endParaRPr lang="en-US" sz="1800" kern="1200" dirty="0"/>
        </a:p>
      </dsp:txBody>
      <dsp:txXfrm>
        <a:off x="2656002" y="3269730"/>
        <a:ext cx="799522" cy="799522"/>
      </dsp:txXfrm>
    </dsp:sp>
    <dsp:sp modelId="{C03A1DCE-3DFD-47C5-BEEF-02E0F791B85D}">
      <dsp:nvSpPr>
        <dsp:cNvPr id="0" name=""/>
        <dsp:cNvSpPr/>
      </dsp:nvSpPr>
      <dsp:spPr>
        <a:xfrm>
          <a:off x="1867291" y="1186364"/>
          <a:ext cx="1130696" cy="1130696"/>
        </a:xfrm>
        <a:prstGeom prst="ellipse">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a:t>Some text here</a:t>
          </a:r>
          <a:endParaRPr lang="en-US" sz="1800" kern="1200" dirty="0"/>
        </a:p>
      </dsp:txBody>
      <dsp:txXfrm>
        <a:off x="2032878" y="1351951"/>
        <a:ext cx="799522" cy="799522"/>
      </dsp:txXfrm>
    </dsp:sp>
  </dsp:spTree>
</dsp:drawing>
</file>

<file path=ppt/diagrams/drawing9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3ED40A-47F5-4086-85C4-7E3D803D78C2}">
      <dsp:nvSpPr>
        <dsp:cNvPr id="0" name=""/>
        <dsp:cNvSpPr/>
      </dsp:nvSpPr>
      <dsp:spPr>
        <a:xfrm>
          <a:off x="3432976" y="1658805"/>
          <a:ext cx="1262046" cy="1262046"/>
        </a:xfrm>
        <a:prstGeom prst="ellipse">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1155700">
            <a:lnSpc>
              <a:spcPct val="90000"/>
            </a:lnSpc>
            <a:spcBef>
              <a:spcPct val="0"/>
            </a:spcBef>
            <a:spcAft>
              <a:spcPct val="35000"/>
            </a:spcAft>
            <a:buNone/>
          </a:pPr>
          <a:r>
            <a:rPr lang="en-US" sz="2600" kern="1200" dirty="0"/>
            <a:t>Lorem Ipsum</a:t>
          </a:r>
        </a:p>
      </dsp:txBody>
      <dsp:txXfrm>
        <a:off x="3617798" y="1843627"/>
        <a:ext cx="892402" cy="892402"/>
      </dsp:txXfrm>
    </dsp:sp>
    <dsp:sp modelId="{45A5C41D-DF89-4394-BF50-CB6134C6C378}">
      <dsp:nvSpPr>
        <dsp:cNvPr id="0" name=""/>
        <dsp:cNvSpPr/>
      </dsp:nvSpPr>
      <dsp:spPr>
        <a:xfrm rot="16200000">
          <a:off x="3873831" y="1454662"/>
          <a:ext cx="380336" cy="27948"/>
        </a:xfrm>
        <a:custGeom>
          <a:avLst/>
          <a:gdLst/>
          <a:ahLst/>
          <a:cxnLst/>
          <a:rect l="0" t="0" r="0" b="0"/>
          <a:pathLst>
            <a:path>
              <a:moveTo>
                <a:pt x="0" y="13974"/>
              </a:moveTo>
              <a:lnTo>
                <a:pt x="380336" y="13974"/>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054491" y="1459128"/>
        <a:ext cx="19016" cy="19016"/>
      </dsp:txXfrm>
    </dsp:sp>
    <dsp:sp modelId="{BEF94D66-B0F6-4B90-BBFC-55B80A12B73C}">
      <dsp:nvSpPr>
        <dsp:cNvPr id="0" name=""/>
        <dsp:cNvSpPr/>
      </dsp:nvSpPr>
      <dsp:spPr>
        <a:xfrm>
          <a:off x="3432976" y="16421"/>
          <a:ext cx="1262046" cy="1262046"/>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Some text here</a:t>
          </a:r>
        </a:p>
      </dsp:txBody>
      <dsp:txXfrm>
        <a:off x="3617798" y="201243"/>
        <a:ext cx="892402" cy="892402"/>
      </dsp:txXfrm>
    </dsp:sp>
    <dsp:sp modelId="{1FDE19E2-A67C-41FB-94B0-52AB75F79F0C}">
      <dsp:nvSpPr>
        <dsp:cNvPr id="0" name=""/>
        <dsp:cNvSpPr/>
      </dsp:nvSpPr>
      <dsp:spPr>
        <a:xfrm rot="20520000">
          <a:off x="4654831" y="2022092"/>
          <a:ext cx="380336" cy="27948"/>
        </a:xfrm>
        <a:custGeom>
          <a:avLst/>
          <a:gdLst/>
          <a:ahLst/>
          <a:cxnLst/>
          <a:rect l="0" t="0" r="0" b="0"/>
          <a:pathLst>
            <a:path>
              <a:moveTo>
                <a:pt x="0" y="13974"/>
              </a:moveTo>
              <a:lnTo>
                <a:pt x="380336" y="13974"/>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835491" y="2026558"/>
        <a:ext cx="19016" cy="19016"/>
      </dsp:txXfrm>
    </dsp:sp>
    <dsp:sp modelId="{3C48C679-3078-449A-A758-1258507BA7B0}">
      <dsp:nvSpPr>
        <dsp:cNvPr id="0" name=""/>
        <dsp:cNvSpPr/>
      </dsp:nvSpPr>
      <dsp:spPr>
        <a:xfrm>
          <a:off x="4994976" y="1151280"/>
          <a:ext cx="1262046" cy="1262046"/>
        </a:xfrm>
        <a:prstGeom prst="ellipse">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Some text here</a:t>
          </a:r>
        </a:p>
      </dsp:txBody>
      <dsp:txXfrm>
        <a:off x="5179798" y="1336102"/>
        <a:ext cx="892402" cy="892402"/>
      </dsp:txXfrm>
    </dsp:sp>
    <dsp:sp modelId="{E8DDCCB7-C775-4A8A-BAC4-67C7FC847136}">
      <dsp:nvSpPr>
        <dsp:cNvPr id="0" name=""/>
        <dsp:cNvSpPr/>
      </dsp:nvSpPr>
      <dsp:spPr>
        <a:xfrm rot="3240000">
          <a:off x="4356516" y="2940212"/>
          <a:ext cx="380336" cy="27948"/>
        </a:xfrm>
        <a:custGeom>
          <a:avLst/>
          <a:gdLst/>
          <a:ahLst/>
          <a:cxnLst/>
          <a:rect l="0" t="0" r="0" b="0"/>
          <a:pathLst>
            <a:path>
              <a:moveTo>
                <a:pt x="0" y="13974"/>
              </a:moveTo>
              <a:lnTo>
                <a:pt x="380336" y="13974"/>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537176" y="2944678"/>
        <a:ext cx="19016" cy="19016"/>
      </dsp:txXfrm>
    </dsp:sp>
    <dsp:sp modelId="{8805ADF9-F1A4-4D0E-A1FA-30AE09C53457}">
      <dsp:nvSpPr>
        <dsp:cNvPr id="0" name=""/>
        <dsp:cNvSpPr/>
      </dsp:nvSpPr>
      <dsp:spPr>
        <a:xfrm>
          <a:off x="4398345" y="2987521"/>
          <a:ext cx="1262046" cy="1262046"/>
        </a:xfrm>
        <a:prstGeom prst="ellipse">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a:t>Some text here</a:t>
          </a:r>
          <a:endParaRPr lang="en-US" sz="2000" kern="1200" dirty="0"/>
        </a:p>
      </dsp:txBody>
      <dsp:txXfrm>
        <a:off x="4583167" y="3172343"/>
        <a:ext cx="892402" cy="892402"/>
      </dsp:txXfrm>
    </dsp:sp>
    <dsp:sp modelId="{BD39354E-F892-4754-A0DE-0596591C85CF}">
      <dsp:nvSpPr>
        <dsp:cNvPr id="0" name=""/>
        <dsp:cNvSpPr/>
      </dsp:nvSpPr>
      <dsp:spPr>
        <a:xfrm rot="7560000">
          <a:off x="3391147" y="2940212"/>
          <a:ext cx="380336" cy="27948"/>
        </a:xfrm>
        <a:custGeom>
          <a:avLst/>
          <a:gdLst/>
          <a:ahLst/>
          <a:cxnLst/>
          <a:rect l="0" t="0" r="0" b="0"/>
          <a:pathLst>
            <a:path>
              <a:moveTo>
                <a:pt x="0" y="13974"/>
              </a:moveTo>
              <a:lnTo>
                <a:pt x="380336" y="13974"/>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3571807" y="2944678"/>
        <a:ext cx="19016" cy="19016"/>
      </dsp:txXfrm>
    </dsp:sp>
    <dsp:sp modelId="{E2C739B9-4107-46C4-9F1E-F29EE2878615}">
      <dsp:nvSpPr>
        <dsp:cNvPr id="0" name=""/>
        <dsp:cNvSpPr/>
      </dsp:nvSpPr>
      <dsp:spPr>
        <a:xfrm>
          <a:off x="2467607" y="2987521"/>
          <a:ext cx="1262046" cy="1262046"/>
        </a:xfrm>
        <a:prstGeom prst="ellipse">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a:t>Some text here</a:t>
          </a:r>
          <a:endParaRPr lang="en-US" sz="2000" kern="1200" dirty="0"/>
        </a:p>
      </dsp:txBody>
      <dsp:txXfrm>
        <a:off x="2652429" y="3172343"/>
        <a:ext cx="892402" cy="892402"/>
      </dsp:txXfrm>
    </dsp:sp>
    <dsp:sp modelId="{4CD974FF-98B0-49CB-BA3A-24B2A01EF34E}">
      <dsp:nvSpPr>
        <dsp:cNvPr id="0" name=""/>
        <dsp:cNvSpPr/>
      </dsp:nvSpPr>
      <dsp:spPr>
        <a:xfrm rot="11880000">
          <a:off x="3092831" y="2022092"/>
          <a:ext cx="380336" cy="27948"/>
        </a:xfrm>
        <a:custGeom>
          <a:avLst/>
          <a:gdLst/>
          <a:ahLst/>
          <a:cxnLst/>
          <a:rect l="0" t="0" r="0" b="0"/>
          <a:pathLst>
            <a:path>
              <a:moveTo>
                <a:pt x="0" y="13974"/>
              </a:moveTo>
              <a:lnTo>
                <a:pt x="380336" y="13974"/>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3273491" y="2026558"/>
        <a:ext cx="19016" cy="19016"/>
      </dsp:txXfrm>
    </dsp:sp>
    <dsp:sp modelId="{B23A6280-81AF-4236-89C1-54E0AC4D5588}">
      <dsp:nvSpPr>
        <dsp:cNvPr id="0" name=""/>
        <dsp:cNvSpPr/>
      </dsp:nvSpPr>
      <dsp:spPr>
        <a:xfrm>
          <a:off x="1870976" y="1151280"/>
          <a:ext cx="1262046" cy="1262046"/>
        </a:xfrm>
        <a:prstGeom prst="ellipse">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a:t>Some text here</a:t>
          </a:r>
          <a:endParaRPr lang="en-US" sz="2000" kern="1200" dirty="0"/>
        </a:p>
      </dsp:txBody>
      <dsp:txXfrm>
        <a:off x="2055798" y="1336102"/>
        <a:ext cx="892402" cy="892402"/>
      </dsp:txXfrm>
    </dsp:sp>
  </dsp:spTree>
</dsp:drawing>
</file>

<file path=ppt/diagrams/drawing9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25A82E-98FC-4A27-BB49-93A51ED2C606}">
      <dsp:nvSpPr>
        <dsp:cNvPr id="0" name=""/>
        <dsp:cNvSpPr/>
      </dsp:nvSpPr>
      <dsp:spPr>
        <a:xfrm>
          <a:off x="3460750" y="1690970"/>
          <a:ext cx="1206499" cy="1206499"/>
        </a:xfrm>
        <a:prstGeom prst="ellipse">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Lorem Ipsum</a:t>
          </a:r>
        </a:p>
      </dsp:txBody>
      <dsp:txXfrm>
        <a:off x="3637438" y="1867658"/>
        <a:ext cx="853123" cy="853123"/>
      </dsp:txXfrm>
    </dsp:sp>
    <dsp:sp modelId="{CC812A46-ED68-44D8-8451-BB3B59C2F1E2}">
      <dsp:nvSpPr>
        <dsp:cNvPr id="0" name=""/>
        <dsp:cNvSpPr/>
      </dsp:nvSpPr>
      <dsp:spPr>
        <a:xfrm rot="16200000">
          <a:off x="3936303" y="1252156"/>
          <a:ext cx="255393" cy="410210"/>
        </a:xfrm>
        <a:prstGeom prst="rightArrow">
          <a:avLst>
            <a:gd name="adj1" fmla="val 60000"/>
            <a:gd name="adj2" fmla="val 5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a:off x="3974612" y="1372507"/>
        <a:ext cx="178775" cy="246126"/>
      </dsp:txXfrm>
    </dsp:sp>
    <dsp:sp modelId="{6180C86B-D8A5-490D-8907-0E78AC25F129}">
      <dsp:nvSpPr>
        <dsp:cNvPr id="0" name=""/>
        <dsp:cNvSpPr/>
      </dsp:nvSpPr>
      <dsp:spPr>
        <a:xfrm>
          <a:off x="3460749" y="2595"/>
          <a:ext cx="1206499" cy="1206499"/>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dirty="0"/>
            <a:t>Some text here</a:t>
          </a:r>
        </a:p>
      </dsp:txBody>
      <dsp:txXfrm>
        <a:off x="3637437" y="179283"/>
        <a:ext cx="853123" cy="853123"/>
      </dsp:txXfrm>
    </dsp:sp>
    <dsp:sp modelId="{A4FF182E-83DA-4E82-B1C5-F3CEA8519D84}">
      <dsp:nvSpPr>
        <dsp:cNvPr id="0" name=""/>
        <dsp:cNvSpPr/>
      </dsp:nvSpPr>
      <dsp:spPr>
        <a:xfrm rot="20520000">
          <a:off x="4732298" y="1830480"/>
          <a:ext cx="255393" cy="410210"/>
        </a:xfrm>
        <a:prstGeom prst="rightArrow">
          <a:avLst>
            <a:gd name="adj1" fmla="val 60000"/>
            <a:gd name="adj2" fmla="val 5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a:off x="4734173" y="1924360"/>
        <a:ext cx="178775" cy="246126"/>
      </dsp:txXfrm>
    </dsp:sp>
    <dsp:sp modelId="{A6816235-187E-438C-9C1F-04B16BACC6C3}">
      <dsp:nvSpPr>
        <dsp:cNvPr id="0" name=""/>
        <dsp:cNvSpPr/>
      </dsp:nvSpPr>
      <dsp:spPr>
        <a:xfrm>
          <a:off x="5066490" y="1169233"/>
          <a:ext cx="1206499" cy="1206499"/>
        </a:xfrm>
        <a:prstGeom prst="ellipse">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dirty="0"/>
            <a:t>Some text here</a:t>
          </a:r>
        </a:p>
      </dsp:txBody>
      <dsp:txXfrm>
        <a:off x="5243178" y="1345921"/>
        <a:ext cx="853123" cy="853123"/>
      </dsp:txXfrm>
    </dsp:sp>
    <dsp:sp modelId="{127BCC7C-1DB8-4041-AB91-FFF924ABBF9A}">
      <dsp:nvSpPr>
        <dsp:cNvPr id="0" name=""/>
        <dsp:cNvSpPr/>
      </dsp:nvSpPr>
      <dsp:spPr>
        <a:xfrm rot="3240000">
          <a:off x="4428255" y="2766229"/>
          <a:ext cx="255393" cy="410210"/>
        </a:xfrm>
        <a:prstGeom prst="rightArrow">
          <a:avLst>
            <a:gd name="adj1" fmla="val 60000"/>
            <a:gd name="adj2" fmla="val 5000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a:off x="4444047" y="2817278"/>
        <a:ext cx="178775" cy="246126"/>
      </dsp:txXfrm>
    </dsp:sp>
    <dsp:sp modelId="{74DB93E6-4957-44E0-A01C-42EA18CB9D8C}">
      <dsp:nvSpPr>
        <dsp:cNvPr id="0" name=""/>
        <dsp:cNvSpPr/>
      </dsp:nvSpPr>
      <dsp:spPr>
        <a:xfrm>
          <a:off x="4453151" y="3056894"/>
          <a:ext cx="1206499" cy="1206499"/>
        </a:xfrm>
        <a:prstGeom prst="ellipse">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a:t>Some text here</a:t>
          </a:r>
          <a:endParaRPr lang="en-US" sz="1900" kern="1200" dirty="0"/>
        </a:p>
      </dsp:txBody>
      <dsp:txXfrm>
        <a:off x="4629839" y="3233582"/>
        <a:ext cx="853123" cy="853123"/>
      </dsp:txXfrm>
    </dsp:sp>
    <dsp:sp modelId="{30052F4F-FFE7-46D6-93D0-E337956290B2}">
      <dsp:nvSpPr>
        <dsp:cNvPr id="0" name=""/>
        <dsp:cNvSpPr/>
      </dsp:nvSpPr>
      <dsp:spPr>
        <a:xfrm rot="7560000">
          <a:off x="3444350" y="2766229"/>
          <a:ext cx="255393" cy="410210"/>
        </a:xfrm>
        <a:prstGeom prst="rightArrow">
          <a:avLst>
            <a:gd name="adj1" fmla="val 60000"/>
            <a:gd name="adj2" fmla="val 5000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rot="10800000">
        <a:off x="3505176" y="2817278"/>
        <a:ext cx="178775" cy="246126"/>
      </dsp:txXfrm>
    </dsp:sp>
    <dsp:sp modelId="{633AC2D6-E162-426C-8F32-12B8079B2DA1}">
      <dsp:nvSpPr>
        <dsp:cNvPr id="0" name=""/>
        <dsp:cNvSpPr/>
      </dsp:nvSpPr>
      <dsp:spPr>
        <a:xfrm>
          <a:off x="2468348" y="3056894"/>
          <a:ext cx="1206499" cy="1206499"/>
        </a:xfrm>
        <a:prstGeom prst="ellipse">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a:t>Some text here</a:t>
          </a:r>
          <a:endParaRPr lang="en-US" sz="1900" kern="1200" dirty="0"/>
        </a:p>
      </dsp:txBody>
      <dsp:txXfrm>
        <a:off x="2645036" y="3233582"/>
        <a:ext cx="853123" cy="853123"/>
      </dsp:txXfrm>
    </dsp:sp>
    <dsp:sp modelId="{8CEBCD4C-6116-4E87-B228-652A1AC1A25B}">
      <dsp:nvSpPr>
        <dsp:cNvPr id="0" name=""/>
        <dsp:cNvSpPr/>
      </dsp:nvSpPr>
      <dsp:spPr>
        <a:xfrm rot="11880000">
          <a:off x="3140307" y="1830480"/>
          <a:ext cx="255393" cy="410210"/>
        </a:xfrm>
        <a:prstGeom prst="rightArrow">
          <a:avLst>
            <a:gd name="adj1" fmla="val 60000"/>
            <a:gd name="adj2" fmla="val 50000"/>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a:p>
      </dsp:txBody>
      <dsp:txXfrm rot="10800000">
        <a:off x="3215050" y="1924360"/>
        <a:ext cx="178775" cy="246126"/>
      </dsp:txXfrm>
    </dsp:sp>
    <dsp:sp modelId="{DB9C52CF-CF60-4FA4-B049-DA5B4DDFAC8D}">
      <dsp:nvSpPr>
        <dsp:cNvPr id="0" name=""/>
        <dsp:cNvSpPr/>
      </dsp:nvSpPr>
      <dsp:spPr>
        <a:xfrm>
          <a:off x="1855009" y="1169233"/>
          <a:ext cx="1206499" cy="1206499"/>
        </a:xfrm>
        <a:prstGeom prst="ellipse">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a:t>Some text here</a:t>
          </a:r>
          <a:endParaRPr lang="en-US" sz="1900" kern="1200" dirty="0"/>
        </a:p>
      </dsp:txBody>
      <dsp:txXfrm>
        <a:off x="2031697" y="1345921"/>
        <a:ext cx="853123" cy="853123"/>
      </dsp:txXfrm>
    </dsp:sp>
  </dsp:spTree>
</dsp:drawing>
</file>

<file path=ppt/diagrams/drawing9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3511DD-5213-46AF-A919-902792ABB56A}">
      <dsp:nvSpPr>
        <dsp:cNvPr id="0" name=""/>
        <dsp:cNvSpPr/>
      </dsp:nvSpPr>
      <dsp:spPr>
        <a:xfrm>
          <a:off x="2837111" y="1058537"/>
          <a:ext cx="2453777" cy="2453777"/>
        </a:xfrm>
        <a:prstGeom prst="ellipse">
          <a:avLst/>
        </a:prstGeom>
        <a:gradFill rotWithShape="0">
          <a:gsLst>
            <a:gs pos="0">
              <a:schemeClr val="accent2">
                <a:alpha val="50000"/>
                <a:hueOff val="0"/>
                <a:satOff val="0"/>
                <a:lumOff val="0"/>
                <a:alphaOff val="0"/>
                <a:shade val="51000"/>
                <a:satMod val="130000"/>
              </a:schemeClr>
            </a:gs>
            <a:gs pos="80000">
              <a:schemeClr val="accent2">
                <a:alpha val="50000"/>
                <a:hueOff val="0"/>
                <a:satOff val="0"/>
                <a:lumOff val="0"/>
                <a:alphaOff val="0"/>
                <a:shade val="93000"/>
                <a:satMod val="130000"/>
              </a:schemeClr>
            </a:gs>
            <a:gs pos="100000">
              <a:schemeClr val="accent2">
                <a:alpha val="50000"/>
                <a:hueOff val="0"/>
                <a:satOff val="0"/>
                <a:lumOff val="0"/>
                <a:alphaOff val="0"/>
                <a:shade val="94000"/>
                <a:satMod val="135000"/>
              </a:schemeClr>
            </a:gs>
          </a:gsLst>
          <a:lin ang="16200000" scaled="0"/>
        </a:gra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62230" tIns="62230" rIns="62230" bIns="62230" numCol="1" spcCol="1270" anchor="ctr" anchorCtr="0">
          <a:noAutofit/>
        </a:bodyPr>
        <a:lstStyle/>
        <a:p>
          <a:pPr marL="0" lvl="0" indent="0" algn="ctr" defTabSz="2178050">
            <a:lnSpc>
              <a:spcPct val="90000"/>
            </a:lnSpc>
            <a:spcBef>
              <a:spcPct val="0"/>
            </a:spcBef>
            <a:spcAft>
              <a:spcPct val="35000"/>
            </a:spcAft>
            <a:buNone/>
          </a:pPr>
          <a:r>
            <a:rPr lang="en-US" sz="4900" kern="1200" dirty="0">
              <a:solidFill>
                <a:schemeClr val="tx2"/>
              </a:solidFill>
            </a:rPr>
            <a:t>Lorem Ipsum</a:t>
          </a:r>
        </a:p>
      </dsp:txBody>
      <dsp:txXfrm>
        <a:off x="3196458" y="1417884"/>
        <a:ext cx="1735083" cy="1735083"/>
      </dsp:txXfrm>
    </dsp:sp>
    <dsp:sp modelId="{BF250FA8-38B6-49C1-9050-58FF1C71B23C}">
      <dsp:nvSpPr>
        <dsp:cNvPr id="0" name=""/>
        <dsp:cNvSpPr/>
      </dsp:nvSpPr>
      <dsp:spPr>
        <a:xfrm>
          <a:off x="3450555" y="75704"/>
          <a:ext cx="1226888" cy="1226888"/>
        </a:xfrm>
        <a:prstGeom prst="ellipse">
          <a:avLst/>
        </a:prstGeom>
        <a:gradFill rotWithShape="0">
          <a:gsLst>
            <a:gs pos="0">
              <a:schemeClr val="accent3">
                <a:alpha val="50000"/>
                <a:hueOff val="0"/>
                <a:satOff val="0"/>
                <a:lumOff val="0"/>
                <a:alphaOff val="0"/>
                <a:shade val="51000"/>
                <a:satMod val="130000"/>
              </a:schemeClr>
            </a:gs>
            <a:gs pos="80000">
              <a:schemeClr val="accent3">
                <a:alpha val="50000"/>
                <a:hueOff val="0"/>
                <a:satOff val="0"/>
                <a:lumOff val="0"/>
                <a:alphaOff val="0"/>
                <a:shade val="93000"/>
                <a:satMod val="130000"/>
              </a:schemeClr>
            </a:gs>
            <a:gs pos="100000">
              <a:schemeClr val="accent3">
                <a:alpha val="50000"/>
                <a:hueOff val="0"/>
                <a:satOff val="0"/>
                <a:lumOff val="0"/>
                <a:alphaOff val="0"/>
                <a:shade val="94000"/>
                <a:satMod val="135000"/>
              </a:schemeClr>
            </a:gs>
          </a:gsLst>
          <a:lin ang="16200000" scaled="0"/>
        </a:gra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dirty="0">
              <a:solidFill>
                <a:schemeClr val="tx2"/>
              </a:solidFill>
            </a:rPr>
            <a:t>Some text here</a:t>
          </a:r>
        </a:p>
      </dsp:txBody>
      <dsp:txXfrm>
        <a:off x="3630229" y="255378"/>
        <a:ext cx="867540" cy="867540"/>
      </dsp:txXfrm>
    </dsp:sp>
    <dsp:sp modelId="{23A70382-8EBD-4682-8101-8E5DC144355A}">
      <dsp:nvSpPr>
        <dsp:cNvPr id="0" name=""/>
        <dsp:cNvSpPr/>
      </dsp:nvSpPr>
      <dsp:spPr>
        <a:xfrm>
          <a:off x="4968704" y="1178704"/>
          <a:ext cx="1226888" cy="1226888"/>
        </a:xfrm>
        <a:prstGeom prst="ellipse">
          <a:avLst/>
        </a:prstGeom>
        <a:gradFill rotWithShape="0">
          <a:gsLst>
            <a:gs pos="0">
              <a:schemeClr val="accent4">
                <a:alpha val="50000"/>
                <a:hueOff val="0"/>
                <a:satOff val="0"/>
                <a:lumOff val="0"/>
                <a:alphaOff val="0"/>
                <a:shade val="51000"/>
                <a:satMod val="130000"/>
              </a:schemeClr>
            </a:gs>
            <a:gs pos="80000">
              <a:schemeClr val="accent4">
                <a:alpha val="50000"/>
                <a:hueOff val="0"/>
                <a:satOff val="0"/>
                <a:lumOff val="0"/>
                <a:alphaOff val="0"/>
                <a:shade val="93000"/>
                <a:satMod val="130000"/>
              </a:schemeClr>
            </a:gs>
            <a:gs pos="100000">
              <a:schemeClr val="accent4">
                <a:alpha val="50000"/>
                <a:hueOff val="0"/>
                <a:satOff val="0"/>
                <a:lumOff val="0"/>
                <a:alphaOff val="0"/>
                <a:shade val="94000"/>
                <a:satMod val="135000"/>
              </a:schemeClr>
            </a:gs>
          </a:gsLst>
          <a:lin ang="16200000" scaled="0"/>
        </a:gra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dirty="0">
              <a:solidFill>
                <a:schemeClr val="tx2"/>
              </a:solidFill>
            </a:rPr>
            <a:t>Some text here</a:t>
          </a:r>
        </a:p>
      </dsp:txBody>
      <dsp:txXfrm>
        <a:off x="5148378" y="1358378"/>
        <a:ext cx="867540" cy="867540"/>
      </dsp:txXfrm>
    </dsp:sp>
    <dsp:sp modelId="{B47DF812-ED0A-494B-8D7A-4D02CE25C701}">
      <dsp:nvSpPr>
        <dsp:cNvPr id="0" name=""/>
        <dsp:cNvSpPr/>
      </dsp:nvSpPr>
      <dsp:spPr>
        <a:xfrm>
          <a:off x="4388823" y="2963396"/>
          <a:ext cx="1226888" cy="1226888"/>
        </a:xfrm>
        <a:prstGeom prst="ellipse">
          <a:avLst/>
        </a:prstGeom>
        <a:gradFill rotWithShape="0">
          <a:gsLst>
            <a:gs pos="0">
              <a:schemeClr val="accent5">
                <a:alpha val="50000"/>
                <a:hueOff val="0"/>
                <a:satOff val="0"/>
                <a:lumOff val="0"/>
                <a:alphaOff val="0"/>
                <a:shade val="51000"/>
                <a:satMod val="130000"/>
              </a:schemeClr>
            </a:gs>
            <a:gs pos="80000">
              <a:schemeClr val="accent5">
                <a:alpha val="50000"/>
                <a:hueOff val="0"/>
                <a:satOff val="0"/>
                <a:lumOff val="0"/>
                <a:alphaOff val="0"/>
                <a:shade val="93000"/>
                <a:satMod val="130000"/>
              </a:schemeClr>
            </a:gs>
            <a:gs pos="100000">
              <a:schemeClr val="accent5">
                <a:alpha val="50000"/>
                <a:hueOff val="0"/>
                <a:satOff val="0"/>
                <a:lumOff val="0"/>
                <a:alphaOff val="0"/>
                <a:shade val="94000"/>
                <a:satMod val="135000"/>
              </a:schemeClr>
            </a:gs>
          </a:gsLst>
          <a:lin ang="16200000" scaled="0"/>
        </a:gra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a:solidFill>
                <a:schemeClr val="tx2"/>
              </a:solidFill>
            </a:rPr>
            <a:t>Some text here</a:t>
          </a:r>
          <a:endParaRPr lang="en-US" sz="1900" kern="1200" dirty="0">
            <a:solidFill>
              <a:schemeClr val="tx2"/>
            </a:solidFill>
          </a:endParaRPr>
        </a:p>
      </dsp:txBody>
      <dsp:txXfrm>
        <a:off x="4568497" y="3143070"/>
        <a:ext cx="867540" cy="867540"/>
      </dsp:txXfrm>
    </dsp:sp>
    <dsp:sp modelId="{6491A80D-27D4-4C3F-949A-12C2C1F208DF}">
      <dsp:nvSpPr>
        <dsp:cNvPr id="0" name=""/>
        <dsp:cNvSpPr/>
      </dsp:nvSpPr>
      <dsp:spPr>
        <a:xfrm>
          <a:off x="2512287" y="2963396"/>
          <a:ext cx="1226888" cy="1226888"/>
        </a:xfrm>
        <a:prstGeom prst="ellipse">
          <a:avLst/>
        </a:prstGeom>
        <a:gradFill rotWithShape="0">
          <a:gsLst>
            <a:gs pos="0">
              <a:schemeClr val="accent6">
                <a:alpha val="50000"/>
                <a:hueOff val="0"/>
                <a:satOff val="0"/>
                <a:lumOff val="0"/>
                <a:alphaOff val="0"/>
                <a:shade val="51000"/>
                <a:satMod val="130000"/>
              </a:schemeClr>
            </a:gs>
            <a:gs pos="80000">
              <a:schemeClr val="accent6">
                <a:alpha val="50000"/>
                <a:hueOff val="0"/>
                <a:satOff val="0"/>
                <a:lumOff val="0"/>
                <a:alphaOff val="0"/>
                <a:shade val="93000"/>
                <a:satMod val="130000"/>
              </a:schemeClr>
            </a:gs>
            <a:gs pos="100000">
              <a:schemeClr val="accent6">
                <a:alpha val="50000"/>
                <a:hueOff val="0"/>
                <a:satOff val="0"/>
                <a:lumOff val="0"/>
                <a:alphaOff val="0"/>
                <a:shade val="94000"/>
                <a:satMod val="135000"/>
              </a:schemeClr>
            </a:gs>
          </a:gsLst>
          <a:lin ang="16200000" scaled="0"/>
        </a:gra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a:solidFill>
                <a:schemeClr val="tx2"/>
              </a:solidFill>
            </a:rPr>
            <a:t>Some text here</a:t>
          </a:r>
          <a:endParaRPr lang="en-US" sz="1900" kern="1200" dirty="0">
            <a:solidFill>
              <a:schemeClr val="tx2"/>
            </a:solidFill>
          </a:endParaRPr>
        </a:p>
      </dsp:txBody>
      <dsp:txXfrm>
        <a:off x="2691961" y="3143070"/>
        <a:ext cx="867540" cy="867540"/>
      </dsp:txXfrm>
    </dsp:sp>
    <dsp:sp modelId="{5F40F22E-601F-4C55-A185-55C45BC985C9}">
      <dsp:nvSpPr>
        <dsp:cNvPr id="0" name=""/>
        <dsp:cNvSpPr/>
      </dsp:nvSpPr>
      <dsp:spPr>
        <a:xfrm>
          <a:off x="1932406" y="1178704"/>
          <a:ext cx="1226888" cy="1226888"/>
        </a:xfrm>
        <a:prstGeom prst="ellipse">
          <a:avLst/>
        </a:prstGeom>
        <a:gradFill rotWithShape="0">
          <a:gsLst>
            <a:gs pos="0">
              <a:schemeClr val="accent2">
                <a:alpha val="50000"/>
                <a:hueOff val="0"/>
                <a:satOff val="0"/>
                <a:lumOff val="0"/>
                <a:alphaOff val="0"/>
                <a:shade val="51000"/>
                <a:satMod val="130000"/>
              </a:schemeClr>
            </a:gs>
            <a:gs pos="80000">
              <a:schemeClr val="accent2">
                <a:alpha val="50000"/>
                <a:hueOff val="0"/>
                <a:satOff val="0"/>
                <a:lumOff val="0"/>
                <a:alphaOff val="0"/>
                <a:shade val="93000"/>
                <a:satMod val="130000"/>
              </a:schemeClr>
            </a:gs>
            <a:gs pos="100000">
              <a:schemeClr val="accent2">
                <a:alpha val="50000"/>
                <a:hueOff val="0"/>
                <a:satOff val="0"/>
                <a:lumOff val="0"/>
                <a:alphaOff val="0"/>
                <a:shade val="94000"/>
                <a:satMod val="135000"/>
              </a:schemeClr>
            </a:gs>
          </a:gsLst>
          <a:lin ang="16200000" scaled="0"/>
        </a:gra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a:solidFill>
                <a:schemeClr val="tx2"/>
              </a:solidFill>
            </a:rPr>
            <a:t>Some text here</a:t>
          </a:r>
          <a:endParaRPr lang="en-US" sz="1900" kern="1200" dirty="0">
            <a:solidFill>
              <a:schemeClr val="tx2"/>
            </a:solidFill>
          </a:endParaRPr>
        </a:p>
      </dsp:txBody>
      <dsp:txXfrm>
        <a:off x="2112080" y="1358378"/>
        <a:ext cx="867540" cy="867540"/>
      </dsp:txXfrm>
    </dsp:sp>
  </dsp:spTree>
</dsp:drawing>
</file>

<file path=ppt/diagrams/drawing9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3EF29A-AE7F-489A-87FC-5AC4E28A151D}">
      <dsp:nvSpPr>
        <dsp:cNvPr id="0" name=""/>
        <dsp:cNvSpPr/>
      </dsp:nvSpPr>
      <dsp:spPr>
        <a:xfrm>
          <a:off x="3850700" y="1919695"/>
          <a:ext cx="2346294" cy="2346294"/>
        </a:xfrm>
        <a:prstGeom prst="gear9">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dirty="0"/>
            <a:t>Lorem Ipsum</a:t>
          </a:r>
        </a:p>
      </dsp:txBody>
      <dsp:txXfrm>
        <a:off x="4322409" y="2469303"/>
        <a:ext cx="1402876" cy="1206044"/>
      </dsp:txXfrm>
    </dsp:sp>
    <dsp:sp modelId="{357A768A-9FDD-4D60-81BE-FC0402048E6C}">
      <dsp:nvSpPr>
        <dsp:cNvPr id="0" name=""/>
        <dsp:cNvSpPr/>
      </dsp:nvSpPr>
      <dsp:spPr>
        <a:xfrm>
          <a:off x="3552081" y="3370132"/>
          <a:ext cx="1493096" cy="895857"/>
        </a:xfrm>
        <a:prstGeom prst="roundRect">
          <a:avLst>
            <a:gd name="adj" fmla="val 10000"/>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2390" tIns="72390" rIns="72390" bIns="72390" numCol="1" spcCol="1270" anchor="t" anchorCtr="0">
          <a:noAutofit/>
        </a:bodyPr>
        <a:lstStyle/>
        <a:p>
          <a:pPr marL="114300" lvl="1" indent="-114300" algn="l" defTabSz="666750">
            <a:lnSpc>
              <a:spcPct val="90000"/>
            </a:lnSpc>
            <a:spcBef>
              <a:spcPct val="0"/>
            </a:spcBef>
            <a:spcAft>
              <a:spcPct val="15000"/>
            </a:spcAft>
            <a:buChar char="•"/>
          </a:pPr>
          <a:r>
            <a:rPr lang="en-US" sz="1500" kern="1200" dirty="0">
              <a:solidFill>
                <a:schemeClr val="tx2"/>
              </a:solidFill>
            </a:rPr>
            <a:t>Some text here</a:t>
          </a:r>
        </a:p>
        <a:p>
          <a:pPr marL="114300" lvl="1" indent="-114300" algn="l" defTabSz="666750">
            <a:lnSpc>
              <a:spcPct val="90000"/>
            </a:lnSpc>
            <a:spcBef>
              <a:spcPct val="0"/>
            </a:spcBef>
            <a:spcAft>
              <a:spcPct val="15000"/>
            </a:spcAft>
            <a:buChar char="•"/>
          </a:pPr>
          <a:r>
            <a:rPr lang="en-US" sz="1500" kern="1200" dirty="0">
              <a:solidFill>
                <a:schemeClr val="tx2"/>
              </a:solidFill>
            </a:rPr>
            <a:t>Some text here</a:t>
          </a:r>
        </a:p>
        <a:p>
          <a:pPr marL="114300" lvl="1" indent="-114300" algn="l" defTabSz="666750">
            <a:lnSpc>
              <a:spcPct val="90000"/>
            </a:lnSpc>
            <a:spcBef>
              <a:spcPct val="0"/>
            </a:spcBef>
            <a:spcAft>
              <a:spcPct val="15000"/>
            </a:spcAft>
            <a:buChar char="•"/>
          </a:pPr>
          <a:r>
            <a:rPr lang="en-US" sz="1500" kern="1200" dirty="0">
              <a:solidFill>
                <a:schemeClr val="tx2"/>
              </a:solidFill>
            </a:rPr>
            <a:t>Some text here</a:t>
          </a:r>
        </a:p>
      </dsp:txBody>
      <dsp:txXfrm>
        <a:off x="3578320" y="3396371"/>
        <a:ext cx="1440618" cy="843379"/>
      </dsp:txXfrm>
    </dsp:sp>
    <dsp:sp modelId="{5553F8FF-DC9E-497B-AF7B-08171F8DD591}">
      <dsp:nvSpPr>
        <dsp:cNvPr id="0" name=""/>
        <dsp:cNvSpPr/>
      </dsp:nvSpPr>
      <dsp:spPr>
        <a:xfrm>
          <a:off x="2485583" y="1365116"/>
          <a:ext cx="1706396" cy="1706396"/>
        </a:xfrm>
        <a:prstGeom prst="gear6">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a:t>Lorem Ipsum</a:t>
          </a:r>
          <a:endParaRPr lang="en-US" sz="1900" kern="1200" dirty="0"/>
        </a:p>
      </dsp:txBody>
      <dsp:txXfrm>
        <a:off x="2915173" y="1797303"/>
        <a:ext cx="847216" cy="842022"/>
      </dsp:txXfrm>
    </dsp:sp>
    <dsp:sp modelId="{37079040-6725-4C79-B5F2-54DFF27F1FDD}">
      <dsp:nvSpPr>
        <dsp:cNvPr id="0" name=""/>
        <dsp:cNvSpPr/>
      </dsp:nvSpPr>
      <dsp:spPr>
        <a:xfrm>
          <a:off x="1931004" y="2474274"/>
          <a:ext cx="1493096" cy="895857"/>
        </a:xfrm>
        <a:prstGeom prst="roundRect">
          <a:avLst>
            <a:gd name="adj" fmla="val 10000"/>
          </a:avLst>
        </a:prstGeom>
        <a:solidFill>
          <a:schemeClr val="lt1">
            <a:alpha val="90000"/>
            <a:hueOff val="0"/>
            <a:satOff val="0"/>
            <a:lumOff val="0"/>
            <a:alphaOff val="0"/>
          </a:schemeClr>
        </a:solidFill>
        <a:ln w="9525" cap="flat" cmpd="sng" algn="ctr">
          <a:solidFill>
            <a:schemeClr val="accent3">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2390" tIns="72390" rIns="72390" bIns="72390" numCol="1" spcCol="1270" anchor="t" anchorCtr="0">
          <a:noAutofit/>
        </a:bodyPr>
        <a:lstStyle/>
        <a:p>
          <a:pPr marL="114300" lvl="1" indent="-114300" algn="l" defTabSz="666750">
            <a:lnSpc>
              <a:spcPct val="90000"/>
            </a:lnSpc>
            <a:spcBef>
              <a:spcPct val="0"/>
            </a:spcBef>
            <a:spcAft>
              <a:spcPct val="15000"/>
            </a:spcAft>
            <a:buChar char="•"/>
          </a:pPr>
          <a:r>
            <a:rPr lang="en-US" sz="1500" kern="1200" dirty="0">
              <a:solidFill>
                <a:schemeClr val="tx2"/>
              </a:solidFill>
            </a:rPr>
            <a:t>Some text here</a:t>
          </a:r>
        </a:p>
        <a:p>
          <a:pPr marL="114300" lvl="1" indent="-114300" algn="l" defTabSz="666750">
            <a:lnSpc>
              <a:spcPct val="90000"/>
            </a:lnSpc>
            <a:spcBef>
              <a:spcPct val="0"/>
            </a:spcBef>
            <a:spcAft>
              <a:spcPct val="15000"/>
            </a:spcAft>
            <a:buChar char="•"/>
          </a:pPr>
          <a:r>
            <a:rPr lang="en-US" sz="1500" kern="1200" dirty="0">
              <a:solidFill>
                <a:schemeClr val="tx2"/>
              </a:solidFill>
            </a:rPr>
            <a:t>Some text here</a:t>
          </a:r>
        </a:p>
        <a:p>
          <a:pPr marL="114300" lvl="1" indent="-114300" algn="l" defTabSz="666750">
            <a:lnSpc>
              <a:spcPct val="90000"/>
            </a:lnSpc>
            <a:spcBef>
              <a:spcPct val="0"/>
            </a:spcBef>
            <a:spcAft>
              <a:spcPct val="15000"/>
            </a:spcAft>
            <a:buChar char="•"/>
          </a:pPr>
          <a:r>
            <a:rPr lang="en-US" sz="1500" kern="1200" dirty="0">
              <a:solidFill>
                <a:schemeClr val="tx2"/>
              </a:solidFill>
            </a:rPr>
            <a:t>Some text here</a:t>
          </a:r>
        </a:p>
      </dsp:txBody>
      <dsp:txXfrm>
        <a:off x="1957243" y="2500513"/>
        <a:ext cx="1440618" cy="843379"/>
      </dsp:txXfrm>
    </dsp:sp>
    <dsp:sp modelId="{298BE1FA-2114-4C8F-9726-C28FA0F926AA}">
      <dsp:nvSpPr>
        <dsp:cNvPr id="0" name=""/>
        <dsp:cNvSpPr/>
      </dsp:nvSpPr>
      <dsp:spPr>
        <a:xfrm rot="20700000">
          <a:off x="3441339" y="187877"/>
          <a:ext cx="1671919" cy="1671919"/>
        </a:xfrm>
        <a:prstGeom prst="gear6">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a:t>Lorem Ipsum</a:t>
          </a:r>
          <a:endParaRPr lang="en-US" sz="1900" kern="1200" dirty="0"/>
        </a:p>
      </dsp:txBody>
      <dsp:txXfrm rot="-20700000">
        <a:off x="3808040" y="554578"/>
        <a:ext cx="938517" cy="938517"/>
      </dsp:txXfrm>
    </dsp:sp>
    <dsp:sp modelId="{A6ADDC91-1661-4D4E-83BE-BEAE252DE048}">
      <dsp:nvSpPr>
        <dsp:cNvPr id="0" name=""/>
        <dsp:cNvSpPr/>
      </dsp:nvSpPr>
      <dsp:spPr>
        <a:xfrm>
          <a:off x="4703898" y="554578"/>
          <a:ext cx="1493096" cy="895857"/>
        </a:xfrm>
        <a:prstGeom prst="roundRect">
          <a:avLst>
            <a:gd name="adj" fmla="val 10000"/>
          </a:avLst>
        </a:prstGeom>
        <a:solidFill>
          <a:schemeClr val="lt1">
            <a:alpha val="90000"/>
            <a:hueOff val="0"/>
            <a:satOff val="0"/>
            <a:lumOff val="0"/>
            <a:alphaOff val="0"/>
          </a:schemeClr>
        </a:solidFill>
        <a:ln w="9525" cap="flat" cmpd="sng" algn="ctr">
          <a:solidFill>
            <a:schemeClr val="accent4">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2390" tIns="72390" rIns="72390" bIns="72390" numCol="1" spcCol="1270" anchor="t" anchorCtr="0">
          <a:noAutofit/>
        </a:bodyPr>
        <a:lstStyle/>
        <a:p>
          <a:pPr marL="114300" lvl="1" indent="-114300" algn="l" defTabSz="666750">
            <a:lnSpc>
              <a:spcPct val="90000"/>
            </a:lnSpc>
            <a:spcBef>
              <a:spcPct val="0"/>
            </a:spcBef>
            <a:spcAft>
              <a:spcPct val="15000"/>
            </a:spcAft>
            <a:buChar char="•"/>
          </a:pPr>
          <a:r>
            <a:rPr lang="en-US" sz="1500" kern="1200" dirty="0">
              <a:solidFill>
                <a:schemeClr val="tx2"/>
              </a:solidFill>
            </a:rPr>
            <a:t>Some text here</a:t>
          </a:r>
        </a:p>
        <a:p>
          <a:pPr marL="114300" lvl="1" indent="-114300" algn="l" defTabSz="666750">
            <a:lnSpc>
              <a:spcPct val="90000"/>
            </a:lnSpc>
            <a:spcBef>
              <a:spcPct val="0"/>
            </a:spcBef>
            <a:spcAft>
              <a:spcPct val="15000"/>
            </a:spcAft>
            <a:buChar char="•"/>
          </a:pPr>
          <a:r>
            <a:rPr lang="en-US" sz="1500" kern="1200" dirty="0">
              <a:solidFill>
                <a:schemeClr val="tx2"/>
              </a:solidFill>
            </a:rPr>
            <a:t>Some text here</a:t>
          </a:r>
        </a:p>
        <a:p>
          <a:pPr marL="114300" lvl="1" indent="-114300" algn="l" defTabSz="666750">
            <a:lnSpc>
              <a:spcPct val="90000"/>
            </a:lnSpc>
            <a:spcBef>
              <a:spcPct val="0"/>
            </a:spcBef>
            <a:spcAft>
              <a:spcPct val="15000"/>
            </a:spcAft>
            <a:buChar char="•"/>
          </a:pPr>
          <a:r>
            <a:rPr lang="en-US" sz="1500" kern="1200" dirty="0">
              <a:solidFill>
                <a:schemeClr val="tx2"/>
              </a:solidFill>
            </a:rPr>
            <a:t>Some </a:t>
          </a:r>
          <a:r>
            <a:rPr lang="en-US" sz="1500" kern="1200">
              <a:solidFill>
                <a:schemeClr val="tx2"/>
              </a:solidFill>
            </a:rPr>
            <a:t>text here</a:t>
          </a:r>
          <a:endParaRPr lang="en-US" sz="1500" kern="1200" dirty="0">
            <a:solidFill>
              <a:schemeClr val="tx2"/>
            </a:solidFill>
          </a:endParaRPr>
        </a:p>
      </dsp:txBody>
      <dsp:txXfrm>
        <a:off x="4730137" y="580817"/>
        <a:ext cx="1440618" cy="843379"/>
      </dsp:txXfrm>
    </dsp:sp>
    <dsp:sp modelId="{1E3DEB44-F518-4BEA-A497-08681C19A898}">
      <dsp:nvSpPr>
        <dsp:cNvPr id="0" name=""/>
        <dsp:cNvSpPr/>
      </dsp:nvSpPr>
      <dsp:spPr>
        <a:xfrm>
          <a:off x="3671072" y="1565197"/>
          <a:ext cx="3003256" cy="3003256"/>
        </a:xfrm>
        <a:prstGeom prst="circularArrow">
          <a:avLst>
            <a:gd name="adj1" fmla="val 4688"/>
            <a:gd name="adj2" fmla="val 299029"/>
            <a:gd name="adj3" fmla="val 2517914"/>
            <a:gd name="adj4" fmla="val 15857517"/>
            <a:gd name="adj5" fmla="val 5469"/>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9487057F-6585-4973-91EB-3BABBEDDEE4A}">
      <dsp:nvSpPr>
        <dsp:cNvPr id="0" name=""/>
        <dsp:cNvSpPr/>
      </dsp:nvSpPr>
      <dsp:spPr>
        <a:xfrm>
          <a:off x="2183384" y="987248"/>
          <a:ext cx="2182053" cy="2182053"/>
        </a:xfrm>
        <a:prstGeom prst="leftCircularArrow">
          <a:avLst>
            <a:gd name="adj1" fmla="val 6452"/>
            <a:gd name="adj2" fmla="val 429999"/>
            <a:gd name="adj3" fmla="val 10489124"/>
            <a:gd name="adj4" fmla="val 14837806"/>
            <a:gd name="adj5" fmla="val 7527"/>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C01220F7-F94A-449E-A69B-AFCB9910FBC6}">
      <dsp:nvSpPr>
        <dsp:cNvPr id="0" name=""/>
        <dsp:cNvSpPr/>
      </dsp:nvSpPr>
      <dsp:spPr>
        <a:xfrm>
          <a:off x="3054607" y="-178643"/>
          <a:ext cx="2352693" cy="2352693"/>
        </a:xfrm>
        <a:prstGeom prst="circularArrow">
          <a:avLst>
            <a:gd name="adj1" fmla="val 5984"/>
            <a:gd name="adj2" fmla="val 394124"/>
            <a:gd name="adj3" fmla="val 13313824"/>
            <a:gd name="adj4" fmla="val 10508221"/>
            <a:gd name="adj5" fmla="val 6981"/>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Tree>
</dsp:drawing>
</file>

<file path=ppt/diagrams/drawing9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1DA735-4453-4887-A39E-7F915F4C399B}">
      <dsp:nvSpPr>
        <dsp:cNvPr id="0" name=""/>
        <dsp:cNvSpPr/>
      </dsp:nvSpPr>
      <dsp:spPr>
        <a:xfrm>
          <a:off x="3424101" y="1664158"/>
          <a:ext cx="1279797" cy="1279797"/>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1333500">
            <a:lnSpc>
              <a:spcPct val="90000"/>
            </a:lnSpc>
            <a:spcBef>
              <a:spcPct val="0"/>
            </a:spcBef>
            <a:spcAft>
              <a:spcPct val="35000"/>
            </a:spcAft>
            <a:buNone/>
          </a:pPr>
          <a:r>
            <a:rPr lang="en-US" sz="3000" kern="1200" dirty="0"/>
            <a:t>Lorem Ipsum</a:t>
          </a:r>
        </a:p>
      </dsp:txBody>
      <dsp:txXfrm>
        <a:off x="3486576" y="1726633"/>
        <a:ext cx="1154847" cy="1154847"/>
      </dsp:txXfrm>
    </dsp:sp>
    <dsp:sp modelId="{4122985D-0025-4083-A926-E4E471251869}">
      <dsp:nvSpPr>
        <dsp:cNvPr id="0" name=""/>
        <dsp:cNvSpPr/>
      </dsp:nvSpPr>
      <dsp:spPr>
        <a:xfrm rot="16200000">
          <a:off x="3702623" y="1302782"/>
          <a:ext cx="722752" cy="0"/>
        </a:xfrm>
        <a:custGeom>
          <a:avLst/>
          <a:gdLst/>
          <a:ahLst/>
          <a:cxnLst/>
          <a:rect l="0" t="0" r="0" b="0"/>
          <a:pathLst>
            <a:path>
              <a:moveTo>
                <a:pt x="0" y="0"/>
              </a:moveTo>
              <a:lnTo>
                <a:pt x="722752" y="0"/>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C00182D7-1625-440C-A067-17CDDB1BABCE}">
      <dsp:nvSpPr>
        <dsp:cNvPr id="0" name=""/>
        <dsp:cNvSpPr/>
      </dsp:nvSpPr>
      <dsp:spPr>
        <a:xfrm>
          <a:off x="3635268" y="83942"/>
          <a:ext cx="857463" cy="857463"/>
        </a:xfrm>
        <a:prstGeom prst="round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0640" tIns="40640" rIns="40640" bIns="40640" numCol="1" spcCol="1270" anchor="ctr" anchorCtr="0">
          <a:noAutofit/>
        </a:bodyPr>
        <a:lstStyle/>
        <a:p>
          <a:pPr marL="0" lvl="0" indent="0" algn="ctr" defTabSz="711200">
            <a:lnSpc>
              <a:spcPct val="90000"/>
            </a:lnSpc>
            <a:spcBef>
              <a:spcPct val="0"/>
            </a:spcBef>
            <a:spcAft>
              <a:spcPct val="35000"/>
            </a:spcAft>
            <a:buNone/>
          </a:pPr>
          <a:r>
            <a:rPr lang="en-US" sz="1600" kern="1200" dirty="0"/>
            <a:t>Some text here</a:t>
          </a:r>
        </a:p>
      </dsp:txBody>
      <dsp:txXfrm>
        <a:off x="3677126" y="125800"/>
        <a:ext cx="773747" cy="773747"/>
      </dsp:txXfrm>
    </dsp:sp>
    <dsp:sp modelId="{74646BE9-6D61-4B21-B915-556D678AADDF}">
      <dsp:nvSpPr>
        <dsp:cNvPr id="0" name=""/>
        <dsp:cNvSpPr/>
      </dsp:nvSpPr>
      <dsp:spPr>
        <a:xfrm rot="20520000">
          <a:off x="4687557" y="1992966"/>
          <a:ext cx="667757" cy="0"/>
        </a:xfrm>
        <a:custGeom>
          <a:avLst/>
          <a:gdLst/>
          <a:ahLst/>
          <a:cxnLst/>
          <a:rect l="0" t="0" r="0" b="0"/>
          <a:pathLst>
            <a:path>
              <a:moveTo>
                <a:pt x="0" y="0"/>
              </a:moveTo>
              <a:lnTo>
                <a:pt x="667757" y="0"/>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CDD5B957-F32F-44CB-87C6-E7D6077D85BC}">
      <dsp:nvSpPr>
        <dsp:cNvPr id="0" name=""/>
        <dsp:cNvSpPr/>
      </dsp:nvSpPr>
      <dsp:spPr>
        <a:xfrm>
          <a:off x="5338974" y="1321757"/>
          <a:ext cx="857463" cy="857463"/>
        </a:xfrm>
        <a:prstGeom prst="round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0640" tIns="40640" rIns="40640" bIns="40640" numCol="1" spcCol="1270" anchor="ctr" anchorCtr="0">
          <a:noAutofit/>
        </a:bodyPr>
        <a:lstStyle/>
        <a:p>
          <a:pPr marL="0" lvl="0" indent="0" algn="ctr" defTabSz="711200">
            <a:lnSpc>
              <a:spcPct val="90000"/>
            </a:lnSpc>
            <a:spcBef>
              <a:spcPct val="0"/>
            </a:spcBef>
            <a:spcAft>
              <a:spcPct val="35000"/>
            </a:spcAft>
            <a:buNone/>
          </a:pPr>
          <a:r>
            <a:rPr lang="en-US" sz="1600" kern="1200" dirty="0"/>
            <a:t>Some text here</a:t>
          </a:r>
        </a:p>
      </dsp:txBody>
      <dsp:txXfrm>
        <a:off x="5380832" y="1363615"/>
        <a:ext cx="773747" cy="773747"/>
      </dsp:txXfrm>
    </dsp:sp>
    <dsp:sp modelId="{4FD9228F-1705-45DA-8FE7-0D090C034BF3}">
      <dsp:nvSpPr>
        <dsp:cNvPr id="0" name=""/>
        <dsp:cNvSpPr/>
      </dsp:nvSpPr>
      <dsp:spPr>
        <a:xfrm rot="3240000">
          <a:off x="4431943" y="3134269"/>
          <a:ext cx="470482" cy="0"/>
        </a:xfrm>
        <a:custGeom>
          <a:avLst/>
          <a:gdLst/>
          <a:ahLst/>
          <a:cxnLst/>
          <a:rect l="0" t="0" r="0" b="0"/>
          <a:pathLst>
            <a:path>
              <a:moveTo>
                <a:pt x="0" y="0"/>
              </a:moveTo>
              <a:lnTo>
                <a:pt x="470482" y="0"/>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2AEDA50C-28CA-4E0F-96BD-DE9A9E5BB25C}">
      <dsp:nvSpPr>
        <dsp:cNvPr id="0" name=""/>
        <dsp:cNvSpPr/>
      </dsp:nvSpPr>
      <dsp:spPr>
        <a:xfrm>
          <a:off x="4688216" y="3324583"/>
          <a:ext cx="857463" cy="857463"/>
        </a:xfrm>
        <a:prstGeom prst="roundRect">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0640" tIns="40640" rIns="40640" bIns="40640" numCol="1" spcCol="1270" anchor="ctr" anchorCtr="0">
          <a:noAutofit/>
        </a:bodyPr>
        <a:lstStyle/>
        <a:p>
          <a:pPr marL="0" lvl="0" indent="0" algn="ctr" defTabSz="711200">
            <a:lnSpc>
              <a:spcPct val="90000"/>
            </a:lnSpc>
            <a:spcBef>
              <a:spcPct val="0"/>
            </a:spcBef>
            <a:spcAft>
              <a:spcPct val="35000"/>
            </a:spcAft>
            <a:buNone/>
          </a:pPr>
          <a:r>
            <a:rPr lang="en-US" sz="1600" kern="1200" dirty="0"/>
            <a:t>Some text here</a:t>
          </a:r>
        </a:p>
      </dsp:txBody>
      <dsp:txXfrm>
        <a:off x="4730074" y="3366441"/>
        <a:ext cx="773747" cy="773747"/>
      </dsp:txXfrm>
    </dsp:sp>
    <dsp:sp modelId="{4E4F9AAC-A528-413A-9900-1A63F93BA2FB}">
      <dsp:nvSpPr>
        <dsp:cNvPr id="0" name=""/>
        <dsp:cNvSpPr/>
      </dsp:nvSpPr>
      <dsp:spPr>
        <a:xfrm rot="7560000">
          <a:off x="3225573" y="3134269"/>
          <a:ext cx="470482" cy="0"/>
        </a:xfrm>
        <a:custGeom>
          <a:avLst/>
          <a:gdLst/>
          <a:ahLst/>
          <a:cxnLst/>
          <a:rect l="0" t="0" r="0" b="0"/>
          <a:pathLst>
            <a:path>
              <a:moveTo>
                <a:pt x="0" y="0"/>
              </a:moveTo>
              <a:lnTo>
                <a:pt x="470482" y="0"/>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6A2A80B-0D1B-499B-97A3-6FADABFFBF02}">
      <dsp:nvSpPr>
        <dsp:cNvPr id="0" name=""/>
        <dsp:cNvSpPr/>
      </dsp:nvSpPr>
      <dsp:spPr>
        <a:xfrm>
          <a:off x="2582319" y="3324583"/>
          <a:ext cx="857463" cy="857463"/>
        </a:xfrm>
        <a:prstGeom prst="roundRect">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0640" tIns="40640" rIns="40640" bIns="40640" numCol="1" spcCol="1270" anchor="ctr" anchorCtr="0">
          <a:noAutofit/>
        </a:bodyPr>
        <a:lstStyle/>
        <a:p>
          <a:pPr marL="0" lvl="0" indent="0" algn="ctr" defTabSz="711200">
            <a:lnSpc>
              <a:spcPct val="90000"/>
            </a:lnSpc>
            <a:spcBef>
              <a:spcPct val="0"/>
            </a:spcBef>
            <a:spcAft>
              <a:spcPct val="35000"/>
            </a:spcAft>
            <a:buNone/>
          </a:pPr>
          <a:r>
            <a:rPr lang="en-US" sz="1600" kern="1200"/>
            <a:t>Some text here</a:t>
          </a:r>
          <a:endParaRPr lang="en-US" sz="1600" kern="1200" dirty="0"/>
        </a:p>
      </dsp:txBody>
      <dsp:txXfrm>
        <a:off x="2624177" y="3366441"/>
        <a:ext cx="773747" cy="773747"/>
      </dsp:txXfrm>
    </dsp:sp>
    <dsp:sp modelId="{C501E64B-F839-48AE-BBB4-330CA30FEA0F}">
      <dsp:nvSpPr>
        <dsp:cNvPr id="0" name=""/>
        <dsp:cNvSpPr/>
      </dsp:nvSpPr>
      <dsp:spPr>
        <a:xfrm rot="11880000">
          <a:off x="2772684" y="1992966"/>
          <a:ext cx="667757" cy="0"/>
        </a:xfrm>
        <a:custGeom>
          <a:avLst/>
          <a:gdLst/>
          <a:ahLst/>
          <a:cxnLst/>
          <a:rect l="0" t="0" r="0" b="0"/>
          <a:pathLst>
            <a:path>
              <a:moveTo>
                <a:pt x="0" y="0"/>
              </a:moveTo>
              <a:lnTo>
                <a:pt x="667757" y="0"/>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AC35E7AD-52BB-43E3-9BDC-51F1A481EE07}">
      <dsp:nvSpPr>
        <dsp:cNvPr id="0" name=""/>
        <dsp:cNvSpPr/>
      </dsp:nvSpPr>
      <dsp:spPr>
        <a:xfrm>
          <a:off x="1931561" y="1321757"/>
          <a:ext cx="857463" cy="857463"/>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0640" tIns="40640" rIns="40640" bIns="40640" numCol="1" spcCol="1270" anchor="ctr" anchorCtr="0">
          <a:noAutofit/>
        </a:bodyPr>
        <a:lstStyle/>
        <a:p>
          <a:pPr marL="0" lvl="0" indent="0" algn="ctr" defTabSz="711200">
            <a:lnSpc>
              <a:spcPct val="90000"/>
            </a:lnSpc>
            <a:spcBef>
              <a:spcPct val="0"/>
            </a:spcBef>
            <a:spcAft>
              <a:spcPct val="35000"/>
            </a:spcAft>
            <a:buNone/>
          </a:pPr>
          <a:r>
            <a:rPr lang="en-US" sz="1600" kern="1200"/>
            <a:t>Some text here</a:t>
          </a:r>
          <a:endParaRPr lang="en-US" sz="1600" kern="1200" dirty="0"/>
        </a:p>
      </dsp:txBody>
      <dsp:txXfrm>
        <a:off x="1973419" y="1363615"/>
        <a:ext cx="773747" cy="773747"/>
      </dsp:txXfrm>
    </dsp:sp>
  </dsp:spTree>
</dsp:drawing>
</file>

<file path=ppt/diagrams/drawing9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A96F0F-2BD4-4629-AABB-07CE33789150}">
      <dsp:nvSpPr>
        <dsp:cNvPr id="0" name=""/>
        <dsp:cNvSpPr/>
      </dsp:nvSpPr>
      <dsp:spPr>
        <a:xfrm>
          <a:off x="6312024" y="890875"/>
          <a:ext cx="1284585" cy="222944"/>
        </a:xfrm>
        <a:custGeom>
          <a:avLst/>
          <a:gdLst/>
          <a:ahLst/>
          <a:cxnLst/>
          <a:rect l="0" t="0" r="0" b="0"/>
          <a:pathLst>
            <a:path>
              <a:moveTo>
                <a:pt x="0" y="0"/>
              </a:moveTo>
              <a:lnTo>
                <a:pt x="0" y="111472"/>
              </a:lnTo>
              <a:lnTo>
                <a:pt x="1284585" y="111472"/>
              </a:lnTo>
              <a:lnTo>
                <a:pt x="1284585" y="222944"/>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F849700D-0A8A-422B-9477-800ED4305792}">
      <dsp:nvSpPr>
        <dsp:cNvPr id="0" name=""/>
        <dsp:cNvSpPr/>
      </dsp:nvSpPr>
      <dsp:spPr>
        <a:xfrm>
          <a:off x="5887367" y="1644640"/>
          <a:ext cx="159246" cy="1242119"/>
        </a:xfrm>
        <a:custGeom>
          <a:avLst/>
          <a:gdLst/>
          <a:ahLst/>
          <a:cxnLst/>
          <a:rect l="0" t="0" r="0" b="0"/>
          <a:pathLst>
            <a:path>
              <a:moveTo>
                <a:pt x="0" y="0"/>
              </a:moveTo>
              <a:lnTo>
                <a:pt x="0" y="1242119"/>
              </a:lnTo>
              <a:lnTo>
                <a:pt x="159246" y="1242119"/>
              </a:lnTo>
            </a:path>
          </a:pathLst>
        </a:custGeom>
        <a:noFill/>
        <a:ln w="9525" cap="flat" cmpd="sng" algn="ctr">
          <a:solidFill>
            <a:schemeClr val="accent3">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A36E4DD-29F0-4689-894E-6FF0B00A999F}">
      <dsp:nvSpPr>
        <dsp:cNvPr id="0" name=""/>
        <dsp:cNvSpPr/>
      </dsp:nvSpPr>
      <dsp:spPr>
        <a:xfrm>
          <a:off x="5887367" y="1644640"/>
          <a:ext cx="159246" cy="488354"/>
        </a:xfrm>
        <a:custGeom>
          <a:avLst/>
          <a:gdLst/>
          <a:ahLst/>
          <a:cxnLst/>
          <a:rect l="0" t="0" r="0" b="0"/>
          <a:pathLst>
            <a:path>
              <a:moveTo>
                <a:pt x="0" y="0"/>
              </a:moveTo>
              <a:lnTo>
                <a:pt x="0" y="488354"/>
              </a:lnTo>
              <a:lnTo>
                <a:pt x="159246" y="488354"/>
              </a:lnTo>
            </a:path>
          </a:pathLst>
        </a:custGeom>
        <a:noFill/>
        <a:ln w="9525" cap="flat" cmpd="sng" algn="ctr">
          <a:solidFill>
            <a:schemeClr val="accent3">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BFE98E22-B428-4350-9342-7BFC07C5FE37}">
      <dsp:nvSpPr>
        <dsp:cNvPr id="0" name=""/>
        <dsp:cNvSpPr/>
      </dsp:nvSpPr>
      <dsp:spPr>
        <a:xfrm>
          <a:off x="6266304" y="890875"/>
          <a:ext cx="91440" cy="222944"/>
        </a:xfrm>
        <a:custGeom>
          <a:avLst/>
          <a:gdLst/>
          <a:ahLst/>
          <a:cxnLst/>
          <a:rect l="0" t="0" r="0" b="0"/>
          <a:pathLst>
            <a:path>
              <a:moveTo>
                <a:pt x="45720" y="0"/>
              </a:moveTo>
              <a:lnTo>
                <a:pt x="45720" y="222944"/>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00AAF312-E053-4A46-9021-01F6F8DA088C}">
      <dsp:nvSpPr>
        <dsp:cNvPr id="0" name=""/>
        <dsp:cNvSpPr/>
      </dsp:nvSpPr>
      <dsp:spPr>
        <a:xfrm>
          <a:off x="5027438" y="890875"/>
          <a:ext cx="1284585" cy="222944"/>
        </a:xfrm>
        <a:custGeom>
          <a:avLst/>
          <a:gdLst/>
          <a:ahLst/>
          <a:cxnLst/>
          <a:rect l="0" t="0" r="0" b="0"/>
          <a:pathLst>
            <a:path>
              <a:moveTo>
                <a:pt x="1284585" y="0"/>
              </a:moveTo>
              <a:lnTo>
                <a:pt x="1284585" y="111472"/>
              </a:lnTo>
              <a:lnTo>
                <a:pt x="0" y="111472"/>
              </a:lnTo>
              <a:lnTo>
                <a:pt x="0" y="222944"/>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0690B98C-04EE-4038-9FE7-8108840A24E6}">
      <dsp:nvSpPr>
        <dsp:cNvPr id="0" name=""/>
        <dsp:cNvSpPr/>
      </dsp:nvSpPr>
      <dsp:spPr>
        <a:xfrm>
          <a:off x="2458268" y="890875"/>
          <a:ext cx="1284585" cy="222944"/>
        </a:xfrm>
        <a:custGeom>
          <a:avLst/>
          <a:gdLst/>
          <a:ahLst/>
          <a:cxnLst/>
          <a:rect l="0" t="0" r="0" b="0"/>
          <a:pathLst>
            <a:path>
              <a:moveTo>
                <a:pt x="0" y="0"/>
              </a:moveTo>
              <a:lnTo>
                <a:pt x="0" y="111472"/>
              </a:lnTo>
              <a:lnTo>
                <a:pt x="1284585" y="111472"/>
              </a:lnTo>
              <a:lnTo>
                <a:pt x="1284585" y="222944"/>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2FA24959-B81F-45BE-B2E1-8ACF75402C72}">
      <dsp:nvSpPr>
        <dsp:cNvPr id="0" name=""/>
        <dsp:cNvSpPr/>
      </dsp:nvSpPr>
      <dsp:spPr>
        <a:xfrm>
          <a:off x="2412548" y="890875"/>
          <a:ext cx="91440" cy="222944"/>
        </a:xfrm>
        <a:custGeom>
          <a:avLst/>
          <a:gdLst/>
          <a:ahLst/>
          <a:cxnLst/>
          <a:rect l="0" t="0" r="0" b="0"/>
          <a:pathLst>
            <a:path>
              <a:moveTo>
                <a:pt x="45720" y="0"/>
              </a:moveTo>
              <a:lnTo>
                <a:pt x="45720" y="222944"/>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E3757D96-736F-4040-9E20-8188EE740BF5}">
      <dsp:nvSpPr>
        <dsp:cNvPr id="0" name=""/>
        <dsp:cNvSpPr/>
      </dsp:nvSpPr>
      <dsp:spPr>
        <a:xfrm>
          <a:off x="1173683" y="1644640"/>
          <a:ext cx="642292" cy="222944"/>
        </a:xfrm>
        <a:custGeom>
          <a:avLst/>
          <a:gdLst/>
          <a:ahLst/>
          <a:cxnLst/>
          <a:rect l="0" t="0" r="0" b="0"/>
          <a:pathLst>
            <a:path>
              <a:moveTo>
                <a:pt x="0" y="0"/>
              </a:moveTo>
              <a:lnTo>
                <a:pt x="0" y="111472"/>
              </a:lnTo>
              <a:lnTo>
                <a:pt x="642292" y="111472"/>
              </a:lnTo>
              <a:lnTo>
                <a:pt x="642292" y="222944"/>
              </a:lnTo>
            </a:path>
          </a:pathLst>
        </a:custGeom>
        <a:noFill/>
        <a:ln w="9525" cap="flat" cmpd="sng" algn="ctr">
          <a:solidFill>
            <a:schemeClr val="accent3">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B6BF0250-EC90-46D2-9F33-C506DBFA75D6}">
      <dsp:nvSpPr>
        <dsp:cNvPr id="0" name=""/>
        <dsp:cNvSpPr/>
      </dsp:nvSpPr>
      <dsp:spPr>
        <a:xfrm>
          <a:off x="106734" y="2398405"/>
          <a:ext cx="159246" cy="1242119"/>
        </a:xfrm>
        <a:custGeom>
          <a:avLst/>
          <a:gdLst/>
          <a:ahLst/>
          <a:cxnLst/>
          <a:rect l="0" t="0" r="0" b="0"/>
          <a:pathLst>
            <a:path>
              <a:moveTo>
                <a:pt x="0" y="0"/>
              </a:moveTo>
              <a:lnTo>
                <a:pt x="0" y="1242119"/>
              </a:lnTo>
              <a:lnTo>
                <a:pt x="159246" y="1242119"/>
              </a:lnTo>
            </a:path>
          </a:pathLst>
        </a:custGeom>
        <a:noFill/>
        <a:ln w="9525" cap="flat" cmpd="sng" algn="ctr">
          <a:solidFill>
            <a:schemeClr val="accent4">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1EA4F06D-BF0D-447B-BEFD-AB3324FAC680}">
      <dsp:nvSpPr>
        <dsp:cNvPr id="0" name=""/>
        <dsp:cNvSpPr/>
      </dsp:nvSpPr>
      <dsp:spPr>
        <a:xfrm>
          <a:off x="106734" y="2398405"/>
          <a:ext cx="159246" cy="488354"/>
        </a:xfrm>
        <a:custGeom>
          <a:avLst/>
          <a:gdLst/>
          <a:ahLst/>
          <a:cxnLst/>
          <a:rect l="0" t="0" r="0" b="0"/>
          <a:pathLst>
            <a:path>
              <a:moveTo>
                <a:pt x="0" y="0"/>
              </a:moveTo>
              <a:lnTo>
                <a:pt x="0" y="488354"/>
              </a:lnTo>
              <a:lnTo>
                <a:pt x="159246" y="488354"/>
              </a:lnTo>
            </a:path>
          </a:pathLst>
        </a:custGeom>
        <a:noFill/>
        <a:ln w="9525" cap="flat" cmpd="sng" algn="ctr">
          <a:solidFill>
            <a:schemeClr val="accent4">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3DDCC906-9948-4ADF-91FB-30D9DE1BB1A2}">
      <dsp:nvSpPr>
        <dsp:cNvPr id="0" name=""/>
        <dsp:cNvSpPr/>
      </dsp:nvSpPr>
      <dsp:spPr>
        <a:xfrm>
          <a:off x="531390" y="1644640"/>
          <a:ext cx="642292" cy="222944"/>
        </a:xfrm>
        <a:custGeom>
          <a:avLst/>
          <a:gdLst/>
          <a:ahLst/>
          <a:cxnLst/>
          <a:rect l="0" t="0" r="0" b="0"/>
          <a:pathLst>
            <a:path>
              <a:moveTo>
                <a:pt x="642292" y="0"/>
              </a:moveTo>
              <a:lnTo>
                <a:pt x="642292" y="111472"/>
              </a:lnTo>
              <a:lnTo>
                <a:pt x="0" y="111472"/>
              </a:lnTo>
              <a:lnTo>
                <a:pt x="0" y="222944"/>
              </a:lnTo>
            </a:path>
          </a:pathLst>
        </a:custGeom>
        <a:noFill/>
        <a:ln w="9525" cap="flat" cmpd="sng" algn="ctr">
          <a:solidFill>
            <a:schemeClr val="accent3">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181398EF-3CBE-4D6C-B601-7F8D226C0357}">
      <dsp:nvSpPr>
        <dsp:cNvPr id="0" name=""/>
        <dsp:cNvSpPr/>
      </dsp:nvSpPr>
      <dsp:spPr>
        <a:xfrm>
          <a:off x="1173683" y="890875"/>
          <a:ext cx="1284585" cy="222944"/>
        </a:xfrm>
        <a:custGeom>
          <a:avLst/>
          <a:gdLst/>
          <a:ahLst/>
          <a:cxnLst/>
          <a:rect l="0" t="0" r="0" b="0"/>
          <a:pathLst>
            <a:path>
              <a:moveTo>
                <a:pt x="1284585" y="0"/>
              </a:moveTo>
              <a:lnTo>
                <a:pt x="1284585" y="111472"/>
              </a:lnTo>
              <a:lnTo>
                <a:pt x="0" y="111472"/>
              </a:lnTo>
              <a:lnTo>
                <a:pt x="0" y="222944"/>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2DF52595-8FEF-4666-A2C2-08250FC77A9F}">
      <dsp:nvSpPr>
        <dsp:cNvPr id="0" name=""/>
        <dsp:cNvSpPr/>
      </dsp:nvSpPr>
      <dsp:spPr>
        <a:xfrm>
          <a:off x="1927448" y="360055"/>
          <a:ext cx="1061640" cy="530820"/>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Lorem Ipsum</a:t>
          </a:r>
        </a:p>
      </dsp:txBody>
      <dsp:txXfrm>
        <a:off x="1927448" y="360055"/>
        <a:ext cx="1061640" cy="530820"/>
      </dsp:txXfrm>
    </dsp:sp>
    <dsp:sp modelId="{2C35BE72-5286-4AAD-A5D4-7391219DE763}">
      <dsp:nvSpPr>
        <dsp:cNvPr id="0" name=""/>
        <dsp:cNvSpPr/>
      </dsp:nvSpPr>
      <dsp:spPr>
        <a:xfrm>
          <a:off x="642863" y="1113819"/>
          <a:ext cx="1061640" cy="530820"/>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Some text here</a:t>
          </a:r>
        </a:p>
      </dsp:txBody>
      <dsp:txXfrm>
        <a:off x="642863" y="1113819"/>
        <a:ext cx="1061640" cy="530820"/>
      </dsp:txXfrm>
    </dsp:sp>
    <dsp:sp modelId="{37BC9CB2-4E2B-4BB0-AD34-95D4B5A0DA84}">
      <dsp:nvSpPr>
        <dsp:cNvPr id="0" name=""/>
        <dsp:cNvSpPr/>
      </dsp:nvSpPr>
      <dsp:spPr>
        <a:xfrm>
          <a:off x="570" y="1867584"/>
          <a:ext cx="1061640" cy="530820"/>
        </a:xfrm>
        <a:prstGeom prst="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Some text here</a:t>
          </a:r>
        </a:p>
      </dsp:txBody>
      <dsp:txXfrm>
        <a:off x="570" y="1867584"/>
        <a:ext cx="1061640" cy="530820"/>
      </dsp:txXfrm>
    </dsp:sp>
    <dsp:sp modelId="{C515E3CC-1FF9-4FC2-A77D-0BB78D9C3FF0}">
      <dsp:nvSpPr>
        <dsp:cNvPr id="0" name=""/>
        <dsp:cNvSpPr/>
      </dsp:nvSpPr>
      <dsp:spPr>
        <a:xfrm>
          <a:off x="265980" y="2621349"/>
          <a:ext cx="1061640" cy="530820"/>
        </a:xfrm>
        <a:prstGeom prst="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Some text here</a:t>
          </a:r>
        </a:p>
      </dsp:txBody>
      <dsp:txXfrm>
        <a:off x="265980" y="2621349"/>
        <a:ext cx="1061640" cy="530820"/>
      </dsp:txXfrm>
    </dsp:sp>
    <dsp:sp modelId="{5B89C2DD-1F18-4F4A-8B94-7530D37B00A8}">
      <dsp:nvSpPr>
        <dsp:cNvPr id="0" name=""/>
        <dsp:cNvSpPr/>
      </dsp:nvSpPr>
      <dsp:spPr>
        <a:xfrm>
          <a:off x="265980" y="3375114"/>
          <a:ext cx="1061640" cy="530820"/>
        </a:xfrm>
        <a:prstGeom prst="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Some text here</a:t>
          </a:r>
        </a:p>
      </dsp:txBody>
      <dsp:txXfrm>
        <a:off x="265980" y="3375114"/>
        <a:ext cx="1061640" cy="530820"/>
      </dsp:txXfrm>
    </dsp:sp>
    <dsp:sp modelId="{94AF29F7-37DB-41A8-AC0C-DCBE3F39C13C}">
      <dsp:nvSpPr>
        <dsp:cNvPr id="0" name=""/>
        <dsp:cNvSpPr/>
      </dsp:nvSpPr>
      <dsp:spPr>
        <a:xfrm>
          <a:off x="1285155" y="1867584"/>
          <a:ext cx="1061640" cy="530820"/>
        </a:xfrm>
        <a:prstGeom prst="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Some text here</a:t>
          </a:r>
        </a:p>
      </dsp:txBody>
      <dsp:txXfrm>
        <a:off x="1285155" y="1867584"/>
        <a:ext cx="1061640" cy="530820"/>
      </dsp:txXfrm>
    </dsp:sp>
    <dsp:sp modelId="{7C426DCF-C03D-43C6-BBBE-3E9EE1A8DE7D}">
      <dsp:nvSpPr>
        <dsp:cNvPr id="0" name=""/>
        <dsp:cNvSpPr/>
      </dsp:nvSpPr>
      <dsp:spPr>
        <a:xfrm>
          <a:off x="1927448" y="1113820"/>
          <a:ext cx="1061640" cy="530820"/>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Some text here</a:t>
          </a:r>
        </a:p>
      </dsp:txBody>
      <dsp:txXfrm>
        <a:off x="1927448" y="1113820"/>
        <a:ext cx="1061640" cy="530820"/>
      </dsp:txXfrm>
    </dsp:sp>
    <dsp:sp modelId="{50450FDA-A0B8-4F07-BA53-0C399CB213C0}">
      <dsp:nvSpPr>
        <dsp:cNvPr id="0" name=""/>
        <dsp:cNvSpPr/>
      </dsp:nvSpPr>
      <dsp:spPr>
        <a:xfrm>
          <a:off x="3212033" y="1113820"/>
          <a:ext cx="1061640" cy="530820"/>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Some text here</a:t>
          </a:r>
        </a:p>
      </dsp:txBody>
      <dsp:txXfrm>
        <a:off x="3212033" y="1113820"/>
        <a:ext cx="1061640" cy="530820"/>
      </dsp:txXfrm>
    </dsp:sp>
    <dsp:sp modelId="{0C6F999E-0D15-48B5-B317-93DA565D1E28}">
      <dsp:nvSpPr>
        <dsp:cNvPr id="0" name=""/>
        <dsp:cNvSpPr/>
      </dsp:nvSpPr>
      <dsp:spPr>
        <a:xfrm>
          <a:off x="5781203" y="360055"/>
          <a:ext cx="1061640" cy="530820"/>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Lorem Ipsum</a:t>
          </a:r>
        </a:p>
      </dsp:txBody>
      <dsp:txXfrm>
        <a:off x="5781203" y="360055"/>
        <a:ext cx="1061640" cy="530820"/>
      </dsp:txXfrm>
    </dsp:sp>
    <dsp:sp modelId="{DF15205E-06BB-48CD-A05B-7760ECB66610}">
      <dsp:nvSpPr>
        <dsp:cNvPr id="0" name=""/>
        <dsp:cNvSpPr/>
      </dsp:nvSpPr>
      <dsp:spPr>
        <a:xfrm>
          <a:off x="4496618" y="1113819"/>
          <a:ext cx="1061640" cy="530820"/>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Some text here</a:t>
          </a:r>
        </a:p>
      </dsp:txBody>
      <dsp:txXfrm>
        <a:off x="4496618" y="1113819"/>
        <a:ext cx="1061640" cy="530820"/>
      </dsp:txXfrm>
    </dsp:sp>
    <dsp:sp modelId="{2D096D6F-BEC9-4CA9-923D-22872C106365}">
      <dsp:nvSpPr>
        <dsp:cNvPr id="0" name=""/>
        <dsp:cNvSpPr/>
      </dsp:nvSpPr>
      <dsp:spPr>
        <a:xfrm>
          <a:off x="5781203" y="1113819"/>
          <a:ext cx="1061640" cy="530820"/>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Some text here</a:t>
          </a:r>
        </a:p>
      </dsp:txBody>
      <dsp:txXfrm>
        <a:off x="5781203" y="1113819"/>
        <a:ext cx="1061640" cy="530820"/>
      </dsp:txXfrm>
    </dsp:sp>
    <dsp:sp modelId="{0ADDF496-E3B0-450E-B525-858D652CD622}">
      <dsp:nvSpPr>
        <dsp:cNvPr id="0" name=""/>
        <dsp:cNvSpPr/>
      </dsp:nvSpPr>
      <dsp:spPr>
        <a:xfrm>
          <a:off x="6046613" y="1867584"/>
          <a:ext cx="1061640" cy="530820"/>
        </a:xfrm>
        <a:prstGeom prst="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Some text here</a:t>
          </a:r>
        </a:p>
      </dsp:txBody>
      <dsp:txXfrm>
        <a:off x="6046613" y="1867584"/>
        <a:ext cx="1061640" cy="530820"/>
      </dsp:txXfrm>
    </dsp:sp>
    <dsp:sp modelId="{0482F208-9F37-4138-9C4D-3AA1BCB16AC3}">
      <dsp:nvSpPr>
        <dsp:cNvPr id="0" name=""/>
        <dsp:cNvSpPr/>
      </dsp:nvSpPr>
      <dsp:spPr>
        <a:xfrm>
          <a:off x="6046613" y="2621349"/>
          <a:ext cx="1061640" cy="530820"/>
        </a:xfrm>
        <a:prstGeom prst="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Some text here</a:t>
          </a:r>
        </a:p>
      </dsp:txBody>
      <dsp:txXfrm>
        <a:off x="6046613" y="2621349"/>
        <a:ext cx="1061640" cy="530820"/>
      </dsp:txXfrm>
    </dsp:sp>
    <dsp:sp modelId="{44446925-0406-4AF7-8C0C-666B2A0BD2EA}">
      <dsp:nvSpPr>
        <dsp:cNvPr id="0" name=""/>
        <dsp:cNvSpPr/>
      </dsp:nvSpPr>
      <dsp:spPr>
        <a:xfrm>
          <a:off x="7065788" y="1113819"/>
          <a:ext cx="1061640" cy="530820"/>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a:t>Some </a:t>
          </a:r>
          <a:r>
            <a:rPr lang="en-US" sz="1800" kern="1200" dirty="0"/>
            <a:t>text here</a:t>
          </a:r>
          <a:endParaRPr lang="en-US" sz="1800" kern="1200"/>
        </a:p>
      </dsp:txBody>
      <dsp:txXfrm>
        <a:off x="7065788" y="1113819"/>
        <a:ext cx="1061640" cy="530820"/>
      </dsp:txXfrm>
    </dsp:sp>
  </dsp:spTree>
</dsp:drawing>
</file>

<file path=ppt/diagrams/drawing9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F8E7E0-B6CA-4C5A-9745-EEE70B54F806}">
      <dsp:nvSpPr>
        <dsp:cNvPr id="0" name=""/>
        <dsp:cNvSpPr/>
      </dsp:nvSpPr>
      <dsp:spPr>
        <a:xfrm>
          <a:off x="6312024" y="890875"/>
          <a:ext cx="1284585" cy="222944"/>
        </a:xfrm>
        <a:custGeom>
          <a:avLst/>
          <a:gdLst/>
          <a:ahLst/>
          <a:cxnLst/>
          <a:rect l="0" t="0" r="0" b="0"/>
          <a:pathLst>
            <a:path>
              <a:moveTo>
                <a:pt x="0" y="0"/>
              </a:moveTo>
              <a:lnTo>
                <a:pt x="0" y="111472"/>
              </a:lnTo>
              <a:lnTo>
                <a:pt x="1284585" y="111472"/>
              </a:lnTo>
              <a:lnTo>
                <a:pt x="1284585" y="222944"/>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180930D1-0B93-46DD-B32C-8ECD44B127AB}">
      <dsp:nvSpPr>
        <dsp:cNvPr id="0" name=""/>
        <dsp:cNvSpPr/>
      </dsp:nvSpPr>
      <dsp:spPr>
        <a:xfrm>
          <a:off x="5887367" y="1644640"/>
          <a:ext cx="159246" cy="1242119"/>
        </a:xfrm>
        <a:custGeom>
          <a:avLst/>
          <a:gdLst/>
          <a:ahLst/>
          <a:cxnLst/>
          <a:rect l="0" t="0" r="0" b="0"/>
          <a:pathLst>
            <a:path>
              <a:moveTo>
                <a:pt x="0" y="0"/>
              </a:moveTo>
              <a:lnTo>
                <a:pt x="0" y="1242119"/>
              </a:lnTo>
              <a:lnTo>
                <a:pt x="159246" y="1242119"/>
              </a:lnTo>
            </a:path>
          </a:pathLst>
        </a:custGeom>
        <a:noFill/>
        <a:ln w="9525" cap="flat" cmpd="sng" algn="ctr">
          <a:solidFill>
            <a:schemeClr val="accent3">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FEAF8C8-86D9-447D-A5BA-CEA942EB5877}">
      <dsp:nvSpPr>
        <dsp:cNvPr id="0" name=""/>
        <dsp:cNvSpPr/>
      </dsp:nvSpPr>
      <dsp:spPr>
        <a:xfrm>
          <a:off x="5887367" y="1644640"/>
          <a:ext cx="159246" cy="488354"/>
        </a:xfrm>
        <a:custGeom>
          <a:avLst/>
          <a:gdLst/>
          <a:ahLst/>
          <a:cxnLst/>
          <a:rect l="0" t="0" r="0" b="0"/>
          <a:pathLst>
            <a:path>
              <a:moveTo>
                <a:pt x="0" y="0"/>
              </a:moveTo>
              <a:lnTo>
                <a:pt x="0" y="488354"/>
              </a:lnTo>
              <a:lnTo>
                <a:pt x="159246" y="488354"/>
              </a:lnTo>
            </a:path>
          </a:pathLst>
        </a:custGeom>
        <a:noFill/>
        <a:ln w="9525" cap="flat" cmpd="sng" algn="ctr">
          <a:solidFill>
            <a:schemeClr val="accent3">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8589FE92-AF89-4A55-9783-92933ADC093E}">
      <dsp:nvSpPr>
        <dsp:cNvPr id="0" name=""/>
        <dsp:cNvSpPr/>
      </dsp:nvSpPr>
      <dsp:spPr>
        <a:xfrm>
          <a:off x="6266304" y="890875"/>
          <a:ext cx="91440" cy="222944"/>
        </a:xfrm>
        <a:custGeom>
          <a:avLst/>
          <a:gdLst/>
          <a:ahLst/>
          <a:cxnLst/>
          <a:rect l="0" t="0" r="0" b="0"/>
          <a:pathLst>
            <a:path>
              <a:moveTo>
                <a:pt x="45720" y="0"/>
              </a:moveTo>
              <a:lnTo>
                <a:pt x="45720" y="222944"/>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37C5AC5-83F3-4E91-ADA5-28ACA4DFCB2C}">
      <dsp:nvSpPr>
        <dsp:cNvPr id="0" name=""/>
        <dsp:cNvSpPr/>
      </dsp:nvSpPr>
      <dsp:spPr>
        <a:xfrm>
          <a:off x="5027438" y="890875"/>
          <a:ext cx="1284585" cy="222944"/>
        </a:xfrm>
        <a:custGeom>
          <a:avLst/>
          <a:gdLst/>
          <a:ahLst/>
          <a:cxnLst/>
          <a:rect l="0" t="0" r="0" b="0"/>
          <a:pathLst>
            <a:path>
              <a:moveTo>
                <a:pt x="1284585" y="0"/>
              </a:moveTo>
              <a:lnTo>
                <a:pt x="1284585" y="111472"/>
              </a:lnTo>
              <a:lnTo>
                <a:pt x="0" y="111472"/>
              </a:lnTo>
              <a:lnTo>
                <a:pt x="0" y="222944"/>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089A0EF3-E1FB-492E-A96E-846A4C5FA2D1}">
      <dsp:nvSpPr>
        <dsp:cNvPr id="0" name=""/>
        <dsp:cNvSpPr/>
      </dsp:nvSpPr>
      <dsp:spPr>
        <a:xfrm>
          <a:off x="2458268" y="890875"/>
          <a:ext cx="1284585" cy="222944"/>
        </a:xfrm>
        <a:custGeom>
          <a:avLst/>
          <a:gdLst/>
          <a:ahLst/>
          <a:cxnLst/>
          <a:rect l="0" t="0" r="0" b="0"/>
          <a:pathLst>
            <a:path>
              <a:moveTo>
                <a:pt x="0" y="0"/>
              </a:moveTo>
              <a:lnTo>
                <a:pt x="0" y="111472"/>
              </a:lnTo>
              <a:lnTo>
                <a:pt x="1284585" y="111472"/>
              </a:lnTo>
              <a:lnTo>
                <a:pt x="1284585" y="222944"/>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0D27CC96-7C76-4B18-B7D5-AF064813CF9E}">
      <dsp:nvSpPr>
        <dsp:cNvPr id="0" name=""/>
        <dsp:cNvSpPr/>
      </dsp:nvSpPr>
      <dsp:spPr>
        <a:xfrm>
          <a:off x="2412548" y="890875"/>
          <a:ext cx="91440" cy="222944"/>
        </a:xfrm>
        <a:custGeom>
          <a:avLst/>
          <a:gdLst/>
          <a:ahLst/>
          <a:cxnLst/>
          <a:rect l="0" t="0" r="0" b="0"/>
          <a:pathLst>
            <a:path>
              <a:moveTo>
                <a:pt x="45720" y="0"/>
              </a:moveTo>
              <a:lnTo>
                <a:pt x="45720" y="222944"/>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06E7DFA6-F993-48FB-AF28-E71B3E1CCA65}">
      <dsp:nvSpPr>
        <dsp:cNvPr id="0" name=""/>
        <dsp:cNvSpPr/>
      </dsp:nvSpPr>
      <dsp:spPr>
        <a:xfrm>
          <a:off x="1173683" y="1644640"/>
          <a:ext cx="642292" cy="222944"/>
        </a:xfrm>
        <a:custGeom>
          <a:avLst/>
          <a:gdLst/>
          <a:ahLst/>
          <a:cxnLst/>
          <a:rect l="0" t="0" r="0" b="0"/>
          <a:pathLst>
            <a:path>
              <a:moveTo>
                <a:pt x="0" y="0"/>
              </a:moveTo>
              <a:lnTo>
                <a:pt x="0" y="111472"/>
              </a:lnTo>
              <a:lnTo>
                <a:pt x="642292" y="111472"/>
              </a:lnTo>
              <a:lnTo>
                <a:pt x="642292" y="222944"/>
              </a:lnTo>
            </a:path>
          </a:pathLst>
        </a:custGeom>
        <a:noFill/>
        <a:ln w="9525" cap="flat" cmpd="sng" algn="ctr">
          <a:solidFill>
            <a:schemeClr val="accent3">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D845EA6-0F5C-427D-9BE4-2374D711EF63}">
      <dsp:nvSpPr>
        <dsp:cNvPr id="0" name=""/>
        <dsp:cNvSpPr/>
      </dsp:nvSpPr>
      <dsp:spPr>
        <a:xfrm>
          <a:off x="106734" y="2398405"/>
          <a:ext cx="159246" cy="1242119"/>
        </a:xfrm>
        <a:custGeom>
          <a:avLst/>
          <a:gdLst/>
          <a:ahLst/>
          <a:cxnLst/>
          <a:rect l="0" t="0" r="0" b="0"/>
          <a:pathLst>
            <a:path>
              <a:moveTo>
                <a:pt x="0" y="0"/>
              </a:moveTo>
              <a:lnTo>
                <a:pt x="0" y="1242119"/>
              </a:lnTo>
              <a:lnTo>
                <a:pt x="159246" y="1242119"/>
              </a:lnTo>
            </a:path>
          </a:pathLst>
        </a:custGeom>
        <a:noFill/>
        <a:ln w="9525" cap="flat" cmpd="sng" algn="ctr">
          <a:solidFill>
            <a:schemeClr val="accent4">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9CCE591D-B512-44CF-AF4B-863376ACB9E6}">
      <dsp:nvSpPr>
        <dsp:cNvPr id="0" name=""/>
        <dsp:cNvSpPr/>
      </dsp:nvSpPr>
      <dsp:spPr>
        <a:xfrm>
          <a:off x="106734" y="2398405"/>
          <a:ext cx="159246" cy="488354"/>
        </a:xfrm>
        <a:custGeom>
          <a:avLst/>
          <a:gdLst/>
          <a:ahLst/>
          <a:cxnLst/>
          <a:rect l="0" t="0" r="0" b="0"/>
          <a:pathLst>
            <a:path>
              <a:moveTo>
                <a:pt x="0" y="0"/>
              </a:moveTo>
              <a:lnTo>
                <a:pt x="0" y="488354"/>
              </a:lnTo>
              <a:lnTo>
                <a:pt x="159246" y="488354"/>
              </a:lnTo>
            </a:path>
          </a:pathLst>
        </a:custGeom>
        <a:noFill/>
        <a:ln w="9525" cap="flat" cmpd="sng" algn="ctr">
          <a:solidFill>
            <a:schemeClr val="accent4">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F32063C1-C910-463E-B2B1-A744DF9B524C}">
      <dsp:nvSpPr>
        <dsp:cNvPr id="0" name=""/>
        <dsp:cNvSpPr/>
      </dsp:nvSpPr>
      <dsp:spPr>
        <a:xfrm>
          <a:off x="531390" y="1644640"/>
          <a:ext cx="642292" cy="222944"/>
        </a:xfrm>
        <a:custGeom>
          <a:avLst/>
          <a:gdLst/>
          <a:ahLst/>
          <a:cxnLst/>
          <a:rect l="0" t="0" r="0" b="0"/>
          <a:pathLst>
            <a:path>
              <a:moveTo>
                <a:pt x="642292" y="0"/>
              </a:moveTo>
              <a:lnTo>
                <a:pt x="642292" y="111472"/>
              </a:lnTo>
              <a:lnTo>
                <a:pt x="0" y="111472"/>
              </a:lnTo>
              <a:lnTo>
                <a:pt x="0" y="222944"/>
              </a:lnTo>
            </a:path>
          </a:pathLst>
        </a:custGeom>
        <a:noFill/>
        <a:ln w="9525" cap="flat" cmpd="sng" algn="ctr">
          <a:solidFill>
            <a:schemeClr val="accent3">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3A0BEB0-28A4-4BC3-9E18-ED5084BD1748}">
      <dsp:nvSpPr>
        <dsp:cNvPr id="0" name=""/>
        <dsp:cNvSpPr/>
      </dsp:nvSpPr>
      <dsp:spPr>
        <a:xfrm>
          <a:off x="1173683" y="890875"/>
          <a:ext cx="1284585" cy="222944"/>
        </a:xfrm>
        <a:custGeom>
          <a:avLst/>
          <a:gdLst/>
          <a:ahLst/>
          <a:cxnLst/>
          <a:rect l="0" t="0" r="0" b="0"/>
          <a:pathLst>
            <a:path>
              <a:moveTo>
                <a:pt x="1284585" y="0"/>
              </a:moveTo>
              <a:lnTo>
                <a:pt x="1284585" y="111472"/>
              </a:lnTo>
              <a:lnTo>
                <a:pt x="0" y="111472"/>
              </a:lnTo>
              <a:lnTo>
                <a:pt x="0" y="222944"/>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03445C12-2AE7-40C1-ADC8-5296A89DD2D2}">
      <dsp:nvSpPr>
        <dsp:cNvPr id="0" name=""/>
        <dsp:cNvSpPr/>
      </dsp:nvSpPr>
      <dsp:spPr>
        <a:xfrm>
          <a:off x="1927448" y="360055"/>
          <a:ext cx="1061640" cy="530820"/>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93249"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Lorem Ipsum</a:t>
          </a:r>
        </a:p>
      </dsp:txBody>
      <dsp:txXfrm>
        <a:off x="1927448" y="360055"/>
        <a:ext cx="1061640" cy="530820"/>
      </dsp:txXfrm>
    </dsp:sp>
    <dsp:sp modelId="{26A0FA38-9750-4D3F-AC15-2F7032779CFA}">
      <dsp:nvSpPr>
        <dsp:cNvPr id="0" name=""/>
        <dsp:cNvSpPr/>
      </dsp:nvSpPr>
      <dsp:spPr>
        <a:xfrm>
          <a:off x="1980530" y="413137"/>
          <a:ext cx="318492" cy="424656"/>
        </a:xfrm>
        <a:prstGeom prst="rect">
          <a:avLst/>
        </a:prstGeom>
        <a:solidFill>
          <a:schemeClr val="accent1">
            <a:tint val="5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0228DAAA-29A2-41C8-A4D5-BD2F0F02082E}">
      <dsp:nvSpPr>
        <dsp:cNvPr id="0" name=""/>
        <dsp:cNvSpPr/>
      </dsp:nvSpPr>
      <dsp:spPr>
        <a:xfrm>
          <a:off x="642863" y="1113819"/>
          <a:ext cx="1061640" cy="530820"/>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93249"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Some text here</a:t>
          </a:r>
        </a:p>
      </dsp:txBody>
      <dsp:txXfrm>
        <a:off x="642863" y="1113819"/>
        <a:ext cx="1061640" cy="530820"/>
      </dsp:txXfrm>
    </dsp:sp>
    <dsp:sp modelId="{E9E5E954-4242-422B-96A9-EE68D17F2B89}">
      <dsp:nvSpPr>
        <dsp:cNvPr id="0" name=""/>
        <dsp:cNvSpPr/>
      </dsp:nvSpPr>
      <dsp:spPr>
        <a:xfrm>
          <a:off x="695945" y="1166902"/>
          <a:ext cx="318492" cy="424656"/>
        </a:xfrm>
        <a:prstGeom prst="rect">
          <a:avLst/>
        </a:prstGeom>
        <a:solidFill>
          <a:schemeClr val="accent1">
            <a:tint val="50000"/>
            <a:hueOff val="-246469"/>
            <a:satOff val="-1021"/>
            <a:lumOff val="878"/>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48FD6046-5522-41BC-967E-AF5BBE2F041C}">
      <dsp:nvSpPr>
        <dsp:cNvPr id="0" name=""/>
        <dsp:cNvSpPr/>
      </dsp:nvSpPr>
      <dsp:spPr>
        <a:xfrm>
          <a:off x="570" y="1867584"/>
          <a:ext cx="1061640" cy="530820"/>
        </a:xfrm>
        <a:prstGeom prst="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93249"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Some text here</a:t>
          </a:r>
        </a:p>
      </dsp:txBody>
      <dsp:txXfrm>
        <a:off x="570" y="1867584"/>
        <a:ext cx="1061640" cy="530820"/>
      </dsp:txXfrm>
    </dsp:sp>
    <dsp:sp modelId="{4ED6FE27-8F79-4F30-9C7F-83E669CD510C}">
      <dsp:nvSpPr>
        <dsp:cNvPr id="0" name=""/>
        <dsp:cNvSpPr/>
      </dsp:nvSpPr>
      <dsp:spPr>
        <a:xfrm>
          <a:off x="53652" y="1920666"/>
          <a:ext cx="318492" cy="424656"/>
        </a:xfrm>
        <a:prstGeom prst="rect">
          <a:avLst/>
        </a:prstGeom>
        <a:solidFill>
          <a:schemeClr val="accent1">
            <a:tint val="50000"/>
            <a:hueOff val="-492937"/>
            <a:satOff val="-2042"/>
            <a:lumOff val="1756"/>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2ACF88E3-748F-41D2-9174-B813586C5CBA}">
      <dsp:nvSpPr>
        <dsp:cNvPr id="0" name=""/>
        <dsp:cNvSpPr/>
      </dsp:nvSpPr>
      <dsp:spPr>
        <a:xfrm>
          <a:off x="265980" y="2621349"/>
          <a:ext cx="1061640" cy="530820"/>
        </a:xfrm>
        <a:prstGeom prst="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93249"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Some text here</a:t>
          </a:r>
        </a:p>
      </dsp:txBody>
      <dsp:txXfrm>
        <a:off x="265980" y="2621349"/>
        <a:ext cx="1061640" cy="530820"/>
      </dsp:txXfrm>
    </dsp:sp>
    <dsp:sp modelId="{6987A7C0-C120-487A-A431-1F6CEC6C6C75}">
      <dsp:nvSpPr>
        <dsp:cNvPr id="0" name=""/>
        <dsp:cNvSpPr/>
      </dsp:nvSpPr>
      <dsp:spPr>
        <a:xfrm>
          <a:off x="319062" y="2674431"/>
          <a:ext cx="318492" cy="424656"/>
        </a:xfrm>
        <a:prstGeom prst="rect">
          <a:avLst/>
        </a:prstGeom>
        <a:solidFill>
          <a:schemeClr val="accent1">
            <a:tint val="50000"/>
            <a:hueOff val="-739406"/>
            <a:satOff val="-3063"/>
            <a:lumOff val="2634"/>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26117E12-E49B-42FA-BAC1-19DCBFE13471}">
      <dsp:nvSpPr>
        <dsp:cNvPr id="0" name=""/>
        <dsp:cNvSpPr/>
      </dsp:nvSpPr>
      <dsp:spPr>
        <a:xfrm>
          <a:off x="265980" y="3375114"/>
          <a:ext cx="1061640" cy="530820"/>
        </a:xfrm>
        <a:prstGeom prst="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93249"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Some text here</a:t>
          </a:r>
        </a:p>
      </dsp:txBody>
      <dsp:txXfrm>
        <a:off x="265980" y="3375114"/>
        <a:ext cx="1061640" cy="530820"/>
      </dsp:txXfrm>
    </dsp:sp>
    <dsp:sp modelId="{FF74799D-8FF6-4210-A177-6CE2E95BC604}">
      <dsp:nvSpPr>
        <dsp:cNvPr id="0" name=""/>
        <dsp:cNvSpPr/>
      </dsp:nvSpPr>
      <dsp:spPr>
        <a:xfrm>
          <a:off x="319062" y="3428196"/>
          <a:ext cx="318492" cy="424656"/>
        </a:xfrm>
        <a:prstGeom prst="rect">
          <a:avLst/>
        </a:prstGeom>
        <a:solidFill>
          <a:schemeClr val="accent1">
            <a:tint val="50000"/>
            <a:hueOff val="-985875"/>
            <a:satOff val="-4084"/>
            <a:lumOff val="3511"/>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DA5C4ED4-B92C-4BF7-B7B9-B248BF4656B7}">
      <dsp:nvSpPr>
        <dsp:cNvPr id="0" name=""/>
        <dsp:cNvSpPr/>
      </dsp:nvSpPr>
      <dsp:spPr>
        <a:xfrm>
          <a:off x="1285155" y="1867584"/>
          <a:ext cx="1061640" cy="530820"/>
        </a:xfrm>
        <a:prstGeom prst="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93249"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Some text here</a:t>
          </a:r>
        </a:p>
      </dsp:txBody>
      <dsp:txXfrm>
        <a:off x="1285155" y="1867584"/>
        <a:ext cx="1061640" cy="530820"/>
      </dsp:txXfrm>
    </dsp:sp>
    <dsp:sp modelId="{6AB054BE-29EC-47FD-A0F2-689D635D135B}">
      <dsp:nvSpPr>
        <dsp:cNvPr id="0" name=""/>
        <dsp:cNvSpPr/>
      </dsp:nvSpPr>
      <dsp:spPr>
        <a:xfrm>
          <a:off x="1338237" y="1920666"/>
          <a:ext cx="318492" cy="424656"/>
        </a:xfrm>
        <a:prstGeom prst="rect">
          <a:avLst/>
        </a:prstGeom>
        <a:solidFill>
          <a:schemeClr val="accent1">
            <a:tint val="50000"/>
            <a:hueOff val="-1232343"/>
            <a:satOff val="-5105"/>
            <a:lumOff val="4389"/>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59A7926E-4960-4B91-8C0B-1B2494EF0CA5}">
      <dsp:nvSpPr>
        <dsp:cNvPr id="0" name=""/>
        <dsp:cNvSpPr/>
      </dsp:nvSpPr>
      <dsp:spPr>
        <a:xfrm>
          <a:off x="1927448" y="1113820"/>
          <a:ext cx="1061640" cy="530820"/>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93249"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Some text here</a:t>
          </a:r>
        </a:p>
      </dsp:txBody>
      <dsp:txXfrm>
        <a:off x="1927448" y="1113820"/>
        <a:ext cx="1061640" cy="530820"/>
      </dsp:txXfrm>
    </dsp:sp>
    <dsp:sp modelId="{5BDFBF28-C476-4E9C-B24A-5D2E503D9CA2}">
      <dsp:nvSpPr>
        <dsp:cNvPr id="0" name=""/>
        <dsp:cNvSpPr/>
      </dsp:nvSpPr>
      <dsp:spPr>
        <a:xfrm>
          <a:off x="1980530" y="1166902"/>
          <a:ext cx="318492" cy="424656"/>
        </a:xfrm>
        <a:prstGeom prst="rect">
          <a:avLst/>
        </a:prstGeom>
        <a:solidFill>
          <a:schemeClr val="accent1">
            <a:tint val="50000"/>
            <a:hueOff val="-1478812"/>
            <a:satOff val="-6126"/>
            <a:lumOff val="5267"/>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FE6ACFF3-B804-4763-BB7E-E929A24CBA5E}">
      <dsp:nvSpPr>
        <dsp:cNvPr id="0" name=""/>
        <dsp:cNvSpPr/>
      </dsp:nvSpPr>
      <dsp:spPr>
        <a:xfrm>
          <a:off x="3212033" y="1113820"/>
          <a:ext cx="1061640" cy="530820"/>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93249"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Some text here</a:t>
          </a:r>
        </a:p>
      </dsp:txBody>
      <dsp:txXfrm>
        <a:off x="3212033" y="1113820"/>
        <a:ext cx="1061640" cy="530820"/>
      </dsp:txXfrm>
    </dsp:sp>
    <dsp:sp modelId="{F8FA571D-8749-4C3E-82E5-D50B9C96DCDD}">
      <dsp:nvSpPr>
        <dsp:cNvPr id="0" name=""/>
        <dsp:cNvSpPr/>
      </dsp:nvSpPr>
      <dsp:spPr>
        <a:xfrm>
          <a:off x="3265115" y="1166902"/>
          <a:ext cx="318492" cy="424656"/>
        </a:xfrm>
        <a:prstGeom prst="rect">
          <a:avLst/>
        </a:prstGeom>
        <a:solidFill>
          <a:schemeClr val="accent1">
            <a:tint val="50000"/>
            <a:hueOff val="-1725280"/>
            <a:satOff val="-7148"/>
            <a:lumOff val="6145"/>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2D033BC9-5F49-41ED-88C8-3E487C7DC406}">
      <dsp:nvSpPr>
        <dsp:cNvPr id="0" name=""/>
        <dsp:cNvSpPr/>
      </dsp:nvSpPr>
      <dsp:spPr>
        <a:xfrm>
          <a:off x="5781203" y="360055"/>
          <a:ext cx="1061640" cy="530820"/>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93249"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Lorem Ipsum</a:t>
          </a:r>
        </a:p>
      </dsp:txBody>
      <dsp:txXfrm>
        <a:off x="5781203" y="360055"/>
        <a:ext cx="1061640" cy="530820"/>
      </dsp:txXfrm>
    </dsp:sp>
    <dsp:sp modelId="{83511262-8B21-4D35-ADAD-BAC1A6EAD100}">
      <dsp:nvSpPr>
        <dsp:cNvPr id="0" name=""/>
        <dsp:cNvSpPr/>
      </dsp:nvSpPr>
      <dsp:spPr>
        <a:xfrm>
          <a:off x="5834285" y="413137"/>
          <a:ext cx="318492" cy="424656"/>
        </a:xfrm>
        <a:prstGeom prst="rect">
          <a:avLst/>
        </a:prstGeom>
        <a:solidFill>
          <a:schemeClr val="accent1">
            <a:tint val="50000"/>
            <a:hueOff val="-1971749"/>
            <a:satOff val="-8169"/>
            <a:lumOff val="7023"/>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7A814E9D-2D41-4230-8019-FD5A72DB6F9E}">
      <dsp:nvSpPr>
        <dsp:cNvPr id="0" name=""/>
        <dsp:cNvSpPr/>
      </dsp:nvSpPr>
      <dsp:spPr>
        <a:xfrm>
          <a:off x="4496618" y="1113819"/>
          <a:ext cx="1061640" cy="530820"/>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93249"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Some text here</a:t>
          </a:r>
        </a:p>
      </dsp:txBody>
      <dsp:txXfrm>
        <a:off x="4496618" y="1113819"/>
        <a:ext cx="1061640" cy="530820"/>
      </dsp:txXfrm>
    </dsp:sp>
    <dsp:sp modelId="{E0D87418-6271-47B7-AF4E-F38C21B22398}">
      <dsp:nvSpPr>
        <dsp:cNvPr id="0" name=""/>
        <dsp:cNvSpPr/>
      </dsp:nvSpPr>
      <dsp:spPr>
        <a:xfrm>
          <a:off x="4549700" y="1166902"/>
          <a:ext cx="318492" cy="424656"/>
        </a:xfrm>
        <a:prstGeom prst="rect">
          <a:avLst/>
        </a:prstGeom>
        <a:solidFill>
          <a:schemeClr val="accent1">
            <a:tint val="50000"/>
            <a:hueOff val="-2218218"/>
            <a:satOff val="-9190"/>
            <a:lumOff val="7901"/>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A7836B6D-3B8C-4D95-9BD1-BB6FC7857759}">
      <dsp:nvSpPr>
        <dsp:cNvPr id="0" name=""/>
        <dsp:cNvSpPr/>
      </dsp:nvSpPr>
      <dsp:spPr>
        <a:xfrm>
          <a:off x="5781203" y="1113819"/>
          <a:ext cx="1061640" cy="530820"/>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93249"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Some text here</a:t>
          </a:r>
        </a:p>
      </dsp:txBody>
      <dsp:txXfrm>
        <a:off x="5781203" y="1113819"/>
        <a:ext cx="1061640" cy="530820"/>
      </dsp:txXfrm>
    </dsp:sp>
    <dsp:sp modelId="{64A20AA3-58B3-4F4B-B59C-7FB89056BEFF}">
      <dsp:nvSpPr>
        <dsp:cNvPr id="0" name=""/>
        <dsp:cNvSpPr/>
      </dsp:nvSpPr>
      <dsp:spPr>
        <a:xfrm>
          <a:off x="5834285" y="1166902"/>
          <a:ext cx="318492" cy="424656"/>
        </a:xfrm>
        <a:prstGeom prst="rect">
          <a:avLst/>
        </a:prstGeom>
        <a:solidFill>
          <a:schemeClr val="accent1">
            <a:tint val="50000"/>
            <a:hueOff val="-2464686"/>
            <a:satOff val="-10211"/>
            <a:lumOff val="8778"/>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B28ABEDC-09EE-48CB-AD9D-80E8F6E2B0E9}">
      <dsp:nvSpPr>
        <dsp:cNvPr id="0" name=""/>
        <dsp:cNvSpPr/>
      </dsp:nvSpPr>
      <dsp:spPr>
        <a:xfrm>
          <a:off x="6046613" y="1867584"/>
          <a:ext cx="1061640" cy="530820"/>
        </a:xfrm>
        <a:prstGeom prst="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93249"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Some text here</a:t>
          </a:r>
        </a:p>
      </dsp:txBody>
      <dsp:txXfrm>
        <a:off x="6046613" y="1867584"/>
        <a:ext cx="1061640" cy="530820"/>
      </dsp:txXfrm>
    </dsp:sp>
    <dsp:sp modelId="{D95873DE-A077-436F-B5D8-2EE7C45D33CF}">
      <dsp:nvSpPr>
        <dsp:cNvPr id="0" name=""/>
        <dsp:cNvSpPr/>
      </dsp:nvSpPr>
      <dsp:spPr>
        <a:xfrm>
          <a:off x="6099695" y="1920666"/>
          <a:ext cx="318492" cy="424656"/>
        </a:xfrm>
        <a:prstGeom prst="rect">
          <a:avLst/>
        </a:prstGeom>
        <a:solidFill>
          <a:schemeClr val="accent1">
            <a:tint val="50000"/>
            <a:hueOff val="-2711155"/>
            <a:satOff val="-11232"/>
            <a:lumOff val="9656"/>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56A4B394-1DD9-40EA-B6D2-6A603F1E52DD}">
      <dsp:nvSpPr>
        <dsp:cNvPr id="0" name=""/>
        <dsp:cNvSpPr/>
      </dsp:nvSpPr>
      <dsp:spPr>
        <a:xfrm>
          <a:off x="6046613" y="2621349"/>
          <a:ext cx="1061640" cy="530820"/>
        </a:xfrm>
        <a:prstGeom prst="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93249"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Some text here</a:t>
          </a:r>
        </a:p>
      </dsp:txBody>
      <dsp:txXfrm>
        <a:off x="6046613" y="2621349"/>
        <a:ext cx="1061640" cy="530820"/>
      </dsp:txXfrm>
    </dsp:sp>
    <dsp:sp modelId="{FB53B4B1-0971-48C8-A235-9C3E8C6E7A44}">
      <dsp:nvSpPr>
        <dsp:cNvPr id="0" name=""/>
        <dsp:cNvSpPr/>
      </dsp:nvSpPr>
      <dsp:spPr>
        <a:xfrm>
          <a:off x="6099695" y="2674431"/>
          <a:ext cx="318492" cy="424656"/>
        </a:xfrm>
        <a:prstGeom prst="rect">
          <a:avLst/>
        </a:prstGeom>
        <a:solidFill>
          <a:schemeClr val="accent1">
            <a:tint val="50000"/>
            <a:hueOff val="-2957623"/>
            <a:satOff val="-12253"/>
            <a:lumOff val="10534"/>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B66D803B-417A-45AC-8292-2C63EC0C3D3C}">
      <dsp:nvSpPr>
        <dsp:cNvPr id="0" name=""/>
        <dsp:cNvSpPr/>
      </dsp:nvSpPr>
      <dsp:spPr>
        <a:xfrm>
          <a:off x="7065788" y="1113819"/>
          <a:ext cx="1061640" cy="530820"/>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93249"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a:t>Some </a:t>
          </a:r>
          <a:r>
            <a:rPr lang="en-US" sz="1400" kern="1200" dirty="0"/>
            <a:t>text here</a:t>
          </a:r>
          <a:endParaRPr lang="en-US" sz="1400" kern="1200"/>
        </a:p>
      </dsp:txBody>
      <dsp:txXfrm>
        <a:off x="7065788" y="1113819"/>
        <a:ext cx="1061640" cy="530820"/>
      </dsp:txXfrm>
    </dsp:sp>
    <dsp:sp modelId="{B61702FB-11C3-48A8-BF2A-9C135A6DBBFC}">
      <dsp:nvSpPr>
        <dsp:cNvPr id="0" name=""/>
        <dsp:cNvSpPr/>
      </dsp:nvSpPr>
      <dsp:spPr>
        <a:xfrm>
          <a:off x="7118870" y="1166902"/>
          <a:ext cx="318492" cy="424656"/>
        </a:xfrm>
        <a:prstGeom prst="rect">
          <a:avLst/>
        </a:prstGeom>
        <a:solidFill>
          <a:schemeClr val="accent1">
            <a:tint val="50000"/>
            <a:hueOff val="-3204092"/>
            <a:satOff val="-13274"/>
            <a:lumOff val="11412"/>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Tree>
</dsp:drawing>
</file>

<file path=ppt/diagrams/drawing10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FF6DA6-4BB5-4CA3-A500-453B9A32249A}">
      <dsp:nvSpPr>
        <dsp:cNvPr id="0" name=""/>
        <dsp:cNvSpPr/>
      </dsp:nvSpPr>
      <dsp:spPr>
        <a:xfrm>
          <a:off x="6223864" y="1581437"/>
          <a:ext cx="1261064" cy="281185"/>
        </a:xfrm>
        <a:custGeom>
          <a:avLst/>
          <a:gdLst/>
          <a:ahLst/>
          <a:cxnLst/>
          <a:rect l="0" t="0" r="0" b="0"/>
          <a:pathLst>
            <a:path>
              <a:moveTo>
                <a:pt x="0" y="0"/>
              </a:moveTo>
              <a:lnTo>
                <a:pt x="0" y="167630"/>
              </a:lnTo>
              <a:lnTo>
                <a:pt x="1261064" y="167630"/>
              </a:lnTo>
              <a:lnTo>
                <a:pt x="1261064" y="281185"/>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0A372032-91E2-4FF7-8C19-52C05A5AEF6F}">
      <dsp:nvSpPr>
        <dsp:cNvPr id="0" name=""/>
        <dsp:cNvSpPr/>
      </dsp:nvSpPr>
      <dsp:spPr>
        <a:xfrm>
          <a:off x="6223864" y="2349291"/>
          <a:ext cx="630532" cy="281185"/>
        </a:xfrm>
        <a:custGeom>
          <a:avLst/>
          <a:gdLst/>
          <a:ahLst/>
          <a:cxnLst/>
          <a:rect l="0" t="0" r="0" b="0"/>
          <a:pathLst>
            <a:path>
              <a:moveTo>
                <a:pt x="0" y="0"/>
              </a:moveTo>
              <a:lnTo>
                <a:pt x="0" y="167630"/>
              </a:lnTo>
              <a:lnTo>
                <a:pt x="630532" y="167630"/>
              </a:lnTo>
              <a:lnTo>
                <a:pt x="630532" y="281185"/>
              </a:lnTo>
            </a:path>
          </a:pathLst>
        </a:custGeom>
        <a:noFill/>
        <a:ln w="9525" cap="flat" cmpd="sng" algn="ctr">
          <a:solidFill>
            <a:schemeClr val="accent3">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108DC14B-6CDF-45B0-831D-60C7B2524386}">
      <dsp:nvSpPr>
        <dsp:cNvPr id="0" name=""/>
        <dsp:cNvSpPr/>
      </dsp:nvSpPr>
      <dsp:spPr>
        <a:xfrm>
          <a:off x="5593332" y="2349291"/>
          <a:ext cx="630532" cy="281185"/>
        </a:xfrm>
        <a:custGeom>
          <a:avLst/>
          <a:gdLst/>
          <a:ahLst/>
          <a:cxnLst/>
          <a:rect l="0" t="0" r="0" b="0"/>
          <a:pathLst>
            <a:path>
              <a:moveTo>
                <a:pt x="630532" y="0"/>
              </a:moveTo>
              <a:lnTo>
                <a:pt x="630532" y="167630"/>
              </a:lnTo>
              <a:lnTo>
                <a:pt x="0" y="167630"/>
              </a:lnTo>
              <a:lnTo>
                <a:pt x="0" y="281185"/>
              </a:lnTo>
            </a:path>
          </a:pathLst>
        </a:custGeom>
        <a:noFill/>
        <a:ln w="9525" cap="flat" cmpd="sng" algn="ctr">
          <a:solidFill>
            <a:schemeClr val="accent3">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69BC94CD-35A4-42BE-A23C-9CB5B0FF2FCB}">
      <dsp:nvSpPr>
        <dsp:cNvPr id="0" name=""/>
        <dsp:cNvSpPr/>
      </dsp:nvSpPr>
      <dsp:spPr>
        <a:xfrm>
          <a:off x="6178144" y="1581437"/>
          <a:ext cx="91440" cy="281185"/>
        </a:xfrm>
        <a:custGeom>
          <a:avLst/>
          <a:gdLst/>
          <a:ahLst/>
          <a:cxnLst/>
          <a:rect l="0" t="0" r="0" b="0"/>
          <a:pathLst>
            <a:path>
              <a:moveTo>
                <a:pt x="45720" y="0"/>
              </a:moveTo>
              <a:lnTo>
                <a:pt x="45720" y="281185"/>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A2B23A53-0FA2-41B4-97BF-92A7D740D1F3}">
      <dsp:nvSpPr>
        <dsp:cNvPr id="0" name=""/>
        <dsp:cNvSpPr/>
      </dsp:nvSpPr>
      <dsp:spPr>
        <a:xfrm>
          <a:off x="4962800" y="1581437"/>
          <a:ext cx="1261064" cy="281185"/>
        </a:xfrm>
        <a:custGeom>
          <a:avLst/>
          <a:gdLst/>
          <a:ahLst/>
          <a:cxnLst/>
          <a:rect l="0" t="0" r="0" b="0"/>
          <a:pathLst>
            <a:path>
              <a:moveTo>
                <a:pt x="1261064" y="0"/>
              </a:moveTo>
              <a:lnTo>
                <a:pt x="1261064" y="167630"/>
              </a:lnTo>
              <a:lnTo>
                <a:pt x="0" y="167630"/>
              </a:lnTo>
              <a:lnTo>
                <a:pt x="0" y="281185"/>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BED06A1F-AB40-4006-AFC9-5A9986A59212}">
      <dsp:nvSpPr>
        <dsp:cNvPr id="0" name=""/>
        <dsp:cNvSpPr/>
      </dsp:nvSpPr>
      <dsp:spPr>
        <a:xfrm>
          <a:off x="2440671" y="1581437"/>
          <a:ext cx="1261064" cy="281185"/>
        </a:xfrm>
        <a:custGeom>
          <a:avLst/>
          <a:gdLst/>
          <a:ahLst/>
          <a:cxnLst/>
          <a:rect l="0" t="0" r="0" b="0"/>
          <a:pathLst>
            <a:path>
              <a:moveTo>
                <a:pt x="0" y="0"/>
              </a:moveTo>
              <a:lnTo>
                <a:pt x="0" y="167630"/>
              </a:lnTo>
              <a:lnTo>
                <a:pt x="1261064" y="167630"/>
              </a:lnTo>
              <a:lnTo>
                <a:pt x="1261064" y="281185"/>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43C34EBC-A650-49B3-A948-6B5DFF0215CE}">
      <dsp:nvSpPr>
        <dsp:cNvPr id="0" name=""/>
        <dsp:cNvSpPr/>
      </dsp:nvSpPr>
      <dsp:spPr>
        <a:xfrm>
          <a:off x="2394951" y="1581437"/>
          <a:ext cx="91440" cy="281185"/>
        </a:xfrm>
        <a:custGeom>
          <a:avLst/>
          <a:gdLst/>
          <a:ahLst/>
          <a:cxnLst/>
          <a:rect l="0" t="0" r="0" b="0"/>
          <a:pathLst>
            <a:path>
              <a:moveTo>
                <a:pt x="45720" y="0"/>
              </a:moveTo>
              <a:lnTo>
                <a:pt x="45720" y="281185"/>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4413D567-2EAA-49B6-BAC3-5A253F712D88}">
      <dsp:nvSpPr>
        <dsp:cNvPr id="0" name=""/>
        <dsp:cNvSpPr/>
      </dsp:nvSpPr>
      <dsp:spPr>
        <a:xfrm>
          <a:off x="1179607" y="2349291"/>
          <a:ext cx="630532" cy="281185"/>
        </a:xfrm>
        <a:custGeom>
          <a:avLst/>
          <a:gdLst/>
          <a:ahLst/>
          <a:cxnLst/>
          <a:rect l="0" t="0" r="0" b="0"/>
          <a:pathLst>
            <a:path>
              <a:moveTo>
                <a:pt x="0" y="0"/>
              </a:moveTo>
              <a:lnTo>
                <a:pt x="0" y="167630"/>
              </a:lnTo>
              <a:lnTo>
                <a:pt x="630532" y="167630"/>
              </a:lnTo>
              <a:lnTo>
                <a:pt x="630532" y="281185"/>
              </a:lnTo>
            </a:path>
          </a:pathLst>
        </a:custGeom>
        <a:noFill/>
        <a:ln w="9525" cap="flat" cmpd="sng" algn="ctr">
          <a:solidFill>
            <a:schemeClr val="accent3">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81F590AB-333F-4A3D-8C6D-42AD58D5FBDC}">
      <dsp:nvSpPr>
        <dsp:cNvPr id="0" name=""/>
        <dsp:cNvSpPr/>
      </dsp:nvSpPr>
      <dsp:spPr>
        <a:xfrm>
          <a:off x="549075" y="2349291"/>
          <a:ext cx="630532" cy="281185"/>
        </a:xfrm>
        <a:custGeom>
          <a:avLst/>
          <a:gdLst/>
          <a:ahLst/>
          <a:cxnLst/>
          <a:rect l="0" t="0" r="0" b="0"/>
          <a:pathLst>
            <a:path>
              <a:moveTo>
                <a:pt x="630532" y="0"/>
              </a:moveTo>
              <a:lnTo>
                <a:pt x="630532" y="167630"/>
              </a:lnTo>
              <a:lnTo>
                <a:pt x="0" y="167630"/>
              </a:lnTo>
              <a:lnTo>
                <a:pt x="0" y="281185"/>
              </a:lnTo>
            </a:path>
          </a:pathLst>
        </a:custGeom>
        <a:noFill/>
        <a:ln w="9525" cap="flat" cmpd="sng" algn="ctr">
          <a:solidFill>
            <a:schemeClr val="accent3">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F37931FA-FB07-441C-BFB4-06C7C6A8F35D}">
      <dsp:nvSpPr>
        <dsp:cNvPr id="0" name=""/>
        <dsp:cNvSpPr/>
      </dsp:nvSpPr>
      <dsp:spPr>
        <a:xfrm>
          <a:off x="1179607" y="1581437"/>
          <a:ext cx="1261064" cy="281185"/>
        </a:xfrm>
        <a:custGeom>
          <a:avLst/>
          <a:gdLst/>
          <a:ahLst/>
          <a:cxnLst/>
          <a:rect l="0" t="0" r="0" b="0"/>
          <a:pathLst>
            <a:path>
              <a:moveTo>
                <a:pt x="1261064" y="0"/>
              </a:moveTo>
              <a:lnTo>
                <a:pt x="1261064" y="167630"/>
              </a:lnTo>
              <a:lnTo>
                <a:pt x="0" y="167630"/>
              </a:lnTo>
              <a:lnTo>
                <a:pt x="0" y="281185"/>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4F4925F0-67C8-40D2-89FA-AE56F601445A}">
      <dsp:nvSpPr>
        <dsp:cNvPr id="0" name=""/>
        <dsp:cNvSpPr/>
      </dsp:nvSpPr>
      <dsp:spPr>
        <a:xfrm>
          <a:off x="1970693" y="1094770"/>
          <a:ext cx="939956" cy="486667"/>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68674" numCol="1" spcCol="1270" anchor="ctr" anchorCtr="0">
          <a:noAutofit/>
        </a:bodyPr>
        <a:lstStyle/>
        <a:p>
          <a:pPr marL="0" lvl="0" indent="0" algn="ctr" defTabSz="622300">
            <a:lnSpc>
              <a:spcPct val="90000"/>
            </a:lnSpc>
            <a:spcBef>
              <a:spcPct val="0"/>
            </a:spcBef>
            <a:spcAft>
              <a:spcPct val="35000"/>
            </a:spcAft>
            <a:buNone/>
          </a:pPr>
          <a:r>
            <a:rPr lang="en-US" sz="1400" kern="1200" dirty="0"/>
            <a:t>Lorem Ipsum</a:t>
          </a:r>
        </a:p>
      </dsp:txBody>
      <dsp:txXfrm>
        <a:off x="1970693" y="1094770"/>
        <a:ext cx="939956" cy="486667"/>
      </dsp:txXfrm>
    </dsp:sp>
    <dsp:sp modelId="{C6FEFF80-3A57-46AF-AF5F-EB0A7D1190E1}">
      <dsp:nvSpPr>
        <dsp:cNvPr id="0" name=""/>
        <dsp:cNvSpPr/>
      </dsp:nvSpPr>
      <dsp:spPr>
        <a:xfrm>
          <a:off x="2158684" y="1473289"/>
          <a:ext cx="845961" cy="162222"/>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5400" tIns="6350" rIns="25400" bIns="6350" numCol="1" spcCol="1270" anchor="ctr" anchorCtr="0">
          <a:noAutofit/>
        </a:bodyPr>
        <a:lstStyle/>
        <a:p>
          <a:pPr marL="0" lvl="0" indent="0" algn="r" defTabSz="444500">
            <a:lnSpc>
              <a:spcPct val="90000"/>
            </a:lnSpc>
            <a:spcBef>
              <a:spcPct val="0"/>
            </a:spcBef>
            <a:spcAft>
              <a:spcPct val="35000"/>
            </a:spcAft>
            <a:buNone/>
          </a:pPr>
          <a:endParaRPr lang="en-US" sz="1000" kern="1200"/>
        </a:p>
      </dsp:txBody>
      <dsp:txXfrm>
        <a:off x="2158684" y="1473289"/>
        <a:ext cx="845961" cy="162222"/>
      </dsp:txXfrm>
    </dsp:sp>
    <dsp:sp modelId="{03BCC48D-3711-44EE-8A37-ABE4CA92E374}">
      <dsp:nvSpPr>
        <dsp:cNvPr id="0" name=""/>
        <dsp:cNvSpPr/>
      </dsp:nvSpPr>
      <dsp:spPr>
        <a:xfrm>
          <a:off x="709629" y="1862623"/>
          <a:ext cx="939956" cy="486667"/>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68674" numCol="1" spcCol="1270" anchor="ctr" anchorCtr="0">
          <a:noAutofit/>
        </a:bodyPr>
        <a:lstStyle/>
        <a:p>
          <a:pPr marL="0" lvl="0" indent="0" algn="ctr" defTabSz="622300">
            <a:lnSpc>
              <a:spcPct val="90000"/>
            </a:lnSpc>
            <a:spcBef>
              <a:spcPct val="0"/>
            </a:spcBef>
            <a:spcAft>
              <a:spcPct val="35000"/>
            </a:spcAft>
            <a:buNone/>
          </a:pPr>
          <a:r>
            <a:rPr lang="en-US" sz="1400" kern="1200" dirty="0"/>
            <a:t>Some text here</a:t>
          </a:r>
        </a:p>
      </dsp:txBody>
      <dsp:txXfrm>
        <a:off x="709629" y="1862623"/>
        <a:ext cx="939956" cy="486667"/>
      </dsp:txXfrm>
    </dsp:sp>
    <dsp:sp modelId="{BAD41E60-4D81-40C2-A39B-FA2808769252}">
      <dsp:nvSpPr>
        <dsp:cNvPr id="0" name=""/>
        <dsp:cNvSpPr/>
      </dsp:nvSpPr>
      <dsp:spPr>
        <a:xfrm>
          <a:off x="897620" y="2241143"/>
          <a:ext cx="845961" cy="162222"/>
        </a:xfrm>
        <a:prstGeom prst="rect">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5400" tIns="6350" rIns="25400" bIns="6350" numCol="1" spcCol="1270" anchor="ctr" anchorCtr="0">
          <a:noAutofit/>
        </a:bodyPr>
        <a:lstStyle/>
        <a:p>
          <a:pPr marL="0" lvl="0" indent="0" algn="r" defTabSz="444500">
            <a:lnSpc>
              <a:spcPct val="90000"/>
            </a:lnSpc>
            <a:spcBef>
              <a:spcPct val="0"/>
            </a:spcBef>
            <a:spcAft>
              <a:spcPct val="35000"/>
            </a:spcAft>
            <a:buNone/>
          </a:pPr>
          <a:endParaRPr lang="en-US" sz="1000" kern="1200"/>
        </a:p>
      </dsp:txBody>
      <dsp:txXfrm>
        <a:off x="897620" y="2241143"/>
        <a:ext cx="845961" cy="162222"/>
      </dsp:txXfrm>
    </dsp:sp>
    <dsp:sp modelId="{BCE6CA81-80A7-4DFA-B678-F7F1AEDBF390}">
      <dsp:nvSpPr>
        <dsp:cNvPr id="0" name=""/>
        <dsp:cNvSpPr/>
      </dsp:nvSpPr>
      <dsp:spPr>
        <a:xfrm>
          <a:off x="79097" y="2630477"/>
          <a:ext cx="939956" cy="486667"/>
        </a:xfrm>
        <a:prstGeom prst="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68674" numCol="1" spcCol="1270" anchor="ctr" anchorCtr="0">
          <a:noAutofit/>
        </a:bodyPr>
        <a:lstStyle/>
        <a:p>
          <a:pPr marL="0" lvl="0" indent="0" algn="ctr" defTabSz="622300">
            <a:lnSpc>
              <a:spcPct val="90000"/>
            </a:lnSpc>
            <a:spcBef>
              <a:spcPct val="0"/>
            </a:spcBef>
            <a:spcAft>
              <a:spcPct val="35000"/>
            </a:spcAft>
            <a:buNone/>
          </a:pPr>
          <a:r>
            <a:rPr lang="en-US" sz="1400" kern="1200" dirty="0"/>
            <a:t>Some text here</a:t>
          </a:r>
        </a:p>
      </dsp:txBody>
      <dsp:txXfrm>
        <a:off x="79097" y="2630477"/>
        <a:ext cx="939956" cy="486667"/>
      </dsp:txXfrm>
    </dsp:sp>
    <dsp:sp modelId="{83237109-3EAF-4B0A-A38A-D32E24BF7CE8}">
      <dsp:nvSpPr>
        <dsp:cNvPr id="0" name=""/>
        <dsp:cNvSpPr/>
      </dsp:nvSpPr>
      <dsp:spPr>
        <a:xfrm>
          <a:off x="267088" y="3008997"/>
          <a:ext cx="845961" cy="162222"/>
        </a:xfrm>
        <a:prstGeom prst="rect">
          <a:avLst/>
        </a:prstGeom>
        <a:solidFill>
          <a:schemeClr val="lt1">
            <a:alpha val="90000"/>
            <a:hueOff val="0"/>
            <a:satOff val="0"/>
            <a:lumOff val="0"/>
            <a:alphaOff val="0"/>
          </a:schemeClr>
        </a:solidFill>
        <a:ln w="9525" cap="flat" cmpd="sng" algn="ctr">
          <a:solidFill>
            <a:schemeClr val="accent3">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5400" tIns="6350" rIns="25400" bIns="6350" numCol="1" spcCol="1270" anchor="ctr" anchorCtr="0">
          <a:noAutofit/>
        </a:bodyPr>
        <a:lstStyle/>
        <a:p>
          <a:pPr marL="0" lvl="0" indent="0" algn="r" defTabSz="444500">
            <a:lnSpc>
              <a:spcPct val="90000"/>
            </a:lnSpc>
            <a:spcBef>
              <a:spcPct val="0"/>
            </a:spcBef>
            <a:spcAft>
              <a:spcPct val="35000"/>
            </a:spcAft>
            <a:buNone/>
          </a:pPr>
          <a:endParaRPr lang="en-US" sz="1000" kern="1200"/>
        </a:p>
      </dsp:txBody>
      <dsp:txXfrm>
        <a:off x="267088" y="3008997"/>
        <a:ext cx="845961" cy="162222"/>
      </dsp:txXfrm>
    </dsp:sp>
    <dsp:sp modelId="{C6293E6B-31EC-4FED-A5CC-E598868219EC}">
      <dsp:nvSpPr>
        <dsp:cNvPr id="0" name=""/>
        <dsp:cNvSpPr/>
      </dsp:nvSpPr>
      <dsp:spPr>
        <a:xfrm>
          <a:off x="1340161" y="2630477"/>
          <a:ext cx="939956" cy="486667"/>
        </a:xfrm>
        <a:prstGeom prst="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68674" numCol="1" spcCol="1270" anchor="ctr" anchorCtr="0">
          <a:noAutofit/>
        </a:bodyPr>
        <a:lstStyle/>
        <a:p>
          <a:pPr marL="0" lvl="0" indent="0" algn="ctr" defTabSz="622300">
            <a:lnSpc>
              <a:spcPct val="90000"/>
            </a:lnSpc>
            <a:spcBef>
              <a:spcPct val="0"/>
            </a:spcBef>
            <a:spcAft>
              <a:spcPct val="35000"/>
            </a:spcAft>
            <a:buNone/>
          </a:pPr>
          <a:r>
            <a:rPr lang="en-US" sz="1400" kern="1200" dirty="0"/>
            <a:t>Some text here</a:t>
          </a:r>
        </a:p>
      </dsp:txBody>
      <dsp:txXfrm>
        <a:off x="1340161" y="2630477"/>
        <a:ext cx="939956" cy="486667"/>
      </dsp:txXfrm>
    </dsp:sp>
    <dsp:sp modelId="{C2D6C54C-1398-46D9-BD7B-965E364C4B7E}">
      <dsp:nvSpPr>
        <dsp:cNvPr id="0" name=""/>
        <dsp:cNvSpPr/>
      </dsp:nvSpPr>
      <dsp:spPr>
        <a:xfrm>
          <a:off x="1528152" y="3008997"/>
          <a:ext cx="845961" cy="162222"/>
        </a:xfrm>
        <a:prstGeom prst="rect">
          <a:avLst/>
        </a:prstGeom>
        <a:solidFill>
          <a:schemeClr val="lt1">
            <a:alpha val="90000"/>
            <a:hueOff val="0"/>
            <a:satOff val="0"/>
            <a:lumOff val="0"/>
            <a:alphaOff val="0"/>
          </a:schemeClr>
        </a:solidFill>
        <a:ln w="9525" cap="flat" cmpd="sng" algn="ctr">
          <a:solidFill>
            <a:schemeClr val="accent4">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5400" tIns="6350" rIns="25400" bIns="6350" numCol="1" spcCol="1270" anchor="ctr" anchorCtr="0">
          <a:noAutofit/>
        </a:bodyPr>
        <a:lstStyle/>
        <a:p>
          <a:pPr marL="0" lvl="0" indent="0" algn="r" defTabSz="444500">
            <a:lnSpc>
              <a:spcPct val="90000"/>
            </a:lnSpc>
            <a:spcBef>
              <a:spcPct val="0"/>
            </a:spcBef>
            <a:spcAft>
              <a:spcPct val="35000"/>
            </a:spcAft>
            <a:buNone/>
          </a:pPr>
          <a:endParaRPr lang="en-US" sz="1000" kern="1200"/>
        </a:p>
      </dsp:txBody>
      <dsp:txXfrm>
        <a:off x="1528152" y="3008997"/>
        <a:ext cx="845961" cy="162222"/>
      </dsp:txXfrm>
    </dsp:sp>
    <dsp:sp modelId="{71B02149-6D92-4665-BBB2-B752AFB75666}">
      <dsp:nvSpPr>
        <dsp:cNvPr id="0" name=""/>
        <dsp:cNvSpPr/>
      </dsp:nvSpPr>
      <dsp:spPr>
        <a:xfrm>
          <a:off x="1970693" y="1862623"/>
          <a:ext cx="939956" cy="486667"/>
        </a:xfrm>
        <a:prstGeom prst="rect">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68674" numCol="1" spcCol="1270" anchor="ctr" anchorCtr="0">
          <a:noAutofit/>
        </a:bodyPr>
        <a:lstStyle/>
        <a:p>
          <a:pPr marL="0" lvl="0" indent="0" algn="ctr" defTabSz="622300">
            <a:lnSpc>
              <a:spcPct val="90000"/>
            </a:lnSpc>
            <a:spcBef>
              <a:spcPct val="0"/>
            </a:spcBef>
            <a:spcAft>
              <a:spcPct val="35000"/>
            </a:spcAft>
            <a:buNone/>
          </a:pPr>
          <a:r>
            <a:rPr lang="en-US" sz="1400" kern="1200" dirty="0"/>
            <a:t>Some text here</a:t>
          </a:r>
        </a:p>
      </dsp:txBody>
      <dsp:txXfrm>
        <a:off x="1970693" y="1862623"/>
        <a:ext cx="939956" cy="486667"/>
      </dsp:txXfrm>
    </dsp:sp>
    <dsp:sp modelId="{9C2CC31B-0686-4FE8-9FE5-878BF503F954}">
      <dsp:nvSpPr>
        <dsp:cNvPr id="0" name=""/>
        <dsp:cNvSpPr/>
      </dsp:nvSpPr>
      <dsp:spPr>
        <a:xfrm>
          <a:off x="2158684" y="2241143"/>
          <a:ext cx="845961" cy="162222"/>
        </a:xfrm>
        <a:prstGeom prst="rect">
          <a:avLst/>
        </a:prstGeom>
        <a:solidFill>
          <a:schemeClr val="lt1">
            <a:alpha val="90000"/>
            <a:hueOff val="0"/>
            <a:satOff val="0"/>
            <a:lumOff val="0"/>
            <a:alphaOff val="0"/>
          </a:schemeClr>
        </a:solidFill>
        <a:ln w="9525" cap="flat" cmpd="sng" algn="ctr">
          <a:solidFill>
            <a:schemeClr val="accent5">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5400" tIns="6350" rIns="25400" bIns="6350" numCol="1" spcCol="1270" anchor="ctr" anchorCtr="0">
          <a:noAutofit/>
        </a:bodyPr>
        <a:lstStyle/>
        <a:p>
          <a:pPr marL="0" lvl="0" indent="0" algn="r" defTabSz="444500">
            <a:lnSpc>
              <a:spcPct val="90000"/>
            </a:lnSpc>
            <a:spcBef>
              <a:spcPct val="0"/>
            </a:spcBef>
            <a:spcAft>
              <a:spcPct val="35000"/>
            </a:spcAft>
            <a:buNone/>
          </a:pPr>
          <a:endParaRPr lang="en-US" sz="1000" kern="1200"/>
        </a:p>
      </dsp:txBody>
      <dsp:txXfrm>
        <a:off x="2158684" y="2241143"/>
        <a:ext cx="845961" cy="162222"/>
      </dsp:txXfrm>
    </dsp:sp>
    <dsp:sp modelId="{416D4128-413D-40AE-9225-24F788262957}">
      <dsp:nvSpPr>
        <dsp:cNvPr id="0" name=""/>
        <dsp:cNvSpPr/>
      </dsp:nvSpPr>
      <dsp:spPr>
        <a:xfrm>
          <a:off x="3231757" y="1862623"/>
          <a:ext cx="939956" cy="486667"/>
        </a:xfrm>
        <a:prstGeom prst="rect">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68674" numCol="1" spcCol="1270" anchor="ctr" anchorCtr="0">
          <a:noAutofit/>
        </a:bodyPr>
        <a:lstStyle/>
        <a:p>
          <a:pPr marL="0" lvl="0" indent="0" algn="ctr" defTabSz="622300">
            <a:lnSpc>
              <a:spcPct val="90000"/>
            </a:lnSpc>
            <a:spcBef>
              <a:spcPct val="0"/>
            </a:spcBef>
            <a:spcAft>
              <a:spcPct val="35000"/>
            </a:spcAft>
            <a:buNone/>
          </a:pPr>
          <a:r>
            <a:rPr lang="en-US" sz="1400" kern="1200" dirty="0"/>
            <a:t>Some text here</a:t>
          </a:r>
        </a:p>
      </dsp:txBody>
      <dsp:txXfrm>
        <a:off x="3231757" y="1862623"/>
        <a:ext cx="939956" cy="486667"/>
      </dsp:txXfrm>
    </dsp:sp>
    <dsp:sp modelId="{310905D4-61DC-4AE5-822D-EECEB57A60A9}">
      <dsp:nvSpPr>
        <dsp:cNvPr id="0" name=""/>
        <dsp:cNvSpPr/>
      </dsp:nvSpPr>
      <dsp:spPr>
        <a:xfrm>
          <a:off x="3419749" y="2241143"/>
          <a:ext cx="845961" cy="162222"/>
        </a:xfrm>
        <a:prstGeom prst="rect">
          <a:avLst/>
        </a:prstGeom>
        <a:solidFill>
          <a:schemeClr val="lt1">
            <a:alpha val="90000"/>
            <a:hueOff val="0"/>
            <a:satOff val="0"/>
            <a:lumOff val="0"/>
            <a:alphaOff val="0"/>
          </a:schemeClr>
        </a:solidFill>
        <a:ln w="9525" cap="flat"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5400" tIns="6350" rIns="25400" bIns="6350" numCol="1" spcCol="1270" anchor="ctr" anchorCtr="0">
          <a:noAutofit/>
        </a:bodyPr>
        <a:lstStyle/>
        <a:p>
          <a:pPr marL="0" lvl="0" indent="0" algn="r" defTabSz="444500">
            <a:lnSpc>
              <a:spcPct val="90000"/>
            </a:lnSpc>
            <a:spcBef>
              <a:spcPct val="0"/>
            </a:spcBef>
            <a:spcAft>
              <a:spcPct val="35000"/>
            </a:spcAft>
            <a:buNone/>
          </a:pPr>
          <a:endParaRPr lang="en-US" sz="1000" kern="1200"/>
        </a:p>
      </dsp:txBody>
      <dsp:txXfrm>
        <a:off x="3419749" y="2241143"/>
        <a:ext cx="845961" cy="162222"/>
      </dsp:txXfrm>
    </dsp:sp>
    <dsp:sp modelId="{FF37F2C4-E3A8-4106-89DB-3935CE6891A2}">
      <dsp:nvSpPr>
        <dsp:cNvPr id="0" name=""/>
        <dsp:cNvSpPr/>
      </dsp:nvSpPr>
      <dsp:spPr>
        <a:xfrm>
          <a:off x="5753886" y="1094770"/>
          <a:ext cx="939956" cy="486667"/>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68674" numCol="1" spcCol="1270" anchor="ctr" anchorCtr="0">
          <a:noAutofit/>
        </a:bodyPr>
        <a:lstStyle/>
        <a:p>
          <a:pPr marL="0" lvl="0" indent="0" algn="ctr" defTabSz="622300">
            <a:lnSpc>
              <a:spcPct val="90000"/>
            </a:lnSpc>
            <a:spcBef>
              <a:spcPct val="0"/>
            </a:spcBef>
            <a:spcAft>
              <a:spcPct val="35000"/>
            </a:spcAft>
            <a:buNone/>
          </a:pPr>
          <a:r>
            <a:rPr lang="en-US" sz="1400" kern="1200" dirty="0"/>
            <a:t>Lorem Ipsum</a:t>
          </a:r>
        </a:p>
      </dsp:txBody>
      <dsp:txXfrm>
        <a:off x="5753886" y="1094770"/>
        <a:ext cx="939956" cy="486667"/>
      </dsp:txXfrm>
    </dsp:sp>
    <dsp:sp modelId="{CDEA6377-6F1A-492D-AE79-AC9E75EAB0DC}">
      <dsp:nvSpPr>
        <dsp:cNvPr id="0" name=""/>
        <dsp:cNvSpPr/>
      </dsp:nvSpPr>
      <dsp:spPr>
        <a:xfrm>
          <a:off x="5941877" y="1473289"/>
          <a:ext cx="845961" cy="162222"/>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5400" tIns="6350" rIns="25400" bIns="6350" numCol="1" spcCol="1270" anchor="ctr" anchorCtr="0">
          <a:noAutofit/>
        </a:bodyPr>
        <a:lstStyle/>
        <a:p>
          <a:pPr marL="0" lvl="0" indent="0" algn="r" defTabSz="444500">
            <a:lnSpc>
              <a:spcPct val="90000"/>
            </a:lnSpc>
            <a:spcBef>
              <a:spcPct val="0"/>
            </a:spcBef>
            <a:spcAft>
              <a:spcPct val="35000"/>
            </a:spcAft>
            <a:buNone/>
          </a:pPr>
          <a:endParaRPr lang="en-US" sz="1000" kern="1200"/>
        </a:p>
      </dsp:txBody>
      <dsp:txXfrm>
        <a:off x="5941877" y="1473289"/>
        <a:ext cx="845961" cy="162222"/>
      </dsp:txXfrm>
    </dsp:sp>
    <dsp:sp modelId="{B160069C-4F70-4B2F-A8DE-B3C41A61DED3}">
      <dsp:nvSpPr>
        <dsp:cNvPr id="0" name=""/>
        <dsp:cNvSpPr/>
      </dsp:nvSpPr>
      <dsp:spPr>
        <a:xfrm>
          <a:off x="4492821" y="1862623"/>
          <a:ext cx="939956" cy="486667"/>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68674" numCol="1" spcCol="1270" anchor="ctr" anchorCtr="0">
          <a:noAutofit/>
        </a:bodyPr>
        <a:lstStyle/>
        <a:p>
          <a:pPr marL="0" lvl="0" indent="0" algn="ctr" defTabSz="622300">
            <a:lnSpc>
              <a:spcPct val="90000"/>
            </a:lnSpc>
            <a:spcBef>
              <a:spcPct val="0"/>
            </a:spcBef>
            <a:spcAft>
              <a:spcPct val="35000"/>
            </a:spcAft>
            <a:buNone/>
          </a:pPr>
          <a:r>
            <a:rPr lang="en-US" sz="1400" kern="1200" dirty="0"/>
            <a:t>Some text here</a:t>
          </a:r>
        </a:p>
      </dsp:txBody>
      <dsp:txXfrm>
        <a:off x="4492821" y="1862623"/>
        <a:ext cx="939956" cy="486667"/>
      </dsp:txXfrm>
    </dsp:sp>
    <dsp:sp modelId="{CFF45394-0034-4E3C-8B8D-9DA1D72174DC}">
      <dsp:nvSpPr>
        <dsp:cNvPr id="0" name=""/>
        <dsp:cNvSpPr/>
      </dsp:nvSpPr>
      <dsp:spPr>
        <a:xfrm>
          <a:off x="4680813" y="2241143"/>
          <a:ext cx="845961" cy="162222"/>
        </a:xfrm>
        <a:prstGeom prst="rect">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5400" tIns="6350" rIns="25400" bIns="6350" numCol="1" spcCol="1270" anchor="ctr" anchorCtr="0">
          <a:noAutofit/>
        </a:bodyPr>
        <a:lstStyle/>
        <a:p>
          <a:pPr marL="0" lvl="0" indent="0" algn="r" defTabSz="444500">
            <a:lnSpc>
              <a:spcPct val="90000"/>
            </a:lnSpc>
            <a:spcBef>
              <a:spcPct val="0"/>
            </a:spcBef>
            <a:spcAft>
              <a:spcPct val="35000"/>
            </a:spcAft>
            <a:buNone/>
          </a:pPr>
          <a:endParaRPr lang="en-US" sz="1000" kern="1200"/>
        </a:p>
      </dsp:txBody>
      <dsp:txXfrm>
        <a:off x="4680813" y="2241143"/>
        <a:ext cx="845961" cy="162222"/>
      </dsp:txXfrm>
    </dsp:sp>
    <dsp:sp modelId="{9D4C785C-54E8-4F7C-AC1D-4DB359F09645}">
      <dsp:nvSpPr>
        <dsp:cNvPr id="0" name=""/>
        <dsp:cNvSpPr/>
      </dsp:nvSpPr>
      <dsp:spPr>
        <a:xfrm>
          <a:off x="5753886" y="1862623"/>
          <a:ext cx="939956" cy="486667"/>
        </a:xfrm>
        <a:prstGeom prst="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68674" numCol="1" spcCol="1270" anchor="ctr" anchorCtr="0">
          <a:noAutofit/>
        </a:bodyPr>
        <a:lstStyle/>
        <a:p>
          <a:pPr marL="0" lvl="0" indent="0" algn="ctr" defTabSz="622300">
            <a:lnSpc>
              <a:spcPct val="90000"/>
            </a:lnSpc>
            <a:spcBef>
              <a:spcPct val="0"/>
            </a:spcBef>
            <a:spcAft>
              <a:spcPct val="35000"/>
            </a:spcAft>
            <a:buNone/>
          </a:pPr>
          <a:r>
            <a:rPr lang="en-US" sz="1400" kern="1200" dirty="0"/>
            <a:t>Some text here</a:t>
          </a:r>
        </a:p>
      </dsp:txBody>
      <dsp:txXfrm>
        <a:off x="5753886" y="1862623"/>
        <a:ext cx="939956" cy="486667"/>
      </dsp:txXfrm>
    </dsp:sp>
    <dsp:sp modelId="{366E6592-9507-4AF0-B172-E993907837F8}">
      <dsp:nvSpPr>
        <dsp:cNvPr id="0" name=""/>
        <dsp:cNvSpPr/>
      </dsp:nvSpPr>
      <dsp:spPr>
        <a:xfrm>
          <a:off x="5941877" y="2241143"/>
          <a:ext cx="845961" cy="162222"/>
        </a:xfrm>
        <a:prstGeom prst="rect">
          <a:avLst/>
        </a:prstGeom>
        <a:solidFill>
          <a:schemeClr val="lt1">
            <a:alpha val="90000"/>
            <a:hueOff val="0"/>
            <a:satOff val="0"/>
            <a:lumOff val="0"/>
            <a:alphaOff val="0"/>
          </a:schemeClr>
        </a:solidFill>
        <a:ln w="9525" cap="flat" cmpd="sng" algn="ctr">
          <a:solidFill>
            <a:schemeClr val="accent3">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5400" tIns="6350" rIns="25400" bIns="6350" numCol="1" spcCol="1270" anchor="ctr" anchorCtr="0">
          <a:noAutofit/>
        </a:bodyPr>
        <a:lstStyle/>
        <a:p>
          <a:pPr marL="0" lvl="0" indent="0" algn="r" defTabSz="444500">
            <a:lnSpc>
              <a:spcPct val="90000"/>
            </a:lnSpc>
            <a:spcBef>
              <a:spcPct val="0"/>
            </a:spcBef>
            <a:spcAft>
              <a:spcPct val="35000"/>
            </a:spcAft>
            <a:buNone/>
          </a:pPr>
          <a:endParaRPr lang="en-US" sz="1000" kern="1200"/>
        </a:p>
      </dsp:txBody>
      <dsp:txXfrm>
        <a:off x="5941877" y="2241143"/>
        <a:ext cx="845961" cy="162222"/>
      </dsp:txXfrm>
    </dsp:sp>
    <dsp:sp modelId="{396C9A66-CD4A-4ABD-BC64-41662EFA5E6A}">
      <dsp:nvSpPr>
        <dsp:cNvPr id="0" name=""/>
        <dsp:cNvSpPr/>
      </dsp:nvSpPr>
      <dsp:spPr>
        <a:xfrm>
          <a:off x="5123354" y="2630477"/>
          <a:ext cx="939956" cy="486667"/>
        </a:xfrm>
        <a:prstGeom prst="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68674" numCol="1" spcCol="1270" anchor="ctr" anchorCtr="0">
          <a:noAutofit/>
        </a:bodyPr>
        <a:lstStyle/>
        <a:p>
          <a:pPr marL="0" lvl="0" indent="0" algn="ctr" defTabSz="622300">
            <a:lnSpc>
              <a:spcPct val="90000"/>
            </a:lnSpc>
            <a:spcBef>
              <a:spcPct val="0"/>
            </a:spcBef>
            <a:spcAft>
              <a:spcPct val="35000"/>
            </a:spcAft>
            <a:buNone/>
          </a:pPr>
          <a:r>
            <a:rPr lang="en-US" sz="1400" kern="1200" dirty="0"/>
            <a:t>Some text here</a:t>
          </a:r>
        </a:p>
      </dsp:txBody>
      <dsp:txXfrm>
        <a:off x="5123354" y="2630477"/>
        <a:ext cx="939956" cy="486667"/>
      </dsp:txXfrm>
    </dsp:sp>
    <dsp:sp modelId="{E7DCBB63-885F-476D-A522-CB364ADBE9E8}">
      <dsp:nvSpPr>
        <dsp:cNvPr id="0" name=""/>
        <dsp:cNvSpPr/>
      </dsp:nvSpPr>
      <dsp:spPr>
        <a:xfrm>
          <a:off x="5311345" y="3008997"/>
          <a:ext cx="845961" cy="162222"/>
        </a:xfrm>
        <a:prstGeom prst="rect">
          <a:avLst/>
        </a:prstGeom>
        <a:solidFill>
          <a:schemeClr val="lt1">
            <a:alpha val="90000"/>
            <a:hueOff val="0"/>
            <a:satOff val="0"/>
            <a:lumOff val="0"/>
            <a:alphaOff val="0"/>
          </a:schemeClr>
        </a:solidFill>
        <a:ln w="9525" cap="flat" cmpd="sng" algn="ctr">
          <a:solidFill>
            <a:schemeClr val="accent4">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5400" tIns="6350" rIns="25400" bIns="6350" numCol="1" spcCol="1270" anchor="ctr" anchorCtr="0">
          <a:noAutofit/>
        </a:bodyPr>
        <a:lstStyle/>
        <a:p>
          <a:pPr marL="0" lvl="0" indent="0" algn="r" defTabSz="444500">
            <a:lnSpc>
              <a:spcPct val="90000"/>
            </a:lnSpc>
            <a:spcBef>
              <a:spcPct val="0"/>
            </a:spcBef>
            <a:spcAft>
              <a:spcPct val="35000"/>
            </a:spcAft>
            <a:buNone/>
          </a:pPr>
          <a:endParaRPr lang="en-US" sz="1000" kern="1200"/>
        </a:p>
      </dsp:txBody>
      <dsp:txXfrm>
        <a:off x="5311345" y="3008997"/>
        <a:ext cx="845961" cy="162222"/>
      </dsp:txXfrm>
    </dsp:sp>
    <dsp:sp modelId="{556278DD-0A78-428A-A586-0A7364CA8F32}">
      <dsp:nvSpPr>
        <dsp:cNvPr id="0" name=""/>
        <dsp:cNvSpPr/>
      </dsp:nvSpPr>
      <dsp:spPr>
        <a:xfrm>
          <a:off x="6384418" y="2630477"/>
          <a:ext cx="939956" cy="486667"/>
        </a:xfrm>
        <a:prstGeom prst="rect">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68674" numCol="1" spcCol="1270" anchor="ctr" anchorCtr="0">
          <a:noAutofit/>
        </a:bodyPr>
        <a:lstStyle/>
        <a:p>
          <a:pPr marL="0" lvl="0" indent="0" algn="ctr" defTabSz="622300">
            <a:lnSpc>
              <a:spcPct val="90000"/>
            </a:lnSpc>
            <a:spcBef>
              <a:spcPct val="0"/>
            </a:spcBef>
            <a:spcAft>
              <a:spcPct val="35000"/>
            </a:spcAft>
            <a:buNone/>
          </a:pPr>
          <a:r>
            <a:rPr lang="en-US" sz="1400" kern="1200" dirty="0"/>
            <a:t>Some text here</a:t>
          </a:r>
        </a:p>
      </dsp:txBody>
      <dsp:txXfrm>
        <a:off x="6384418" y="2630477"/>
        <a:ext cx="939956" cy="486667"/>
      </dsp:txXfrm>
    </dsp:sp>
    <dsp:sp modelId="{B1EF347F-E12F-4E6B-86A9-48CAADD6664A}">
      <dsp:nvSpPr>
        <dsp:cNvPr id="0" name=""/>
        <dsp:cNvSpPr/>
      </dsp:nvSpPr>
      <dsp:spPr>
        <a:xfrm>
          <a:off x="6572409" y="3008997"/>
          <a:ext cx="845961" cy="162222"/>
        </a:xfrm>
        <a:prstGeom prst="rect">
          <a:avLst/>
        </a:prstGeom>
        <a:solidFill>
          <a:schemeClr val="lt1">
            <a:alpha val="90000"/>
            <a:hueOff val="0"/>
            <a:satOff val="0"/>
            <a:lumOff val="0"/>
            <a:alphaOff val="0"/>
          </a:schemeClr>
        </a:solidFill>
        <a:ln w="9525" cap="flat" cmpd="sng" algn="ctr">
          <a:solidFill>
            <a:schemeClr val="accent5">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5400" tIns="6350" rIns="25400" bIns="6350" numCol="1" spcCol="1270" anchor="ctr" anchorCtr="0">
          <a:noAutofit/>
        </a:bodyPr>
        <a:lstStyle/>
        <a:p>
          <a:pPr marL="0" lvl="0" indent="0" algn="r" defTabSz="444500">
            <a:lnSpc>
              <a:spcPct val="90000"/>
            </a:lnSpc>
            <a:spcBef>
              <a:spcPct val="0"/>
            </a:spcBef>
            <a:spcAft>
              <a:spcPct val="35000"/>
            </a:spcAft>
            <a:buNone/>
          </a:pPr>
          <a:endParaRPr lang="en-US" sz="1000" kern="1200"/>
        </a:p>
      </dsp:txBody>
      <dsp:txXfrm>
        <a:off x="6572409" y="3008997"/>
        <a:ext cx="845961" cy="162222"/>
      </dsp:txXfrm>
    </dsp:sp>
    <dsp:sp modelId="{83B3626C-E8BF-4BF4-83B0-77AE176E37C3}">
      <dsp:nvSpPr>
        <dsp:cNvPr id="0" name=""/>
        <dsp:cNvSpPr/>
      </dsp:nvSpPr>
      <dsp:spPr>
        <a:xfrm>
          <a:off x="7014950" y="1862623"/>
          <a:ext cx="939956" cy="486667"/>
        </a:xfrm>
        <a:prstGeom prst="rect">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890" tIns="8890" rIns="8890" bIns="68674" numCol="1" spcCol="1270" anchor="ctr" anchorCtr="0">
          <a:noAutofit/>
        </a:bodyPr>
        <a:lstStyle/>
        <a:p>
          <a:pPr marL="0" lvl="0" indent="0" algn="ctr" defTabSz="622300">
            <a:lnSpc>
              <a:spcPct val="90000"/>
            </a:lnSpc>
            <a:spcBef>
              <a:spcPct val="0"/>
            </a:spcBef>
            <a:spcAft>
              <a:spcPct val="35000"/>
            </a:spcAft>
            <a:buNone/>
          </a:pPr>
          <a:r>
            <a:rPr lang="en-US" sz="1400" kern="1200"/>
            <a:t>Some </a:t>
          </a:r>
          <a:r>
            <a:rPr lang="en-US" sz="1400" kern="1200" dirty="0"/>
            <a:t>text here</a:t>
          </a:r>
          <a:endParaRPr lang="en-US" sz="1400" kern="1200"/>
        </a:p>
      </dsp:txBody>
      <dsp:txXfrm>
        <a:off x="7014950" y="1862623"/>
        <a:ext cx="939956" cy="486667"/>
      </dsp:txXfrm>
    </dsp:sp>
    <dsp:sp modelId="{51ECCC26-CDE3-4024-ACDB-54FD6194032C}">
      <dsp:nvSpPr>
        <dsp:cNvPr id="0" name=""/>
        <dsp:cNvSpPr/>
      </dsp:nvSpPr>
      <dsp:spPr>
        <a:xfrm>
          <a:off x="7202941" y="2241143"/>
          <a:ext cx="845961" cy="162222"/>
        </a:xfrm>
        <a:prstGeom prst="rect">
          <a:avLst/>
        </a:prstGeom>
        <a:solidFill>
          <a:schemeClr val="lt1">
            <a:alpha val="90000"/>
            <a:hueOff val="0"/>
            <a:satOff val="0"/>
            <a:lumOff val="0"/>
            <a:alphaOff val="0"/>
          </a:schemeClr>
        </a:solidFill>
        <a:ln w="9525" cap="flat"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5400" tIns="6350" rIns="25400" bIns="6350" numCol="1" spcCol="1270" anchor="ctr" anchorCtr="0">
          <a:noAutofit/>
        </a:bodyPr>
        <a:lstStyle/>
        <a:p>
          <a:pPr marL="0" lvl="0" indent="0" algn="r" defTabSz="444500">
            <a:lnSpc>
              <a:spcPct val="90000"/>
            </a:lnSpc>
            <a:spcBef>
              <a:spcPct val="0"/>
            </a:spcBef>
            <a:spcAft>
              <a:spcPct val="35000"/>
            </a:spcAft>
            <a:buNone/>
          </a:pPr>
          <a:endParaRPr lang="en-US" sz="1000" kern="1200"/>
        </a:p>
      </dsp:txBody>
      <dsp:txXfrm>
        <a:off x="7202941" y="2241143"/>
        <a:ext cx="845961" cy="162222"/>
      </dsp:txXfrm>
    </dsp:sp>
  </dsp:spTree>
</dsp:drawing>
</file>

<file path=ppt/diagrams/drawing10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84E29A-A958-48CB-983B-988CDCF661FA}">
      <dsp:nvSpPr>
        <dsp:cNvPr id="0" name=""/>
        <dsp:cNvSpPr/>
      </dsp:nvSpPr>
      <dsp:spPr>
        <a:xfrm>
          <a:off x="6312024" y="890875"/>
          <a:ext cx="1284585" cy="222944"/>
        </a:xfrm>
        <a:custGeom>
          <a:avLst/>
          <a:gdLst/>
          <a:ahLst/>
          <a:cxnLst/>
          <a:rect l="0" t="0" r="0" b="0"/>
          <a:pathLst>
            <a:path>
              <a:moveTo>
                <a:pt x="0" y="0"/>
              </a:moveTo>
              <a:lnTo>
                <a:pt x="0" y="111472"/>
              </a:lnTo>
              <a:lnTo>
                <a:pt x="1284585" y="111472"/>
              </a:lnTo>
              <a:lnTo>
                <a:pt x="1284585" y="222944"/>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638BD4C2-B92C-4523-B4AD-76034BFE877A}">
      <dsp:nvSpPr>
        <dsp:cNvPr id="0" name=""/>
        <dsp:cNvSpPr/>
      </dsp:nvSpPr>
      <dsp:spPr>
        <a:xfrm>
          <a:off x="6312024" y="1644640"/>
          <a:ext cx="488354" cy="1072257"/>
        </a:xfrm>
        <a:custGeom>
          <a:avLst/>
          <a:gdLst/>
          <a:ahLst/>
          <a:cxnLst/>
          <a:rect l="0" t="0" r="0" b="0"/>
          <a:pathLst>
            <a:path>
              <a:moveTo>
                <a:pt x="0" y="0"/>
              </a:moveTo>
              <a:lnTo>
                <a:pt x="0" y="1072257"/>
              </a:lnTo>
              <a:lnTo>
                <a:pt x="488354" y="1072257"/>
              </a:lnTo>
            </a:path>
          </a:pathLst>
        </a:custGeom>
        <a:noFill/>
        <a:ln w="9525" cap="flat" cmpd="sng" algn="ctr">
          <a:solidFill>
            <a:schemeClr val="accent3">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E1FB52A4-D57C-4E32-80DD-DF8AA3B8853A}">
      <dsp:nvSpPr>
        <dsp:cNvPr id="0" name=""/>
        <dsp:cNvSpPr/>
      </dsp:nvSpPr>
      <dsp:spPr>
        <a:xfrm>
          <a:off x="6312024" y="1644640"/>
          <a:ext cx="488354" cy="318492"/>
        </a:xfrm>
        <a:custGeom>
          <a:avLst/>
          <a:gdLst/>
          <a:ahLst/>
          <a:cxnLst/>
          <a:rect l="0" t="0" r="0" b="0"/>
          <a:pathLst>
            <a:path>
              <a:moveTo>
                <a:pt x="0" y="0"/>
              </a:moveTo>
              <a:lnTo>
                <a:pt x="0" y="318492"/>
              </a:lnTo>
              <a:lnTo>
                <a:pt x="488354" y="318492"/>
              </a:lnTo>
            </a:path>
          </a:pathLst>
        </a:custGeom>
        <a:noFill/>
        <a:ln w="9525" cap="flat" cmpd="sng" algn="ctr">
          <a:solidFill>
            <a:schemeClr val="accent3">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2955F026-9E6D-42EC-9C84-F386921386D5}">
      <dsp:nvSpPr>
        <dsp:cNvPr id="0" name=""/>
        <dsp:cNvSpPr/>
      </dsp:nvSpPr>
      <dsp:spPr>
        <a:xfrm>
          <a:off x="6266304" y="890875"/>
          <a:ext cx="91440" cy="222944"/>
        </a:xfrm>
        <a:custGeom>
          <a:avLst/>
          <a:gdLst/>
          <a:ahLst/>
          <a:cxnLst/>
          <a:rect l="0" t="0" r="0" b="0"/>
          <a:pathLst>
            <a:path>
              <a:moveTo>
                <a:pt x="45720" y="0"/>
              </a:moveTo>
              <a:lnTo>
                <a:pt x="45720" y="222944"/>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81E3EFB-CBAD-4EED-9421-6A6457DD2686}">
      <dsp:nvSpPr>
        <dsp:cNvPr id="0" name=""/>
        <dsp:cNvSpPr/>
      </dsp:nvSpPr>
      <dsp:spPr>
        <a:xfrm>
          <a:off x="5027438" y="890875"/>
          <a:ext cx="1284585" cy="222944"/>
        </a:xfrm>
        <a:custGeom>
          <a:avLst/>
          <a:gdLst/>
          <a:ahLst/>
          <a:cxnLst/>
          <a:rect l="0" t="0" r="0" b="0"/>
          <a:pathLst>
            <a:path>
              <a:moveTo>
                <a:pt x="1284585" y="0"/>
              </a:moveTo>
              <a:lnTo>
                <a:pt x="1284585" y="111472"/>
              </a:lnTo>
              <a:lnTo>
                <a:pt x="0" y="111472"/>
              </a:lnTo>
              <a:lnTo>
                <a:pt x="0" y="222944"/>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93AC7DF-35DC-44FD-9B0D-75D22AE60EAA}">
      <dsp:nvSpPr>
        <dsp:cNvPr id="0" name=""/>
        <dsp:cNvSpPr/>
      </dsp:nvSpPr>
      <dsp:spPr>
        <a:xfrm>
          <a:off x="2458268" y="890875"/>
          <a:ext cx="1284585" cy="222944"/>
        </a:xfrm>
        <a:custGeom>
          <a:avLst/>
          <a:gdLst/>
          <a:ahLst/>
          <a:cxnLst/>
          <a:rect l="0" t="0" r="0" b="0"/>
          <a:pathLst>
            <a:path>
              <a:moveTo>
                <a:pt x="0" y="0"/>
              </a:moveTo>
              <a:lnTo>
                <a:pt x="0" y="111472"/>
              </a:lnTo>
              <a:lnTo>
                <a:pt x="1284585" y="111472"/>
              </a:lnTo>
              <a:lnTo>
                <a:pt x="1284585" y="222944"/>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35F2D3F6-B14B-4698-9A0A-20ACD9074997}">
      <dsp:nvSpPr>
        <dsp:cNvPr id="0" name=""/>
        <dsp:cNvSpPr/>
      </dsp:nvSpPr>
      <dsp:spPr>
        <a:xfrm>
          <a:off x="2412548" y="890875"/>
          <a:ext cx="91440" cy="222944"/>
        </a:xfrm>
        <a:custGeom>
          <a:avLst/>
          <a:gdLst/>
          <a:ahLst/>
          <a:cxnLst/>
          <a:rect l="0" t="0" r="0" b="0"/>
          <a:pathLst>
            <a:path>
              <a:moveTo>
                <a:pt x="45720" y="0"/>
              </a:moveTo>
              <a:lnTo>
                <a:pt x="45720" y="222944"/>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13D6397F-F01E-4080-8F02-4FA1AE79B8AD}">
      <dsp:nvSpPr>
        <dsp:cNvPr id="0" name=""/>
        <dsp:cNvSpPr/>
      </dsp:nvSpPr>
      <dsp:spPr>
        <a:xfrm>
          <a:off x="1173683" y="1644640"/>
          <a:ext cx="642292" cy="222944"/>
        </a:xfrm>
        <a:custGeom>
          <a:avLst/>
          <a:gdLst/>
          <a:ahLst/>
          <a:cxnLst/>
          <a:rect l="0" t="0" r="0" b="0"/>
          <a:pathLst>
            <a:path>
              <a:moveTo>
                <a:pt x="0" y="0"/>
              </a:moveTo>
              <a:lnTo>
                <a:pt x="0" y="111472"/>
              </a:lnTo>
              <a:lnTo>
                <a:pt x="642292" y="111472"/>
              </a:lnTo>
              <a:lnTo>
                <a:pt x="642292" y="222944"/>
              </a:lnTo>
            </a:path>
          </a:pathLst>
        </a:custGeom>
        <a:noFill/>
        <a:ln w="9525" cap="flat" cmpd="sng" algn="ctr">
          <a:solidFill>
            <a:schemeClr val="accent3">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A23C6705-AB48-42F2-8D24-1206097B618E}">
      <dsp:nvSpPr>
        <dsp:cNvPr id="0" name=""/>
        <dsp:cNvSpPr/>
      </dsp:nvSpPr>
      <dsp:spPr>
        <a:xfrm>
          <a:off x="531390" y="2398405"/>
          <a:ext cx="488354" cy="1072257"/>
        </a:xfrm>
        <a:custGeom>
          <a:avLst/>
          <a:gdLst/>
          <a:ahLst/>
          <a:cxnLst/>
          <a:rect l="0" t="0" r="0" b="0"/>
          <a:pathLst>
            <a:path>
              <a:moveTo>
                <a:pt x="0" y="0"/>
              </a:moveTo>
              <a:lnTo>
                <a:pt x="0" y="1072257"/>
              </a:lnTo>
              <a:lnTo>
                <a:pt x="488354" y="1072257"/>
              </a:lnTo>
            </a:path>
          </a:pathLst>
        </a:custGeom>
        <a:noFill/>
        <a:ln w="9525" cap="flat" cmpd="sng" algn="ctr">
          <a:solidFill>
            <a:schemeClr val="accent4">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6F05ECBB-16FF-4F4C-9624-D2D5C7587810}">
      <dsp:nvSpPr>
        <dsp:cNvPr id="0" name=""/>
        <dsp:cNvSpPr/>
      </dsp:nvSpPr>
      <dsp:spPr>
        <a:xfrm>
          <a:off x="531390" y="2398405"/>
          <a:ext cx="488354" cy="318492"/>
        </a:xfrm>
        <a:custGeom>
          <a:avLst/>
          <a:gdLst/>
          <a:ahLst/>
          <a:cxnLst/>
          <a:rect l="0" t="0" r="0" b="0"/>
          <a:pathLst>
            <a:path>
              <a:moveTo>
                <a:pt x="0" y="0"/>
              </a:moveTo>
              <a:lnTo>
                <a:pt x="0" y="318492"/>
              </a:lnTo>
              <a:lnTo>
                <a:pt x="488354" y="318492"/>
              </a:lnTo>
            </a:path>
          </a:pathLst>
        </a:custGeom>
        <a:noFill/>
        <a:ln w="9525" cap="flat" cmpd="sng" algn="ctr">
          <a:solidFill>
            <a:schemeClr val="accent4">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3C99F403-17E2-4C84-804D-04ACDAF50E99}">
      <dsp:nvSpPr>
        <dsp:cNvPr id="0" name=""/>
        <dsp:cNvSpPr/>
      </dsp:nvSpPr>
      <dsp:spPr>
        <a:xfrm>
          <a:off x="531390" y="1644640"/>
          <a:ext cx="642292" cy="222944"/>
        </a:xfrm>
        <a:custGeom>
          <a:avLst/>
          <a:gdLst/>
          <a:ahLst/>
          <a:cxnLst/>
          <a:rect l="0" t="0" r="0" b="0"/>
          <a:pathLst>
            <a:path>
              <a:moveTo>
                <a:pt x="642292" y="0"/>
              </a:moveTo>
              <a:lnTo>
                <a:pt x="642292" y="111472"/>
              </a:lnTo>
              <a:lnTo>
                <a:pt x="0" y="111472"/>
              </a:lnTo>
              <a:lnTo>
                <a:pt x="0" y="222944"/>
              </a:lnTo>
            </a:path>
          </a:pathLst>
        </a:custGeom>
        <a:noFill/>
        <a:ln w="9525" cap="flat" cmpd="sng" algn="ctr">
          <a:solidFill>
            <a:schemeClr val="accent3">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AF6514E9-5121-4458-9779-0B28BB1766E6}">
      <dsp:nvSpPr>
        <dsp:cNvPr id="0" name=""/>
        <dsp:cNvSpPr/>
      </dsp:nvSpPr>
      <dsp:spPr>
        <a:xfrm>
          <a:off x="1173683" y="890875"/>
          <a:ext cx="1284585" cy="222944"/>
        </a:xfrm>
        <a:custGeom>
          <a:avLst/>
          <a:gdLst/>
          <a:ahLst/>
          <a:cxnLst/>
          <a:rect l="0" t="0" r="0" b="0"/>
          <a:pathLst>
            <a:path>
              <a:moveTo>
                <a:pt x="1284585" y="0"/>
              </a:moveTo>
              <a:lnTo>
                <a:pt x="1284585" y="111472"/>
              </a:lnTo>
              <a:lnTo>
                <a:pt x="0" y="111472"/>
              </a:lnTo>
              <a:lnTo>
                <a:pt x="0" y="222944"/>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F7CF6953-EC0C-4576-8AAA-F4066517DE42}">
      <dsp:nvSpPr>
        <dsp:cNvPr id="0" name=""/>
        <dsp:cNvSpPr/>
      </dsp:nvSpPr>
      <dsp:spPr>
        <a:xfrm>
          <a:off x="2192858" y="360055"/>
          <a:ext cx="530820" cy="530820"/>
        </a:xfrm>
        <a:prstGeom prst="arc">
          <a:avLst>
            <a:gd name="adj1" fmla="val 13200000"/>
            <a:gd name="adj2" fmla="val 19200000"/>
          </a:avLst>
        </a:pr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334C0262-42ED-4A3E-989D-F9825F3324E1}">
      <dsp:nvSpPr>
        <dsp:cNvPr id="0" name=""/>
        <dsp:cNvSpPr/>
      </dsp:nvSpPr>
      <dsp:spPr>
        <a:xfrm>
          <a:off x="2192858" y="360055"/>
          <a:ext cx="530820" cy="530820"/>
        </a:xfrm>
        <a:prstGeom prst="arc">
          <a:avLst>
            <a:gd name="adj1" fmla="val 2400000"/>
            <a:gd name="adj2" fmla="val 8400000"/>
          </a:avLst>
        </a:pr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6553927C-0E8B-403A-819D-3F23910F79DB}">
      <dsp:nvSpPr>
        <dsp:cNvPr id="0" name=""/>
        <dsp:cNvSpPr/>
      </dsp:nvSpPr>
      <dsp:spPr>
        <a:xfrm>
          <a:off x="1927448" y="455602"/>
          <a:ext cx="1061640" cy="339725"/>
        </a:xfrm>
        <a:prstGeom prst="rect">
          <a:avLst/>
        </a:prstGeom>
        <a:noFill/>
        <a:ln w="9525" cap="flat" cmpd="sng" algn="ctr">
          <a:noFill/>
          <a:prstDash val="solid"/>
        </a:ln>
        <a:effectLst/>
        <a:sp3d/>
      </dsp:spPr>
      <dsp:style>
        <a:lnRef idx="1">
          <a:scrgbClr r="0" g="0" b="0"/>
        </a:lnRef>
        <a:fillRef idx="1">
          <a:scrgbClr r="0" g="0" b="0"/>
        </a:fillRef>
        <a:effectRef idx="0">
          <a:scrgbClr r="0" g="0" b="0"/>
        </a:effectRef>
        <a:fontRef idx="minor"/>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kern="1200" dirty="0">
              <a:solidFill>
                <a:schemeClr val="tx2"/>
              </a:solidFill>
            </a:rPr>
            <a:t>Lorem Ipsum</a:t>
          </a:r>
        </a:p>
      </dsp:txBody>
      <dsp:txXfrm>
        <a:off x="1927448" y="455602"/>
        <a:ext cx="1061640" cy="339725"/>
      </dsp:txXfrm>
    </dsp:sp>
    <dsp:sp modelId="{E577FD87-EE1E-43D3-BCFB-846B92FB2461}">
      <dsp:nvSpPr>
        <dsp:cNvPr id="0" name=""/>
        <dsp:cNvSpPr/>
      </dsp:nvSpPr>
      <dsp:spPr>
        <a:xfrm>
          <a:off x="908273" y="1113819"/>
          <a:ext cx="530820" cy="530820"/>
        </a:xfrm>
        <a:prstGeom prst="arc">
          <a:avLst>
            <a:gd name="adj1" fmla="val 13200000"/>
            <a:gd name="adj2" fmla="val 19200000"/>
          </a:avLst>
        </a:pr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029A6B09-A69E-42B5-BE86-EC6CB8E62677}">
      <dsp:nvSpPr>
        <dsp:cNvPr id="0" name=""/>
        <dsp:cNvSpPr/>
      </dsp:nvSpPr>
      <dsp:spPr>
        <a:xfrm>
          <a:off x="908273" y="1113819"/>
          <a:ext cx="530820" cy="530820"/>
        </a:xfrm>
        <a:prstGeom prst="arc">
          <a:avLst>
            <a:gd name="adj1" fmla="val 2400000"/>
            <a:gd name="adj2" fmla="val 8400000"/>
          </a:avLst>
        </a:pr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93ED50F5-42FA-4B1A-837C-EEEFAB968C38}">
      <dsp:nvSpPr>
        <dsp:cNvPr id="0" name=""/>
        <dsp:cNvSpPr/>
      </dsp:nvSpPr>
      <dsp:spPr>
        <a:xfrm>
          <a:off x="642863" y="1209367"/>
          <a:ext cx="1061640" cy="339725"/>
        </a:xfrm>
        <a:prstGeom prst="rect">
          <a:avLst/>
        </a:prstGeom>
        <a:noFill/>
        <a:ln w="9525" cap="flat" cmpd="sng" algn="ctr">
          <a:noFill/>
          <a:prstDash val="solid"/>
        </a:ln>
        <a:effectLst/>
        <a:sp3d/>
      </dsp:spPr>
      <dsp:style>
        <a:lnRef idx="1">
          <a:scrgbClr r="0" g="0" b="0"/>
        </a:lnRef>
        <a:fillRef idx="1">
          <a:scrgbClr r="0" g="0" b="0"/>
        </a:fillRef>
        <a:effectRef idx="0">
          <a:scrgbClr r="0" g="0" b="0"/>
        </a:effectRef>
        <a:fontRef idx="minor"/>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solidFill>
                <a:schemeClr val="tx2"/>
              </a:solidFill>
            </a:rPr>
            <a:t>Some text here</a:t>
          </a:r>
        </a:p>
      </dsp:txBody>
      <dsp:txXfrm>
        <a:off x="642863" y="1209367"/>
        <a:ext cx="1061640" cy="339725"/>
      </dsp:txXfrm>
    </dsp:sp>
    <dsp:sp modelId="{E98D49F0-20F3-4575-B8A8-6A458A64A8A9}">
      <dsp:nvSpPr>
        <dsp:cNvPr id="0" name=""/>
        <dsp:cNvSpPr/>
      </dsp:nvSpPr>
      <dsp:spPr>
        <a:xfrm>
          <a:off x="265980" y="1867584"/>
          <a:ext cx="530820" cy="530820"/>
        </a:xfrm>
        <a:prstGeom prst="arc">
          <a:avLst>
            <a:gd name="adj1" fmla="val 13200000"/>
            <a:gd name="adj2" fmla="val 19200000"/>
          </a:avLst>
        </a:pr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86457A10-313E-4AA4-83C6-752F1ABC2260}">
      <dsp:nvSpPr>
        <dsp:cNvPr id="0" name=""/>
        <dsp:cNvSpPr/>
      </dsp:nvSpPr>
      <dsp:spPr>
        <a:xfrm>
          <a:off x="265980" y="1867584"/>
          <a:ext cx="530820" cy="530820"/>
        </a:xfrm>
        <a:prstGeom prst="arc">
          <a:avLst>
            <a:gd name="adj1" fmla="val 2400000"/>
            <a:gd name="adj2" fmla="val 8400000"/>
          </a:avLst>
        </a:pr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21647400-083A-4AD7-B016-2315BD17D852}">
      <dsp:nvSpPr>
        <dsp:cNvPr id="0" name=""/>
        <dsp:cNvSpPr/>
      </dsp:nvSpPr>
      <dsp:spPr>
        <a:xfrm>
          <a:off x="570" y="1963132"/>
          <a:ext cx="1061640" cy="339725"/>
        </a:xfrm>
        <a:prstGeom prst="rect">
          <a:avLst/>
        </a:prstGeom>
        <a:noFill/>
        <a:ln w="9525" cap="flat" cmpd="sng" algn="ctr">
          <a:noFill/>
          <a:prstDash val="solid"/>
        </a:ln>
        <a:effectLst/>
        <a:sp3d/>
      </dsp:spPr>
      <dsp:style>
        <a:lnRef idx="1">
          <a:scrgbClr r="0" g="0" b="0"/>
        </a:lnRef>
        <a:fillRef idx="1">
          <a:scrgbClr r="0" g="0" b="0"/>
        </a:fillRef>
        <a:effectRef idx="0">
          <a:scrgbClr r="0" g="0" b="0"/>
        </a:effectRef>
        <a:fontRef idx="minor"/>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solidFill>
                <a:schemeClr val="tx2"/>
              </a:solidFill>
            </a:rPr>
            <a:t>Some text here</a:t>
          </a:r>
        </a:p>
      </dsp:txBody>
      <dsp:txXfrm>
        <a:off x="570" y="1963132"/>
        <a:ext cx="1061640" cy="339725"/>
      </dsp:txXfrm>
    </dsp:sp>
    <dsp:sp modelId="{D136C161-FBE4-4B65-BEFF-6C8ACC3F37AC}">
      <dsp:nvSpPr>
        <dsp:cNvPr id="0" name=""/>
        <dsp:cNvSpPr/>
      </dsp:nvSpPr>
      <dsp:spPr>
        <a:xfrm>
          <a:off x="956047" y="2621349"/>
          <a:ext cx="530820" cy="530820"/>
        </a:xfrm>
        <a:prstGeom prst="arc">
          <a:avLst>
            <a:gd name="adj1" fmla="val 13200000"/>
            <a:gd name="adj2" fmla="val 19200000"/>
          </a:avLst>
        </a:pr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81BE5926-7C29-4787-987A-E241D23BFC2A}">
      <dsp:nvSpPr>
        <dsp:cNvPr id="0" name=""/>
        <dsp:cNvSpPr/>
      </dsp:nvSpPr>
      <dsp:spPr>
        <a:xfrm>
          <a:off x="956047" y="2621349"/>
          <a:ext cx="530820" cy="530820"/>
        </a:xfrm>
        <a:prstGeom prst="arc">
          <a:avLst>
            <a:gd name="adj1" fmla="val 2400000"/>
            <a:gd name="adj2" fmla="val 8400000"/>
          </a:avLst>
        </a:pr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AF47A1A-BA1A-4A39-B942-67A5C3EF3813}">
      <dsp:nvSpPr>
        <dsp:cNvPr id="0" name=""/>
        <dsp:cNvSpPr/>
      </dsp:nvSpPr>
      <dsp:spPr>
        <a:xfrm>
          <a:off x="690636" y="2716897"/>
          <a:ext cx="1061640" cy="339725"/>
        </a:xfrm>
        <a:prstGeom prst="rect">
          <a:avLst/>
        </a:prstGeom>
        <a:noFill/>
        <a:ln w="9525" cap="flat" cmpd="sng" algn="ctr">
          <a:noFill/>
          <a:prstDash val="solid"/>
        </a:ln>
        <a:effectLst/>
        <a:sp3d/>
      </dsp:spPr>
      <dsp:style>
        <a:lnRef idx="1">
          <a:scrgbClr r="0" g="0" b="0"/>
        </a:lnRef>
        <a:fillRef idx="1">
          <a:scrgbClr r="0" g="0" b="0"/>
        </a:fillRef>
        <a:effectRef idx="0">
          <a:scrgbClr r="0" g="0" b="0"/>
        </a:effectRef>
        <a:fontRef idx="minor"/>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solidFill>
                <a:schemeClr val="tx2"/>
              </a:solidFill>
            </a:rPr>
            <a:t>Some text here</a:t>
          </a:r>
        </a:p>
      </dsp:txBody>
      <dsp:txXfrm>
        <a:off x="690636" y="2716897"/>
        <a:ext cx="1061640" cy="339725"/>
      </dsp:txXfrm>
    </dsp:sp>
    <dsp:sp modelId="{5231E1C1-7AB0-4491-A8D5-5E993346EAC0}">
      <dsp:nvSpPr>
        <dsp:cNvPr id="0" name=""/>
        <dsp:cNvSpPr/>
      </dsp:nvSpPr>
      <dsp:spPr>
        <a:xfrm>
          <a:off x="956047" y="3375114"/>
          <a:ext cx="530820" cy="530820"/>
        </a:xfrm>
        <a:prstGeom prst="arc">
          <a:avLst>
            <a:gd name="adj1" fmla="val 13200000"/>
            <a:gd name="adj2" fmla="val 19200000"/>
          </a:avLst>
        </a:pr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AE8EF481-66A7-4A32-9B08-7254DACA4728}">
      <dsp:nvSpPr>
        <dsp:cNvPr id="0" name=""/>
        <dsp:cNvSpPr/>
      </dsp:nvSpPr>
      <dsp:spPr>
        <a:xfrm>
          <a:off x="956047" y="3375114"/>
          <a:ext cx="530820" cy="530820"/>
        </a:xfrm>
        <a:prstGeom prst="arc">
          <a:avLst>
            <a:gd name="adj1" fmla="val 2400000"/>
            <a:gd name="adj2" fmla="val 8400000"/>
          </a:avLst>
        </a:pr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C30F6706-1979-4586-83CE-BD0BD11DA154}">
      <dsp:nvSpPr>
        <dsp:cNvPr id="0" name=""/>
        <dsp:cNvSpPr/>
      </dsp:nvSpPr>
      <dsp:spPr>
        <a:xfrm>
          <a:off x="690636" y="3470662"/>
          <a:ext cx="1061640" cy="339725"/>
        </a:xfrm>
        <a:prstGeom prst="rect">
          <a:avLst/>
        </a:prstGeom>
        <a:noFill/>
        <a:ln w="9525" cap="flat" cmpd="sng" algn="ctr">
          <a:noFill/>
          <a:prstDash val="solid"/>
        </a:ln>
        <a:effectLst/>
        <a:sp3d/>
      </dsp:spPr>
      <dsp:style>
        <a:lnRef idx="1">
          <a:scrgbClr r="0" g="0" b="0"/>
        </a:lnRef>
        <a:fillRef idx="1">
          <a:scrgbClr r="0" g="0" b="0"/>
        </a:fillRef>
        <a:effectRef idx="0">
          <a:scrgbClr r="0" g="0" b="0"/>
        </a:effectRef>
        <a:fontRef idx="minor"/>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solidFill>
                <a:schemeClr val="tx2"/>
              </a:solidFill>
            </a:rPr>
            <a:t>Some text here</a:t>
          </a:r>
        </a:p>
      </dsp:txBody>
      <dsp:txXfrm>
        <a:off x="690636" y="3470662"/>
        <a:ext cx="1061640" cy="339725"/>
      </dsp:txXfrm>
    </dsp:sp>
    <dsp:sp modelId="{D7EBBBA7-E52F-4819-A5F3-B85B9B57D6F7}">
      <dsp:nvSpPr>
        <dsp:cNvPr id="0" name=""/>
        <dsp:cNvSpPr/>
      </dsp:nvSpPr>
      <dsp:spPr>
        <a:xfrm>
          <a:off x="1550565" y="1867584"/>
          <a:ext cx="530820" cy="530820"/>
        </a:xfrm>
        <a:prstGeom prst="arc">
          <a:avLst>
            <a:gd name="adj1" fmla="val 13200000"/>
            <a:gd name="adj2" fmla="val 19200000"/>
          </a:avLst>
        </a:pr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8339729A-325A-4234-9A5C-46445FD78653}">
      <dsp:nvSpPr>
        <dsp:cNvPr id="0" name=""/>
        <dsp:cNvSpPr/>
      </dsp:nvSpPr>
      <dsp:spPr>
        <a:xfrm>
          <a:off x="1550565" y="1867584"/>
          <a:ext cx="530820" cy="530820"/>
        </a:xfrm>
        <a:prstGeom prst="arc">
          <a:avLst>
            <a:gd name="adj1" fmla="val 2400000"/>
            <a:gd name="adj2" fmla="val 8400000"/>
          </a:avLst>
        </a:pr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47D95EBE-A947-40DC-924D-41D0C7A1C557}">
      <dsp:nvSpPr>
        <dsp:cNvPr id="0" name=""/>
        <dsp:cNvSpPr/>
      </dsp:nvSpPr>
      <dsp:spPr>
        <a:xfrm>
          <a:off x="1285155" y="1963132"/>
          <a:ext cx="1061640" cy="339725"/>
        </a:xfrm>
        <a:prstGeom prst="rect">
          <a:avLst/>
        </a:prstGeom>
        <a:noFill/>
        <a:ln w="9525" cap="flat" cmpd="sng" algn="ctr">
          <a:noFill/>
          <a:prstDash val="solid"/>
        </a:ln>
        <a:effectLst/>
        <a:sp3d/>
      </dsp:spPr>
      <dsp:style>
        <a:lnRef idx="1">
          <a:scrgbClr r="0" g="0" b="0"/>
        </a:lnRef>
        <a:fillRef idx="1">
          <a:scrgbClr r="0" g="0" b="0"/>
        </a:fillRef>
        <a:effectRef idx="0">
          <a:scrgbClr r="0" g="0" b="0"/>
        </a:effectRef>
        <a:fontRef idx="minor"/>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solidFill>
                <a:schemeClr val="tx2"/>
              </a:solidFill>
            </a:rPr>
            <a:t>Some text here</a:t>
          </a:r>
        </a:p>
      </dsp:txBody>
      <dsp:txXfrm>
        <a:off x="1285155" y="1963132"/>
        <a:ext cx="1061640" cy="339725"/>
      </dsp:txXfrm>
    </dsp:sp>
    <dsp:sp modelId="{77C0EAD3-C5BE-4632-9FAF-47E8A2AD54F8}">
      <dsp:nvSpPr>
        <dsp:cNvPr id="0" name=""/>
        <dsp:cNvSpPr/>
      </dsp:nvSpPr>
      <dsp:spPr>
        <a:xfrm>
          <a:off x="2192858" y="1113820"/>
          <a:ext cx="530820" cy="530820"/>
        </a:xfrm>
        <a:prstGeom prst="arc">
          <a:avLst>
            <a:gd name="adj1" fmla="val 13200000"/>
            <a:gd name="adj2" fmla="val 19200000"/>
          </a:avLst>
        </a:pr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A6A27599-B122-43D1-A7E6-3F30BC8E430F}">
      <dsp:nvSpPr>
        <dsp:cNvPr id="0" name=""/>
        <dsp:cNvSpPr/>
      </dsp:nvSpPr>
      <dsp:spPr>
        <a:xfrm>
          <a:off x="2192858" y="1113820"/>
          <a:ext cx="530820" cy="530820"/>
        </a:xfrm>
        <a:prstGeom prst="arc">
          <a:avLst>
            <a:gd name="adj1" fmla="val 2400000"/>
            <a:gd name="adj2" fmla="val 8400000"/>
          </a:avLst>
        </a:pr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DCF54177-0496-4C61-AE76-736EAFC67602}">
      <dsp:nvSpPr>
        <dsp:cNvPr id="0" name=""/>
        <dsp:cNvSpPr/>
      </dsp:nvSpPr>
      <dsp:spPr>
        <a:xfrm>
          <a:off x="1927448" y="1209367"/>
          <a:ext cx="1061640" cy="339725"/>
        </a:xfrm>
        <a:prstGeom prst="rect">
          <a:avLst/>
        </a:prstGeom>
        <a:noFill/>
        <a:ln w="9525" cap="flat" cmpd="sng" algn="ctr">
          <a:noFill/>
          <a:prstDash val="solid"/>
        </a:ln>
        <a:effectLst/>
        <a:sp3d/>
      </dsp:spPr>
      <dsp:style>
        <a:lnRef idx="1">
          <a:scrgbClr r="0" g="0" b="0"/>
        </a:lnRef>
        <a:fillRef idx="1">
          <a:scrgbClr r="0" g="0" b="0"/>
        </a:fillRef>
        <a:effectRef idx="0">
          <a:scrgbClr r="0" g="0" b="0"/>
        </a:effectRef>
        <a:fontRef idx="minor"/>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solidFill>
                <a:schemeClr val="tx2"/>
              </a:solidFill>
            </a:rPr>
            <a:t>Some text here</a:t>
          </a:r>
        </a:p>
      </dsp:txBody>
      <dsp:txXfrm>
        <a:off x="1927448" y="1209367"/>
        <a:ext cx="1061640" cy="339725"/>
      </dsp:txXfrm>
    </dsp:sp>
    <dsp:sp modelId="{E206E97F-73C1-451C-9021-BB8CE053BB35}">
      <dsp:nvSpPr>
        <dsp:cNvPr id="0" name=""/>
        <dsp:cNvSpPr/>
      </dsp:nvSpPr>
      <dsp:spPr>
        <a:xfrm>
          <a:off x="3477443" y="1113820"/>
          <a:ext cx="530820" cy="530820"/>
        </a:xfrm>
        <a:prstGeom prst="arc">
          <a:avLst>
            <a:gd name="adj1" fmla="val 13200000"/>
            <a:gd name="adj2" fmla="val 19200000"/>
          </a:avLst>
        </a:pr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EC485487-19D8-4F08-93CE-B5F37E4620D5}">
      <dsp:nvSpPr>
        <dsp:cNvPr id="0" name=""/>
        <dsp:cNvSpPr/>
      </dsp:nvSpPr>
      <dsp:spPr>
        <a:xfrm>
          <a:off x="3477443" y="1113820"/>
          <a:ext cx="530820" cy="530820"/>
        </a:xfrm>
        <a:prstGeom prst="arc">
          <a:avLst>
            <a:gd name="adj1" fmla="val 2400000"/>
            <a:gd name="adj2" fmla="val 8400000"/>
          </a:avLst>
        </a:pr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ABF41782-E3FA-480D-825C-6EE7082578E6}">
      <dsp:nvSpPr>
        <dsp:cNvPr id="0" name=""/>
        <dsp:cNvSpPr/>
      </dsp:nvSpPr>
      <dsp:spPr>
        <a:xfrm>
          <a:off x="3212033" y="1209367"/>
          <a:ext cx="1061640" cy="339725"/>
        </a:xfrm>
        <a:prstGeom prst="rect">
          <a:avLst/>
        </a:prstGeom>
        <a:noFill/>
        <a:ln w="9525" cap="flat" cmpd="sng" algn="ctr">
          <a:noFill/>
          <a:prstDash val="solid"/>
        </a:ln>
        <a:effectLst/>
        <a:sp3d/>
      </dsp:spPr>
      <dsp:style>
        <a:lnRef idx="1">
          <a:scrgbClr r="0" g="0" b="0"/>
        </a:lnRef>
        <a:fillRef idx="1">
          <a:scrgbClr r="0" g="0" b="0"/>
        </a:fillRef>
        <a:effectRef idx="0">
          <a:scrgbClr r="0" g="0" b="0"/>
        </a:effectRef>
        <a:fontRef idx="minor"/>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solidFill>
                <a:schemeClr val="tx2"/>
              </a:solidFill>
            </a:rPr>
            <a:t>Some text here</a:t>
          </a:r>
        </a:p>
      </dsp:txBody>
      <dsp:txXfrm>
        <a:off x="3212033" y="1209367"/>
        <a:ext cx="1061640" cy="339725"/>
      </dsp:txXfrm>
    </dsp:sp>
    <dsp:sp modelId="{B1CC8861-A38E-47A5-9621-D1ECC2850DEA}">
      <dsp:nvSpPr>
        <dsp:cNvPr id="0" name=""/>
        <dsp:cNvSpPr/>
      </dsp:nvSpPr>
      <dsp:spPr>
        <a:xfrm>
          <a:off x="6046613" y="360055"/>
          <a:ext cx="530820" cy="530820"/>
        </a:xfrm>
        <a:prstGeom prst="arc">
          <a:avLst>
            <a:gd name="adj1" fmla="val 13200000"/>
            <a:gd name="adj2" fmla="val 19200000"/>
          </a:avLst>
        </a:pr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DD4EDBAD-B27E-486C-BAAF-B03A4A2B2AFD}">
      <dsp:nvSpPr>
        <dsp:cNvPr id="0" name=""/>
        <dsp:cNvSpPr/>
      </dsp:nvSpPr>
      <dsp:spPr>
        <a:xfrm>
          <a:off x="6046613" y="360055"/>
          <a:ext cx="530820" cy="530820"/>
        </a:xfrm>
        <a:prstGeom prst="arc">
          <a:avLst>
            <a:gd name="adj1" fmla="val 2400000"/>
            <a:gd name="adj2" fmla="val 8400000"/>
          </a:avLst>
        </a:pr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FFC3DFAA-8413-4DFF-87A6-1BDE0613D54D}">
      <dsp:nvSpPr>
        <dsp:cNvPr id="0" name=""/>
        <dsp:cNvSpPr/>
      </dsp:nvSpPr>
      <dsp:spPr>
        <a:xfrm>
          <a:off x="5781203" y="455602"/>
          <a:ext cx="1061640" cy="339725"/>
        </a:xfrm>
        <a:prstGeom prst="rect">
          <a:avLst/>
        </a:prstGeom>
        <a:noFill/>
        <a:ln w="9525" cap="flat" cmpd="sng" algn="ctr">
          <a:noFill/>
          <a:prstDash val="solid"/>
        </a:ln>
        <a:effectLst/>
        <a:sp3d/>
      </dsp:spPr>
      <dsp:style>
        <a:lnRef idx="1">
          <a:scrgbClr r="0" g="0" b="0"/>
        </a:lnRef>
        <a:fillRef idx="1">
          <a:scrgbClr r="0" g="0" b="0"/>
        </a:fillRef>
        <a:effectRef idx="0">
          <a:scrgbClr r="0" g="0" b="0"/>
        </a:effectRef>
        <a:fontRef idx="minor"/>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1" kern="1200" dirty="0">
              <a:solidFill>
                <a:schemeClr val="tx2"/>
              </a:solidFill>
            </a:rPr>
            <a:t>Lorem Ipsum</a:t>
          </a:r>
        </a:p>
      </dsp:txBody>
      <dsp:txXfrm>
        <a:off x="5781203" y="455602"/>
        <a:ext cx="1061640" cy="339725"/>
      </dsp:txXfrm>
    </dsp:sp>
    <dsp:sp modelId="{70F787EB-6165-4C5E-AB04-6BA724E11A25}">
      <dsp:nvSpPr>
        <dsp:cNvPr id="0" name=""/>
        <dsp:cNvSpPr/>
      </dsp:nvSpPr>
      <dsp:spPr>
        <a:xfrm>
          <a:off x="4762028" y="1113819"/>
          <a:ext cx="530820" cy="530820"/>
        </a:xfrm>
        <a:prstGeom prst="arc">
          <a:avLst>
            <a:gd name="adj1" fmla="val 13200000"/>
            <a:gd name="adj2" fmla="val 19200000"/>
          </a:avLst>
        </a:pr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F6F0D643-C1DC-495F-91AF-EB2425EE72FF}">
      <dsp:nvSpPr>
        <dsp:cNvPr id="0" name=""/>
        <dsp:cNvSpPr/>
      </dsp:nvSpPr>
      <dsp:spPr>
        <a:xfrm>
          <a:off x="4762028" y="1113819"/>
          <a:ext cx="530820" cy="530820"/>
        </a:xfrm>
        <a:prstGeom prst="arc">
          <a:avLst>
            <a:gd name="adj1" fmla="val 2400000"/>
            <a:gd name="adj2" fmla="val 8400000"/>
          </a:avLst>
        </a:pr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9D2DDC34-1915-45C8-8175-8D92EE607BD5}">
      <dsp:nvSpPr>
        <dsp:cNvPr id="0" name=""/>
        <dsp:cNvSpPr/>
      </dsp:nvSpPr>
      <dsp:spPr>
        <a:xfrm>
          <a:off x="4496618" y="1209367"/>
          <a:ext cx="1061640" cy="339725"/>
        </a:xfrm>
        <a:prstGeom prst="rect">
          <a:avLst/>
        </a:prstGeom>
        <a:noFill/>
        <a:ln w="9525" cap="flat" cmpd="sng" algn="ctr">
          <a:noFill/>
          <a:prstDash val="solid"/>
        </a:ln>
        <a:effectLst/>
        <a:sp3d/>
      </dsp:spPr>
      <dsp:style>
        <a:lnRef idx="1">
          <a:scrgbClr r="0" g="0" b="0"/>
        </a:lnRef>
        <a:fillRef idx="1">
          <a:scrgbClr r="0" g="0" b="0"/>
        </a:fillRef>
        <a:effectRef idx="0">
          <a:scrgbClr r="0" g="0" b="0"/>
        </a:effectRef>
        <a:fontRef idx="minor"/>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solidFill>
                <a:schemeClr val="tx2"/>
              </a:solidFill>
            </a:rPr>
            <a:t>Some text here</a:t>
          </a:r>
        </a:p>
      </dsp:txBody>
      <dsp:txXfrm>
        <a:off x="4496618" y="1209367"/>
        <a:ext cx="1061640" cy="339725"/>
      </dsp:txXfrm>
    </dsp:sp>
    <dsp:sp modelId="{A9BB5329-94DE-4EC1-864B-389CCDFFB57D}">
      <dsp:nvSpPr>
        <dsp:cNvPr id="0" name=""/>
        <dsp:cNvSpPr/>
      </dsp:nvSpPr>
      <dsp:spPr>
        <a:xfrm>
          <a:off x="6046613" y="1113819"/>
          <a:ext cx="530820" cy="530820"/>
        </a:xfrm>
        <a:prstGeom prst="arc">
          <a:avLst>
            <a:gd name="adj1" fmla="val 13200000"/>
            <a:gd name="adj2" fmla="val 19200000"/>
          </a:avLst>
        </a:pr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09AE4F96-3E6F-4199-8896-B76BDDE4B015}">
      <dsp:nvSpPr>
        <dsp:cNvPr id="0" name=""/>
        <dsp:cNvSpPr/>
      </dsp:nvSpPr>
      <dsp:spPr>
        <a:xfrm>
          <a:off x="6046613" y="1113819"/>
          <a:ext cx="530820" cy="530820"/>
        </a:xfrm>
        <a:prstGeom prst="arc">
          <a:avLst>
            <a:gd name="adj1" fmla="val 2400000"/>
            <a:gd name="adj2" fmla="val 8400000"/>
          </a:avLst>
        </a:pr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E411E781-969A-445C-9341-BF9E1DC6F561}">
      <dsp:nvSpPr>
        <dsp:cNvPr id="0" name=""/>
        <dsp:cNvSpPr/>
      </dsp:nvSpPr>
      <dsp:spPr>
        <a:xfrm>
          <a:off x="5781203" y="1209367"/>
          <a:ext cx="1061640" cy="339725"/>
        </a:xfrm>
        <a:prstGeom prst="rect">
          <a:avLst/>
        </a:prstGeom>
        <a:noFill/>
        <a:ln w="9525" cap="flat" cmpd="sng" algn="ctr">
          <a:noFill/>
          <a:prstDash val="solid"/>
        </a:ln>
        <a:effectLst/>
        <a:sp3d/>
      </dsp:spPr>
      <dsp:style>
        <a:lnRef idx="1">
          <a:scrgbClr r="0" g="0" b="0"/>
        </a:lnRef>
        <a:fillRef idx="1">
          <a:scrgbClr r="0" g="0" b="0"/>
        </a:fillRef>
        <a:effectRef idx="0">
          <a:scrgbClr r="0" g="0" b="0"/>
        </a:effectRef>
        <a:fontRef idx="minor"/>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solidFill>
                <a:schemeClr val="tx2"/>
              </a:solidFill>
            </a:rPr>
            <a:t>Some text here</a:t>
          </a:r>
        </a:p>
      </dsp:txBody>
      <dsp:txXfrm>
        <a:off x="5781203" y="1209367"/>
        <a:ext cx="1061640" cy="339725"/>
      </dsp:txXfrm>
    </dsp:sp>
    <dsp:sp modelId="{417C9F21-FB08-41AD-8572-E50FC9757184}">
      <dsp:nvSpPr>
        <dsp:cNvPr id="0" name=""/>
        <dsp:cNvSpPr/>
      </dsp:nvSpPr>
      <dsp:spPr>
        <a:xfrm>
          <a:off x="6736680" y="1867584"/>
          <a:ext cx="530820" cy="530820"/>
        </a:xfrm>
        <a:prstGeom prst="arc">
          <a:avLst>
            <a:gd name="adj1" fmla="val 13200000"/>
            <a:gd name="adj2" fmla="val 19200000"/>
          </a:avLst>
        </a:pr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36D935D1-2B6B-47B9-832E-66D8FCCF9687}">
      <dsp:nvSpPr>
        <dsp:cNvPr id="0" name=""/>
        <dsp:cNvSpPr/>
      </dsp:nvSpPr>
      <dsp:spPr>
        <a:xfrm>
          <a:off x="6736680" y="1867584"/>
          <a:ext cx="530820" cy="530820"/>
        </a:xfrm>
        <a:prstGeom prst="arc">
          <a:avLst>
            <a:gd name="adj1" fmla="val 2400000"/>
            <a:gd name="adj2" fmla="val 8400000"/>
          </a:avLst>
        </a:pr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F876A1E-1752-4FA5-8935-8DC459545116}">
      <dsp:nvSpPr>
        <dsp:cNvPr id="0" name=""/>
        <dsp:cNvSpPr/>
      </dsp:nvSpPr>
      <dsp:spPr>
        <a:xfrm>
          <a:off x="6471270" y="1963132"/>
          <a:ext cx="1061640" cy="339725"/>
        </a:xfrm>
        <a:prstGeom prst="rect">
          <a:avLst/>
        </a:prstGeom>
        <a:noFill/>
        <a:ln w="9525" cap="flat" cmpd="sng" algn="ctr">
          <a:noFill/>
          <a:prstDash val="solid"/>
        </a:ln>
        <a:effectLst/>
        <a:sp3d/>
      </dsp:spPr>
      <dsp:style>
        <a:lnRef idx="1">
          <a:scrgbClr r="0" g="0" b="0"/>
        </a:lnRef>
        <a:fillRef idx="1">
          <a:scrgbClr r="0" g="0" b="0"/>
        </a:fillRef>
        <a:effectRef idx="0">
          <a:scrgbClr r="0" g="0" b="0"/>
        </a:effectRef>
        <a:fontRef idx="minor"/>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solidFill>
                <a:schemeClr val="tx2"/>
              </a:solidFill>
            </a:rPr>
            <a:t>Some text here</a:t>
          </a:r>
        </a:p>
      </dsp:txBody>
      <dsp:txXfrm>
        <a:off x="6471270" y="1963132"/>
        <a:ext cx="1061640" cy="339725"/>
      </dsp:txXfrm>
    </dsp:sp>
    <dsp:sp modelId="{AA6AF99E-045B-4069-89E6-7C64F2529421}">
      <dsp:nvSpPr>
        <dsp:cNvPr id="0" name=""/>
        <dsp:cNvSpPr/>
      </dsp:nvSpPr>
      <dsp:spPr>
        <a:xfrm>
          <a:off x="6736680" y="2621349"/>
          <a:ext cx="530820" cy="530820"/>
        </a:xfrm>
        <a:prstGeom prst="arc">
          <a:avLst>
            <a:gd name="adj1" fmla="val 13200000"/>
            <a:gd name="adj2" fmla="val 19200000"/>
          </a:avLst>
        </a:pr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856B6077-01CB-4332-9D51-8B050D5A64FB}">
      <dsp:nvSpPr>
        <dsp:cNvPr id="0" name=""/>
        <dsp:cNvSpPr/>
      </dsp:nvSpPr>
      <dsp:spPr>
        <a:xfrm>
          <a:off x="6736680" y="2621349"/>
          <a:ext cx="530820" cy="530820"/>
        </a:xfrm>
        <a:prstGeom prst="arc">
          <a:avLst>
            <a:gd name="adj1" fmla="val 2400000"/>
            <a:gd name="adj2" fmla="val 8400000"/>
          </a:avLst>
        </a:pr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FC3BDAA-DAD1-4A58-8793-CC4454E825E4}">
      <dsp:nvSpPr>
        <dsp:cNvPr id="0" name=""/>
        <dsp:cNvSpPr/>
      </dsp:nvSpPr>
      <dsp:spPr>
        <a:xfrm>
          <a:off x="6471270" y="2716897"/>
          <a:ext cx="1061640" cy="339725"/>
        </a:xfrm>
        <a:prstGeom prst="rect">
          <a:avLst/>
        </a:prstGeom>
        <a:noFill/>
        <a:ln w="9525" cap="flat" cmpd="sng" algn="ctr">
          <a:noFill/>
          <a:prstDash val="solid"/>
        </a:ln>
        <a:effectLst/>
        <a:sp3d/>
      </dsp:spPr>
      <dsp:style>
        <a:lnRef idx="1">
          <a:scrgbClr r="0" g="0" b="0"/>
        </a:lnRef>
        <a:fillRef idx="1">
          <a:scrgbClr r="0" g="0" b="0"/>
        </a:fillRef>
        <a:effectRef idx="0">
          <a:scrgbClr r="0" g="0" b="0"/>
        </a:effectRef>
        <a:fontRef idx="minor"/>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solidFill>
                <a:schemeClr val="tx2"/>
              </a:solidFill>
            </a:rPr>
            <a:t>Some text here</a:t>
          </a:r>
        </a:p>
      </dsp:txBody>
      <dsp:txXfrm>
        <a:off x="6471270" y="2716897"/>
        <a:ext cx="1061640" cy="339725"/>
      </dsp:txXfrm>
    </dsp:sp>
    <dsp:sp modelId="{E0191514-B697-4DDC-899D-4F58F18DFA83}">
      <dsp:nvSpPr>
        <dsp:cNvPr id="0" name=""/>
        <dsp:cNvSpPr/>
      </dsp:nvSpPr>
      <dsp:spPr>
        <a:xfrm>
          <a:off x="7331199" y="1113819"/>
          <a:ext cx="530820" cy="530820"/>
        </a:xfrm>
        <a:prstGeom prst="arc">
          <a:avLst>
            <a:gd name="adj1" fmla="val 13200000"/>
            <a:gd name="adj2" fmla="val 19200000"/>
          </a:avLst>
        </a:pr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E8F2EDD6-B5E5-481F-BF48-6B82308D1C26}">
      <dsp:nvSpPr>
        <dsp:cNvPr id="0" name=""/>
        <dsp:cNvSpPr/>
      </dsp:nvSpPr>
      <dsp:spPr>
        <a:xfrm>
          <a:off x="7331199" y="1113819"/>
          <a:ext cx="530820" cy="530820"/>
        </a:xfrm>
        <a:prstGeom prst="arc">
          <a:avLst>
            <a:gd name="adj1" fmla="val 2400000"/>
            <a:gd name="adj2" fmla="val 8400000"/>
          </a:avLst>
        </a:pr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E53C78F4-3E9F-4598-B021-E281B5F3C923}">
      <dsp:nvSpPr>
        <dsp:cNvPr id="0" name=""/>
        <dsp:cNvSpPr/>
      </dsp:nvSpPr>
      <dsp:spPr>
        <a:xfrm>
          <a:off x="7065788" y="1209367"/>
          <a:ext cx="1061640" cy="339725"/>
        </a:xfrm>
        <a:prstGeom prst="rect">
          <a:avLst/>
        </a:prstGeom>
        <a:noFill/>
        <a:ln w="9525" cap="flat" cmpd="sng" algn="ctr">
          <a:noFill/>
          <a:prstDash val="solid"/>
        </a:ln>
        <a:effectLst/>
        <a:sp3d/>
      </dsp:spPr>
      <dsp:style>
        <a:lnRef idx="1">
          <a:scrgbClr r="0" g="0" b="0"/>
        </a:lnRef>
        <a:fillRef idx="1">
          <a:scrgbClr r="0" g="0" b="0"/>
        </a:fillRef>
        <a:effectRef idx="0">
          <a:scrgbClr r="0" g="0" b="0"/>
        </a:effectRef>
        <a:fontRef idx="minor"/>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a:solidFill>
                <a:schemeClr val="tx2"/>
              </a:solidFill>
            </a:rPr>
            <a:t>Some </a:t>
          </a:r>
          <a:r>
            <a:rPr lang="en-US" sz="1300" kern="1200" dirty="0">
              <a:solidFill>
                <a:schemeClr val="tx2"/>
              </a:solidFill>
            </a:rPr>
            <a:t>text here</a:t>
          </a:r>
          <a:endParaRPr lang="en-US" sz="1300" kern="1200">
            <a:solidFill>
              <a:schemeClr val="tx2"/>
            </a:solidFill>
          </a:endParaRPr>
        </a:p>
      </dsp:txBody>
      <dsp:txXfrm>
        <a:off x="7065788" y="1209367"/>
        <a:ext cx="1061640" cy="339725"/>
      </dsp:txXfrm>
    </dsp:sp>
  </dsp:spTree>
</dsp:drawing>
</file>

<file path=ppt/diagrams/drawing10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954EC8-E178-4D95-9B55-24B4FC3EFCDC}">
      <dsp:nvSpPr>
        <dsp:cNvPr id="0" name=""/>
        <dsp:cNvSpPr/>
      </dsp:nvSpPr>
      <dsp:spPr>
        <a:xfrm>
          <a:off x="6292274" y="2000786"/>
          <a:ext cx="91440" cy="266533"/>
        </a:xfrm>
        <a:custGeom>
          <a:avLst/>
          <a:gdLst/>
          <a:ahLst/>
          <a:cxnLst/>
          <a:rect l="0" t="0" r="0" b="0"/>
          <a:pathLst>
            <a:path>
              <a:moveTo>
                <a:pt x="45720" y="0"/>
              </a:moveTo>
              <a:lnTo>
                <a:pt x="45720" y="266533"/>
              </a:lnTo>
            </a:path>
          </a:pathLst>
        </a:custGeom>
        <a:noFill/>
        <a:ln w="9525" cap="flat" cmpd="sng" algn="ctr">
          <a:solidFill>
            <a:schemeClr val="accent3">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BA5558BA-44C7-49FA-8150-507E9FBA0BDF}">
      <dsp:nvSpPr>
        <dsp:cNvPr id="0" name=""/>
        <dsp:cNvSpPr/>
      </dsp:nvSpPr>
      <dsp:spPr>
        <a:xfrm>
          <a:off x="4011116" y="888115"/>
          <a:ext cx="2326878" cy="266533"/>
        </a:xfrm>
        <a:custGeom>
          <a:avLst/>
          <a:gdLst/>
          <a:ahLst/>
          <a:cxnLst/>
          <a:rect l="0" t="0" r="0" b="0"/>
          <a:pathLst>
            <a:path>
              <a:moveTo>
                <a:pt x="0" y="0"/>
              </a:moveTo>
              <a:lnTo>
                <a:pt x="0" y="134324"/>
              </a:lnTo>
              <a:lnTo>
                <a:pt x="2326878" y="134324"/>
              </a:lnTo>
              <a:lnTo>
                <a:pt x="2326878" y="266533"/>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D13365EC-C325-4794-88CC-07D5D177B4C5}">
      <dsp:nvSpPr>
        <dsp:cNvPr id="0" name=""/>
        <dsp:cNvSpPr/>
      </dsp:nvSpPr>
      <dsp:spPr>
        <a:xfrm>
          <a:off x="3965396" y="888115"/>
          <a:ext cx="91440" cy="266533"/>
        </a:xfrm>
        <a:custGeom>
          <a:avLst/>
          <a:gdLst/>
          <a:ahLst/>
          <a:cxnLst/>
          <a:rect l="0" t="0" r="0" b="0"/>
          <a:pathLst>
            <a:path>
              <a:moveTo>
                <a:pt x="45720" y="0"/>
              </a:moveTo>
              <a:lnTo>
                <a:pt x="45720" y="266533"/>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D17D04C3-F068-4F99-8660-406B4D177845}">
      <dsp:nvSpPr>
        <dsp:cNvPr id="0" name=""/>
        <dsp:cNvSpPr/>
      </dsp:nvSpPr>
      <dsp:spPr>
        <a:xfrm>
          <a:off x="2801957" y="3113456"/>
          <a:ext cx="91440" cy="266533"/>
        </a:xfrm>
        <a:custGeom>
          <a:avLst/>
          <a:gdLst/>
          <a:ahLst/>
          <a:cxnLst/>
          <a:rect l="0" t="0" r="0" b="0"/>
          <a:pathLst>
            <a:path>
              <a:moveTo>
                <a:pt x="45720" y="0"/>
              </a:moveTo>
              <a:lnTo>
                <a:pt x="45720" y="266533"/>
              </a:lnTo>
            </a:path>
          </a:pathLst>
        </a:custGeom>
        <a:noFill/>
        <a:ln w="9525" cap="flat" cmpd="sng" algn="ctr">
          <a:solidFill>
            <a:schemeClr val="accent4">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2FE07C31-2063-446C-87D8-7CD7C0F191C1}">
      <dsp:nvSpPr>
        <dsp:cNvPr id="0" name=""/>
        <dsp:cNvSpPr/>
      </dsp:nvSpPr>
      <dsp:spPr>
        <a:xfrm>
          <a:off x="1684238" y="2000786"/>
          <a:ext cx="1163439" cy="266533"/>
        </a:xfrm>
        <a:custGeom>
          <a:avLst/>
          <a:gdLst/>
          <a:ahLst/>
          <a:cxnLst/>
          <a:rect l="0" t="0" r="0" b="0"/>
          <a:pathLst>
            <a:path>
              <a:moveTo>
                <a:pt x="0" y="0"/>
              </a:moveTo>
              <a:lnTo>
                <a:pt x="0" y="134324"/>
              </a:lnTo>
              <a:lnTo>
                <a:pt x="1163439" y="134324"/>
              </a:lnTo>
              <a:lnTo>
                <a:pt x="1163439" y="266533"/>
              </a:lnTo>
            </a:path>
          </a:pathLst>
        </a:custGeom>
        <a:noFill/>
        <a:ln w="9525" cap="flat" cmpd="sng" algn="ctr">
          <a:solidFill>
            <a:schemeClr val="accent3">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2DCFBCFC-1929-4E83-A64C-0FE985009E64}">
      <dsp:nvSpPr>
        <dsp:cNvPr id="0" name=""/>
        <dsp:cNvSpPr/>
      </dsp:nvSpPr>
      <dsp:spPr>
        <a:xfrm>
          <a:off x="520799" y="2000786"/>
          <a:ext cx="1163439" cy="266533"/>
        </a:xfrm>
        <a:custGeom>
          <a:avLst/>
          <a:gdLst/>
          <a:ahLst/>
          <a:cxnLst/>
          <a:rect l="0" t="0" r="0" b="0"/>
          <a:pathLst>
            <a:path>
              <a:moveTo>
                <a:pt x="1163439" y="0"/>
              </a:moveTo>
              <a:lnTo>
                <a:pt x="1163439" y="134324"/>
              </a:lnTo>
              <a:lnTo>
                <a:pt x="0" y="134324"/>
              </a:lnTo>
              <a:lnTo>
                <a:pt x="0" y="266533"/>
              </a:lnTo>
            </a:path>
          </a:pathLst>
        </a:custGeom>
        <a:noFill/>
        <a:ln w="9525" cap="flat" cmpd="sng" algn="ctr">
          <a:solidFill>
            <a:schemeClr val="accent3">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7CA98D1-CE72-47F1-B1B9-5B8E9E028F34}">
      <dsp:nvSpPr>
        <dsp:cNvPr id="0" name=""/>
        <dsp:cNvSpPr/>
      </dsp:nvSpPr>
      <dsp:spPr>
        <a:xfrm>
          <a:off x="1684238" y="888115"/>
          <a:ext cx="2326878" cy="266533"/>
        </a:xfrm>
        <a:custGeom>
          <a:avLst/>
          <a:gdLst/>
          <a:ahLst/>
          <a:cxnLst/>
          <a:rect l="0" t="0" r="0" b="0"/>
          <a:pathLst>
            <a:path>
              <a:moveTo>
                <a:pt x="2326878" y="0"/>
              </a:moveTo>
              <a:lnTo>
                <a:pt x="2326878" y="134324"/>
              </a:lnTo>
              <a:lnTo>
                <a:pt x="0" y="134324"/>
              </a:lnTo>
              <a:lnTo>
                <a:pt x="0" y="266533"/>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CA2F195C-376C-4122-BE9A-79AD25E2D7C2}">
      <dsp:nvSpPr>
        <dsp:cNvPr id="0" name=""/>
        <dsp:cNvSpPr/>
      </dsp:nvSpPr>
      <dsp:spPr>
        <a:xfrm>
          <a:off x="3588047" y="41977"/>
          <a:ext cx="846137" cy="846137"/>
        </a:xfrm>
        <a:prstGeom prst="ellipse">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47345A4E-B415-486D-86AB-36CCEA0E3A47}">
      <dsp:nvSpPr>
        <dsp:cNvPr id="0" name=""/>
        <dsp:cNvSpPr/>
      </dsp:nvSpPr>
      <dsp:spPr>
        <a:xfrm>
          <a:off x="4434185" y="39862"/>
          <a:ext cx="1269206" cy="8461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kern="1200" dirty="0">
              <a:solidFill>
                <a:schemeClr val="tx2"/>
              </a:solidFill>
            </a:rPr>
            <a:t>Lorem Ipsum</a:t>
          </a:r>
        </a:p>
      </dsp:txBody>
      <dsp:txXfrm>
        <a:off x="4434185" y="39862"/>
        <a:ext cx="1269206" cy="846137"/>
      </dsp:txXfrm>
    </dsp:sp>
    <dsp:sp modelId="{C4F131CA-A51B-4C1B-A1E5-43747018BB1D}">
      <dsp:nvSpPr>
        <dsp:cNvPr id="0" name=""/>
        <dsp:cNvSpPr/>
      </dsp:nvSpPr>
      <dsp:spPr>
        <a:xfrm>
          <a:off x="1261169" y="1154648"/>
          <a:ext cx="846137" cy="846137"/>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DA4EB2BA-F406-4C4C-8B2B-893F39E89BC3}">
      <dsp:nvSpPr>
        <dsp:cNvPr id="0" name=""/>
        <dsp:cNvSpPr/>
      </dsp:nvSpPr>
      <dsp:spPr>
        <a:xfrm>
          <a:off x="2107307" y="1152533"/>
          <a:ext cx="1269206" cy="8461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dirty="0"/>
            <a:t>Some text here</a:t>
          </a:r>
        </a:p>
      </dsp:txBody>
      <dsp:txXfrm>
        <a:off x="2107307" y="1152533"/>
        <a:ext cx="1269206" cy="846137"/>
      </dsp:txXfrm>
    </dsp:sp>
    <dsp:sp modelId="{BB3946F0-6AD7-4F48-A36B-AB7140CA5342}">
      <dsp:nvSpPr>
        <dsp:cNvPr id="0" name=""/>
        <dsp:cNvSpPr/>
      </dsp:nvSpPr>
      <dsp:spPr>
        <a:xfrm>
          <a:off x="97730" y="2267319"/>
          <a:ext cx="846137" cy="846137"/>
        </a:xfrm>
        <a:prstGeom prst="ellipse">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2B809459-62D4-4E38-8B45-102C9ED79118}">
      <dsp:nvSpPr>
        <dsp:cNvPr id="0" name=""/>
        <dsp:cNvSpPr/>
      </dsp:nvSpPr>
      <dsp:spPr>
        <a:xfrm>
          <a:off x="943867" y="2265203"/>
          <a:ext cx="1269206" cy="8461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dirty="0"/>
            <a:t>Some text here</a:t>
          </a:r>
        </a:p>
      </dsp:txBody>
      <dsp:txXfrm>
        <a:off x="943867" y="2265203"/>
        <a:ext cx="1269206" cy="846137"/>
      </dsp:txXfrm>
    </dsp:sp>
    <dsp:sp modelId="{B4996FE0-02DD-4BCE-9919-576A02077D25}">
      <dsp:nvSpPr>
        <dsp:cNvPr id="0" name=""/>
        <dsp:cNvSpPr/>
      </dsp:nvSpPr>
      <dsp:spPr>
        <a:xfrm>
          <a:off x="2424608" y="2267319"/>
          <a:ext cx="846137" cy="846137"/>
        </a:xfrm>
        <a:prstGeom prst="ellipse">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50F87BD1-1C00-46B2-9D50-06561274682C}">
      <dsp:nvSpPr>
        <dsp:cNvPr id="0" name=""/>
        <dsp:cNvSpPr/>
      </dsp:nvSpPr>
      <dsp:spPr>
        <a:xfrm>
          <a:off x="3270746" y="2265203"/>
          <a:ext cx="1269206" cy="8461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dirty="0"/>
            <a:t>Some text here</a:t>
          </a:r>
        </a:p>
      </dsp:txBody>
      <dsp:txXfrm>
        <a:off x="3270746" y="2265203"/>
        <a:ext cx="1269206" cy="846137"/>
      </dsp:txXfrm>
    </dsp:sp>
    <dsp:sp modelId="{7C3D16F7-9DB9-48F5-B0AC-2858A6227D22}">
      <dsp:nvSpPr>
        <dsp:cNvPr id="0" name=""/>
        <dsp:cNvSpPr/>
      </dsp:nvSpPr>
      <dsp:spPr>
        <a:xfrm>
          <a:off x="2424608" y="3379990"/>
          <a:ext cx="846137" cy="846137"/>
        </a:xfrm>
        <a:prstGeom prst="ellipse">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B9609E6F-9E9B-45BA-A47F-F2A6D796599B}">
      <dsp:nvSpPr>
        <dsp:cNvPr id="0" name=""/>
        <dsp:cNvSpPr/>
      </dsp:nvSpPr>
      <dsp:spPr>
        <a:xfrm>
          <a:off x="3270746" y="3377874"/>
          <a:ext cx="1269206" cy="8461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dirty="0"/>
            <a:t>Some text here</a:t>
          </a:r>
        </a:p>
      </dsp:txBody>
      <dsp:txXfrm>
        <a:off x="3270746" y="3377874"/>
        <a:ext cx="1269206" cy="846137"/>
      </dsp:txXfrm>
    </dsp:sp>
    <dsp:sp modelId="{A6507C1F-040B-46B6-8AB7-99872C9831D2}">
      <dsp:nvSpPr>
        <dsp:cNvPr id="0" name=""/>
        <dsp:cNvSpPr/>
      </dsp:nvSpPr>
      <dsp:spPr>
        <a:xfrm>
          <a:off x="3588047" y="1154648"/>
          <a:ext cx="846137" cy="846137"/>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FCBD4FAF-C92F-4E31-909A-0F8CD6B1E53D}">
      <dsp:nvSpPr>
        <dsp:cNvPr id="0" name=""/>
        <dsp:cNvSpPr/>
      </dsp:nvSpPr>
      <dsp:spPr>
        <a:xfrm>
          <a:off x="4434185" y="1152533"/>
          <a:ext cx="1269206" cy="8461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dirty="0"/>
            <a:t>Some text here</a:t>
          </a:r>
        </a:p>
      </dsp:txBody>
      <dsp:txXfrm>
        <a:off x="4434185" y="1152533"/>
        <a:ext cx="1269206" cy="846137"/>
      </dsp:txXfrm>
    </dsp:sp>
    <dsp:sp modelId="{69352B5A-A027-4512-BFF1-DEAEF0805B00}">
      <dsp:nvSpPr>
        <dsp:cNvPr id="0" name=""/>
        <dsp:cNvSpPr/>
      </dsp:nvSpPr>
      <dsp:spPr>
        <a:xfrm>
          <a:off x="5914925" y="1154648"/>
          <a:ext cx="846137" cy="846137"/>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68E323B9-8237-4B0D-BAE5-446302A3BAEB}">
      <dsp:nvSpPr>
        <dsp:cNvPr id="0" name=""/>
        <dsp:cNvSpPr/>
      </dsp:nvSpPr>
      <dsp:spPr>
        <a:xfrm>
          <a:off x="6761063" y="1152533"/>
          <a:ext cx="1269206" cy="8461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dirty="0"/>
            <a:t>Some text here</a:t>
          </a:r>
        </a:p>
      </dsp:txBody>
      <dsp:txXfrm>
        <a:off x="6761063" y="1152533"/>
        <a:ext cx="1269206" cy="846137"/>
      </dsp:txXfrm>
    </dsp:sp>
    <dsp:sp modelId="{39319D7C-B8D4-4BC0-A207-8D61F70323A8}">
      <dsp:nvSpPr>
        <dsp:cNvPr id="0" name=""/>
        <dsp:cNvSpPr/>
      </dsp:nvSpPr>
      <dsp:spPr>
        <a:xfrm>
          <a:off x="5914925" y="2267319"/>
          <a:ext cx="846137" cy="846137"/>
        </a:xfrm>
        <a:prstGeom prst="ellipse">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F074BA4F-23FB-4987-93EF-B18EF6B70CEA}">
      <dsp:nvSpPr>
        <dsp:cNvPr id="0" name=""/>
        <dsp:cNvSpPr/>
      </dsp:nvSpPr>
      <dsp:spPr>
        <a:xfrm>
          <a:off x="6761063" y="2265203"/>
          <a:ext cx="1269206" cy="8461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dirty="0"/>
            <a:t>Some text here</a:t>
          </a:r>
        </a:p>
      </dsp:txBody>
      <dsp:txXfrm>
        <a:off x="6761063" y="2265203"/>
        <a:ext cx="1269206" cy="846137"/>
      </dsp:txXfrm>
    </dsp:sp>
  </dsp:spTree>
</dsp:drawing>
</file>

<file path=ppt/diagrams/drawing10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46F771-1692-47E0-A129-E110FA9C1EAA}">
      <dsp:nvSpPr>
        <dsp:cNvPr id="0" name=""/>
        <dsp:cNvSpPr/>
      </dsp:nvSpPr>
      <dsp:spPr>
        <a:xfrm>
          <a:off x="5800943" y="1893008"/>
          <a:ext cx="91440" cy="352160"/>
        </a:xfrm>
        <a:custGeom>
          <a:avLst/>
          <a:gdLst/>
          <a:ahLst/>
          <a:cxnLst/>
          <a:rect l="0" t="0" r="0" b="0"/>
          <a:pathLst>
            <a:path>
              <a:moveTo>
                <a:pt x="45720" y="0"/>
              </a:moveTo>
              <a:lnTo>
                <a:pt x="45720" y="352160"/>
              </a:lnTo>
            </a:path>
          </a:pathLst>
        </a:custGeom>
        <a:noFill/>
        <a:ln w="9525" cap="flat" cmpd="sng" algn="ctr">
          <a:solidFill>
            <a:schemeClr val="accent3">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1915F3AE-690D-4720-A127-92B343996CEF}">
      <dsp:nvSpPr>
        <dsp:cNvPr id="0" name=""/>
        <dsp:cNvSpPr/>
      </dsp:nvSpPr>
      <dsp:spPr>
        <a:xfrm>
          <a:off x="4366716" y="771948"/>
          <a:ext cx="1479946" cy="352160"/>
        </a:xfrm>
        <a:custGeom>
          <a:avLst/>
          <a:gdLst/>
          <a:ahLst/>
          <a:cxnLst/>
          <a:rect l="0" t="0" r="0" b="0"/>
          <a:pathLst>
            <a:path>
              <a:moveTo>
                <a:pt x="0" y="0"/>
              </a:moveTo>
              <a:lnTo>
                <a:pt x="0" y="239986"/>
              </a:lnTo>
              <a:lnTo>
                <a:pt x="1479946" y="239986"/>
              </a:lnTo>
              <a:lnTo>
                <a:pt x="1479946" y="352160"/>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973E9768-B6B1-49C1-8FB4-50E69F8B6294}">
      <dsp:nvSpPr>
        <dsp:cNvPr id="0" name=""/>
        <dsp:cNvSpPr/>
      </dsp:nvSpPr>
      <dsp:spPr>
        <a:xfrm>
          <a:off x="4320996" y="771948"/>
          <a:ext cx="91440" cy="352160"/>
        </a:xfrm>
        <a:custGeom>
          <a:avLst/>
          <a:gdLst/>
          <a:ahLst/>
          <a:cxnLst/>
          <a:rect l="0" t="0" r="0" b="0"/>
          <a:pathLst>
            <a:path>
              <a:moveTo>
                <a:pt x="45720" y="0"/>
              </a:moveTo>
              <a:lnTo>
                <a:pt x="45720" y="352160"/>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DC872C19-C9A8-4F92-A53E-9A2E74C949F9}">
      <dsp:nvSpPr>
        <dsp:cNvPr id="0" name=""/>
        <dsp:cNvSpPr/>
      </dsp:nvSpPr>
      <dsp:spPr>
        <a:xfrm>
          <a:off x="3581022" y="3014067"/>
          <a:ext cx="91440" cy="352160"/>
        </a:xfrm>
        <a:custGeom>
          <a:avLst/>
          <a:gdLst/>
          <a:ahLst/>
          <a:cxnLst/>
          <a:rect l="0" t="0" r="0" b="0"/>
          <a:pathLst>
            <a:path>
              <a:moveTo>
                <a:pt x="45720" y="0"/>
              </a:moveTo>
              <a:lnTo>
                <a:pt x="45720" y="352160"/>
              </a:lnTo>
            </a:path>
          </a:pathLst>
        </a:custGeom>
        <a:noFill/>
        <a:ln w="9525" cap="flat" cmpd="sng" algn="ctr">
          <a:solidFill>
            <a:schemeClr val="accent4">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01507AE9-C10C-4F5E-8E94-5905FF2C59C2}">
      <dsp:nvSpPr>
        <dsp:cNvPr id="0" name=""/>
        <dsp:cNvSpPr/>
      </dsp:nvSpPr>
      <dsp:spPr>
        <a:xfrm>
          <a:off x="2886769" y="1893008"/>
          <a:ext cx="739973" cy="352160"/>
        </a:xfrm>
        <a:custGeom>
          <a:avLst/>
          <a:gdLst/>
          <a:ahLst/>
          <a:cxnLst/>
          <a:rect l="0" t="0" r="0" b="0"/>
          <a:pathLst>
            <a:path>
              <a:moveTo>
                <a:pt x="0" y="0"/>
              </a:moveTo>
              <a:lnTo>
                <a:pt x="0" y="239986"/>
              </a:lnTo>
              <a:lnTo>
                <a:pt x="739973" y="239986"/>
              </a:lnTo>
              <a:lnTo>
                <a:pt x="739973" y="352160"/>
              </a:lnTo>
            </a:path>
          </a:pathLst>
        </a:custGeom>
        <a:noFill/>
        <a:ln w="9525" cap="flat" cmpd="sng" algn="ctr">
          <a:solidFill>
            <a:schemeClr val="accent3">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686145F0-A3CC-46B6-975D-9E713177DD6D}">
      <dsp:nvSpPr>
        <dsp:cNvPr id="0" name=""/>
        <dsp:cNvSpPr/>
      </dsp:nvSpPr>
      <dsp:spPr>
        <a:xfrm>
          <a:off x="2146796" y="1893008"/>
          <a:ext cx="739973" cy="352160"/>
        </a:xfrm>
        <a:custGeom>
          <a:avLst/>
          <a:gdLst/>
          <a:ahLst/>
          <a:cxnLst/>
          <a:rect l="0" t="0" r="0" b="0"/>
          <a:pathLst>
            <a:path>
              <a:moveTo>
                <a:pt x="739973" y="0"/>
              </a:moveTo>
              <a:lnTo>
                <a:pt x="739973" y="239986"/>
              </a:lnTo>
              <a:lnTo>
                <a:pt x="0" y="239986"/>
              </a:lnTo>
              <a:lnTo>
                <a:pt x="0" y="352160"/>
              </a:lnTo>
            </a:path>
          </a:pathLst>
        </a:custGeom>
        <a:noFill/>
        <a:ln w="9525" cap="flat" cmpd="sng" algn="ctr">
          <a:solidFill>
            <a:schemeClr val="accent3">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C3B01577-931A-45DE-903B-67B4D42D7F82}">
      <dsp:nvSpPr>
        <dsp:cNvPr id="0" name=""/>
        <dsp:cNvSpPr/>
      </dsp:nvSpPr>
      <dsp:spPr>
        <a:xfrm>
          <a:off x="2886769" y="771948"/>
          <a:ext cx="1479946" cy="352160"/>
        </a:xfrm>
        <a:custGeom>
          <a:avLst/>
          <a:gdLst/>
          <a:ahLst/>
          <a:cxnLst/>
          <a:rect l="0" t="0" r="0" b="0"/>
          <a:pathLst>
            <a:path>
              <a:moveTo>
                <a:pt x="1479946" y="0"/>
              </a:moveTo>
              <a:lnTo>
                <a:pt x="1479946" y="239986"/>
              </a:lnTo>
              <a:lnTo>
                <a:pt x="0" y="239986"/>
              </a:lnTo>
              <a:lnTo>
                <a:pt x="0" y="352160"/>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5554B4D-AC13-4560-B0D1-BB66D5D89918}">
      <dsp:nvSpPr>
        <dsp:cNvPr id="0" name=""/>
        <dsp:cNvSpPr/>
      </dsp:nvSpPr>
      <dsp:spPr>
        <a:xfrm>
          <a:off x="3761283" y="3048"/>
          <a:ext cx="1210865" cy="768899"/>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786C8B5C-DAB4-4761-8623-DF6E08CE1FAB}">
      <dsp:nvSpPr>
        <dsp:cNvPr id="0" name=""/>
        <dsp:cNvSpPr/>
      </dsp:nvSpPr>
      <dsp:spPr>
        <a:xfrm>
          <a:off x="3895824" y="130862"/>
          <a:ext cx="1210865" cy="768899"/>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chemeClr val="tx2"/>
              </a:solidFill>
            </a:rPr>
            <a:t>Lorem Ipsum</a:t>
          </a:r>
        </a:p>
      </dsp:txBody>
      <dsp:txXfrm>
        <a:off x="3918344" y="153382"/>
        <a:ext cx="1165825" cy="723859"/>
      </dsp:txXfrm>
    </dsp:sp>
    <dsp:sp modelId="{B7E0067B-9ED0-4C5A-8C5A-55DB8463E54D}">
      <dsp:nvSpPr>
        <dsp:cNvPr id="0" name=""/>
        <dsp:cNvSpPr/>
      </dsp:nvSpPr>
      <dsp:spPr>
        <a:xfrm>
          <a:off x="2281336" y="1124108"/>
          <a:ext cx="1210865" cy="768899"/>
        </a:xfrm>
        <a:prstGeom prst="roundRect">
          <a:avLst>
            <a:gd name="adj" fmla="val 1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B40E5F8E-56DB-434F-BA1A-418326FB281F}">
      <dsp:nvSpPr>
        <dsp:cNvPr id="0" name=""/>
        <dsp:cNvSpPr/>
      </dsp:nvSpPr>
      <dsp:spPr>
        <a:xfrm>
          <a:off x="2415877" y="1251922"/>
          <a:ext cx="1210865" cy="768899"/>
        </a:xfrm>
        <a:prstGeom prst="roundRect">
          <a:avLst>
            <a:gd name="adj" fmla="val 10000"/>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Some text here</a:t>
          </a:r>
        </a:p>
      </dsp:txBody>
      <dsp:txXfrm>
        <a:off x="2438397" y="1274442"/>
        <a:ext cx="1165825" cy="723859"/>
      </dsp:txXfrm>
    </dsp:sp>
    <dsp:sp modelId="{0B08717B-735C-49AE-8421-61E105C9857D}">
      <dsp:nvSpPr>
        <dsp:cNvPr id="0" name=""/>
        <dsp:cNvSpPr/>
      </dsp:nvSpPr>
      <dsp:spPr>
        <a:xfrm>
          <a:off x="1541363" y="2245168"/>
          <a:ext cx="1210865" cy="768899"/>
        </a:xfrm>
        <a:prstGeom prst="roundRect">
          <a:avLst>
            <a:gd name="adj" fmla="val 1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5AD359CD-AFCE-4F47-9F40-A6BBD66841C6}">
      <dsp:nvSpPr>
        <dsp:cNvPr id="0" name=""/>
        <dsp:cNvSpPr/>
      </dsp:nvSpPr>
      <dsp:spPr>
        <a:xfrm>
          <a:off x="1675903" y="2372981"/>
          <a:ext cx="1210865" cy="768899"/>
        </a:xfrm>
        <a:prstGeom prst="roundRect">
          <a:avLst>
            <a:gd name="adj" fmla="val 10000"/>
          </a:avLst>
        </a:prstGeom>
        <a:solidFill>
          <a:schemeClr val="lt1">
            <a:alpha val="90000"/>
            <a:hueOff val="0"/>
            <a:satOff val="0"/>
            <a:lumOff val="0"/>
            <a:alphaOff val="0"/>
          </a:schemeClr>
        </a:solidFill>
        <a:ln w="9525" cap="flat" cmpd="sng" algn="ctr">
          <a:solidFill>
            <a:schemeClr val="accent3">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Some text here</a:t>
          </a:r>
        </a:p>
      </dsp:txBody>
      <dsp:txXfrm>
        <a:off x="1698423" y="2395501"/>
        <a:ext cx="1165825" cy="723859"/>
      </dsp:txXfrm>
    </dsp:sp>
    <dsp:sp modelId="{64D8565B-3F7F-42B1-A6FA-6671CEADA06F}">
      <dsp:nvSpPr>
        <dsp:cNvPr id="0" name=""/>
        <dsp:cNvSpPr/>
      </dsp:nvSpPr>
      <dsp:spPr>
        <a:xfrm>
          <a:off x="3021310" y="2245168"/>
          <a:ext cx="1210865" cy="768899"/>
        </a:xfrm>
        <a:prstGeom prst="roundRect">
          <a:avLst>
            <a:gd name="adj" fmla="val 1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CC28E7D9-A468-4882-971E-7AF8DC542489}">
      <dsp:nvSpPr>
        <dsp:cNvPr id="0" name=""/>
        <dsp:cNvSpPr/>
      </dsp:nvSpPr>
      <dsp:spPr>
        <a:xfrm>
          <a:off x="3155850" y="2372981"/>
          <a:ext cx="1210865" cy="768899"/>
        </a:xfrm>
        <a:prstGeom prst="roundRect">
          <a:avLst>
            <a:gd name="adj" fmla="val 10000"/>
          </a:avLst>
        </a:prstGeom>
        <a:solidFill>
          <a:schemeClr val="lt1">
            <a:alpha val="90000"/>
            <a:hueOff val="0"/>
            <a:satOff val="0"/>
            <a:lumOff val="0"/>
            <a:alphaOff val="0"/>
          </a:schemeClr>
        </a:solidFill>
        <a:ln w="9525" cap="flat" cmpd="sng" algn="ctr">
          <a:solidFill>
            <a:schemeClr val="accent3">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Some text here</a:t>
          </a:r>
        </a:p>
      </dsp:txBody>
      <dsp:txXfrm>
        <a:off x="3178370" y="2395501"/>
        <a:ext cx="1165825" cy="723859"/>
      </dsp:txXfrm>
    </dsp:sp>
    <dsp:sp modelId="{E665462C-639E-4720-B262-8343B07C9D96}">
      <dsp:nvSpPr>
        <dsp:cNvPr id="0" name=""/>
        <dsp:cNvSpPr/>
      </dsp:nvSpPr>
      <dsp:spPr>
        <a:xfrm>
          <a:off x="3021310" y="3366228"/>
          <a:ext cx="1210865" cy="768899"/>
        </a:xfrm>
        <a:prstGeom prst="roundRect">
          <a:avLst>
            <a:gd name="adj" fmla="val 1000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251F91C2-2714-46F1-8238-07A854CD87E6}">
      <dsp:nvSpPr>
        <dsp:cNvPr id="0" name=""/>
        <dsp:cNvSpPr/>
      </dsp:nvSpPr>
      <dsp:spPr>
        <a:xfrm>
          <a:off x="3155850" y="3494041"/>
          <a:ext cx="1210865" cy="768899"/>
        </a:xfrm>
        <a:prstGeom prst="roundRect">
          <a:avLst>
            <a:gd name="adj" fmla="val 10000"/>
          </a:avLst>
        </a:prstGeom>
        <a:solidFill>
          <a:schemeClr val="lt1">
            <a:alpha val="90000"/>
            <a:hueOff val="0"/>
            <a:satOff val="0"/>
            <a:lumOff val="0"/>
            <a:alphaOff val="0"/>
          </a:schemeClr>
        </a:solidFill>
        <a:ln w="9525" cap="flat" cmpd="sng" algn="ctr">
          <a:solidFill>
            <a:schemeClr val="accent4">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Some text here</a:t>
          </a:r>
        </a:p>
      </dsp:txBody>
      <dsp:txXfrm>
        <a:off x="3178370" y="3516561"/>
        <a:ext cx="1165825" cy="723859"/>
      </dsp:txXfrm>
    </dsp:sp>
    <dsp:sp modelId="{8317C612-2080-4F51-92CA-BD6DAD9F20DE}">
      <dsp:nvSpPr>
        <dsp:cNvPr id="0" name=""/>
        <dsp:cNvSpPr/>
      </dsp:nvSpPr>
      <dsp:spPr>
        <a:xfrm>
          <a:off x="3761283" y="1124108"/>
          <a:ext cx="1210865" cy="768899"/>
        </a:xfrm>
        <a:prstGeom prst="roundRect">
          <a:avLst>
            <a:gd name="adj" fmla="val 1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B9107BE6-2046-472C-8D2C-934924DB1E7F}">
      <dsp:nvSpPr>
        <dsp:cNvPr id="0" name=""/>
        <dsp:cNvSpPr/>
      </dsp:nvSpPr>
      <dsp:spPr>
        <a:xfrm>
          <a:off x="3895824" y="1251922"/>
          <a:ext cx="1210865" cy="768899"/>
        </a:xfrm>
        <a:prstGeom prst="roundRect">
          <a:avLst>
            <a:gd name="adj" fmla="val 10000"/>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Some text here</a:t>
          </a:r>
        </a:p>
      </dsp:txBody>
      <dsp:txXfrm>
        <a:off x="3918344" y="1274442"/>
        <a:ext cx="1165825" cy="723859"/>
      </dsp:txXfrm>
    </dsp:sp>
    <dsp:sp modelId="{37AF3A06-BF11-40ED-82FA-639FBF5C857F}">
      <dsp:nvSpPr>
        <dsp:cNvPr id="0" name=""/>
        <dsp:cNvSpPr/>
      </dsp:nvSpPr>
      <dsp:spPr>
        <a:xfrm>
          <a:off x="5241230" y="1124108"/>
          <a:ext cx="1210865" cy="768899"/>
        </a:xfrm>
        <a:prstGeom prst="roundRect">
          <a:avLst>
            <a:gd name="adj" fmla="val 1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8DA48184-AE1F-458E-9AD3-4441EC165043}">
      <dsp:nvSpPr>
        <dsp:cNvPr id="0" name=""/>
        <dsp:cNvSpPr/>
      </dsp:nvSpPr>
      <dsp:spPr>
        <a:xfrm>
          <a:off x="5375771" y="1251922"/>
          <a:ext cx="1210865" cy="768899"/>
        </a:xfrm>
        <a:prstGeom prst="roundRect">
          <a:avLst>
            <a:gd name="adj" fmla="val 10000"/>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Some text here</a:t>
          </a:r>
        </a:p>
      </dsp:txBody>
      <dsp:txXfrm>
        <a:off x="5398291" y="1274442"/>
        <a:ext cx="1165825" cy="723859"/>
      </dsp:txXfrm>
    </dsp:sp>
    <dsp:sp modelId="{9E90D5D1-2C25-4916-A090-F8B8ECE77636}">
      <dsp:nvSpPr>
        <dsp:cNvPr id="0" name=""/>
        <dsp:cNvSpPr/>
      </dsp:nvSpPr>
      <dsp:spPr>
        <a:xfrm>
          <a:off x="5241230" y="2245168"/>
          <a:ext cx="1210865" cy="768899"/>
        </a:xfrm>
        <a:prstGeom prst="roundRect">
          <a:avLst>
            <a:gd name="adj" fmla="val 1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F24E6442-9A15-4ADA-895B-40CAA13C3005}">
      <dsp:nvSpPr>
        <dsp:cNvPr id="0" name=""/>
        <dsp:cNvSpPr/>
      </dsp:nvSpPr>
      <dsp:spPr>
        <a:xfrm>
          <a:off x="5375771" y="2372981"/>
          <a:ext cx="1210865" cy="768899"/>
        </a:xfrm>
        <a:prstGeom prst="roundRect">
          <a:avLst>
            <a:gd name="adj" fmla="val 10000"/>
          </a:avLst>
        </a:prstGeom>
        <a:solidFill>
          <a:schemeClr val="lt1">
            <a:alpha val="90000"/>
            <a:hueOff val="0"/>
            <a:satOff val="0"/>
            <a:lumOff val="0"/>
            <a:alphaOff val="0"/>
          </a:schemeClr>
        </a:solidFill>
        <a:ln w="9525" cap="flat" cmpd="sng" algn="ctr">
          <a:solidFill>
            <a:schemeClr val="accent3">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Some text here</a:t>
          </a:r>
        </a:p>
      </dsp:txBody>
      <dsp:txXfrm>
        <a:off x="5398291" y="2395501"/>
        <a:ext cx="1165825" cy="723859"/>
      </dsp:txXfrm>
    </dsp:sp>
  </dsp:spTree>
</dsp:drawing>
</file>

<file path=ppt/diagrams/drawing10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3E8DE0-F534-406B-963E-AA78FB8B41A3}">
      <dsp:nvSpPr>
        <dsp:cNvPr id="0" name=""/>
        <dsp:cNvSpPr/>
      </dsp:nvSpPr>
      <dsp:spPr>
        <a:xfrm>
          <a:off x="0" y="1147422"/>
          <a:ext cx="8128000" cy="946150"/>
        </a:xfrm>
        <a:prstGeom prst="roundRect">
          <a:avLst>
            <a:gd name="adj" fmla="val 10000"/>
          </a:avLst>
        </a:prstGeom>
        <a:solidFill>
          <a:schemeClr val="accent2">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txBody>
        <a:bodyPr spcFirstLastPara="0" vert="horz" wrap="square" lIns="92456" tIns="92456" rIns="92456" bIns="92456" numCol="1" spcCol="1270" anchor="t" anchorCtr="0">
          <a:noAutofit/>
        </a:bodyPr>
        <a:lstStyle/>
        <a:p>
          <a:pPr marL="0" lvl="0" indent="0" algn="l" defTabSz="577850">
            <a:lnSpc>
              <a:spcPct val="90000"/>
            </a:lnSpc>
            <a:spcBef>
              <a:spcPct val="0"/>
            </a:spcBef>
            <a:spcAft>
              <a:spcPct val="35000"/>
            </a:spcAft>
            <a:buNone/>
          </a:pPr>
          <a:r>
            <a:rPr lang="en-US" sz="1300" kern="1200" dirty="0">
              <a:solidFill>
                <a:schemeClr val="tx2"/>
              </a:solidFill>
            </a:rPr>
            <a:t>Lorem Ipsum</a:t>
          </a:r>
        </a:p>
        <a:p>
          <a:pPr marL="57150" lvl="1" indent="-57150" algn="l" defTabSz="444500">
            <a:lnSpc>
              <a:spcPct val="90000"/>
            </a:lnSpc>
            <a:spcBef>
              <a:spcPct val="0"/>
            </a:spcBef>
            <a:spcAft>
              <a:spcPct val="15000"/>
            </a:spcAft>
            <a:buChar char="•"/>
          </a:pPr>
          <a:r>
            <a:rPr lang="en-US" sz="1000" kern="1200" dirty="0">
              <a:solidFill>
                <a:schemeClr val="tx2"/>
              </a:solidFill>
            </a:rPr>
            <a:t>Some text here</a:t>
          </a:r>
        </a:p>
        <a:p>
          <a:pPr marL="57150" lvl="1" indent="-57150" algn="l" defTabSz="444500">
            <a:lnSpc>
              <a:spcPct val="90000"/>
            </a:lnSpc>
            <a:spcBef>
              <a:spcPct val="0"/>
            </a:spcBef>
            <a:spcAft>
              <a:spcPct val="15000"/>
            </a:spcAft>
            <a:buChar char="•"/>
          </a:pPr>
          <a:r>
            <a:rPr lang="en-US" sz="1000" kern="1200" dirty="0">
              <a:solidFill>
                <a:schemeClr val="tx2"/>
              </a:solidFill>
            </a:rPr>
            <a:t>Some text here</a:t>
          </a:r>
        </a:p>
        <a:p>
          <a:pPr marL="57150" lvl="1" indent="-57150" algn="l" defTabSz="444500">
            <a:lnSpc>
              <a:spcPct val="90000"/>
            </a:lnSpc>
            <a:spcBef>
              <a:spcPct val="0"/>
            </a:spcBef>
            <a:spcAft>
              <a:spcPct val="15000"/>
            </a:spcAft>
            <a:buChar char="•"/>
          </a:pPr>
          <a:r>
            <a:rPr lang="en-US" sz="1000" kern="1200" dirty="0">
              <a:solidFill>
                <a:schemeClr val="tx2"/>
              </a:solidFill>
            </a:rPr>
            <a:t>Some text here</a:t>
          </a:r>
        </a:p>
      </dsp:txBody>
      <dsp:txXfrm>
        <a:off x="0" y="1147422"/>
        <a:ext cx="2438400" cy="946150"/>
      </dsp:txXfrm>
    </dsp:sp>
    <dsp:sp modelId="{FA6D7A1E-1722-480C-95A6-374A8DB443DA}">
      <dsp:nvSpPr>
        <dsp:cNvPr id="0" name=""/>
        <dsp:cNvSpPr/>
      </dsp:nvSpPr>
      <dsp:spPr>
        <a:xfrm>
          <a:off x="0" y="43580"/>
          <a:ext cx="8128000" cy="946150"/>
        </a:xfrm>
        <a:prstGeom prst="roundRect">
          <a:avLst>
            <a:gd name="adj" fmla="val 10000"/>
          </a:avLst>
        </a:prstGeom>
        <a:solidFill>
          <a:schemeClr val="accent2">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txBody>
        <a:bodyPr spcFirstLastPara="0" vert="horz" wrap="square" lIns="92456" tIns="92456" rIns="92456" bIns="92456" numCol="1" spcCol="1270" anchor="t" anchorCtr="0">
          <a:noAutofit/>
        </a:bodyPr>
        <a:lstStyle/>
        <a:p>
          <a:pPr marL="0" lvl="0" indent="0" algn="l" defTabSz="577850">
            <a:lnSpc>
              <a:spcPct val="90000"/>
            </a:lnSpc>
            <a:spcBef>
              <a:spcPct val="0"/>
            </a:spcBef>
            <a:spcAft>
              <a:spcPct val="35000"/>
            </a:spcAft>
            <a:buNone/>
          </a:pPr>
          <a:r>
            <a:rPr lang="en-US" sz="1300" kern="1200" dirty="0">
              <a:solidFill>
                <a:schemeClr val="tx2"/>
              </a:solidFill>
            </a:rPr>
            <a:t>Lorem Ipsum</a:t>
          </a:r>
        </a:p>
        <a:p>
          <a:pPr marL="57150" lvl="1" indent="-57150" algn="l" defTabSz="444500">
            <a:lnSpc>
              <a:spcPct val="90000"/>
            </a:lnSpc>
            <a:spcBef>
              <a:spcPct val="0"/>
            </a:spcBef>
            <a:spcAft>
              <a:spcPct val="15000"/>
            </a:spcAft>
            <a:buChar char="•"/>
          </a:pPr>
          <a:r>
            <a:rPr lang="en-US" sz="1000" kern="1200" dirty="0">
              <a:solidFill>
                <a:schemeClr val="tx2"/>
              </a:solidFill>
            </a:rPr>
            <a:t>Some text here</a:t>
          </a:r>
        </a:p>
        <a:p>
          <a:pPr marL="57150" lvl="1" indent="-57150" algn="l" defTabSz="444500">
            <a:lnSpc>
              <a:spcPct val="90000"/>
            </a:lnSpc>
            <a:spcBef>
              <a:spcPct val="0"/>
            </a:spcBef>
            <a:spcAft>
              <a:spcPct val="15000"/>
            </a:spcAft>
            <a:buChar char="•"/>
          </a:pPr>
          <a:r>
            <a:rPr lang="en-US" sz="1000" kern="1200" dirty="0">
              <a:solidFill>
                <a:schemeClr val="tx2"/>
              </a:solidFill>
            </a:rPr>
            <a:t>Some text here</a:t>
          </a:r>
        </a:p>
      </dsp:txBody>
      <dsp:txXfrm>
        <a:off x="0" y="43580"/>
        <a:ext cx="2438400" cy="946150"/>
      </dsp:txXfrm>
    </dsp:sp>
    <dsp:sp modelId="{61AE461E-C21F-4E1F-9A07-FDC5A8421863}">
      <dsp:nvSpPr>
        <dsp:cNvPr id="0" name=""/>
        <dsp:cNvSpPr/>
      </dsp:nvSpPr>
      <dsp:spPr>
        <a:xfrm>
          <a:off x="4610576" y="122426"/>
          <a:ext cx="1182687" cy="788458"/>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Lorem Ipsum</a:t>
          </a:r>
        </a:p>
      </dsp:txBody>
      <dsp:txXfrm>
        <a:off x="4633669" y="145519"/>
        <a:ext cx="1136501" cy="742272"/>
      </dsp:txXfrm>
    </dsp:sp>
    <dsp:sp modelId="{E1662FD1-DAC5-481E-96A7-D12CE64329F6}">
      <dsp:nvSpPr>
        <dsp:cNvPr id="0" name=""/>
        <dsp:cNvSpPr/>
      </dsp:nvSpPr>
      <dsp:spPr>
        <a:xfrm>
          <a:off x="3664426" y="910884"/>
          <a:ext cx="1537493" cy="315383"/>
        </a:xfrm>
        <a:custGeom>
          <a:avLst/>
          <a:gdLst/>
          <a:ahLst/>
          <a:cxnLst/>
          <a:rect l="0" t="0" r="0" b="0"/>
          <a:pathLst>
            <a:path>
              <a:moveTo>
                <a:pt x="1537493" y="0"/>
              </a:moveTo>
              <a:lnTo>
                <a:pt x="1537493" y="157691"/>
              </a:lnTo>
              <a:lnTo>
                <a:pt x="0" y="157691"/>
              </a:lnTo>
              <a:lnTo>
                <a:pt x="0" y="315383"/>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6C91374E-EEF8-4569-A43C-FF96A66369FC}">
      <dsp:nvSpPr>
        <dsp:cNvPr id="0" name=""/>
        <dsp:cNvSpPr/>
      </dsp:nvSpPr>
      <dsp:spPr>
        <a:xfrm>
          <a:off x="3073082" y="1226267"/>
          <a:ext cx="1182687" cy="788458"/>
        </a:xfrm>
        <a:prstGeom prst="roundRect">
          <a:avLst>
            <a:gd name="adj" fmla="val 1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Some text here</a:t>
          </a:r>
        </a:p>
      </dsp:txBody>
      <dsp:txXfrm>
        <a:off x="3096175" y="1249360"/>
        <a:ext cx="1136501" cy="742272"/>
      </dsp:txXfrm>
    </dsp:sp>
    <dsp:sp modelId="{5C07F9A4-26EC-4090-8D0A-AEC67CACB058}">
      <dsp:nvSpPr>
        <dsp:cNvPr id="0" name=""/>
        <dsp:cNvSpPr/>
      </dsp:nvSpPr>
      <dsp:spPr>
        <a:xfrm>
          <a:off x="5156199" y="910884"/>
          <a:ext cx="91440" cy="315383"/>
        </a:xfrm>
        <a:custGeom>
          <a:avLst/>
          <a:gdLst/>
          <a:ahLst/>
          <a:cxnLst/>
          <a:rect l="0" t="0" r="0" b="0"/>
          <a:pathLst>
            <a:path>
              <a:moveTo>
                <a:pt x="45720" y="0"/>
              </a:moveTo>
              <a:lnTo>
                <a:pt x="45720" y="315383"/>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AC4BDFA9-E28A-4C18-A3DD-AD4839850B00}">
      <dsp:nvSpPr>
        <dsp:cNvPr id="0" name=""/>
        <dsp:cNvSpPr/>
      </dsp:nvSpPr>
      <dsp:spPr>
        <a:xfrm>
          <a:off x="4610576" y="1226267"/>
          <a:ext cx="1182687" cy="788458"/>
        </a:xfrm>
        <a:prstGeom prst="roundRect">
          <a:avLst>
            <a:gd name="adj" fmla="val 1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Some text here</a:t>
          </a:r>
        </a:p>
      </dsp:txBody>
      <dsp:txXfrm>
        <a:off x="4633669" y="1249360"/>
        <a:ext cx="1136501" cy="742272"/>
      </dsp:txXfrm>
    </dsp:sp>
    <dsp:sp modelId="{4BFC8BE0-FEE5-4122-85C6-A52E93E93D83}">
      <dsp:nvSpPr>
        <dsp:cNvPr id="0" name=""/>
        <dsp:cNvSpPr/>
      </dsp:nvSpPr>
      <dsp:spPr>
        <a:xfrm>
          <a:off x="4433173" y="2014726"/>
          <a:ext cx="768746" cy="315383"/>
        </a:xfrm>
        <a:custGeom>
          <a:avLst/>
          <a:gdLst/>
          <a:ahLst/>
          <a:cxnLst/>
          <a:rect l="0" t="0" r="0" b="0"/>
          <a:pathLst>
            <a:path>
              <a:moveTo>
                <a:pt x="768746" y="0"/>
              </a:moveTo>
              <a:lnTo>
                <a:pt x="768746" y="157691"/>
              </a:lnTo>
              <a:lnTo>
                <a:pt x="0" y="157691"/>
              </a:lnTo>
              <a:lnTo>
                <a:pt x="0" y="315383"/>
              </a:lnTo>
            </a:path>
          </a:pathLst>
        </a:custGeom>
        <a:noFill/>
        <a:ln w="9525" cap="flat" cmpd="sng" algn="ctr">
          <a:solidFill>
            <a:schemeClr val="accent3">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CBB3FE39-255E-4BE0-B9CE-6A64F59A8F2C}">
      <dsp:nvSpPr>
        <dsp:cNvPr id="0" name=""/>
        <dsp:cNvSpPr/>
      </dsp:nvSpPr>
      <dsp:spPr>
        <a:xfrm>
          <a:off x="3841829" y="2330109"/>
          <a:ext cx="1182687" cy="788458"/>
        </a:xfrm>
        <a:prstGeom prst="roundRect">
          <a:avLst>
            <a:gd name="adj" fmla="val 1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Some text here</a:t>
          </a:r>
        </a:p>
      </dsp:txBody>
      <dsp:txXfrm>
        <a:off x="3864922" y="2353202"/>
        <a:ext cx="1136501" cy="742272"/>
      </dsp:txXfrm>
    </dsp:sp>
    <dsp:sp modelId="{576956A8-BD5F-40A5-A8E6-2E21DBEF1CA9}">
      <dsp:nvSpPr>
        <dsp:cNvPr id="0" name=""/>
        <dsp:cNvSpPr/>
      </dsp:nvSpPr>
      <dsp:spPr>
        <a:xfrm>
          <a:off x="5201920" y="2014726"/>
          <a:ext cx="768746" cy="315383"/>
        </a:xfrm>
        <a:custGeom>
          <a:avLst/>
          <a:gdLst/>
          <a:ahLst/>
          <a:cxnLst/>
          <a:rect l="0" t="0" r="0" b="0"/>
          <a:pathLst>
            <a:path>
              <a:moveTo>
                <a:pt x="0" y="0"/>
              </a:moveTo>
              <a:lnTo>
                <a:pt x="0" y="157691"/>
              </a:lnTo>
              <a:lnTo>
                <a:pt x="768746" y="157691"/>
              </a:lnTo>
              <a:lnTo>
                <a:pt x="768746" y="315383"/>
              </a:lnTo>
            </a:path>
          </a:pathLst>
        </a:custGeom>
        <a:noFill/>
        <a:ln w="9525" cap="flat" cmpd="sng" algn="ctr">
          <a:solidFill>
            <a:schemeClr val="accent3">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49E70C84-BA6E-44E4-AD87-CA794FEFAE7C}">
      <dsp:nvSpPr>
        <dsp:cNvPr id="0" name=""/>
        <dsp:cNvSpPr/>
      </dsp:nvSpPr>
      <dsp:spPr>
        <a:xfrm>
          <a:off x="5379323" y="2330109"/>
          <a:ext cx="1182687" cy="788458"/>
        </a:xfrm>
        <a:prstGeom prst="roundRect">
          <a:avLst>
            <a:gd name="adj" fmla="val 1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Some text here</a:t>
          </a:r>
        </a:p>
      </dsp:txBody>
      <dsp:txXfrm>
        <a:off x="5402416" y="2353202"/>
        <a:ext cx="1136501" cy="742272"/>
      </dsp:txXfrm>
    </dsp:sp>
    <dsp:sp modelId="{6DF1A0E1-3F47-4782-A186-A5DDD7DC7631}">
      <dsp:nvSpPr>
        <dsp:cNvPr id="0" name=""/>
        <dsp:cNvSpPr/>
      </dsp:nvSpPr>
      <dsp:spPr>
        <a:xfrm>
          <a:off x="5924946" y="3118567"/>
          <a:ext cx="91440" cy="315383"/>
        </a:xfrm>
        <a:custGeom>
          <a:avLst/>
          <a:gdLst/>
          <a:ahLst/>
          <a:cxnLst/>
          <a:rect l="0" t="0" r="0" b="0"/>
          <a:pathLst>
            <a:path>
              <a:moveTo>
                <a:pt x="45720" y="0"/>
              </a:moveTo>
              <a:lnTo>
                <a:pt x="45720" y="315383"/>
              </a:lnTo>
            </a:path>
          </a:pathLst>
        </a:custGeom>
        <a:noFill/>
        <a:ln w="9525" cap="flat" cmpd="sng" algn="ctr">
          <a:solidFill>
            <a:schemeClr val="accent4">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44B144F5-2E09-4BEB-9F48-3BA774B0AA36}">
      <dsp:nvSpPr>
        <dsp:cNvPr id="0" name=""/>
        <dsp:cNvSpPr/>
      </dsp:nvSpPr>
      <dsp:spPr>
        <a:xfrm>
          <a:off x="5379323" y="3433951"/>
          <a:ext cx="1182687" cy="788458"/>
        </a:xfrm>
        <a:prstGeom prst="roundRect">
          <a:avLst>
            <a:gd name="adj" fmla="val 1000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Some text here</a:t>
          </a:r>
        </a:p>
      </dsp:txBody>
      <dsp:txXfrm>
        <a:off x="5402416" y="3457044"/>
        <a:ext cx="1136501" cy="742272"/>
      </dsp:txXfrm>
    </dsp:sp>
    <dsp:sp modelId="{D310C026-7911-412B-AAFF-17FB0DBC868D}">
      <dsp:nvSpPr>
        <dsp:cNvPr id="0" name=""/>
        <dsp:cNvSpPr/>
      </dsp:nvSpPr>
      <dsp:spPr>
        <a:xfrm>
          <a:off x="5201920" y="910884"/>
          <a:ext cx="1537493" cy="315383"/>
        </a:xfrm>
        <a:custGeom>
          <a:avLst/>
          <a:gdLst/>
          <a:ahLst/>
          <a:cxnLst/>
          <a:rect l="0" t="0" r="0" b="0"/>
          <a:pathLst>
            <a:path>
              <a:moveTo>
                <a:pt x="0" y="0"/>
              </a:moveTo>
              <a:lnTo>
                <a:pt x="0" y="157691"/>
              </a:lnTo>
              <a:lnTo>
                <a:pt x="1537493" y="157691"/>
              </a:lnTo>
              <a:lnTo>
                <a:pt x="1537493" y="315383"/>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3C6D1182-FEE7-4F8D-813D-84F519B28BAA}">
      <dsp:nvSpPr>
        <dsp:cNvPr id="0" name=""/>
        <dsp:cNvSpPr/>
      </dsp:nvSpPr>
      <dsp:spPr>
        <a:xfrm>
          <a:off x="6148070" y="1226267"/>
          <a:ext cx="1182687" cy="788458"/>
        </a:xfrm>
        <a:prstGeom prst="roundRect">
          <a:avLst>
            <a:gd name="adj" fmla="val 1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Some text here</a:t>
          </a:r>
        </a:p>
      </dsp:txBody>
      <dsp:txXfrm>
        <a:off x="6171163" y="1249360"/>
        <a:ext cx="1136501" cy="742272"/>
      </dsp:txXfrm>
    </dsp:sp>
  </dsp:spTree>
</dsp:drawing>
</file>

<file path=ppt/diagrams/drawing10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C79A71-39C2-49DA-AF40-72680CDEFDB4}">
      <dsp:nvSpPr>
        <dsp:cNvPr id="0" name=""/>
        <dsp:cNvSpPr/>
      </dsp:nvSpPr>
      <dsp:spPr>
        <a:xfrm>
          <a:off x="3849" y="288"/>
          <a:ext cx="8120300" cy="987343"/>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63830" tIns="163830" rIns="163830" bIns="163830" numCol="1" spcCol="1270" anchor="ctr" anchorCtr="0">
          <a:noAutofit/>
        </a:bodyPr>
        <a:lstStyle/>
        <a:p>
          <a:pPr marL="0" lvl="0" indent="0" algn="ctr" defTabSz="1911350">
            <a:lnSpc>
              <a:spcPct val="90000"/>
            </a:lnSpc>
            <a:spcBef>
              <a:spcPct val="0"/>
            </a:spcBef>
            <a:spcAft>
              <a:spcPct val="35000"/>
            </a:spcAft>
            <a:buNone/>
          </a:pPr>
          <a:r>
            <a:rPr lang="en-US" sz="4300" kern="1200" dirty="0"/>
            <a:t>Lorem Ipsum</a:t>
          </a:r>
        </a:p>
      </dsp:txBody>
      <dsp:txXfrm>
        <a:off x="32767" y="29206"/>
        <a:ext cx="8062464" cy="929507"/>
      </dsp:txXfrm>
    </dsp:sp>
    <dsp:sp modelId="{1B13787F-ACDE-436C-B5C0-7C32DE8E52AC}">
      <dsp:nvSpPr>
        <dsp:cNvPr id="0" name=""/>
        <dsp:cNvSpPr/>
      </dsp:nvSpPr>
      <dsp:spPr>
        <a:xfrm>
          <a:off x="3849" y="1092978"/>
          <a:ext cx="3938635" cy="987343"/>
        </a:xfrm>
        <a:prstGeom prst="roundRect">
          <a:avLst>
            <a:gd name="adj" fmla="val 1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Some text here</a:t>
          </a:r>
        </a:p>
      </dsp:txBody>
      <dsp:txXfrm>
        <a:off x="32767" y="1121896"/>
        <a:ext cx="3880799" cy="929507"/>
      </dsp:txXfrm>
    </dsp:sp>
    <dsp:sp modelId="{427DDB6B-215A-47A9-8404-30BEA1D813C3}">
      <dsp:nvSpPr>
        <dsp:cNvPr id="0" name=""/>
        <dsp:cNvSpPr/>
      </dsp:nvSpPr>
      <dsp:spPr>
        <a:xfrm>
          <a:off x="3849" y="2185668"/>
          <a:ext cx="1928812" cy="987343"/>
        </a:xfrm>
        <a:prstGeom prst="roundRect">
          <a:avLst>
            <a:gd name="adj" fmla="val 1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Some text here</a:t>
          </a:r>
        </a:p>
      </dsp:txBody>
      <dsp:txXfrm>
        <a:off x="32767" y="2214586"/>
        <a:ext cx="1870976" cy="929507"/>
      </dsp:txXfrm>
    </dsp:sp>
    <dsp:sp modelId="{380C8A71-E026-4880-9834-3FB83E8E55BF}">
      <dsp:nvSpPr>
        <dsp:cNvPr id="0" name=""/>
        <dsp:cNvSpPr/>
      </dsp:nvSpPr>
      <dsp:spPr>
        <a:xfrm>
          <a:off x="2013672" y="2185668"/>
          <a:ext cx="1928812" cy="987343"/>
        </a:xfrm>
        <a:prstGeom prst="roundRect">
          <a:avLst>
            <a:gd name="adj" fmla="val 1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Some text here</a:t>
          </a:r>
        </a:p>
      </dsp:txBody>
      <dsp:txXfrm>
        <a:off x="2042590" y="2214586"/>
        <a:ext cx="1870976" cy="929507"/>
      </dsp:txXfrm>
    </dsp:sp>
    <dsp:sp modelId="{8CD1A933-225B-4FE6-92D3-EB219D68B828}">
      <dsp:nvSpPr>
        <dsp:cNvPr id="0" name=""/>
        <dsp:cNvSpPr/>
      </dsp:nvSpPr>
      <dsp:spPr>
        <a:xfrm>
          <a:off x="2013672" y="3278358"/>
          <a:ext cx="1928812" cy="987343"/>
        </a:xfrm>
        <a:prstGeom prst="roundRect">
          <a:avLst>
            <a:gd name="adj" fmla="val 1000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Some text here</a:t>
          </a:r>
        </a:p>
      </dsp:txBody>
      <dsp:txXfrm>
        <a:off x="2042590" y="3307276"/>
        <a:ext cx="1870976" cy="929507"/>
      </dsp:txXfrm>
    </dsp:sp>
    <dsp:sp modelId="{D541E211-55F8-4A46-A69A-B5C4C3BA2311}">
      <dsp:nvSpPr>
        <dsp:cNvPr id="0" name=""/>
        <dsp:cNvSpPr/>
      </dsp:nvSpPr>
      <dsp:spPr>
        <a:xfrm>
          <a:off x="4104505" y="1092978"/>
          <a:ext cx="1928812" cy="987343"/>
        </a:xfrm>
        <a:prstGeom prst="roundRect">
          <a:avLst>
            <a:gd name="adj" fmla="val 1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Some text here</a:t>
          </a:r>
        </a:p>
      </dsp:txBody>
      <dsp:txXfrm>
        <a:off x="4133423" y="1121896"/>
        <a:ext cx="1870976" cy="929507"/>
      </dsp:txXfrm>
    </dsp:sp>
    <dsp:sp modelId="{D489A079-357B-4AE9-8571-FA40D266C16A}">
      <dsp:nvSpPr>
        <dsp:cNvPr id="0" name=""/>
        <dsp:cNvSpPr/>
      </dsp:nvSpPr>
      <dsp:spPr>
        <a:xfrm>
          <a:off x="6195337" y="1092978"/>
          <a:ext cx="1928812" cy="987343"/>
        </a:xfrm>
        <a:prstGeom prst="roundRect">
          <a:avLst>
            <a:gd name="adj" fmla="val 1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Some text here</a:t>
          </a:r>
        </a:p>
      </dsp:txBody>
      <dsp:txXfrm>
        <a:off x="6224255" y="1121896"/>
        <a:ext cx="1870976" cy="929507"/>
      </dsp:txXfrm>
    </dsp:sp>
    <dsp:sp modelId="{EE3DC6BC-FD95-4B00-9E6F-03DEFBE7BCAF}">
      <dsp:nvSpPr>
        <dsp:cNvPr id="0" name=""/>
        <dsp:cNvSpPr/>
      </dsp:nvSpPr>
      <dsp:spPr>
        <a:xfrm>
          <a:off x="6195337" y="2185668"/>
          <a:ext cx="1928812" cy="987343"/>
        </a:xfrm>
        <a:prstGeom prst="roundRect">
          <a:avLst>
            <a:gd name="adj" fmla="val 1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Some text here</a:t>
          </a:r>
        </a:p>
      </dsp:txBody>
      <dsp:txXfrm>
        <a:off x="6224255" y="2214586"/>
        <a:ext cx="1870976" cy="929507"/>
      </dsp:txXfrm>
    </dsp:sp>
  </dsp:spTree>
</dsp:drawing>
</file>

<file path=ppt/diagrams/drawing10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1FBEDD-EE16-467C-913F-3B107DB6ECB0}">
      <dsp:nvSpPr>
        <dsp:cNvPr id="0" name=""/>
        <dsp:cNvSpPr/>
      </dsp:nvSpPr>
      <dsp:spPr>
        <a:xfrm>
          <a:off x="3887390" y="3036550"/>
          <a:ext cx="353218" cy="91440"/>
        </a:xfrm>
        <a:custGeom>
          <a:avLst/>
          <a:gdLst/>
          <a:ahLst/>
          <a:cxnLst/>
          <a:rect l="0" t="0" r="0" b="0"/>
          <a:pathLst>
            <a:path>
              <a:moveTo>
                <a:pt x="0" y="45720"/>
              </a:moveTo>
              <a:lnTo>
                <a:pt x="353218" y="45720"/>
              </a:lnTo>
            </a:path>
          </a:pathLst>
        </a:custGeom>
        <a:noFill/>
        <a:ln w="9525" cap="flat" cmpd="sng" algn="ctr">
          <a:solidFill>
            <a:schemeClr val="accent3">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1685CF0A-B9F2-4A26-843B-D8EDBEE71328}">
      <dsp:nvSpPr>
        <dsp:cNvPr id="0" name=""/>
        <dsp:cNvSpPr/>
      </dsp:nvSpPr>
      <dsp:spPr>
        <a:xfrm>
          <a:off x="1768078" y="2322850"/>
          <a:ext cx="353218" cy="759420"/>
        </a:xfrm>
        <a:custGeom>
          <a:avLst/>
          <a:gdLst/>
          <a:ahLst/>
          <a:cxnLst/>
          <a:rect l="0" t="0" r="0" b="0"/>
          <a:pathLst>
            <a:path>
              <a:moveTo>
                <a:pt x="0" y="0"/>
              </a:moveTo>
              <a:lnTo>
                <a:pt x="176609" y="0"/>
              </a:lnTo>
              <a:lnTo>
                <a:pt x="176609" y="759420"/>
              </a:lnTo>
              <a:lnTo>
                <a:pt x="353218" y="759420"/>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200E5369-077D-4413-8F53-691225FB5FDD}">
      <dsp:nvSpPr>
        <dsp:cNvPr id="0" name=""/>
        <dsp:cNvSpPr/>
      </dsp:nvSpPr>
      <dsp:spPr>
        <a:xfrm>
          <a:off x="1768078" y="2277130"/>
          <a:ext cx="353218" cy="91440"/>
        </a:xfrm>
        <a:custGeom>
          <a:avLst/>
          <a:gdLst/>
          <a:ahLst/>
          <a:cxnLst/>
          <a:rect l="0" t="0" r="0" b="0"/>
          <a:pathLst>
            <a:path>
              <a:moveTo>
                <a:pt x="0" y="45720"/>
              </a:moveTo>
              <a:lnTo>
                <a:pt x="353218" y="45720"/>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B1A8E230-A629-4C8D-80C1-D8F3BFCD3A97}">
      <dsp:nvSpPr>
        <dsp:cNvPr id="0" name=""/>
        <dsp:cNvSpPr/>
      </dsp:nvSpPr>
      <dsp:spPr>
        <a:xfrm>
          <a:off x="6006703" y="1897419"/>
          <a:ext cx="353218" cy="91440"/>
        </a:xfrm>
        <a:custGeom>
          <a:avLst/>
          <a:gdLst/>
          <a:ahLst/>
          <a:cxnLst/>
          <a:rect l="0" t="0" r="0" b="0"/>
          <a:pathLst>
            <a:path>
              <a:moveTo>
                <a:pt x="0" y="45720"/>
              </a:moveTo>
              <a:lnTo>
                <a:pt x="353218" y="45720"/>
              </a:lnTo>
            </a:path>
          </a:pathLst>
        </a:custGeom>
        <a:noFill/>
        <a:ln w="9525" cap="flat" cmpd="sng" algn="ctr">
          <a:solidFill>
            <a:schemeClr val="accent4">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CAF9B8E1-C686-4BFC-9B22-9A3EB03421A5}">
      <dsp:nvSpPr>
        <dsp:cNvPr id="0" name=""/>
        <dsp:cNvSpPr/>
      </dsp:nvSpPr>
      <dsp:spPr>
        <a:xfrm>
          <a:off x="3887390" y="1563429"/>
          <a:ext cx="353218" cy="379710"/>
        </a:xfrm>
        <a:custGeom>
          <a:avLst/>
          <a:gdLst/>
          <a:ahLst/>
          <a:cxnLst/>
          <a:rect l="0" t="0" r="0" b="0"/>
          <a:pathLst>
            <a:path>
              <a:moveTo>
                <a:pt x="0" y="0"/>
              </a:moveTo>
              <a:lnTo>
                <a:pt x="176609" y="0"/>
              </a:lnTo>
              <a:lnTo>
                <a:pt x="176609" y="379710"/>
              </a:lnTo>
              <a:lnTo>
                <a:pt x="353218" y="379710"/>
              </a:lnTo>
            </a:path>
          </a:pathLst>
        </a:custGeom>
        <a:noFill/>
        <a:ln w="9525" cap="flat" cmpd="sng" algn="ctr">
          <a:solidFill>
            <a:schemeClr val="accent3">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EBBC6544-F241-49CC-AE6F-7279106FCF56}">
      <dsp:nvSpPr>
        <dsp:cNvPr id="0" name=""/>
        <dsp:cNvSpPr/>
      </dsp:nvSpPr>
      <dsp:spPr>
        <a:xfrm>
          <a:off x="3887390" y="1183719"/>
          <a:ext cx="353218" cy="379710"/>
        </a:xfrm>
        <a:custGeom>
          <a:avLst/>
          <a:gdLst/>
          <a:ahLst/>
          <a:cxnLst/>
          <a:rect l="0" t="0" r="0" b="0"/>
          <a:pathLst>
            <a:path>
              <a:moveTo>
                <a:pt x="0" y="379710"/>
              </a:moveTo>
              <a:lnTo>
                <a:pt x="176609" y="379710"/>
              </a:lnTo>
              <a:lnTo>
                <a:pt x="176609" y="0"/>
              </a:lnTo>
              <a:lnTo>
                <a:pt x="353218" y="0"/>
              </a:lnTo>
            </a:path>
          </a:pathLst>
        </a:custGeom>
        <a:noFill/>
        <a:ln w="9525" cap="flat" cmpd="sng" algn="ctr">
          <a:solidFill>
            <a:schemeClr val="accent3">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05540AD8-B80B-4C35-9297-DDD60ABE6779}">
      <dsp:nvSpPr>
        <dsp:cNvPr id="0" name=""/>
        <dsp:cNvSpPr/>
      </dsp:nvSpPr>
      <dsp:spPr>
        <a:xfrm>
          <a:off x="1768078" y="1563429"/>
          <a:ext cx="353218" cy="759420"/>
        </a:xfrm>
        <a:custGeom>
          <a:avLst/>
          <a:gdLst/>
          <a:ahLst/>
          <a:cxnLst/>
          <a:rect l="0" t="0" r="0" b="0"/>
          <a:pathLst>
            <a:path>
              <a:moveTo>
                <a:pt x="0" y="759420"/>
              </a:moveTo>
              <a:lnTo>
                <a:pt x="176609" y="759420"/>
              </a:lnTo>
              <a:lnTo>
                <a:pt x="176609" y="0"/>
              </a:lnTo>
              <a:lnTo>
                <a:pt x="353218" y="0"/>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2C3929C4-B9EB-4283-A906-92BBDDA078B8}">
      <dsp:nvSpPr>
        <dsp:cNvPr id="0" name=""/>
        <dsp:cNvSpPr/>
      </dsp:nvSpPr>
      <dsp:spPr>
        <a:xfrm>
          <a:off x="1984" y="2053520"/>
          <a:ext cx="1766093" cy="538658"/>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US" sz="2200" kern="1200" dirty="0"/>
            <a:t>Lorem Ipsum</a:t>
          </a:r>
        </a:p>
      </dsp:txBody>
      <dsp:txXfrm>
        <a:off x="1984" y="2053520"/>
        <a:ext cx="1766093" cy="538658"/>
      </dsp:txXfrm>
    </dsp:sp>
    <dsp:sp modelId="{ED5F70F3-8E6E-414D-AF56-E8A46F00B59B}">
      <dsp:nvSpPr>
        <dsp:cNvPr id="0" name=""/>
        <dsp:cNvSpPr/>
      </dsp:nvSpPr>
      <dsp:spPr>
        <a:xfrm>
          <a:off x="2121296" y="1294100"/>
          <a:ext cx="1766093" cy="538658"/>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US" sz="2200" kern="1200" dirty="0"/>
            <a:t>Some text here</a:t>
          </a:r>
        </a:p>
      </dsp:txBody>
      <dsp:txXfrm>
        <a:off x="2121296" y="1294100"/>
        <a:ext cx="1766093" cy="538658"/>
      </dsp:txXfrm>
    </dsp:sp>
    <dsp:sp modelId="{92C154FA-D2D6-4631-A171-67EB7860CA25}">
      <dsp:nvSpPr>
        <dsp:cNvPr id="0" name=""/>
        <dsp:cNvSpPr/>
      </dsp:nvSpPr>
      <dsp:spPr>
        <a:xfrm>
          <a:off x="4240609" y="914390"/>
          <a:ext cx="1766093" cy="538658"/>
        </a:xfrm>
        <a:prstGeom prst="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US" sz="2200" kern="1200" dirty="0"/>
            <a:t>Some text here</a:t>
          </a:r>
        </a:p>
      </dsp:txBody>
      <dsp:txXfrm>
        <a:off x="4240609" y="914390"/>
        <a:ext cx="1766093" cy="538658"/>
      </dsp:txXfrm>
    </dsp:sp>
    <dsp:sp modelId="{586FF492-BF7A-4007-9A5E-60D3E5B8B66C}">
      <dsp:nvSpPr>
        <dsp:cNvPr id="0" name=""/>
        <dsp:cNvSpPr/>
      </dsp:nvSpPr>
      <dsp:spPr>
        <a:xfrm>
          <a:off x="4240609" y="1673810"/>
          <a:ext cx="1766093" cy="538658"/>
        </a:xfrm>
        <a:prstGeom prst="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US" sz="2200" kern="1200" dirty="0"/>
            <a:t>Some text here</a:t>
          </a:r>
        </a:p>
      </dsp:txBody>
      <dsp:txXfrm>
        <a:off x="4240609" y="1673810"/>
        <a:ext cx="1766093" cy="538658"/>
      </dsp:txXfrm>
    </dsp:sp>
    <dsp:sp modelId="{5740589F-86F6-493F-A42F-1B5A823579F8}">
      <dsp:nvSpPr>
        <dsp:cNvPr id="0" name=""/>
        <dsp:cNvSpPr/>
      </dsp:nvSpPr>
      <dsp:spPr>
        <a:xfrm>
          <a:off x="6359921" y="1673810"/>
          <a:ext cx="1766093" cy="538658"/>
        </a:xfrm>
        <a:prstGeom prst="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US" sz="2200" kern="1200" dirty="0"/>
            <a:t>Some text here</a:t>
          </a:r>
        </a:p>
      </dsp:txBody>
      <dsp:txXfrm>
        <a:off x="6359921" y="1673810"/>
        <a:ext cx="1766093" cy="538658"/>
      </dsp:txXfrm>
    </dsp:sp>
    <dsp:sp modelId="{EA8279E9-4D75-424E-917E-96F9E4259FB8}">
      <dsp:nvSpPr>
        <dsp:cNvPr id="0" name=""/>
        <dsp:cNvSpPr/>
      </dsp:nvSpPr>
      <dsp:spPr>
        <a:xfrm>
          <a:off x="2121296" y="2053520"/>
          <a:ext cx="1766093" cy="538658"/>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US" sz="2200" kern="1200" dirty="0"/>
            <a:t>Some text here</a:t>
          </a:r>
        </a:p>
      </dsp:txBody>
      <dsp:txXfrm>
        <a:off x="2121296" y="2053520"/>
        <a:ext cx="1766093" cy="538658"/>
      </dsp:txXfrm>
    </dsp:sp>
    <dsp:sp modelId="{8CFE5A16-73BF-4F89-AFA3-F708871AE94B}">
      <dsp:nvSpPr>
        <dsp:cNvPr id="0" name=""/>
        <dsp:cNvSpPr/>
      </dsp:nvSpPr>
      <dsp:spPr>
        <a:xfrm>
          <a:off x="2121296" y="2812941"/>
          <a:ext cx="1766093" cy="538658"/>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US" sz="2200" kern="1200" dirty="0"/>
            <a:t>Some text here</a:t>
          </a:r>
        </a:p>
      </dsp:txBody>
      <dsp:txXfrm>
        <a:off x="2121296" y="2812941"/>
        <a:ext cx="1766093" cy="538658"/>
      </dsp:txXfrm>
    </dsp:sp>
    <dsp:sp modelId="{0FB69EF8-4AD6-4275-A161-16D157A11AF0}">
      <dsp:nvSpPr>
        <dsp:cNvPr id="0" name=""/>
        <dsp:cNvSpPr/>
      </dsp:nvSpPr>
      <dsp:spPr>
        <a:xfrm>
          <a:off x="4240609" y="2812941"/>
          <a:ext cx="1766093" cy="538658"/>
        </a:xfrm>
        <a:prstGeom prst="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US" sz="2200" kern="1200" dirty="0"/>
            <a:t>Some text here</a:t>
          </a:r>
        </a:p>
      </dsp:txBody>
      <dsp:txXfrm>
        <a:off x="4240609" y="2812941"/>
        <a:ext cx="1766093" cy="538658"/>
      </dsp:txXfrm>
    </dsp:sp>
  </dsp:spTree>
</dsp:drawing>
</file>

<file path=ppt/diagrams/drawing10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E04DA0-F04A-4227-AD5A-493998C4894F}">
      <dsp:nvSpPr>
        <dsp:cNvPr id="0" name=""/>
        <dsp:cNvSpPr/>
      </dsp:nvSpPr>
      <dsp:spPr>
        <a:xfrm>
          <a:off x="3133252" y="2879805"/>
          <a:ext cx="415920" cy="91440"/>
        </a:xfrm>
        <a:custGeom>
          <a:avLst/>
          <a:gdLst/>
          <a:ahLst/>
          <a:cxnLst/>
          <a:rect l="0" t="0" r="0" b="0"/>
          <a:pathLst>
            <a:path>
              <a:moveTo>
                <a:pt x="0" y="45720"/>
              </a:moveTo>
              <a:lnTo>
                <a:pt x="415920" y="45720"/>
              </a:lnTo>
            </a:path>
          </a:pathLst>
        </a:custGeom>
        <a:noFill/>
        <a:ln w="9525" cap="flat" cmpd="sng" algn="ctr">
          <a:solidFill>
            <a:schemeClr val="accent3">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330814" y="2915127"/>
        <a:ext cx="20796" cy="20796"/>
      </dsp:txXfrm>
    </dsp:sp>
    <dsp:sp modelId="{CF68FE17-DE34-4415-A167-D6BBA103B7CB}">
      <dsp:nvSpPr>
        <dsp:cNvPr id="0" name=""/>
        <dsp:cNvSpPr/>
      </dsp:nvSpPr>
      <dsp:spPr>
        <a:xfrm>
          <a:off x="637731" y="2132995"/>
          <a:ext cx="415920" cy="792530"/>
        </a:xfrm>
        <a:custGeom>
          <a:avLst/>
          <a:gdLst/>
          <a:ahLst/>
          <a:cxnLst/>
          <a:rect l="0" t="0" r="0" b="0"/>
          <a:pathLst>
            <a:path>
              <a:moveTo>
                <a:pt x="0" y="0"/>
              </a:moveTo>
              <a:lnTo>
                <a:pt x="207960" y="0"/>
              </a:lnTo>
              <a:lnTo>
                <a:pt x="207960" y="792530"/>
              </a:lnTo>
              <a:lnTo>
                <a:pt x="415920" y="792530"/>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23316" y="2506884"/>
        <a:ext cx="44751" cy="44751"/>
      </dsp:txXfrm>
    </dsp:sp>
    <dsp:sp modelId="{498DFF17-358E-44E6-B5F0-6127FD43C36A}">
      <dsp:nvSpPr>
        <dsp:cNvPr id="0" name=""/>
        <dsp:cNvSpPr/>
      </dsp:nvSpPr>
      <dsp:spPr>
        <a:xfrm>
          <a:off x="637731" y="2087274"/>
          <a:ext cx="415920" cy="91440"/>
        </a:xfrm>
        <a:custGeom>
          <a:avLst/>
          <a:gdLst/>
          <a:ahLst/>
          <a:cxnLst/>
          <a:rect l="0" t="0" r="0" b="0"/>
          <a:pathLst>
            <a:path>
              <a:moveTo>
                <a:pt x="0" y="45720"/>
              </a:moveTo>
              <a:lnTo>
                <a:pt x="415920" y="45720"/>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35293" y="2122596"/>
        <a:ext cx="20796" cy="20796"/>
      </dsp:txXfrm>
    </dsp:sp>
    <dsp:sp modelId="{AF2E8DCA-E081-4A85-92EA-518560216F52}">
      <dsp:nvSpPr>
        <dsp:cNvPr id="0" name=""/>
        <dsp:cNvSpPr/>
      </dsp:nvSpPr>
      <dsp:spPr>
        <a:xfrm>
          <a:off x="5628772" y="1691009"/>
          <a:ext cx="415920" cy="91440"/>
        </a:xfrm>
        <a:custGeom>
          <a:avLst/>
          <a:gdLst/>
          <a:ahLst/>
          <a:cxnLst/>
          <a:rect l="0" t="0" r="0" b="0"/>
          <a:pathLst>
            <a:path>
              <a:moveTo>
                <a:pt x="0" y="45720"/>
              </a:moveTo>
              <a:lnTo>
                <a:pt x="415920" y="45720"/>
              </a:lnTo>
            </a:path>
          </a:pathLst>
        </a:custGeom>
        <a:noFill/>
        <a:ln w="9525" cap="flat" cmpd="sng" algn="ctr">
          <a:solidFill>
            <a:schemeClr val="accent4">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826334" y="1726331"/>
        <a:ext cx="20796" cy="20796"/>
      </dsp:txXfrm>
    </dsp:sp>
    <dsp:sp modelId="{810BBA6A-1038-45F4-A153-535E9597E0C5}">
      <dsp:nvSpPr>
        <dsp:cNvPr id="0" name=""/>
        <dsp:cNvSpPr/>
      </dsp:nvSpPr>
      <dsp:spPr>
        <a:xfrm>
          <a:off x="3133252" y="1340464"/>
          <a:ext cx="415920" cy="396265"/>
        </a:xfrm>
        <a:custGeom>
          <a:avLst/>
          <a:gdLst/>
          <a:ahLst/>
          <a:cxnLst/>
          <a:rect l="0" t="0" r="0" b="0"/>
          <a:pathLst>
            <a:path>
              <a:moveTo>
                <a:pt x="0" y="0"/>
              </a:moveTo>
              <a:lnTo>
                <a:pt x="207960" y="0"/>
              </a:lnTo>
              <a:lnTo>
                <a:pt x="207960" y="396265"/>
              </a:lnTo>
              <a:lnTo>
                <a:pt x="415920" y="396265"/>
              </a:lnTo>
            </a:path>
          </a:pathLst>
        </a:custGeom>
        <a:noFill/>
        <a:ln w="9525" cap="flat" cmpd="sng" algn="ctr">
          <a:solidFill>
            <a:schemeClr val="accent3">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326850" y="1524235"/>
        <a:ext cx="28723" cy="28723"/>
      </dsp:txXfrm>
    </dsp:sp>
    <dsp:sp modelId="{80374545-34D5-4D80-91B5-35097BBDB791}">
      <dsp:nvSpPr>
        <dsp:cNvPr id="0" name=""/>
        <dsp:cNvSpPr/>
      </dsp:nvSpPr>
      <dsp:spPr>
        <a:xfrm>
          <a:off x="3133252" y="944199"/>
          <a:ext cx="415920" cy="396265"/>
        </a:xfrm>
        <a:custGeom>
          <a:avLst/>
          <a:gdLst/>
          <a:ahLst/>
          <a:cxnLst/>
          <a:rect l="0" t="0" r="0" b="0"/>
          <a:pathLst>
            <a:path>
              <a:moveTo>
                <a:pt x="0" y="396265"/>
              </a:moveTo>
              <a:lnTo>
                <a:pt x="207960" y="396265"/>
              </a:lnTo>
              <a:lnTo>
                <a:pt x="207960" y="0"/>
              </a:lnTo>
              <a:lnTo>
                <a:pt x="415920" y="0"/>
              </a:lnTo>
            </a:path>
          </a:pathLst>
        </a:custGeom>
        <a:noFill/>
        <a:ln w="9525" cap="flat" cmpd="sng" algn="ctr">
          <a:solidFill>
            <a:schemeClr val="accent3">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326850" y="1127970"/>
        <a:ext cx="28723" cy="28723"/>
      </dsp:txXfrm>
    </dsp:sp>
    <dsp:sp modelId="{5C18B954-3125-4C22-AB57-D0FFBB4B3393}">
      <dsp:nvSpPr>
        <dsp:cNvPr id="0" name=""/>
        <dsp:cNvSpPr/>
      </dsp:nvSpPr>
      <dsp:spPr>
        <a:xfrm>
          <a:off x="637731" y="1340464"/>
          <a:ext cx="415920" cy="792530"/>
        </a:xfrm>
        <a:custGeom>
          <a:avLst/>
          <a:gdLst/>
          <a:ahLst/>
          <a:cxnLst/>
          <a:rect l="0" t="0" r="0" b="0"/>
          <a:pathLst>
            <a:path>
              <a:moveTo>
                <a:pt x="0" y="792530"/>
              </a:moveTo>
              <a:lnTo>
                <a:pt x="207960" y="792530"/>
              </a:lnTo>
              <a:lnTo>
                <a:pt x="207960" y="0"/>
              </a:lnTo>
              <a:lnTo>
                <a:pt x="415920" y="0"/>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23316" y="1714353"/>
        <a:ext cx="44751" cy="44751"/>
      </dsp:txXfrm>
    </dsp:sp>
    <dsp:sp modelId="{5BD35378-2616-4061-BE5D-6CBB5F9FA59C}">
      <dsp:nvSpPr>
        <dsp:cNvPr id="0" name=""/>
        <dsp:cNvSpPr/>
      </dsp:nvSpPr>
      <dsp:spPr>
        <a:xfrm rot="16200000">
          <a:off x="-1347765" y="1815982"/>
          <a:ext cx="3336970" cy="634024"/>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6035" tIns="26035" rIns="26035" bIns="26035" numCol="1" spcCol="1270" anchor="ctr" anchorCtr="0">
          <a:noAutofit/>
        </a:bodyPr>
        <a:lstStyle/>
        <a:p>
          <a:pPr marL="0" lvl="0" indent="0" algn="ctr" defTabSz="1822450">
            <a:lnSpc>
              <a:spcPct val="90000"/>
            </a:lnSpc>
            <a:spcBef>
              <a:spcPct val="0"/>
            </a:spcBef>
            <a:spcAft>
              <a:spcPct val="35000"/>
            </a:spcAft>
            <a:buNone/>
          </a:pPr>
          <a:r>
            <a:rPr lang="en-US" sz="4100" kern="1200" dirty="0"/>
            <a:t>Lorem Ipsum</a:t>
          </a:r>
        </a:p>
      </dsp:txBody>
      <dsp:txXfrm>
        <a:off x="-1347765" y="1815982"/>
        <a:ext cx="3336970" cy="634024"/>
      </dsp:txXfrm>
    </dsp:sp>
    <dsp:sp modelId="{843391C6-D6D5-48C4-ADC1-1FB4AF67FBC0}">
      <dsp:nvSpPr>
        <dsp:cNvPr id="0" name=""/>
        <dsp:cNvSpPr/>
      </dsp:nvSpPr>
      <dsp:spPr>
        <a:xfrm>
          <a:off x="1053651" y="1023452"/>
          <a:ext cx="2079600" cy="634024"/>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1155700">
            <a:lnSpc>
              <a:spcPct val="90000"/>
            </a:lnSpc>
            <a:spcBef>
              <a:spcPct val="0"/>
            </a:spcBef>
            <a:spcAft>
              <a:spcPct val="35000"/>
            </a:spcAft>
            <a:buNone/>
          </a:pPr>
          <a:r>
            <a:rPr lang="en-US" sz="2600" kern="1200" dirty="0"/>
            <a:t>Some text here</a:t>
          </a:r>
        </a:p>
      </dsp:txBody>
      <dsp:txXfrm>
        <a:off x="1053651" y="1023452"/>
        <a:ext cx="2079600" cy="634024"/>
      </dsp:txXfrm>
    </dsp:sp>
    <dsp:sp modelId="{6D15A5DE-BD96-44C0-926C-8B8708D30B1A}">
      <dsp:nvSpPr>
        <dsp:cNvPr id="0" name=""/>
        <dsp:cNvSpPr/>
      </dsp:nvSpPr>
      <dsp:spPr>
        <a:xfrm>
          <a:off x="3549172" y="627186"/>
          <a:ext cx="2079600" cy="634024"/>
        </a:xfrm>
        <a:prstGeom prst="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1155700">
            <a:lnSpc>
              <a:spcPct val="90000"/>
            </a:lnSpc>
            <a:spcBef>
              <a:spcPct val="0"/>
            </a:spcBef>
            <a:spcAft>
              <a:spcPct val="35000"/>
            </a:spcAft>
            <a:buNone/>
          </a:pPr>
          <a:r>
            <a:rPr lang="en-US" sz="2600" kern="1200" dirty="0"/>
            <a:t>Some text here</a:t>
          </a:r>
        </a:p>
      </dsp:txBody>
      <dsp:txXfrm>
        <a:off x="3549172" y="627186"/>
        <a:ext cx="2079600" cy="634024"/>
      </dsp:txXfrm>
    </dsp:sp>
    <dsp:sp modelId="{C761961C-D1C6-410C-AD1E-6269378CA873}">
      <dsp:nvSpPr>
        <dsp:cNvPr id="0" name=""/>
        <dsp:cNvSpPr/>
      </dsp:nvSpPr>
      <dsp:spPr>
        <a:xfrm>
          <a:off x="3549172" y="1419717"/>
          <a:ext cx="2079600" cy="634024"/>
        </a:xfrm>
        <a:prstGeom prst="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1155700">
            <a:lnSpc>
              <a:spcPct val="90000"/>
            </a:lnSpc>
            <a:spcBef>
              <a:spcPct val="0"/>
            </a:spcBef>
            <a:spcAft>
              <a:spcPct val="35000"/>
            </a:spcAft>
            <a:buNone/>
          </a:pPr>
          <a:r>
            <a:rPr lang="en-US" sz="2600" kern="1200" dirty="0"/>
            <a:t>Some text here</a:t>
          </a:r>
        </a:p>
      </dsp:txBody>
      <dsp:txXfrm>
        <a:off x="3549172" y="1419717"/>
        <a:ext cx="2079600" cy="634024"/>
      </dsp:txXfrm>
    </dsp:sp>
    <dsp:sp modelId="{E65DBB2F-FB83-45AC-B91F-E2A8C9A92B6E}">
      <dsp:nvSpPr>
        <dsp:cNvPr id="0" name=""/>
        <dsp:cNvSpPr/>
      </dsp:nvSpPr>
      <dsp:spPr>
        <a:xfrm>
          <a:off x="6044692" y="1419717"/>
          <a:ext cx="2079600" cy="634024"/>
        </a:xfrm>
        <a:prstGeom prst="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1155700">
            <a:lnSpc>
              <a:spcPct val="90000"/>
            </a:lnSpc>
            <a:spcBef>
              <a:spcPct val="0"/>
            </a:spcBef>
            <a:spcAft>
              <a:spcPct val="35000"/>
            </a:spcAft>
            <a:buNone/>
          </a:pPr>
          <a:r>
            <a:rPr lang="en-US" sz="2600" kern="1200" dirty="0"/>
            <a:t>Some text here</a:t>
          </a:r>
        </a:p>
      </dsp:txBody>
      <dsp:txXfrm>
        <a:off x="6044692" y="1419717"/>
        <a:ext cx="2079600" cy="634024"/>
      </dsp:txXfrm>
    </dsp:sp>
    <dsp:sp modelId="{416F03A3-777A-4B5E-A456-729D9B3769E5}">
      <dsp:nvSpPr>
        <dsp:cNvPr id="0" name=""/>
        <dsp:cNvSpPr/>
      </dsp:nvSpPr>
      <dsp:spPr>
        <a:xfrm>
          <a:off x="1053651" y="1815982"/>
          <a:ext cx="2079600" cy="634024"/>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1155700">
            <a:lnSpc>
              <a:spcPct val="90000"/>
            </a:lnSpc>
            <a:spcBef>
              <a:spcPct val="0"/>
            </a:spcBef>
            <a:spcAft>
              <a:spcPct val="35000"/>
            </a:spcAft>
            <a:buNone/>
          </a:pPr>
          <a:r>
            <a:rPr lang="en-US" sz="2600" kern="1200" dirty="0"/>
            <a:t>Some text here</a:t>
          </a:r>
        </a:p>
      </dsp:txBody>
      <dsp:txXfrm>
        <a:off x="1053651" y="1815982"/>
        <a:ext cx="2079600" cy="634024"/>
      </dsp:txXfrm>
    </dsp:sp>
    <dsp:sp modelId="{F6DD2FBB-B30C-440E-B785-C6FC86A1CD8B}">
      <dsp:nvSpPr>
        <dsp:cNvPr id="0" name=""/>
        <dsp:cNvSpPr/>
      </dsp:nvSpPr>
      <dsp:spPr>
        <a:xfrm>
          <a:off x="1053651" y="2608513"/>
          <a:ext cx="2079600" cy="634024"/>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1155700">
            <a:lnSpc>
              <a:spcPct val="90000"/>
            </a:lnSpc>
            <a:spcBef>
              <a:spcPct val="0"/>
            </a:spcBef>
            <a:spcAft>
              <a:spcPct val="35000"/>
            </a:spcAft>
            <a:buNone/>
          </a:pPr>
          <a:r>
            <a:rPr lang="en-US" sz="2600" kern="1200" dirty="0"/>
            <a:t>Some text here</a:t>
          </a:r>
        </a:p>
      </dsp:txBody>
      <dsp:txXfrm>
        <a:off x="1053651" y="2608513"/>
        <a:ext cx="2079600" cy="634024"/>
      </dsp:txXfrm>
    </dsp:sp>
    <dsp:sp modelId="{2101B1CE-062E-4A04-8BFC-54AEF1905BB7}">
      <dsp:nvSpPr>
        <dsp:cNvPr id="0" name=""/>
        <dsp:cNvSpPr/>
      </dsp:nvSpPr>
      <dsp:spPr>
        <a:xfrm>
          <a:off x="3549172" y="2608513"/>
          <a:ext cx="2079600" cy="634024"/>
        </a:xfrm>
        <a:prstGeom prst="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1155700">
            <a:lnSpc>
              <a:spcPct val="90000"/>
            </a:lnSpc>
            <a:spcBef>
              <a:spcPct val="0"/>
            </a:spcBef>
            <a:spcAft>
              <a:spcPct val="35000"/>
            </a:spcAft>
            <a:buNone/>
          </a:pPr>
          <a:r>
            <a:rPr lang="en-US" sz="2600" kern="1200" dirty="0"/>
            <a:t>Some text here</a:t>
          </a:r>
        </a:p>
      </dsp:txBody>
      <dsp:txXfrm>
        <a:off x="3549172" y="2608513"/>
        <a:ext cx="2079600" cy="634024"/>
      </dsp:txXfrm>
    </dsp:sp>
  </dsp:spTree>
</dsp:drawing>
</file>

<file path=ppt/diagrams/drawing10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8625A5-7BD1-4A50-9792-D1394C5CB466}">
      <dsp:nvSpPr>
        <dsp:cNvPr id="0" name=""/>
        <dsp:cNvSpPr/>
      </dsp:nvSpPr>
      <dsp:spPr>
        <a:xfrm>
          <a:off x="2144" y="1967005"/>
          <a:ext cx="1562252" cy="781126"/>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US" sz="2500" kern="1200" dirty="0"/>
            <a:t>Lorem Ipsum</a:t>
          </a:r>
        </a:p>
      </dsp:txBody>
      <dsp:txXfrm>
        <a:off x="25022" y="1989883"/>
        <a:ext cx="1516496" cy="735370"/>
      </dsp:txXfrm>
    </dsp:sp>
    <dsp:sp modelId="{E9DFD7BC-1578-44AB-9B5D-6C8B328C7091}">
      <dsp:nvSpPr>
        <dsp:cNvPr id="0" name=""/>
        <dsp:cNvSpPr/>
      </dsp:nvSpPr>
      <dsp:spPr>
        <a:xfrm rot="18289469">
          <a:off x="1329710" y="1891941"/>
          <a:ext cx="1094273" cy="32958"/>
        </a:xfrm>
        <a:custGeom>
          <a:avLst/>
          <a:gdLst/>
          <a:ahLst/>
          <a:cxnLst/>
          <a:rect l="0" t="0" r="0" b="0"/>
          <a:pathLst>
            <a:path>
              <a:moveTo>
                <a:pt x="0" y="16479"/>
              </a:moveTo>
              <a:lnTo>
                <a:pt x="1094273" y="16479"/>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849490" y="1881064"/>
        <a:ext cx="54713" cy="54713"/>
      </dsp:txXfrm>
    </dsp:sp>
    <dsp:sp modelId="{6FD2E465-5ECA-40B5-9257-F9EB9E9E0A1C}">
      <dsp:nvSpPr>
        <dsp:cNvPr id="0" name=""/>
        <dsp:cNvSpPr/>
      </dsp:nvSpPr>
      <dsp:spPr>
        <a:xfrm>
          <a:off x="2189297" y="1068710"/>
          <a:ext cx="1562252" cy="781126"/>
        </a:xfrm>
        <a:prstGeom prst="roundRect">
          <a:avLst>
            <a:gd name="adj" fmla="val 1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US" sz="2500" kern="1200" dirty="0"/>
            <a:t>Some text here</a:t>
          </a:r>
        </a:p>
      </dsp:txBody>
      <dsp:txXfrm>
        <a:off x="2212175" y="1091588"/>
        <a:ext cx="1516496" cy="735370"/>
      </dsp:txXfrm>
    </dsp:sp>
    <dsp:sp modelId="{43B95903-C81D-4D6E-810B-ACCAA0A12088}">
      <dsp:nvSpPr>
        <dsp:cNvPr id="0" name=""/>
        <dsp:cNvSpPr/>
      </dsp:nvSpPr>
      <dsp:spPr>
        <a:xfrm rot="19457599">
          <a:off x="3679216" y="1218220"/>
          <a:ext cx="769567" cy="32958"/>
        </a:xfrm>
        <a:custGeom>
          <a:avLst/>
          <a:gdLst/>
          <a:ahLst/>
          <a:cxnLst/>
          <a:rect l="0" t="0" r="0" b="0"/>
          <a:pathLst>
            <a:path>
              <a:moveTo>
                <a:pt x="0" y="16479"/>
              </a:moveTo>
              <a:lnTo>
                <a:pt x="769567" y="16479"/>
              </a:lnTo>
            </a:path>
          </a:pathLst>
        </a:custGeom>
        <a:noFill/>
        <a:ln w="9525" cap="flat" cmpd="sng" algn="ctr">
          <a:solidFill>
            <a:schemeClr val="accent3">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044760" y="1215460"/>
        <a:ext cx="38478" cy="38478"/>
      </dsp:txXfrm>
    </dsp:sp>
    <dsp:sp modelId="{4C176A5B-73F5-402E-9BC2-C93899F2DA78}">
      <dsp:nvSpPr>
        <dsp:cNvPr id="0" name=""/>
        <dsp:cNvSpPr/>
      </dsp:nvSpPr>
      <dsp:spPr>
        <a:xfrm>
          <a:off x="4376450" y="619563"/>
          <a:ext cx="1562252" cy="781126"/>
        </a:xfrm>
        <a:prstGeom prst="roundRect">
          <a:avLst>
            <a:gd name="adj" fmla="val 1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US" sz="2500" kern="1200" dirty="0"/>
            <a:t>Some text here</a:t>
          </a:r>
        </a:p>
      </dsp:txBody>
      <dsp:txXfrm>
        <a:off x="4399328" y="642441"/>
        <a:ext cx="1516496" cy="735370"/>
      </dsp:txXfrm>
    </dsp:sp>
    <dsp:sp modelId="{E3E2A99E-F4F3-45CD-81D4-0FC4E5749F5D}">
      <dsp:nvSpPr>
        <dsp:cNvPr id="0" name=""/>
        <dsp:cNvSpPr/>
      </dsp:nvSpPr>
      <dsp:spPr>
        <a:xfrm rot="2142401">
          <a:off x="3679216" y="1667368"/>
          <a:ext cx="769567" cy="32958"/>
        </a:xfrm>
        <a:custGeom>
          <a:avLst/>
          <a:gdLst/>
          <a:ahLst/>
          <a:cxnLst/>
          <a:rect l="0" t="0" r="0" b="0"/>
          <a:pathLst>
            <a:path>
              <a:moveTo>
                <a:pt x="0" y="16479"/>
              </a:moveTo>
              <a:lnTo>
                <a:pt x="769567" y="16479"/>
              </a:lnTo>
            </a:path>
          </a:pathLst>
        </a:custGeom>
        <a:noFill/>
        <a:ln w="9525" cap="flat" cmpd="sng" algn="ctr">
          <a:solidFill>
            <a:schemeClr val="accent3">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044760" y="1664608"/>
        <a:ext cx="38478" cy="38478"/>
      </dsp:txXfrm>
    </dsp:sp>
    <dsp:sp modelId="{B4C75EAC-41EF-44A9-8316-9270AE889DAA}">
      <dsp:nvSpPr>
        <dsp:cNvPr id="0" name=""/>
        <dsp:cNvSpPr/>
      </dsp:nvSpPr>
      <dsp:spPr>
        <a:xfrm>
          <a:off x="4376450" y="1517858"/>
          <a:ext cx="1562252" cy="781126"/>
        </a:xfrm>
        <a:prstGeom prst="roundRect">
          <a:avLst>
            <a:gd name="adj" fmla="val 1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US" sz="2500" kern="1200" dirty="0"/>
            <a:t>Some text here</a:t>
          </a:r>
        </a:p>
      </dsp:txBody>
      <dsp:txXfrm>
        <a:off x="4399328" y="1540736"/>
        <a:ext cx="1516496" cy="735370"/>
      </dsp:txXfrm>
    </dsp:sp>
    <dsp:sp modelId="{B70B62B9-0C0F-4F3C-BFC5-5EF43D98BD1D}">
      <dsp:nvSpPr>
        <dsp:cNvPr id="0" name=""/>
        <dsp:cNvSpPr/>
      </dsp:nvSpPr>
      <dsp:spPr>
        <a:xfrm>
          <a:off x="5938702" y="1891941"/>
          <a:ext cx="624900" cy="32958"/>
        </a:xfrm>
        <a:custGeom>
          <a:avLst/>
          <a:gdLst/>
          <a:ahLst/>
          <a:cxnLst/>
          <a:rect l="0" t="0" r="0" b="0"/>
          <a:pathLst>
            <a:path>
              <a:moveTo>
                <a:pt x="0" y="16479"/>
              </a:moveTo>
              <a:lnTo>
                <a:pt x="624900" y="16479"/>
              </a:lnTo>
            </a:path>
          </a:pathLst>
        </a:custGeom>
        <a:noFill/>
        <a:ln w="9525" cap="flat" cmpd="sng" algn="ctr">
          <a:solidFill>
            <a:schemeClr val="accent4">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235530" y="1892798"/>
        <a:ext cx="31245" cy="31245"/>
      </dsp:txXfrm>
    </dsp:sp>
    <dsp:sp modelId="{96E51315-03D5-4F9C-8F9B-8EE4C7BE0F45}">
      <dsp:nvSpPr>
        <dsp:cNvPr id="0" name=""/>
        <dsp:cNvSpPr/>
      </dsp:nvSpPr>
      <dsp:spPr>
        <a:xfrm>
          <a:off x="6563603" y="1517858"/>
          <a:ext cx="1562252" cy="781126"/>
        </a:xfrm>
        <a:prstGeom prst="roundRect">
          <a:avLst>
            <a:gd name="adj" fmla="val 1000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US" sz="2500" kern="1200" dirty="0"/>
            <a:t>Some text here</a:t>
          </a:r>
        </a:p>
      </dsp:txBody>
      <dsp:txXfrm>
        <a:off x="6586481" y="1540736"/>
        <a:ext cx="1516496" cy="735370"/>
      </dsp:txXfrm>
    </dsp:sp>
    <dsp:sp modelId="{7DB11040-4A9A-4700-9A0D-6538E50F4C5F}">
      <dsp:nvSpPr>
        <dsp:cNvPr id="0" name=""/>
        <dsp:cNvSpPr/>
      </dsp:nvSpPr>
      <dsp:spPr>
        <a:xfrm>
          <a:off x="1564396" y="2341089"/>
          <a:ext cx="624900" cy="32958"/>
        </a:xfrm>
        <a:custGeom>
          <a:avLst/>
          <a:gdLst/>
          <a:ahLst/>
          <a:cxnLst/>
          <a:rect l="0" t="0" r="0" b="0"/>
          <a:pathLst>
            <a:path>
              <a:moveTo>
                <a:pt x="0" y="16479"/>
              </a:moveTo>
              <a:lnTo>
                <a:pt x="624900" y="16479"/>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861224" y="2341946"/>
        <a:ext cx="31245" cy="31245"/>
      </dsp:txXfrm>
    </dsp:sp>
    <dsp:sp modelId="{098B7F3F-6B8B-48F5-A242-843FC0018C64}">
      <dsp:nvSpPr>
        <dsp:cNvPr id="0" name=""/>
        <dsp:cNvSpPr/>
      </dsp:nvSpPr>
      <dsp:spPr>
        <a:xfrm>
          <a:off x="2189297" y="1967005"/>
          <a:ext cx="1562252" cy="781126"/>
        </a:xfrm>
        <a:prstGeom prst="roundRect">
          <a:avLst>
            <a:gd name="adj" fmla="val 1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US" sz="2500" kern="1200" dirty="0"/>
            <a:t>Some text here</a:t>
          </a:r>
        </a:p>
      </dsp:txBody>
      <dsp:txXfrm>
        <a:off x="2212175" y="1989883"/>
        <a:ext cx="1516496" cy="735370"/>
      </dsp:txXfrm>
    </dsp:sp>
    <dsp:sp modelId="{1538244D-7976-44B0-B31C-0E26F04DFD43}">
      <dsp:nvSpPr>
        <dsp:cNvPr id="0" name=""/>
        <dsp:cNvSpPr/>
      </dsp:nvSpPr>
      <dsp:spPr>
        <a:xfrm rot="3310531">
          <a:off x="1329710" y="2790236"/>
          <a:ext cx="1094273" cy="32958"/>
        </a:xfrm>
        <a:custGeom>
          <a:avLst/>
          <a:gdLst/>
          <a:ahLst/>
          <a:cxnLst/>
          <a:rect l="0" t="0" r="0" b="0"/>
          <a:pathLst>
            <a:path>
              <a:moveTo>
                <a:pt x="0" y="16479"/>
              </a:moveTo>
              <a:lnTo>
                <a:pt x="1094273" y="16479"/>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849490" y="2779359"/>
        <a:ext cx="54713" cy="54713"/>
      </dsp:txXfrm>
    </dsp:sp>
    <dsp:sp modelId="{0ECE16BC-D26F-4A47-BA1E-F96A5AE621C1}">
      <dsp:nvSpPr>
        <dsp:cNvPr id="0" name=""/>
        <dsp:cNvSpPr/>
      </dsp:nvSpPr>
      <dsp:spPr>
        <a:xfrm>
          <a:off x="2189297" y="2865300"/>
          <a:ext cx="1562252" cy="781126"/>
        </a:xfrm>
        <a:prstGeom prst="roundRect">
          <a:avLst>
            <a:gd name="adj" fmla="val 1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US" sz="2500" kern="1200" dirty="0"/>
            <a:t>Some text here</a:t>
          </a:r>
        </a:p>
      </dsp:txBody>
      <dsp:txXfrm>
        <a:off x="2212175" y="2888178"/>
        <a:ext cx="1516496" cy="735370"/>
      </dsp:txXfrm>
    </dsp:sp>
    <dsp:sp modelId="{FFC0B8FD-5DB0-4F78-B836-D7E1EF97572E}">
      <dsp:nvSpPr>
        <dsp:cNvPr id="0" name=""/>
        <dsp:cNvSpPr/>
      </dsp:nvSpPr>
      <dsp:spPr>
        <a:xfrm>
          <a:off x="3751549" y="3239384"/>
          <a:ext cx="624900" cy="32958"/>
        </a:xfrm>
        <a:custGeom>
          <a:avLst/>
          <a:gdLst/>
          <a:ahLst/>
          <a:cxnLst/>
          <a:rect l="0" t="0" r="0" b="0"/>
          <a:pathLst>
            <a:path>
              <a:moveTo>
                <a:pt x="0" y="16479"/>
              </a:moveTo>
              <a:lnTo>
                <a:pt x="624900" y="16479"/>
              </a:lnTo>
            </a:path>
          </a:pathLst>
        </a:custGeom>
        <a:noFill/>
        <a:ln w="9525" cap="flat" cmpd="sng" algn="ctr">
          <a:solidFill>
            <a:schemeClr val="accent3">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048377" y="3240241"/>
        <a:ext cx="31245" cy="31245"/>
      </dsp:txXfrm>
    </dsp:sp>
    <dsp:sp modelId="{1738F2F5-5794-4E8A-9087-ACF3D74A9CA5}">
      <dsp:nvSpPr>
        <dsp:cNvPr id="0" name=""/>
        <dsp:cNvSpPr/>
      </dsp:nvSpPr>
      <dsp:spPr>
        <a:xfrm>
          <a:off x="4376450" y="2865300"/>
          <a:ext cx="1562252" cy="781126"/>
        </a:xfrm>
        <a:prstGeom prst="roundRect">
          <a:avLst>
            <a:gd name="adj" fmla="val 1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US" sz="2500" kern="1200" dirty="0"/>
            <a:t>Some text here</a:t>
          </a:r>
        </a:p>
      </dsp:txBody>
      <dsp:txXfrm>
        <a:off x="4399328" y="2888178"/>
        <a:ext cx="1516496" cy="735370"/>
      </dsp:txXfrm>
    </dsp:sp>
  </dsp:spTree>
</dsp:drawing>
</file>

<file path=ppt/diagrams/drawing10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CDF153-7F83-4E2A-8305-867469493540}">
      <dsp:nvSpPr>
        <dsp:cNvPr id="0" name=""/>
        <dsp:cNvSpPr/>
      </dsp:nvSpPr>
      <dsp:spPr>
        <a:xfrm>
          <a:off x="2186693" y="0"/>
          <a:ext cx="1802214" cy="4265990"/>
        </a:xfrm>
        <a:prstGeom prst="roundRect">
          <a:avLst>
            <a:gd name="adj" fmla="val 10000"/>
          </a:avLst>
        </a:prstGeom>
        <a:solidFill>
          <a:schemeClr val="accent2">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txBody>
        <a:bodyPr spcFirstLastPara="0" vert="horz" wrap="square" lIns="128016" tIns="128016" rIns="128016" bIns="128016" numCol="1" spcCol="1270" anchor="t" anchorCtr="0">
          <a:noAutofit/>
        </a:bodyPr>
        <a:lstStyle/>
        <a:p>
          <a:pPr marL="0" lvl="0" indent="0" algn="l" defTabSz="800100">
            <a:lnSpc>
              <a:spcPct val="90000"/>
            </a:lnSpc>
            <a:spcBef>
              <a:spcPct val="0"/>
            </a:spcBef>
            <a:spcAft>
              <a:spcPct val="35000"/>
            </a:spcAft>
            <a:buNone/>
          </a:pPr>
          <a:r>
            <a:rPr lang="en-US" sz="1800" kern="1200" dirty="0">
              <a:solidFill>
                <a:schemeClr val="tx2"/>
              </a:solidFill>
            </a:rPr>
            <a:t>Lorem Ipsum</a:t>
          </a:r>
        </a:p>
        <a:p>
          <a:pPr marL="114300" lvl="1" indent="-114300" algn="l" defTabSz="622300">
            <a:lnSpc>
              <a:spcPct val="90000"/>
            </a:lnSpc>
            <a:spcBef>
              <a:spcPct val="0"/>
            </a:spcBef>
            <a:spcAft>
              <a:spcPct val="15000"/>
            </a:spcAft>
            <a:buChar char="•"/>
          </a:pPr>
          <a:r>
            <a:rPr lang="en-US" sz="1400" kern="1200" dirty="0">
              <a:solidFill>
                <a:schemeClr val="tx2"/>
              </a:solidFill>
            </a:rPr>
            <a:t>Some text here</a:t>
          </a:r>
        </a:p>
        <a:p>
          <a:pPr marL="114300" lvl="1" indent="-114300" algn="l" defTabSz="622300">
            <a:lnSpc>
              <a:spcPct val="90000"/>
            </a:lnSpc>
            <a:spcBef>
              <a:spcPct val="0"/>
            </a:spcBef>
            <a:spcAft>
              <a:spcPct val="15000"/>
            </a:spcAft>
            <a:buChar char="•"/>
          </a:pPr>
          <a:r>
            <a:rPr lang="en-US" sz="1400" kern="1200" dirty="0">
              <a:solidFill>
                <a:schemeClr val="tx2"/>
              </a:solidFill>
            </a:rPr>
            <a:t>Some text here</a:t>
          </a:r>
        </a:p>
        <a:p>
          <a:pPr marL="114300" lvl="1" indent="-114300" algn="l" defTabSz="622300">
            <a:lnSpc>
              <a:spcPct val="90000"/>
            </a:lnSpc>
            <a:spcBef>
              <a:spcPct val="0"/>
            </a:spcBef>
            <a:spcAft>
              <a:spcPct val="15000"/>
            </a:spcAft>
            <a:buChar char="•"/>
          </a:pPr>
          <a:r>
            <a:rPr lang="en-US" sz="1400" kern="1200" dirty="0">
              <a:solidFill>
                <a:schemeClr val="tx2"/>
              </a:solidFill>
            </a:rPr>
            <a:t>Some text here</a:t>
          </a:r>
        </a:p>
      </dsp:txBody>
      <dsp:txXfrm>
        <a:off x="2186693" y="0"/>
        <a:ext cx="1802214" cy="1279797"/>
      </dsp:txXfrm>
    </dsp:sp>
    <dsp:sp modelId="{881B1949-2240-4B85-A51F-1EE713B3AF2A}">
      <dsp:nvSpPr>
        <dsp:cNvPr id="0" name=""/>
        <dsp:cNvSpPr/>
      </dsp:nvSpPr>
      <dsp:spPr>
        <a:xfrm>
          <a:off x="84110" y="0"/>
          <a:ext cx="1802214" cy="4265990"/>
        </a:xfrm>
        <a:prstGeom prst="roundRect">
          <a:avLst>
            <a:gd name="adj" fmla="val 10000"/>
          </a:avLst>
        </a:prstGeom>
        <a:solidFill>
          <a:schemeClr val="accent2">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txBody>
        <a:bodyPr spcFirstLastPara="0" vert="horz" wrap="square" lIns="128016" tIns="128016" rIns="128016" bIns="128016" numCol="1" spcCol="1270" anchor="t" anchorCtr="0">
          <a:noAutofit/>
        </a:bodyPr>
        <a:lstStyle/>
        <a:p>
          <a:pPr marL="0" lvl="0" indent="0" algn="l" defTabSz="800100">
            <a:lnSpc>
              <a:spcPct val="90000"/>
            </a:lnSpc>
            <a:spcBef>
              <a:spcPct val="0"/>
            </a:spcBef>
            <a:spcAft>
              <a:spcPct val="35000"/>
            </a:spcAft>
            <a:buNone/>
          </a:pPr>
          <a:r>
            <a:rPr lang="en-US" sz="1800" kern="1200" dirty="0">
              <a:solidFill>
                <a:schemeClr val="tx2"/>
              </a:solidFill>
            </a:rPr>
            <a:t>Lorem Ipsum</a:t>
          </a:r>
        </a:p>
        <a:p>
          <a:pPr marL="114300" lvl="1" indent="-114300" algn="l" defTabSz="622300">
            <a:lnSpc>
              <a:spcPct val="90000"/>
            </a:lnSpc>
            <a:spcBef>
              <a:spcPct val="0"/>
            </a:spcBef>
            <a:spcAft>
              <a:spcPct val="15000"/>
            </a:spcAft>
            <a:buChar char="•"/>
          </a:pPr>
          <a:r>
            <a:rPr lang="en-US" sz="1400" kern="1200" dirty="0">
              <a:solidFill>
                <a:schemeClr val="tx2"/>
              </a:solidFill>
            </a:rPr>
            <a:t>Some text here</a:t>
          </a:r>
        </a:p>
        <a:p>
          <a:pPr marL="114300" lvl="1" indent="-114300" algn="l" defTabSz="622300">
            <a:lnSpc>
              <a:spcPct val="90000"/>
            </a:lnSpc>
            <a:spcBef>
              <a:spcPct val="0"/>
            </a:spcBef>
            <a:spcAft>
              <a:spcPct val="15000"/>
            </a:spcAft>
            <a:buChar char="•"/>
          </a:pPr>
          <a:r>
            <a:rPr lang="en-US" sz="1400" kern="1200" dirty="0">
              <a:solidFill>
                <a:schemeClr val="tx2"/>
              </a:solidFill>
            </a:rPr>
            <a:t>Some text here</a:t>
          </a:r>
        </a:p>
      </dsp:txBody>
      <dsp:txXfrm>
        <a:off x="84110" y="0"/>
        <a:ext cx="1802214" cy="1279797"/>
      </dsp:txXfrm>
    </dsp:sp>
    <dsp:sp modelId="{7B20B280-43B1-4E75-8B07-C5AB6286CEEB}">
      <dsp:nvSpPr>
        <dsp:cNvPr id="0" name=""/>
        <dsp:cNvSpPr/>
      </dsp:nvSpPr>
      <dsp:spPr>
        <a:xfrm>
          <a:off x="234294" y="2312112"/>
          <a:ext cx="1501845" cy="750922"/>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t>Lorem Ipsum</a:t>
          </a:r>
        </a:p>
      </dsp:txBody>
      <dsp:txXfrm>
        <a:off x="256288" y="2334106"/>
        <a:ext cx="1457857" cy="706934"/>
      </dsp:txXfrm>
    </dsp:sp>
    <dsp:sp modelId="{86AA7929-072D-4107-8F6B-93EF8A599168}">
      <dsp:nvSpPr>
        <dsp:cNvPr id="0" name=""/>
        <dsp:cNvSpPr/>
      </dsp:nvSpPr>
      <dsp:spPr>
        <a:xfrm rot="18289469">
          <a:off x="1510528" y="2239950"/>
          <a:ext cx="1051961" cy="31684"/>
        </a:xfrm>
        <a:custGeom>
          <a:avLst/>
          <a:gdLst/>
          <a:ahLst/>
          <a:cxnLst/>
          <a:rect l="0" t="0" r="0" b="0"/>
          <a:pathLst>
            <a:path>
              <a:moveTo>
                <a:pt x="0" y="15842"/>
              </a:moveTo>
              <a:lnTo>
                <a:pt x="1051961" y="15842"/>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010210" y="2229494"/>
        <a:ext cx="52598" cy="52598"/>
      </dsp:txXfrm>
    </dsp:sp>
    <dsp:sp modelId="{8F19EEC1-ECC0-42BA-8950-6D2892B1392A}">
      <dsp:nvSpPr>
        <dsp:cNvPr id="0" name=""/>
        <dsp:cNvSpPr/>
      </dsp:nvSpPr>
      <dsp:spPr>
        <a:xfrm>
          <a:off x="2336878" y="1448551"/>
          <a:ext cx="1501845" cy="750922"/>
        </a:xfrm>
        <a:prstGeom prst="roundRect">
          <a:avLst>
            <a:gd name="adj" fmla="val 1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t>Some text here</a:t>
          </a:r>
        </a:p>
      </dsp:txBody>
      <dsp:txXfrm>
        <a:off x="2358872" y="1470545"/>
        <a:ext cx="1457857" cy="706934"/>
      </dsp:txXfrm>
    </dsp:sp>
    <dsp:sp modelId="{0ED10829-D680-4173-B373-A8F4D2D9566E}">
      <dsp:nvSpPr>
        <dsp:cNvPr id="0" name=""/>
        <dsp:cNvSpPr/>
      </dsp:nvSpPr>
      <dsp:spPr>
        <a:xfrm>
          <a:off x="1736140" y="2671731"/>
          <a:ext cx="600738" cy="31684"/>
        </a:xfrm>
        <a:custGeom>
          <a:avLst/>
          <a:gdLst/>
          <a:ahLst/>
          <a:cxnLst/>
          <a:rect l="0" t="0" r="0" b="0"/>
          <a:pathLst>
            <a:path>
              <a:moveTo>
                <a:pt x="0" y="15842"/>
              </a:moveTo>
              <a:lnTo>
                <a:pt x="600738" y="15842"/>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021490" y="2672555"/>
        <a:ext cx="30036" cy="30036"/>
      </dsp:txXfrm>
    </dsp:sp>
    <dsp:sp modelId="{1A5D0885-231F-4C94-B6F6-ED86D67A435B}">
      <dsp:nvSpPr>
        <dsp:cNvPr id="0" name=""/>
        <dsp:cNvSpPr/>
      </dsp:nvSpPr>
      <dsp:spPr>
        <a:xfrm>
          <a:off x="2336878" y="2312112"/>
          <a:ext cx="1501845" cy="750922"/>
        </a:xfrm>
        <a:prstGeom prst="roundRect">
          <a:avLst>
            <a:gd name="adj" fmla="val 1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t>Some text here</a:t>
          </a:r>
        </a:p>
      </dsp:txBody>
      <dsp:txXfrm>
        <a:off x="2358872" y="2334106"/>
        <a:ext cx="1457857" cy="706934"/>
      </dsp:txXfrm>
    </dsp:sp>
    <dsp:sp modelId="{BAC6F7D5-2148-4452-900C-C8332C613A1E}">
      <dsp:nvSpPr>
        <dsp:cNvPr id="0" name=""/>
        <dsp:cNvSpPr/>
      </dsp:nvSpPr>
      <dsp:spPr>
        <a:xfrm rot="19457599">
          <a:off x="3769186" y="2455841"/>
          <a:ext cx="739811" cy="31684"/>
        </a:xfrm>
        <a:custGeom>
          <a:avLst/>
          <a:gdLst/>
          <a:ahLst/>
          <a:cxnLst/>
          <a:rect l="0" t="0" r="0" b="0"/>
          <a:pathLst>
            <a:path>
              <a:moveTo>
                <a:pt x="0" y="15842"/>
              </a:moveTo>
              <a:lnTo>
                <a:pt x="739811" y="15842"/>
              </a:lnTo>
            </a:path>
          </a:pathLst>
        </a:custGeom>
        <a:noFill/>
        <a:ln w="9525" cap="flat" cmpd="sng" algn="ctr">
          <a:solidFill>
            <a:schemeClr val="accent3">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120596" y="2453188"/>
        <a:ext cx="36990" cy="36990"/>
      </dsp:txXfrm>
    </dsp:sp>
    <dsp:sp modelId="{0C6F464B-6155-4104-8D4E-181196273457}">
      <dsp:nvSpPr>
        <dsp:cNvPr id="0" name=""/>
        <dsp:cNvSpPr/>
      </dsp:nvSpPr>
      <dsp:spPr>
        <a:xfrm>
          <a:off x="4439461" y="1880331"/>
          <a:ext cx="1501845" cy="750922"/>
        </a:xfrm>
        <a:prstGeom prst="roundRect">
          <a:avLst>
            <a:gd name="adj" fmla="val 1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t>Some text here</a:t>
          </a:r>
        </a:p>
      </dsp:txBody>
      <dsp:txXfrm>
        <a:off x="4461455" y="1902325"/>
        <a:ext cx="1457857" cy="706934"/>
      </dsp:txXfrm>
    </dsp:sp>
    <dsp:sp modelId="{2DE2F607-5FB2-46EA-8427-29DF67050A81}">
      <dsp:nvSpPr>
        <dsp:cNvPr id="0" name=""/>
        <dsp:cNvSpPr/>
      </dsp:nvSpPr>
      <dsp:spPr>
        <a:xfrm rot="2142401">
          <a:off x="3769186" y="2887621"/>
          <a:ext cx="739811" cy="31684"/>
        </a:xfrm>
        <a:custGeom>
          <a:avLst/>
          <a:gdLst/>
          <a:ahLst/>
          <a:cxnLst/>
          <a:rect l="0" t="0" r="0" b="0"/>
          <a:pathLst>
            <a:path>
              <a:moveTo>
                <a:pt x="0" y="15842"/>
              </a:moveTo>
              <a:lnTo>
                <a:pt x="739811" y="15842"/>
              </a:lnTo>
            </a:path>
          </a:pathLst>
        </a:custGeom>
        <a:noFill/>
        <a:ln w="9525" cap="flat" cmpd="sng" algn="ctr">
          <a:solidFill>
            <a:schemeClr val="accent3">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120596" y="2884968"/>
        <a:ext cx="36990" cy="36990"/>
      </dsp:txXfrm>
    </dsp:sp>
    <dsp:sp modelId="{71395E70-969F-4B04-BF39-794D7093ED57}">
      <dsp:nvSpPr>
        <dsp:cNvPr id="0" name=""/>
        <dsp:cNvSpPr/>
      </dsp:nvSpPr>
      <dsp:spPr>
        <a:xfrm>
          <a:off x="4439461" y="2743892"/>
          <a:ext cx="1501845" cy="750922"/>
        </a:xfrm>
        <a:prstGeom prst="roundRect">
          <a:avLst>
            <a:gd name="adj" fmla="val 1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t>Some text here</a:t>
          </a:r>
        </a:p>
      </dsp:txBody>
      <dsp:txXfrm>
        <a:off x="4461455" y="2765886"/>
        <a:ext cx="1457857" cy="706934"/>
      </dsp:txXfrm>
    </dsp:sp>
    <dsp:sp modelId="{F2C35A79-FA10-4F20-9926-8A928F31A041}">
      <dsp:nvSpPr>
        <dsp:cNvPr id="0" name=""/>
        <dsp:cNvSpPr/>
      </dsp:nvSpPr>
      <dsp:spPr>
        <a:xfrm>
          <a:off x="5941306" y="3103511"/>
          <a:ext cx="600738" cy="31684"/>
        </a:xfrm>
        <a:custGeom>
          <a:avLst/>
          <a:gdLst/>
          <a:ahLst/>
          <a:cxnLst/>
          <a:rect l="0" t="0" r="0" b="0"/>
          <a:pathLst>
            <a:path>
              <a:moveTo>
                <a:pt x="0" y="15842"/>
              </a:moveTo>
              <a:lnTo>
                <a:pt x="600738" y="15842"/>
              </a:lnTo>
            </a:path>
          </a:pathLst>
        </a:custGeom>
        <a:noFill/>
        <a:ln w="9525" cap="flat" cmpd="sng" algn="ctr">
          <a:solidFill>
            <a:schemeClr val="accent4">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226656" y="3104335"/>
        <a:ext cx="30036" cy="30036"/>
      </dsp:txXfrm>
    </dsp:sp>
    <dsp:sp modelId="{2189380D-BC84-4E57-B24B-760D9B2E501F}">
      <dsp:nvSpPr>
        <dsp:cNvPr id="0" name=""/>
        <dsp:cNvSpPr/>
      </dsp:nvSpPr>
      <dsp:spPr>
        <a:xfrm>
          <a:off x="6542044" y="2743892"/>
          <a:ext cx="1501845" cy="750922"/>
        </a:xfrm>
        <a:prstGeom prst="roundRect">
          <a:avLst>
            <a:gd name="adj" fmla="val 1000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t>Some text here</a:t>
          </a:r>
        </a:p>
      </dsp:txBody>
      <dsp:txXfrm>
        <a:off x="6564038" y="2765886"/>
        <a:ext cx="1457857" cy="706934"/>
      </dsp:txXfrm>
    </dsp:sp>
    <dsp:sp modelId="{FA5EE816-EEEA-4698-AF20-485FEB285916}">
      <dsp:nvSpPr>
        <dsp:cNvPr id="0" name=""/>
        <dsp:cNvSpPr/>
      </dsp:nvSpPr>
      <dsp:spPr>
        <a:xfrm rot="3310531">
          <a:off x="1510528" y="3103511"/>
          <a:ext cx="1051961" cy="31684"/>
        </a:xfrm>
        <a:custGeom>
          <a:avLst/>
          <a:gdLst/>
          <a:ahLst/>
          <a:cxnLst/>
          <a:rect l="0" t="0" r="0" b="0"/>
          <a:pathLst>
            <a:path>
              <a:moveTo>
                <a:pt x="0" y="15842"/>
              </a:moveTo>
              <a:lnTo>
                <a:pt x="1051961" y="15842"/>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010210" y="3093055"/>
        <a:ext cx="52598" cy="52598"/>
      </dsp:txXfrm>
    </dsp:sp>
    <dsp:sp modelId="{4AAB4BE5-BC8F-47BA-B05A-C1BC4CD7AAD6}">
      <dsp:nvSpPr>
        <dsp:cNvPr id="0" name=""/>
        <dsp:cNvSpPr/>
      </dsp:nvSpPr>
      <dsp:spPr>
        <a:xfrm>
          <a:off x="2336878" y="3175673"/>
          <a:ext cx="1501845" cy="750922"/>
        </a:xfrm>
        <a:prstGeom prst="roundRect">
          <a:avLst>
            <a:gd name="adj" fmla="val 1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t>Some text here</a:t>
          </a:r>
        </a:p>
      </dsp:txBody>
      <dsp:txXfrm>
        <a:off x="2358872" y="3197667"/>
        <a:ext cx="1457857" cy="706934"/>
      </dsp:txXfrm>
    </dsp:sp>
  </dsp:spTree>
</dsp:drawing>
</file>

<file path=ppt/diagrams/drawing1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A6B6C5-2F91-4AA3-AD72-C88797EBA9D8}">
      <dsp:nvSpPr>
        <dsp:cNvPr id="0" name=""/>
        <dsp:cNvSpPr/>
      </dsp:nvSpPr>
      <dsp:spPr>
        <a:xfrm>
          <a:off x="2186964" y="0"/>
          <a:ext cx="1535756" cy="853198"/>
        </a:xfrm>
        <a:prstGeom prst="roundRect">
          <a:avLst>
            <a:gd name="adj" fmla="val 10000"/>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solidFill>
                <a:schemeClr val="tx2"/>
              </a:solidFill>
            </a:rPr>
            <a:t>Lorem Ipsum</a:t>
          </a:r>
        </a:p>
      </dsp:txBody>
      <dsp:txXfrm>
        <a:off x="2211953" y="24989"/>
        <a:ext cx="1485778" cy="803220"/>
      </dsp:txXfrm>
    </dsp:sp>
    <dsp:sp modelId="{68B9AEA3-651E-45F7-B524-B62417AB45B8}">
      <dsp:nvSpPr>
        <dsp:cNvPr id="0" name=""/>
        <dsp:cNvSpPr/>
      </dsp:nvSpPr>
      <dsp:spPr>
        <a:xfrm>
          <a:off x="4405279" y="0"/>
          <a:ext cx="1535756" cy="853198"/>
        </a:xfrm>
        <a:prstGeom prst="roundRect">
          <a:avLst>
            <a:gd name="adj" fmla="val 10000"/>
          </a:avLst>
        </a:prstGeom>
        <a:solidFill>
          <a:schemeClr val="accent3">
            <a:tint val="40000"/>
            <a:alpha val="90000"/>
            <a:hueOff val="0"/>
            <a:satOff val="0"/>
            <a:lumOff val="0"/>
            <a:alphaOff val="0"/>
          </a:schemeClr>
        </a:solidFill>
        <a:ln w="9525" cap="flat" cmpd="sng" algn="ctr">
          <a:solidFill>
            <a:schemeClr val="accent3">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solidFill>
                <a:schemeClr val="tx2"/>
              </a:solidFill>
            </a:rPr>
            <a:t>Lorem Ipsum</a:t>
          </a:r>
        </a:p>
      </dsp:txBody>
      <dsp:txXfrm>
        <a:off x="4430268" y="24989"/>
        <a:ext cx="1485778" cy="803220"/>
      </dsp:txXfrm>
    </dsp:sp>
    <dsp:sp modelId="{E88C23D7-98F7-4B7C-A4DF-21EB79FC9042}">
      <dsp:nvSpPr>
        <dsp:cNvPr id="0" name=""/>
        <dsp:cNvSpPr/>
      </dsp:nvSpPr>
      <dsp:spPr>
        <a:xfrm>
          <a:off x="3744050" y="3626091"/>
          <a:ext cx="639898" cy="639898"/>
        </a:xfrm>
        <a:prstGeom prst="triangle">
          <a:avLst/>
        </a:prstGeom>
        <a:solidFill>
          <a:schemeClr val="accent4">
            <a:tint val="40000"/>
            <a:alpha val="90000"/>
            <a:hueOff val="0"/>
            <a:satOff val="0"/>
            <a:lumOff val="0"/>
            <a:alphaOff val="0"/>
          </a:schemeClr>
        </a:solidFill>
        <a:ln w="9525" cap="flat" cmpd="sng" algn="ctr">
          <a:solidFill>
            <a:schemeClr val="accent4">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8DE88849-1B95-46E9-95D7-6B29423D067E}">
      <dsp:nvSpPr>
        <dsp:cNvPr id="0" name=""/>
        <dsp:cNvSpPr/>
      </dsp:nvSpPr>
      <dsp:spPr>
        <a:xfrm rot="21360000">
          <a:off x="2143718" y="3351887"/>
          <a:ext cx="3840563" cy="268558"/>
        </a:xfrm>
        <a:prstGeom prst="rect">
          <a:avLst/>
        </a:prstGeom>
        <a:solidFill>
          <a:schemeClr val="accent5">
            <a:tint val="40000"/>
            <a:alpha val="90000"/>
            <a:hueOff val="0"/>
            <a:satOff val="0"/>
            <a:lumOff val="0"/>
            <a:alphaOff val="0"/>
          </a:schemeClr>
        </a:solidFill>
        <a:ln w="9525" cap="flat" cmpd="sng" algn="ctr">
          <a:solidFill>
            <a:schemeClr val="accent5">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6B993ED0-05F6-4FA4-BA9F-A374CB775617}">
      <dsp:nvSpPr>
        <dsp:cNvPr id="0" name=""/>
        <dsp:cNvSpPr/>
      </dsp:nvSpPr>
      <dsp:spPr>
        <a:xfrm rot="21360000">
          <a:off x="2146008" y="2680425"/>
          <a:ext cx="1532348" cy="713917"/>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dirty="0"/>
            <a:t>Some text here</a:t>
          </a:r>
        </a:p>
        <a:p>
          <a:pPr marL="57150" lvl="1" indent="-57150" algn="l" defTabSz="400050">
            <a:lnSpc>
              <a:spcPct val="90000"/>
            </a:lnSpc>
            <a:spcBef>
              <a:spcPct val="0"/>
            </a:spcBef>
            <a:spcAft>
              <a:spcPct val="15000"/>
            </a:spcAft>
            <a:buChar char="•"/>
          </a:pPr>
          <a:r>
            <a:rPr lang="en-US" sz="900" kern="1200" dirty="0"/>
            <a:t>Some text here</a:t>
          </a:r>
        </a:p>
        <a:p>
          <a:pPr marL="57150" lvl="1" indent="-57150" algn="l" defTabSz="400050">
            <a:lnSpc>
              <a:spcPct val="90000"/>
            </a:lnSpc>
            <a:spcBef>
              <a:spcPct val="0"/>
            </a:spcBef>
            <a:spcAft>
              <a:spcPct val="15000"/>
            </a:spcAft>
            <a:buChar char="•"/>
          </a:pPr>
          <a:r>
            <a:rPr lang="en-US" sz="900" kern="1200" dirty="0"/>
            <a:t>Some text here</a:t>
          </a:r>
        </a:p>
      </dsp:txBody>
      <dsp:txXfrm>
        <a:off x="2180859" y="2715276"/>
        <a:ext cx="1462646" cy="644215"/>
      </dsp:txXfrm>
    </dsp:sp>
    <dsp:sp modelId="{351892FA-451C-4496-B7B0-B787D94FABB4}">
      <dsp:nvSpPr>
        <dsp:cNvPr id="0" name=""/>
        <dsp:cNvSpPr/>
      </dsp:nvSpPr>
      <dsp:spPr>
        <a:xfrm rot="21360000">
          <a:off x="2090550" y="1912547"/>
          <a:ext cx="1532348" cy="713917"/>
        </a:xfrm>
        <a:prstGeom prst="round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Some text here</a:t>
          </a:r>
        </a:p>
      </dsp:txBody>
      <dsp:txXfrm>
        <a:off x="2125401" y="1947398"/>
        <a:ext cx="1462646" cy="644215"/>
      </dsp:txXfrm>
    </dsp:sp>
    <dsp:sp modelId="{DD80B1D2-CB1F-4759-A64A-25EABEC451E2}">
      <dsp:nvSpPr>
        <dsp:cNvPr id="0" name=""/>
        <dsp:cNvSpPr/>
      </dsp:nvSpPr>
      <dsp:spPr>
        <a:xfrm rot="21360000">
          <a:off x="2035092" y="1161733"/>
          <a:ext cx="1532348" cy="713917"/>
        </a:xfrm>
        <a:prstGeom prst="round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kern="1200" dirty="0"/>
            <a:t>Some text here</a:t>
          </a:r>
        </a:p>
        <a:p>
          <a:pPr marL="57150" lvl="1" indent="-57150" algn="l" defTabSz="400050">
            <a:lnSpc>
              <a:spcPct val="90000"/>
            </a:lnSpc>
            <a:spcBef>
              <a:spcPct val="0"/>
            </a:spcBef>
            <a:spcAft>
              <a:spcPct val="15000"/>
            </a:spcAft>
            <a:buChar char="•"/>
          </a:pPr>
          <a:r>
            <a:rPr lang="en-US" sz="900" kern="1200" dirty="0"/>
            <a:t>Some text here</a:t>
          </a:r>
        </a:p>
      </dsp:txBody>
      <dsp:txXfrm>
        <a:off x="2069943" y="1196584"/>
        <a:ext cx="1462646" cy="644215"/>
      </dsp:txXfrm>
    </dsp:sp>
    <dsp:sp modelId="{9DE04418-A2AA-4C0D-9BB3-D133FA7594BB}">
      <dsp:nvSpPr>
        <dsp:cNvPr id="0" name=""/>
        <dsp:cNvSpPr/>
      </dsp:nvSpPr>
      <dsp:spPr>
        <a:xfrm rot="21360000">
          <a:off x="4342993" y="2526850"/>
          <a:ext cx="1532348" cy="713917"/>
        </a:xfrm>
        <a:prstGeom prst="roundRect">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Some text here</a:t>
          </a:r>
        </a:p>
      </dsp:txBody>
      <dsp:txXfrm>
        <a:off x="4377844" y="2561701"/>
        <a:ext cx="1462646" cy="644215"/>
      </dsp:txXfrm>
    </dsp:sp>
    <dsp:sp modelId="{8A94D61E-BB9F-4697-8152-B9FC80BB473E}">
      <dsp:nvSpPr>
        <dsp:cNvPr id="0" name=""/>
        <dsp:cNvSpPr/>
      </dsp:nvSpPr>
      <dsp:spPr>
        <a:xfrm rot="21360000">
          <a:off x="4287535" y="1758972"/>
          <a:ext cx="1532348" cy="713917"/>
        </a:xfrm>
        <a:prstGeom prst="roundRect">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Some text here</a:t>
          </a:r>
        </a:p>
      </dsp:txBody>
      <dsp:txXfrm>
        <a:off x="4322386" y="1793823"/>
        <a:ext cx="1462646" cy="644215"/>
      </dsp:txXfrm>
    </dsp:sp>
  </dsp:spTree>
</dsp:drawing>
</file>

<file path=ppt/diagrams/drawing1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6B7487-DB96-458C-A13C-F9181F732A91}">
      <dsp:nvSpPr>
        <dsp:cNvPr id="0" name=""/>
        <dsp:cNvSpPr/>
      </dsp:nvSpPr>
      <dsp:spPr>
        <a:xfrm>
          <a:off x="2453190" y="813524"/>
          <a:ext cx="2386837" cy="2387248"/>
        </a:xfrm>
        <a:prstGeom prst="ellipse">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Lorem Ipsum</a:t>
          </a:r>
        </a:p>
      </dsp:txBody>
      <dsp:txXfrm>
        <a:off x="2802734" y="1163128"/>
        <a:ext cx="1687749" cy="1688040"/>
      </dsp:txXfrm>
    </dsp:sp>
    <dsp:sp modelId="{AFCA2E8F-309C-4E63-AF06-41F5EA657CF5}">
      <dsp:nvSpPr>
        <dsp:cNvPr id="0" name=""/>
        <dsp:cNvSpPr/>
      </dsp:nvSpPr>
      <dsp:spPr>
        <a:xfrm>
          <a:off x="3187112" y="3023307"/>
          <a:ext cx="192415" cy="192396"/>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970DE882-CE27-4644-B9B5-3D51CAF3EF17}">
      <dsp:nvSpPr>
        <dsp:cNvPr id="0" name=""/>
        <dsp:cNvSpPr/>
      </dsp:nvSpPr>
      <dsp:spPr>
        <a:xfrm>
          <a:off x="4993764" y="1782330"/>
          <a:ext cx="192415" cy="192396"/>
        </a:xfrm>
        <a:prstGeom prst="ellipse">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A6A9B69A-8B7D-40E7-879B-FF56A51DB16A}">
      <dsp:nvSpPr>
        <dsp:cNvPr id="0" name=""/>
        <dsp:cNvSpPr/>
      </dsp:nvSpPr>
      <dsp:spPr>
        <a:xfrm>
          <a:off x="4074281" y="3228074"/>
          <a:ext cx="265367" cy="265771"/>
        </a:xfrm>
        <a:prstGeom prst="ellipse">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9E77AEA7-494E-46A8-9455-0CA434F44357}">
      <dsp:nvSpPr>
        <dsp:cNvPr id="0" name=""/>
        <dsp:cNvSpPr/>
      </dsp:nvSpPr>
      <dsp:spPr>
        <a:xfrm>
          <a:off x="3240969" y="1081855"/>
          <a:ext cx="192415" cy="192396"/>
        </a:xfrm>
        <a:prstGeom prst="ellipse">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35D897C7-193A-4333-894E-E8981042C6E1}">
      <dsp:nvSpPr>
        <dsp:cNvPr id="0" name=""/>
        <dsp:cNvSpPr/>
      </dsp:nvSpPr>
      <dsp:spPr>
        <a:xfrm>
          <a:off x="2635324" y="2182907"/>
          <a:ext cx="192415" cy="192396"/>
        </a:xfrm>
        <a:prstGeom prst="ellipse">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B336ACE6-EEB4-4094-A509-29741EB40031}">
      <dsp:nvSpPr>
        <dsp:cNvPr id="0" name=""/>
        <dsp:cNvSpPr/>
      </dsp:nvSpPr>
      <dsp:spPr>
        <a:xfrm>
          <a:off x="1707028" y="1244389"/>
          <a:ext cx="970402" cy="970512"/>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Some text here</a:t>
          </a:r>
        </a:p>
      </dsp:txBody>
      <dsp:txXfrm>
        <a:off x="1849140" y="1386517"/>
        <a:ext cx="686178" cy="686256"/>
      </dsp:txXfrm>
    </dsp:sp>
    <dsp:sp modelId="{EDB47510-FFF9-4862-B91A-FDD089E6AD9E}">
      <dsp:nvSpPr>
        <dsp:cNvPr id="0" name=""/>
        <dsp:cNvSpPr/>
      </dsp:nvSpPr>
      <dsp:spPr>
        <a:xfrm>
          <a:off x="3546974" y="1090387"/>
          <a:ext cx="265367" cy="265771"/>
        </a:xfrm>
        <a:prstGeom prst="ellipse">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ED668CFA-5CF9-4BC1-8982-2DD944CA13B8}">
      <dsp:nvSpPr>
        <dsp:cNvPr id="0" name=""/>
        <dsp:cNvSpPr/>
      </dsp:nvSpPr>
      <dsp:spPr>
        <a:xfrm>
          <a:off x="1798585" y="2499016"/>
          <a:ext cx="479815" cy="479923"/>
        </a:xfrm>
        <a:prstGeom prst="ellipse">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AE5A6287-B969-424A-B702-B31203470799}">
      <dsp:nvSpPr>
        <dsp:cNvPr id="0" name=""/>
        <dsp:cNvSpPr/>
      </dsp:nvSpPr>
      <dsp:spPr>
        <a:xfrm>
          <a:off x="5085321" y="787928"/>
          <a:ext cx="970402" cy="970512"/>
        </a:xfrm>
        <a:prstGeom prst="ellipse">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Some text here</a:t>
          </a:r>
        </a:p>
      </dsp:txBody>
      <dsp:txXfrm>
        <a:off x="5227433" y="930056"/>
        <a:ext cx="686178" cy="686256"/>
      </dsp:txXfrm>
    </dsp:sp>
    <dsp:sp modelId="{A3695590-AB5E-4228-B1BE-A24097C5F3F6}">
      <dsp:nvSpPr>
        <dsp:cNvPr id="0" name=""/>
        <dsp:cNvSpPr/>
      </dsp:nvSpPr>
      <dsp:spPr>
        <a:xfrm>
          <a:off x="4652018" y="1457688"/>
          <a:ext cx="265367" cy="265771"/>
        </a:xfrm>
        <a:prstGeom prst="ellipse">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1549BCE3-E5E1-430F-8529-C37B4681071F}">
      <dsp:nvSpPr>
        <dsp:cNvPr id="0" name=""/>
        <dsp:cNvSpPr/>
      </dsp:nvSpPr>
      <dsp:spPr>
        <a:xfrm>
          <a:off x="1615961" y="3070233"/>
          <a:ext cx="192415" cy="192396"/>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B25A3DAD-4A20-4567-A501-E66B586DF45E}">
      <dsp:nvSpPr>
        <dsp:cNvPr id="0" name=""/>
        <dsp:cNvSpPr/>
      </dsp:nvSpPr>
      <dsp:spPr>
        <a:xfrm>
          <a:off x="3533265" y="2796356"/>
          <a:ext cx="192415" cy="192396"/>
        </a:xfrm>
        <a:prstGeom prst="ellipse">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DB9E49D5-FFED-4BB7-8031-8477F2DAACC2}">
      <dsp:nvSpPr>
        <dsp:cNvPr id="0" name=""/>
        <dsp:cNvSpPr/>
      </dsp:nvSpPr>
      <dsp:spPr>
        <a:xfrm>
          <a:off x="5541635" y="2464889"/>
          <a:ext cx="970402" cy="970512"/>
        </a:xfrm>
        <a:prstGeom prst="ellipse">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Some text here</a:t>
          </a:r>
        </a:p>
      </dsp:txBody>
      <dsp:txXfrm>
        <a:off x="5683747" y="2607017"/>
        <a:ext cx="686178" cy="686256"/>
      </dsp:txXfrm>
    </dsp:sp>
    <dsp:sp modelId="{7E8860F2-B442-4DFB-8775-7D445A298575}">
      <dsp:nvSpPr>
        <dsp:cNvPr id="0" name=""/>
        <dsp:cNvSpPr/>
      </dsp:nvSpPr>
      <dsp:spPr>
        <a:xfrm>
          <a:off x="5267945" y="2431187"/>
          <a:ext cx="192415" cy="192396"/>
        </a:xfrm>
        <a:prstGeom prst="ellipse">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E24FF6D2-A98F-4420-B6E6-57B5FF90C767}">
      <dsp:nvSpPr>
        <dsp:cNvPr id="0" name=""/>
        <dsp:cNvSpPr/>
      </dsp:nvSpPr>
      <dsp:spPr>
        <a:xfrm>
          <a:off x="2756257" y="3295477"/>
          <a:ext cx="970402" cy="970512"/>
        </a:xfrm>
        <a:prstGeom prst="ellipse">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Some text here</a:t>
          </a:r>
        </a:p>
      </dsp:txBody>
      <dsp:txXfrm>
        <a:off x="2898369" y="3437605"/>
        <a:ext cx="686178" cy="686256"/>
      </dsp:txXfrm>
    </dsp:sp>
    <dsp:sp modelId="{CE832A80-4DC6-4600-8B77-32A4D8E90CEF}">
      <dsp:nvSpPr>
        <dsp:cNvPr id="0" name=""/>
        <dsp:cNvSpPr/>
      </dsp:nvSpPr>
      <dsp:spPr>
        <a:xfrm>
          <a:off x="3622863" y="3262629"/>
          <a:ext cx="192415" cy="192396"/>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89D8D69A-F6A1-4255-A954-076C19C41169}">
      <dsp:nvSpPr>
        <dsp:cNvPr id="0" name=""/>
        <dsp:cNvSpPr/>
      </dsp:nvSpPr>
      <dsp:spPr>
        <a:xfrm>
          <a:off x="3681616" y="0"/>
          <a:ext cx="970402" cy="970512"/>
        </a:xfrm>
        <a:prstGeom prst="ellipse">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Lorem Ipsum</a:t>
          </a:r>
        </a:p>
      </dsp:txBody>
      <dsp:txXfrm>
        <a:off x="3823728" y="142128"/>
        <a:ext cx="686178" cy="686256"/>
      </dsp:txXfrm>
    </dsp:sp>
    <dsp:sp modelId="{5B32ED89-BD21-490F-A34C-9C47466353DC}">
      <dsp:nvSpPr>
        <dsp:cNvPr id="0" name=""/>
        <dsp:cNvSpPr/>
      </dsp:nvSpPr>
      <dsp:spPr>
        <a:xfrm>
          <a:off x="2485015" y="1051993"/>
          <a:ext cx="192415" cy="192396"/>
        </a:xfrm>
        <a:prstGeom prst="ellipse">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DEEE149B-DA11-4C04-9249-DE4E16FDE7DD}">
      <dsp:nvSpPr>
        <dsp:cNvPr id="0" name=""/>
        <dsp:cNvSpPr/>
      </dsp:nvSpPr>
      <dsp:spPr>
        <a:xfrm>
          <a:off x="4725459" y="238895"/>
          <a:ext cx="192415" cy="192396"/>
        </a:xfrm>
        <a:prstGeom prst="ellipse">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Tree>
</dsp:drawing>
</file>

<file path=ppt/diagrams/drawing1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50BAC9-2AF6-4DB9-B1DB-5C9991F75A58}">
      <dsp:nvSpPr>
        <dsp:cNvPr id="0" name=""/>
        <dsp:cNvSpPr/>
      </dsp:nvSpPr>
      <dsp:spPr>
        <a:xfrm>
          <a:off x="2338940" y="173305"/>
          <a:ext cx="3439454" cy="1194477"/>
        </a:xfrm>
        <a:prstGeom prst="ellipse">
          <a:avLst/>
        </a:prstGeom>
        <a:solidFill>
          <a:schemeClr val="accent1">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B10ECFE-3E3F-4614-8546-7E715E54C405}">
      <dsp:nvSpPr>
        <dsp:cNvPr id="0" name=""/>
        <dsp:cNvSpPr/>
      </dsp:nvSpPr>
      <dsp:spPr>
        <a:xfrm>
          <a:off x="3730719" y="3098175"/>
          <a:ext cx="666560" cy="426599"/>
        </a:xfrm>
        <a:prstGeom prst="downArrow">
          <a:avLst/>
        </a:prstGeom>
        <a:gradFill rotWithShape="0">
          <a:gsLst>
            <a:gs pos="0">
              <a:schemeClr val="accent2">
                <a:tint val="40000"/>
                <a:hueOff val="0"/>
                <a:satOff val="0"/>
                <a:lumOff val="0"/>
                <a:alphaOff val="0"/>
                <a:shade val="51000"/>
                <a:satMod val="130000"/>
              </a:schemeClr>
            </a:gs>
            <a:gs pos="80000">
              <a:schemeClr val="accent2">
                <a:tint val="40000"/>
                <a:hueOff val="0"/>
                <a:satOff val="0"/>
                <a:lumOff val="0"/>
                <a:alphaOff val="0"/>
                <a:shade val="93000"/>
                <a:satMod val="130000"/>
              </a:schemeClr>
            </a:gs>
            <a:gs pos="100000">
              <a:schemeClr val="accent2">
                <a:tint val="4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dsp:style>
    </dsp:sp>
    <dsp:sp modelId="{2D801CD3-F601-42FA-B413-538CF929466A}">
      <dsp:nvSpPr>
        <dsp:cNvPr id="0" name=""/>
        <dsp:cNvSpPr/>
      </dsp:nvSpPr>
      <dsp:spPr>
        <a:xfrm>
          <a:off x="2464253" y="3439454"/>
          <a:ext cx="3199492" cy="7998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92456" rIns="92456" bIns="92456" numCol="1" spcCol="1270" anchor="t" anchorCtr="1">
          <a:noAutofit/>
        </a:bodyPr>
        <a:lstStyle/>
        <a:p>
          <a:pPr marL="0" lvl="0" indent="0" algn="l" defTabSz="577850">
            <a:lnSpc>
              <a:spcPct val="90000"/>
            </a:lnSpc>
            <a:spcBef>
              <a:spcPct val="0"/>
            </a:spcBef>
            <a:spcAft>
              <a:spcPct val="35000"/>
            </a:spcAft>
            <a:buNone/>
          </a:pPr>
          <a:r>
            <a:rPr lang="en-US" sz="1300" kern="1200"/>
            <a:t>Lorem Ipsum</a:t>
          </a:r>
          <a:endParaRPr lang="en-US" sz="1300" kern="1200" dirty="0"/>
        </a:p>
        <a:p>
          <a:pPr marL="57150" lvl="1" indent="-57150" algn="l" defTabSz="444500">
            <a:lnSpc>
              <a:spcPct val="90000"/>
            </a:lnSpc>
            <a:spcBef>
              <a:spcPct val="0"/>
            </a:spcBef>
            <a:spcAft>
              <a:spcPct val="15000"/>
            </a:spcAft>
            <a:buChar char="•"/>
          </a:pPr>
          <a:r>
            <a:rPr lang="en-US" sz="1000" kern="1200" dirty="0"/>
            <a:t>Some text here</a:t>
          </a:r>
        </a:p>
        <a:p>
          <a:pPr marL="57150" lvl="1" indent="-57150" algn="l" defTabSz="444500">
            <a:lnSpc>
              <a:spcPct val="90000"/>
            </a:lnSpc>
            <a:spcBef>
              <a:spcPct val="0"/>
            </a:spcBef>
            <a:spcAft>
              <a:spcPct val="15000"/>
            </a:spcAft>
            <a:buChar char="•"/>
          </a:pPr>
          <a:r>
            <a:rPr lang="en-US" sz="1000" kern="1200" dirty="0"/>
            <a:t>Some text here</a:t>
          </a:r>
        </a:p>
      </dsp:txBody>
      <dsp:txXfrm>
        <a:off x="2464253" y="3439454"/>
        <a:ext cx="3199492" cy="799873"/>
      </dsp:txXfrm>
    </dsp:sp>
    <dsp:sp modelId="{6D794C03-046D-4B2B-9C9A-63FDE76F2D1A}">
      <dsp:nvSpPr>
        <dsp:cNvPr id="0" name=""/>
        <dsp:cNvSpPr/>
      </dsp:nvSpPr>
      <dsp:spPr>
        <a:xfrm>
          <a:off x="3589408" y="1460035"/>
          <a:ext cx="1199809" cy="1199809"/>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dirty="0"/>
            <a:t>Some text here</a:t>
          </a:r>
        </a:p>
      </dsp:txBody>
      <dsp:txXfrm>
        <a:off x="3765116" y="1635743"/>
        <a:ext cx="848393" cy="848393"/>
      </dsp:txXfrm>
    </dsp:sp>
    <dsp:sp modelId="{978718FD-D9BC-402B-BB74-03371047D615}">
      <dsp:nvSpPr>
        <dsp:cNvPr id="0" name=""/>
        <dsp:cNvSpPr/>
      </dsp:nvSpPr>
      <dsp:spPr>
        <a:xfrm>
          <a:off x="2730878" y="559911"/>
          <a:ext cx="1199809" cy="1199809"/>
        </a:xfrm>
        <a:prstGeom prst="ellipse">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a:t>Some </a:t>
          </a:r>
          <a:r>
            <a:rPr lang="en-US" sz="1900" kern="1200" dirty="0"/>
            <a:t>text here</a:t>
          </a:r>
        </a:p>
      </dsp:txBody>
      <dsp:txXfrm>
        <a:off x="2906586" y="735619"/>
        <a:ext cx="848393" cy="848393"/>
      </dsp:txXfrm>
    </dsp:sp>
    <dsp:sp modelId="{B90201F1-428B-44D0-8F51-0865DF989AA3}">
      <dsp:nvSpPr>
        <dsp:cNvPr id="0" name=""/>
        <dsp:cNvSpPr/>
      </dsp:nvSpPr>
      <dsp:spPr>
        <a:xfrm>
          <a:off x="3957350" y="269823"/>
          <a:ext cx="1199809" cy="1199809"/>
        </a:xfrm>
        <a:prstGeom prst="ellipse">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dirty="0"/>
            <a:t>Some text here</a:t>
          </a:r>
        </a:p>
      </dsp:txBody>
      <dsp:txXfrm>
        <a:off x="4133058" y="445531"/>
        <a:ext cx="848393" cy="848393"/>
      </dsp:txXfrm>
    </dsp:sp>
    <dsp:sp modelId="{E565AD71-908A-43E3-9B7C-4658B85D3C72}">
      <dsp:nvSpPr>
        <dsp:cNvPr id="0" name=""/>
        <dsp:cNvSpPr/>
      </dsp:nvSpPr>
      <dsp:spPr>
        <a:xfrm>
          <a:off x="2197629" y="26662"/>
          <a:ext cx="3732741" cy="2986193"/>
        </a:xfrm>
        <a:prstGeom prst="funnel">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Tree>
</dsp:drawing>
</file>

<file path=ppt/diagrams/drawing1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1225D7-D56F-40B9-9CFC-8C654E7056B1}">
      <dsp:nvSpPr>
        <dsp:cNvPr id="0" name=""/>
        <dsp:cNvSpPr/>
      </dsp:nvSpPr>
      <dsp:spPr>
        <a:xfrm>
          <a:off x="1446175" y="725218"/>
          <a:ext cx="5235649" cy="2815553"/>
        </a:xfrm>
        <a:prstGeom prst="round2DiagRect">
          <a:avLst>
            <a:gd name="adj1" fmla="val 0"/>
            <a:gd name="adj2" fmla="val 16670"/>
          </a:avLst>
        </a:prstGeom>
        <a:gradFill rotWithShape="0">
          <a:gsLst>
            <a:gs pos="0">
              <a:schemeClr val="accent3">
                <a:shade val="50000"/>
                <a:hueOff val="0"/>
                <a:satOff val="0"/>
                <a:lumOff val="0"/>
                <a:alphaOff val="0"/>
                <a:shade val="51000"/>
                <a:satMod val="130000"/>
              </a:schemeClr>
            </a:gs>
            <a:gs pos="80000">
              <a:schemeClr val="accent3">
                <a:shade val="50000"/>
                <a:hueOff val="0"/>
                <a:satOff val="0"/>
                <a:lumOff val="0"/>
                <a:alphaOff val="0"/>
                <a:shade val="93000"/>
                <a:satMod val="130000"/>
              </a:schemeClr>
            </a:gs>
            <a:gs pos="100000">
              <a:schemeClr val="accent3">
                <a:shade val="5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59BF7D4A-1F93-4C91-8327-8E385E12C883}">
      <dsp:nvSpPr>
        <dsp:cNvPr id="0" name=""/>
        <dsp:cNvSpPr/>
      </dsp:nvSpPr>
      <dsp:spPr>
        <a:xfrm>
          <a:off x="4063999" y="1023837"/>
          <a:ext cx="698" cy="2218314"/>
        </a:xfrm>
        <a:prstGeom prst="line">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a:outerShdw blurRad="40000" dist="20000" dir="5400000" rotWithShape="0">
            <a:srgbClr val="000000">
              <a:alpha val="38000"/>
            </a:srgbClr>
          </a:outerShdw>
        </a:effectLst>
      </dsp:spPr>
      <dsp:style>
        <a:lnRef idx="2">
          <a:scrgbClr r="0" g="0" b="0"/>
        </a:lnRef>
        <a:fillRef idx="1">
          <a:scrgbClr r="0" g="0" b="0"/>
        </a:fillRef>
        <a:effectRef idx="1">
          <a:scrgbClr r="0" g="0" b="0"/>
        </a:effectRef>
        <a:fontRef idx="minor"/>
      </dsp:style>
    </dsp:sp>
    <dsp:sp modelId="{249FCD8A-9174-4CC1-B577-CDB7646049A4}">
      <dsp:nvSpPr>
        <dsp:cNvPr id="0" name=""/>
        <dsp:cNvSpPr/>
      </dsp:nvSpPr>
      <dsp:spPr>
        <a:xfrm>
          <a:off x="1620696" y="938517"/>
          <a:ext cx="2268781" cy="2388954"/>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dirty="0">
              <a:solidFill>
                <a:schemeClr val="bg1"/>
              </a:solidFill>
            </a:rPr>
            <a:t>Some text here</a:t>
          </a:r>
        </a:p>
        <a:p>
          <a:pPr marL="0" lvl="0" indent="0" algn="l" defTabSz="1066800">
            <a:lnSpc>
              <a:spcPct val="90000"/>
            </a:lnSpc>
            <a:spcBef>
              <a:spcPct val="0"/>
            </a:spcBef>
            <a:spcAft>
              <a:spcPct val="35000"/>
            </a:spcAft>
            <a:buNone/>
          </a:pPr>
          <a:r>
            <a:rPr lang="en-US" sz="2400" kern="1200" dirty="0">
              <a:solidFill>
                <a:schemeClr val="bg1"/>
              </a:solidFill>
            </a:rPr>
            <a:t>Some text here</a:t>
          </a:r>
        </a:p>
        <a:p>
          <a:pPr marL="0" lvl="0" indent="0" algn="l" defTabSz="1066800">
            <a:lnSpc>
              <a:spcPct val="90000"/>
            </a:lnSpc>
            <a:spcBef>
              <a:spcPct val="0"/>
            </a:spcBef>
            <a:spcAft>
              <a:spcPct val="35000"/>
            </a:spcAft>
            <a:buNone/>
          </a:pPr>
          <a:r>
            <a:rPr lang="en-US" sz="2400" kern="1200" dirty="0">
              <a:solidFill>
                <a:schemeClr val="bg1"/>
              </a:solidFill>
            </a:rPr>
            <a:t>Some text here</a:t>
          </a:r>
        </a:p>
        <a:p>
          <a:pPr marL="0" lvl="0" indent="0" algn="l" defTabSz="1066800">
            <a:lnSpc>
              <a:spcPct val="90000"/>
            </a:lnSpc>
            <a:spcBef>
              <a:spcPct val="0"/>
            </a:spcBef>
            <a:spcAft>
              <a:spcPct val="35000"/>
            </a:spcAft>
            <a:buNone/>
          </a:pPr>
          <a:r>
            <a:rPr lang="en-US" sz="2400" kern="1200" dirty="0">
              <a:solidFill>
                <a:schemeClr val="bg1"/>
              </a:solidFill>
            </a:rPr>
            <a:t>Some text here</a:t>
          </a:r>
        </a:p>
        <a:p>
          <a:pPr marL="0" lvl="0" indent="0" algn="l" defTabSz="1066800">
            <a:lnSpc>
              <a:spcPct val="90000"/>
            </a:lnSpc>
            <a:spcBef>
              <a:spcPct val="0"/>
            </a:spcBef>
            <a:spcAft>
              <a:spcPct val="35000"/>
            </a:spcAft>
            <a:buNone/>
          </a:pPr>
          <a:r>
            <a:rPr lang="en-US" sz="2400" kern="1200" dirty="0">
              <a:solidFill>
                <a:schemeClr val="bg1"/>
              </a:solidFill>
            </a:rPr>
            <a:t>Some text here</a:t>
          </a:r>
        </a:p>
      </dsp:txBody>
      <dsp:txXfrm>
        <a:off x="1620696" y="938517"/>
        <a:ext cx="2268781" cy="2388954"/>
      </dsp:txXfrm>
    </dsp:sp>
    <dsp:sp modelId="{1577FF02-C735-458A-8E8D-04BC85989956}">
      <dsp:nvSpPr>
        <dsp:cNvPr id="0" name=""/>
        <dsp:cNvSpPr/>
      </dsp:nvSpPr>
      <dsp:spPr>
        <a:xfrm>
          <a:off x="4238521" y="938517"/>
          <a:ext cx="2268781" cy="2388954"/>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dirty="0">
              <a:solidFill>
                <a:schemeClr val="bg1"/>
              </a:solidFill>
            </a:rPr>
            <a:t>Some text here</a:t>
          </a:r>
        </a:p>
        <a:p>
          <a:pPr marL="0" lvl="0" indent="0" algn="l" defTabSz="1066800">
            <a:lnSpc>
              <a:spcPct val="90000"/>
            </a:lnSpc>
            <a:spcBef>
              <a:spcPct val="0"/>
            </a:spcBef>
            <a:spcAft>
              <a:spcPct val="35000"/>
            </a:spcAft>
            <a:buNone/>
          </a:pPr>
          <a:r>
            <a:rPr lang="en-US" sz="2400" kern="1200" dirty="0">
              <a:solidFill>
                <a:schemeClr val="bg1"/>
              </a:solidFill>
            </a:rPr>
            <a:t>Some text here</a:t>
          </a:r>
        </a:p>
        <a:p>
          <a:pPr marL="0" lvl="0" indent="0" algn="l" defTabSz="1066800">
            <a:lnSpc>
              <a:spcPct val="90000"/>
            </a:lnSpc>
            <a:spcBef>
              <a:spcPct val="0"/>
            </a:spcBef>
            <a:spcAft>
              <a:spcPct val="35000"/>
            </a:spcAft>
            <a:buNone/>
          </a:pPr>
          <a:r>
            <a:rPr lang="en-US" sz="2400" kern="1200" dirty="0">
              <a:solidFill>
                <a:schemeClr val="bg1"/>
              </a:solidFill>
            </a:rPr>
            <a:t>Some text here</a:t>
          </a:r>
        </a:p>
        <a:p>
          <a:pPr marL="0" lvl="0" indent="0" algn="l" defTabSz="1066800">
            <a:lnSpc>
              <a:spcPct val="90000"/>
            </a:lnSpc>
            <a:spcBef>
              <a:spcPct val="0"/>
            </a:spcBef>
            <a:spcAft>
              <a:spcPct val="35000"/>
            </a:spcAft>
            <a:buNone/>
          </a:pPr>
          <a:r>
            <a:rPr lang="en-US" sz="2400" kern="1200" dirty="0">
              <a:solidFill>
                <a:schemeClr val="bg1"/>
              </a:solidFill>
            </a:rPr>
            <a:t>Some text here</a:t>
          </a:r>
        </a:p>
        <a:p>
          <a:pPr marL="0" lvl="0" indent="0" algn="l" defTabSz="1066800">
            <a:lnSpc>
              <a:spcPct val="90000"/>
            </a:lnSpc>
            <a:spcBef>
              <a:spcPct val="0"/>
            </a:spcBef>
            <a:spcAft>
              <a:spcPct val="35000"/>
            </a:spcAft>
            <a:buNone/>
          </a:pPr>
          <a:r>
            <a:rPr lang="en-US" sz="2400" kern="1200" dirty="0">
              <a:solidFill>
                <a:schemeClr val="bg1"/>
              </a:solidFill>
            </a:rPr>
            <a:t>Some text here</a:t>
          </a:r>
        </a:p>
      </dsp:txBody>
      <dsp:txXfrm>
        <a:off x="4238521" y="938517"/>
        <a:ext cx="2268781" cy="2388954"/>
      </dsp:txXfrm>
    </dsp:sp>
    <dsp:sp modelId="{D1645364-10EA-4A08-BF21-FA584B22EF58}">
      <dsp:nvSpPr>
        <dsp:cNvPr id="0" name=""/>
        <dsp:cNvSpPr/>
      </dsp:nvSpPr>
      <dsp:spPr>
        <a:xfrm rot="16200000">
          <a:off x="-525885" y="1099452"/>
          <a:ext cx="3071512" cy="872608"/>
        </a:xfrm>
        <a:prstGeom prst="rightArrow">
          <a:avLst>
            <a:gd name="adj1" fmla="val 49830"/>
            <a:gd name="adj2" fmla="val 60660"/>
          </a:avLst>
        </a:prstGeom>
        <a:solidFill>
          <a:schemeClr val="accent3">
            <a:tint val="5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txBody>
        <a:bodyPr spcFirstLastPara="0" vert="horz" wrap="square" lIns="76200" tIns="76200" rIns="76200" bIns="76200" numCol="1" spcCol="1270" anchor="ctr" anchorCtr="0">
          <a:noAutofit/>
        </a:bodyPr>
        <a:lstStyle/>
        <a:p>
          <a:pPr marL="0" lvl="0" indent="0" algn="r" defTabSz="889000">
            <a:lnSpc>
              <a:spcPct val="90000"/>
            </a:lnSpc>
            <a:spcBef>
              <a:spcPct val="0"/>
            </a:spcBef>
            <a:spcAft>
              <a:spcPct val="35000"/>
            </a:spcAft>
            <a:buNone/>
          </a:pPr>
          <a:r>
            <a:rPr lang="en-US" sz="2000" kern="1200" dirty="0"/>
            <a:t>Lorem Ipsum</a:t>
          </a:r>
        </a:p>
      </dsp:txBody>
      <dsp:txXfrm>
        <a:off x="-394004" y="1450227"/>
        <a:ext cx="2807750" cy="434820"/>
      </dsp:txXfrm>
    </dsp:sp>
    <dsp:sp modelId="{AB6AB444-6E3B-4FDD-BA35-66F0657385C5}">
      <dsp:nvSpPr>
        <dsp:cNvPr id="0" name=""/>
        <dsp:cNvSpPr/>
      </dsp:nvSpPr>
      <dsp:spPr>
        <a:xfrm rot="5400000">
          <a:off x="5582372" y="2293929"/>
          <a:ext cx="3071512" cy="872608"/>
        </a:xfrm>
        <a:prstGeom prst="rightArrow">
          <a:avLst>
            <a:gd name="adj1" fmla="val 49830"/>
            <a:gd name="adj2" fmla="val 60660"/>
          </a:avLst>
        </a:prstGeom>
        <a:solidFill>
          <a:schemeClr val="accent3">
            <a:tint val="50000"/>
            <a:hueOff val="-12774"/>
            <a:satOff val="533"/>
            <a:lumOff val="-2099"/>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txBody>
        <a:bodyPr spcFirstLastPara="0" vert="horz" wrap="square" lIns="76200" tIns="76200" rIns="76200" bIns="76200" numCol="1" spcCol="1270" anchor="ctr" anchorCtr="0">
          <a:noAutofit/>
        </a:bodyPr>
        <a:lstStyle/>
        <a:p>
          <a:pPr marL="0" lvl="0" indent="0" algn="r" defTabSz="889000">
            <a:lnSpc>
              <a:spcPct val="90000"/>
            </a:lnSpc>
            <a:spcBef>
              <a:spcPct val="0"/>
            </a:spcBef>
            <a:spcAft>
              <a:spcPct val="35000"/>
            </a:spcAft>
            <a:buNone/>
          </a:pPr>
          <a:r>
            <a:rPr lang="en-US" sz="2000" kern="1200" dirty="0"/>
            <a:t>Lorem Ipsum</a:t>
          </a:r>
        </a:p>
      </dsp:txBody>
      <dsp:txXfrm>
        <a:off x="5714253" y="2380942"/>
        <a:ext cx="2807750" cy="434820"/>
      </dsp:txXfrm>
    </dsp:sp>
  </dsp:spTree>
</dsp:drawing>
</file>

<file path=ppt/diagrams/drawing1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555F17-199B-45A0-AC5F-C63B90576BD9}">
      <dsp:nvSpPr>
        <dsp:cNvPr id="0" name=""/>
        <dsp:cNvSpPr/>
      </dsp:nvSpPr>
      <dsp:spPr>
        <a:xfrm>
          <a:off x="874071" y="733963"/>
          <a:ext cx="6768871" cy="3498111"/>
        </a:xfrm>
        <a:prstGeom prst="rect">
          <a:avLst/>
        </a:prstGeom>
        <a:solidFill>
          <a:schemeClr val="accent3">
            <a:tint val="5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8EA4B859-BA9C-40D1-AD6E-11DD69446633}">
      <dsp:nvSpPr>
        <dsp:cNvPr id="0" name=""/>
        <dsp:cNvSpPr/>
      </dsp:nvSpPr>
      <dsp:spPr>
        <a:xfrm>
          <a:off x="1076359" y="1143072"/>
          <a:ext cx="3143246" cy="29925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1333500">
            <a:lnSpc>
              <a:spcPct val="90000"/>
            </a:lnSpc>
            <a:spcBef>
              <a:spcPct val="0"/>
            </a:spcBef>
            <a:spcAft>
              <a:spcPct val="35000"/>
            </a:spcAft>
            <a:buNone/>
          </a:pPr>
          <a:r>
            <a:rPr lang="en-US" sz="3000" kern="1200" dirty="0">
              <a:solidFill>
                <a:schemeClr val="accent3">
                  <a:lumMod val="50000"/>
                </a:schemeClr>
              </a:solidFill>
            </a:rPr>
            <a:t>Lorem Ipsum</a:t>
          </a:r>
        </a:p>
        <a:p>
          <a:pPr marL="228600" lvl="1" indent="-228600" algn="l" defTabSz="1022350">
            <a:lnSpc>
              <a:spcPct val="90000"/>
            </a:lnSpc>
            <a:spcBef>
              <a:spcPct val="0"/>
            </a:spcBef>
            <a:spcAft>
              <a:spcPct val="15000"/>
            </a:spcAft>
            <a:buChar char="•"/>
          </a:pPr>
          <a:r>
            <a:rPr lang="en-US" sz="2300" kern="1200" dirty="0">
              <a:solidFill>
                <a:schemeClr val="accent3">
                  <a:lumMod val="50000"/>
                </a:schemeClr>
              </a:solidFill>
            </a:rPr>
            <a:t>Some text here</a:t>
          </a:r>
        </a:p>
        <a:p>
          <a:pPr marL="228600" lvl="1" indent="-228600" algn="l" defTabSz="1022350">
            <a:lnSpc>
              <a:spcPct val="90000"/>
            </a:lnSpc>
            <a:spcBef>
              <a:spcPct val="0"/>
            </a:spcBef>
            <a:spcAft>
              <a:spcPct val="15000"/>
            </a:spcAft>
            <a:buChar char="•"/>
          </a:pPr>
          <a:r>
            <a:rPr lang="en-US" sz="2300" kern="1200" dirty="0">
              <a:solidFill>
                <a:schemeClr val="accent3">
                  <a:lumMod val="50000"/>
                </a:schemeClr>
              </a:solidFill>
            </a:rPr>
            <a:t>Some text here</a:t>
          </a:r>
        </a:p>
        <a:p>
          <a:pPr marL="228600" lvl="1" indent="-228600" algn="l" defTabSz="1022350">
            <a:lnSpc>
              <a:spcPct val="90000"/>
            </a:lnSpc>
            <a:spcBef>
              <a:spcPct val="0"/>
            </a:spcBef>
            <a:spcAft>
              <a:spcPct val="15000"/>
            </a:spcAft>
            <a:buChar char="•"/>
          </a:pPr>
          <a:r>
            <a:rPr lang="en-US" sz="2300" kern="1200" dirty="0">
              <a:solidFill>
                <a:schemeClr val="accent3">
                  <a:lumMod val="50000"/>
                </a:schemeClr>
              </a:solidFill>
            </a:rPr>
            <a:t>Some text here</a:t>
          </a:r>
        </a:p>
        <a:p>
          <a:pPr marL="228600" lvl="1" indent="-228600" algn="l" defTabSz="1022350">
            <a:lnSpc>
              <a:spcPct val="90000"/>
            </a:lnSpc>
            <a:spcBef>
              <a:spcPct val="0"/>
            </a:spcBef>
            <a:spcAft>
              <a:spcPct val="15000"/>
            </a:spcAft>
            <a:buChar char="•"/>
          </a:pPr>
          <a:r>
            <a:rPr lang="en-US" sz="2300" kern="1200" dirty="0">
              <a:solidFill>
                <a:schemeClr val="accent3">
                  <a:lumMod val="50000"/>
                </a:schemeClr>
              </a:solidFill>
            </a:rPr>
            <a:t>Some text here</a:t>
          </a:r>
        </a:p>
        <a:p>
          <a:pPr marL="228600" lvl="1" indent="-228600" algn="l" defTabSz="1022350">
            <a:lnSpc>
              <a:spcPct val="90000"/>
            </a:lnSpc>
            <a:spcBef>
              <a:spcPct val="0"/>
            </a:spcBef>
            <a:spcAft>
              <a:spcPct val="15000"/>
            </a:spcAft>
            <a:buChar char="•"/>
          </a:pPr>
          <a:r>
            <a:rPr lang="en-US" sz="2300" kern="1200" dirty="0">
              <a:solidFill>
                <a:schemeClr val="accent3">
                  <a:lumMod val="50000"/>
                </a:schemeClr>
              </a:solidFill>
            </a:rPr>
            <a:t>Some text here</a:t>
          </a:r>
        </a:p>
        <a:p>
          <a:pPr marL="228600" lvl="1" indent="-228600" algn="l" defTabSz="1022350">
            <a:lnSpc>
              <a:spcPct val="90000"/>
            </a:lnSpc>
            <a:spcBef>
              <a:spcPct val="0"/>
            </a:spcBef>
            <a:spcAft>
              <a:spcPct val="15000"/>
            </a:spcAft>
            <a:buChar char="•"/>
          </a:pPr>
          <a:r>
            <a:rPr lang="en-US" sz="2300" kern="1200" dirty="0">
              <a:solidFill>
                <a:schemeClr val="accent3">
                  <a:lumMod val="50000"/>
                </a:schemeClr>
              </a:solidFill>
            </a:rPr>
            <a:t>Some text here</a:t>
          </a:r>
        </a:p>
      </dsp:txBody>
      <dsp:txXfrm>
        <a:off x="1076359" y="1143072"/>
        <a:ext cx="3143246" cy="2992591"/>
      </dsp:txXfrm>
    </dsp:sp>
    <dsp:sp modelId="{387F7BB9-3A8C-4788-AAFF-2D32E04FE555}">
      <dsp:nvSpPr>
        <dsp:cNvPr id="0" name=""/>
        <dsp:cNvSpPr/>
      </dsp:nvSpPr>
      <dsp:spPr>
        <a:xfrm>
          <a:off x="4289629" y="1143072"/>
          <a:ext cx="3143246" cy="29925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1333500">
            <a:lnSpc>
              <a:spcPct val="90000"/>
            </a:lnSpc>
            <a:spcBef>
              <a:spcPct val="0"/>
            </a:spcBef>
            <a:spcAft>
              <a:spcPct val="35000"/>
            </a:spcAft>
            <a:buNone/>
          </a:pPr>
          <a:r>
            <a:rPr lang="en-US" sz="3000" kern="1200">
              <a:solidFill>
                <a:schemeClr val="accent4">
                  <a:lumMod val="75000"/>
                </a:schemeClr>
              </a:solidFill>
            </a:rPr>
            <a:t>Lorem Ipsum</a:t>
          </a:r>
          <a:endParaRPr lang="en-US" sz="3000" kern="1200" dirty="0">
            <a:solidFill>
              <a:schemeClr val="accent4">
                <a:lumMod val="75000"/>
              </a:schemeClr>
            </a:solidFill>
          </a:endParaRPr>
        </a:p>
        <a:p>
          <a:pPr marL="228600" lvl="1" indent="-228600" algn="l" defTabSz="1022350">
            <a:lnSpc>
              <a:spcPct val="90000"/>
            </a:lnSpc>
            <a:spcBef>
              <a:spcPct val="0"/>
            </a:spcBef>
            <a:spcAft>
              <a:spcPct val="15000"/>
            </a:spcAft>
            <a:buChar char="•"/>
          </a:pPr>
          <a:r>
            <a:rPr lang="en-US" sz="2300" kern="1200" dirty="0">
              <a:solidFill>
                <a:schemeClr val="accent4">
                  <a:lumMod val="75000"/>
                </a:schemeClr>
              </a:solidFill>
            </a:rPr>
            <a:t>Some text here</a:t>
          </a:r>
        </a:p>
        <a:p>
          <a:pPr marL="228600" lvl="1" indent="-228600" algn="l" defTabSz="1022350">
            <a:lnSpc>
              <a:spcPct val="90000"/>
            </a:lnSpc>
            <a:spcBef>
              <a:spcPct val="0"/>
            </a:spcBef>
            <a:spcAft>
              <a:spcPct val="15000"/>
            </a:spcAft>
            <a:buChar char="•"/>
          </a:pPr>
          <a:r>
            <a:rPr lang="en-US" sz="2300" kern="1200" dirty="0">
              <a:solidFill>
                <a:schemeClr val="accent4">
                  <a:lumMod val="75000"/>
                </a:schemeClr>
              </a:solidFill>
            </a:rPr>
            <a:t>Some text here</a:t>
          </a:r>
        </a:p>
        <a:p>
          <a:pPr marL="228600" lvl="1" indent="-228600" algn="l" defTabSz="1022350">
            <a:lnSpc>
              <a:spcPct val="90000"/>
            </a:lnSpc>
            <a:spcBef>
              <a:spcPct val="0"/>
            </a:spcBef>
            <a:spcAft>
              <a:spcPct val="15000"/>
            </a:spcAft>
            <a:buChar char="•"/>
          </a:pPr>
          <a:r>
            <a:rPr lang="en-US" sz="2300" kern="1200" dirty="0">
              <a:solidFill>
                <a:schemeClr val="accent4">
                  <a:lumMod val="75000"/>
                </a:schemeClr>
              </a:solidFill>
            </a:rPr>
            <a:t>Some text here</a:t>
          </a:r>
        </a:p>
        <a:p>
          <a:pPr marL="228600" lvl="1" indent="-228600" algn="l" defTabSz="1022350">
            <a:lnSpc>
              <a:spcPct val="90000"/>
            </a:lnSpc>
            <a:spcBef>
              <a:spcPct val="0"/>
            </a:spcBef>
            <a:spcAft>
              <a:spcPct val="15000"/>
            </a:spcAft>
            <a:buChar char="•"/>
          </a:pPr>
          <a:r>
            <a:rPr lang="en-US" sz="2300" kern="1200" dirty="0">
              <a:solidFill>
                <a:schemeClr val="accent4">
                  <a:lumMod val="75000"/>
                </a:schemeClr>
              </a:solidFill>
            </a:rPr>
            <a:t>Some text here</a:t>
          </a:r>
        </a:p>
        <a:p>
          <a:pPr marL="228600" lvl="1" indent="-228600" algn="l" defTabSz="1022350">
            <a:lnSpc>
              <a:spcPct val="90000"/>
            </a:lnSpc>
            <a:spcBef>
              <a:spcPct val="0"/>
            </a:spcBef>
            <a:spcAft>
              <a:spcPct val="15000"/>
            </a:spcAft>
            <a:buChar char="•"/>
          </a:pPr>
          <a:r>
            <a:rPr lang="en-US" sz="2300" kern="1200" dirty="0">
              <a:solidFill>
                <a:schemeClr val="accent4">
                  <a:lumMod val="75000"/>
                </a:schemeClr>
              </a:solidFill>
            </a:rPr>
            <a:t>Some text here</a:t>
          </a:r>
        </a:p>
      </dsp:txBody>
      <dsp:txXfrm>
        <a:off x="4289629" y="1143072"/>
        <a:ext cx="3143246" cy="2992591"/>
      </dsp:txXfrm>
    </dsp:sp>
    <dsp:sp modelId="{D97FAF85-90ED-403F-AAB0-E34F29BB44FF}">
      <dsp:nvSpPr>
        <dsp:cNvPr id="0" name=""/>
        <dsp:cNvSpPr/>
      </dsp:nvSpPr>
      <dsp:spPr>
        <a:xfrm>
          <a:off x="173843" y="33914"/>
          <a:ext cx="1322653" cy="1322653"/>
        </a:xfrm>
        <a:prstGeom prst="plus">
          <a:avLst>
            <a:gd name="adj" fmla="val 3281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7260E448-3669-4E8F-B21D-06823C5E73DC}">
      <dsp:nvSpPr>
        <dsp:cNvPr id="0" name=""/>
        <dsp:cNvSpPr/>
      </dsp:nvSpPr>
      <dsp:spPr>
        <a:xfrm>
          <a:off x="6709306" y="509572"/>
          <a:ext cx="1244850" cy="426599"/>
        </a:xfrm>
        <a:prstGeom prst="rect">
          <a:avLst/>
        </a:prstGeom>
        <a:gradFill rotWithShape="0">
          <a:gsLst>
            <a:gs pos="0">
              <a:schemeClr val="accent3">
                <a:hueOff val="-2567512"/>
                <a:satOff val="48481"/>
                <a:lumOff val="-2941"/>
                <a:alphaOff val="0"/>
                <a:shade val="51000"/>
                <a:satMod val="130000"/>
              </a:schemeClr>
            </a:gs>
            <a:gs pos="80000">
              <a:schemeClr val="accent3">
                <a:hueOff val="-2567512"/>
                <a:satOff val="48481"/>
                <a:lumOff val="-2941"/>
                <a:alphaOff val="0"/>
                <a:shade val="93000"/>
                <a:satMod val="130000"/>
              </a:schemeClr>
            </a:gs>
            <a:gs pos="100000">
              <a:schemeClr val="accent3">
                <a:hueOff val="-2567512"/>
                <a:satOff val="48481"/>
                <a:lumOff val="-2941"/>
                <a:alphaOff val="0"/>
                <a:shade val="94000"/>
                <a:satMod val="135000"/>
              </a:schemeClr>
            </a:gs>
          </a:gsLst>
          <a:lin ang="16200000" scaled="0"/>
        </a:gradFill>
        <a:ln w="9525" cap="flat" cmpd="sng" algn="ctr">
          <a:solidFill>
            <a:schemeClr val="accent3">
              <a:hueOff val="-2567512"/>
              <a:satOff val="48481"/>
              <a:lumOff val="-2941"/>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841A9C1C-E47A-4CA6-86A3-17BFF2300711}">
      <dsp:nvSpPr>
        <dsp:cNvPr id="0" name=""/>
        <dsp:cNvSpPr/>
      </dsp:nvSpPr>
      <dsp:spPr>
        <a:xfrm>
          <a:off x="4258507" y="1149471"/>
          <a:ext cx="778" cy="2858213"/>
        </a:xfrm>
        <a:prstGeom prst="line">
          <a:avLst/>
        </a:prstGeom>
        <a:noFill/>
        <a:ln w="9525" cap="flat" cmpd="sng" algn="ctr">
          <a:solidFill>
            <a:schemeClr val="accent3">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Tree>
</dsp:drawing>
</file>

<file path=ppt/diagrams/drawing1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3DDDA5-5E1C-4B04-9947-D6454BB2D673}">
      <dsp:nvSpPr>
        <dsp:cNvPr id="0" name=""/>
        <dsp:cNvSpPr/>
      </dsp:nvSpPr>
      <dsp:spPr>
        <a:xfrm rot="16200000">
          <a:off x="1816633" y="1295197"/>
          <a:ext cx="2742604" cy="1676022"/>
        </a:xfrm>
        <a:prstGeom prst="round2SameRect">
          <a:avLst>
            <a:gd name="adj1" fmla="val 16670"/>
            <a:gd name="adj2" fmla="val 0"/>
          </a:avLst>
        </a:prstGeom>
        <a:solidFill>
          <a:schemeClr val="accent3">
            <a:tint val="5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txBody>
        <a:bodyPr spcFirstLastPara="0" vert="horz" wrap="square" lIns="72390" tIns="120650" rIns="108585" bIns="120650" numCol="1" spcCol="1270" anchor="t" anchorCtr="0">
          <a:noAutofit/>
        </a:bodyPr>
        <a:lstStyle/>
        <a:p>
          <a:pPr marL="0" lvl="0" indent="0" algn="l" defTabSz="844550">
            <a:lnSpc>
              <a:spcPct val="90000"/>
            </a:lnSpc>
            <a:spcBef>
              <a:spcPct val="0"/>
            </a:spcBef>
            <a:spcAft>
              <a:spcPct val="35000"/>
            </a:spcAft>
            <a:buNone/>
          </a:pPr>
          <a:r>
            <a:rPr lang="en-US" sz="1900" kern="1200" dirty="0">
              <a:solidFill>
                <a:schemeClr val="accent3">
                  <a:lumMod val="50000"/>
                </a:schemeClr>
              </a:solidFill>
            </a:rPr>
            <a:t>Lorem Ipsum</a:t>
          </a:r>
        </a:p>
        <a:p>
          <a:pPr marL="114300" lvl="1" indent="-114300" algn="l" defTabSz="666750">
            <a:lnSpc>
              <a:spcPct val="90000"/>
            </a:lnSpc>
            <a:spcBef>
              <a:spcPct val="0"/>
            </a:spcBef>
            <a:spcAft>
              <a:spcPct val="15000"/>
            </a:spcAft>
            <a:buChar char="•"/>
          </a:pPr>
          <a:r>
            <a:rPr lang="en-US" sz="1500" kern="1200" dirty="0">
              <a:solidFill>
                <a:schemeClr val="accent3">
                  <a:lumMod val="50000"/>
                </a:schemeClr>
              </a:solidFill>
            </a:rPr>
            <a:t>Some text here</a:t>
          </a:r>
        </a:p>
        <a:p>
          <a:pPr marL="114300" lvl="1" indent="-114300" algn="l" defTabSz="666750">
            <a:lnSpc>
              <a:spcPct val="90000"/>
            </a:lnSpc>
            <a:spcBef>
              <a:spcPct val="0"/>
            </a:spcBef>
            <a:spcAft>
              <a:spcPct val="15000"/>
            </a:spcAft>
            <a:buChar char="•"/>
          </a:pPr>
          <a:r>
            <a:rPr lang="en-US" sz="1500" kern="1200" dirty="0">
              <a:solidFill>
                <a:schemeClr val="accent3">
                  <a:lumMod val="50000"/>
                </a:schemeClr>
              </a:solidFill>
            </a:rPr>
            <a:t>Some text here</a:t>
          </a:r>
        </a:p>
        <a:p>
          <a:pPr marL="114300" lvl="1" indent="-114300" algn="l" defTabSz="666750">
            <a:lnSpc>
              <a:spcPct val="90000"/>
            </a:lnSpc>
            <a:spcBef>
              <a:spcPct val="0"/>
            </a:spcBef>
            <a:spcAft>
              <a:spcPct val="15000"/>
            </a:spcAft>
            <a:buChar char="•"/>
          </a:pPr>
          <a:r>
            <a:rPr lang="en-US" sz="1500" kern="1200" dirty="0">
              <a:solidFill>
                <a:schemeClr val="accent3">
                  <a:lumMod val="50000"/>
                </a:schemeClr>
              </a:solidFill>
            </a:rPr>
            <a:t>Some text here</a:t>
          </a:r>
        </a:p>
        <a:p>
          <a:pPr marL="114300" lvl="1" indent="-114300" algn="l" defTabSz="666750">
            <a:lnSpc>
              <a:spcPct val="90000"/>
            </a:lnSpc>
            <a:spcBef>
              <a:spcPct val="0"/>
            </a:spcBef>
            <a:spcAft>
              <a:spcPct val="15000"/>
            </a:spcAft>
            <a:buChar char="•"/>
          </a:pPr>
          <a:r>
            <a:rPr lang="en-US" sz="1500" kern="1200" dirty="0">
              <a:solidFill>
                <a:schemeClr val="accent3">
                  <a:lumMod val="50000"/>
                </a:schemeClr>
              </a:solidFill>
            </a:rPr>
            <a:t>Some text here</a:t>
          </a:r>
        </a:p>
        <a:p>
          <a:pPr marL="114300" lvl="1" indent="-114300" algn="l" defTabSz="666750">
            <a:lnSpc>
              <a:spcPct val="90000"/>
            </a:lnSpc>
            <a:spcBef>
              <a:spcPct val="0"/>
            </a:spcBef>
            <a:spcAft>
              <a:spcPct val="15000"/>
            </a:spcAft>
            <a:buChar char="•"/>
          </a:pPr>
          <a:r>
            <a:rPr lang="en-US" sz="1500" kern="1200" dirty="0">
              <a:solidFill>
                <a:schemeClr val="accent3">
                  <a:lumMod val="50000"/>
                </a:schemeClr>
              </a:solidFill>
            </a:rPr>
            <a:t>Some text here</a:t>
          </a:r>
        </a:p>
        <a:p>
          <a:pPr marL="114300" lvl="1" indent="-114300" algn="l" defTabSz="666750">
            <a:lnSpc>
              <a:spcPct val="90000"/>
            </a:lnSpc>
            <a:spcBef>
              <a:spcPct val="0"/>
            </a:spcBef>
            <a:spcAft>
              <a:spcPct val="15000"/>
            </a:spcAft>
            <a:buChar char="•"/>
          </a:pPr>
          <a:r>
            <a:rPr lang="en-US" sz="1500" kern="1200" dirty="0">
              <a:solidFill>
                <a:schemeClr val="accent3">
                  <a:lumMod val="50000"/>
                </a:schemeClr>
              </a:solidFill>
            </a:rPr>
            <a:t>Some text here</a:t>
          </a:r>
        </a:p>
      </dsp:txBody>
      <dsp:txXfrm rot="5400000">
        <a:off x="2431755" y="843738"/>
        <a:ext cx="1594191" cy="2578942"/>
      </dsp:txXfrm>
    </dsp:sp>
    <dsp:sp modelId="{F94EB984-6925-4FB4-9F64-BE18EB708490}">
      <dsp:nvSpPr>
        <dsp:cNvPr id="0" name=""/>
        <dsp:cNvSpPr/>
      </dsp:nvSpPr>
      <dsp:spPr>
        <a:xfrm rot="5400000">
          <a:off x="3568761" y="1295197"/>
          <a:ext cx="2742604" cy="1676022"/>
        </a:xfrm>
        <a:prstGeom prst="round2SameRect">
          <a:avLst>
            <a:gd name="adj1" fmla="val 16670"/>
            <a:gd name="adj2" fmla="val 0"/>
          </a:avLst>
        </a:prstGeom>
        <a:solidFill>
          <a:schemeClr val="accent3">
            <a:tint val="50000"/>
            <a:hueOff val="-3686332"/>
            <a:satOff val="50092"/>
            <a:lumOff val="12519"/>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txBody>
        <a:bodyPr spcFirstLastPara="0" vert="horz" wrap="square" lIns="108585" tIns="120650" rIns="72390" bIns="120650" numCol="1" spcCol="1270" anchor="t" anchorCtr="0">
          <a:noAutofit/>
        </a:bodyPr>
        <a:lstStyle/>
        <a:p>
          <a:pPr marL="0" lvl="0" indent="0" algn="l" defTabSz="844550">
            <a:lnSpc>
              <a:spcPct val="90000"/>
            </a:lnSpc>
            <a:spcBef>
              <a:spcPct val="0"/>
            </a:spcBef>
            <a:spcAft>
              <a:spcPct val="35000"/>
            </a:spcAft>
            <a:buNone/>
          </a:pPr>
          <a:r>
            <a:rPr lang="en-US" sz="1900" kern="1200" dirty="0">
              <a:solidFill>
                <a:schemeClr val="accent4">
                  <a:lumMod val="75000"/>
                </a:schemeClr>
              </a:solidFill>
            </a:rPr>
            <a:t>Lorem Ipsum</a:t>
          </a:r>
        </a:p>
        <a:p>
          <a:pPr marL="114300" lvl="1" indent="-114300" algn="l" defTabSz="666750">
            <a:lnSpc>
              <a:spcPct val="90000"/>
            </a:lnSpc>
            <a:spcBef>
              <a:spcPct val="0"/>
            </a:spcBef>
            <a:spcAft>
              <a:spcPct val="15000"/>
            </a:spcAft>
            <a:buChar char="•"/>
          </a:pPr>
          <a:r>
            <a:rPr lang="en-US" sz="1500" kern="1200" dirty="0">
              <a:solidFill>
                <a:schemeClr val="accent4">
                  <a:lumMod val="75000"/>
                </a:schemeClr>
              </a:solidFill>
            </a:rPr>
            <a:t>Some text here</a:t>
          </a:r>
        </a:p>
        <a:p>
          <a:pPr marL="114300" lvl="1" indent="-114300" algn="l" defTabSz="666750">
            <a:lnSpc>
              <a:spcPct val="90000"/>
            </a:lnSpc>
            <a:spcBef>
              <a:spcPct val="0"/>
            </a:spcBef>
            <a:spcAft>
              <a:spcPct val="15000"/>
            </a:spcAft>
            <a:buChar char="•"/>
          </a:pPr>
          <a:r>
            <a:rPr lang="en-US" sz="1500" kern="1200" dirty="0">
              <a:solidFill>
                <a:schemeClr val="accent4">
                  <a:lumMod val="75000"/>
                </a:schemeClr>
              </a:solidFill>
            </a:rPr>
            <a:t>Some text here</a:t>
          </a:r>
        </a:p>
        <a:p>
          <a:pPr marL="114300" lvl="1" indent="-114300" algn="l" defTabSz="666750">
            <a:lnSpc>
              <a:spcPct val="90000"/>
            </a:lnSpc>
            <a:spcBef>
              <a:spcPct val="0"/>
            </a:spcBef>
            <a:spcAft>
              <a:spcPct val="15000"/>
            </a:spcAft>
            <a:buChar char="•"/>
          </a:pPr>
          <a:r>
            <a:rPr lang="en-US" sz="1500" kern="1200" dirty="0">
              <a:solidFill>
                <a:schemeClr val="accent4">
                  <a:lumMod val="75000"/>
                </a:schemeClr>
              </a:solidFill>
            </a:rPr>
            <a:t>Some text here</a:t>
          </a:r>
        </a:p>
        <a:p>
          <a:pPr marL="114300" lvl="1" indent="-114300" algn="l" defTabSz="666750">
            <a:lnSpc>
              <a:spcPct val="90000"/>
            </a:lnSpc>
            <a:spcBef>
              <a:spcPct val="0"/>
            </a:spcBef>
            <a:spcAft>
              <a:spcPct val="15000"/>
            </a:spcAft>
            <a:buChar char="•"/>
          </a:pPr>
          <a:r>
            <a:rPr lang="en-US" sz="1500" kern="1200" dirty="0">
              <a:solidFill>
                <a:schemeClr val="accent4">
                  <a:lumMod val="75000"/>
                </a:schemeClr>
              </a:solidFill>
            </a:rPr>
            <a:t>Some text here</a:t>
          </a:r>
        </a:p>
        <a:p>
          <a:pPr marL="114300" lvl="1" indent="-114300" algn="l" defTabSz="666750">
            <a:lnSpc>
              <a:spcPct val="90000"/>
            </a:lnSpc>
            <a:spcBef>
              <a:spcPct val="0"/>
            </a:spcBef>
            <a:spcAft>
              <a:spcPct val="15000"/>
            </a:spcAft>
            <a:buChar char="•"/>
          </a:pPr>
          <a:r>
            <a:rPr lang="en-US" sz="1500" kern="1200" dirty="0">
              <a:solidFill>
                <a:schemeClr val="accent4">
                  <a:lumMod val="75000"/>
                </a:schemeClr>
              </a:solidFill>
            </a:rPr>
            <a:t>Some text here</a:t>
          </a:r>
        </a:p>
      </dsp:txBody>
      <dsp:txXfrm rot="-5400000">
        <a:off x="4102052" y="843738"/>
        <a:ext cx="1594191" cy="2578942"/>
      </dsp:txXfrm>
    </dsp:sp>
    <dsp:sp modelId="{191ED86E-DCC3-46B5-AA55-786B90D34780}">
      <dsp:nvSpPr>
        <dsp:cNvPr id="0" name=""/>
        <dsp:cNvSpPr/>
      </dsp:nvSpPr>
      <dsp:spPr>
        <a:xfrm>
          <a:off x="3187764" y="0"/>
          <a:ext cx="1752127" cy="1752042"/>
        </a:xfrm>
        <a:prstGeom prst="circularArrow">
          <a:avLst>
            <a:gd name="adj1" fmla="val 12500"/>
            <a:gd name="adj2" fmla="val 1142322"/>
            <a:gd name="adj3" fmla="val 20457678"/>
            <a:gd name="adj4" fmla="val 10800000"/>
            <a:gd name="adj5" fmla="val 125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E47994FB-CE8C-42E0-B2E3-7AA50E3E3E16}">
      <dsp:nvSpPr>
        <dsp:cNvPr id="0" name=""/>
        <dsp:cNvSpPr/>
      </dsp:nvSpPr>
      <dsp:spPr>
        <a:xfrm rot="10800000">
          <a:off x="3187764" y="2513947"/>
          <a:ext cx="1752127" cy="1752042"/>
        </a:xfrm>
        <a:prstGeom prst="circularArrow">
          <a:avLst>
            <a:gd name="adj1" fmla="val 12500"/>
            <a:gd name="adj2" fmla="val 1142322"/>
            <a:gd name="adj3" fmla="val 20457678"/>
            <a:gd name="adj4" fmla="val 10800000"/>
            <a:gd name="adj5" fmla="val 12500"/>
          </a:avLst>
        </a:prstGeom>
        <a:gradFill rotWithShape="0">
          <a:gsLst>
            <a:gs pos="0">
              <a:schemeClr val="accent3">
                <a:hueOff val="-2567512"/>
                <a:satOff val="48481"/>
                <a:lumOff val="-2941"/>
                <a:alphaOff val="0"/>
                <a:shade val="51000"/>
                <a:satMod val="130000"/>
              </a:schemeClr>
            </a:gs>
            <a:gs pos="80000">
              <a:schemeClr val="accent3">
                <a:hueOff val="-2567512"/>
                <a:satOff val="48481"/>
                <a:lumOff val="-2941"/>
                <a:alphaOff val="0"/>
                <a:shade val="93000"/>
                <a:satMod val="130000"/>
              </a:schemeClr>
            </a:gs>
            <a:gs pos="100000">
              <a:schemeClr val="accent3">
                <a:hueOff val="-2567512"/>
                <a:satOff val="48481"/>
                <a:lumOff val="-2941"/>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Tree>
</dsp:drawing>
</file>

<file path=ppt/diagrams/drawing1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C3014B-3574-4ED7-89DC-564DD18F75EC}">
      <dsp:nvSpPr>
        <dsp:cNvPr id="0" name=""/>
        <dsp:cNvSpPr/>
      </dsp:nvSpPr>
      <dsp:spPr>
        <a:xfrm rot="21300000">
          <a:off x="24942" y="1670461"/>
          <a:ext cx="8078114" cy="925066"/>
        </a:xfrm>
        <a:prstGeom prst="mathMinus">
          <a:avLst/>
        </a:prstGeom>
        <a:gradFill rotWithShape="0">
          <a:gsLst>
            <a:gs pos="0">
              <a:schemeClr val="accent3">
                <a:tint val="40000"/>
                <a:hueOff val="0"/>
                <a:satOff val="0"/>
                <a:lumOff val="0"/>
                <a:alphaOff val="0"/>
                <a:shade val="51000"/>
                <a:satMod val="130000"/>
              </a:schemeClr>
            </a:gs>
            <a:gs pos="80000">
              <a:schemeClr val="accent3">
                <a:tint val="40000"/>
                <a:hueOff val="0"/>
                <a:satOff val="0"/>
                <a:lumOff val="0"/>
                <a:alphaOff val="0"/>
                <a:shade val="93000"/>
                <a:satMod val="130000"/>
              </a:schemeClr>
            </a:gs>
            <a:gs pos="100000">
              <a:schemeClr val="accent3">
                <a:tint val="4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dsp:style>
    </dsp:sp>
    <dsp:sp modelId="{19CA04C1-011E-400B-8073-B57A9E067C29}">
      <dsp:nvSpPr>
        <dsp:cNvPr id="0" name=""/>
        <dsp:cNvSpPr/>
      </dsp:nvSpPr>
      <dsp:spPr>
        <a:xfrm>
          <a:off x="975360" y="213299"/>
          <a:ext cx="2438400" cy="1706396"/>
        </a:xfrm>
        <a:prstGeom prst="downArrow">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8A89E930-10AD-4883-9EB9-454DBCD46B14}">
      <dsp:nvSpPr>
        <dsp:cNvPr id="0" name=""/>
        <dsp:cNvSpPr/>
      </dsp:nvSpPr>
      <dsp:spPr>
        <a:xfrm>
          <a:off x="4307840" y="0"/>
          <a:ext cx="2600960" cy="17917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128016" numCol="1" spcCol="1270" anchor="ctr" anchorCtr="0">
          <a:noAutofit/>
        </a:bodyPr>
        <a:lstStyle/>
        <a:p>
          <a:pPr marL="0" lvl="0" indent="0" algn="l" defTabSz="800100">
            <a:lnSpc>
              <a:spcPct val="90000"/>
            </a:lnSpc>
            <a:spcBef>
              <a:spcPct val="0"/>
            </a:spcBef>
            <a:spcAft>
              <a:spcPct val="35000"/>
            </a:spcAft>
            <a:buNone/>
          </a:pPr>
          <a:r>
            <a:rPr lang="en-US" sz="1800" kern="1200"/>
            <a:t>Lorem Ipsum</a:t>
          </a:r>
          <a:endParaRPr lang="en-US" sz="1800" kern="1200" dirty="0"/>
        </a:p>
        <a:p>
          <a:pPr marL="114300" lvl="1" indent="-114300" algn="l" defTabSz="622300">
            <a:lnSpc>
              <a:spcPct val="90000"/>
            </a:lnSpc>
            <a:spcBef>
              <a:spcPct val="0"/>
            </a:spcBef>
            <a:spcAft>
              <a:spcPct val="15000"/>
            </a:spcAft>
            <a:buChar char="•"/>
          </a:pPr>
          <a:r>
            <a:rPr lang="en-US" sz="1400" kern="1200"/>
            <a:t>Some text here</a:t>
          </a:r>
          <a:endParaRPr lang="en-US" sz="1400" kern="1200" dirty="0"/>
        </a:p>
        <a:p>
          <a:pPr marL="114300" lvl="1" indent="-114300" algn="l" defTabSz="622300">
            <a:lnSpc>
              <a:spcPct val="90000"/>
            </a:lnSpc>
            <a:spcBef>
              <a:spcPct val="0"/>
            </a:spcBef>
            <a:spcAft>
              <a:spcPct val="15000"/>
            </a:spcAft>
            <a:buChar char="•"/>
          </a:pPr>
          <a:r>
            <a:rPr lang="en-US" sz="1400" kern="1200"/>
            <a:t>Some text here</a:t>
          </a:r>
          <a:endParaRPr lang="en-US" sz="1400" kern="1200" dirty="0"/>
        </a:p>
        <a:p>
          <a:pPr marL="114300" lvl="1" indent="-114300" algn="l" defTabSz="622300">
            <a:lnSpc>
              <a:spcPct val="90000"/>
            </a:lnSpc>
            <a:spcBef>
              <a:spcPct val="0"/>
            </a:spcBef>
            <a:spcAft>
              <a:spcPct val="15000"/>
            </a:spcAft>
            <a:buChar char="•"/>
          </a:pPr>
          <a:r>
            <a:rPr lang="en-US" sz="1400" kern="1200"/>
            <a:t>Some text here</a:t>
          </a:r>
          <a:endParaRPr lang="en-US" sz="1400" kern="1200" dirty="0"/>
        </a:p>
        <a:p>
          <a:pPr marL="114300" lvl="1" indent="-114300" algn="l" defTabSz="622300">
            <a:lnSpc>
              <a:spcPct val="90000"/>
            </a:lnSpc>
            <a:spcBef>
              <a:spcPct val="0"/>
            </a:spcBef>
            <a:spcAft>
              <a:spcPct val="15000"/>
            </a:spcAft>
            <a:buChar char="•"/>
          </a:pPr>
          <a:r>
            <a:rPr lang="en-US" sz="1400" kern="1200"/>
            <a:t>Some text here</a:t>
          </a:r>
          <a:endParaRPr lang="en-US" sz="1400" kern="1200" dirty="0"/>
        </a:p>
        <a:p>
          <a:pPr marL="114300" lvl="1" indent="-114300" algn="l" defTabSz="622300">
            <a:lnSpc>
              <a:spcPct val="90000"/>
            </a:lnSpc>
            <a:spcBef>
              <a:spcPct val="0"/>
            </a:spcBef>
            <a:spcAft>
              <a:spcPct val="15000"/>
            </a:spcAft>
            <a:buChar char="•"/>
          </a:pPr>
          <a:r>
            <a:rPr lang="en-US" sz="1400" kern="1200"/>
            <a:t>Some text here</a:t>
          </a:r>
          <a:endParaRPr lang="en-US" sz="1400" kern="1200" dirty="0"/>
        </a:p>
      </dsp:txBody>
      <dsp:txXfrm>
        <a:off x="4307840" y="0"/>
        <a:ext cx="2600960" cy="1791715"/>
      </dsp:txXfrm>
    </dsp:sp>
    <dsp:sp modelId="{A7AE18C7-BEA4-4B06-A731-2CFD8B8394AB}">
      <dsp:nvSpPr>
        <dsp:cNvPr id="0" name=""/>
        <dsp:cNvSpPr/>
      </dsp:nvSpPr>
      <dsp:spPr>
        <a:xfrm>
          <a:off x="4714239" y="2346294"/>
          <a:ext cx="2438400" cy="1706396"/>
        </a:xfrm>
        <a:prstGeom prst="upArrow">
          <a:avLst/>
        </a:prstGeom>
        <a:gradFill rotWithShape="0">
          <a:gsLst>
            <a:gs pos="0">
              <a:schemeClr val="accent3">
                <a:hueOff val="-2567512"/>
                <a:satOff val="48481"/>
                <a:lumOff val="-2941"/>
                <a:alphaOff val="0"/>
                <a:shade val="51000"/>
                <a:satMod val="130000"/>
              </a:schemeClr>
            </a:gs>
            <a:gs pos="80000">
              <a:schemeClr val="accent3">
                <a:hueOff val="-2567512"/>
                <a:satOff val="48481"/>
                <a:lumOff val="-2941"/>
                <a:alphaOff val="0"/>
                <a:shade val="93000"/>
                <a:satMod val="130000"/>
              </a:schemeClr>
            </a:gs>
            <a:gs pos="100000">
              <a:schemeClr val="accent3">
                <a:hueOff val="-2567512"/>
                <a:satOff val="48481"/>
                <a:lumOff val="-2941"/>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AEDAA371-C583-4AEC-931C-646E38308C61}">
      <dsp:nvSpPr>
        <dsp:cNvPr id="0" name=""/>
        <dsp:cNvSpPr/>
      </dsp:nvSpPr>
      <dsp:spPr>
        <a:xfrm>
          <a:off x="1219200" y="2474274"/>
          <a:ext cx="2600960" cy="17917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128016" numCol="1" spcCol="1270" anchor="ctr" anchorCtr="0">
          <a:noAutofit/>
        </a:bodyPr>
        <a:lstStyle/>
        <a:p>
          <a:pPr marL="0" lvl="0" indent="0" algn="l" defTabSz="800100">
            <a:lnSpc>
              <a:spcPct val="90000"/>
            </a:lnSpc>
            <a:spcBef>
              <a:spcPct val="0"/>
            </a:spcBef>
            <a:spcAft>
              <a:spcPct val="35000"/>
            </a:spcAft>
            <a:buNone/>
          </a:pPr>
          <a:r>
            <a:rPr lang="en-US" sz="1800" kern="1200"/>
            <a:t>Lorem Ipsum</a:t>
          </a:r>
          <a:endParaRPr lang="en-US" sz="1800" kern="1200" dirty="0"/>
        </a:p>
        <a:p>
          <a:pPr marL="114300" lvl="1" indent="-114300" algn="l" defTabSz="622300">
            <a:lnSpc>
              <a:spcPct val="90000"/>
            </a:lnSpc>
            <a:spcBef>
              <a:spcPct val="0"/>
            </a:spcBef>
            <a:spcAft>
              <a:spcPct val="15000"/>
            </a:spcAft>
            <a:buChar char="•"/>
          </a:pPr>
          <a:r>
            <a:rPr lang="en-US" sz="1400" kern="1200"/>
            <a:t>Some text here</a:t>
          </a:r>
          <a:endParaRPr lang="en-US" sz="1400" kern="1200" dirty="0"/>
        </a:p>
        <a:p>
          <a:pPr marL="114300" lvl="1" indent="-114300" algn="l" defTabSz="622300">
            <a:lnSpc>
              <a:spcPct val="90000"/>
            </a:lnSpc>
            <a:spcBef>
              <a:spcPct val="0"/>
            </a:spcBef>
            <a:spcAft>
              <a:spcPct val="15000"/>
            </a:spcAft>
            <a:buChar char="•"/>
          </a:pPr>
          <a:r>
            <a:rPr lang="en-US" sz="1400" kern="1200"/>
            <a:t>Some text here</a:t>
          </a:r>
          <a:endParaRPr lang="en-US" sz="1400" kern="1200" dirty="0"/>
        </a:p>
        <a:p>
          <a:pPr marL="114300" lvl="1" indent="-114300" algn="l" defTabSz="622300">
            <a:lnSpc>
              <a:spcPct val="90000"/>
            </a:lnSpc>
            <a:spcBef>
              <a:spcPct val="0"/>
            </a:spcBef>
            <a:spcAft>
              <a:spcPct val="15000"/>
            </a:spcAft>
            <a:buChar char="•"/>
          </a:pPr>
          <a:r>
            <a:rPr lang="en-US" sz="1400" kern="1200"/>
            <a:t>Some text here</a:t>
          </a:r>
          <a:endParaRPr lang="en-US" sz="1400" kern="1200" dirty="0"/>
        </a:p>
        <a:p>
          <a:pPr marL="114300" lvl="1" indent="-114300" algn="l" defTabSz="622300">
            <a:lnSpc>
              <a:spcPct val="90000"/>
            </a:lnSpc>
            <a:spcBef>
              <a:spcPct val="0"/>
            </a:spcBef>
            <a:spcAft>
              <a:spcPct val="15000"/>
            </a:spcAft>
            <a:buChar char="•"/>
          </a:pPr>
          <a:r>
            <a:rPr lang="en-US" sz="1400" kern="1200"/>
            <a:t>Some text here</a:t>
          </a:r>
          <a:endParaRPr lang="en-US" sz="1400" kern="1200" dirty="0"/>
        </a:p>
        <a:p>
          <a:pPr marL="114300" lvl="1" indent="-114300" algn="l" defTabSz="622300">
            <a:lnSpc>
              <a:spcPct val="90000"/>
            </a:lnSpc>
            <a:spcBef>
              <a:spcPct val="0"/>
            </a:spcBef>
            <a:spcAft>
              <a:spcPct val="15000"/>
            </a:spcAft>
            <a:buChar char="•"/>
          </a:pPr>
          <a:r>
            <a:rPr lang="en-US" sz="1400" kern="1200"/>
            <a:t>Some text here</a:t>
          </a:r>
          <a:endParaRPr lang="en-US" sz="1400" kern="1200" dirty="0"/>
        </a:p>
      </dsp:txBody>
      <dsp:txXfrm>
        <a:off x="1219200" y="2474274"/>
        <a:ext cx="2600960" cy="1791715"/>
      </dsp:txXfrm>
    </dsp:sp>
  </dsp:spTree>
</dsp:drawing>
</file>

<file path=ppt/diagrams/drawing1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84F7E8-FC32-4046-AFBF-CF7AA2FF94BF}">
      <dsp:nvSpPr>
        <dsp:cNvPr id="0" name=""/>
        <dsp:cNvSpPr/>
      </dsp:nvSpPr>
      <dsp:spPr>
        <a:xfrm>
          <a:off x="3212703" y="473"/>
          <a:ext cx="1702593" cy="1702593"/>
        </a:xfrm>
        <a:prstGeom prst="downArrow">
          <a:avLst>
            <a:gd name="adj1" fmla="val 50000"/>
            <a:gd name="adj2" fmla="val 35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9568" tIns="99568" rIns="99568" bIns="99568" numCol="1" spcCol="1270" anchor="t" anchorCtr="0">
          <a:noAutofit/>
        </a:bodyPr>
        <a:lstStyle/>
        <a:p>
          <a:pPr marL="0" lvl="0" indent="0" algn="l" defTabSz="622300">
            <a:lnSpc>
              <a:spcPct val="90000"/>
            </a:lnSpc>
            <a:spcBef>
              <a:spcPct val="0"/>
            </a:spcBef>
            <a:spcAft>
              <a:spcPct val="35000"/>
            </a:spcAft>
            <a:buNone/>
          </a:pPr>
          <a:r>
            <a:rPr lang="en-US" sz="1400" kern="1200" dirty="0"/>
            <a:t>Lorem Ipsum</a:t>
          </a:r>
        </a:p>
        <a:p>
          <a:pPr marL="57150" lvl="1" indent="-57150" algn="l" defTabSz="488950">
            <a:lnSpc>
              <a:spcPct val="90000"/>
            </a:lnSpc>
            <a:spcBef>
              <a:spcPct val="0"/>
            </a:spcBef>
            <a:spcAft>
              <a:spcPct val="15000"/>
            </a:spcAft>
            <a:buChar char="•"/>
          </a:pPr>
          <a:r>
            <a:rPr lang="en-US" sz="1100" kern="1200" dirty="0"/>
            <a:t>Some text here</a:t>
          </a:r>
        </a:p>
        <a:p>
          <a:pPr marL="57150" lvl="1" indent="-57150" algn="l" defTabSz="488950">
            <a:lnSpc>
              <a:spcPct val="90000"/>
            </a:lnSpc>
            <a:spcBef>
              <a:spcPct val="0"/>
            </a:spcBef>
            <a:spcAft>
              <a:spcPct val="15000"/>
            </a:spcAft>
            <a:buChar char="•"/>
          </a:pPr>
          <a:r>
            <a:rPr lang="en-US" sz="1100" kern="1200" dirty="0"/>
            <a:t>Some text here</a:t>
          </a:r>
        </a:p>
      </dsp:txBody>
      <dsp:txXfrm>
        <a:off x="3638351" y="473"/>
        <a:ext cx="851297" cy="1404639"/>
      </dsp:txXfrm>
    </dsp:sp>
    <dsp:sp modelId="{F02B9CC7-9983-4A34-823F-15A02820507B}">
      <dsp:nvSpPr>
        <dsp:cNvPr id="0" name=""/>
        <dsp:cNvSpPr/>
      </dsp:nvSpPr>
      <dsp:spPr>
        <a:xfrm rot="5400000">
          <a:off x="4493927" y="1281698"/>
          <a:ext cx="1702593" cy="1702593"/>
        </a:xfrm>
        <a:prstGeom prst="downArrow">
          <a:avLst>
            <a:gd name="adj1" fmla="val 50000"/>
            <a:gd name="adj2" fmla="val 35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9568" tIns="99568" rIns="99568" bIns="99568" numCol="1" spcCol="1270" anchor="t" anchorCtr="0">
          <a:noAutofit/>
        </a:bodyPr>
        <a:lstStyle/>
        <a:p>
          <a:pPr marL="0" lvl="0" indent="0" algn="l" defTabSz="622300">
            <a:lnSpc>
              <a:spcPct val="90000"/>
            </a:lnSpc>
            <a:spcBef>
              <a:spcPct val="0"/>
            </a:spcBef>
            <a:spcAft>
              <a:spcPct val="35000"/>
            </a:spcAft>
            <a:buNone/>
          </a:pPr>
          <a:r>
            <a:rPr lang="en-US" sz="1400" kern="1200" dirty="0"/>
            <a:t>Lorem Ipsum</a:t>
          </a:r>
        </a:p>
        <a:p>
          <a:pPr marL="57150" lvl="1" indent="-57150" algn="l" defTabSz="488950">
            <a:lnSpc>
              <a:spcPct val="90000"/>
            </a:lnSpc>
            <a:spcBef>
              <a:spcPct val="0"/>
            </a:spcBef>
            <a:spcAft>
              <a:spcPct val="15000"/>
            </a:spcAft>
            <a:buChar char="•"/>
          </a:pPr>
          <a:r>
            <a:rPr lang="en-US" sz="1100" kern="1200" dirty="0"/>
            <a:t>Some text here</a:t>
          </a:r>
        </a:p>
        <a:p>
          <a:pPr marL="57150" lvl="1" indent="-57150" algn="l" defTabSz="488950">
            <a:lnSpc>
              <a:spcPct val="90000"/>
            </a:lnSpc>
            <a:spcBef>
              <a:spcPct val="0"/>
            </a:spcBef>
            <a:spcAft>
              <a:spcPct val="15000"/>
            </a:spcAft>
            <a:buChar char="•"/>
          </a:pPr>
          <a:r>
            <a:rPr lang="en-US" sz="1100" kern="1200" dirty="0"/>
            <a:t>Some text here</a:t>
          </a:r>
        </a:p>
      </dsp:txBody>
      <dsp:txXfrm rot="-5400000">
        <a:off x="4791881" y="1707346"/>
        <a:ext cx="1404639" cy="851297"/>
      </dsp:txXfrm>
    </dsp:sp>
    <dsp:sp modelId="{ADA5D213-276B-4C19-A03E-CA3B0E5C8043}">
      <dsp:nvSpPr>
        <dsp:cNvPr id="0" name=""/>
        <dsp:cNvSpPr/>
      </dsp:nvSpPr>
      <dsp:spPr>
        <a:xfrm rot="10800000">
          <a:off x="3212703" y="2562922"/>
          <a:ext cx="1702593" cy="1702593"/>
        </a:xfrm>
        <a:prstGeom prst="downArrow">
          <a:avLst>
            <a:gd name="adj1" fmla="val 50000"/>
            <a:gd name="adj2" fmla="val 3500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9568" tIns="99568" rIns="99568" bIns="99568" numCol="1" spcCol="1270" anchor="t" anchorCtr="0">
          <a:noAutofit/>
        </a:bodyPr>
        <a:lstStyle/>
        <a:p>
          <a:pPr marL="0" lvl="0" indent="0" algn="l" defTabSz="622300">
            <a:lnSpc>
              <a:spcPct val="90000"/>
            </a:lnSpc>
            <a:spcBef>
              <a:spcPct val="0"/>
            </a:spcBef>
            <a:spcAft>
              <a:spcPct val="35000"/>
            </a:spcAft>
            <a:buNone/>
          </a:pPr>
          <a:r>
            <a:rPr lang="en-US" sz="1400" kern="1200"/>
            <a:t>Lorem Ipsum</a:t>
          </a:r>
          <a:endParaRPr lang="en-US" sz="1400" kern="1200" dirty="0"/>
        </a:p>
        <a:p>
          <a:pPr marL="57150" lvl="1" indent="-57150" algn="l" defTabSz="488950">
            <a:lnSpc>
              <a:spcPct val="90000"/>
            </a:lnSpc>
            <a:spcBef>
              <a:spcPct val="0"/>
            </a:spcBef>
            <a:spcAft>
              <a:spcPct val="15000"/>
            </a:spcAft>
            <a:buChar char="•"/>
          </a:pPr>
          <a:r>
            <a:rPr lang="en-US" sz="1100" kern="1200" dirty="0"/>
            <a:t>Some text here</a:t>
          </a:r>
        </a:p>
        <a:p>
          <a:pPr marL="57150" lvl="1" indent="-57150" algn="l" defTabSz="488950">
            <a:lnSpc>
              <a:spcPct val="90000"/>
            </a:lnSpc>
            <a:spcBef>
              <a:spcPct val="0"/>
            </a:spcBef>
            <a:spcAft>
              <a:spcPct val="15000"/>
            </a:spcAft>
            <a:buChar char="•"/>
          </a:pPr>
          <a:r>
            <a:rPr lang="en-US" sz="1100" kern="1200" dirty="0"/>
            <a:t>Some text here</a:t>
          </a:r>
        </a:p>
      </dsp:txBody>
      <dsp:txXfrm rot="10800000">
        <a:off x="3638351" y="2860876"/>
        <a:ext cx="851297" cy="1404639"/>
      </dsp:txXfrm>
    </dsp:sp>
    <dsp:sp modelId="{5FEE4537-79F4-444D-AE6A-8714EEB10ADA}">
      <dsp:nvSpPr>
        <dsp:cNvPr id="0" name=""/>
        <dsp:cNvSpPr/>
      </dsp:nvSpPr>
      <dsp:spPr>
        <a:xfrm rot="16200000">
          <a:off x="1931478" y="1281698"/>
          <a:ext cx="1702593" cy="1702593"/>
        </a:xfrm>
        <a:prstGeom prst="downArrow">
          <a:avLst>
            <a:gd name="adj1" fmla="val 50000"/>
            <a:gd name="adj2" fmla="val 3500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9568" tIns="99568" rIns="99568" bIns="99568" numCol="1" spcCol="1270" anchor="t" anchorCtr="0">
          <a:noAutofit/>
        </a:bodyPr>
        <a:lstStyle/>
        <a:p>
          <a:pPr marL="0" lvl="0" indent="0" algn="l" defTabSz="622300">
            <a:lnSpc>
              <a:spcPct val="90000"/>
            </a:lnSpc>
            <a:spcBef>
              <a:spcPct val="0"/>
            </a:spcBef>
            <a:spcAft>
              <a:spcPct val="35000"/>
            </a:spcAft>
            <a:buNone/>
          </a:pPr>
          <a:r>
            <a:rPr lang="en-US" sz="1400" kern="1200"/>
            <a:t>Lorem Ipsum</a:t>
          </a:r>
          <a:endParaRPr lang="en-US" sz="1400" kern="1200" dirty="0"/>
        </a:p>
        <a:p>
          <a:pPr marL="57150" lvl="1" indent="-57150" algn="l" defTabSz="488950">
            <a:lnSpc>
              <a:spcPct val="90000"/>
            </a:lnSpc>
            <a:spcBef>
              <a:spcPct val="0"/>
            </a:spcBef>
            <a:spcAft>
              <a:spcPct val="15000"/>
            </a:spcAft>
            <a:buChar char="•"/>
          </a:pPr>
          <a:r>
            <a:rPr lang="en-US" sz="1100" kern="1200" dirty="0"/>
            <a:t>Some text here</a:t>
          </a:r>
        </a:p>
        <a:p>
          <a:pPr marL="57150" lvl="1" indent="-57150" algn="l" defTabSz="488950">
            <a:lnSpc>
              <a:spcPct val="90000"/>
            </a:lnSpc>
            <a:spcBef>
              <a:spcPct val="0"/>
            </a:spcBef>
            <a:spcAft>
              <a:spcPct val="15000"/>
            </a:spcAft>
            <a:buChar char="•"/>
          </a:pPr>
          <a:r>
            <a:rPr lang="en-US" sz="1100" kern="1200" dirty="0"/>
            <a:t>Some text here</a:t>
          </a:r>
        </a:p>
      </dsp:txBody>
      <dsp:txXfrm rot="5400000">
        <a:off x="1931478" y="1707346"/>
        <a:ext cx="1404639" cy="851297"/>
      </dsp:txXfrm>
    </dsp:sp>
  </dsp:spTree>
</dsp:drawing>
</file>

<file path=ppt/diagrams/drawing1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93CF52-BA0B-4833-A76B-8904B820F204}">
      <dsp:nvSpPr>
        <dsp:cNvPr id="0" name=""/>
        <dsp:cNvSpPr/>
      </dsp:nvSpPr>
      <dsp:spPr>
        <a:xfrm>
          <a:off x="3212703" y="473"/>
          <a:ext cx="1702593" cy="1702593"/>
        </a:xfrm>
        <a:prstGeom prst="upArrow">
          <a:avLst>
            <a:gd name="adj1" fmla="val 50000"/>
            <a:gd name="adj2" fmla="val 35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9568" tIns="99568" rIns="99568" bIns="99568" numCol="1" spcCol="1270" anchor="t" anchorCtr="0">
          <a:noAutofit/>
        </a:bodyPr>
        <a:lstStyle/>
        <a:p>
          <a:pPr marL="0" lvl="0" indent="0" algn="l" defTabSz="622300">
            <a:lnSpc>
              <a:spcPct val="90000"/>
            </a:lnSpc>
            <a:spcBef>
              <a:spcPct val="0"/>
            </a:spcBef>
            <a:spcAft>
              <a:spcPct val="35000"/>
            </a:spcAft>
            <a:buNone/>
          </a:pPr>
          <a:r>
            <a:rPr lang="en-US" sz="1400" kern="1200" dirty="0"/>
            <a:t>Lorem Ipsum</a:t>
          </a:r>
        </a:p>
        <a:p>
          <a:pPr marL="57150" lvl="1" indent="-57150" algn="l" defTabSz="488950">
            <a:lnSpc>
              <a:spcPct val="90000"/>
            </a:lnSpc>
            <a:spcBef>
              <a:spcPct val="0"/>
            </a:spcBef>
            <a:spcAft>
              <a:spcPct val="15000"/>
            </a:spcAft>
            <a:buChar char="•"/>
          </a:pPr>
          <a:r>
            <a:rPr lang="en-US" sz="1100" kern="1200" dirty="0"/>
            <a:t>Some text here</a:t>
          </a:r>
        </a:p>
        <a:p>
          <a:pPr marL="57150" lvl="1" indent="-57150" algn="l" defTabSz="488950">
            <a:lnSpc>
              <a:spcPct val="90000"/>
            </a:lnSpc>
            <a:spcBef>
              <a:spcPct val="0"/>
            </a:spcBef>
            <a:spcAft>
              <a:spcPct val="15000"/>
            </a:spcAft>
            <a:buChar char="•"/>
          </a:pPr>
          <a:r>
            <a:rPr lang="en-US" sz="1100" kern="1200" dirty="0"/>
            <a:t>Some text here</a:t>
          </a:r>
        </a:p>
      </dsp:txBody>
      <dsp:txXfrm>
        <a:off x="3638351" y="298427"/>
        <a:ext cx="851297" cy="1404639"/>
      </dsp:txXfrm>
    </dsp:sp>
    <dsp:sp modelId="{C414CCA7-FF86-4597-948A-2EB9085E8BC2}">
      <dsp:nvSpPr>
        <dsp:cNvPr id="0" name=""/>
        <dsp:cNvSpPr/>
      </dsp:nvSpPr>
      <dsp:spPr>
        <a:xfrm rot="5400000">
          <a:off x="4493927" y="1281698"/>
          <a:ext cx="1702593" cy="1702593"/>
        </a:xfrm>
        <a:prstGeom prst="upArrow">
          <a:avLst>
            <a:gd name="adj1" fmla="val 50000"/>
            <a:gd name="adj2" fmla="val 35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9568" tIns="99568" rIns="99568" bIns="99568" numCol="1" spcCol="1270" anchor="t" anchorCtr="0">
          <a:noAutofit/>
        </a:bodyPr>
        <a:lstStyle/>
        <a:p>
          <a:pPr marL="0" lvl="0" indent="0" algn="l" defTabSz="622300">
            <a:lnSpc>
              <a:spcPct val="90000"/>
            </a:lnSpc>
            <a:spcBef>
              <a:spcPct val="0"/>
            </a:spcBef>
            <a:spcAft>
              <a:spcPct val="35000"/>
            </a:spcAft>
            <a:buNone/>
          </a:pPr>
          <a:r>
            <a:rPr lang="en-US" sz="1400" kern="1200" dirty="0"/>
            <a:t>Lorem Ipsum</a:t>
          </a:r>
        </a:p>
        <a:p>
          <a:pPr marL="57150" lvl="1" indent="-57150" algn="l" defTabSz="488950">
            <a:lnSpc>
              <a:spcPct val="90000"/>
            </a:lnSpc>
            <a:spcBef>
              <a:spcPct val="0"/>
            </a:spcBef>
            <a:spcAft>
              <a:spcPct val="15000"/>
            </a:spcAft>
            <a:buChar char="•"/>
          </a:pPr>
          <a:r>
            <a:rPr lang="en-US" sz="1100" kern="1200" dirty="0"/>
            <a:t>Some text here</a:t>
          </a:r>
        </a:p>
        <a:p>
          <a:pPr marL="57150" lvl="1" indent="-57150" algn="l" defTabSz="488950">
            <a:lnSpc>
              <a:spcPct val="90000"/>
            </a:lnSpc>
            <a:spcBef>
              <a:spcPct val="0"/>
            </a:spcBef>
            <a:spcAft>
              <a:spcPct val="15000"/>
            </a:spcAft>
            <a:buChar char="•"/>
          </a:pPr>
          <a:r>
            <a:rPr lang="en-US" sz="1100" kern="1200" dirty="0"/>
            <a:t>Some text here</a:t>
          </a:r>
        </a:p>
      </dsp:txBody>
      <dsp:txXfrm rot="-5400000">
        <a:off x="4493927" y="1707346"/>
        <a:ext cx="1404639" cy="851297"/>
      </dsp:txXfrm>
    </dsp:sp>
    <dsp:sp modelId="{2755EF92-D6DB-433B-BF82-DF2106B8DFC6}">
      <dsp:nvSpPr>
        <dsp:cNvPr id="0" name=""/>
        <dsp:cNvSpPr/>
      </dsp:nvSpPr>
      <dsp:spPr>
        <a:xfrm rot="10800000">
          <a:off x="3212703" y="2562922"/>
          <a:ext cx="1702593" cy="1702593"/>
        </a:xfrm>
        <a:prstGeom prst="upArrow">
          <a:avLst>
            <a:gd name="adj1" fmla="val 50000"/>
            <a:gd name="adj2" fmla="val 3500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9568" tIns="99568" rIns="99568" bIns="99568" numCol="1" spcCol="1270" anchor="t" anchorCtr="0">
          <a:noAutofit/>
        </a:bodyPr>
        <a:lstStyle/>
        <a:p>
          <a:pPr marL="0" lvl="0" indent="0" algn="l" defTabSz="622300">
            <a:lnSpc>
              <a:spcPct val="90000"/>
            </a:lnSpc>
            <a:spcBef>
              <a:spcPct val="0"/>
            </a:spcBef>
            <a:spcAft>
              <a:spcPct val="35000"/>
            </a:spcAft>
            <a:buNone/>
          </a:pPr>
          <a:r>
            <a:rPr lang="en-US" sz="1400" kern="1200"/>
            <a:t>Lorem Ipsum</a:t>
          </a:r>
          <a:endParaRPr lang="en-US" sz="1400" kern="1200" dirty="0"/>
        </a:p>
        <a:p>
          <a:pPr marL="57150" lvl="1" indent="-57150" algn="l" defTabSz="488950">
            <a:lnSpc>
              <a:spcPct val="90000"/>
            </a:lnSpc>
            <a:spcBef>
              <a:spcPct val="0"/>
            </a:spcBef>
            <a:spcAft>
              <a:spcPct val="15000"/>
            </a:spcAft>
            <a:buChar char="•"/>
          </a:pPr>
          <a:r>
            <a:rPr lang="en-US" sz="1100" kern="1200" dirty="0"/>
            <a:t>Some text here</a:t>
          </a:r>
        </a:p>
        <a:p>
          <a:pPr marL="57150" lvl="1" indent="-57150" algn="l" defTabSz="488950">
            <a:lnSpc>
              <a:spcPct val="90000"/>
            </a:lnSpc>
            <a:spcBef>
              <a:spcPct val="0"/>
            </a:spcBef>
            <a:spcAft>
              <a:spcPct val="15000"/>
            </a:spcAft>
            <a:buChar char="•"/>
          </a:pPr>
          <a:r>
            <a:rPr lang="en-US" sz="1100" kern="1200" dirty="0"/>
            <a:t>Some text here</a:t>
          </a:r>
        </a:p>
      </dsp:txBody>
      <dsp:txXfrm rot="10800000">
        <a:off x="3638351" y="2562922"/>
        <a:ext cx="851297" cy="1404639"/>
      </dsp:txXfrm>
    </dsp:sp>
    <dsp:sp modelId="{A43ABCCD-609E-42DB-9315-631E51BDAC31}">
      <dsp:nvSpPr>
        <dsp:cNvPr id="0" name=""/>
        <dsp:cNvSpPr/>
      </dsp:nvSpPr>
      <dsp:spPr>
        <a:xfrm rot="16200000">
          <a:off x="1931478" y="1281698"/>
          <a:ext cx="1702593" cy="1702593"/>
        </a:xfrm>
        <a:prstGeom prst="upArrow">
          <a:avLst>
            <a:gd name="adj1" fmla="val 50000"/>
            <a:gd name="adj2" fmla="val 3500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9568" tIns="99568" rIns="99568" bIns="99568" numCol="1" spcCol="1270" anchor="t" anchorCtr="0">
          <a:noAutofit/>
        </a:bodyPr>
        <a:lstStyle/>
        <a:p>
          <a:pPr marL="0" lvl="0" indent="0" algn="l" defTabSz="622300">
            <a:lnSpc>
              <a:spcPct val="90000"/>
            </a:lnSpc>
            <a:spcBef>
              <a:spcPct val="0"/>
            </a:spcBef>
            <a:spcAft>
              <a:spcPct val="35000"/>
            </a:spcAft>
            <a:buNone/>
          </a:pPr>
          <a:r>
            <a:rPr lang="en-US" sz="1400" kern="1200"/>
            <a:t>Lorem Ipsum</a:t>
          </a:r>
          <a:endParaRPr lang="en-US" sz="1400" kern="1200" dirty="0"/>
        </a:p>
        <a:p>
          <a:pPr marL="57150" lvl="1" indent="-57150" algn="l" defTabSz="488950">
            <a:lnSpc>
              <a:spcPct val="90000"/>
            </a:lnSpc>
            <a:spcBef>
              <a:spcPct val="0"/>
            </a:spcBef>
            <a:spcAft>
              <a:spcPct val="15000"/>
            </a:spcAft>
            <a:buChar char="•"/>
          </a:pPr>
          <a:r>
            <a:rPr lang="en-US" sz="1100" kern="1200" dirty="0"/>
            <a:t>Some text here</a:t>
          </a:r>
        </a:p>
        <a:p>
          <a:pPr marL="57150" lvl="1" indent="-57150" algn="l" defTabSz="488950">
            <a:lnSpc>
              <a:spcPct val="90000"/>
            </a:lnSpc>
            <a:spcBef>
              <a:spcPct val="0"/>
            </a:spcBef>
            <a:spcAft>
              <a:spcPct val="15000"/>
            </a:spcAft>
            <a:buChar char="•"/>
          </a:pPr>
          <a:r>
            <a:rPr lang="en-US" sz="1100" kern="1200" dirty="0"/>
            <a:t>Some text here</a:t>
          </a:r>
        </a:p>
      </dsp:txBody>
      <dsp:txXfrm rot="5400000">
        <a:off x="2229432" y="1707346"/>
        <a:ext cx="1404639" cy="851297"/>
      </dsp:txXfrm>
    </dsp:sp>
  </dsp:spTree>
</dsp:drawing>
</file>

<file path=ppt/diagrams/drawing1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16A1AA-2637-4D83-BBFD-E9869DA12015}">
      <dsp:nvSpPr>
        <dsp:cNvPr id="0" name=""/>
        <dsp:cNvSpPr/>
      </dsp:nvSpPr>
      <dsp:spPr>
        <a:xfrm>
          <a:off x="4470" y="0"/>
          <a:ext cx="2682240" cy="2047675"/>
        </a:xfrm>
        <a:prstGeom prst="upArrow">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D388B73A-94CB-4A86-929B-D1C22476650B}">
      <dsp:nvSpPr>
        <dsp:cNvPr id="0" name=""/>
        <dsp:cNvSpPr/>
      </dsp:nvSpPr>
      <dsp:spPr>
        <a:xfrm>
          <a:off x="2767177" y="0"/>
          <a:ext cx="4551680" cy="20476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3576" tIns="0" rIns="163576" bIns="163576" numCol="1" spcCol="1270" anchor="ctr" anchorCtr="0">
          <a:noAutofit/>
        </a:bodyPr>
        <a:lstStyle/>
        <a:p>
          <a:pPr marL="0" lvl="0" indent="0" algn="l" defTabSz="1022350">
            <a:lnSpc>
              <a:spcPct val="90000"/>
            </a:lnSpc>
            <a:spcBef>
              <a:spcPct val="0"/>
            </a:spcBef>
            <a:spcAft>
              <a:spcPct val="35000"/>
            </a:spcAft>
            <a:buNone/>
          </a:pPr>
          <a:r>
            <a:rPr lang="en-US" sz="2300" b="1" kern="1200" dirty="0">
              <a:solidFill>
                <a:schemeClr val="tx2"/>
              </a:solidFill>
            </a:rPr>
            <a:t>Lorem Ipsum</a:t>
          </a:r>
        </a:p>
        <a:p>
          <a:pPr marL="171450" lvl="1" indent="-171450" algn="l" defTabSz="800100">
            <a:lnSpc>
              <a:spcPct val="90000"/>
            </a:lnSpc>
            <a:spcBef>
              <a:spcPct val="0"/>
            </a:spcBef>
            <a:spcAft>
              <a:spcPct val="15000"/>
            </a:spcAft>
            <a:buChar char="•"/>
          </a:pPr>
          <a:r>
            <a:rPr lang="en-US" sz="1800" kern="1200" dirty="0">
              <a:solidFill>
                <a:schemeClr val="tx2"/>
              </a:solidFill>
            </a:rPr>
            <a:t>Some text here</a:t>
          </a:r>
        </a:p>
        <a:p>
          <a:pPr marL="171450" lvl="1" indent="-171450" algn="l" defTabSz="800100">
            <a:lnSpc>
              <a:spcPct val="90000"/>
            </a:lnSpc>
            <a:spcBef>
              <a:spcPct val="0"/>
            </a:spcBef>
            <a:spcAft>
              <a:spcPct val="15000"/>
            </a:spcAft>
            <a:buChar char="•"/>
          </a:pPr>
          <a:r>
            <a:rPr lang="en-US" sz="1800" kern="1200" dirty="0">
              <a:solidFill>
                <a:schemeClr val="tx2"/>
              </a:solidFill>
            </a:rPr>
            <a:t>Some text here</a:t>
          </a:r>
        </a:p>
        <a:p>
          <a:pPr marL="171450" lvl="1" indent="-171450" algn="l" defTabSz="800100">
            <a:lnSpc>
              <a:spcPct val="90000"/>
            </a:lnSpc>
            <a:spcBef>
              <a:spcPct val="0"/>
            </a:spcBef>
            <a:spcAft>
              <a:spcPct val="15000"/>
            </a:spcAft>
            <a:buChar char="•"/>
          </a:pPr>
          <a:r>
            <a:rPr lang="en-US" sz="1800" kern="1200">
              <a:solidFill>
                <a:schemeClr val="tx2"/>
              </a:solidFill>
            </a:rPr>
            <a:t>Some </a:t>
          </a:r>
          <a:r>
            <a:rPr lang="en-US" sz="1800" kern="1200" dirty="0">
              <a:solidFill>
                <a:schemeClr val="tx2"/>
              </a:solidFill>
            </a:rPr>
            <a:t>text here</a:t>
          </a:r>
        </a:p>
        <a:p>
          <a:pPr marL="171450" lvl="1" indent="-171450" algn="l" defTabSz="800100">
            <a:lnSpc>
              <a:spcPct val="90000"/>
            </a:lnSpc>
            <a:spcBef>
              <a:spcPct val="0"/>
            </a:spcBef>
            <a:spcAft>
              <a:spcPct val="15000"/>
            </a:spcAft>
            <a:buChar char="•"/>
          </a:pPr>
          <a:r>
            <a:rPr lang="en-US" sz="1800" kern="1200" dirty="0">
              <a:solidFill>
                <a:schemeClr val="tx2"/>
              </a:solidFill>
            </a:rPr>
            <a:t>Some text here</a:t>
          </a:r>
        </a:p>
        <a:p>
          <a:pPr marL="171450" lvl="1" indent="-171450" algn="l" defTabSz="800100">
            <a:lnSpc>
              <a:spcPct val="90000"/>
            </a:lnSpc>
            <a:spcBef>
              <a:spcPct val="0"/>
            </a:spcBef>
            <a:spcAft>
              <a:spcPct val="15000"/>
            </a:spcAft>
            <a:buChar char="•"/>
          </a:pPr>
          <a:r>
            <a:rPr lang="en-US" sz="1800" kern="1200" dirty="0">
              <a:solidFill>
                <a:schemeClr val="tx2"/>
              </a:solidFill>
            </a:rPr>
            <a:t>Some text here</a:t>
          </a:r>
        </a:p>
      </dsp:txBody>
      <dsp:txXfrm>
        <a:off x="2767177" y="0"/>
        <a:ext cx="4551680" cy="2047675"/>
      </dsp:txXfrm>
    </dsp:sp>
    <dsp:sp modelId="{B6DE930F-E814-44FC-87E5-6B18F538AC1F}">
      <dsp:nvSpPr>
        <dsp:cNvPr id="0" name=""/>
        <dsp:cNvSpPr/>
      </dsp:nvSpPr>
      <dsp:spPr>
        <a:xfrm>
          <a:off x="809142" y="2218314"/>
          <a:ext cx="2682240" cy="2047675"/>
        </a:xfrm>
        <a:prstGeom prst="downArrow">
          <a:avLst/>
        </a:prstGeom>
        <a:gradFill rotWithShape="0">
          <a:gsLst>
            <a:gs pos="0">
              <a:schemeClr val="accent4">
                <a:hueOff val="-1869691"/>
                <a:satOff val="-26958"/>
                <a:lumOff val="-5098"/>
                <a:alphaOff val="0"/>
                <a:shade val="51000"/>
                <a:satMod val="130000"/>
              </a:schemeClr>
            </a:gs>
            <a:gs pos="80000">
              <a:schemeClr val="accent4">
                <a:hueOff val="-1869691"/>
                <a:satOff val="-26958"/>
                <a:lumOff val="-5098"/>
                <a:alphaOff val="0"/>
                <a:shade val="93000"/>
                <a:satMod val="130000"/>
              </a:schemeClr>
            </a:gs>
            <a:gs pos="100000">
              <a:schemeClr val="accent4">
                <a:hueOff val="-1869691"/>
                <a:satOff val="-26958"/>
                <a:lumOff val="-5098"/>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279B1B86-339B-4A06-A871-70F157216021}">
      <dsp:nvSpPr>
        <dsp:cNvPr id="0" name=""/>
        <dsp:cNvSpPr/>
      </dsp:nvSpPr>
      <dsp:spPr>
        <a:xfrm>
          <a:off x="3571849" y="2218314"/>
          <a:ext cx="4551680" cy="20476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3576" tIns="0" rIns="163576" bIns="163576" numCol="1" spcCol="1270" anchor="ctr" anchorCtr="0">
          <a:noAutofit/>
        </a:bodyPr>
        <a:lstStyle/>
        <a:p>
          <a:pPr marL="0" lvl="0" indent="0" algn="l" defTabSz="1022350">
            <a:lnSpc>
              <a:spcPct val="90000"/>
            </a:lnSpc>
            <a:spcBef>
              <a:spcPct val="0"/>
            </a:spcBef>
            <a:spcAft>
              <a:spcPct val="35000"/>
            </a:spcAft>
            <a:buNone/>
          </a:pPr>
          <a:r>
            <a:rPr lang="en-US" sz="2300" b="1" kern="1200" dirty="0">
              <a:solidFill>
                <a:schemeClr val="tx2"/>
              </a:solidFill>
            </a:rPr>
            <a:t>Lorem Ipsum</a:t>
          </a:r>
        </a:p>
        <a:p>
          <a:pPr marL="171450" lvl="1" indent="-171450" algn="l" defTabSz="800100">
            <a:lnSpc>
              <a:spcPct val="90000"/>
            </a:lnSpc>
            <a:spcBef>
              <a:spcPct val="0"/>
            </a:spcBef>
            <a:spcAft>
              <a:spcPct val="15000"/>
            </a:spcAft>
            <a:buChar char="•"/>
          </a:pPr>
          <a:r>
            <a:rPr lang="en-US" sz="1800" kern="1200" dirty="0">
              <a:solidFill>
                <a:schemeClr val="tx2"/>
              </a:solidFill>
            </a:rPr>
            <a:t>Some text here</a:t>
          </a:r>
        </a:p>
        <a:p>
          <a:pPr marL="171450" lvl="1" indent="-171450" algn="l" defTabSz="800100">
            <a:lnSpc>
              <a:spcPct val="90000"/>
            </a:lnSpc>
            <a:spcBef>
              <a:spcPct val="0"/>
            </a:spcBef>
            <a:spcAft>
              <a:spcPct val="15000"/>
            </a:spcAft>
            <a:buChar char="•"/>
          </a:pPr>
          <a:r>
            <a:rPr lang="en-US" sz="1800" kern="1200" dirty="0">
              <a:solidFill>
                <a:schemeClr val="tx2"/>
              </a:solidFill>
            </a:rPr>
            <a:t>Some text here</a:t>
          </a:r>
        </a:p>
        <a:p>
          <a:pPr marL="171450" lvl="1" indent="-171450" algn="l" defTabSz="800100">
            <a:lnSpc>
              <a:spcPct val="90000"/>
            </a:lnSpc>
            <a:spcBef>
              <a:spcPct val="0"/>
            </a:spcBef>
            <a:spcAft>
              <a:spcPct val="15000"/>
            </a:spcAft>
            <a:buChar char="•"/>
          </a:pPr>
          <a:r>
            <a:rPr lang="en-US" sz="1800" kern="1200">
              <a:solidFill>
                <a:schemeClr val="tx2"/>
              </a:solidFill>
            </a:rPr>
            <a:t>Some text here</a:t>
          </a:r>
          <a:endParaRPr lang="en-US" sz="1800" kern="1200" dirty="0">
            <a:solidFill>
              <a:schemeClr val="tx2"/>
            </a:solidFill>
          </a:endParaRPr>
        </a:p>
        <a:p>
          <a:pPr marL="171450" lvl="1" indent="-171450" algn="l" defTabSz="800100">
            <a:lnSpc>
              <a:spcPct val="90000"/>
            </a:lnSpc>
            <a:spcBef>
              <a:spcPct val="0"/>
            </a:spcBef>
            <a:spcAft>
              <a:spcPct val="15000"/>
            </a:spcAft>
            <a:buChar char="•"/>
          </a:pPr>
          <a:r>
            <a:rPr lang="en-US" sz="1800" kern="1200" dirty="0">
              <a:solidFill>
                <a:schemeClr val="tx2"/>
              </a:solidFill>
            </a:rPr>
            <a:t>Some text here</a:t>
          </a:r>
        </a:p>
      </dsp:txBody>
      <dsp:txXfrm>
        <a:off x="3571849" y="2218314"/>
        <a:ext cx="4551680" cy="2047675"/>
      </dsp:txXfrm>
    </dsp:sp>
  </dsp:spTree>
</dsp:drawing>
</file>

<file path=ppt/diagrams/drawing1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9165EC-8022-491D-A4D2-5EAA40ECD36E}">
      <dsp:nvSpPr>
        <dsp:cNvPr id="0" name=""/>
        <dsp:cNvSpPr/>
      </dsp:nvSpPr>
      <dsp:spPr>
        <a:xfrm rot="18000000">
          <a:off x="974" y="2228166"/>
          <a:ext cx="2071687" cy="1346596"/>
        </a:xfrm>
        <a:prstGeom prst="round2Same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3820" tIns="27940" rIns="83820" bIns="27940" numCol="1" spcCol="1270" anchor="t" anchorCtr="0">
          <a:noAutofit/>
        </a:bodyPr>
        <a:lstStyle/>
        <a:p>
          <a:pPr marL="0" lvl="0" indent="0" algn="l" defTabSz="977900">
            <a:lnSpc>
              <a:spcPct val="90000"/>
            </a:lnSpc>
            <a:spcBef>
              <a:spcPct val="0"/>
            </a:spcBef>
            <a:spcAft>
              <a:spcPct val="35000"/>
            </a:spcAft>
            <a:buNone/>
          </a:pPr>
          <a:r>
            <a:rPr lang="en-US" sz="2200" kern="1200" dirty="0"/>
            <a:t>Lorem Ipsum</a:t>
          </a:r>
        </a:p>
        <a:p>
          <a:pPr marL="171450" lvl="1" indent="-171450" algn="l" defTabSz="755650">
            <a:lnSpc>
              <a:spcPct val="90000"/>
            </a:lnSpc>
            <a:spcBef>
              <a:spcPct val="0"/>
            </a:spcBef>
            <a:spcAft>
              <a:spcPct val="15000"/>
            </a:spcAft>
            <a:buChar char="•"/>
          </a:pPr>
          <a:r>
            <a:rPr lang="en-US" sz="1700" kern="1200" dirty="0"/>
            <a:t>Some text here</a:t>
          </a:r>
        </a:p>
        <a:p>
          <a:pPr marL="171450" lvl="1" indent="-171450" algn="l" defTabSz="755650">
            <a:lnSpc>
              <a:spcPct val="90000"/>
            </a:lnSpc>
            <a:spcBef>
              <a:spcPct val="0"/>
            </a:spcBef>
            <a:spcAft>
              <a:spcPct val="15000"/>
            </a:spcAft>
            <a:buChar char="•"/>
          </a:pPr>
          <a:r>
            <a:rPr lang="en-US" sz="1700" kern="1200" dirty="0"/>
            <a:t>Some text here</a:t>
          </a:r>
        </a:p>
        <a:p>
          <a:pPr marL="171450" lvl="1" indent="-171450" algn="l" defTabSz="755650">
            <a:lnSpc>
              <a:spcPct val="90000"/>
            </a:lnSpc>
            <a:spcBef>
              <a:spcPct val="0"/>
            </a:spcBef>
            <a:spcAft>
              <a:spcPct val="15000"/>
            </a:spcAft>
            <a:buChar char="•"/>
          </a:pPr>
          <a:r>
            <a:rPr lang="en-US" sz="1700" kern="1200" dirty="0"/>
            <a:t>Some text here</a:t>
          </a:r>
        </a:p>
      </dsp:txBody>
      <dsp:txXfrm>
        <a:off x="95173" y="2277467"/>
        <a:ext cx="1940217" cy="1280861"/>
      </dsp:txXfrm>
    </dsp:sp>
    <dsp:sp modelId="{F2134DF1-7576-4215-830D-406346823582}">
      <dsp:nvSpPr>
        <dsp:cNvPr id="0" name=""/>
        <dsp:cNvSpPr/>
      </dsp:nvSpPr>
      <dsp:spPr>
        <a:xfrm rot="20400000">
          <a:off x="1832628" y="691226"/>
          <a:ext cx="2071687" cy="1346596"/>
        </a:xfrm>
        <a:prstGeom prst="round2Same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3820" tIns="27940" rIns="83820" bIns="27940" numCol="1" spcCol="1270" anchor="t" anchorCtr="0">
          <a:noAutofit/>
        </a:bodyPr>
        <a:lstStyle/>
        <a:p>
          <a:pPr marL="0" lvl="0" indent="0" algn="l" defTabSz="977900">
            <a:lnSpc>
              <a:spcPct val="90000"/>
            </a:lnSpc>
            <a:spcBef>
              <a:spcPct val="0"/>
            </a:spcBef>
            <a:spcAft>
              <a:spcPct val="35000"/>
            </a:spcAft>
            <a:buNone/>
          </a:pPr>
          <a:r>
            <a:rPr lang="en-US" sz="2200" kern="1200"/>
            <a:t>Lorem Ipsum</a:t>
          </a:r>
          <a:endParaRPr lang="en-US" sz="2200" kern="1200" dirty="0"/>
        </a:p>
        <a:p>
          <a:pPr marL="171450" lvl="1" indent="-171450" algn="l" defTabSz="755650">
            <a:lnSpc>
              <a:spcPct val="90000"/>
            </a:lnSpc>
            <a:spcBef>
              <a:spcPct val="0"/>
            </a:spcBef>
            <a:spcAft>
              <a:spcPct val="15000"/>
            </a:spcAft>
            <a:buChar char="•"/>
          </a:pPr>
          <a:r>
            <a:rPr lang="en-US" sz="1700" kern="1200" dirty="0"/>
            <a:t>Some text here</a:t>
          </a:r>
        </a:p>
        <a:p>
          <a:pPr marL="171450" lvl="1" indent="-171450" algn="l" defTabSz="755650">
            <a:lnSpc>
              <a:spcPct val="90000"/>
            </a:lnSpc>
            <a:spcBef>
              <a:spcPct val="0"/>
            </a:spcBef>
            <a:spcAft>
              <a:spcPct val="15000"/>
            </a:spcAft>
            <a:buChar char="•"/>
          </a:pPr>
          <a:r>
            <a:rPr lang="en-US" sz="1700" kern="1200" dirty="0"/>
            <a:t>Some text here</a:t>
          </a:r>
        </a:p>
        <a:p>
          <a:pPr marL="171450" lvl="1" indent="-171450" algn="l" defTabSz="755650">
            <a:lnSpc>
              <a:spcPct val="90000"/>
            </a:lnSpc>
            <a:spcBef>
              <a:spcPct val="0"/>
            </a:spcBef>
            <a:spcAft>
              <a:spcPct val="15000"/>
            </a:spcAft>
            <a:buChar char="•"/>
          </a:pPr>
          <a:r>
            <a:rPr lang="en-US" sz="1700" kern="1200" dirty="0"/>
            <a:t>Some text here</a:t>
          </a:r>
        </a:p>
      </dsp:txBody>
      <dsp:txXfrm>
        <a:off x="1909604" y="754979"/>
        <a:ext cx="1940217" cy="1280861"/>
      </dsp:txXfrm>
    </dsp:sp>
    <dsp:sp modelId="{BE712746-488B-4A1E-80B5-5115F6AB5EB2}">
      <dsp:nvSpPr>
        <dsp:cNvPr id="0" name=""/>
        <dsp:cNvSpPr/>
      </dsp:nvSpPr>
      <dsp:spPr>
        <a:xfrm rot="1200000">
          <a:off x="4223683" y="691226"/>
          <a:ext cx="2071687" cy="1346596"/>
        </a:xfrm>
        <a:prstGeom prst="round2Same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3820" tIns="27940" rIns="83820" bIns="27940" numCol="1" spcCol="1270" anchor="t" anchorCtr="0">
          <a:noAutofit/>
        </a:bodyPr>
        <a:lstStyle/>
        <a:p>
          <a:pPr marL="0" lvl="0" indent="0" algn="l" defTabSz="977900">
            <a:lnSpc>
              <a:spcPct val="90000"/>
            </a:lnSpc>
            <a:spcBef>
              <a:spcPct val="0"/>
            </a:spcBef>
            <a:spcAft>
              <a:spcPct val="35000"/>
            </a:spcAft>
            <a:buNone/>
          </a:pPr>
          <a:r>
            <a:rPr lang="en-US" sz="2200" kern="1200"/>
            <a:t>Lorem Ipsum</a:t>
          </a:r>
          <a:endParaRPr lang="en-US" sz="2200" kern="1200" dirty="0"/>
        </a:p>
        <a:p>
          <a:pPr marL="171450" lvl="1" indent="-171450" algn="l" defTabSz="755650">
            <a:lnSpc>
              <a:spcPct val="90000"/>
            </a:lnSpc>
            <a:spcBef>
              <a:spcPct val="0"/>
            </a:spcBef>
            <a:spcAft>
              <a:spcPct val="15000"/>
            </a:spcAft>
            <a:buChar char="•"/>
          </a:pPr>
          <a:r>
            <a:rPr lang="en-US" sz="1700" kern="1200" dirty="0"/>
            <a:t>Some text here</a:t>
          </a:r>
        </a:p>
        <a:p>
          <a:pPr marL="171450" lvl="1" indent="-171450" algn="l" defTabSz="755650">
            <a:lnSpc>
              <a:spcPct val="90000"/>
            </a:lnSpc>
            <a:spcBef>
              <a:spcPct val="0"/>
            </a:spcBef>
            <a:spcAft>
              <a:spcPct val="15000"/>
            </a:spcAft>
            <a:buChar char="•"/>
          </a:pPr>
          <a:r>
            <a:rPr lang="en-US" sz="1700" kern="1200" dirty="0"/>
            <a:t>Some text here</a:t>
          </a:r>
        </a:p>
        <a:p>
          <a:pPr marL="171450" lvl="1" indent="-171450" algn="l" defTabSz="755650">
            <a:lnSpc>
              <a:spcPct val="90000"/>
            </a:lnSpc>
            <a:spcBef>
              <a:spcPct val="0"/>
            </a:spcBef>
            <a:spcAft>
              <a:spcPct val="15000"/>
            </a:spcAft>
            <a:buChar char="•"/>
          </a:pPr>
          <a:r>
            <a:rPr lang="en-US" sz="1700" kern="1200" dirty="0"/>
            <a:t>Some text here</a:t>
          </a:r>
        </a:p>
      </dsp:txBody>
      <dsp:txXfrm>
        <a:off x="4278177" y="754979"/>
        <a:ext cx="1940217" cy="1280861"/>
      </dsp:txXfrm>
    </dsp:sp>
    <dsp:sp modelId="{AD75F90F-B3E0-4464-A5CD-931FF33C970A}">
      <dsp:nvSpPr>
        <dsp:cNvPr id="0" name=""/>
        <dsp:cNvSpPr/>
      </dsp:nvSpPr>
      <dsp:spPr>
        <a:xfrm rot="3600000">
          <a:off x="6055337" y="2228166"/>
          <a:ext cx="2071687" cy="1346596"/>
        </a:xfrm>
        <a:prstGeom prst="round2SameRect">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3820" tIns="27940" rIns="83820" bIns="27940" numCol="1" spcCol="1270" anchor="t" anchorCtr="0">
          <a:noAutofit/>
        </a:bodyPr>
        <a:lstStyle/>
        <a:p>
          <a:pPr marL="0" lvl="0" indent="0" algn="l" defTabSz="977900">
            <a:lnSpc>
              <a:spcPct val="90000"/>
            </a:lnSpc>
            <a:spcBef>
              <a:spcPct val="0"/>
            </a:spcBef>
            <a:spcAft>
              <a:spcPct val="35000"/>
            </a:spcAft>
            <a:buNone/>
          </a:pPr>
          <a:r>
            <a:rPr lang="en-US" sz="2200" kern="1200" dirty="0"/>
            <a:t>Lorem Ipsum</a:t>
          </a:r>
        </a:p>
        <a:p>
          <a:pPr marL="171450" lvl="1" indent="-171450" algn="l" defTabSz="755650">
            <a:lnSpc>
              <a:spcPct val="90000"/>
            </a:lnSpc>
            <a:spcBef>
              <a:spcPct val="0"/>
            </a:spcBef>
            <a:spcAft>
              <a:spcPct val="15000"/>
            </a:spcAft>
            <a:buChar char="•"/>
          </a:pPr>
          <a:r>
            <a:rPr lang="en-US" sz="1700" kern="1200" dirty="0"/>
            <a:t>Some text here</a:t>
          </a:r>
        </a:p>
        <a:p>
          <a:pPr marL="171450" lvl="1" indent="-171450" algn="l" defTabSz="755650">
            <a:lnSpc>
              <a:spcPct val="90000"/>
            </a:lnSpc>
            <a:spcBef>
              <a:spcPct val="0"/>
            </a:spcBef>
            <a:spcAft>
              <a:spcPct val="15000"/>
            </a:spcAft>
            <a:buChar char="•"/>
          </a:pPr>
          <a:r>
            <a:rPr lang="en-US" sz="1700" kern="1200" dirty="0"/>
            <a:t>Some text here</a:t>
          </a:r>
        </a:p>
        <a:p>
          <a:pPr marL="171450" lvl="1" indent="-171450" algn="l" defTabSz="755650">
            <a:lnSpc>
              <a:spcPct val="90000"/>
            </a:lnSpc>
            <a:spcBef>
              <a:spcPct val="0"/>
            </a:spcBef>
            <a:spcAft>
              <a:spcPct val="15000"/>
            </a:spcAft>
            <a:buChar char="•"/>
          </a:pPr>
          <a:r>
            <a:rPr lang="en-US" sz="1700" kern="1200" dirty="0"/>
            <a:t>Some text here</a:t>
          </a:r>
        </a:p>
      </dsp:txBody>
      <dsp:txXfrm>
        <a:off x="6092608" y="2277467"/>
        <a:ext cx="1940217" cy="1280861"/>
      </dsp:txXfrm>
    </dsp:sp>
  </dsp:spTree>
</dsp:drawing>
</file>

<file path=ppt/diagrams/drawing1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81A18F-EC74-46A2-9D5B-1D7E841FEE17}">
      <dsp:nvSpPr>
        <dsp:cNvPr id="0" name=""/>
        <dsp:cNvSpPr/>
      </dsp:nvSpPr>
      <dsp:spPr>
        <a:xfrm>
          <a:off x="1397756" y="1066497"/>
          <a:ext cx="3199492" cy="3199492"/>
        </a:xfrm>
        <a:prstGeom prst="ellipse">
          <a:avLst/>
        </a:prstGeom>
        <a:gradFill rotWithShape="0">
          <a:gsLst>
            <a:gs pos="0">
              <a:schemeClr val="accent5">
                <a:hueOff val="17161661"/>
                <a:satOff val="-34374"/>
                <a:lumOff val="-21765"/>
                <a:alphaOff val="0"/>
                <a:shade val="51000"/>
                <a:satMod val="130000"/>
              </a:schemeClr>
            </a:gs>
            <a:gs pos="80000">
              <a:schemeClr val="accent5">
                <a:hueOff val="17161661"/>
                <a:satOff val="-34374"/>
                <a:lumOff val="-21765"/>
                <a:alphaOff val="0"/>
                <a:shade val="93000"/>
                <a:satMod val="130000"/>
              </a:schemeClr>
            </a:gs>
            <a:gs pos="100000">
              <a:schemeClr val="accent5">
                <a:hueOff val="17161661"/>
                <a:satOff val="-34374"/>
                <a:lumOff val="-21765"/>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sp>
    <dsp:sp modelId="{6841BA8B-7CD5-4DEE-B87D-7490E11AA662}">
      <dsp:nvSpPr>
        <dsp:cNvPr id="0" name=""/>
        <dsp:cNvSpPr/>
      </dsp:nvSpPr>
      <dsp:spPr>
        <a:xfrm>
          <a:off x="1855017" y="1523758"/>
          <a:ext cx="2284970" cy="2284970"/>
        </a:xfrm>
        <a:prstGeom prst="ellipse">
          <a:avLst/>
        </a:prstGeom>
        <a:gradFill rotWithShape="0">
          <a:gsLst>
            <a:gs pos="0">
              <a:schemeClr val="accent5">
                <a:hueOff val="11441107"/>
                <a:satOff val="-22916"/>
                <a:lumOff val="-14510"/>
                <a:alphaOff val="0"/>
                <a:shade val="51000"/>
                <a:satMod val="130000"/>
              </a:schemeClr>
            </a:gs>
            <a:gs pos="80000">
              <a:schemeClr val="accent5">
                <a:hueOff val="11441107"/>
                <a:satOff val="-22916"/>
                <a:lumOff val="-14510"/>
                <a:alphaOff val="0"/>
                <a:shade val="93000"/>
                <a:satMod val="130000"/>
              </a:schemeClr>
            </a:gs>
            <a:gs pos="100000">
              <a:schemeClr val="accent5">
                <a:hueOff val="11441107"/>
                <a:satOff val="-22916"/>
                <a:lumOff val="-1451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sp>
    <dsp:sp modelId="{45EE1046-0288-43A1-B98B-37AE4184A80F}">
      <dsp:nvSpPr>
        <dsp:cNvPr id="0" name=""/>
        <dsp:cNvSpPr/>
      </dsp:nvSpPr>
      <dsp:spPr>
        <a:xfrm>
          <a:off x="2312011" y="1980752"/>
          <a:ext cx="1370982" cy="1370982"/>
        </a:xfrm>
        <a:prstGeom prst="ellipse">
          <a:avLst/>
        </a:prstGeom>
        <a:gradFill rotWithShape="0">
          <a:gsLst>
            <a:gs pos="0">
              <a:schemeClr val="accent5">
                <a:hueOff val="5720554"/>
                <a:satOff val="-11458"/>
                <a:lumOff val="-7255"/>
                <a:alphaOff val="0"/>
                <a:shade val="51000"/>
                <a:satMod val="130000"/>
              </a:schemeClr>
            </a:gs>
            <a:gs pos="80000">
              <a:schemeClr val="accent5">
                <a:hueOff val="5720554"/>
                <a:satOff val="-11458"/>
                <a:lumOff val="-7255"/>
                <a:alphaOff val="0"/>
                <a:shade val="93000"/>
                <a:satMod val="130000"/>
              </a:schemeClr>
            </a:gs>
            <a:gs pos="100000">
              <a:schemeClr val="accent5">
                <a:hueOff val="5720554"/>
                <a:satOff val="-11458"/>
                <a:lumOff val="-7255"/>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sp>
    <dsp:sp modelId="{2F45AF08-0CC2-44F2-B92C-F69769D77B69}">
      <dsp:nvSpPr>
        <dsp:cNvPr id="0" name=""/>
        <dsp:cNvSpPr/>
      </dsp:nvSpPr>
      <dsp:spPr>
        <a:xfrm>
          <a:off x="2769005" y="2437746"/>
          <a:ext cx="456994" cy="456994"/>
        </a:xfrm>
        <a:prstGeom prst="ellipse">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sp>
    <dsp:sp modelId="{6169D297-2457-4ECF-8D77-A95DF11A3D87}">
      <dsp:nvSpPr>
        <dsp:cNvPr id="0" name=""/>
        <dsp:cNvSpPr/>
      </dsp:nvSpPr>
      <dsp:spPr>
        <a:xfrm>
          <a:off x="5130497" y="0"/>
          <a:ext cx="1599746" cy="7652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20320" rIns="20320" bIns="20320" numCol="1" spcCol="1270" anchor="t" anchorCtr="0">
          <a:noAutofit/>
        </a:bodyPr>
        <a:lstStyle/>
        <a:p>
          <a:pPr marL="0" lvl="0" indent="0" algn="l" defTabSz="711200">
            <a:lnSpc>
              <a:spcPct val="90000"/>
            </a:lnSpc>
            <a:spcBef>
              <a:spcPct val="0"/>
            </a:spcBef>
            <a:spcAft>
              <a:spcPct val="35000"/>
            </a:spcAft>
            <a:buNone/>
          </a:pPr>
          <a:r>
            <a:rPr lang="en-US" sz="1600" kern="1200" dirty="0">
              <a:solidFill>
                <a:schemeClr val="tx2"/>
              </a:solidFill>
            </a:rPr>
            <a:t>Lorem Ipsum</a:t>
          </a:r>
        </a:p>
        <a:p>
          <a:pPr marL="114300" lvl="1" indent="-114300" algn="l" defTabSz="533400">
            <a:lnSpc>
              <a:spcPct val="90000"/>
            </a:lnSpc>
            <a:spcBef>
              <a:spcPct val="0"/>
            </a:spcBef>
            <a:spcAft>
              <a:spcPct val="15000"/>
            </a:spcAft>
            <a:buChar char="•"/>
          </a:pPr>
          <a:r>
            <a:rPr lang="en-US" sz="1200" kern="1200" dirty="0">
              <a:solidFill>
                <a:schemeClr val="tx2"/>
              </a:solidFill>
            </a:rPr>
            <a:t>Some text here</a:t>
          </a:r>
        </a:p>
        <a:p>
          <a:pPr marL="114300" lvl="1" indent="-114300" algn="l" defTabSz="533400">
            <a:lnSpc>
              <a:spcPct val="90000"/>
            </a:lnSpc>
            <a:spcBef>
              <a:spcPct val="0"/>
            </a:spcBef>
            <a:spcAft>
              <a:spcPct val="15000"/>
            </a:spcAft>
            <a:buChar char="•"/>
          </a:pPr>
          <a:r>
            <a:rPr lang="en-US" sz="1200" kern="1200" dirty="0">
              <a:solidFill>
                <a:schemeClr val="tx2"/>
              </a:solidFill>
            </a:rPr>
            <a:t>Some text here</a:t>
          </a:r>
        </a:p>
      </dsp:txBody>
      <dsp:txXfrm>
        <a:off x="5130497" y="0"/>
        <a:ext cx="1599746" cy="765211"/>
      </dsp:txXfrm>
    </dsp:sp>
    <dsp:sp modelId="{9D3703A1-5972-4100-B560-87720CB2B339}">
      <dsp:nvSpPr>
        <dsp:cNvPr id="0" name=""/>
        <dsp:cNvSpPr/>
      </dsp:nvSpPr>
      <dsp:spPr>
        <a:xfrm>
          <a:off x="4730560" y="382605"/>
          <a:ext cx="399936" cy="0"/>
        </a:xfrm>
        <a:prstGeom prst="line">
          <a:avLst/>
        </a:prstGeom>
        <a:noFill/>
        <a:ln w="9525" cap="flat" cmpd="sng" algn="ctr">
          <a:solidFill>
            <a:schemeClr val="accent5">
              <a:tint val="50000"/>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0">
          <a:scrgbClr r="0" g="0" b="0"/>
        </a:fillRef>
        <a:effectRef idx="1">
          <a:scrgbClr r="0" g="0" b="0"/>
        </a:effectRef>
        <a:fontRef idx="minor"/>
      </dsp:style>
    </dsp:sp>
    <dsp:sp modelId="{BC71565E-ACCD-400B-BED9-9EE71C31A5FA}">
      <dsp:nvSpPr>
        <dsp:cNvPr id="0" name=""/>
        <dsp:cNvSpPr/>
      </dsp:nvSpPr>
      <dsp:spPr>
        <a:xfrm rot="5400000">
          <a:off x="2720213" y="634566"/>
          <a:ext cx="2260974" cy="1759720"/>
        </a:xfrm>
        <a:prstGeom prst="line">
          <a:avLst/>
        </a:prstGeom>
        <a:noFill/>
        <a:ln w="9525" cap="flat" cmpd="sng" algn="ctr">
          <a:solidFill>
            <a:schemeClr val="accent5">
              <a:tint val="50000"/>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0">
          <a:scrgbClr r="0" g="0" b="0"/>
        </a:fillRef>
        <a:effectRef idx="1">
          <a:scrgbClr r="0" g="0" b="0"/>
        </a:effectRef>
        <a:fontRef idx="minor"/>
      </dsp:style>
    </dsp:sp>
    <dsp:sp modelId="{3C32F0BF-AC1E-4AFA-ADAF-A8D186B41C70}">
      <dsp:nvSpPr>
        <dsp:cNvPr id="0" name=""/>
        <dsp:cNvSpPr/>
      </dsp:nvSpPr>
      <dsp:spPr>
        <a:xfrm>
          <a:off x="5130497" y="765211"/>
          <a:ext cx="1599746" cy="7652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20320" rIns="20320" bIns="20320" numCol="1" spcCol="1270" anchor="t" anchorCtr="0">
          <a:noAutofit/>
        </a:bodyPr>
        <a:lstStyle/>
        <a:p>
          <a:pPr marL="0" lvl="0" indent="0" algn="l" defTabSz="711200">
            <a:lnSpc>
              <a:spcPct val="90000"/>
            </a:lnSpc>
            <a:spcBef>
              <a:spcPct val="0"/>
            </a:spcBef>
            <a:spcAft>
              <a:spcPct val="35000"/>
            </a:spcAft>
            <a:buNone/>
          </a:pPr>
          <a:r>
            <a:rPr lang="en-US" sz="1600" kern="1200" dirty="0">
              <a:solidFill>
                <a:schemeClr val="tx2"/>
              </a:solidFill>
            </a:rPr>
            <a:t>Lorem Ipsum</a:t>
          </a:r>
        </a:p>
        <a:p>
          <a:pPr marL="114300" lvl="1" indent="-114300" algn="l" defTabSz="533400">
            <a:lnSpc>
              <a:spcPct val="90000"/>
            </a:lnSpc>
            <a:spcBef>
              <a:spcPct val="0"/>
            </a:spcBef>
            <a:spcAft>
              <a:spcPct val="15000"/>
            </a:spcAft>
            <a:buChar char="•"/>
          </a:pPr>
          <a:r>
            <a:rPr lang="en-US" sz="1200" kern="1200" dirty="0">
              <a:solidFill>
                <a:schemeClr val="tx2"/>
              </a:solidFill>
            </a:rPr>
            <a:t>Some text here</a:t>
          </a:r>
        </a:p>
        <a:p>
          <a:pPr marL="114300" lvl="1" indent="-114300" algn="l" defTabSz="533400">
            <a:lnSpc>
              <a:spcPct val="90000"/>
            </a:lnSpc>
            <a:spcBef>
              <a:spcPct val="0"/>
            </a:spcBef>
            <a:spcAft>
              <a:spcPct val="15000"/>
            </a:spcAft>
            <a:buChar char="•"/>
          </a:pPr>
          <a:r>
            <a:rPr lang="en-US" sz="1200" kern="1200" dirty="0">
              <a:solidFill>
                <a:schemeClr val="tx2"/>
              </a:solidFill>
            </a:rPr>
            <a:t>Some text here</a:t>
          </a:r>
        </a:p>
      </dsp:txBody>
      <dsp:txXfrm>
        <a:off x="5130497" y="765211"/>
        <a:ext cx="1599746" cy="765211"/>
      </dsp:txXfrm>
    </dsp:sp>
    <dsp:sp modelId="{95448552-2543-49AD-8317-7E21D2FFCC92}">
      <dsp:nvSpPr>
        <dsp:cNvPr id="0" name=""/>
        <dsp:cNvSpPr/>
      </dsp:nvSpPr>
      <dsp:spPr>
        <a:xfrm>
          <a:off x="4730560" y="1147817"/>
          <a:ext cx="399936" cy="0"/>
        </a:xfrm>
        <a:prstGeom prst="line">
          <a:avLst/>
        </a:prstGeom>
        <a:noFill/>
        <a:ln w="9525" cap="flat" cmpd="sng" algn="ctr">
          <a:solidFill>
            <a:schemeClr val="accent5">
              <a:tint val="50000"/>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0">
          <a:scrgbClr r="0" g="0" b="0"/>
        </a:fillRef>
        <a:effectRef idx="1">
          <a:scrgbClr r="0" g="0" b="0"/>
        </a:effectRef>
        <a:fontRef idx="minor"/>
      </dsp:style>
    </dsp:sp>
    <dsp:sp modelId="{5CFB8CDE-655D-465A-A357-EC1BEA8578DD}">
      <dsp:nvSpPr>
        <dsp:cNvPr id="0" name=""/>
        <dsp:cNvSpPr/>
      </dsp:nvSpPr>
      <dsp:spPr>
        <a:xfrm rot="5400000">
          <a:off x="3111617" y="1387246"/>
          <a:ext cx="1856772" cy="1378448"/>
        </a:xfrm>
        <a:prstGeom prst="line">
          <a:avLst/>
        </a:prstGeom>
        <a:noFill/>
        <a:ln w="9525" cap="flat" cmpd="sng" algn="ctr">
          <a:solidFill>
            <a:schemeClr val="accent5">
              <a:tint val="50000"/>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0">
          <a:scrgbClr r="0" g="0" b="0"/>
        </a:fillRef>
        <a:effectRef idx="1">
          <a:scrgbClr r="0" g="0" b="0"/>
        </a:effectRef>
        <a:fontRef idx="minor"/>
      </dsp:style>
    </dsp:sp>
    <dsp:sp modelId="{5E9A0055-4AA8-4ADB-9872-BE1DB636EB41}">
      <dsp:nvSpPr>
        <dsp:cNvPr id="0" name=""/>
        <dsp:cNvSpPr/>
      </dsp:nvSpPr>
      <dsp:spPr>
        <a:xfrm>
          <a:off x="5130497" y="1530423"/>
          <a:ext cx="1599746" cy="7652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20320" rIns="20320" bIns="20320" numCol="1" spcCol="1270" anchor="t" anchorCtr="0">
          <a:noAutofit/>
        </a:bodyPr>
        <a:lstStyle/>
        <a:p>
          <a:pPr marL="0" lvl="0" indent="0" algn="l" defTabSz="711200">
            <a:lnSpc>
              <a:spcPct val="90000"/>
            </a:lnSpc>
            <a:spcBef>
              <a:spcPct val="0"/>
            </a:spcBef>
            <a:spcAft>
              <a:spcPct val="35000"/>
            </a:spcAft>
            <a:buNone/>
          </a:pPr>
          <a:r>
            <a:rPr lang="en-US" sz="1600" kern="1200">
              <a:solidFill>
                <a:schemeClr val="tx2"/>
              </a:solidFill>
            </a:rPr>
            <a:t>Lorem Ipsum</a:t>
          </a:r>
          <a:endParaRPr lang="en-US" sz="1600" kern="1200" dirty="0">
            <a:solidFill>
              <a:schemeClr val="tx2"/>
            </a:solidFill>
          </a:endParaRPr>
        </a:p>
        <a:p>
          <a:pPr marL="114300" lvl="1" indent="-114300" algn="l" defTabSz="533400">
            <a:lnSpc>
              <a:spcPct val="90000"/>
            </a:lnSpc>
            <a:spcBef>
              <a:spcPct val="0"/>
            </a:spcBef>
            <a:spcAft>
              <a:spcPct val="15000"/>
            </a:spcAft>
            <a:buChar char="•"/>
          </a:pPr>
          <a:r>
            <a:rPr lang="en-US" sz="1200" kern="1200" dirty="0">
              <a:solidFill>
                <a:schemeClr val="tx2"/>
              </a:solidFill>
            </a:rPr>
            <a:t>Some text here</a:t>
          </a:r>
        </a:p>
        <a:p>
          <a:pPr marL="114300" lvl="1" indent="-114300" algn="l" defTabSz="533400">
            <a:lnSpc>
              <a:spcPct val="90000"/>
            </a:lnSpc>
            <a:spcBef>
              <a:spcPct val="0"/>
            </a:spcBef>
            <a:spcAft>
              <a:spcPct val="15000"/>
            </a:spcAft>
            <a:buChar char="•"/>
          </a:pPr>
          <a:r>
            <a:rPr lang="en-US" sz="1200" kern="1200" dirty="0">
              <a:solidFill>
                <a:schemeClr val="tx2"/>
              </a:solidFill>
            </a:rPr>
            <a:t>Some text here</a:t>
          </a:r>
        </a:p>
      </dsp:txBody>
      <dsp:txXfrm>
        <a:off x="5130497" y="1530423"/>
        <a:ext cx="1599746" cy="765211"/>
      </dsp:txXfrm>
    </dsp:sp>
    <dsp:sp modelId="{5B38579C-91AC-4A15-913F-B1B09DEC9E63}">
      <dsp:nvSpPr>
        <dsp:cNvPr id="0" name=""/>
        <dsp:cNvSpPr/>
      </dsp:nvSpPr>
      <dsp:spPr>
        <a:xfrm>
          <a:off x="4730560" y="1913029"/>
          <a:ext cx="399936" cy="0"/>
        </a:xfrm>
        <a:prstGeom prst="line">
          <a:avLst/>
        </a:prstGeom>
        <a:noFill/>
        <a:ln w="9525" cap="flat" cmpd="sng" algn="ctr">
          <a:solidFill>
            <a:schemeClr val="accent5">
              <a:tint val="50000"/>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0">
          <a:scrgbClr r="0" g="0" b="0"/>
        </a:fillRef>
        <a:effectRef idx="1">
          <a:scrgbClr r="0" g="0" b="0"/>
        </a:effectRef>
        <a:fontRef idx="minor"/>
      </dsp:style>
    </dsp:sp>
    <dsp:sp modelId="{69805CA4-7DDC-4B75-B810-15212E1F28C0}">
      <dsp:nvSpPr>
        <dsp:cNvPr id="0" name=""/>
        <dsp:cNvSpPr/>
      </dsp:nvSpPr>
      <dsp:spPr>
        <a:xfrm rot="5400000">
          <a:off x="3490490" y="2088735"/>
          <a:ext cx="1416308" cy="1063831"/>
        </a:xfrm>
        <a:prstGeom prst="line">
          <a:avLst/>
        </a:prstGeom>
        <a:noFill/>
        <a:ln w="9525" cap="flat" cmpd="sng" algn="ctr">
          <a:solidFill>
            <a:schemeClr val="accent5">
              <a:tint val="50000"/>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0">
          <a:scrgbClr r="0" g="0" b="0"/>
        </a:fillRef>
        <a:effectRef idx="1">
          <a:scrgbClr r="0" g="0" b="0"/>
        </a:effectRef>
        <a:fontRef idx="minor"/>
      </dsp:style>
    </dsp:sp>
    <dsp:sp modelId="{F91716BB-E564-4F7C-A1DD-8537C4646F4D}">
      <dsp:nvSpPr>
        <dsp:cNvPr id="0" name=""/>
        <dsp:cNvSpPr/>
      </dsp:nvSpPr>
      <dsp:spPr>
        <a:xfrm>
          <a:off x="5130497" y="2295635"/>
          <a:ext cx="1599746" cy="7652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20320" rIns="20320" bIns="20320" numCol="1" spcCol="1270" anchor="t" anchorCtr="0">
          <a:noAutofit/>
        </a:bodyPr>
        <a:lstStyle/>
        <a:p>
          <a:pPr marL="0" lvl="0" indent="0" algn="l" defTabSz="711200">
            <a:lnSpc>
              <a:spcPct val="90000"/>
            </a:lnSpc>
            <a:spcBef>
              <a:spcPct val="0"/>
            </a:spcBef>
            <a:spcAft>
              <a:spcPct val="35000"/>
            </a:spcAft>
            <a:buNone/>
          </a:pPr>
          <a:r>
            <a:rPr lang="en-US" sz="1600" kern="1200">
              <a:solidFill>
                <a:schemeClr val="tx2"/>
              </a:solidFill>
            </a:rPr>
            <a:t>Lorem Ipsum</a:t>
          </a:r>
          <a:endParaRPr lang="en-US" sz="1600" kern="1200" dirty="0">
            <a:solidFill>
              <a:schemeClr val="tx2"/>
            </a:solidFill>
          </a:endParaRPr>
        </a:p>
        <a:p>
          <a:pPr marL="114300" lvl="1" indent="-114300" algn="l" defTabSz="533400">
            <a:lnSpc>
              <a:spcPct val="90000"/>
            </a:lnSpc>
            <a:spcBef>
              <a:spcPct val="0"/>
            </a:spcBef>
            <a:spcAft>
              <a:spcPct val="15000"/>
            </a:spcAft>
            <a:buChar char="•"/>
          </a:pPr>
          <a:r>
            <a:rPr lang="en-US" sz="1200" kern="1200" dirty="0">
              <a:solidFill>
                <a:schemeClr val="tx2"/>
              </a:solidFill>
            </a:rPr>
            <a:t>Some text here</a:t>
          </a:r>
        </a:p>
        <a:p>
          <a:pPr marL="114300" lvl="1" indent="-114300" algn="l" defTabSz="533400">
            <a:lnSpc>
              <a:spcPct val="90000"/>
            </a:lnSpc>
            <a:spcBef>
              <a:spcPct val="0"/>
            </a:spcBef>
            <a:spcAft>
              <a:spcPct val="15000"/>
            </a:spcAft>
            <a:buChar char="•"/>
          </a:pPr>
          <a:r>
            <a:rPr lang="en-US" sz="1200" kern="1200" dirty="0">
              <a:solidFill>
                <a:schemeClr val="tx2"/>
              </a:solidFill>
            </a:rPr>
            <a:t>Some text here</a:t>
          </a:r>
        </a:p>
      </dsp:txBody>
      <dsp:txXfrm>
        <a:off x="5130497" y="2295635"/>
        <a:ext cx="1599746" cy="765211"/>
      </dsp:txXfrm>
    </dsp:sp>
    <dsp:sp modelId="{7B66E715-C5B0-494D-82E9-7470D3B41135}">
      <dsp:nvSpPr>
        <dsp:cNvPr id="0" name=""/>
        <dsp:cNvSpPr/>
      </dsp:nvSpPr>
      <dsp:spPr>
        <a:xfrm>
          <a:off x="4730560" y="2678241"/>
          <a:ext cx="399936" cy="0"/>
        </a:xfrm>
        <a:prstGeom prst="line">
          <a:avLst/>
        </a:prstGeom>
        <a:noFill/>
        <a:ln w="9525" cap="flat" cmpd="sng" algn="ctr">
          <a:solidFill>
            <a:schemeClr val="accent5">
              <a:tint val="50000"/>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0">
          <a:scrgbClr r="0" g="0" b="0"/>
        </a:fillRef>
        <a:effectRef idx="1">
          <a:scrgbClr r="0" g="0" b="0"/>
        </a:effectRef>
        <a:fontRef idx="minor"/>
      </dsp:style>
    </dsp:sp>
    <dsp:sp modelId="{0FA6ED59-FC51-41EA-A821-9DB606632702}">
      <dsp:nvSpPr>
        <dsp:cNvPr id="0" name=""/>
        <dsp:cNvSpPr/>
      </dsp:nvSpPr>
      <dsp:spPr>
        <a:xfrm rot="5400000">
          <a:off x="3870270" y="2792996"/>
          <a:ext cx="973498" cy="743348"/>
        </a:xfrm>
        <a:prstGeom prst="line">
          <a:avLst/>
        </a:prstGeom>
        <a:noFill/>
        <a:ln w="9525" cap="flat" cmpd="sng" algn="ctr">
          <a:solidFill>
            <a:schemeClr val="accent5">
              <a:tint val="50000"/>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0">
          <a:scrgbClr r="0" g="0" b="0"/>
        </a:fillRef>
        <a:effectRef idx="1">
          <a:scrgbClr r="0" g="0" b="0"/>
        </a:effectRef>
        <a:fontRef idx="minor"/>
      </dsp:style>
    </dsp:sp>
  </dsp:spTree>
</dsp:drawing>
</file>

<file path=ppt/diagrams/drawing1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B8423C-74B2-4B76-BF19-F4E9A5598F7B}">
      <dsp:nvSpPr>
        <dsp:cNvPr id="0" name=""/>
        <dsp:cNvSpPr/>
      </dsp:nvSpPr>
      <dsp:spPr>
        <a:xfrm>
          <a:off x="2954842" y="42659"/>
          <a:ext cx="2218314" cy="2218314"/>
        </a:xfrm>
        <a:prstGeom prst="ellipse">
          <a:avLst/>
        </a:prstGeom>
        <a:gradFill rotWithShape="0">
          <a:gsLst>
            <a:gs pos="0">
              <a:schemeClr val="accent2">
                <a:alpha val="50000"/>
                <a:hueOff val="0"/>
                <a:satOff val="0"/>
                <a:lumOff val="0"/>
                <a:alphaOff val="0"/>
                <a:shade val="51000"/>
                <a:satMod val="130000"/>
              </a:schemeClr>
            </a:gs>
            <a:gs pos="80000">
              <a:schemeClr val="accent2">
                <a:alpha val="50000"/>
                <a:hueOff val="0"/>
                <a:satOff val="0"/>
                <a:lumOff val="0"/>
                <a:alphaOff val="0"/>
                <a:shade val="93000"/>
                <a:satMod val="130000"/>
              </a:schemeClr>
            </a:gs>
            <a:gs pos="100000">
              <a:schemeClr val="accent2">
                <a:alpha val="50000"/>
                <a:hueOff val="0"/>
                <a:satOff val="0"/>
                <a:lumOff val="0"/>
                <a:alphaOff val="0"/>
                <a:shade val="94000"/>
                <a:satMod val="135000"/>
              </a:schemeClr>
            </a:gs>
          </a:gsLst>
          <a:lin ang="16200000" scaled="0"/>
        </a:gra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0" tIns="0" rIns="0" bIns="0" numCol="1" spcCol="1270" anchor="ctr" anchorCtr="1">
          <a:noAutofit/>
        </a:bodyPr>
        <a:lstStyle/>
        <a:p>
          <a:pPr marL="0" lvl="0" indent="0" algn="l" defTabSz="622300">
            <a:lnSpc>
              <a:spcPct val="90000"/>
            </a:lnSpc>
            <a:spcBef>
              <a:spcPct val="0"/>
            </a:spcBef>
            <a:spcAft>
              <a:spcPct val="35000"/>
            </a:spcAft>
            <a:buNone/>
          </a:pPr>
          <a:r>
            <a:rPr lang="en-US" sz="1400" kern="1200" dirty="0">
              <a:solidFill>
                <a:schemeClr val="tx2"/>
              </a:solidFill>
            </a:rPr>
            <a:t>Lorem Ipsum</a:t>
          </a:r>
        </a:p>
        <a:p>
          <a:pPr marL="57150" lvl="1" indent="-57150" algn="l" defTabSz="444500">
            <a:lnSpc>
              <a:spcPct val="90000"/>
            </a:lnSpc>
            <a:spcBef>
              <a:spcPct val="0"/>
            </a:spcBef>
            <a:spcAft>
              <a:spcPct val="15000"/>
            </a:spcAft>
            <a:buChar char="•"/>
          </a:pPr>
          <a:r>
            <a:rPr lang="en-US" sz="1000" kern="1200" dirty="0">
              <a:solidFill>
                <a:schemeClr val="tx2"/>
              </a:solidFill>
            </a:rPr>
            <a:t>Some text here</a:t>
          </a:r>
        </a:p>
        <a:p>
          <a:pPr marL="57150" lvl="1" indent="-57150" algn="l" defTabSz="444500">
            <a:lnSpc>
              <a:spcPct val="90000"/>
            </a:lnSpc>
            <a:spcBef>
              <a:spcPct val="0"/>
            </a:spcBef>
            <a:spcAft>
              <a:spcPct val="15000"/>
            </a:spcAft>
            <a:buChar char="•"/>
          </a:pPr>
          <a:r>
            <a:rPr lang="en-US" sz="1000" kern="1200" dirty="0">
              <a:solidFill>
                <a:schemeClr val="tx2"/>
              </a:solidFill>
            </a:rPr>
            <a:t>Some text here</a:t>
          </a:r>
        </a:p>
        <a:p>
          <a:pPr marL="57150" lvl="1" indent="-57150" algn="l" defTabSz="444500">
            <a:lnSpc>
              <a:spcPct val="90000"/>
            </a:lnSpc>
            <a:spcBef>
              <a:spcPct val="0"/>
            </a:spcBef>
            <a:spcAft>
              <a:spcPct val="15000"/>
            </a:spcAft>
            <a:buChar char="•"/>
          </a:pPr>
          <a:r>
            <a:rPr lang="en-US" sz="1000" kern="1200" dirty="0">
              <a:solidFill>
                <a:schemeClr val="tx2"/>
              </a:solidFill>
            </a:rPr>
            <a:t>Some text here</a:t>
          </a:r>
        </a:p>
      </dsp:txBody>
      <dsp:txXfrm>
        <a:off x="3210802" y="341279"/>
        <a:ext cx="1706396" cy="703888"/>
      </dsp:txXfrm>
    </dsp:sp>
    <dsp:sp modelId="{A9B69F65-B050-406D-A21B-8F07D095748C}">
      <dsp:nvSpPr>
        <dsp:cNvPr id="0" name=""/>
        <dsp:cNvSpPr/>
      </dsp:nvSpPr>
      <dsp:spPr>
        <a:xfrm>
          <a:off x="3936020" y="1023837"/>
          <a:ext cx="2218314" cy="2218314"/>
        </a:xfrm>
        <a:prstGeom prst="ellipse">
          <a:avLst/>
        </a:prstGeom>
        <a:gradFill rotWithShape="0">
          <a:gsLst>
            <a:gs pos="0">
              <a:schemeClr val="accent3">
                <a:alpha val="50000"/>
                <a:hueOff val="0"/>
                <a:satOff val="0"/>
                <a:lumOff val="0"/>
                <a:alphaOff val="0"/>
                <a:shade val="51000"/>
                <a:satMod val="130000"/>
              </a:schemeClr>
            </a:gs>
            <a:gs pos="80000">
              <a:schemeClr val="accent3">
                <a:alpha val="50000"/>
                <a:hueOff val="0"/>
                <a:satOff val="0"/>
                <a:lumOff val="0"/>
                <a:alphaOff val="0"/>
                <a:shade val="93000"/>
                <a:satMod val="130000"/>
              </a:schemeClr>
            </a:gs>
            <a:gs pos="100000">
              <a:schemeClr val="accent3">
                <a:alpha val="50000"/>
                <a:hueOff val="0"/>
                <a:satOff val="0"/>
                <a:lumOff val="0"/>
                <a:alphaOff val="0"/>
                <a:shade val="94000"/>
                <a:satMod val="135000"/>
              </a:schemeClr>
            </a:gs>
          </a:gsLst>
          <a:lin ang="16200000" scaled="0"/>
        </a:gra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0" tIns="0" rIns="0" bIns="0" numCol="1" spcCol="1270" anchor="ctr" anchorCtr="1">
          <a:noAutofit/>
        </a:bodyPr>
        <a:lstStyle/>
        <a:p>
          <a:pPr marL="0" lvl="0" indent="0" algn="l" defTabSz="622300">
            <a:lnSpc>
              <a:spcPct val="90000"/>
            </a:lnSpc>
            <a:spcBef>
              <a:spcPct val="0"/>
            </a:spcBef>
            <a:spcAft>
              <a:spcPct val="35000"/>
            </a:spcAft>
            <a:buNone/>
          </a:pPr>
          <a:r>
            <a:rPr lang="en-US" sz="1400" kern="1200" dirty="0">
              <a:solidFill>
                <a:schemeClr val="tx2"/>
              </a:solidFill>
            </a:rPr>
            <a:t>Lorem Ipsum</a:t>
          </a:r>
        </a:p>
        <a:p>
          <a:pPr marL="57150" lvl="1" indent="-57150" algn="l" defTabSz="444500">
            <a:lnSpc>
              <a:spcPct val="90000"/>
            </a:lnSpc>
            <a:spcBef>
              <a:spcPct val="0"/>
            </a:spcBef>
            <a:spcAft>
              <a:spcPct val="15000"/>
            </a:spcAft>
            <a:buChar char="•"/>
          </a:pPr>
          <a:r>
            <a:rPr lang="en-US" sz="1000" kern="1200" dirty="0">
              <a:solidFill>
                <a:schemeClr val="tx2"/>
              </a:solidFill>
            </a:rPr>
            <a:t>Some text here</a:t>
          </a:r>
        </a:p>
        <a:p>
          <a:pPr marL="57150" lvl="1" indent="-57150" algn="l" defTabSz="444500">
            <a:lnSpc>
              <a:spcPct val="90000"/>
            </a:lnSpc>
            <a:spcBef>
              <a:spcPct val="0"/>
            </a:spcBef>
            <a:spcAft>
              <a:spcPct val="15000"/>
            </a:spcAft>
            <a:buChar char="•"/>
          </a:pPr>
          <a:r>
            <a:rPr lang="en-US" sz="1000" kern="1200" dirty="0">
              <a:solidFill>
                <a:schemeClr val="tx2"/>
              </a:solidFill>
            </a:rPr>
            <a:t>Some text here</a:t>
          </a:r>
        </a:p>
        <a:p>
          <a:pPr marL="57150" lvl="1" indent="-57150" algn="l" defTabSz="444500">
            <a:lnSpc>
              <a:spcPct val="90000"/>
            </a:lnSpc>
            <a:spcBef>
              <a:spcPct val="0"/>
            </a:spcBef>
            <a:spcAft>
              <a:spcPct val="15000"/>
            </a:spcAft>
            <a:buChar char="•"/>
          </a:pPr>
          <a:r>
            <a:rPr lang="en-US" sz="1000" kern="1200" dirty="0">
              <a:solidFill>
                <a:schemeClr val="tx2"/>
              </a:solidFill>
            </a:rPr>
            <a:t>Some text here</a:t>
          </a:r>
        </a:p>
      </dsp:txBody>
      <dsp:txXfrm>
        <a:off x="5130497" y="1279796"/>
        <a:ext cx="853198" cy="1706396"/>
      </dsp:txXfrm>
    </dsp:sp>
    <dsp:sp modelId="{0069A1E3-A968-47C1-97DE-7FABE47E1E2F}">
      <dsp:nvSpPr>
        <dsp:cNvPr id="0" name=""/>
        <dsp:cNvSpPr/>
      </dsp:nvSpPr>
      <dsp:spPr>
        <a:xfrm>
          <a:off x="2954842" y="2005015"/>
          <a:ext cx="2218314" cy="2218314"/>
        </a:xfrm>
        <a:prstGeom prst="ellipse">
          <a:avLst/>
        </a:prstGeom>
        <a:gradFill rotWithShape="0">
          <a:gsLst>
            <a:gs pos="0">
              <a:schemeClr val="accent4">
                <a:alpha val="50000"/>
                <a:hueOff val="0"/>
                <a:satOff val="0"/>
                <a:lumOff val="0"/>
                <a:alphaOff val="0"/>
                <a:shade val="51000"/>
                <a:satMod val="130000"/>
              </a:schemeClr>
            </a:gs>
            <a:gs pos="80000">
              <a:schemeClr val="accent4">
                <a:alpha val="50000"/>
                <a:hueOff val="0"/>
                <a:satOff val="0"/>
                <a:lumOff val="0"/>
                <a:alphaOff val="0"/>
                <a:shade val="93000"/>
                <a:satMod val="130000"/>
              </a:schemeClr>
            </a:gs>
            <a:gs pos="100000">
              <a:schemeClr val="accent4">
                <a:alpha val="50000"/>
                <a:hueOff val="0"/>
                <a:satOff val="0"/>
                <a:lumOff val="0"/>
                <a:alphaOff val="0"/>
                <a:shade val="94000"/>
                <a:satMod val="135000"/>
              </a:schemeClr>
            </a:gs>
          </a:gsLst>
          <a:lin ang="16200000" scaled="0"/>
        </a:gra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0" tIns="0" rIns="0" bIns="0" numCol="1" spcCol="1270" anchor="ctr" anchorCtr="1">
          <a:noAutofit/>
        </a:bodyPr>
        <a:lstStyle/>
        <a:p>
          <a:pPr marL="0" lvl="0" indent="0" algn="l" defTabSz="622300">
            <a:lnSpc>
              <a:spcPct val="90000"/>
            </a:lnSpc>
            <a:spcBef>
              <a:spcPct val="0"/>
            </a:spcBef>
            <a:spcAft>
              <a:spcPct val="35000"/>
            </a:spcAft>
            <a:buNone/>
          </a:pPr>
          <a:r>
            <a:rPr lang="en-US" sz="1400" kern="1200">
              <a:solidFill>
                <a:schemeClr val="tx2"/>
              </a:solidFill>
            </a:rPr>
            <a:t>Lorem Ipsum</a:t>
          </a:r>
          <a:endParaRPr lang="en-US" sz="1400" kern="1200" dirty="0">
            <a:solidFill>
              <a:schemeClr val="tx2"/>
            </a:solidFill>
          </a:endParaRPr>
        </a:p>
        <a:p>
          <a:pPr marL="57150" lvl="1" indent="-57150" algn="l" defTabSz="444500">
            <a:lnSpc>
              <a:spcPct val="90000"/>
            </a:lnSpc>
            <a:spcBef>
              <a:spcPct val="0"/>
            </a:spcBef>
            <a:spcAft>
              <a:spcPct val="15000"/>
            </a:spcAft>
            <a:buChar char="•"/>
          </a:pPr>
          <a:r>
            <a:rPr lang="en-US" sz="1000" kern="1200" dirty="0">
              <a:solidFill>
                <a:schemeClr val="tx2"/>
              </a:solidFill>
            </a:rPr>
            <a:t>Some text here</a:t>
          </a:r>
        </a:p>
        <a:p>
          <a:pPr marL="57150" lvl="1" indent="-57150" algn="l" defTabSz="444500">
            <a:lnSpc>
              <a:spcPct val="90000"/>
            </a:lnSpc>
            <a:spcBef>
              <a:spcPct val="0"/>
            </a:spcBef>
            <a:spcAft>
              <a:spcPct val="15000"/>
            </a:spcAft>
            <a:buChar char="•"/>
          </a:pPr>
          <a:r>
            <a:rPr lang="en-US" sz="1000" kern="1200" dirty="0">
              <a:solidFill>
                <a:schemeClr val="tx2"/>
              </a:solidFill>
            </a:rPr>
            <a:t>Some text here</a:t>
          </a:r>
        </a:p>
        <a:p>
          <a:pPr marL="57150" lvl="1" indent="-57150" algn="l" defTabSz="444500">
            <a:lnSpc>
              <a:spcPct val="90000"/>
            </a:lnSpc>
            <a:spcBef>
              <a:spcPct val="0"/>
            </a:spcBef>
            <a:spcAft>
              <a:spcPct val="15000"/>
            </a:spcAft>
            <a:buChar char="•"/>
          </a:pPr>
          <a:r>
            <a:rPr lang="en-US" sz="1000" kern="1200" dirty="0">
              <a:solidFill>
                <a:schemeClr val="tx2"/>
              </a:solidFill>
            </a:rPr>
            <a:t>Some text here</a:t>
          </a:r>
        </a:p>
      </dsp:txBody>
      <dsp:txXfrm>
        <a:off x="3210802" y="3220822"/>
        <a:ext cx="1706396" cy="703888"/>
      </dsp:txXfrm>
    </dsp:sp>
    <dsp:sp modelId="{2F3BB79C-0412-4C53-B2D1-2A27E857FE10}">
      <dsp:nvSpPr>
        <dsp:cNvPr id="0" name=""/>
        <dsp:cNvSpPr/>
      </dsp:nvSpPr>
      <dsp:spPr>
        <a:xfrm>
          <a:off x="1973664" y="1023837"/>
          <a:ext cx="2218314" cy="2218314"/>
        </a:xfrm>
        <a:prstGeom prst="ellipse">
          <a:avLst/>
        </a:prstGeom>
        <a:gradFill rotWithShape="0">
          <a:gsLst>
            <a:gs pos="0">
              <a:schemeClr val="accent5">
                <a:alpha val="50000"/>
                <a:hueOff val="0"/>
                <a:satOff val="0"/>
                <a:lumOff val="0"/>
                <a:alphaOff val="0"/>
                <a:shade val="51000"/>
                <a:satMod val="130000"/>
              </a:schemeClr>
            </a:gs>
            <a:gs pos="80000">
              <a:schemeClr val="accent5">
                <a:alpha val="50000"/>
                <a:hueOff val="0"/>
                <a:satOff val="0"/>
                <a:lumOff val="0"/>
                <a:alphaOff val="0"/>
                <a:shade val="93000"/>
                <a:satMod val="130000"/>
              </a:schemeClr>
            </a:gs>
            <a:gs pos="100000">
              <a:schemeClr val="accent5">
                <a:alpha val="50000"/>
                <a:hueOff val="0"/>
                <a:satOff val="0"/>
                <a:lumOff val="0"/>
                <a:alphaOff val="0"/>
                <a:shade val="94000"/>
                <a:satMod val="135000"/>
              </a:schemeClr>
            </a:gs>
          </a:gsLst>
          <a:lin ang="16200000" scaled="0"/>
        </a:gra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0" tIns="0" rIns="0" bIns="0" numCol="1" spcCol="1270" anchor="ctr" anchorCtr="1">
          <a:noAutofit/>
        </a:bodyPr>
        <a:lstStyle/>
        <a:p>
          <a:pPr marL="0" lvl="0" indent="0" algn="l" defTabSz="622300">
            <a:lnSpc>
              <a:spcPct val="90000"/>
            </a:lnSpc>
            <a:spcBef>
              <a:spcPct val="0"/>
            </a:spcBef>
            <a:spcAft>
              <a:spcPct val="35000"/>
            </a:spcAft>
            <a:buNone/>
          </a:pPr>
          <a:r>
            <a:rPr lang="en-US" sz="1400" kern="1200">
              <a:solidFill>
                <a:schemeClr val="tx2"/>
              </a:solidFill>
            </a:rPr>
            <a:t>Lorem Ipsum</a:t>
          </a:r>
          <a:endParaRPr lang="en-US" sz="1400" kern="1200" dirty="0">
            <a:solidFill>
              <a:schemeClr val="tx2"/>
            </a:solidFill>
          </a:endParaRPr>
        </a:p>
        <a:p>
          <a:pPr marL="57150" lvl="1" indent="-57150" algn="l" defTabSz="444500">
            <a:lnSpc>
              <a:spcPct val="90000"/>
            </a:lnSpc>
            <a:spcBef>
              <a:spcPct val="0"/>
            </a:spcBef>
            <a:spcAft>
              <a:spcPct val="15000"/>
            </a:spcAft>
            <a:buChar char="•"/>
          </a:pPr>
          <a:r>
            <a:rPr lang="en-US" sz="1000" kern="1200" dirty="0">
              <a:solidFill>
                <a:schemeClr val="tx2"/>
              </a:solidFill>
            </a:rPr>
            <a:t>Some text here</a:t>
          </a:r>
        </a:p>
        <a:p>
          <a:pPr marL="57150" lvl="1" indent="-57150" algn="l" defTabSz="444500">
            <a:lnSpc>
              <a:spcPct val="90000"/>
            </a:lnSpc>
            <a:spcBef>
              <a:spcPct val="0"/>
            </a:spcBef>
            <a:spcAft>
              <a:spcPct val="15000"/>
            </a:spcAft>
            <a:buChar char="•"/>
          </a:pPr>
          <a:r>
            <a:rPr lang="en-US" sz="1000" kern="1200" dirty="0">
              <a:solidFill>
                <a:schemeClr val="tx2"/>
              </a:solidFill>
            </a:rPr>
            <a:t>Some text here</a:t>
          </a:r>
        </a:p>
        <a:p>
          <a:pPr marL="57150" lvl="1" indent="-57150" algn="l" defTabSz="444500">
            <a:lnSpc>
              <a:spcPct val="90000"/>
            </a:lnSpc>
            <a:spcBef>
              <a:spcPct val="0"/>
            </a:spcBef>
            <a:spcAft>
              <a:spcPct val="15000"/>
            </a:spcAft>
            <a:buChar char="•"/>
          </a:pPr>
          <a:r>
            <a:rPr lang="en-US" sz="1000" kern="1200" dirty="0">
              <a:solidFill>
                <a:schemeClr val="tx2"/>
              </a:solidFill>
            </a:rPr>
            <a:t>Some text here</a:t>
          </a:r>
        </a:p>
      </dsp:txBody>
      <dsp:txXfrm>
        <a:off x="2144304" y="1279796"/>
        <a:ext cx="853198" cy="1706396"/>
      </dsp:txXfrm>
    </dsp:sp>
  </dsp:spTree>
</dsp:drawing>
</file>

<file path=ppt/diagrams/drawing1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41E8E3-F2DC-48FE-B8DB-BABB55C4BAF1}">
      <dsp:nvSpPr>
        <dsp:cNvPr id="0" name=""/>
        <dsp:cNvSpPr/>
      </dsp:nvSpPr>
      <dsp:spPr>
        <a:xfrm>
          <a:off x="2381" y="938401"/>
          <a:ext cx="2389187" cy="2389187"/>
        </a:xfrm>
        <a:prstGeom prst="ellipse">
          <a:avLst/>
        </a:prstGeom>
        <a:gradFill rotWithShape="0">
          <a:gsLst>
            <a:gs pos="0">
              <a:schemeClr val="accent2">
                <a:alpha val="50000"/>
                <a:hueOff val="0"/>
                <a:satOff val="0"/>
                <a:lumOff val="0"/>
                <a:alphaOff val="0"/>
                <a:shade val="51000"/>
                <a:satMod val="130000"/>
              </a:schemeClr>
            </a:gs>
            <a:gs pos="80000">
              <a:schemeClr val="accent2">
                <a:alpha val="50000"/>
                <a:hueOff val="0"/>
                <a:satOff val="0"/>
                <a:lumOff val="0"/>
                <a:alphaOff val="0"/>
                <a:shade val="93000"/>
                <a:satMod val="130000"/>
              </a:schemeClr>
            </a:gs>
            <a:gs pos="100000">
              <a:schemeClr val="accent2">
                <a:alpha val="50000"/>
                <a:hueOff val="0"/>
                <a:satOff val="0"/>
                <a:lumOff val="0"/>
                <a:alphaOff val="0"/>
                <a:shade val="94000"/>
                <a:satMod val="135000"/>
              </a:schemeClr>
            </a:gs>
          </a:gsLst>
          <a:lin ang="16200000" scaled="0"/>
        </a:gra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131485" tIns="26670" rIns="131485" bIns="26670" numCol="1" spcCol="1270" anchor="ctr" anchorCtr="1">
          <a:noAutofit/>
        </a:bodyPr>
        <a:lstStyle/>
        <a:p>
          <a:pPr marL="0" lvl="0" indent="0" algn="l" defTabSz="933450">
            <a:lnSpc>
              <a:spcPct val="90000"/>
            </a:lnSpc>
            <a:spcBef>
              <a:spcPct val="0"/>
            </a:spcBef>
            <a:spcAft>
              <a:spcPct val="35000"/>
            </a:spcAft>
            <a:buNone/>
          </a:pPr>
          <a:r>
            <a:rPr lang="en-US" sz="2100" kern="1200" dirty="0">
              <a:solidFill>
                <a:schemeClr val="tx2"/>
              </a:solidFill>
            </a:rPr>
            <a:t>Lorem Ipsum</a:t>
          </a:r>
        </a:p>
        <a:p>
          <a:pPr marL="171450" lvl="1" indent="-171450" algn="l" defTabSz="711200">
            <a:lnSpc>
              <a:spcPct val="90000"/>
            </a:lnSpc>
            <a:spcBef>
              <a:spcPct val="0"/>
            </a:spcBef>
            <a:spcAft>
              <a:spcPct val="15000"/>
            </a:spcAft>
            <a:buChar char="•"/>
          </a:pPr>
          <a:r>
            <a:rPr lang="en-US" sz="1600" kern="1200" dirty="0">
              <a:solidFill>
                <a:schemeClr val="tx2"/>
              </a:solidFill>
            </a:rPr>
            <a:t>Some text here</a:t>
          </a:r>
        </a:p>
        <a:p>
          <a:pPr marL="171450" lvl="1" indent="-171450" algn="l" defTabSz="711200">
            <a:lnSpc>
              <a:spcPct val="90000"/>
            </a:lnSpc>
            <a:spcBef>
              <a:spcPct val="0"/>
            </a:spcBef>
            <a:spcAft>
              <a:spcPct val="15000"/>
            </a:spcAft>
            <a:buChar char="•"/>
          </a:pPr>
          <a:r>
            <a:rPr lang="en-US" sz="1600" kern="1200" dirty="0">
              <a:solidFill>
                <a:schemeClr val="tx2"/>
              </a:solidFill>
            </a:rPr>
            <a:t>Some text here</a:t>
          </a:r>
        </a:p>
        <a:p>
          <a:pPr marL="171450" lvl="1" indent="-171450" algn="l" defTabSz="711200">
            <a:lnSpc>
              <a:spcPct val="90000"/>
            </a:lnSpc>
            <a:spcBef>
              <a:spcPct val="0"/>
            </a:spcBef>
            <a:spcAft>
              <a:spcPct val="15000"/>
            </a:spcAft>
            <a:buChar char="•"/>
          </a:pPr>
          <a:r>
            <a:rPr lang="en-US" sz="1600" kern="1200" dirty="0">
              <a:solidFill>
                <a:schemeClr val="tx2"/>
              </a:solidFill>
            </a:rPr>
            <a:t>Some text here</a:t>
          </a:r>
        </a:p>
      </dsp:txBody>
      <dsp:txXfrm>
        <a:off x="352269" y="1288289"/>
        <a:ext cx="1689411" cy="1689411"/>
      </dsp:txXfrm>
    </dsp:sp>
    <dsp:sp modelId="{E8C547DD-E668-4A3C-829E-AF9075B83A2E}">
      <dsp:nvSpPr>
        <dsp:cNvPr id="0" name=""/>
        <dsp:cNvSpPr/>
      </dsp:nvSpPr>
      <dsp:spPr>
        <a:xfrm>
          <a:off x="1913731" y="938401"/>
          <a:ext cx="2389187" cy="2389187"/>
        </a:xfrm>
        <a:prstGeom prst="ellipse">
          <a:avLst/>
        </a:prstGeom>
        <a:gradFill rotWithShape="0">
          <a:gsLst>
            <a:gs pos="0">
              <a:schemeClr val="accent3">
                <a:alpha val="50000"/>
                <a:hueOff val="0"/>
                <a:satOff val="0"/>
                <a:lumOff val="0"/>
                <a:alphaOff val="0"/>
                <a:shade val="51000"/>
                <a:satMod val="130000"/>
              </a:schemeClr>
            </a:gs>
            <a:gs pos="80000">
              <a:schemeClr val="accent3">
                <a:alpha val="50000"/>
                <a:hueOff val="0"/>
                <a:satOff val="0"/>
                <a:lumOff val="0"/>
                <a:alphaOff val="0"/>
                <a:shade val="93000"/>
                <a:satMod val="130000"/>
              </a:schemeClr>
            </a:gs>
            <a:gs pos="100000">
              <a:schemeClr val="accent3">
                <a:alpha val="50000"/>
                <a:hueOff val="0"/>
                <a:satOff val="0"/>
                <a:lumOff val="0"/>
                <a:alphaOff val="0"/>
                <a:shade val="94000"/>
                <a:satMod val="135000"/>
              </a:schemeClr>
            </a:gs>
          </a:gsLst>
          <a:lin ang="16200000" scaled="0"/>
        </a:gra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131485" tIns="26670" rIns="131485" bIns="26670" numCol="1" spcCol="1270" anchor="ctr" anchorCtr="1">
          <a:noAutofit/>
        </a:bodyPr>
        <a:lstStyle/>
        <a:p>
          <a:pPr marL="0" lvl="0" indent="0" algn="l" defTabSz="933450">
            <a:lnSpc>
              <a:spcPct val="90000"/>
            </a:lnSpc>
            <a:spcBef>
              <a:spcPct val="0"/>
            </a:spcBef>
            <a:spcAft>
              <a:spcPct val="35000"/>
            </a:spcAft>
            <a:buNone/>
          </a:pPr>
          <a:r>
            <a:rPr lang="en-US" sz="2100" kern="1200" dirty="0">
              <a:solidFill>
                <a:schemeClr val="tx2"/>
              </a:solidFill>
            </a:rPr>
            <a:t>Lorem Ipsum</a:t>
          </a:r>
        </a:p>
        <a:p>
          <a:pPr marL="171450" lvl="1" indent="-171450" algn="l" defTabSz="711200">
            <a:lnSpc>
              <a:spcPct val="90000"/>
            </a:lnSpc>
            <a:spcBef>
              <a:spcPct val="0"/>
            </a:spcBef>
            <a:spcAft>
              <a:spcPct val="15000"/>
            </a:spcAft>
            <a:buChar char="•"/>
          </a:pPr>
          <a:r>
            <a:rPr lang="en-US" sz="1600" kern="1200" dirty="0">
              <a:solidFill>
                <a:schemeClr val="tx2"/>
              </a:solidFill>
            </a:rPr>
            <a:t>Some text here</a:t>
          </a:r>
        </a:p>
        <a:p>
          <a:pPr marL="171450" lvl="1" indent="-171450" algn="l" defTabSz="711200">
            <a:lnSpc>
              <a:spcPct val="90000"/>
            </a:lnSpc>
            <a:spcBef>
              <a:spcPct val="0"/>
            </a:spcBef>
            <a:spcAft>
              <a:spcPct val="15000"/>
            </a:spcAft>
            <a:buChar char="•"/>
          </a:pPr>
          <a:r>
            <a:rPr lang="en-US" sz="1600" kern="1200" dirty="0">
              <a:solidFill>
                <a:schemeClr val="tx2"/>
              </a:solidFill>
            </a:rPr>
            <a:t>Some text here</a:t>
          </a:r>
        </a:p>
        <a:p>
          <a:pPr marL="171450" lvl="1" indent="-171450" algn="l" defTabSz="711200">
            <a:lnSpc>
              <a:spcPct val="90000"/>
            </a:lnSpc>
            <a:spcBef>
              <a:spcPct val="0"/>
            </a:spcBef>
            <a:spcAft>
              <a:spcPct val="15000"/>
            </a:spcAft>
            <a:buChar char="•"/>
          </a:pPr>
          <a:r>
            <a:rPr lang="en-US" sz="1600" kern="1200" dirty="0">
              <a:solidFill>
                <a:schemeClr val="tx2"/>
              </a:solidFill>
            </a:rPr>
            <a:t>Some text here</a:t>
          </a:r>
        </a:p>
      </dsp:txBody>
      <dsp:txXfrm>
        <a:off x="2263619" y="1288289"/>
        <a:ext cx="1689411" cy="1689411"/>
      </dsp:txXfrm>
    </dsp:sp>
    <dsp:sp modelId="{05B8BB52-968D-4723-A65D-9E190D9B6E95}">
      <dsp:nvSpPr>
        <dsp:cNvPr id="0" name=""/>
        <dsp:cNvSpPr/>
      </dsp:nvSpPr>
      <dsp:spPr>
        <a:xfrm>
          <a:off x="3825081" y="938401"/>
          <a:ext cx="2389187" cy="2389187"/>
        </a:xfrm>
        <a:prstGeom prst="ellipse">
          <a:avLst/>
        </a:prstGeom>
        <a:gradFill rotWithShape="0">
          <a:gsLst>
            <a:gs pos="0">
              <a:schemeClr val="accent4">
                <a:alpha val="50000"/>
                <a:hueOff val="0"/>
                <a:satOff val="0"/>
                <a:lumOff val="0"/>
                <a:alphaOff val="0"/>
                <a:shade val="51000"/>
                <a:satMod val="130000"/>
              </a:schemeClr>
            </a:gs>
            <a:gs pos="80000">
              <a:schemeClr val="accent4">
                <a:alpha val="50000"/>
                <a:hueOff val="0"/>
                <a:satOff val="0"/>
                <a:lumOff val="0"/>
                <a:alphaOff val="0"/>
                <a:shade val="93000"/>
                <a:satMod val="130000"/>
              </a:schemeClr>
            </a:gs>
            <a:gs pos="100000">
              <a:schemeClr val="accent4">
                <a:alpha val="50000"/>
                <a:hueOff val="0"/>
                <a:satOff val="0"/>
                <a:lumOff val="0"/>
                <a:alphaOff val="0"/>
                <a:shade val="94000"/>
                <a:satMod val="135000"/>
              </a:schemeClr>
            </a:gs>
          </a:gsLst>
          <a:lin ang="16200000" scaled="0"/>
        </a:gra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131485" tIns="26670" rIns="131485" bIns="26670" numCol="1" spcCol="1270" anchor="ctr" anchorCtr="1">
          <a:noAutofit/>
        </a:bodyPr>
        <a:lstStyle/>
        <a:p>
          <a:pPr marL="0" lvl="0" indent="0" algn="l" defTabSz="933450">
            <a:lnSpc>
              <a:spcPct val="90000"/>
            </a:lnSpc>
            <a:spcBef>
              <a:spcPct val="0"/>
            </a:spcBef>
            <a:spcAft>
              <a:spcPct val="35000"/>
            </a:spcAft>
            <a:buNone/>
          </a:pPr>
          <a:r>
            <a:rPr lang="en-US" sz="2100" kern="1200">
              <a:solidFill>
                <a:schemeClr val="tx2"/>
              </a:solidFill>
            </a:rPr>
            <a:t>Lorem Ipsum</a:t>
          </a:r>
          <a:endParaRPr lang="en-US" sz="2100" kern="1200" dirty="0">
            <a:solidFill>
              <a:schemeClr val="tx2"/>
            </a:solidFill>
          </a:endParaRPr>
        </a:p>
        <a:p>
          <a:pPr marL="171450" lvl="1" indent="-171450" algn="l" defTabSz="711200">
            <a:lnSpc>
              <a:spcPct val="90000"/>
            </a:lnSpc>
            <a:spcBef>
              <a:spcPct val="0"/>
            </a:spcBef>
            <a:spcAft>
              <a:spcPct val="15000"/>
            </a:spcAft>
            <a:buChar char="•"/>
          </a:pPr>
          <a:r>
            <a:rPr lang="en-US" sz="1600" kern="1200" dirty="0">
              <a:solidFill>
                <a:schemeClr val="tx2"/>
              </a:solidFill>
            </a:rPr>
            <a:t>Some text here</a:t>
          </a:r>
        </a:p>
        <a:p>
          <a:pPr marL="171450" lvl="1" indent="-171450" algn="l" defTabSz="711200">
            <a:lnSpc>
              <a:spcPct val="90000"/>
            </a:lnSpc>
            <a:spcBef>
              <a:spcPct val="0"/>
            </a:spcBef>
            <a:spcAft>
              <a:spcPct val="15000"/>
            </a:spcAft>
            <a:buChar char="•"/>
          </a:pPr>
          <a:r>
            <a:rPr lang="en-US" sz="1600" kern="1200" dirty="0">
              <a:solidFill>
                <a:schemeClr val="tx2"/>
              </a:solidFill>
            </a:rPr>
            <a:t>Some text here</a:t>
          </a:r>
        </a:p>
        <a:p>
          <a:pPr marL="171450" lvl="1" indent="-171450" algn="l" defTabSz="711200">
            <a:lnSpc>
              <a:spcPct val="90000"/>
            </a:lnSpc>
            <a:spcBef>
              <a:spcPct val="0"/>
            </a:spcBef>
            <a:spcAft>
              <a:spcPct val="15000"/>
            </a:spcAft>
            <a:buChar char="•"/>
          </a:pPr>
          <a:r>
            <a:rPr lang="en-US" sz="1600" kern="1200" dirty="0">
              <a:solidFill>
                <a:schemeClr val="tx2"/>
              </a:solidFill>
            </a:rPr>
            <a:t>Some text here</a:t>
          </a:r>
        </a:p>
      </dsp:txBody>
      <dsp:txXfrm>
        <a:off x="4174969" y="1288289"/>
        <a:ext cx="1689411" cy="1689411"/>
      </dsp:txXfrm>
    </dsp:sp>
    <dsp:sp modelId="{A51985FB-4B06-4AD0-BDC3-DCEA7F415993}">
      <dsp:nvSpPr>
        <dsp:cNvPr id="0" name=""/>
        <dsp:cNvSpPr/>
      </dsp:nvSpPr>
      <dsp:spPr>
        <a:xfrm>
          <a:off x="5736431" y="938401"/>
          <a:ext cx="2389187" cy="2389187"/>
        </a:xfrm>
        <a:prstGeom prst="ellipse">
          <a:avLst/>
        </a:prstGeom>
        <a:gradFill rotWithShape="0">
          <a:gsLst>
            <a:gs pos="0">
              <a:schemeClr val="accent5">
                <a:alpha val="50000"/>
                <a:hueOff val="0"/>
                <a:satOff val="0"/>
                <a:lumOff val="0"/>
                <a:alphaOff val="0"/>
                <a:shade val="51000"/>
                <a:satMod val="130000"/>
              </a:schemeClr>
            </a:gs>
            <a:gs pos="80000">
              <a:schemeClr val="accent5">
                <a:alpha val="50000"/>
                <a:hueOff val="0"/>
                <a:satOff val="0"/>
                <a:lumOff val="0"/>
                <a:alphaOff val="0"/>
                <a:shade val="93000"/>
                <a:satMod val="130000"/>
              </a:schemeClr>
            </a:gs>
            <a:gs pos="100000">
              <a:schemeClr val="accent5">
                <a:alpha val="50000"/>
                <a:hueOff val="0"/>
                <a:satOff val="0"/>
                <a:lumOff val="0"/>
                <a:alphaOff val="0"/>
                <a:shade val="94000"/>
                <a:satMod val="135000"/>
              </a:schemeClr>
            </a:gs>
          </a:gsLst>
          <a:lin ang="16200000" scaled="0"/>
        </a:gra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131485" tIns="26670" rIns="131485" bIns="26670" numCol="1" spcCol="1270" anchor="ctr" anchorCtr="1">
          <a:noAutofit/>
        </a:bodyPr>
        <a:lstStyle/>
        <a:p>
          <a:pPr marL="0" lvl="0" indent="0" algn="l" defTabSz="933450">
            <a:lnSpc>
              <a:spcPct val="90000"/>
            </a:lnSpc>
            <a:spcBef>
              <a:spcPct val="0"/>
            </a:spcBef>
            <a:spcAft>
              <a:spcPct val="35000"/>
            </a:spcAft>
            <a:buNone/>
          </a:pPr>
          <a:r>
            <a:rPr lang="en-US" sz="2100" kern="1200">
              <a:solidFill>
                <a:schemeClr val="tx2"/>
              </a:solidFill>
            </a:rPr>
            <a:t>Lorem Ipsum</a:t>
          </a:r>
          <a:endParaRPr lang="en-US" sz="2100" kern="1200" dirty="0">
            <a:solidFill>
              <a:schemeClr val="tx2"/>
            </a:solidFill>
          </a:endParaRPr>
        </a:p>
        <a:p>
          <a:pPr marL="171450" lvl="1" indent="-171450" algn="l" defTabSz="711200">
            <a:lnSpc>
              <a:spcPct val="90000"/>
            </a:lnSpc>
            <a:spcBef>
              <a:spcPct val="0"/>
            </a:spcBef>
            <a:spcAft>
              <a:spcPct val="15000"/>
            </a:spcAft>
            <a:buChar char="•"/>
          </a:pPr>
          <a:r>
            <a:rPr lang="en-US" sz="1600" kern="1200" dirty="0">
              <a:solidFill>
                <a:schemeClr val="tx2"/>
              </a:solidFill>
            </a:rPr>
            <a:t>Some text here</a:t>
          </a:r>
        </a:p>
        <a:p>
          <a:pPr marL="171450" lvl="1" indent="-171450" algn="l" defTabSz="711200">
            <a:lnSpc>
              <a:spcPct val="90000"/>
            </a:lnSpc>
            <a:spcBef>
              <a:spcPct val="0"/>
            </a:spcBef>
            <a:spcAft>
              <a:spcPct val="15000"/>
            </a:spcAft>
            <a:buChar char="•"/>
          </a:pPr>
          <a:r>
            <a:rPr lang="en-US" sz="1600" kern="1200" dirty="0">
              <a:solidFill>
                <a:schemeClr val="tx2"/>
              </a:solidFill>
            </a:rPr>
            <a:t>Some text here</a:t>
          </a:r>
        </a:p>
        <a:p>
          <a:pPr marL="171450" lvl="1" indent="-171450" algn="l" defTabSz="711200">
            <a:lnSpc>
              <a:spcPct val="90000"/>
            </a:lnSpc>
            <a:spcBef>
              <a:spcPct val="0"/>
            </a:spcBef>
            <a:spcAft>
              <a:spcPct val="15000"/>
            </a:spcAft>
            <a:buChar char="•"/>
          </a:pPr>
          <a:r>
            <a:rPr lang="en-US" sz="1600" kern="1200" dirty="0">
              <a:solidFill>
                <a:schemeClr val="tx2"/>
              </a:solidFill>
            </a:rPr>
            <a:t>Some text here</a:t>
          </a:r>
        </a:p>
      </dsp:txBody>
      <dsp:txXfrm>
        <a:off x="6086319" y="1288289"/>
        <a:ext cx="1689411" cy="1689411"/>
      </dsp:txXfrm>
    </dsp:sp>
  </dsp:spTree>
</dsp:drawing>
</file>

<file path=ppt/diagrams/drawing1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FC41D9-D5C6-49E1-9B96-B8E8FBCCF82F}">
      <dsp:nvSpPr>
        <dsp:cNvPr id="0" name=""/>
        <dsp:cNvSpPr/>
      </dsp:nvSpPr>
      <dsp:spPr>
        <a:xfrm>
          <a:off x="1931005" y="0"/>
          <a:ext cx="4265990" cy="4265990"/>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a:t>Lorem Ipsum</a:t>
          </a:r>
        </a:p>
      </dsp:txBody>
      <dsp:txXfrm>
        <a:off x="3467614" y="213299"/>
        <a:ext cx="1192770" cy="639898"/>
      </dsp:txXfrm>
    </dsp:sp>
    <dsp:sp modelId="{F9FB2F4B-0224-4C33-82C7-B1E17952B325}">
      <dsp:nvSpPr>
        <dsp:cNvPr id="0" name=""/>
        <dsp:cNvSpPr/>
      </dsp:nvSpPr>
      <dsp:spPr>
        <a:xfrm>
          <a:off x="2357604" y="853197"/>
          <a:ext cx="3412792" cy="3412792"/>
        </a:xfrm>
        <a:prstGeom prst="ellipse">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a:t>Lorem Ipsum</a:t>
          </a:r>
        </a:p>
      </dsp:txBody>
      <dsp:txXfrm>
        <a:off x="3467614" y="1057965"/>
        <a:ext cx="1192770" cy="614302"/>
      </dsp:txXfrm>
    </dsp:sp>
    <dsp:sp modelId="{6201655A-0FE0-42B9-AA34-2790BF97D596}">
      <dsp:nvSpPr>
        <dsp:cNvPr id="0" name=""/>
        <dsp:cNvSpPr/>
      </dsp:nvSpPr>
      <dsp:spPr>
        <a:xfrm>
          <a:off x="2784203" y="1706395"/>
          <a:ext cx="2559594" cy="2559594"/>
        </a:xfrm>
        <a:prstGeom prst="ellipse">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a:t>Lorem Ipsum</a:t>
          </a:r>
        </a:p>
      </dsp:txBody>
      <dsp:txXfrm>
        <a:off x="3467614" y="1898365"/>
        <a:ext cx="1192770" cy="575908"/>
      </dsp:txXfrm>
    </dsp:sp>
    <dsp:sp modelId="{985EE765-5E7A-4C75-B6A0-350188B8C303}">
      <dsp:nvSpPr>
        <dsp:cNvPr id="0" name=""/>
        <dsp:cNvSpPr/>
      </dsp:nvSpPr>
      <dsp:spPr>
        <a:xfrm>
          <a:off x="3210802" y="2559593"/>
          <a:ext cx="1706396" cy="1706396"/>
        </a:xfrm>
        <a:prstGeom prst="ellipse">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a:t>Lorem Ipsum</a:t>
          </a:r>
        </a:p>
      </dsp:txBody>
      <dsp:txXfrm>
        <a:off x="3460697" y="2986192"/>
        <a:ext cx="1206604" cy="853198"/>
      </dsp:txXfrm>
    </dsp:sp>
  </dsp:spTree>
</dsp:drawing>
</file>

<file path=ppt/diagrams/drawing1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466EC6-31DD-4CAB-9FC8-154C1AAA4E91}">
      <dsp:nvSpPr>
        <dsp:cNvPr id="0" name=""/>
        <dsp:cNvSpPr/>
      </dsp:nvSpPr>
      <dsp:spPr>
        <a:xfrm>
          <a:off x="152087" y="0"/>
          <a:ext cx="2559173" cy="2559167"/>
        </a:xfrm>
        <a:prstGeom prst="ellipse">
          <a:avLst/>
        </a:prstGeom>
        <a:gradFill rotWithShape="0">
          <a:gsLst>
            <a:gs pos="0">
              <a:schemeClr val="accent2">
                <a:alpha val="50000"/>
                <a:hueOff val="0"/>
                <a:satOff val="0"/>
                <a:lumOff val="0"/>
                <a:alphaOff val="0"/>
                <a:shade val="51000"/>
                <a:satMod val="130000"/>
              </a:schemeClr>
            </a:gs>
            <a:gs pos="80000">
              <a:schemeClr val="accent2">
                <a:alpha val="50000"/>
                <a:hueOff val="0"/>
                <a:satOff val="0"/>
                <a:lumOff val="0"/>
                <a:alphaOff val="0"/>
                <a:shade val="93000"/>
                <a:satMod val="130000"/>
              </a:schemeClr>
            </a:gs>
            <a:gs pos="100000">
              <a:schemeClr val="accent2">
                <a:alpha val="50000"/>
                <a:hueOff val="0"/>
                <a:satOff val="0"/>
                <a:lumOff val="0"/>
                <a:alphaOff val="0"/>
                <a:shade val="94000"/>
                <a:satMod val="135000"/>
              </a:schemeClr>
            </a:gs>
          </a:gsLst>
          <a:lin ang="16200000" scaled="0"/>
        </a:gra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kern="1200" dirty="0">
              <a:solidFill>
                <a:schemeClr val="tx2"/>
              </a:solidFill>
            </a:rPr>
            <a:t>Lorem Ipsum</a:t>
          </a:r>
        </a:p>
        <a:p>
          <a:pPr marL="171450" lvl="1" indent="-171450" algn="l" defTabSz="800100">
            <a:lnSpc>
              <a:spcPct val="90000"/>
            </a:lnSpc>
            <a:spcBef>
              <a:spcPct val="0"/>
            </a:spcBef>
            <a:spcAft>
              <a:spcPct val="15000"/>
            </a:spcAft>
            <a:buChar char="•"/>
          </a:pPr>
          <a:r>
            <a:rPr lang="en-US" sz="1800" kern="1200" dirty="0">
              <a:solidFill>
                <a:schemeClr val="tx2"/>
              </a:solidFill>
            </a:rPr>
            <a:t>Some text here</a:t>
          </a:r>
        </a:p>
        <a:p>
          <a:pPr marL="171450" lvl="1" indent="-171450" algn="l" defTabSz="800100">
            <a:lnSpc>
              <a:spcPct val="90000"/>
            </a:lnSpc>
            <a:spcBef>
              <a:spcPct val="0"/>
            </a:spcBef>
            <a:spcAft>
              <a:spcPct val="15000"/>
            </a:spcAft>
            <a:buChar char="•"/>
          </a:pPr>
          <a:r>
            <a:rPr lang="en-US" sz="1800" kern="1200" dirty="0">
              <a:solidFill>
                <a:schemeClr val="tx2"/>
              </a:solidFill>
            </a:rPr>
            <a:t>Some text here</a:t>
          </a:r>
        </a:p>
        <a:p>
          <a:pPr marL="171450" lvl="1" indent="-171450" algn="l" defTabSz="800100">
            <a:lnSpc>
              <a:spcPct val="90000"/>
            </a:lnSpc>
            <a:spcBef>
              <a:spcPct val="0"/>
            </a:spcBef>
            <a:spcAft>
              <a:spcPct val="15000"/>
            </a:spcAft>
            <a:buChar char="•"/>
          </a:pPr>
          <a:r>
            <a:rPr lang="en-US" sz="1800" kern="1200" dirty="0">
              <a:solidFill>
                <a:schemeClr val="tx2"/>
              </a:solidFill>
            </a:rPr>
            <a:t>Some text here</a:t>
          </a:r>
        </a:p>
      </dsp:txBody>
      <dsp:txXfrm>
        <a:off x="526869" y="374781"/>
        <a:ext cx="1809609" cy="1809605"/>
      </dsp:txXfrm>
    </dsp:sp>
    <dsp:sp modelId="{89AA0001-53DF-4E74-BA55-C8324EBB5F27}">
      <dsp:nvSpPr>
        <dsp:cNvPr id="0" name=""/>
        <dsp:cNvSpPr/>
      </dsp:nvSpPr>
      <dsp:spPr>
        <a:xfrm>
          <a:off x="1468054" y="1706822"/>
          <a:ext cx="2559173" cy="2559167"/>
        </a:xfrm>
        <a:prstGeom prst="ellipse">
          <a:avLst/>
        </a:prstGeom>
        <a:gradFill rotWithShape="0">
          <a:gsLst>
            <a:gs pos="0">
              <a:schemeClr val="accent3">
                <a:alpha val="50000"/>
                <a:hueOff val="0"/>
                <a:satOff val="0"/>
                <a:lumOff val="0"/>
                <a:alphaOff val="0"/>
                <a:shade val="51000"/>
                <a:satMod val="130000"/>
              </a:schemeClr>
            </a:gs>
            <a:gs pos="80000">
              <a:schemeClr val="accent3">
                <a:alpha val="50000"/>
                <a:hueOff val="0"/>
                <a:satOff val="0"/>
                <a:lumOff val="0"/>
                <a:alphaOff val="0"/>
                <a:shade val="93000"/>
                <a:satMod val="130000"/>
              </a:schemeClr>
            </a:gs>
            <a:gs pos="100000">
              <a:schemeClr val="accent3">
                <a:alpha val="50000"/>
                <a:hueOff val="0"/>
                <a:satOff val="0"/>
                <a:lumOff val="0"/>
                <a:alphaOff val="0"/>
                <a:shade val="94000"/>
                <a:satMod val="135000"/>
              </a:schemeClr>
            </a:gs>
          </a:gsLst>
          <a:lin ang="16200000" scaled="0"/>
        </a:gra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kern="1200" dirty="0">
              <a:solidFill>
                <a:schemeClr val="tx2"/>
              </a:solidFill>
            </a:rPr>
            <a:t>Lorem Ipsum</a:t>
          </a:r>
        </a:p>
        <a:p>
          <a:pPr marL="171450" lvl="1" indent="-171450" algn="l" defTabSz="800100">
            <a:lnSpc>
              <a:spcPct val="90000"/>
            </a:lnSpc>
            <a:spcBef>
              <a:spcPct val="0"/>
            </a:spcBef>
            <a:spcAft>
              <a:spcPct val="15000"/>
            </a:spcAft>
            <a:buChar char="•"/>
          </a:pPr>
          <a:r>
            <a:rPr lang="en-US" sz="1800" kern="1200" dirty="0">
              <a:solidFill>
                <a:schemeClr val="tx2"/>
              </a:solidFill>
            </a:rPr>
            <a:t>Some text here</a:t>
          </a:r>
        </a:p>
        <a:p>
          <a:pPr marL="171450" lvl="1" indent="-171450" algn="l" defTabSz="800100">
            <a:lnSpc>
              <a:spcPct val="90000"/>
            </a:lnSpc>
            <a:spcBef>
              <a:spcPct val="0"/>
            </a:spcBef>
            <a:spcAft>
              <a:spcPct val="15000"/>
            </a:spcAft>
            <a:buChar char="•"/>
          </a:pPr>
          <a:r>
            <a:rPr lang="en-US" sz="1800" kern="1200" dirty="0">
              <a:solidFill>
                <a:schemeClr val="tx2"/>
              </a:solidFill>
            </a:rPr>
            <a:t>Some text here</a:t>
          </a:r>
        </a:p>
        <a:p>
          <a:pPr marL="171450" lvl="1" indent="-171450" algn="l" defTabSz="800100">
            <a:lnSpc>
              <a:spcPct val="90000"/>
            </a:lnSpc>
            <a:spcBef>
              <a:spcPct val="0"/>
            </a:spcBef>
            <a:spcAft>
              <a:spcPct val="15000"/>
            </a:spcAft>
            <a:buChar char="•"/>
          </a:pPr>
          <a:r>
            <a:rPr lang="en-US" sz="1800" kern="1200" dirty="0">
              <a:solidFill>
                <a:schemeClr val="tx2"/>
              </a:solidFill>
            </a:rPr>
            <a:t>Some text here</a:t>
          </a:r>
        </a:p>
      </dsp:txBody>
      <dsp:txXfrm>
        <a:off x="1842836" y="2081603"/>
        <a:ext cx="1809609" cy="1809605"/>
      </dsp:txXfrm>
    </dsp:sp>
    <dsp:sp modelId="{7EE7E7DC-AA37-4BF4-8B05-59860A2202AA}">
      <dsp:nvSpPr>
        <dsp:cNvPr id="0" name=""/>
        <dsp:cNvSpPr/>
      </dsp:nvSpPr>
      <dsp:spPr>
        <a:xfrm>
          <a:off x="2784804" y="0"/>
          <a:ext cx="2559173" cy="2559167"/>
        </a:xfrm>
        <a:prstGeom prst="ellipse">
          <a:avLst/>
        </a:prstGeom>
        <a:gradFill rotWithShape="0">
          <a:gsLst>
            <a:gs pos="0">
              <a:schemeClr val="accent4">
                <a:alpha val="50000"/>
                <a:hueOff val="0"/>
                <a:satOff val="0"/>
                <a:lumOff val="0"/>
                <a:alphaOff val="0"/>
                <a:shade val="51000"/>
                <a:satMod val="130000"/>
              </a:schemeClr>
            </a:gs>
            <a:gs pos="80000">
              <a:schemeClr val="accent4">
                <a:alpha val="50000"/>
                <a:hueOff val="0"/>
                <a:satOff val="0"/>
                <a:lumOff val="0"/>
                <a:alphaOff val="0"/>
                <a:shade val="93000"/>
                <a:satMod val="130000"/>
              </a:schemeClr>
            </a:gs>
            <a:gs pos="100000">
              <a:schemeClr val="accent4">
                <a:alpha val="50000"/>
                <a:hueOff val="0"/>
                <a:satOff val="0"/>
                <a:lumOff val="0"/>
                <a:alphaOff val="0"/>
                <a:shade val="94000"/>
                <a:satMod val="135000"/>
              </a:schemeClr>
            </a:gs>
          </a:gsLst>
          <a:lin ang="16200000" scaled="0"/>
        </a:gra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kern="1200">
              <a:solidFill>
                <a:schemeClr val="tx2"/>
              </a:solidFill>
            </a:rPr>
            <a:t>Lorem Ipsum</a:t>
          </a:r>
          <a:endParaRPr lang="en-US" sz="2300" kern="1200" dirty="0">
            <a:solidFill>
              <a:schemeClr val="tx2"/>
            </a:solidFill>
          </a:endParaRPr>
        </a:p>
        <a:p>
          <a:pPr marL="171450" lvl="1" indent="-171450" algn="l" defTabSz="800100">
            <a:lnSpc>
              <a:spcPct val="90000"/>
            </a:lnSpc>
            <a:spcBef>
              <a:spcPct val="0"/>
            </a:spcBef>
            <a:spcAft>
              <a:spcPct val="15000"/>
            </a:spcAft>
            <a:buChar char="•"/>
          </a:pPr>
          <a:r>
            <a:rPr lang="en-US" sz="1800" kern="1200" dirty="0">
              <a:solidFill>
                <a:schemeClr val="tx2"/>
              </a:solidFill>
            </a:rPr>
            <a:t>Some text here</a:t>
          </a:r>
        </a:p>
        <a:p>
          <a:pPr marL="171450" lvl="1" indent="-171450" algn="l" defTabSz="800100">
            <a:lnSpc>
              <a:spcPct val="90000"/>
            </a:lnSpc>
            <a:spcBef>
              <a:spcPct val="0"/>
            </a:spcBef>
            <a:spcAft>
              <a:spcPct val="15000"/>
            </a:spcAft>
            <a:buChar char="•"/>
          </a:pPr>
          <a:r>
            <a:rPr lang="en-US" sz="1800" kern="1200" dirty="0">
              <a:solidFill>
                <a:schemeClr val="tx2"/>
              </a:solidFill>
            </a:rPr>
            <a:t>Some text here</a:t>
          </a:r>
        </a:p>
        <a:p>
          <a:pPr marL="171450" lvl="1" indent="-171450" algn="l" defTabSz="800100">
            <a:lnSpc>
              <a:spcPct val="90000"/>
            </a:lnSpc>
            <a:spcBef>
              <a:spcPct val="0"/>
            </a:spcBef>
            <a:spcAft>
              <a:spcPct val="15000"/>
            </a:spcAft>
            <a:buChar char="•"/>
          </a:pPr>
          <a:r>
            <a:rPr lang="en-US" sz="1800" kern="1200" dirty="0">
              <a:solidFill>
                <a:schemeClr val="tx2"/>
              </a:solidFill>
            </a:rPr>
            <a:t>Some text here</a:t>
          </a:r>
        </a:p>
      </dsp:txBody>
      <dsp:txXfrm>
        <a:off x="3159586" y="374781"/>
        <a:ext cx="1809609" cy="1809605"/>
      </dsp:txXfrm>
    </dsp:sp>
    <dsp:sp modelId="{61B7D573-077C-4A72-A053-42A3061B5CCC}">
      <dsp:nvSpPr>
        <dsp:cNvPr id="0" name=""/>
        <dsp:cNvSpPr/>
      </dsp:nvSpPr>
      <dsp:spPr>
        <a:xfrm>
          <a:off x="4100771" y="1706822"/>
          <a:ext cx="2559173" cy="2559167"/>
        </a:xfrm>
        <a:prstGeom prst="ellipse">
          <a:avLst/>
        </a:prstGeom>
        <a:gradFill rotWithShape="0">
          <a:gsLst>
            <a:gs pos="0">
              <a:schemeClr val="accent5">
                <a:alpha val="50000"/>
                <a:hueOff val="0"/>
                <a:satOff val="0"/>
                <a:lumOff val="0"/>
                <a:alphaOff val="0"/>
                <a:shade val="51000"/>
                <a:satMod val="130000"/>
              </a:schemeClr>
            </a:gs>
            <a:gs pos="80000">
              <a:schemeClr val="accent5">
                <a:alpha val="50000"/>
                <a:hueOff val="0"/>
                <a:satOff val="0"/>
                <a:lumOff val="0"/>
                <a:alphaOff val="0"/>
                <a:shade val="93000"/>
                <a:satMod val="130000"/>
              </a:schemeClr>
            </a:gs>
            <a:gs pos="100000">
              <a:schemeClr val="accent5">
                <a:alpha val="50000"/>
                <a:hueOff val="0"/>
                <a:satOff val="0"/>
                <a:lumOff val="0"/>
                <a:alphaOff val="0"/>
                <a:shade val="94000"/>
                <a:satMod val="135000"/>
              </a:schemeClr>
            </a:gs>
          </a:gsLst>
          <a:lin ang="16200000" scaled="0"/>
        </a:gra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kern="1200">
              <a:solidFill>
                <a:schemeClr val="tx2"/>
              </a:solidFill>
            </a:rPr>
            <a:t>Lorem Ipsum</a:t>
          </a:r>
          <a:endParaRPr lang="en-US" sz="2300" kern="1200" dirty="0">
            <a:solidFill>
              <a:schemeClr val="tx2"/>
            </a:solidFill>
          </a:endParaRPr>
        </a:p>
        <a:p>
          <a:pPr marL="171450" lvl="1" indent="-171450" algn="l" defTabSz="800100">
            <a:lnSpc>
              <a:spcPct val="90000"/>
            </a:lnSpc>
            <a:spcBef>
              <a:spcPct val="0"/>
            </a:spcBef>
            <a:spcAft>
              <a:spcPct val="15000"/>
            </a:spcAft>
            <a:buChar char="•"/>
          </a:pPr>
          <a:r>
            <a:rPr lang="en-US" sz="1800" kern="1200" dirty="0">
              <a:solidFill>
                <a:schemeClr val="tx2"/>
              </a:solidFill>
            </a:rPr>
            <a:t>Some text here</a:t>
          </a:r>
        </a:p>
        <a:p>
          <a:pPr marL="171450" lvl="1" indent="-171450" algn="l" defTabSz="800100">
            <a:lnSpc>
              <a:spcPct val="90000"/>
            </a:lnSpc>
            <a:spcBef>
              <a:spcPct val="0"/>
            </a:spcBef>
            <a:spcAft>
              <a:spcPct val="15000"/>
            </a:spcAft>
            <a:buChar char="•"/>
          </a:pPr>
          <a:r>
            <a:rPr lang="en-US" sz="1800" kern="1200" dirty="0">
              <a:solidFill>
                <a:schemeClr val="tx2"/>
              </a:solidFill>
            </a:rPr>
            <a:t>Some text here</a:t>
          </a:r>
        </a:p>
        <a:p>
          <a:pPr marL="171450" lvl="1" indent="-171450" algn="l" defTabSz="800100">
            <a:lnSpc>
              <a:spcPct val="90000"/>
            </a:lnSpc>
            <a:spcBef>
              <a:spcPct val="0"/>
            </a:spcBef>
            <a:spcAft>
              <a:spcPct val="15000"/>
            </a:spcAft>
            <a:buChar char="•"/>
          </a:pPr>
          <a:r>
            <a:rPr lang="en-US" sz="1800" kern="1200" dirty="0">
              <a:solidFill>
                <a:schemeClr val="tx2"/>
              </a:solidFill>
            </a:rPr>
            <a:t>Some text here</a:t>
          </a:r>
        </a:p>
      </dsp:txBody>
      <dsp:txXfrm>
        <a:off x="4475553" y="2081603"/>
        <a:ext cx="1809609" cy="1809605"/>
      </dsp:txXfrm>
    </dsp:sp>
    <dsp:sp modelId="{D58DCFBC-93CE-4770-8C0B-177886CF1F2C}">
      <dsp:nvSpPr>
        <dsp:cNvPr id="0" name=""/>
        <dsp:cNvSpPr/>
      </dsp:nvSpPr>
      <dsp:spPr>
        <a:xfrm>
          <a:off x="5416739" y="0"/>
          <a:ext cx="2559173" cy="2559167"/>
        </a:xfrm>
        <a:prstGeom prst="ellipse">
          <a:avLst/>
        </a:prstGeom>
        <a:gradFill rotWithShape="0">
          <a:gsLst>
            <a:gs pos="0">
              <a:schemeClr val="accent6">
                <a:alpha val="50000"/>
                <a:hueOff val="0"/>
                <a:satOff val="0"/>
                <a:lumOff val="0"/>
                <a:alphaOff val="0"/>
                <a:shade val="51000"/>
                <a:satMod val="130000"/>
              </a:schemeClr>
            </a:gs>
            <a:gs pos="80000">
              <a:schemeClr val="accent6">
                <a:alpha val="50000"/>
                <a:hueOff val="0"/>
                <a:satOff val="0"/>
                <a:lumOff val="0"/>
                <a:alphaOff val="0"/>
                <a:shade val="93000"/>
                <a:satMod val="130000"/>
              </a:schemeClr>
            </a:gs>
            <a:gs pos="100000">
              <a:schemeClr val="accent6">
                <a:alpha val="50000"/>
                <a:hueOff val="0"/>
                <a:satOff val="0"/>
                <a:lumOff val="0"/>
                <a:alphaOff val="0"/>
                <a:shade val="94000"/>
                <a:satMod val="135000"/>
              </a:schemeClr>
            </a:gs>
          </a:gsLst>
          <a:lin ang="16200000" scaled="0"/>
        </a:gradFill>
        <a:ln>
          <a:noFill/>
        </a:ln>
        <a:effectLst/>
      </dsp:spPr>
      <dsp:style>
        <a:lnRef idx="0">
          <a:scrgbClr r="0" g="0" b="0"/>
        </a:lnRef>
        <a:fillRef idx="3">
          <a:scrgbClr r="0" g="0" b="0"/>
        </a:fillRef>
        <a:effectRef idx="0">
          <a:scrgbClr r="0" g="0" b="0"/>
        </a:effectRef>
        <a:fontRef idx="minor">
          <a:schemeClr val="tx1"/>
        </a:fontRef>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kern="1200" dirty="0">
              <a:solidFill>
                <a:schemeClr val="tx2"/>
              </a:solidFill>
            </a:rPr>
            <a:t>Lorem Ipsum</a:t>
          </a:r>
        </a:p>
        <a:p>
          <a:pPr marL="171450" lvl="1" indent="-171450" algn="l" defTabSz="800100">
            <a:lnSpc>
              <a:spcPct val="90000"/>
            </a:lnSpc>
            <a:spcBef>
              <a:spcPct val="0"/>
            </a:spcBef>
            <a:spcAft>
              <a:spcPct val="15000"/>
            </a:spcAft>
            <a:buChar char="•"/>
          </a:pPr>
          <a:r>
            <a:rPr lang="en-US" sz="1800" kern="1200" dirty="0">
              <a:solidFill>
                <a:schemeClr val="tx2"/>
              </a:solidFill>
            </a:rPr>
            <a:t>Some text here</a:t>
          </a:r>
        </a:p>
        <a:p>
          <a:pPr marL="171450" lvl="1" indent="-171450" algn="l" defTabSz="800100">
            <a:lnSpc>
              <a:spcPct val="90000"/>
            </a:lnSpc>
            <a:spcBef>
              <a:spcPct val="0"/>
            </a:spcBef>
            <a:spcAft>
              <a:spcPct val="15000"/>
            </a:spcAft>
            <a:buChar char="•"/>
          </a:pPr>
          <a:r>
            <a:rPr lang="en-US" sz="1800" kern="1200" dirty="0">
              <a:solidFill>
                <a:schemeClr val="tx2"/>
              </a:solidFill>
            </a:rPr>
            <a:t>Some text here</a:t>
          </a:r>
        </a:p>
        <a:p>
          <a:pPr marL="171450" lvl="1" indent="-171450" algn="l" defTabSz="800100">
            <a:lnSpc>
              <a:spcPct val="90000"/>
            </a:lnSpc>
            <a:spcBef>
              <a:spcPct val="0"/>
            </a:spcBef>
            <a:spcAft>
              <a:spcPct val="15000"/>
            </a:spcAft>
            <a:buChar char="•"/>
          </a:pPr>
          <a:r>
            <a:rPr lang="en-US" sz="1800" kern="1200" dirty="0">
              <a:solidFill>
                <a:schemeClr val="tx2"/>
              </a:solidFill>
            </a:rPr>
            <a:t>Some text here</a:t>
          </a:r>
        </a:p>
      </dsp:txBody>
      <dsp:txXfrm>
        <a:off x="5791521" y="374781"/>
        <a:ext cx="1809609" cy="1809605"/>
      </dsp:txXfrm>
    </dsp:sp>
  </dsp:spTree>
</dsp:drawing>
</file>

<file path=ppt/diagrams/drawing1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481BEC-770B-4849-A60F-46789AA2D16F}">
      <dsp:nvSpPr>
        <dsp:cNvPr id="0" name=""/>
        <dsp:cNvSpPr/>
      </dsp:nvSpPr>
      <dsp:spPr>
        <a:xfrm>
          <a:off x="3156386" y="2450389"/>
          <a:ext cx="1815226" cy="1815226"/>
        </a:xfrm>
        <a:prstGeom prst="ellipse">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3495" tIns="23495" rIns="23495" bIns="23495" numCol="1" spcCol="1270" anchor="ctr" anchorCtr="0">
          <a:noAutofit/>
        </a:bodyPr>
        <a:lstStyle/>
        <a:p>
          <a:pPr marL="0" lvl="0" indent="0" algn="ctr" defTabSz="1644650">
            <a:lnSpc>
              <a:spcPct val="90000"/>
            </a:lnSpc>
            <a:spcBef>
              <a:spcPct val="0"/>
            </a:spcBef>
            <a:spcAft>
              <a:spcPct val="35000"/>
            </a:spcAft>
            <a:buNone/>
          </a:pPr>
          <a:r>
            <a:rPr lang="en-US" sz="3700" kern="1200" dirty="0"/>
            <a:t>Lorem Ipsum</a:t>
          </a:r>
        </a:p>
      </dsp:txBody>
      <dsp:txXfrm>
        <a:off x="3422220" y="2716223"/>
        <a:ext cx="1283558" cy="1283558"/>
      </dsp:txXfrm>
    </dsp:sp>
    <dsp:sp modelId="{BFD06722-1D97-4323-B1C5-CB35683E2423}">
      <dsp:nvSpPr>
        <dsp:cNvPr id="0" name=""/>
        <dsp:cNvSpPr/>
      </dsp:nvSpPr>
      <dsp:spPr>
        <a:xfrm rot="10800000">
          <a:off x="1396157" y="3099333"/>
          <a:ext cx="1663416" cy="517339"/>
        </a:xfrm>
        <a:prstGeom prst="leftArrow">
          <a:avLst>
            <a:gd name="adj1" fmla="val 60000"/>
            <a:gd name="adj2" fmla="val 5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C16B9463-FE2B-4688-9A5A-516F3FAC63F7}">
      <dsp:nvSpPr>
        <dsp:cNvPr id="0" name=""/>
        <dsp:cNvSpPr/>
      </dsp:nvSpPr>
      <dsp:spPr>
        <a:xfrm>
          <a:off x="533924" y="2668216"/>
          <a:ext cx="1724465" cy="1379572"/>
        </a:xfrm>
        <a:prstGeom prst="roundRect">
          <a:avLst>
            <a:gd name="adj" fmla="val 1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0005" tIns="40005" rIns="40005" bIns="40005" numCol="1" spcCol="1270" anchor="t" anchorCtr="0">
          <a:noAutofit/>
        </a:bodyPr>
        <a:lstStyle/>
        <a:p>
          <a:pPr marL="0" lvl="0" indent="0" algn="l" defTabSz="933450">
            <a:lnSpc>
              <a:spcPct val="90000"/>
            </a:lnSpc>
            <a:spcBef>
              <a:spcPct val="0"/>
            </a:spcBef>
            <a:spcAft>
              <a:spcPct val="35000"/>
            </a:spcAft>
            <a:buNone/>
          </a:pPr>
          <a:r>
            <a:rPr lang="en-US" sz="2100" kern="1200" dirty="0"/>
            <a:t>Lorem Ipsum</a:t>
          </a:r>
        </a:p>
        <a:p>
          <a:pPr marL="171450" lvl="1" indent="-171450" algn="l" defTabSz="711200">
            <a:lnSpc>
              <a:spcPct val="90000"/>
            </a:lnSpc>
            <a:spcBef>
              <a:spcPct val="0"/>
            </a:spcBef>
            <a:spcAft>
              <a:spcPct val="15000"/>
            </a:spcAft>
            <a:buChar char="•"/>
          </a:pPr>
          <a:r>
            <a:rPr lang="en-US" sz="1600" kern="1200">
              <a:solidFill>
                <a:schemeClr val="tx2"/>
              </a:solidFill>
            </a:rPr>
            <a:t>Some text here</a:t>
          </a:r>
          <a:endParaRPr lang="en-US" sz="1600" kern="1200" dirty="0"/>
        </a:p>
        <a:p>
          <a:pPr marL="171450" lvl="1" indent="-171450" algn="l" defTabSz="711200">
            <a:lnSpc>
              <a:spcPct val="90000"/>
            </a:lnSpc>
            <a:spcBef>
              <a:spcPct val="0"/>
            </a:spcBef>
            <a:spcAft>
              <a:spcPct val="15000"/>
            </a:spcAft>
            <a:buChar char="•"/>
          </a:pPr>
          <a:r>
            <a:rPr lang="en-US" sz="1600" kern="1200">
              <a:solidFill>
                <a:schemeClr val="tx2"/>
              </a:solidFill>
            </a:rPr>
            <a:t>Some text here</a:t>
          </a:r>
          <a:endParaRPr lang="en-US" sz="1600" kern="1200" dirty="0"/>
        </a:p>
      </dsp:txBody>
      <dsp:txXfrm>
        <a:off x="574330" y="2708622"/>
        <a:ext cx="1643653" cy="1298760"/>
      </dsp:txXfrm>
    </dsp:sp>
    <dsp:sp modelId="{70238519-B417-4790-9F08-912AA10B3CB9}">
      <dsp:nvSpPr>
        <dsp:cNvPr id="0" name=""/>
        <dsp:cNvSpPr/>
      </dsp:nvSpPr>
      <dsp:spPr>
        <a:xfrm rot="13500000">
          <a:off x="1933948" y="1800989"/>
          <a:ext cx="1663416" cy="517339"/>
        </a:xfrm>
        <a:prstGeom prst="leftArrow">
          <a:avLst>
            <a:gd name="adj1" fmla="val 60000"/>
            <a:gd name="adj2" fmla="val 5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0FCDCBE9-0F2A-465F-A2F8-D8CC3A4A4826}">
      <dsp:nvSpPr>
        <dsp:cNvPr id="0" name=""/>
        <dsp:cNvSpPr/>
      </dsp:nvSpPr>
      <dsp:spPr>
        <a:xfrm>
          <a:off x="1315317" y="781766"/>
          <a:ext cx="1724465" cy="1379572"/>
        </a:xfrm>
        <a:prstGeom prst="roundRect">
          <a:avLst>
            <a:gd name="adj" fmla="val 1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0005" tIns="40005" rIns="40005" bIns="40005" numCol="1" spcCol="1270" anchor="t" anchorCtr="0">
          <a:noAutofit/>
        </a:bodyPr>
        <a:lstStyle/>
        <a:p>
          <a:pPr marL="0" lvl="0" indent="0" algn="l" defTabSz="933450">
            <a:lnSpc>
              <a:spcPct val="90000"/>
            </a:lnSpc>
            <a:spcBef>
              <a:spcPct val="0"/>
            </a:spcBef>
            <a:spcAft>
              <a:spcPct val="35000"/>
            </a:spcAft>
            <a:buNone/>
          </a:pPr>
          <a:r>
            <a:rPr lang="en-US" sz="2100" kern="1200" dirty="0"/>
            <a:t>Lorem Ipsum</a:t>
          </a:r>
        </a:p>
        <a:p>
          <a:pPr marL="171450" lvl="1" indent="-171450" algn="l" defTabSz="711200">
            <a:lnSpc>
              <a:spcPct val="90000"/>
            </a:lnSpc>
            <a:spcBef>
              <a:spcPct val="0"/>
            </a:spcBef>
            <a:spcAft>
              <a:spcPct val="15000"/>
            </a:spcAft>
            <a:buChar char="•"/>
          </a:pPr>
          <a:r>
            <a:rPr lang="en-US" sz="1600" kern="1200">
              <a:solidFill>
                <a:schemeClr val="tx2"/>
              </a:solidFill>
            </a:rPr>
            <a:t>Some text here</a:t>
          </a:r>
          <a:endParaRPr lang="en-US" sz="1600" kern="1200" dirty="0"/>
        </a:p>
        <a:p>
          <a:pPr marL="171450" lvl="1" indent="-171450" algn="l" defTabSz="711200">
            <a:lnSpc>
              <a:spcPct val="90000"/>
            </a:lnSpc>
            <a:spcBef>
              <a:spcPct val="0"/>
            </a:spcBef>
            <a:spcAft>
              <a:spcPct val="15000"/>
            </a:spcAft>
            <a:buChar char="•"/>
          </a:pPr>
          <a:r>
            <a:rPr lang="en-US" sz="1600" kern="1200">
              <a:solidFill>
                <a:schemeClr val="tx2"/>
              </a:solidFill>
            </a:rPr>
            <a:t>Some text here</a:t>
          </a:r>
          <a:endParaRPr lang="en-US" sz="1600" kern="1200" dirty="0"/>
        </a:p>
      </dsp:txBody>
      <dsp:txXfrm>
        <a:off x="1355723" y="822172"/>
        <a:ext cx="1643653" cy="1298760"/>
      </dsp:txXfrm>
    </dsp:sp>
    <dsp:sp modelId="{CFD5D2F6-416D-45B5-9ABB-F4293970FF42}">
      <dsp:nvSpPr>
        <dsp:cNvPr id="0" name=""/>
        <dsp:cNvSpPr/>
      </dsp:nvSpPr>
      <dsp:spPr>
        <a:xfrm rot="16200000">
          <a:off x="3232291" y="1263198"/>
          <a:ext cx="1663416" cy="517339"/>
        </a:xfrm>
        <a:prstGeom prst="leftArrow">
          <a:avLst>
            <a:gd name="adj1" fmla="val 60000"/>
            <a:gd name="adj2" fmla="val 5000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065BB2D8-A1DD-4C1B-B13F-D9F4874EE717}">
      <dsp:nvSpPr>
        <dsp:cNvPr id="0" name=""/>
        <dsp:cNvSpPr/>
      </dsp:nvSpPr>
      <dsp:spPr>
        <a:xfrm>
          <a:off x="3201767" y="373"/>
          <a:ext cx="1724465" cy="1379572"/>
        </a:xfrm>
        <a:prstGeom prst="roundRect">
          <a:avLst>
            <a:gd name="adj" fmla="val 1000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0005" tIns="40005" rIns="40005" bIns="40005" numCol="1" spcCol="1270" anchor="t" anchorCtr="0">
          <a:noAutofit/>
        </a:bodyPr>
        <a:lstStyle/>
        <a:p>
          <a:pPr marL="0" lvl="0" indent="0" algn="l" defTabSz="933450">
            <a:lnSpc>
              <a:spcPct val="90000"/>
            </a:lnSpc>
            <a:spcBef>
              <a:spcPct val="0"/>
            </a:spcBef>
            <a:spcAft>
              <a:spcPct val="35000"/>
            </a:spcAft>
            <a:buNone/>
          </a:pPr>
          <a:r>
            <a:rPr lang="en-US" sz="2100" kern="1200" dirty="0"/>
            <a:t>Lorem Ipsum</a:t>
          </a:r>
        </a:p>
        <a:p>
          <a:pPr marL="171450" lvl="1" indent="-171450" algn="l" defTabSz="711200">
            <a:lnSpc>
              <a:spcPct val="90000"/>
            </a:lnSpc>
            <a:spcBef>
              <a:spcPct val="0"/>
            </a:spcBef>
            <a:spcAft>
              <a:spcPct val="15000"/>
            </a:spcAft>
            <a:buChar char="•"/>
          </a:pPr>
          <a:r>
            <a:rPr lang="en-US" sz="1600" kern="1200">
              <a:solidFill>
                <a:schemeClr val="tx2"/>
              </a:solidFill>
            </a:rPr>
            <a:t>Some text here</a:t>
          </a:r>
          <a:endParaRPr lang="en-US" sz="1600" kern="1200" dirty="0"/>
        </a:p>
        <a:p>
          <a:pPr marL="171450" lvl="1" indent="-171450" algn="l" defTabSz="711200">
            <a:lnSpc>
              <a:spcPct val="90000"/>
            </a:lnSpc>
            <a:spcBef>
              <a:spcPct val="0"/>
            </a:spcBef>
            <a:spcAft>
              <a:spcPct val="15000"/>
            </a:spcAft>
            <a:buChar char="•"/>
          </a:pPr>
          <a:r>
            <a:rPr lang="en-US" sz="1600" kern="1200" dirty="0">
              <a:solidFill>
                <a:schemeClr val="tx2"/>
              </a:solidFill>
            </a:rPr>
            <a:t>Some text here</a:t>
          </a:r>
          <a:endParaRPr lang="en-US" sz="1600" kern="1200" dirty="0"/>
        </a:p>
        <a:p>
          <a:pPr marL="171450" lvl="1" indent="-171450" algn="l" defTabSz="711200">
            <a:lnSpc>
              <a:spcPct val="90000"/>
            </a:lnSpc>
            <a:spcBef>
              <a:spcPct val="0"/>
            </a:spcBef>
            <a:spcAft>
              <a:spcPct val="15000"/>
            </a:spcAft>
            <a:buChar char="•"/>
          </a:pPr>
          <a:r>
            <a:rPr lang="en-US" sz="1600" kern="1200" dirty="0">
              <a:solidFill>
                <a:schemeClr val="tx2"/>
              </a:solidFill>
            </a:rPr>
            <a:t>Some text here</a:t>
          </a:r>
          <a:endParaRPr lang="en-US" sz="1600" kern="1200" dirty="0"/>
        </a:p>
      </dsp:txBody>
      <dsp:txXfrm>
        <a:off x="3242173" y="40779"/>
        <a:ext cx="1643653" cy="1298760"/>
      </dsp:txXfrm>
    </dsp:sp>
    <dsp:sp modelId="{75468D84-5EED-4D3C-808A-60063859D1B3}">
      <dsp:nvSpPr>
        <dsp:cNvPr id="0" name=""/>
        <dsp:cNvSpPr/>
      </dsp:nvSpPr>
      <dsp:spPr>
        <a:xfrm rot="18900000">
          <a:off x="4530634" y="1800989"/>
          <a:ext cx="1663416" cy="517339"/>
        </a:xfrm>
        <a:prstGeom prst="leftArrow">
          <a:avLst>
            <a:gd name="adj1" fmla="val 60000"/>
            <a:gd name="adj2" fmla="val 5000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4AE746EE-6656-461B-893B-49C37E936CB0}">
      <dsp:nvSpPr>
        <dsp:cNvPr id="0" name=""/>
        <dsp:cNvSpPr/>
      </dsp:nvSpPr>
      <dsp:spPr>
        <a:xfrm>
          <a:off x="5088217" y="781766"/>
          <a:ext cx="1724465" cy="1379572"/>
        </a:xfrm>
        <a:prstGeom prst="roundRect">
          <a:avLst>
            <a:gd name="adj" fmla="val 1000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0005" tIns="40005" rIns="40005" bIns="40005" numCol="1" spcCol="1270" anchor="ctr" anchorCtr="0">
          <a:noAutofit/>
        </a:bodyPr>
        <a:lstStyle/>
        <a:p>
          <a:pPr marL="0" lvl="0" indent="0" algn="ctr" defTabSz="933450">
            <a:lnSpc>
              <a:spcPct val="90000"/>
            </a:lnSpc>
            <a:spcBef>
              <a:spcPct val="0"/>
            </a:spcBef>
            <a:spcAft>
              <a:spcPct val="35000"/>
            </a:spcAft>
            <a:buNone/>
          </a:pPr>
          <a:r>
            <a:rPr lang="en-US" sz="2100" kern="1200" dirty="0"/>
            <a:t>Lorem Ipsum</a:t>
          </a:r>
        </a:p>
      </dsp:txBody>
      <dsp:txXfrm>
        <a:off x="5128623" y="822172"/>
        <a:ext cx="1643653" cy="1298760"/>
      </dsp:txXfrm>
    </dsp:sp>
    <dsp:sp modelId="{246650F8-A893-44D2-B20F-080539F25E83}">
      <dsp:nvSpPr>
        <dsp:cNvPr id="0" name=""/>
        <dsp:cNvSpPr/>
      </dsp:nvSpPr>
      <dsp:spPr>
        <a:xfrm>
          <a:off x="5068426" y="3099333"/>
          <a:ext cx="1663416" cy="517339"/>
        </a:xfrm>
        <a:prstGeom prst="leftArrow">
          <a:avLst>
            <a:gd name="adj1" fmla="val 60000"/>
            <a:gd name="adj2" fmla="val 50000"/>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7D8394C4-47D4-4954-838D-3DC13A96033C}">
      <dsp:nvSpPr>
        <dsp:cNvPr id="0" name=""/>
        <dsp:cNvSpPr/>
      </dsp:nvSpPr>
      <dsp:spPr>
        <a:xfrm>
          <a:off x="5869610" y="2668216"/>
          <a:ext cx="1724465" cy="1379572"/>
        </a:xfrm>
        <a:prstGeom prst="roundRect">
          <a:avLst>
            <a:gd name="adj" fmla="val 10000"/>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0005" tIns="40005" rIns="40005" bIns="40005" numCol="1" spcCol="1270" anchor="t" anchorCtr="0">
          <a:noAutofit/>
        </a:bodyPr>
        <a:lstStyle/>
        <a:p>
          <a:pPr marL="0" lvl="0" indent="0" algn="l" defTabSz="933450">
            <a:lnSpc>
              <a:spcPct val="90000"/>
            </a:lnSpc>
            <a:spcBef>
              <a:spcPct val="0"/>
            </a:spcBef>
            <a:spcAft>
              <a:spcPct val="35000"/>
            </a:spcAft>
            <a:buNone/>
          </a:pPr>
          <a:r>
            <a:rPr lang="en-US" sz="2100" kern="1200" dirty="0"/>
            <a:t>Lorem Ipsum</a:t>
          </a:r>
        </a:p>
        <a:p>
          <a:pPr marL="171450" lvl="1" indent="-171450" algn="l" defTabSz="711200">
            <a:lnSpc>
              <a:spcPct val="90000"/>
            </a:lnSpc>
            <a:spcBef>
              <a:spcPct val="0"/>
            </a:spcBef>
            <a:spcAft>
              <a:spcPct val="15000"/>
            </a:spcAft>
            <a:buChar char="•"/>
          </a:pPr>
          <a:r>
            <a:rPr lang="en-US" sz="1600" kern="1200" dirty="0">
              <a:solidFill>
                <a:schemeClr val="bg1"/>
              </a:solidFill>
            </a:rPr>
            <a:t>Some text here</a:t>
          </a:r>
        </a:p>
        <a:p>
          <a:pPr marL="171450" lvl="1" indent="-171450" algn="l" defTabSz="711200">
            <a:lnSpc>
              <a:spcPct val="90000"/>
            </a:lnSpc>
            <a:spcBef>
              <a:spcPct val="0"/>
            </a:spcBef>
            <a:spcAft>
              <a:spcPct val="15000"/>
            </a:spcAft>
            <a:buChar char="•"/>
          </a:pPr>
          <a:r>
            <a:rPr lang="en-US" sz="1600" kern="1200" dirty="0">
              <a:solidFill>
                <a:schemeClr val="bg1"/>
              </a:solidFill>
            </a:rPr>
            <a:t>Some text here</a:t>
          </a:r>
        </a:p>
      </dsp:txBody>
      <dsp:txXfrm>
        <a:off x="5910016" y="2708622"/>
        <a:ext cx="1643653" cy="1298760"/>
      </dsp:txXfrm>
    </dsp:sp>
  </dsp:spTree>
</dsp:drawing>
</file>

<file path=ppt/diagrams/drawing1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B95F5D-852A-4FAC-A6A3-CF66267D9794}">
      <dsp:nvSpPr>
        <dsp:cNvPr id="0" name=""/>
        <dsp:cNvSpPr/>
      </dsp:nvSpPr>
      <dsp:spPr>
        <a:xfrm rot="3682774">
          <a:off x="2803322" y="3013918"/>
          <a:ext cx="793466" cy="34804"/>
        </a:xfrm>
        <a:custGeom>
          <a:avLst/>
          <a:gdLst/>
          <a:ahLst/>
          <a:cxnLst/>
          <a:rect l="0" t="0" r="0" b="0"/>
          <a:pathLst>
            <a:path>
              <a:moveTo>
                <a:pt x="0" y="17402"/>
              </a:moveTo>
              <a:lnTo>
                <a:pt x="793466" y="17402"/>
              </a:lnTo>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832CF619-5C63-4096-A110-A3568F39379D}">
      <dsp:nvSpPr>
        <dsp:cNvPr id="0" name=""/>
        <dsp:cNvSpPr/>
      </dsp:nvSpPr>
      <dsp:spPr>
        <a:xfrm rot="1312448">
          <a:off x="3239512" y="2442066"/>
          <a:ext cx="567067" cy="34804"/>
        </a:xfrm>
        <a:custGeom>
          <a:avLst/>
          <a:gdLst/>
          <a:ahLst/>
          <a:cxnLst/>
          <a:rect l="0" t="0" r="0" b="0"/>
          <a:pathLst>
            <a:path>
              <a:moveTo>
                <a:pt x="0" y="17402"/>
              </a:moveTo>
              <a:lnTo>
                <a:pt x="567067" y="17402"/>
              </a:lnTo>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0ECFECA0-CE39-4654-8031-59BBE2B67470}">
      <dsp:nvSpPr>
        <dsp:cNvPr id="0" name=""/>
        <dsp:cNvSpPr/>
      </dsp:nvSpPr>
      <dsp:spPr>
        <a:xfrm rot="20287552">
          <a:off x="3239512" y="1789119"/>
          <a:ext cx="567067" cy="34804"/>
        </a:xfrm>
        <a:custGeom>
          <a:avLst/>
          <a:gdLst/>
          <a:ahLst/>
          <a:cxnLst/>
          <a:rect l="0" t="0" r="0" b="0"/>
          <a:pathLst>
            <a:path>
              <a:moveTo>
                <a:pt x="0" y="17402"/>
              </a:moveTo>
              <a:lnTo>
                <a:pt x="567067" y="17402"/>
              </a:lnTo>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37A8A02E-83DD-4BB4-9DD0-668771DDDDEA}">
      <dsp:nvSpPr>
        <dsp:cNvPr id="0" name=""/>
        <dsp:cNvSpPr/>
      </dsp:nvSpPr>
      <dsp:spPr>
        <a:xfrm rot="17917226">
          <a:off x="2803322" y="1217266"/>
          <a:ext cx="793466" cy="34804"/>
        </a:xfrm>
        <a:custGeom>
          <a:avLst/>
          <a:gdLst/>
          <a:ahLst/>
          <a:cxnLst/>
          <a:rect l="0" t="0" r="0" b="0"/>
          <a:pathLst>
            <a:path>
              <a:moveTo>
                <a:pt x="0" y="17402"/>
              </a:moveTo>
              <a:lnTo>
                <a:pt x="793466" y="17402"/>
              </a:lnTo>
            </a:path>
          </a:pathLst>
        </a:cu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E89AA1EA-438F-4545-BE1C-29D5B7BFD565}">
      <dsp:nvSpPr>
        <dsp:cNvPr id="0" name=""/>
        <dsp:cNvSpPr/>
      </dsp:nvSpPr>
      <dsp:spPr>
        <a:xfrm>
          <a:off x="1924043" y="1347182"/>
          <a:ext cx="1571624" cy="1571624"/>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F0F2B497-BFE1-4706-B91F-B57B378DE5D6}">
      <dsp:nvSpPr>
        <dsp:cNvPr id="0" name=""/>
        <dsp:cNvSpPr/>
      </dsp:nvSpPr>
      <dsp:spPr>
        <a:xfrm>
          <a:off x="3144450" y="1046"/>
          <a:ext cx="942974" cy="942974"/>
        </a:xfrm>
        <a:prstGeom prst="ellipse">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Lorem Ipsum</a:t>
          </a:r>
        </a:p>
      </dsp:txBody>
      <dsp:txXfrm>
        <a:off x="3282545" y="139141"/>
        <a:ext cx="666784" cy="666784"/>
      </dsp:txXfrm>
    </dsp:sp>
    <dsp:sp modelId="{5AE72C6C-7F13-49D6-91CE-E17A2E45FB45}">
      <dsp:nvSpPr>
        <dsp:cNvPr id="0" name=""/>
        <dsp:cNvSpPr/>
      </dsp:nvSpPr>
      <dsp:spPr>
        <a:xfrm>
          <a:off x="4181722" y="1046"/>
          <a:ext cx="1414462" cy="942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114300" lvl="1" indent="-114300" algn="l" defTabSz="666750">
            <a:lnSpc>
              <a:spcPct val="90000"/>
            </a:lnSpc>
            <a:spcBef>
              <a:spcPct val="0"/>
            </a:spcBef>
            <a:spcAft>
              <a:spcPct val="15000"/>
            </a:spcAft>
            <a:buChar char="•"/>
          </a:pPr>
          <a:r>
            <a:rPr lang="en-US" sz="1500" kern="1200">
              <a:solidFill>
                <a:schemeClr val="tx2"/>
              </a:solidFill>
            </a:rPr>
            <a:t>Some text here</a:t>
          </a:r>
          <a:endParaRPr lang="en-US" sz="1500" kern="1200" dirty="0"/>
        </a:p>
        <a:p>
          <a:pPr marL="114300" lvl="1" indent="-114300" algn="l" defTabSz="666750">
            <a:lnSpc>
              <a:spcPct val="90000"/>
            </a:lnSpc>
            <a:spcBef>
              <a:spcPct val="0"/>
            </a:spcBef>
            <a:spcAft>
              <a:spcPct val="15000"/>
            </a:spcAft>
            <a:buChar char="•"/>
          </a:pPr>
          <a:r>
            <a:rPr lang="en-US" sz="1500" kern="1200">
              <a:solidFill>
                <a:schemeClr val="tx2"/>
              </a:solidFill>
            </a:rPr>
            <a:t>Some text here</a:t>
          </a:r>
          <a:endParaRPr lang="en-US" sz="1500" kern="1200" dirty="0"/>
        </a:p>
        <a:p>
          <a:pPr marL="114300" lvl="1" indent="-114300" algn="l" defTabSz="666750">
            <a:lnSpc>
              <a:spcPct val="90000"/>
            </a:lnSpc>
            <a:spcBef>
              <a:spcPct val="0"/>
            </a:spcBef>
            <a:spcAft>
              <a:spcPct val="15000"/>
            </a:spcAft>
            <a:buChar char="•"/>
          </a:pPr>
          <a:r>
            <a:rPr lang="en-US" sz="1500" kern="1200">
              <a:solidFill>
                <a:schemeClr val="tx2"/>
              </a:solidFill>
            </a:rPr>
            <a:t>Some text here</a:t>
          </a:r>
          <a:endParaRPr lang="en-US" sz="1500" kern="1200" dirty="0"/>
        </a:p>
      </dsp:txBody>
      <dsp:txXfrm>
        <a:off x="4181722" y="1046"/>
        <a:ext cx="1414462" cy="942974"/>
      </dsp:txXfrm>
    </dsp:sp>
    <dsp:sp modelId="{EF88F0B0-975F-488F-A4D6-C3FBA316D2F7}">
      <dsp:nvSpPr>
        <dsp:cNvPr id="0" name=""/>
        <dsp:cNvSpPr/>
      </dsp:nvSpPr>
      <dsp:spPr>
        <a:xfrm>
          <a:off x="3752221" y="1053736"/>
          <a:ext cx="942974" cy="942974"/>
        </a:xfrm>
        <a:prstGeom prst="ellipse">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a:t>Lorem Ipsum</a:t>
          </a:r>
          <a:endParaRPr lang="en-US" sz="1900" kern="1200" dirty="0"/>
        </a:p>
      </dsp:txBody>
      <dsp:txXfrm>
        <a:off x="3890316" y="1191831"/>
        <a:ext cx="666784" cy="666784"/>
      </dsp:txXfrm>
    </dsp:sp>
    <dsp:sp modelId="{C9FE3BC1-412D-4AA1-A462-085C379A274C}">
      <dsp:nvSpPr>
        <dsp:cNvPr id="0" name=""/>
        <dsp:cNvSpPr/>
      </dsp:nvSpPr>
      <dsp:spPr>
        <a:xfrm>
          <a:off x="3752221" y="2269278"/>
          <a:ext cx="942974" cy="942974"/>
        </a:xfrm>
        <a:prstGeom prst="ellipse">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Lorem Ipsum</a:t>
          </a:r>
        </a:p>
      </dsp:txBody>
      <dsp:txXfrm>
        <a:off x="3890316" y="2407373"/>
        <a:ext cx="666784" cy="666784"/>
      </dsp:txXfrm>
    </dsp:sp>
    <dsp:sp modelId="{0D519756-BE68-449D-A2BC-13BC2C23FD37}">
      <dsp:nvSpPr>
        <dsp:cNvPr id="0" name=""/>
        <dsp:cNvSpPr/>
      </dsp:nvSpPr>
      <dsp:spPr>
        <a:xfrm>
          <a:off x="4789493" y="2269278"/>
          <a:ext cx="1414462" cy="942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114300" lvl="1" indent="-114300" algn="l" defTabSz="666750">
            <a:lnSpc>
              <a:spcPct val="90000"/>
            </a:lnSpc>
            <a:spcBef>
              <a:spcPct val="0"/>
            </a:spcBef>
            <a:spcAft>
              <a:spcPct val="15000"/>
            </a:spcAft>
            <a:buChar char="•"/>
          </a:pPr>
          <a:r>
            <a:rPr lang="en-US" sz="1500" kern="1200">
              <a:solidFill>
                <a:schemeClr val="tx2"/>
              </a:solidFill>
            </a:rPr>
            <a:t>Some text here</a:t>
          </a:r>
          <a:endParaRPr lang="en-US" sz="1500" kern="1200" dirty="0"/>
        </a:p>
        <a:p>
          <a:pPr marL="114300" lvl="1" indent="-114300" algn="l" defTabSz="666750">
            <a:lnSpc>
              <a:spcPct val="90000"/>
            </a:lnSpc>
            <a:spcBef>
              <a:spcPct val="0"/>
            </a:spcBef>
            <a:spcAft>
              <a:spcPct val="15000"/>
            </a:spcAft>
            <a:buChar char="•"/>
          </a:pPr>
          <a:r>
            <a:rPr lang="en-US" sz="1500" kern="1200">
              <a:solidFill>
                <a:schemeClr val="tx2"/>
              </a:solidFill>
            </a:rPr>
            <a:t>Some text here</a:t>
          </a:r>
          <a:endParaRPr lang="en-US" sz="1500" kern="1200" dirty="0"/>
        </a:p>
      </dsp:txBody>
      <dsp:txXfrm>
        <a:off x="4789493" y="2269278"/>
        <a:ext cx="1414462" cy="942974"/>
      </dsp:txXfrm>
    </dsp:sp>
    <dsp:sp modelId="{A4435533-85E2-4EBF-9BA5-DEA7D434D9FF}">
      <dsp:nvSpPr>
        <dsp:cNvPr id="0" name=""/>
        <dsp:cNvSpPr/>
      </dsp:nvSpPr>
      <dsp:spPr>
        <a:xfrm>
          <a:off x="3144450" y="3321968"/>
          <a:ext cx="942974" cy="942974"/>
        </a:xfrm>
        <a:prstGeom prst="ellipse">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Lorem Ipsum</a:t>
          </a:r>
        </a:p>
      </dsp:txBody>
      <dsp:txXfrm>
        <a:off x="3282545" y="3460063"/>
        <a:ext cx="666784" cy="666784"/>
      </dsp:txXfrm>
    </dsp:sp>
    <dsp:sp modelId="{4212D24C-7D2B-478B-A4F8-E5EDFA50EF05}">
      <dsp:nvSpPr>
        <dsp:cNvPr id="0" name=""/>
        <dsp:cNvSpPr/>
      </dsp:nvSpPr>
      <dsp:spPr>
        <a:xfrm>
          <a:off x="4181722" y="3321968"/>
          <a:ext cx="1414462" cy="942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114300" lvl="1" indent="-114300" algn="l" defTabSz="666750">
            <a:lnSpc>
              <a:spcPct val="90000"/>
            </a:lnSpc>
            <a:spcBef>
              <a:spcPct val="0"/>
            </a:spcBef>
            <a:spcAft>
              <a:spcPct val="15000"/>
            </a:spcAft>
            <a:buChar char="•"/>
          </a:pPr>
          <a:r>
            <a:rPr lang="en-US" sz="1500" kern="1200">
              <a:solidFill>
                <a:schemeClr val="tx2"/>
              </a:solidFill>
            </a:rPr>
            <a:t>Some text here</a:t>
          </a:r>
          <a:endParaRPr lang="en-US" sz="1500" kern="1200" dirty="0"/>
        </a:p>
      </dsp:txBody>
      <dsp:txXfrm>
        <a:off x="4181722" y="3321968"/>
        <a:ext cx="1414462" cy="942974"/>
      </dsp:txXfrm>
    </dsp:sp>
  </dsp:spTree>
</dsp:drawing>
</file>

<file path=ppt/diagrams/drawing1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E82C73-59F6-43D2-82C0-20167ED4D3E6}">
      <dsp:nvSpPr>
        <dsp:cNvPr id="0" name=""/>
        <dsp:cNvSpPr/>
      </dsp:nvSpPr>
      <dsp:spPr>
        <a:xfrm>
          <a:off x="1931005" y="0"/>
          <a:ext cx="4265990" cy="4265990"/>
        </a:xfrm>
        <a:prstGeom prst="diamond">
          <a:avLst/>
        </a:prstGeom>
        <a:solidFill>
          <a:schemeClr val="accent2">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49B75420-437D-42E1-86E5-3DACD5FA1A2A}">
      <dsp:nvSpPr>
        <dsp:cNvPr id="0" name=""/>
        <dsp:cNvSpPr/>
      </dsp:nvSpPr>
      <dsp:spPr>
        <a:xfrm>
          <a:off x="2336274" y="405269"/>
          <a:ext cx="1663736" cy="1663736"/>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dirty="0"/>
            <a:t>Lorem Ipsum</a:t>
          </a:r>
        </a:p>
        <a:p>
          <a:pPr marL="114300" lvl="1" indent="-114300" algn="l" defTabSz="666750">
            <a:lnSpc>
              <a:spcPct val="90000"/>
            </a:lnSpc>
            <a:spcBef>
              <a:spcPct val="0"/>
            </a:spcBef>
            <a:spcAft>
              <a:spcPct val="15000"/>
            </a:spcAft>
            <a:buChar char="•"/>
          </a:pPr>
          <a:r>
            <a:rPr lang="en-US" sz="1500" kern="1200" dirty="0"/>
            <a:t>Some text here</a:t>
          </a:r>
        </a:p>
        <a:p>
          <a:pPr marL="114300" lvl="1" indent="-114300" algn="l" defTabSz="666750">
            <a:lnSpc>
              <a:spcPct val="90000"/>
            </a:lnSpc>
            <a:spcBef>
              <a:spcPct val="0"/>
            </a:spcBef>
            <a:spcAft>
              <a:spcPct val="15000"/>
            </a:spcAft>
            <a:buChar char="•"/>
          </a:pPr>
          <a:r>
            <a:rPr lang="en-US" sz="1500" kern="1200" dirty="0"/>
            <a:t>Some text here</a:t>
          </a:r>
        </a:p>
        <a:p>
          <a:pPr marL="114300" lvl="1" indent="-114300" algn="l" defTabSz="666750">
            <a:lnSpc>
              <a:spcPct val="90000"/>
            </a:lnSpc>
            <a:spcBef>
              <a:spcPct val="0"/>
            </a:spcBef>
            <a:spcAft>
              <a:spcPct val="15000"/>
            </a:spcAft>
            <a:buChar char="•"/>
          </a:pPr>
          <a:r>
            <a:rPr lang="en-US" sz="1500" kern="1200" dirty="0"/>
            <a:t>Some text here</a:t>
          </a:r>
        </a:p>
      </dsp:txBody>
      <dsp:txXfrm>
        <a:off x="2417491" y="486486"/>
        <a:ext cx="1501302" cy="1501302"/>
      </dsp:txXfrm>
    </dsp:sp>
    <dsp:sp modelId="{F0BF9AAB-0341-4C91-8567-E662902B81F2}">
      <dsp:nvSpPr>
        <dsp:cNvPr id="0" name=""/>
        <dsp:cNvSpPr/>
      </dsp:nvSpPr>
      <dsp:spPr>
        <a:xfrm>
          <a:off x="4127989" y="405269"/>
          <a:ext cx="1663736" cy="1663736"/>
        </a:xfrm>
        <a:prstGeom prst="round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dirty="0"/>
            <a:t>Lorem Ipsum</a:t>
          </a:r>
        </a:p>
        <a:p>
          <a:pPr marL="114300" lvl="1" indent="-114300" algn="l" defTabSz="666750">
            <a:lnSpc>
              <a:spcPct val="90000"/>
            </a:lnSpc>
            <a:spcBef>
              <a:spcPct val="0"/>
            </a:spcBef>
            <a:spcAft>
              <a:spcPct val="15000"/>
            </a:spcAft>
            <a:buChar char="•"/>
          </a:pPr>
          <a:r>
            <a:rPr lang="en-US" sz="1500" kern="1200" dirty="0"/>
            <a:t>Some text here</a:t>
          </a:r>
        </a:p>
        <a:p>
          <a:pPr marL="114300" lvl="1" indent="-114300" algn="l" defTabSz="666750">
            <a:lnSpc>
              <a:spcPct val="90000"/>
            </a:lnSpc>
            <a:spcBef>
              <a:spcPct val="0"/>
            </a:spcBef>
            <a:spcAft>
              <a:spcPct val="15000"/>
            </a:spcAft>
            <a:buChar char="•"/>
          </a:pPr>
          <a:r>
            <a:rPr lang="en-US" sz="1500" kern="1200" dirty="0"/>
            <a:t>Some text here</a:t>
          </a:r>
        </a:p>
        <a:p>
          <a:pPr marL="114300" lvl="1" indent="-114300" algn="l" defTabSz="666750">
            <a:lnSpc>
              <a:spcPct val="90000"/>
            </a:lnSpc>
            <a:spcBef>
              <a:spcPct val="0"/>
            </a:spcBef>
            <a:spcAft>
              <a:spcPct val="15000"/>
            </a:spcAft>
            <a:buChar char="•"/>
          </a:pPr>
          <a:r>
            <a:rPr lang="en-US" sz="1500" kern="1200" dirty="0"/>
            <a:t>Some text here</a:t>
          </a:r>
        </a:p>
      </dsp:txBody>
      <dsp:txXfrm>
        <a:off x="4209206" y="486486"/>
        <a:ext cx="1501302" cy="1501302"/>
      </dsp:txXfrm>
    </dsp:sp>
    <dsp:sp modelId="{52C03680-7487-4C47-AC49-72BB5F3980AC}">
      <dsp:nvSpPr>
        <dsp:cNvPr id="0" name=""/>
        <dsp:cNvSpPr/>
      </dsp:nvSpPr>
      <dsp:spPr>
        <a:xfrm>
          <a:off x="2336274" y="2196984"/>
          <a:ext cx="1663736" cy="1663736"/>
        </a:xfrm>
        <a:prstGeom prst="round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a:t>Lorem Ipsum</a:t>
          </a:r>
          <a:endParaRPr lang="en-US" sz="1900" kern="1200" dirty="0"/>
        </a:p>
        <a:p>
          <a:pPr marL="114300" lvl="1" indent="-114300" algn="l" defTabSz="666750">
            <a:lnSpc>
              <a:spcPct val="90000"/>
            </a:lnSpc>
            <a:spcBef>
              <a:spcPct val="0"/>
            </a:spcBef>
            <a:spcAft>
              <a:spcPct val="15000"/>
            </a:spcAft>
            <a:buChar char="•"/>
          </a:pPr>
          <a:r>
            <a:rPr lang="en-US" sz="1500" kern="1200" dirty="0"/>
            <a:t>Some text here</a:t>
          </a:r>
        </a:p>
        <a:p>
          <a:pPr marL="114300" lvl="1" indent="-114300" algn="l" defTabSz="666750">
            <a:lnSpc>
              <a:spcPct val="90000"/>
            </a:lnSpc>
            <a:spcBef>
              <a:spcPct val="0"/>
            </a:spcBef>
            <a:spcAft>
              <a:spcPct val="15000"/>
            </a:spcAft>
            <a:buChar char="•"/>
          </a:pPr>
          <a:r>
            <a:rPr lang="en-US" sz="1500" kern="1200" dirty="0"/>
            <a:t>Some text here</a:t>
          </a:r>
        </a:p>
        <a:p>
          <a:pPr marL="114300" lvl="1" indent="-114300" algn="l" defTabSz="666750">
            <a:lnSpc>
              <a:spcPct val="90000"/>
            </a:lnSpc>
            <a:spcBef>
              <a:spcPct val="0"/>
            </a:spcBef>
            <a:spcAft>
              <a:spcPct val="15000"/>
            </a:spcAft>
            <a:buChar char="•"/>
          </a:pPr>
          <a:r>
            <a:rPr lang="en-US" sz="1500" kern="1200" dirty="0"/>
            <a:t>Some text here</a:t>
          </a:r>
        </a:p>
      </dsp:txBody>
      <dsp:txXfrm>
        <a:off x="2417491" y="2278201"/>
        <a:ext cx="1501302" cy="1501302"/>
      </dsp:txXfrm>
    </dsp:sp>
    <dsp:sp modelId="{9E0BFD25-7085-484C-BD18-872A771E42D1}">
      <dsp:nvSpPr>
        <dsp:cNvPr id="0" name=""/>
        <dsp:cNvSpPr/>
      </dsp:nvSpPr>
      <dsp:spPr>
        <a:xfrm>
          <a:off x="4127989" y="2196984"/>
          <a:ext cx="1663736" cy="1663736"/>
        </a:xfrm>
        <a:prstGeom prst="roundRect">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a:t>Lorem Ipsum</a:t>
          </a:r>
          <a:endParaRPr lang="en-US" sz="1900" kern="1200" dirty="0"/>
        </a:p>
        <a:p>
          <a:pPr marL="114300" lvl="1" indent="-114300" algn="l" defTabSz="666750">
            <a:lnSpc>
              <a:spcPct val="90000"/>
            </a:lnSpc>
            <a:spcBef>
              <a:spcPct val="0"/>
            </a:spcBef>
            <a:spcAft>
              <a:spcPct val="15000"/>
            </a:spcAft>
            <a:buChar char="•"/>
          </a:pPr>
          <a:r>
            <a:rPr lang="en-US" sz="1500" kern="1200" dirty="0"/>
            <a:t>Some text here</a:t>
          </a:r>
        </a:p>
        <a:p>
          <a:pPr marL="114300" lvl="1" indent="-114300" algn="l" defTabSz="666750">
            <a:lnSpc>
              <a:spcPct val="90000"/>
            </a:lnSpc>
            <a:spcBef>
              <a:spcPct val="0"/>
            </a:spcBef>
            <a:spcAft>
              <a:spcPct val="15000"/>
            </a:spcAft>
            <a:buChar char="•"/>
          </a:pPr>
          <a:r>
            <a:rPr lang="en-US" sz="1500" kern="1200" dirty="0"/>
            <a:t>Some text here</a:t>
          </a:r>
        </a:p>
        <a:p>
          <a:pPr marL="114300" lvl="1" indent="-114300" algn="l" defTabSz="666750">
            <a:lnSpc>
              <a:spcPct val="90000"/>
            </a:lnSpc>
            <a:spcBef>
              <a:spcPct val="0"/>
            </a:spcBef>
            <a:spcAft>
              <a:spcPct val="15000"/>
            </a:spcAft>
            <a:buChar char="•"/>
          </a:pPr>
          <a:r>
            <a:rPr lang="en-US" sz="1500" kern="1200" dirty="0"/>
            <a:t>Some </a:t>
          </a:r>
          <a:r>
            <a:rPr lang="en-US" sz="1500" kern="1200"/>
            <a:t>text here</a:t>
          </a:r>
          <a:endParaRPr lang="en-US" sz="1500" kern="1200" dirty="0"/>
        </a:p>
      </dsp:txBody>
      <dsp:txXfrm>
        <a:off x="4209206" y="2278201"/>
        <a:ext cx="1501302" cy="1501302"/>
      </dsp:txXfrm>
    </dsp:sp>
  </dsp:spTree>
</dsp:drawing>
</file>

<file path=ppt/diagrams/drawing1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0C730F-3044-4CBC-843A-35DC5F7F2C14}">
      <dsp:nvSpPr>
        <dsp:cNvPr id="0" name=""/>
        <dsp:cNvSpPr/>
      </dsp:nvSpPr>
      <dsp:spPr>
        <a:xfrm rot="16200000">
          <a:off x="965502" y="-965502"/>
          <a:ext cx="2132995" cy="4064000"/>
        </a:xfrm>
        <a:prstGeom prst="round1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56464" tIns="156464" rIns="156464" bIns="156464" numCol="1" spcCol="1270" anchor="t" anchorCtr="0">
          <a:noAutofit/>
        </a:bodyPr>
        <a:lstStyle/>
        <a:p>
          <a:pPr marL="0" lvl="0" indent="0" algn="l" defTabSz="977900">
            <a:lnSpc>
              <a:spcPct val="90000"/>
            </a:lnSpc>
            <a:spcBef>
              <a:spcPct val="0"/>
            </a:spcBef>
            <a:spcAft>
              <a:spcPct val="35000"/>
            </a:spcAft>
            <a:buNone/>
          </a:pPr>
          <a:r>
            <a:rPr lang="en-US" sz="2200" kern="1200" dirty="0"/>
            <a:t>Some text here</a:t>
          </a:r>
        </a:p>
        <a:p>
          <a:pPr marL="171450" lvl="1" indent="-171450" algn="l" defTabSz="755650">
            <a:lnSpc>
              <a:spcPct val="90000"/>
            </a:lnSpc>
            <a:spcBef>
              <a:spcPct val="0"/>
            </a:spcBef>
            <a:spcAft>
              <a:spcPct val="15000"/>
            </a:spcAft>
            <a:buChar char="•"/>
          </a:pPr>
          <a:r>
            <a:rPr lang="en-US" sz="1700" kern="1200" dirty="0"/>
            <a:t>Some text here</a:t>
          </a:r>
        </a:p>
        <a:p>
          <a:pPr marL="171450" lvl="1" indent="-171450" algn="l" defTabSz="755650">
            <a:lnSpc>
              <a:spcPct val="90000"/>
            </a:lnSpc>
            <a:spcBef>
              <a:spcPct val="0"/>
            </a:spcBef>
            <a:spcAft>
              <a:spcPct val="15000"/>
            </a:spcAft>
            <a:buChar char="•"/>
          </a:pPr>
          <a:r>
            <a:rPr lang="en-US" sz="1700" kern="1200" dirty="0"/>
            <a:t>Some text here</a:t>
          </a:r>
        </a:p>
        <a:p>
          <a:pPr marL="171450" lvl="1" indent="-171450" algn="l" defTabSz="755650">
            <a:lnSpc>
              <a:spcPct val="90000"/>
            </a:lnSpc>
            <a:spcBef>
              <a:spcPct val="0"/>
            </a:spcBef>
            <a:spcAft>
              <a:spcPct val="15000"/>
            </a:spcAft>
            <a:buChar char="•"/>
          </a:pPr>
          <a:r>
            <a:rPr lang="en-US" sz="1700" kern="1200" dirty="0"/>
            <a:t>Some text here</a:t>
          </a:r>
        </a:p>
      </dsp:txBody>
      <dsp:txXfrm rot="5400000">
        <a:off x="-1" y="1"/>
        <a:ext cx="4064000" cy="1599746"/>
      </dsp:txXfrm>
    </dsp:sp>
    <dsp:sp modelId="{2266A47D-713F-4974-9E38-16F177765607}">
      <dsp:nvSpPr>
        <dsp:cNvPr id="0" name=""/>
        <dsp:cNvSpPr/>
      </dsp:nvSpPr>
      <dsp:spPr>
        <a:xfrm>
          <a:off x="4064000" y="0"/>
          <a:ext cx="4064000" cy="2132995"/>
        </a:xfrm>
        <a:prstGeom prst="round1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56464" tIns="156464" rIns="156464" bIns="156464" numCol="1" spcCol="1270" anchor="t" anchorCtr="0">
          <a:noAutofit/>
        </a:bodyPr>
        <a:lstStyle/>
        <a:p>
          <a:pPr marL="0" lvl="0" indent="0" algn="l" defTabSz="977900">
            <a:lnSpc>
              <a:spcPct val="90000"/>
            </a:lnSpc>
            <a:spcBef>
              <a:spcPct val="0"/>
            </a:spcBef>
            <a:spcAft>
              <a:spcPct val="35000"/>
            </a:spcAft>
            <a:buNone/>
          </a:pPr>
          <a:r>
            <a:rPr lang="en-US" sz="2200" kern="1200"/>
            <a:t>Some text here</a:t>
          </a:r>
          <a:endParaRPr lang="en-US" sz="2200" kern="1200" dirty="0"/>
        </a:p>
        <a:p>
          <a:pPr marL="171450" lvl="1" indent="-171450" algn="l" defTabSz="755650">
            <a:lnSpc>
              <a:spcPct val="90000"/>
            </a:lnSpc>
            <a:spcBef>
              <a:spcPct val="0"/>
            </a:spcBef>
            <a:spcAft>
              <a:spcPct val="15000"/>
            </a:spcAft>
            <a:buChar char="•"/>
          </a:pPr>
          <a:r>
            <a:rPr lang="en-US" sz="1700" kern="1200" dirty="0"/>
            <a:t>Some text here</a:t>
          </a:r>
        </a:p>
        <a:p>
          <a:pPr marL="171450" lvl="1" indent="-171450" algn="l" defTabSz="755650">
            <a:lnSpc>
              <a:spcPct val="90000"/>
            </a:lnSpc>
            <a:spcBef>
              <a:spcPct val="0"/>
            </a:spcBef>
            <a:spcAft>
              <a:spcPct val="15000"/>
            </a:spcAft>
            <a:buChar char="•"/>
          </a:pPr>
          <a:r>
            <a:rPr lang="en-US" sz="1700" kern="1200" dirty="0"/>
            <a:t>Some text here</a:t>
          </a:r>
        </a:p>
        <a:p>
          <a:pPr marL="171450" lvl="1" indent="-171450" algn="l" defTabSz="755650">
            <a:lnSpc>
              <a:spcPct val="90000"/>
            </a:lnSpc>
            <a:spcBef>
              <a:spcPct val="0"/>
            </a:spcBef>
            <a:spcAft>
              <a:spcPct val="15000"/>
            </a:spcAft>
            <a:buChar char="•"/>
          </a:pPr>
          <a:r>
            <a:rPr lang="en-US" sz="1700" kern="1200" dirty="0"/>
            <a:t>Some text here</a:t>
          </a:r>
        </a:p>
      </dsp:txBody>
      <dsp:txXfrm>
        <a:off x="4064000" y="0"/>
        <a:ext cx="4064000" cy="1599746"/>
      </dsp:txXfrm>
    </dsp:sp>
    <dsp:sp modelId="{9C6F551E-0DE2-4C3A-9B66-184A322A6DA1}">
      <dsp:nvSpPr>
        <dsp:cNvPr id="0" name=""/>
        <dsp:cNvSpPr/>
      </dsp:nvSpPr>
      <dsp:spPr>
        <a:xfrm rot="10800000">
          <a:off x="0" y="2132995"/>
          <a:ext cx="4064000" cy="2132995"/>
        </a:xfrm>
        <a:prstGeom prst="round1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56464" tIns="156464" rIns="156464" bIns="156464" numCol="1" spcCol="1270" anchor="t" anchorCtr="0">
          <a:noAutofit/>
        </a:bodyPr>
        <a:lstStyle/>
        <a:p>
          <a:pPr marL="0" lvl="0" indent="0" algn="l" defTabSz="977900">
            <a:lnSpc>
              <a:spcPct val="90000"/>
            </a:lnSpc>
            <a:spcBef>
              <a:spcPct val="0"/>
            </a:spcBef>
            <a:spcAft>
              <a:spcPct val="35000"/>
            </a:spcAft>
            <a:buNone/>
          </a:pPr>
          <a:r>
            <a:rPr lang="en-US" sz="2200" kern="1200"/>
            <a:t>Some text here</a:t>
          </a:r>
          <a:endParaRPr lang="en-US" sz="2200" kern="1200" dirty="0"/>
        </a:p>
        <a:p>
          <a:pPr marL="171450" lvl="1" indent="-171450" algn="l" defTabSz="755650">
            <a:lnSpc>
              <a:spcPct val="90000"/>
            </a:lnSpc>
            <a:spcBef>
              <a:spcPct val="0"/>
            </a:spcBef>
            <a:spcAft>
              <a:spcPct val="15000"/>
            </a:spcAft>
            <a:buChar char="•"/>
          </a:pPr>
          <a:r>
            <a:rPr lang="en-US" sz="1700" kern="1200" dirty="0"/>
            <a:t>Some text here</a:t>
          </a:r>
        </a:p>
        <a:p>
          <a:pPr marL="171450" lvl="1" indent="-171450" algn="l" defTabSz="755650">
            <a:lnSpc>
              <a:spcPct val="90000"/>
            </a:lnSpc>
            <a:spcBef>
              <a:spcPct val="0"/>
            </a:spcBef>
            <a:spcAft>
              <a:spcPct val="15000"/>
            </a:spcAft>
            <a:buChar char="•"/>
          </a:pPr>
          <a:r>
            <a:rPr lang="en-US" sz="1700" kern="1200" dirty="0"/>
            <a:t>Some text here</a:t>
          </a:r>
        </a:p>
        <a:p>
          <a:pPr marL="171450" lvl="1" indent="-171450" algn="l" defTabSz="755650">
            <a:lnSpc>
              <a:spcPct val="90000"/>
            </a:lnSpc>
            <a:spcBef>
              <a:spcPct val="0"/>
            </a:spcBef>
            <a:spcAft>
              <a:spcPct val="15000"/>
            </a:spcAft>
            <a:buChar char="•"/>
          </a:pPr>
          <a:r>
            <a:rPr lang="en-US" sz="1700" kern="1200" dirty="0"/>
            <a:t>Some text here</a:t>
          </a:r>
        </a:p>
      </dsp:txBody>
      <dsp:txXfrm rot="10800000">
        <a:off x="0" y="2666243"/>
        <a:ext cx="4064000" cy="1599746"/>
      </dsp:txXfrm>
    </dsp:sp>
    <dsp:sp modelId="{9B112B79-5841-4003-B4F9-E48B9A01FE84}">
      <dsp:nvSpPr>
        <dsp:cNvPr id="0" name=""/>
        <dsp:cNvSpPr/>
      </dsp:nvSpPr>
      <dsp:spPr>
        <a:xfrm rot="5400000">
          <a:off x="5029502" y="1167492"/>
          <a:ext cx="2132995" cy="4064000"/>
        </a:xfrm>
        <a:prstGeom prst="round1Rect">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56464" tIns="156464" rIns="156464" bIns="156464" numCol="1" spcCol="1270" anchor="t" anchorCtr="0">
          <a:noAutofit/>
        </a:bodyPr>
        <a:lstStyle/>
        <a:p>
          <a:pPr marL="0" lvl="0" indent="0" algn="l" defTabSz="977900">
            <a:lnSpc>
              <a:spcPct val="90000"/>
            </a:lnSpc>
            <a:spcBef>
              <a:spcPct val="0"/>
            </a:spcBef>
            <a:spcAft>
              <a:spcPct val="35000"/>
            </a:spcAft>
            <a:buNone/>
          </a:pPr>
          <a:r>
            <a:rPr lang="en-US" sz="2200" kern="1200" dirty="0"/>
            <a:t>Some text here</a:t>
          </a:r>
        </a:p>
        <a:p>
          <a:pPr marL="171450" lvl="1" indent="-171450" algn="l" defTabSz="755650">
            <a:lnSpc>
              <a:spcPct val="90000"/>
            </a:lnSpc>
            <a:spcBef>
              <a:spcPct val="0"/>
            </a:spcBef>
            <a:spcAft>
              <a:spcPct val="15000"/>
            </a:spcAft>
            <a:buChar char="•"/>
          </a:pPr>
          <a:r>
            <a:rPr lang="en-US" sz="1700" kern="1200" dirty="0"/>
            <a:t>Some text here</a:t>
          </a:r>
        </a:p>
        <a:p>
          <a:pPr marL="171450" lvl="1" indent="-171450" algn="l" defTabSz="755650">
            <a:lnSpc>
              <a:spcPct val="90000"/>
            </a:lnSpc>
            <a:spcBef>
              <a:spcPct val="0"/>
            </a:spcBef>
            <a:spcAft>
              <a:spcPct val="15000"/>
            </a:spcAft>
            <a:buChar char="•"/>
          </a:pPr>
          <a:r>
            <a:rPr lang="en-US" sz="1700" kern="1200" dirty="0"/>
            <a:t>Some text here</a:t>
          </a:r>
        </a:p>
        <a:p>
          <a:pPr marL="171450" lvl="1" indent="-171450" algn="l" defTabSz="755650">
            <a:lnSpc>
              <a:spcPct val="90000"/>
            </a:lnSpc>
            <a:spcBef>
              <a:spcPct val="0"/>
            </a:spcBef>
            <a:spcAft>
              <a:spcPct val="15000"/>
            </a:spcAft>
            <a:buChar char="•"/>
          </a:pPr>
          <a:r>
            <a:rPr lang="en-US" sz="1700" kern="1200" dirty="0"/>
            <a:t>Some text here</a:t>
          </a:r>
        </a:p>
      </dsp:txBody>
      <dsp:txXfrm rot="-5400000">
        <a:off x="4063999" y="2666243"/>
        <a:ext cx="4064000" cy="1599746"/>
      </dsp:txXfrm>
    </dsp:sp>
    <dsp:sp modelId="{6C173E2C-E999-4F86-8045-878478A12CC3}">
      <dsp:nvSpPr>
        <dsp:cNvPr id="0" name=""/>
        <dsp:cNvSpPr/>
      </dsp:nvSpPr>
      <dsp:spPr>
        <a:xfrm>
          <a:off x="2844799" y="1599746"/>
          <a:ext cx="2438400" cy="1066497"/>
        </a:xfrm>
        <a:prstGeom prst="roundRect">
          <a:avLst/>
        </a:prstGeom>
        <a:gradFill rotWithShape="0">
          <a:gsLst>
            <a:gs pos="0">
              <a:schemeClr val="accent2">
                <a:tint val="40000"/>
                <a:hueOff val="0"/>
                <a:satOff val="0"/>
                <a:lumOff val="0"/>
                <a:alphaOff val="0"/>
                <a:shade val="51000"/>
                <a:satMod val="130000"/>
              </a:schemeClr>
            </a:gs>
            <a:gs pos="80000">
              <a:schemeClr val="accent2">
                <a:tint val="40000"/>
                <a:hueOff val="0"/>
                <a:satOff val="0"/>
                <a:lumOff val="0"/>
                <a:alphaOff val="0"/>
                <a:shade val="93000"/>
                <a:satMod val="130000"/>
              </a:schemeClr>
            </a:gs>
            <a:gs pos="100000">
              <a:schemeClr val="accent2">
                <a:tint val="4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kern="1200" dirty="0">
              <a:solidFill>
                <a:schemeClr val="tx2"/>
              </a:solidFill>
            </a:rPr>
            <a:t>Lorem Ipsum</a:t>
          </a:r>
        </a:p>
      </dsp:txBody>
      <dsp:txXfrm>
        <a:off x="2896861" y="1651808"/>
        <a:ext cx="2334276" cy="962373"/>
      </dsp:txXfrm>
    </dsp:sp>
  </dsp:spTree>
</dsp:drawing>
</file>

<file path=ppt/diagrams/drawing1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116772-8B6A-4710-8894-8C126C35614B}">
      <dsp:nvSpPr>
        <dsp:cNvPr id="0" name=""/>
        <dsp:cNvSpPr/>
      </dsp:nvSpPr>
      <dsp:spPr>
        <a:xfrm>
          <a:off x="1931005" y="0"/>
          <a:ext cx="4265990" cy="4265990"/>
        </a:xfrm>
        <a:prstGeom prst="quadArrow">
          <a:avLst>
            <a:gd name="adj1" fmla="val 2000"/>
            <a:gd name="adj2" fmla="val 4000"/>
            <a:gd name="adj3" fmla="val 5000"/>
          </a:avLst>
        </a:prstGeom>
        <a:solidFill>
          <a:schemeClr val="accent2">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55FE5B3C-269C-4D45-9AE9-52439CDD656D}">
      <dsp:nvSpPr>
        <dsp:cNvPr id="0" name=""/>
        <dsp:cNvSpPr/>
      </dsp:nvSpPr>
      <dsp:spPr>
        <a:xfrm>
          <a:off x="2208294" y="277289"/>
          <a:ext cx="1706396" cy="1706396"/>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dirty="0"/>
            <a:t>Lorem Ipsum</a:t>
          </a:r>
        </a:p>
        <a:p>
          <a:pPr marL="114300" lvl="1" indent="-114300" algn="l" defTabSz="666750">
            <a:lnSpc>
              <a:spcPct val="90000"/>
            </a:lnSpc>
            <a:spcBef>
              <a:spcPct val="0"/>
            </a:spcBef>
            <a:spcAft>
              <a:spcPct val="15000"/>
            </a:spcAft>
            <a:buChar char="•"/>
          </a:pPr>
          <a:r>
            <a:rPr lang="en-US" sz="1500" kern="1200" dirty="0"/>
            <a:t>Some text here</a:t>
          </a:r>
        </a:p>
        <a:p>
          <a:pPr marL="114300" lvl="1" indent="-114300" algn="l" defTabSz="666750">
            <a:lnSpc>
              <a:spcPct val="90000"/>
            </a:lnSpc>
            <a:spcBef>
              <a:spcPct val="0"/>
            </a:spcBef>
            <a:spcAft>
              <a:spcPct val="15000"/>
            </a:spcAft>
            <a:buChar char="•"/>
          </a:pPr>
          <a:r>
            <a:rPr lang="en-US" sz="1500" kern="1200" dirty="0"/>
            <a:t>Some text here</a:t>
          </a:r>
        </a:p>
        <a:p>
          <a:pPr marL="114300" lvl="1" indent="-114300" algn="l" defTabSz="666750">
            <a:lnSpc>
              <a:spcPct val="90000"/>
            </a:lnSpc>
            <a:spcBef>
              <a:spcPct val="0"/>
            </a:spcBef>
            <a:spcAft>
              <a:spcPct val="15000"/>
            </a:spcAft>
            <a:buChar char="•"/>
          </a:pPr>
          <a:r>
            <a:rPr lang="en-US" sz="1500" kern="1200" dirty="0"/>
            <a:t>Some text here</a:t>
          </a:r>
        </a:p>
      </dsp:txBody>
      <dsp:txXfrm>
        <a:off x="2291593" y="360588"/>
        <a:ext cx="1539798" cy="1539798"/>
      </dsp:txXfrm>
    </dsp:sp>
    <dsp:sp modelId="{5D90E142-6CCF-4A18-B10A-878398535303}">
      <dsp:nvSpPr>
        <dsp:cNvPr id="0" name=""/>
        <dsp:cNvSpPr/>
      </dsp:nvSpPr>
      <dsp:spPr>
        <a:xfrm>
          <a:off x="4213309" y="277289"/>
          <a:ext cx="1706396" cy="1706396"/>
        </a:xfrm>
        <a:prstGeom prst="round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a:t>Lorem Ipsum</a:t>
          </a:r>
          <a:endParaRPr lang="en-US" sz="1900" kern="1200" dirty="0"/>
        </a:p>
        <a:p>
          <a:pPr marL="114300" lvl="1" indent="-114300" algn="l" defTabSz="666750">
            <a:lnSpc>
              <a:spcPct val="90000"/>
            </a:lnSpc>
            <a:spcBef>
              <a:spcPct val="0"/>
            </a:spcBef>
            <a:spcAft>
              <a:spcPct val="15000"/>
            </a:spcAft>
            <a:buChar char="•"/>
          </a:pPr>
          <a:r>
            <a:rPr lang="en-US" sz="1500" kern="1200" dirty="0"/>
            <a:t>Some text here</a:t>
          </a:r>
        </a:p>
        <a:p>
          <a:pPr marL="114300" lvl="1" indent="-114300" algn="l" defTabSz="666750">
            <a:lnSpc>
              <a:spcPct val="90000"/>
            </a:lnSpc>
            <a:spcBef>
              <a:spcPct val="0"/>
            </a:spcBef>
            <a:spcAft>
              <a:spcPct val="15000"/>
            </a:spcAft>
            <a:buChar char="•"/>
          </a:pPr>
          <a:r>
            <a:rPr lang="en-US" sz="1500" kern="1200" dirty="0"/>
            <a:t>Some text here</a:t>
          </a:r>
        </a:p>
        <a:p>
          <a:pPr marL="114300" lvl="1" indent="-114300" algn="l" defTabSz="666750">
            <a:lnSpc>
              <a:spcPct val="90000"/>
            </a:lnSpc>
            <a:spcBef>
              <a:spcPct val="0"/>
            </a:spcBef>
            <a:spcAft>
              <a:spcPct val="15000"/>
            </a:spcAft>
            <a:buChar char="•"/>
          </a:pPr>
          <a:r>
            <a:rPr lang="en-US" sz="1500" kern="1200" dirty="0"/>
            <a:t>Some text here</a:t>
          </a:r>
        </a:p>
      </dsp:txBody>
      <dsp:txXfrm>
        <a:off x="4296608" y="360588"/>
        <a:ext cx="1539798" cy="1539798"/>
      </dsp:txXfrm>
    </dsp:sp>
    <dsp:sp modelId="{26F33FBD-77CD-4638-9ACF-D72F5E235B86}">
      <dsp:nvSpPr>
        <dsp:cNvPr id="0" name=""/>
        <dsp:cNvSpPr/>
      </dsp:nvSpPr>
      <dsp:spPr>
        <a:xfrm>
          <a:off x="2208294" y="2282304"/>
          <a:ext cx="1706396" cy="1706396"/>
        </a:xfrm>
        <a:prstGeom prst="round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a:t>Lorem Ipsum</a:t>
          </a:r>
          <a:endParaRPr lang="en-US" sz="1900" kern="1200" dirty="0"/>
        </a:p>
        <a:p>
          <a:pPr marL="114300" lvl="1" indent="-114300" algn="l" defTabSz="666750">
            <a:lnSpc>
              <a:spcPct val="90000"/>
            </a:lnSpc>
            <a:spcBef>
              <a:spcPct val="0"/>
            </a:spcBef>
            <a:spcAft>
              <a:spcPct val="15000"/>
            </a:spcAft>
            <a:buChar char="•"/>
          </a:pPr>
          <a:r>
            <a:rPr lang="en-US" sz="1500" kern="1200" dirty="0"/>
            <a:t>Some text here</a:t>
          </a:r>
        </a:p>
        <a:p>
          <a:pPr marL="114300" lvl="1" indent="-114300" algn="l" defTabSz="666750">
            <a:lnSpc>
              <a:spcPct val="90000"/>
            </a:lnSpc>
            <a:spcBef>
              <a:spcPct val="0"/>
            </a:spcBef>
            <a:spcAft>
              <a:spcPct val="15000"/>
            </a:spcAft>
            <a:buChar char="•"/>
          </a:pPr>
          <a:r>
            <a:rPr lang="en-US" sz="1500" kern="1200" dirty="0"/>
            <a:t>Some text here</a:t>
          </a:r>
        </a:p>
        <a:p>
          <a:pPr marL="114300" lvl="1" indent="-114300" algn="l" defTabSz="666750">
            <a:lnSpc>
              <a:spcPct val="90000"/>
            </a:lnSpc>
            <a:spcBef>
              <a:spcPct val="0"/>
            </a:spcBef>
            <a:spcAft>
              <a:spcPct val="15000"/>
            </a:spcAft>
            <a:buChar char="•"/>
          </a:pPr>
          <a:r>
            <a:rPr lang="en-US" sz="1500" kern="1200" dirty="0"/>
            <a:t>Some text here</a:t>
          </a:r>
        </a:p>
      </dsp:txBody>
      <dsp:txXfrm>
        <a:off x="2291593" y="2365603"/>
        <a:ext cx="1539798" cy="1539798"/>
      </dsp:txXfrm>
    </dsp:sp>
    <dsp:sp modelId="{91294609-0DE1-4497-B265-7F25E8237DEF}">
      <dsp:nvSpPr>
        <dsp:cNvPr id="0" name=""/>
        <dsp:cNvSpPr/>
      </dsp:nvSpPr>
      <dsp:spPr>
        <a:xfrm>
          <a:off x="4213309" y="2282304"/>
          <a:ext cx="1706396" cy="1706396"/>
        </a:xfrm>
        <a:prstGeom prst="roundRect">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a:t>Lorem Ipsum</a:t>
          </a:r>
          <a:endParaRPr lang="en-US" sz="1900" kern="1200" dirty="0"/>
        </a:p>
        <a:p>
          <a:pPr marL="114300" lvl="1" indent="-114300" algn="l" defTabSz="666750">
            <a:lnSpc>
              <a:spcPct val="90000"/>
            </a:lnSpc>
            <a:spcBef>
              <a:spcPct val="0"/>
            </a:spcBef>
            <a:spcAft>
              <a:spcPct val="15000"/>
            </a:spcAft>
            <a:buChar char="•"/>
          </a:pPr>
          <a:r>
            <a:rPr lang="en-US" sz="1500" kern="1200" dirty="0"/>
            <a:t>Some text here</a:t>
          </a:r>
        </a:p>
        <a:p>
          <a:pPr marL="114300" lvl="1" indent="-114300" algn="l" defTabSz="666750">
            <a:lnSpc>
              <a:spcPct val="90000"/>
            </a:lnSpc>
            <a:spcBef>
              <a:spcPct val="0"/>
            </a:spcBef>
            <a:spcAft>
              <a:spcPct val="15000"/>
            </a:spcAft>
            <a:buChar char="•"/>
          </a:pPr>
          <a:r>
            <a:rPr lang="en-US" sz="1500" kern="1200" dirty="0"/>
            <a:t>Some text here</a:t>
          </a:r>
        </a:p>
        <a:p>
          <a:pPr marL="114300" lvl="1" indent="-114300" algn="l" defTabSz="666750">
            <a:lnSpc>
              <a:spcPct val="90000"/>
            </a:lnSpc>
            <a:spcBef>
              <a:spcPct val="0"/>
            </a:spcBef>
            <a:spcAft>
              <a:spcPct val="15000"/>
            </a:spcAft>
            <a:buChar char="•"/>
          </a:pPr>
          <a:r>
            <a:rPr lang="en-US" sz="1500" kern="1200" dirty="0"/>
            <a:t>Some text here</a:t>
          </a:r>
        </a:p>
      </dsp:txBody>
      <dsp:txXfrm>
        <a:off x="4296608" y="2365603"/>
        <a:ext cx="1539798" cy="1539798"/>
      </dsp:txXfrm>
    </dsp:sp>
  </dsp:spTree>
</dsp:drawing>
</file>

<file path=ppt/diagrams/drawing1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F82D50-9F47-4232-AA2B-882E1B79F2F1}">
      <dsp:nvSpPr>
        <dsp:cNvPr id="0" name=""/>
        <dsp:cNvSpPr/>
      </dsp:nvSpPr>
      <dsp:spPr>
        <a:xfrm>
          <a:off x="4729494" y="2900873"/>
          <a:ext cx="2107399" cy="1365116"/>
        </a:xfrm>
        <a:prstGeom prst="roundRect">
          <a:avLst>
            <a:gd name="adj" fmla="val 10000"/>
          </a:avLst>
        </a:prstGeom>
        <a:solidFill>
          <a:schemeClr val="lt1">
            <a:alpha val="90000"/>
            <a:hueOff val="0"/>
            <a:satOff val="0"/>
            <a:lumOff val="0"/>
            <a:alphaOff val="0"/>
          </a:schemeClr>
        </a:solidFill>
        <a:ln w="9525" cap="flat" cmpd="sng" algn="ctr">
          <a:solidFill>
            <a:schemeClr val="accent4">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t" anchorCtr="0">
          <a:noAutofit/>
        </a:bodyPr>
        <a:lstStyle/>
        <a:p>
          <a:pPr marL="114300" lvl="1" indent="-114300" algn="l" defTabSz="622300">
            <a:lnSpc>
              <a:spcPct val="90000"/>
            </a:lnSpc>
            <a:spcBef>
              <a:spcPct val="0"/>
            </a:spcBef>
            <a:spcAft>
              <a:spcPct val="15000"/>
            </a:spcAft>
            <a:buChar char="•"/>
          </a:pPr>
          <a:r>
            <a:rPr lang="en-US" sz="1400" kern="1200" dirty="0">
              <a:solidFill>
                <a:schemeClr val="tx2"/>
              </a:solidFill>
            </a:rPr>
            <a:t>Some text here</a:t>
          </a:r>
        </a:p>
        <a:p>
          <a:pPr marL="114300" lvl="1" indent="-114300" algn="l" defTabSz="622300">
            <a:lnSpc>
              <a:spcPct val="90000"/>
            </a:lnSpc>
            <a:spcBef>
              <a:spcPct val="0"/>
            </a:spcBef>
            <a:spcAft>
              <a:spcPct val="15000"/>
            </a:spcAft>
            <a:buChar char="•"/>
          </a:pPr>
          <a:r>
            <a:rPr lang="en-US" sz="1400" kern="1200" dirty="0">
              <a:solidFill>
                <a:schemeClr val="tx2"/>
              </a:solidFill>
            </a:rPr>
            <a:t>Some text here</a:t>
          </a:r>
        </a:p>
        <a:p>
          <a:pPr marL="114300" lvl="1" indent="-114300" algn="l" defTabSz="622300">
            <a:lnSpc>
              <a:spcPct val="90000"/>
            </a:lnSpc>
            <a:spcBef>
              <a:spcPct val="0"/>
            </a:spcBef>
            <a:spcAft>
              <a:spcPct val="15000"/>
            </a:spcAft>
            <a:buChar char="•"/>
          </a:pPr>
          <a:r>
            <a:rPr lang="en-US" sz="1400" kern="1200" dirty="0">
              <a:solidFill>
                <a:schemeClr val="tx2"/>
              </a:solidFill>
            </a:rPr>
            <a:t>Some text here</a:t>
          </a:r>
        </a:p>
      </dsp:txBody>
      <dsp:txXfrm>
        <a:off x="5391701" y="3272139"/>
        <a:ext cx="1415205" cy="963863"/>
      </dsp:txXfrm>
    </dsp:sp>
    <dsp:sp modelId="{C5635514-A1AA-460A-B6E6-7CBA05937F98}">
      <dsp:nvSpPr>
        <dsp:cNvPr id="0" name=""/>
        <dsp:cNvSpPr/>
      </dsp:nvSpPr>
      <dsp:spPr>
        <a:xfrm>
          <a:off x="1291106" y="2900873"/>
          <a:ext cx="2107399" cy="1365116"/>
        </a:xfrm>
        <a:prstGeom prst="roundRect">
          <a:avLst>
            <a:gd name="adj" fmla="val 10000"/>
          </a:avLst>
        </a:prstGeom>
        <a:solidFill>
          <a:schemeClr val="lt1">
            <a:alpha val="90000"/>
            <a:hueOff val="0"/>
            <a:satOff val="0"/>
            <a:lumOff val="0"/>
            <a:alphaOff val="0"/>
          </a:schemeClr>
        </a:solidFill>
        <a:ln w="9525" cap="flat" cmpd="sng" algn="ctr">
          <a:solidFill>
            <a:schemeClr val="accent5">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t" anchorCtr="0">
          <a:noAutofit/>
        </a:bodyPr>
        <a:lstStyle/>
        <a:p>
          <a:pPr marL="114300" lvl="1" indent="-114300" algn="l" defTabSz="622300">
            <a:lnSpc>
              <a:spcPct val="90000"/>
            </a:lnSpc>
            <a:spcBef>
              <a:spcPct val="0"/>
            </a:spcBef>
            <a:spcAft>
              <a:spcPct val="15000"/>
            </a:spcAft>
            <a:buChar char="•"/>
          </a:pPr>
          <a:r>
            <a:rPr lang="en-US" sz="1400" kern="1200" dirty="0">
              <a:solidFill>
                <a:schemeClr val="tx2"/>
              </a:solidFill>
            </a:rPr>
            <a:t>Some text here</a:t>
          </a:r>
        </a:p>
        <a:p>
          <a:pPr marL="114300" lvl="1" indent="-114300" algn="l" defTabSz="622300">
            <a:lnSpc>
              <a:spcPct val="90000"/>
            </a:lnSpc>
            <a:spcBef>
              <a:spcPct val="0"/>
            </a:spcBef>
            <a:spcAft>
              <a:spcPct val="15000"/>
            </a:spcAft>
            <a:buChar char="•"/>
          </a:pPr>
          <a:r>
            <a:rPr lang="en-US" sz="1400" kern="1200" dirty="0">
              <a:solidFill>
                <a:schemeClr val="tx2"/>
              </a:solidFill>
            </a:rPr>
            <a:t>Some text here</a:t>
          </a:r>
        </a:p>
        <a:p>
          <a:pPr marL="114300" lvl="1" indent="-114300" algn="l" defTabSz="622300">
            <a:lnSpc>
              <a:spcPct val="90000"/>
            </a:lnSpc>
            <a:spcBef>
              <a:spcPct val="0"/>
            </a:spcBef>
            <a:spcAft>
              <a:spcPct val="15000"/>
            </a:spcAft>
            <a:buChar char="•"/>
          </a:pPr>
          <a:r>
            <a:rPr lang="en-US" sz="1400" kern="1200" dirty="0">
              <a:solidFill>
                <a:schemeClr val="tx2"/>
              </a:solidFill>
            </a:rPr>
            <a:t>Some text here</a:t>
          </a:r>
        </a:p>
      </dsp:txBody>
      <dsp:txXfrm>
        <a:off x="1321093" y="3272139"/>
        <a:ext cx="1415205" cy="963863"/>
      </dsp:txXfrm>
    </dsp:sp>
    <dsp:sp modelId="{4E9AEC1E-DD39-48F5-B00C-FA2CB837DB96}">
      <dsp:nvSpPr>
        <dsp:cNvPr id="0" name=""/>
        <dsp:cNvSpPr/>
      </dsp:nvSpPr>
      <dsp:spPr>
        <a:xfrm>
          <a:off x="4729494" y="0"/>
          <a:ext cx="2107399" cy="1365116"/>
        </a:xfrm>
        <a:prstGeom prst="roundRect">
          <a:avLst>
            <a:gd name="adj" fmla="val 10000"/>
          </a:avLst>
        </a:prstGeom>
        <a:solidFill>
          <a:schemeClr val="lt1">
            <a:alpha val="90000"/>
            <a:hueOff val="0"/>
            <a:satOff val="0"/>
            <a:lumOff val="0"/>
            <a:alphaOff val="0"/>
          </a:schemeClr>
        </a:solidFill>
        <a:ln w="9525" cap="flat" cmpd="sng" algn="ctr">
          <a:solidFill>
            <a:schemeClr val="accent3">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t" anchorCtr="0">
          <a:noAutofit/>
        </a:bodyPr>
        <a:lstStyle/>
        <a:p>
          <a:pPr marL="114300" lvl="1" indent="-114300" algn="l" defTabSz="622300">
            <a:lnSpc>
              <a:spcPct val="90000"/>
            </a:lnSpc>
            <a:spcBef>
              <a:spcPct val="0"/>
            </a:spcBef>
            <a:spcAft>
              <a:spcPct val="15000"/>
            </a:spcAft>
            <a:buChar char="•"/>
          </a:pPr>
          <a:r>
            <a:rPr lang="en-US" sz="1400" kern="1200" dirty="0">
              <a:solidFill>
                <a:schemeClr val="tx2"/>
              </a:solidFill>
            </a:rPr>
            <a:t>Some text here</a:t>
          </a:r>
        </a:p>
        <a:p>
          <a:pPr marL="114300" lvl="1" indent="-114300" algn="l" defTabSz="622300">
            <a:lnSpc>
              <a:spcPct val="90000"/>
            </a:lnSpc>
            <a:spcBef>
              <a:spcPct val="0"/>
            </a:spcBef>
            <a:spcAft>
              <a:spcPct val="15000"/>
            </a:spcAft>
            <a:buChar char="•"/>
          </a:pPr>
          <a:r>
            <a:rPr lang="en-US" sz="1400" kern="1200" dirty="0">
              <a:solidFill>
                <a:schemeClr val="tx2"/>
              </a:solidFill>
            </a:rPr>
            <a:t>Some text here</a:t>
          </a:r>
        </a:p>
        <a:p>
          <a:pPr marL="114300" lvl="1" indent="-114300" algn="l" defTabSz="622300">
            <a:lnSpc>
              <a:spcPct val="90000"/>
            </a:lnSpc>
            <a:spcBef>
              <a:spcPct val="0"/>
            </a:spcBef>
            <a:spcAft>
              <a:spcPct val="15000"/>
            </a:spcAft>
            <a:buChar char="•"/>
          </a:pPr>
          <a:r>
            <a:rPr lang="en-US" sz="1400" kern="1200" dirty="0">
              <a:solidFill>
                <a:schemeClr val="tx2"/>
              </a:solidFill>
            </a:rPr>
            <a:t>Some text here</a:t>
          </a:r>
        </a:p>
      </dsp:txBody>
      <dsp:txXfrm>
        <a:off x="5391701" y="29987"/>
        <a:ext cx="1415205" cy="963863"/>
      </dsp:txXfrm>
    </dsp:sp>
    <dsp:sp modelId="{7A98E228-1911-4D71-BB5A-D401B3097A61}">
      <dsp:nvSpPr>
        <dsp:cNvPr id="0" name=""/>
        <dsp:cNvSpPr/>
      </dsp:nvSpPr>
      <dsp:spPr>
        <a:xfrm>
          <a:off x="1291106" y="0"/>
          <a:ext cx="2107399" cy="1365116"/>
        </a:xfrm>
        <a:prstGeom prst="roundRect">
          <a:avLst>
            <a:gd name="adj" fmla="val 10000"/>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t" anchorCtr="0">
          <a:noAutofit/>
        </a:bodyPr>
        <a:lstStyle/>
        <a:p>
          <a:pPr marL="114300" lvl="1" indent="-114300" algn="l" defTabSz="622300">
            <a:lnSpc>
              <a:spcPct val="90000"/>
            </a:lnSpc>
            <a:spcBef>
              <a:spcPct val="0"/>
            </a:spcBef>
            <a:spcAft>
              <a:spcPct val="15000"/>
            </a:spcAft>
            <a:buChar char="•"/>
          </a:pPr>
          <a:r>
            <a:rPr lang="en-US" sz="1400" kern="1200" dirty="0">
              <a:solidFill>
                <a:schemeClr val="tx2"/>
              </a:solidFill>
            </a:rPr>
            <a:t>Some text here</a:t>
          </a:r>
        </a:p>
        <a:p>
          <a:pPr marL="114300" lvl="1" indent="-114300" algn="l" defTabSz="622300">
            <a:lnSpc>
              <a:spcPct val="90000"/>
            </a:lnSpc>
            <a:spcBef>
              <a:spcPct val="0"/>
            </a:spcBef>
            <a:spcAft>
              <a:spcPct val="15000"/>
            </a:spcAft>
            <a:buChar char="•"/>
          </a:pPr>
          <a:r>
            <a:rPr lang="en-US" sz="1400" kern="1200" dirty="0">
              <a:solidFill>
                <a:schemeClr val="tx2"/>
              </a:solidFill>
            </a:rPr>
            <a:t>Some text here</a:t>
          </a:r>
        </a:p>
        <a:p>
          <a:pPr marL="114300" lvl="1" indent="-114300" algn="l" defTabSz="622300">
            <a:lnSpc>
              <a:spcPct val="90000"/>
            </a:lnSpc>
            <a:spcBef>
              <a:spcPct val="0"/>
            </a:spcBef>
            <a:spcAft>
              <a:spcPct val="15000"/>
            </a:spcAft>
            <a:buChar char="•"/>
          </a:pPr>
          <a:r>
            <a:rPr lang="en-US" sz="1400" kern="1200" dirty="0">
              <a:solidFill>
                <a:schemeClr val="tx2"/>
              </a:solidFill>
            </a:rPr>
            <a:t>Some text here</a:t>
          </a:r>
        </a:p>
      </dsp:txBody>
      <dsp:txXfrm>
        <a:off x="1321093" y="29987"/>
        <a:ext cx="1415205" cy="963863"/>
      </dsp:txXfrm>
    </dsp:sp>
    <dsp:sp modelId="{3B24D1B4-402E-47F7-8D84-45FD1C1E82E9}">
      <dsp:nvSpPr>
        <dsp:cNvPr id="0" name=""/>
        <dsp:cNvSpPr/>
      </dsp:nvSpPr>
      <dsp:spPr>
        <a:xfrm>
          <a:off x="2174166" y="243161"/>
          <a:ext cx="1847173" cy="1847173"/>
        </a:xfrm>
        <a:prstGeom prst="pieWedg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92024" tIns="192024" rIns="192024" bIns="192024" numCol="1" spcCol="1270" anchor="ctr" anchorCtr="0">
          <a:noAutofit/>
        </a:bodyPr>
        <a:lstStyle/>
        <a:p>
          <a:pPr marL="0" lvl="0" indent="0" algn="ctr" defTabSz="1200150">
            <a:lnSpc>
              <a:spcPct val="90000"/>
            </a:lnSpc>
            <a:spcBef>
              <a:spcPct val="0"/>
            </a:spcBef>
            <a:spcAft>
              <a:spcPct val="35000"/>
            </a:spcAft>
            <a:buNone/>
          </a:pPr>
          <a:r>
            <a:rPr lang="en-US" sz="2700" kern="1200" dirty="0"/>
            <a:t>Lorem Ipsum</a:t>
          </a:r>
        </a:p>
      </dsp:txBody>
      <dsp:txXfrm>
        <a:off x="2715190" y="784185"/>
        <a:ext cx="1306149" cy="1306149"/>
      </dsp:txXfrm>
    </dsp:sp>
    <dsp:sp modelId="{4487BA5C-07BD-4AAF-9345-C4016B41B800}">
      <dsp:nvSpPr>
        <dsp:cNvPr id="0" name=""/>
        <dsp:cNvSpPr/>
      </dsp:nvSpPr>
      <dsp:spPr>
        <a:xfrm rot="5400000">
          <a:off x="4106659" y="243161"/>
          <a:ext cx="1847173" cy="1847173"/>
        </a:xfrm>
        <a:prstGeom prst="pieWedge">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92024" tIns="192024" rIns="192024" bIns="192024" numCol="1" spcCol="1270" anchor="ctr" anchorCtr="0">
          <a:noAutofit/>
        </a:bodyPr>
        <a:lstStyle/>
        <a:p>
          <a:pPr marL="0" lvl="0" indent="0" algn="ctr" defTabSz="1200150">
            <a:lnSpc>
              <a:spcPct val="90000"/>
            </a:lnSpc>
            <a:spcBef>
              <a:spcPct val="0"/>
            </a:spcBef>
            <a:spcAft>
              <a:spcPct val="35000"/>
            </a:spcAft>
            <a:buNone/>
          </a:pPr>
          <a:r>
            <a:rPr lang="en-US" sz="2700" kern="1200"/>
            <a:t>Lorem Ipsum</a:t>
          </a:r>
          <a:endParaRPr lang="en-US" sz="2700" kern="1200" dirty="0"/>
        </a:p>
      </dsp:txBody>
      <dsp:txXfrm rot="-5400000">
        <a:off x="4106659" y="784185"/>
        <a:ext cx="1306149" cy="1306149"/>
      </dsp:txXfrm>
    </dsp:sp>
    <dsp:sp modelId="{72FD0D42-ABF8-4D63-9953-C6B84E522EC8}">
      <dsp:nvSpPr>
        <dsp:cNvPr id="0" name=""/>
        <dsp:cNvSpPr/>
      </dsp:nvSpPr>
      <dsp:spPr>
        <a:xfrm rot="10800000">
          <a:off x="4106659" y="2175654"/>
          <a:ext cx="1847173" cy="1847173"/>
        </a:xfrm>
        <a:prstGeom prst="pieWedge">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92024" tIns="192024" rIns="192024" bIns="192024" numCol="1" spcCol="1270" anchor="ctr" anchorCtr="0">
          <a:noAutofit/>
        </a:bodyPr>
        <a:lstStyle/>
        <a:p>
          <a:pPr marL="0" lvl="0" indent="0" algn="ctr" defTabSz="1200150">
            <a:lnSpc>
              <a:spcPct val="90000"/>
            </a:lnSpc>
            <a:spcBef>
              <a:spcPct val="0"/>
            </a:spcBef>
            <a:spcAft>
              <a:spcPct val="35000"/>
            </a:spcAft>
            <a:buNone/>
          </a:pPr>
          <a:r>
            <a:rPr lang="en-US" sz="2700" kern="1200"/>
            <a:t>Lorem Ipsum</a:t>
          </a:r>
          <a:endParaRPr lang="en-US" sz="2700" kern="1200" dirty="0"/>
        </a:p>
      </dsp:txBody>
      <dsp:txXfrm rot="10800000">
        <a:off x="4106659" y="2175654"/>
        <a:ext cx="1306149" cy="1306149"/>
      </dsp:txXfrm>
    </dsp:sp>
    <dsp:sp modelId="{7DE18523-9D88-4BED-BEBD-DDFC563895B2}">
      <dsp:nvSpPr>
        <dsp:cNvPr id="0" name=""/>
        <dsp:cNvSpPr/>
      </dsp:nvSpPr>
      <dsp:spPr>
        <a:xfrm rot="16200000">
          <a:off x="2174166" y="2175654"/>
          <a:ext cx="1847173" cy="1847173"/>
        </a:xfrm>
        <a:prstGeom prst="pieWedge">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92024" tIns="192024" rIns="192024" bIns="192024" numCol="1" spcCol="1270" anchor="ctr" anchorCtr="0">
          <a:noAutofit/>
        </a:bodyPr>
        <a:lstStyle/>
        <a:p>
          <a:pPr marL="0" lvl="0" indent="0" algn="ctr" defTabSz="1200150">
            <a:lnSpc>
              <a:spcPct val="90000"/>
            </a:lnSpc>
            <a:spcBef>
              <a:spcPct val="0"/>
            </a:spcBef>
            <a:spcAft>
              <a:spcPct val="35000"/>
            </a:spcAft>
            <a:buNone/>
          </a:pPr>
          <a:r>
            <a:rPr lang="en-US" sz="2700" kern="1200"/>
            <a:t>Lorem Ipsum</a:t>
          </a:r>
          <a:endParaRPr lang="en-US" sz="2700" kern="1200" dirty="0"/>
        </a:p>
      </dsp:txBody>
      <dsp:txXfrm rot="5400000">
        <a:off x="2715190" y="2175654"/>
        <a:ext cx="1306149" cy="1306149"/>
      </dsp:txXfrm>
    </dsp:sp>
    <dsp:sp modelId="{E486051A-E5EE-4981-BFD1-11E725C48180}">
      <dsp:nvSpPr>
        <dsp:cNvPr id="0" name=""/>
        <dsp:cNvSpPr/>
      </dsp:nvSpPr>
      <dsp:spPr>
        <a:xfrm>
          <a:off x="3745117" y="1749055"/>
          <a:ext cx="637765" cy="554578"/>
        </a:xfrm>
        <a:prstGeom prst="circularArrow">
          <a:avLst/>
        </a:prstGeom>
        <a:gradFill rotWithShape="0">
          <a:gsLst>
            <a:gs pos="0">
              <a:schemeClr val="accent2">
                <a:tint val="40000"/>
                <a:hueOff val="0"/>
                <a:satOff val="0"/>
                <a:lumOff val="0"/>
                <a:alphaOff val="0"/>
                <a:shade val="51000"/>
                <a:satMod val="130000"/>
              </a:schemeClr>
            </a:gs>
            <a:gs pos="80000">
              <a:schemeClr val="accent2">
                <a:tint val="40000"/>
                <a:hueOff val="0"/>
                <a:satOff val="0"/>
                <a:lumOff val="0"/>
                <a:alphaOff val="0"/>
                <a:shade val="93000"/>
                <a:satMod val="130000"/>
              </a:schemeClr>
            </a:gs>
            <a:gs pos="100000">
              <a:schemeClr val="accent2">
                <a:tint val="4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dsp:style>
    </dsp:sp>
    <dsp:sp modelId="{E1E34BBD-190C-4014-A2B1-6C5A100B5FF4}">
      <dsp:nvSpPr>
        <dsp:cNvPr id="0" name=""/>
        <dsp:cNvSpPr/>
      </dsp:nvSpPr>
      <dsp:spPr>
        <a:xfrm rot="10800000">
          <a:off x="3745117" y="1962355"/>
          <a:ext cx="637765" cy="554578"/>
        </a:xfrm>
        <a:prstGeom prst="circularArrow">
          <a:avLst/>
        </a:prstGeom>
        <a:gradFill rotWithShape="0">
          <a:gsLst>
            <a:gs pos="0">
              <a:schemeClr val="accent2">
                <a:tint val="40000"/>
                <a:hueOff val="0"/>
                <a:satOff val="0"/>
                <a:lumOff val="0"/>
                <a:alphaOff val="0"/>
                <a:shade val="51000"/>
                <a:satMod val="130000"/>
              </a:schemeClr>
            </a:gs>
            <a:gs pos="80000">
              <a:schemeClr val="accent2">
                <a:tint val="40000"/>
                <a:hueOff val="0"/>
                <a:satOff val="0"/>
                <a:lumOff val="0"/>
                <a:alphaOff val="0"/>
                <a:shade val="93000"/>
                <a:satMod val="130000"/>
              </a:schemeClr>
            </a:gs>
            <a:gs pos="100000">
              <a:schemeClr val="accent2">
                <a:tint val="4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dsp:style>
    </dsp:sp>
  </dsp:spTree>
</dsp:drawing>
</file>

<file path=ppt/diagrams/drawing1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EC955E-7635-42CC-B82E-C143CA823C99}">
      <dsp:nvSpPr>
        <dsp:cNvPr id="0" name=""/>
        <dsp:cNvSpPr/>
      </dsp:nvSpPr>
      <dsp:spPr>
        <a:xfrm rot="10800000">
          <a:off x="2763520" y="0"/>
          <a:ext cx="5364479" cy="1066497"/>
        </a:xfrm>
        <a:prstGeom prst="nonIsoscelesTrapezoid">
          <a:avLst>
            <a:gd name="adj1" fmla="val 0"/>
            <a:gd name="adj2" fmla="val 64780"/>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171450" lvl="1" indent="-171450" algn="l" defTabSz="844550">
            <a:lnSpc>
              <a:spcPct val="90000"/>
            </a:lnSpc>
            <a:spcBef>
              <a:spcPct val="0"/>
            </a:spcBef>
            <a:spcAft>
              <a:spcPct val="15000"/>
            </a:spcAft>
            <a:buChar char="•"/>
          </a:pPr>
          <a:r>
            <a:rPr lang="en-US" sz="1900" kern="1200" dirty="0">
              <a:solidFill>
                <a:schemeClr val="tx2"/>
              </a:solidFill>
            </a:rPr>
            <a:t>Some text here</a:t>
          </a:r>
        </a:p>
        <a:p>
          <a:pPr marL="171450" lvl="1" indent="-171450" algn="l" defTabSz="844550">
            <a:lnSpc>
              <a:spcPct val="90000"/>
            </a:lnSpc>
            <a:spcBef>
              <a:spcPct val="0"/>
            </a:spcBef>
            <a:spcAft>
              <a:spcPct val="15000"/>
            </a:spcAft>
            <a:buChar char="•"/>
          </a:pPr>
          <a:r>
            <a:rPr lang="en-US" sz="1900" kern="1200" dirty="0">
              <a:solidFill>
                <a:schemeClr val="tx2"/>
              </a:solidFill>
            </a:rPr>
            <a:t>Some text here</a:t>
          </a:r>
        </a:p>
        <a:p>
          <a:pPr marL="171450" lvl="1" indent="-171450" algn="l" defTabSz="844550">
            <a:lnSpc>
              <a:spcPct val="90000"/>
            </a:lnSpc>
            <a:spcBef>
              <a:spcPct val="0"/>
            </a:spcBef>
            <a:spcAft>
              <a:spcPct val="15000"/>
            </a:spcAft>
            <a:buChar char="•"/>
          </a:pPr>
          <a:r>
            <a:rPr lang="en-US" sz="1900" kern="1200" dirty="0">
              <a:solidFill>
                <a:schemeClr val="tx2"/>
              </a:solidFill>
            </a:rPr>
            <a:t>Some text here</a:t>
          </a:r>
        </a:p>
      </dsp:txBody>
      <dsp:txXfrm rot="10800000">
        <a:off x="3454400" y="0"/>
        <a:ext cx="4673600" cy="1066497"/>
      </dsp:txXfrm>
    </dsp:sp>
    <dsp:sp modelId="{1D04402F-BC84-4235-9E7D-294BB1C1B30C}">
      <dsp:nvSpPr>
        <dsp:cNvPr id="0" name=""/>
        <dsp:cNvSpPr/>
      </dsp:nvSpPr>
      <dsp:spPr>
        <a:xfrm>
          <a:off x="2072639" y="0"/>
          <a:ext cx="1381759" cy="1066497"/>
        </a:xfrm>
        <a:prstGeom prst="trapezoid">
          <a:avLst>
            <a:gd name="adj" fmla="val 6478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4450" tIns="44450" rIns="44450" bIns="44450" numCol="1" spcCol="1270" anchor="ctr" anchorCtr="0">
          <a:noAutofit/>
        </a:bodyPr>
        <a:lstStyle/>
        <a:p>
          <a:pPr marL="0" lvl="0" indent="0" algn="ctr" defTabSz="1555750">
            <a:lnSpc>
              <a:spcPct val="90000"/>
            </a:lnSpc>
            <a:spcBef>
              <a:spcPct val="0"/>
            </a:spcBef>
            <a:spcAft>
              <a:spcPct val="35000"/>
            </a:spcAft>
            <a:buNone/>
          </a:pPr>
          <a:r>
            <a:rPr lang="en-US" sz="3500" kern="1200" dirty="0">
              <a:solidFill>
                <a:schemeClr val="tx2"/>
              </a:solidFill>
            </a:rPr>
            <a:t>Lorem Ipsum</a:t>
          </a:r>
        </a:p>
      </dsp:txBody>
      <dsp:txXfrm>
        <a:off x="2072639" y="0"/>
        <a:ext cx="1381759" cy="1066497"/>
      </dsp:txXfrm>
    </dsp:sp>
    <dsp:sp modelId="{9F24B008-450A-45DB-B2A0-0CE79CB78986}">
      <dsp:nvSpPr>
        <dsp:cNvPr id="0" name=""/>
        <dsp:cNvSpPr/>
      </dsp:nvSpPr>
      <dsp:spPr>
        <a:xfrm rot="10800000">
          <a:off x="3454400" y="1066497"/>
          <a:ext cx="4673599" cy="1066497"/>
        </a:xfrm>
        <a:prstGeom prst="nonIsoscelesTrapezoid">
          <a:avLst>
            <a:gd name="adj1" fmla="val 0"/>
            <a:gd name="adj2" fmla="val 64780"/>
          </a:avLst>
        </a:prstGeom>
        <a:solidFill>
          <a:schemeClr val="lt1">
            <a:alpha val="90000"/>
            <a:hueOff val="0"/>
            <a:satOff val="0"/>
            <a:lumOff val="0"/>
            <a:alphaOff val="0"/>
          </a:schemeClr>
        </a:solidFill>
        <a:ln w="9525" cap="flat" cmpd="sng" algn="ctr">
          <a:solidFill>
            <a:schemeClr val="accent3">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171450" lvl="1" indent="-171450" algn="l" defTabSz="844550">
            <a:lnSpc>
              <a:spcPct val="90000"/>
            </a:lnSpc>
            <a:spcBef>
              <a:spcPct val="0"/>
            </a:spcBef>
            <a:spcAft>
              <a:spcPct val="15000"/>
            </a:spcAft>
            <a:buChar char="•"/>
          </a:pPr>
          <a:r>
            <a:rPr lang="en-US" sz="1900" kern="1200" dirty="0">
              <a:solidFill>
                <a:schemeClr val="tx2"/>
              </a:solidFill>
            </a:rPr>
            <a:t>Some text here</a:t>
          </a:r>
        </a:p>
        <a:p>
          <a:pPr marL="171450" lvl="1" indent="-171450" algn="l" defTabSz="844550">
            <a:lnSpc>
              <a:spcPct val="90000"/>
            </a:lnSpc>
            <a:spcBef>
              <a:spcPct val="0"/>
            </a:spcBef>
            <a:spcAft>
              <a:spcPct val="15000"/>
            </a:spcAft>
            <a:buChar char="•"/>
          </a:pPr>
          <a:r>
            <a:rPr lang="en-US" sz="1900" kern="1200" dirty="0">
              <a:solidFill>
                <a:schemeClr val="tx2"/>
              </a:solidFill>
            </a:rPr>
            <a:t>Some text here</a:t>
          </a:r>
        </a:p>
        <a:p>
          <a:pPr marL="171450" lvl="1" indent="-171450" algn="l" defTabSz="844550">
            <a:lnSpc>
              <a:spcPct val="90000"/>
            </a:lnSpc>
            <a:spcBef>
              <a:spcPct val="0"/>
            </a:spcBef>
            <a:spcAft>
              <a:spcPct val="15000"/>
            </a:spcAft>
            <a:buChar char="•"/>
          </a:pPr>
          <a:r>
            <a:rPr lang="en-US" sz="1900" kern="1200" dirty="0">
              <a:solidFill>
                <a:schemeClr val="tx2"/>
              </a:solidFill>
            </a:rPr>
            <a:t>Some text here</a:t>
          </a:r>
        </a:p>
      </dsp:txBody>
      <dsp:txXfrm rot="10800000">
        <a:off x="4145280" y="1066497"/>
        <a:ext cx="3982719" cy="1066497"/>
      </dsp:txXfrm>
    </dsp:sp>
    <dsp:sp modelId="{6F4EDAC0-2449-4BF4-9070-F72FB19FA89A}">
      <dsp:nvSpPr>
        <dsp:cNvPr id="0" name=""/>
        <dsp:cNvSpPr/>
      </dsp:nvSpPr>
      <dsp:spPr>
        <a:xfrm>
          <a:off x="1381759" y="1066497"/>
          <a:ext cx="2763519" cy="1066497"/>
        </a:xfrm>
        <a:prstGeom prst="trapezoid">
          <a:avLst>
            <a:gd name="adj" fmla="val 6478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4450" tIns="44450" rIns="44450" bIns="44450" numCol="1" spcCol="1270" anchor="ctr" anchorCtr="0">
          <a:noAutofit/>
        </a:bodyPr>
        <a:lstStyle/>
        <a:p>
          <a:pPr marL="0" lvl="0" indent="0" algn="ctr" defTabSz="1555750">
            <a:lnSpc>
              <a:spcPct val="90000"/>
            </a:lnSpc>
            <a:spcBef>
              <a:spcPct val="0"/>
            </a:spcBef>
            <a:spcAft>
              <a:spcPct val="35000"/>
            </a:spcAft>
            <a:buNone/>
          </a:pPr>
          <a:r>
            <a:rPr lang="en-US" sz="3500" kern="1200">
              <a:solidFill>
                <a:schemeClr val="tx2"/>
              </a:solidFill>
            </a:rPr>
            <a:t>Lorem Ipsum</a:t>
          </a:r>
          <a:endParaRPr lang="en-US" sz="3500" kern="1200" dirty="0">
            <a:solidFill>
              <a:schemeClr val="tx2"/>
            </a:solidFill>
          </a:endParaRPr>
        </a:p>
      </dsp:txBody>
      <dsp:txXfrm>
        <a:off x="1865375" y="1066497"/>
        <a:ext cx="1796288" cy="1066497"/>
      </dsp:txXfrm>
    </dsp:sp>
    <dsp:sp modelId="{3CC70F75-A766-45D7-8D60-33867A19FC10}">
      <dsp:nvSpPr>
        <dsp:cNvPr id="0" name=""/>
        <dsp:cNvSpPr/>
      </dsp:nvSpPr>
      <dsp:spPr>
        <a:xfrm rot="10800000">
          <a:off x="4145279" y="2132995"/>
          <a:ext cx="3982720" cy="1066497"/>
        </a:xfrm>
        <a:prstGeom prst="nonIsoscelesTrapezoid">
          <a:avLst>
            <a:gd name="adj1" fmla="val 0"/>
            <a:gd name="adj2" fmla="val 64780"/>
          </a:avLst>
        </a:prstGeom>
        <a:solidFill>
          <a:schemeClr val="lt1">
            <a:alpha val="90000"/>
            <a:hueOff val="0"/>
            <a:satOff val="0"/>
            <a:lumOff val="0"/>
            <a:alphaOff val="0"/>
          </a:schemeClr>
        </a:solidFill>
        <a:ln w="9525" cap="flat" cmpd="sng" algn="ctr">
          <a:solidFill>
            <a:schemeClr val="accent4">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171450" lvl="1" indent="-171450" algn="l" defTabSz="844550">
            <a:lnSpc>
              <a:spcPct val="90000"/>
            </a:lnSpc>
            <a:spcBef>
              <a:spcPct val="0"/>
            </a:spcBef>
            <a:spcAft>
              <a:spcPct val="15000"/>
            </a:spcAft>
            <a:buChar char="•"/>
          </a:pPr>
          <a:r>
            <a:rPr lang="en-US" sz="1900" kern="1200" dirty="0">
              <a:solidFill>
                <a:schemeClr val="tx2"/>
              </a:solidFill>
            </a:rPr>
            <a:t>Some text here</a:t>
          </a:r>
        </a:p>
        <a:p>
          <a:pPr marL="171450" lvl="1" indent="-171450" algn="l" defTabSz="844550">
            <a:lnSpc>
              <a:spcPct val="90000"/>
            </a:lnSpc>
            <a:spcBef>
              <a:spcPct val="0"/>
            </a:spcBef>
            <a:spcAft>
              <a:spcPct val="15000"/>
            </a:spcAft>
            <a:buChar char="•"/>
          </a:pPr>
          <a:r>
            <a:rPr lang="en-US" sz="1900" kern="1200" dirty="0">
              <a:solidFill>
                <a:schemeClr val="tx2"/>
              </a:solidFill>
            </a:rPr>
            <a:t>Some text here</a:t>
          </a:r>
        </a:p>
        <a:p>
          <a:pPr marL="171450" lvl="1" indent="-171450" algn="l" defTabSz="844550">
            <a:lnSpc>
              <a:spcPct val="90000"/>
            </a:lnSpc>
            <a:spcBef>
              <a:spcPct val="0"/>
            </a:spcBef>
            <a:spcAft>
              <a:spcPct val="15000"/>
            </a:spcAft>
            <a:buChar char="•"/>
          </a:pPr>
          <a:r>
            <a:rPr lang="en-US" sz="1900" kern="1200" dirty="0">
              <a:solidFill>
                <a:schemeClr val="tx2"/>
              </a:solidFill>
            </a:rPr>
            <a:t>Some text here</a:t>
          </a:r>
        </a:p>
      </dsp:txBody>
      <dsp:txXfrm rot="10800000">
        <a:off x="4836160" y="2132995"/>
        <a:ext cx="3291840" cy="1066497"/>
      </dsp:txXfrm>
    </dsp:sp>
    <dsp:sp modelId="{FF9BC03B-86EC-4009-9282-9BB629483248}">
      <dsp:nvSpPr>
        <dsp:cNvPr id="0" name=""/>
        <dsp:cNvSpPr/>
      </dsp:nvSpPr>
      <dsp:spPr>
        <a:xfrm>
          <a:off x="690879" y="2132995"/>
          <a:ext cx="4145280" cy="1066497"/>
        </a:xfrm>
        <a:prstGeom prst="trapezoid">
          <a:avLst>
            <a:gd name="adj" fmla="val 6478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4450" tIns="44450" rIns="44450" bIns="44450" numCol="1" spcCol="1270" anchor="ctr" anchorCtr="0">
          <a:noAutofit/>
        </a:bodyPr>
        <a:lstStyle/>
        <a:p>
          <a:pPr marL="0" lvl="0" indent="0" algn="ctr" defTabSz="1555750">
            <a:lnSpc>
              <a:spcPct val="90000"/>
            </a:lnSpc>
            <a:spcBef>
              <a:spcPct val="0"/>
            </a:spcBef>
            <a:spcAft>
              <a:spcPct val="35000"/>
            </a:spcAft>
            <a:buNone/>
          </a:pPr>
          <a:r>
            <a:rPr lang="en-US" sz="3500" kern="1200">
              <a:solidFill>
                <a:schemeClr val="tx2"/>
              </a:solidFill>
            </a:rPr>
            <a:t>Lorem Ipsum</a:t>
          </a:r>
          <a:endParaRPr lang="en-US" sz="3500" kern="1200" dirty="0">
            <a:solidFill>
              <a:schemeClr val="tx2"/>
            </a:solidFill>
          </a:endParaRPr>
        </a:p>
      </dsp:txBody>
      <dsp:txXfrm>
        <a:off x="1416303" y="2132995"/>
        <a:ext cx="2694432" cy="1066497"/>
      </dsp:txXfrm>
    </dsp:sp>
    <dsp:sp modelId="{F47FAA2F-B95A-4BEE-93DD-0F13B2F1FE00}">
      <dsp:nvSpPr>
        <dsp:cNvPr id="0" name=""/>
        <dsp:cNvSpPr/>
      </dsp:nvSpPr>
      <dsp:spPr>
        <a:xfrm rot="10800000">
          <a:off x="4836160" y="3199492"/>
          <a:ext cx="3291840" cy="1066497"/>
        </a:xfrm>
        <a:prstGeom prst="nonIsoscelesTrapezoid">
          <a:avLst>
            <a:gd name="adj1" fmla="val 0"/>
            <a:gd name="adj2" fmla="val 64780"/>
          </a:avLst>
        </a:prstGeom>
        <a:solidFill>
          <a:schemeClr val="lt1">
            <a:alpha val="90000"/>
            <a:hueOff val="0"/>
            <a:satOff val="0"/>
            <a:lumOff val="0"/>
            <a:alphaOff val="0"/>
          </a:schemeClr>
        </a:solidFill>
        <a:ln w="9525" cap="flat" cmpd="sng" algn="ctr">
          <a:solidFill>
            <a:schemeClr val="accent5">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171450" lvl="1" indent="-171450" algn="l" defTabSz="844550">
            <a:lnSpc>
              <a:spcPct val="90000"/>
            </a:lnSpc>
            <a:spcBef>
              <a:spcPct val="0"/>
            </a:spcBef>
            <a:spcAft>
              <a:spcPct val="15000"/>
            </a:spcAft>
            <a:buChar char="•"/>
          </a:pPr>
          <a:r>
            <a:rPr lang="en-US" sz="1900" kern="1200" dirty="0">
              <a:solidFill>
                <a:schemeClr val="tx2"/>
              </a:solidFill>
            </a:rPr>
            <a:t>Some text here</a:t>
          </a:r>
        </a:p>
        <a:p>
          <a:pPr marL="171450" lvl="1" indent="-171450" algn="l" defTabSz="844550">
            <a:lnSpc>
              <a:spcPct val="90000"/>
            </a:lnSpc>
            <a:spcBef>
              <a:spcPct val="0"/>
            </a:spcBef>
            <a:spcAft>
              <a:spcPct val="15000"/>
            </a:spcAft>
            <a:buChar char="•"/>
          </a:pPr>
          <a:r>
            <a:rPr lang="en-US" sz="1900" kern="1200" dirty="0">
              <a:solidFill>
                <a:schemeClr val="tx2"/>
              </a:solidFill>
            </a:rPr>
            <a:t>Some text here</a:t>
          </a:r>
        </a:p>
        <a:p>
          <a:pPr marL="171450" lvl="1" indent="-171450" algn="l" defTabSz="844550">
            <a:lnSpc>
              <a:spcPct val="90000"/>
            </a:lnSpc>
            <a:spcBef>
              <a:spcPct val="0"/>
            </a:spcBef>
            <a:spcAft>
              <a:spcPct val="15000"/>
            </a:spcAft>
            <a:buChar char="•"/>
          </a:pPr>
          <a:r>
            <a:rPr lang="en-US" sz="1900" kern="1200" dirty="0">
              <a:solidFill>
                <a:schemeClr val="tx2"/>
              </a:solidFill>
            </a:rPr>
            <a:t>Some text here</a:t>
          </a:r>
        </a:p>
      </dsp:txBody>
      <dsp:txXfrm rot="10800000">
        <a:off x="5527040" y="3199492"/>
        <a:ext cx="2600960" cy="1066497"/>
      </dsp:txXfrm>
    </dsp:sp>
    <dsp:sp modelId="{D60FCD16-4378-454D-B07D-97E4F0443EEC}">
      <dsp:nvSpPr>
        <dsp:cNvPr id="0" name=""/>
        <dsp:cNvSpPr/>
      </dsp:nvSpPr>
      <dsp:spPr>
        <a:xfrm>
          <a:off x="0" y="3199492"/>
          <a:ext cx="5527039" cy="1066497"/>
        </a:xfrm>
        <a:prstGeom prst="trapezoid">
          <a:avLst>
            <a:gd name="adj" fmla="val 6478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4450" tIns="44450" rIns="44450" bIns="44450" numCol="1" spcCol="1270" anchor="ctr" anchorCtr="0">
          <a:noAutofit/>
        </a:bodyPr>
        <a:lstStyle/>
        <a:p>
          <a:pPr marL="0" lvl="0" indent="0" algn="ctr" defTabSz="1555750">
            <a:lnSpc>
              <a:spcPct val="90000"/>
            </a:lnSpc>
            <a:spcBef>
              <a:spcPct val="0"/>
            </a:spcBef>
            <a:spcAft>
              <a:spcPct val="35000"/>
            </a:spcAft>
            <a:buNone/>
          </a:pPr>
          <a:r>
            <a:rPr lang="en-US" sz="3500" kern="1200" dirty="0">
              <a:solidFill>
                <a:schemeClr val="bg1"/>
              </a:solidFill>
            </a:rPr>
            <a:t>Lorem Ipsum</a:t>
          </a:r>
        </a:p>
      </dsp:txBody>
      <dsp:txXfrm>
        <a:off x="967231" y="3199492"/>
        <a:ext cx="3592576" cy="1066497"/>
      </dsp:txXfrm>
    </dsp:sp>
  </dsp:spTree>
</dsp:drawing>
</file>

<file path=ppt/diagrams/drawing1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7F55F7-C5BE-41B8-AD3C-93F136DA432D}">
      <dsp:nvSpPr>
        <dsp:cNvPr id="0" name=""/>
        <dsp:cNvSpPr/>
      </dsp:nvSpPr>
      <dsp:spPr>
        <a:xfrm>
          <a:off x="4836160" y="0"/>
          <a:ext cx="3291840" cy="1066497"/>
        </a:xfrm>
        <a:prstGeom prst="nonIsoscelesTrapezoid">
          <a:avLst>
            <a:gd name="adj1" fmla="val 64780"/>
            <a:gd name="adj2" fmla="val 0"/>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2390" tIns="72390" rIns="72390" bIns="72390" numCol="1" spcCol="1270" anchor="t" anchorCtr="0">
          <a:noAutofit/>
        </a:bodyPr>
        <a:lstStyle/>
        <a:p>
          <a:pPr marL="171450" lvl="1" indent="-171450" algn="l" defTabSz="844550">
            <a:lnSpc>
              <a:spcPct val="90000"/>
            </a:lnSpc>
            <a:spcBef>
              <a:spcPct val="0"/>
            </a:spcBef>
            <a:spcAft>
              <a:spcPct val="15000"/>
            </a:spcAft>
            <a:buChar char="•"/>
          </a:pPr>
          <a:r>
            <a:rPr lang="en-US" sz="1900" kern="1200" dirty="0"/>
            <a:t>Some text here</a:t>
          </a:r>
        </a:p>
        <a:p>
          <a:pPr marL="171450" lvl="1" indent="-171450" algn="l" defTabSz="844550">
            <a:lnSpc>
              <a:spcPct val="90000"/>
            </a:lnSpc>
            <a:spcBef>
              <a:spcPct val="0"/>
            </a:spcBef>
            <a:spcAft>
              <a:spcPct val="15000"/>
            </a:spcAft>
            <a:buChar char="•"/>
          </a:pPr>
          <a:r>
            <a:rPr lang="en-US" sz="1900" kern="1200" dirty="0"/>
            <a:t>Some text here</a:t>
          </a:r>
        </a:p>
        <a:p>
          <a:pPr marL="171450" lvl="1" indent="-171450" algn="l" defTabSz="844550">
            <a:lnSpc>
              <a:spcPct val="90000"/>
            </a:lnSpc>
            <a:spcBef>
              <a:spcPct val="0"/>
            </a:spcBef>
            <a:spcAft>
              <a:spcPct val="15000"/>
            </a:spcAft>
            <a:buChar char="•"/>
          </a:pPr>
          <a:r>
            <a:rPr lang="en-US" sz="1900" kern="1200" dirty="0"/>
            <a:t>Some text here</a:t>
          </a:r>
        </a:p>
      </dsp:txBody>
      <dsp:txXfrm>
        <a:off x="5527040" y="0"/>
        <a:ext cx="2600960" cy="1066497"/>
      </dsp:txXfrm>
    </dsp:sp>
    <dsp:sp modelId="{DCCBA71F-9568-4A70-AF99-9867146ED8E6}">
      <dsp:nvSpPr>
        <dsp:cNvPr id="0" name=""/>
        <dsp:cNvSpPr/>
      </dsp:nvSpPr>
      <dsp:spPr>
        <a:xfrm rot="10800000">
          <a:off x="0" y="0"/>
          <a:ext cx="5527039" cy="1066497"/>
        </a:xfrm>
        <a:prstGeom prst="trapezoid">
          <a:avLst>
            <a:gd name="adj" fmla="val 6478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4450" tIns="44450" rIns="44450" bIns="44450" numCol="1" spcCol="1270" anchor="ctr" anchorCtr="0">
          <a:noAutofit/>
        </a:bodyPr>
        <a:lstStyle/>
        <a:p>
          <a:pPr marL="0" lvl="0" indent="0" algn="ctr" defTabSz="1555750">
            <a:lnSpc>
              <a:spcPct val="90000"/>
            </a:lnSpc>
            <a:spcBef>
              <a:spcPct val="0"/>
            </a:spcBef>
            <a:spcAft>
              <a:spcPct val="35000"/>
            </a:spcAft>
            <a:buNone/>
          </a:pPr>
          <a:r>
            <a:rPr lang="en-US" sz="3500" kern="1200" dirty="0">
              <a:solidFill>
                <a:schemeClr val="tx2"/>
              </a:solidFill>
            </a:rPr>
            <a:t>Lorem Ipsum</a:t>
          </a:r>
        </a:p>
      </dsp:txBody>
      <dsp:txXfrm rot="-10800000">
        <a:off x="967231" y="0"/>
        <a:ext cx="3592576" cy="1066497"/>
      </dsp:txXfrm>
    </dsp:sp>
    <dsp:sp modelId="{565E80F1-E621-49AE-862F-13390EEB84DD}">
      <dsp:nvSpPr>
        <dsp:cNvPr id="0" name=""/>
        <dsp:cNvSpPr/>
      </dsp:nvSpPr>
      <dsp:spPr>
        <a:xfrm>
          <a:off x="4145279" y="1066497"/>
          <a:ext cx="3982720" cy="1066497"/>
        </a:xfrm>
        <a:prstGeom prst="nonIsoscelesTrapezoid">
          <a:avLst>
            <a:gd name="adj1" fmla="val 64780"/>
            <a:gd name="adj2" fmla="val 0"/>
          </a:avLst>
        </a:prstGeom>
        <a:solidFill>
          <a:schemeClr val="lt1">
            <a:alpha val="90000"/>
            <a:hueOff val="0"/>
            <a:satOff val="0"/>
            <a:lumOff val="0"/>
            <a:alphaOff val="0"/>
          </a:schemeClr>
        </a:solidFill>
        <a:ln w="9525" cap="flat" cmpd="sng" algn="ctr">
          <a:solidFill>
            <a:schemeClr val="accent3">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2390" tIns="72390" rIns="72390" bIns="72390" numCol="1" spcCol="1270" anchor="t" anchorCtr="0">
          <a:noAutofit/>
        </a:bodyPr>
        <a:lstStyle/>
        <a:p>
          <a:pPr marL="171450" lvl="1" indent="-171450" algn="l" defTabSz="844550">
            <a:lnSpc>
              <a:spcPct val="90000"/>
            </a:lnSpc>
            <a:spcBef>
              <a:spcPct val="0"/>
            </a:spcBef>
            <a:spcAft>
              <a:spcPct val="15000"/>
            </a:spcAft>
            <a:buChar char="•"/>
          </a:pPr>
          <a:r>
            <a:rPr lang="en-US" sz="1900" kern="1200" dirty="0"/>
            <a:t>Some text here</a:t>
          </a:r>
        </a:p>
        <a:p>
          <a:pPr marL="171450" lvl="1" indent="-171450" algn="l" defTabSz="844550">
            <a:lnSpc>
              <a:spcPct val="90000"/>
            </a:lnSpc>
            <a:spcBef>
              <a:spcPct val="0"/>
            </a:spcBef>
            <a:spcAft>
              <a:spcPct val="15000"/>
            </a:spcAft>
            <a:buChar char="•"/>
          </a:pPr>
          <a:r>
            <a:rPr lang="en-US" sz="1900" kern="1200" dirty="0"/>
            <a:t>Some text here</a:t>
          </a:r>
        </a:p>
        <a:p>
          <a:pPr marL="171450" lvl="1" indent="-171450" algn="l" defTabSz="844550">
            <a:lnSpc>
              <a:spcPct val="90000"/>
            </a:lnSpc>
            <a:spcBef>
              <a:spcPct val="0"/>
            </a:spcBef>
            <a:spcAft>
              <a:spcPct val="15000"/>
            </a:spcAft>
            <a:buChar char="•"/>
          </a:pPr>
          <a:r>
            <a:rPr lang="en-US" sz="1900" kern="1200" dirty="0"/>
            <a:t>Some text here</a:t>
          </a:r>
        </a:p>
      </dsp:txBody>
      <dsp:txXfrm>
        <a:off x="4836160" y="1066497"/>
        <a:ext cx="3291840" cy="1066497"/>
      </dsp:txXfrm>
    </dsp:sp>
    <dsp:sp modelId="{295A305F-4412-4D39-980F-9A7F23A039EB}">
      <dsp:nvSpPr>
        <dsp:cNvPr id="0" name=""/>
        <dsp:cNvSpPr/>
      </dsp:nvSpPr>
      <dsp:spPr>
        <a:xfrm rot="10800000">
          <a:off x="690879" y="1066497"/>
          <a:ext cx="4145280" cy="1066497"/>
        </a:xfrm>
        <a:prstGeom prst="trapezoid">
          <a:avLst>
            <a:gd name="adj" fmla="val 6478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4450" tIns="44450" rIns="44450" bIns="44450" numCol="1" spcCol="1270" anchor="ctr" anchorCtr="0">
          <a:noAutofit/>
        </a:bodyPr>
        <a:lstStyle/>
        <a:p>
          <a:pPr marL="0" lvl="0" indent="0" algn="ctr" defTabSz="1555750">
            <a:lnSpc>
              <a:spcPct val="90000"/>
            </a:lnSpc>
            <a:spcBef>
              <a:spcPct val="0"/>
            </a:spcBef>
            <a:spcAft>
              <a:spcPct val="35000"/>
            </a:spcAft>
            <a:buNone/>
          </a:pPr>
          <a:r>
            <a:rPr lang="en-US" sz="3500" kern="1200" dirty="0">
              <a:solidFill>
                <a:schemeClr val="tx2"/>
              </a:solidFill>
            </a:rPr>
            <a:t>Lorem Ipsum</a:t>
          </a:r>
        </a:p>
      </dsp:txBody>
      <dsp:txXfrm rot="-10800000">
        <a:off x="1416303" y="1066497"/>
        <a:ext cx="2694432" cy="1066497"/>
      </dsp:txXfrm>
    </dsp:sp>
    <dsp:sp modelId="{B16CB1B3-59A6-4321-90C2-998DA91C9BDB}">
      <dsp:nvSpPr>
        <dsp:cNvPr id="0" name=""/>
        <dsp:cNvSpPr/>
      </dsp:nvSpPr>
      <dsp:spPr>
        <a:xfrm>
          <a:off x="3454400" y="2132995"/>
          <a:ext cx="4673599" cy="1066497"/>
        </a:xfrm>
        <a:prstGeom prst="nonIsoscelesTrapezoid">
          <a:avLst>
            <a:gd name="adj1" fmla="val 64780"/>
            <a:gd name="adj2" fmla="val 0"/>
          </a:avLst>
        </a:prstGeom>
        <a:solidFill>
          <a:schemeClr val="lt1">
            <a:alpha val="90000"/>
            <a:hueOff val="0"/>
            <a:satOff val="0"/>
            <a:lumOff val="0"/>
            <a:alphaOff val="0"/>
          </a:schemeClr>
        </a:solidFill>
        <a:ln w="9525" cap="flat" cmpd="sng" algn="ctr">
          <a:solidFill>
            <a:schemeClr val="accent4">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2390" tIns="72390" rIns="72390" bIns="72390" numCol="1" spcCol="1270" anchor="t" anchorCtr="0">
          <a:noAutofit/>
        </a:bodyPr>
        <a:lstStyle/>
        <a:p>
          <a:pPr marL="171450" lvl="1" indent="-171450" algn="l" defTabSz="844550">
            <a:lnSpc>
              <a:spcPct val="90000"/>
            </a:lnSpc>
            <a:spcBef>
              <a:spcPct val="0"/>
            </a:spcBef>
            <a:spcAft>
              <a:spcPct val="15000"/>
            </a:spcAft>
            <a:buChar char="•"/>
          </a:pPr>
          <a:r>
            <a:rPr lang="en-US" sz="1900" kern="1200" dirty="0"/>
            <a:t>Some text here</a:t>
          </a:r>
        </a:p>
        <a:p>
          <a:pPr marL="171450" lvl="1" indent="-171450" algn="l" defTabSz="844550">
            <a:lnSpc>
              <a:spcPct val="90000"/>
            </a:lnSpc>
            <a:spcBef>
              <a:spcPct val="0"/>
            </a:spcBef>
            <a:spcAft>
              <a:spcPct val="15000"/>
            </a:spcAft>
            <a:buChar char="•"/>
          </a:pPr>
          <a:r>
            <a:rPr lang="en-US" sz="1900" kern="1200" dirty="0"/>
            <a:t>Some text here</a:t>
          </a:r>
        </a:p>
        <a:p>
          <a:pPr marL="171450" lvl="1" indent="-171450" algn="l" defTabSz="844550">
            <a:lnSpc>
              <a:spcPct val="90000"/>
            </a:lnSpc>
            <a:spcBef>
              <a:spcPct val="0"/>
            </a:spcBef>
            <a:spcAft>
              <a:spcPct val="15000"/>
            </a:spcAft>
            <a:buChar char="•"/>
          </a:pPr>
          <a:r>
            <a:rPr lang="en-US" sz="1900" kern="1200" dirty="0"/>
            <a:t>Some text here</a:t>
          </a:r>
        </a:p>
      </dsp:txBody>
      <dsp:txXfrm>
        <a:off x="4145280" y="2132995"/>
        <a:ext cx="3982719" cy="1066497"/>
      </dsp:txXfrm>
    </dsp:sp>
    <dsp:sp modelId="{FB78DD0E-2F3C-4A2D-99B7-05925A2D3239}">
      <dsp:nvSpPr>
        <dsp:cNvPr id="0" name=""/>
        <dsp:cNvSpPr/>
      </dsp:nvSpPr>
      <dsp:spPr>
        <a:xfrm rot="10800000">
          <a:off x="1381759" y="2132995"/>
          <a:ext cx="2763519" cy="1066497"/>
        </a:xfrm>
        <a:prstGeom prst="trapezoid">
          <a:avLst>
            <a:gd name="adj" fmla="val 6478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4450" tIns="44450" rIns="44450" bIns="44450" numCol="1" spcCol="1270" anchor="ctr" anchorCtr="0">
          <a:noAutofit/>
        </a:bodyPr>
        <a:lstStyle/>
        <a:p>
          <a:pPr marL="0" lvl="0" indent="0" algn="ctr" defTabSz="1555750">
            <a:lnSpc>
              <a:spcPct val="90000"/>
            </a:lnSpc>
            <a:spcBef>
              <a:spcPct val="0"/>
            </a:spcBef>
            <a:spcAft>
              <a:spcPct val="35000"/>
            </a:spcAft>
            <a:buNone/>
          </a:pPr>
          <a:r>
            <a:rPr lang="en-US" sz="3500" kern="1200" dirty="0">
              <a:solidFill>
                <a:schemeClr val="tx2"/>
              </a:solidFill>
            </a:rPr>
            <a:t>Lorem Ipsum</a:t>
          </a:r>
        </a:p>
      </dsp:txBody>
      <dsp:txXfrm rot="-10800000">
        <a:off x="1865375" y="2132995"/>
        <a:ext cx="1796288" cy="1066497"/>
      </dsp:txXfrm>
    </dsp:sp>
    <dsp:sp modelId="{31940428-C28E-401D-A94E-7F553AFA1E44}">
      <dsp:nvSpPr>
        <dsp:cNvPr id="0" name=""/>
        <dsp:cNvSpPr/>
      </dsp:nvSpPr>
      <dsp:spPr>
        <a:xfrm>
          <a:off x="2763520" y="3199492"/>
          <a:ext cx="5364479" cy="1066497"/>
        </a:xfrm>
        <a:prstGeom prst="nonIsoscelesTrapezoid">
          <a:avLst>
            <a:gd name="adj1" fmla="val 64780"/>
            <a:gd name="adj2" fmla="val 0"/>
          </a:avLst>
        </a:prstGeom>
        <a:solidFill>
          <a:schemeClr val="lt1">
            <a:alpha val="90000"/>
            <a:hueOff val="0"/>
            <a:satOff val="0"/>
            <a:lumOff val="0"/>
            <a:alphaOff val="0"/>
          </a:schemeClr>
        </a:solidFill>
        <a:ln w="9525" cap="flat" cmpd="sng" algn="ctr">
          <a:solidFill>
            <a:schemeClr val="accent5">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2390" tIns="72390" rIns="72390" bIns="72390" numCol="1" spcCol="1270" anchor="t" anchorCtr="0">
          <a:noAutofit/>
        </a:bodyPr>
        <a:lstStyle/>
        <a:p>
          <a:pPr marL="171450" lvl="1" indent="-171450" algn="l" defTabSz="844550">
            <a:lnSpc>
              <a:spcPct val="90000"/>
            </a:lnSpc>
            <a:spcBef>
              <a:spcPct val="0"/>
            </a:spcBef>
            <a:spcAft>
              <a:spcPct val="15000"/>
            </a:spcAft>
            <a:buChar char="•"/>
          </a:pPr>
          <a:r>
            <a:rPr lang="en-US" sz="1900" kern="1200" dirty="0"/>
            <a:t>Some text here</a:t>
          </a:r>
        </a:p>
        <a:p>
          <a:pPr marL="171450" lvl="1" indent="-171450" algn="l" defTabSz="844550">
            <a:lnSpc>
              <a:spcPct val="90000"/>
            </a:lnSpc>
            <a:spcBef>
              <a:spcPct val="0"/>
            </a:spcBef>
            <a:spcAft>
              <a:spcPct val="15000"/>
            </a:spcAft>
            <a:buChar char="•"/>
          </a:pPr>
          <a:r>
            <a:rPr lang="en-US" sz="1900" kern="1200" dirty="0"/>
            <a:t>Some text here</a:t>
          </a:r>
        </a:p>
        <a:p>
          <a:pPr marL="171450" lvl="1" indent="-171450" algn="l" defTabSz="844550">
            <a:lnSpc>
              <a:spcPct val="90000"/>
            </a:lnSpc>
            <a:spcBef>
              <a:spcPct val="0"/>
            </a:spcBef>
            <a:spcAft>
              <a:spcPct val="15000"/>
            </a:spcAft>
            <a:buChar char="•"/>
          </a:pPr>
          <a:r>
            <a:rPr lang="en-US" sz="1900" kern="1200" dirty="0"/>
            <a:t>Some text here</a:t>
          </a:r>
        </a:p>
      </dsp:txBody>
      <dsp:txXfrm>
        <a:off x="3454400" y="3199492"/>
        <a:ext cx="4673600" cy="1066497"/>
      </dsp:txXfrm>
    </dsp:sp>
    <dsp:sp modelId="{EB25079D-0D71-4F92-8E9E-BB669C5380BA}">
      <dsp:nvSpPr>
        <dsp:cNvPr id="0" name=""/>
        <dsp:cNvSpPr/>
      </dsp:nvSpPr>
      <dsp:spPr>
        <a:xfrm rot="10800000">
          <a:off x="2072639" y="3199492"/>
          <a:ext cx="1381759" cy="1066497"/>
        </a:xfrm>
        <a:prstGeom prst="trapezoid">
          <a:avLst>
            <a:gd name="adj" fmla="val 6478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4450" tIns="44450" rIns="44450" bIns="44450" numCol="1" spcCol="1270" anchor="ctr" anchorCtr="0">
          <a:noAutofit/>
        </a:bodyPr>
        <a:lstStyle/>
        <a:p>
          <a:pPr marL="0" lvl="0" indent="0" algn="ctr" defTabSz="1555750">
            <a:lnSpc>
              <a:spcPct val="90000"/>
            </a:lnSpc>
            <a:spcBef>
              <a:spcPct val="0"/>
            </a:spcBef>
            <a:spcAft>
              <a:spcPct val="35000"/>
            </a:spcAft>
            <a:buNone/>
          </a:pPr>
          <a:r>
            <a:rPr lang="en-US" sz="3500" kern="1200" dirty="0">
              <a:solidFill>
                <a:schemeClr val="tx2"/>
              </a:solidFill>
            </a:rPr>
            <a:t>Lorem Ipsum</a:t>
          </a:r>
        </a:p>
      </dsp:txBody>
      <dsp:txXfrm rot="-10800000">
        <a:off x="2072639" y="3199492"/>
        <a:ext cx="1381759" cy="1066497"/>
      </dsp:txXfrm>
    </dsp:sp>
  </dsp:spTree>
</dsp:drawing>
</file>

<file path=ppt/diagrams/drawing13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C704B6-6845-4D79-A296-FC419BFC1488}">
      <dsp:nvSpPr>
        <dsp:cNvPr id="0" name=""/>
        <dsp:cNvSpPr/>
      </dsp:nvSpPr>
      <dsp:spPr>
        <a:xfrm>
          <a:off x="1611055" y="0"/>
          <a:ext cx="4265990" cy="4265990"/>
        </a:xfrm>
        <a:prstGeom prst="triangl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64F83CBE-3521-40B8-B541-EB61DBC77703}">
      <dsp:nvSpPr>
        <dsp:cNvPr id="0" name=""/>
        <dsp:cNvSpPr/>
      </dsp:nvSpPr>
      <dsp:spPr>
        <a:xfrm>
          <a:off x="3744050" y="427015"/>
          <a:ext cx="2772893" cy="758213"/>
        </a:xfrm>
        <a:prstGeom prst="roundRect">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US" sz="1000" kern="1200" dirty="0">
              <a:solidFill>
                <a:schemeClr val="tx2"/>
              </a:solidFill>
            </a:rPr>
            <a:t>Lorem Ipsum</a:t>
          </a:r>
        </a:p>
        <a:p>
          <a:pPr marL="57150" lvl="1" indent="-57150" algn="l" defTabSz="355600">
            <a:lnSpc>
              <a:spcPct val="90000"/>
            </a:lnSpc>
            <a:spcBef>
              <a:spcPct val="0"/>
            </a:spcBef>
            <a:spcAft>
              <a:spcPct val="15000"/>
            </a:spcAft>
            <a:buChar char="•"/>
          </a:pPr>
          <a:r>
            <a:rPr lang="en-US" sz="800" kern="1200" dirty="0">
              <a:solidFill>
                <a:schemeClr val="tx2"/>
              </a:solidFill>
            </a:rPr>
            <a:t>Some text here</a:t>
          </a:r>
        </a:p>
        <a:p>
          <a:pPr marL="57150" lvl="1" indent="-57150" algn="l" defTabSz="355600">
            <a:lnSpc>
              <a:spcPct val="90000"/>
            </a:lnSpc>
            <a:spcBef>
              <a:spcPct val="0"/>
            </a:spcBef>
            <a:spcAft>
              <a:spcPct val="15000"/>
            </a:spcAft>
            <a:buChar char="•"/>
          </a:pPr>
          <a:r>
            <a:rPr lang="en-US" sz="800" kern="1200" dirty="0">
              <a:solidFill>
                <a:schemeClr val="tx2"/>
              </a:solidFill>
            </a:rPr>
            <a:t>Some text here</a:t>
          </a:r>
        </a:p>
        <a:p>
          <a:pPr marL="57150" lvl="1" indent="-57150" algn="l" defTabSz="355600">
            <a:lnSpc>
              <a:spcPct val="90000"/>
            </a:lnSpc>
            <a:spcBef>
              <a:spcPct val="0"/>
            </a:spcBef>
            <a:spcAft>
              <a:spcPct val="15000"/>
            </a:spcAft>
            <a:buChar char="•"/>
          </a:pPr>
          <a:r>
            <a:rPr lang="en-US" sz="800" kern="1200" dirty="0">
              <a:solidFill>
                <a:schemeClr val="tx2"/>
              </a:solidFill>
            </a:rPr>
            <a:t>Some text here</a:t>
          </a:r>
        </a:p>
      </dsp:txBody>
      <dsp:txXfrm>
        <a:off x="3781063" y="464028"/>
        <a:ext cx="2698867" cy="684187"/>
      </dsp:txXfrm>
    </dsp:sp>
    <dsp:sp modelId="{AA0BB1E5-5AB2-4079-A1E8-BA0FB7950706}">
      <dsp:nvSpPr>
        <dsp:cNvPr id="0" name=""/>
        <dsp:cNvSpPr/>
      </dsp:nvSpPr>
      <dsp:spPr>
        <a:xfrm>
          <a:off x="3744050" y="1280005"/>
          <a:ext cx="2772893" cy="758213"/>
        </a:xfrm>
        <a:prstGeom prst="roundRect">
          <a:avLst/>
        </a:prstGeom>
        <a:solidFill>
          <a:schemeClr val="lt1">
            <a:alpha val="90000"/>
            <a:hueOff val="0"/>
            <a:satOff val="0"/>
            <a:lumOff val="0"/>
            <a:alphaOff val="0"/>
          </a:schemeClr>
        </a:solidFill>
        <a:ln w="9525" cap="flat" cmpd="sng" algn="ctr">
          <a:solidFill>
            <a:schemeClr val="accent3">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US" sz="1000" kern="1200">
              <a:solidFill>
                <a:schemeClr val="tx2"/>
              </a:solidFill>
            </a:rPr>
            <a:t>Lorem Ipsum</a:t>
          </a:r>
          <a:endParaRPr lang="en-US" sz="1000" kern="1200" dirty="0">
            <a:solidFill>
              <a:schemeClr val="tx2"/>
            </a:solidFill>
          </a:endParaRPr>
        </a:p>
        <a:p>
          <a:pPr marL="57150" lvl="1" indent="-57150" algn="l" defTabSz="355600">
            <a:lnSpc>
              <a:spcPct val="90000"/>
            </a:lnSpc>
            <a:spcBef>
              <a:spcPct val="0"/>
            </a:spcBef>
            <a:spcAft>
              <a:spcPct val="15000"/>
            </a:spcAft>
            <a:buChar char="•"/>
          </a:pPr>
          <a:r>
            <a:rPr lang="en-US" sz="800" kern="1200" dirty="0">
              <a:solidFill>
                <a:schemeClr val="tx2"/>
              </a:solidFill>
            </a:rPr>
            <a:t>Some text here</a:t>
          </a:r>
        </a:p>
        <a:p>
          <a:pPr marL="57150" lvl="1" indent="-57150" algn="l" defTabSz="355600">
            <a:lnSpc>
              <a:spcPct val="90000"/>
            </a:lnSpc>
            <a:spcBef>
              <a:spcPct val="0"/>
            </a:spcBef>
            <a:spcAft>
              <a:spcPct val="15000"/>
            </a:spcAft>
            <a:buChar char="•"/>
          </a:pPr>
          <a:r>
            <a:rPr lang="en-US" sz="800" kern="1200" dirty="0">
              <a:solidFill>
                <a:schemeClr val="tx2"/>
              </a:solidFill>
            </a:rPr>
            <a:t>Some text here</a:t>
          </a:r>
        </a:p>
        <a:p>
          <a:pPr marL="57150" lvl="1" indent="-57150" algn="l" defTabSz="355600">
            <a:lnSpc>
              <a:spcPct val="90000"/>
            </a:lnSpc>
            <a:spcBef>
              <a:spcPct val="0"/>
            </a:spcBef>
            <a:spcAft>
              <a:spcPct val="15000"/>
            </a:spcAft>
            <a:buChar char="•"/>
          </a:pPr>
          <a:r>
            <a:rPr lang="en-US" sz="800" kern="1200" dirty="0">
              <a:solidFill>
                <a:schemeClr val="tx2"/>
              </a:solidFill>
            </a:rPr>
            <a:t>Some text here</a:t>
          </a:r>
        </a:p>
      </dsp:txBody>
      <dsp:txXfrm>
        <a:off x="3781063" y="1317018"/>
        <a:ext cx="2698867" cy="684187"/>
      </dsp:txXfrm>
    </dsp:sp>
    <dsp:sp modelId="{D71A75A3-5822-4808-B87E-A21920722E14}">
      <dsp:nvSpPr>
        <dsp:cNvPr id="0" name=""/>
        <dsp:cNvSpPr/>
      </dsp:nvSpPr>
      <dsp:spPr>
        <a:xfrm>
          <a:off x="3744050" y="2132995"/>
          <a:ext cx="2772893" cy="758213"/>
        </a:xfrm>
        <a:prstGeom prst="roundRect">
          <a:avLst/>
        </a:prstGeom>
        <a:solidFill>
          <a:schemeClr val="lt1">
            <a:alpha val="90000"/>
            <a:hueOff val="0"/>
            <a:satOff val="0"/>
            <a:lumOff val="0"/>
            <a:alphaOff val="0"/>
          </a:schemeClr>
        </a:solidFill>
        <a:ln w="9525" cap="flat" cmpd="sng" algn="ctr">
          <a:solidFill>
            <a:schemeClr val="accent4">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US" sz="1000" kern="1200">
              <a:solidFill>
                <a:schemeClr val="tx2"/>
              </a:solidFill>
            </a:rPr>
            <a:t>Lorem Ipsum</a:t>
          </a:r>
          <a:endParaRPr lang="en-US" sz="1000" kern="1200" dirty="0">
            <a:solidFill>
              <a:schemeClr val="tx2"/>
            </a:solidFill>
          </a:endParaRPr>
        </a:p>
        <a:p>
          <a:pPr marL="57150" lvl="1" indent="-57150" algn="l" defTabSz="355600">
            <a:lnSpc>
              <a:spcPct val="90000"/>
            </a:lnSpc>
            <a:spcBef>
              <a:spcPct val="0"/>
            </a:spcBef>
            <a:spcAft>
              <a:spcPct val="15000"/>
            </a:spcAft>
            <a:buChar char="•"/>
          </a:pPr>
          <a:r>
            <a:rPr lang="en-US" sz="800" kern="1200" dirty="0">
              <a:solidFill>
                <a:schemeClr val="tx2"/>
              </a:solidFill>
            </a:rPr>
            <a:t>Some text here</a:t>
          </a:r>
        </a:p>
        <a:p>
          <a:pPr marL="57150" lvl="1" indent="-57150" algn="l" defTabSz="355600">
            <a:lnSpc>
              <a:spcPct val="90000"/>
            </a:lnSpc>
            <a:spcBef>
              <a:spcPct val="0"/>
            </a:spcBef>
            <a:spcAft>
              <a:spcPct val="15000"/>
            </a:spcAft>
            <a:buChar char="•"/>
          </a:pPr>
          <a:r>
            <a:rPr lang="en-US" sz="800" kern="1200" dirty="0">
              <a:solidFill>
                <a:schemeClr val="tx2"/>
              </a:solidFill>
            </a:rPr>
            <a:t>Some text here</a:t>
          </a:r>
        </a:p>
        <a:p>
          <a:pPr marL="57150" lvl="1" indent="-57150" algn="l" defTabSz="355600">
            <a:lnSpc>
              <a:spcPct val="90000"/>
            </a:lnSpc>
            <a:spcBef>
              <a:spcPct val="0"/>
            </a:spcBef>
            <a:spcAft>
              <a:spcPct val="15000"/>
            </a:spcAft>
            <a:buChar char="•"/>
          </a:pPr>
          <a:r>
            <a:rPr lang="en-US" sz="800" kern="1200" dirty="0">
              <a:solidFill>
                <a:schemeClr val="tx2"/>
              </a:solidFill>
            </a:rPr>
            <a:t>Some text here</a:t>
          </a:r>
        </a:p>
      </dsp:txBody>
      <dsp:txXfrm>
        <a:off x="3781063" y="2170008"/>
        <a:ext cx="2698867" cy="684187"/>
      </dsp:txXfrm>
    </dsp:sp>
    <dsp:sp modelId="{03F6387F-4EA7-4B3C-BA31-8FAAE228762F}">
      <dsp:nvSpPr>
        <dsp:cNvPr id="0" name=""/>
        <dsp:cNvSpPr/>
      </dsp:nvSpPr>
      <dsp:spPr>
        <a:xfrm>
          <a:off x="3744050" y="2985984"/>
          <a:ext cx="2772893" cy="758213"/>
        </a:xfrm>
        <a:prstGeom prst="roundRect">
          <a:avLst/>
        </a:prstGeom>
        <a:solidFill>
          <a:schemeClr val="lt1">
            <a:alpha val="90000"/>
            <a:hueOff val="0"/>
            <a:satOff val="0"/>
            <a:lumOff val="0"/>
            <a:alphaOff val="0"/>
          </a:schemeClr>
        </a:solidFill>
        <a:ln w="9525" cap="flat" cmpd="sng" algn="ctr">
          <a:solidFill>
            <a:schemeClr val="accent5">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US" sz="1000" kern="1200">
              <a:solidFill>
                <a:schemeClr val="tx2"/>
              </a:solidFill>
            </a:rPr>
            <a:t>Lorem Ipsum</a:t>
          </a:r>
          <a:endParaRPr lang="en-US" sz="1000" kern="1200" dirty="0">
            <a:solidFill>
              <a:schemeClr val="tx2"/>
            </a:solidFill>
          </a:endParaRPr>
        </a:p>
        <a:p>
          <a:pPr marL="57150" lvl="1" indent="-57150" algn="l" defTabSz="355600">
            <a:lnSpc>
              <a:spcPct val="90000"/>
            </a:lnSpc>
            <a:spcBef>
              <a:spcPct val="0"/>
            </a:spcBef>
            <a:spcAft>
              <a:spcPct val="15000"/>
            </a:spcAft>
            <a:buChar char="•"/>
          </a:pPr>
          <a:r>
            <a:rPr lang="en-US" sz="800" kern="1200" dirty="0">
              <a:solidFill>
                <a:schemeClr val="tx2"/>
              </a:solidFill>
            </a:rPr>
            <a:t>Some text here</a:t>
          </a:r>
        </a:p>
        <a:p>
          <a:pPr marL="57150" lvl="1" indent="-57150" algn="l" defTabSz="355600">
            <a:lnSpc>
              <a:spcPct val="90000"/>
            </a:lnSpc>
            <a:spcBef>
              <a:spcPct val="0"/>
            </a:spcBef>
            <a:spcAft>
              <a:spcPct val="15000"/>
            </a:spcAft>
            <a:buChar char="•"/>
          </a:pPr>
          <a:r>
            <a:rPr lang="en-US" sz="800" kern="1200" dirty="0">
              <a:solidFill>
                <a:schemeClr val="tx2"/>
              </a:solidFill>
            </a:rPr>
            <a:t>Some text here</a:t>
          </a:r>
        </a:p>
        <a:p>
          <a:pPr marL="57150" lvl="1" indent="-57150" algn="l" defTabSz="355600">
            <a:lnSpc>
              <a:spcPct val="90000"/>
            </a:lnSpc>
            <a:spcBef>
              <a:spcPct val="0"/>
            </a:spcBef>
            <a:spcAft>
              <a:spcPct val="15000"/>
            </a:spcAft>
            <a:buChar char="•"/>
          </a:pPr>
          <a:r>
            <a:rPr lang="en-US" sz="800" kern="1200" dirty="0">
              <a:solidFill>
                <a:schemeClr val="tx2"/>
              </a:solidFill>
            </a:rPr>
            <a:t>Some text here</a:t>
          </a:r>
        </a:p>
      </dsp:txBody>
      <dsp:txXfrm>
        <a:off x="3781063" y="3022997"/>
        <a:ext cx="2698867" cy="684187"/>
      </dsp:txXfrm>
    </dsp:sp>
  </dsp:spTree>
</dsp:drawing>
</file>

<file path=ppt/diagrams/drawing13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109EF4-B014-4D03-898F-394FD67FD61A}">
      <dsp:nvSpPr>
        <dsp:cNvPr id="0" name=""/>
        <dsp:cNvSpPr/>
      </dsp:nvSpPr>
      <dsp:spPr>
        <a:xfrm>
          <a:off x="2997502" y="0"/>
          <a:ext cx="2132995" cy="2132995"/>
        </a:xfrm>
        <a:prstGeom prst="triangl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t>Lorem Ipsum</a:t>
          </a:r>
        </a:p>
        <a:p>
          <a:pPr marL="57150" lvl="1" indent="-57150" algn="l" defTabSz="488950">
            <a:lnSpc>
              <a:spcPct val="90000"/>
            </a:lnSpc>
            <a:spcBef>
              <a:spcPct val="0"/>
            </a:spcBef>
            <a:spcAft>
              <a:spcPct val="15000"/>
            </a:spcAft>
            <a:buChar char="•"/>
          </a:pPr>
          <a:r>
            <a:rPr lang="en-US" sz="1100" kern="1200" dirty="0"/>
            <a:t>Some text here</a:t>
          </a:r>
        </a:p>
        <a:p>
          <a:pPr marL="57150" lvl="1" indent="-57150" algn="l" defTabSz="488950">
            <a:lnSpc>
              <a:spcPct val="90000"/>
            </a:lnSpc>
            <a:spcBef>
              <a:spcPct val="0"/>
            </a:spcBef>
            <a:spcAft>
              <a:spcPct val="15000"/>
            </a:spcAft>
            <a:buChar char="•"/>
          </a:pPr>
          <a:r>
            <a:rPr lang="en-US" sz="1100" kern="1200" dirty="0"/>
            <a:t>Some text here</a:t>
          </a:r>
        </a:p>
        <a:p>
          <a:pPr marL="57150" lvl="1" indent="-57150" algn="l" defTabSz="488950">
            <a:lnSpc>
              <a:spcPct val="90000"/>
            </a:lnSpc>
            <a:spcBef>
              <a:spcPct val="0"/>
            </a:spcBef>
            <a:spcAft>
              <a:spcPct val="15000"/>
            </a:spcAft>
            <a:buChar char="•"/>
          </a:pPr>
          <a:r>
            <a:rPr lang="en-US" sz="1100" kern="1200" dirty="0"/>
            <a:t>Some text here</a:t>
          </a:r>
        </a:p>
      </dsp:txBody>
      <dsp:txXfrm>
        <a:off x="3530751" y="1066498"/>
        <a:ext cx="1066497" cy="1066497"/>
      </dsp:txXfrm>
    </dsp:sp>
    <dsp:sp modelId="{B4ED4726-C87E-4C4D-B65B-F7B445DCFD34}">
      <dsp:nvSpPr>
        <dsp:cNvPr id="0" name=""/>
        <dsp:cNvSpPr/>
      </dsp:nvSpPr>
      <dsp:spPr>
        <a:xfrm>
          <a:off x="1931005" y="2132995"/>
          <a:ext cx="2132995" cy="2132995"/>
        </a:xfrm>
        <a:prstGeom prst="triangle">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t>Lorem Ipsum</a:t>
          </a:r>
          <a:endParaRPr lang="en-US" sz="1400" kern="1200" dirty="0"/>
        </a:p>
        <a:p>
          <a:pPr marL="57150" lvl="1" indent="-57150" algn="l" defTabSz="488950">
            <a:lnSpc>
              <a:spcPct val="90000"/>
            </a:lnSpc>
            <a:spcBef>
              <a:spcPct val="0"/>
            </a:spcBef>
            <a:spcAft>
              <a:spcPct val="15000"/>
            </a:spcAft>
            <a:buChar char="•"/>
          </a:pPr>
          <a:r>
            <a:rPr lang="en-US" sz="1100" kern="1200" dirty="0"/>
            <a:t>Some text here</a:t>
          </a:r>
        </a:p>
        <a:p>
          <a:pPr marL="57150" lvl="1" indent="-57150" algn="l" defTabSz="488950">
            <a:lnSpc>
              <a:spcPct val="90000"/>
            </a:lnSpc>
            <a:spcBef>
              <a:spcPct val="0"/>
            </a:spcBef>
            <a:spcAft>
              <a:spcPct val="15000"/>
            </a:spcAft>
            <a:buChar char="•"/>
          </a:pPr>
          <a:r>
            <a:rPr lang="en-US" sz="1100" kern="1200" dirty="0"/>
            <a:t>Some text here</a:t>
          </a:r>
        </a:p>
        <a:p>
          <a:pPr marL="57150" lvl="1" indent="-57150" algn="l" defTabSz="488950">
            <a:lnSpc>
              <a:spcPct val="90000"/>
            </a:lnSpc>
            <a:spcBef>
              <a:spcPct val="0"/>
            </a:spcBef>
            <a:spcAft>
              <a:spcPct val="15000"/>
            </a:spcAft>
            <a:buChar char="•"/>
          </a:pPr>
          <a:r>
            <a:rPr lang="en-US" sz="1100" kern="1200" dirty="0"/>
            <a:t>Some text here</a:t>
          </a:r>
        </a:p>
      </dsp:txBody>
      <dsp:txXfrm>
        <a:off x="2464254" y="3199493"/>
        <a:ext cx="1066497" cy="1066497"/>
      </dsp:txXfrm>
    </dsp:sp>
    <dsp:sp modelId="{6E3C9A6F-8A33-40ED-9178-B49F140DC671}">
      <dsp:nvSpPr>
        <dsp:cNvPr id="0" name=""/>
        <dsp:cNvSpPr/>
      </dsp:nvSpPr>
      <dsp:spPr>
        <a:xfrm rot="10800000">
          <a:off x="2997502" y="2132995"/>
          <a:ext cx="2132995" cy="2132995"/>
        </a:xfrm>
        <a:prstGeom prst="triangle">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t>Lorem Ipsum</a:t>
          </a:r>
          <a:endParaRPr lang="en-US" sz="1400" kern="1200" dirty="0"/>
        </a:p>
        <a:p>
          <a:pPr marL="57150" lvl="1" indent="-57150" algn="l" defTabSz="488950">
            <a:lnSpc>
              <a:spcPct val="90000"/>
            </a:lnSpc>
            <a:spcBef>
              <a:spcPct val="0"/>
            </a:spcBef>
            <a:spcAft>
              <a:spcPct val="15000"/>
            </a:spcAft>
            <a:buChar char="•"/>
          </a:pPr>
          <a:r>
            <a:rPr lang="en-US" sz="1100" kern="1200" dirty="0"/>
            <a:t>Some text here</a:t>
          </a:r>
        </a:p>
        <a:p>
          <a:pPr marL="57150" lvl="1" indent="-57150" algn="l" defTabSz="488950">
            <a:lnSpc>
              <a:spcPct val="90000"/>
            </a:lnSpc>
            <a:spcBef>
              <a:spcPct val="0"/>
            </a:spcBef>
            <a:spcAft>
              <a:spcPct val="15000"/>
            </a:spcAft>
            <a:buChar char="•"/>
          </a:pPr>
          <a:r>
            <a:rPr lang="en-US" sz="1100" kern="1200" dirty="0"/>
            <a:t>Some text here</a:t>
          </a:r>
        </a:p>
        <a:p>
          <a:pPr marL="57150" lvl="1" indent="-57150" algn="l" defTabSz="488950">
            <a:lnSpc>
              <a:spcPct val="90000"/>
            </a:lnSpc>
            <a:spcBef>
              <a:spcPct val="0"/>
            </a:spcBef>
            <a:spcAft>
              <a:spcPct val="15000"/>
            </a:spcAft>
            <a:buChar char="•"/>
          </a:pPr>
          <a:r>
            <a:rPr lang="en-US" sz="1100" kern="1200" dirty="0"/>
            <a:t>Some text here</a:t>
          </a:r>
        </a:p>
      </dsp:txBody>
      <dsp:txXfrm rot="10800000">
        <a:off x="3530751" y="2132995"/>
        <a:ext cx="1066497" cy="1066497"/>
      </dsp:txXfrm>
    </dsp:sp>
    <dsp:sp modelId="{C724C050-6FF8-4D87-929E-8EE988B3639C}">
      <dsp:nvSpPr>
        <dsp:cNvPr id="0" name=""/>
        <dsp:cNvSpPr/>
      </dsp:nvSpPr>
      <dsp:spPr>
        <a:xfrm>
          <a:off x="4064000" y="2132995"/>
          <a:ext cx="2132995" cy="2132995"/>
        </a:xfrm>
        <a:prstGeom prst="triangle">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t>Lorem Ipsum</a:t>
          </a:r>
          <a:endParaRPr lang="en-US" sz="1400" kern="1200" dirty="0"/>
        </a:p>
        <a:p>
          <a:pPr marL="57150" lvl="1" indent="-57150" algn="l" defTabSz="488950">
            <a:lnSpc>
              <a:spcPct val="90000"/>
            </a:lnSpc>
            <a:spcBef>
              <a:spcPct val="0"/>
            </a:spcBef>
            <a:spcAft>
              <a:spcPct val="15000"/>
            </a:spcAft>
            <a:buChar char="•"/>
          </a:pPr>
          <a:r>
            <a:rPr lang="en-US" sz="1100" kern="1200" dirty="0"/>
            <a:t>Some text here</a:t>
          </a:r>
        </a:p>
        <a:p>
          <a:pPr marL="57150" lvl="1" indent="-57150" algn="l" defTabSz="488950">
            <a:lnSpc>
              <a:spcPct val="90000"/>
            </a:lnSpc>
            <a:spcBef>
              <a:spcPct val="0"/>
            </a:spcBef>
            <a:spcAft>
              <a:spcPct val="15000"/>
            </a:spcAft>
            <a:buChar char="•"/>
          </a:pPr>
          <a:r>
            <a:rPr lang="en-US" sz="1100" kern="1200" dirty="0"/>
            <a:t>Some text here</a:t>
          </a:r>
        </a:p>
        <a:p>
          <a:pPr marL="57150" lvl="1" indent="-57150" algn="l" defTabSz="488950">
            <a:lnSpc>
              <a:spcPct val="90000"/>
            </a:lnSpc>
            <a:spcBef>
              <a:spcPct val="0"/>
            </a:spcBef>
            <a:spcAft>
              <a:spcPct val="15000"/>
            </a:spcAft>
            <a:buChar char="•"/>
          </a:pPr>
          <a:r>
            <a:rPr lang="en-US" sz="1100" kern="1200" dirty="0"/>
            <a:t>Some text here</a:t>
          </a:r>
        </a:p>
      </dsp:txBody>
      <dsp:txXfrm>
        <a:off x="4597249" y="3199493"/>
        <a:ext cx="1066497" cy="1066497"/>
      </dsp:txXfrm>
    </dsp:sp>
  </dsp:spTree>
</dsp:drawing>
</file>

<file path=ppt/diagrams/drawing13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958295-CB72-4D6D-99F6-17A416357BFB}">
      <dsp:nvSpPr>
        <dsp:cNvPr id="0" name=""/>
        <dsp:cNvSpPr/>
      </dsp:nvSpPr>
      <dsp:spPr>
        <a:xfrm>
          <a:off x="1631737" y="196214"/>
          <a:ext cx="3040183" cy="3877784"/>
        </a:xfrm>
        <a:prstGeom prst="roundRect">
          <a:avLst/>
        </a:prstGeom>
        <a:solidFill>
          <a:schemeClr val="accent3">
            <a:tint val="5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E38850AC-E9CA-4C64-BC35-1B26F98B27F5}">
      <dsp:nvSpPr>
        <dsp:cNvPr id="0" name=""/>
        <dsp:cNvSpPr/>
      </dsp:nvSpPr>
      <dsp:spPr>
        <a:xfrm>
          <a:off x="1753344" y="2342754"/>
          <a:ext cx="2340941" cy="825595"/>
        </a:xfrm>
        <a:prstGeom prst="rect">
          <a:avLst/>
        </a:prstGeom>
        <a:noFill/>
        <a:ln>
          <a:noFill/>
        </a:ln>
        <a:effectLst>
          <a:outerShdw blurRad="40000" dist="23000" dir="5400000" rotWithShape="0">
            <a:srgbClr val="000000">
              <a:alpha val="35000"/>
            </a:srgbClr>
          </a:outerShdw>
        </a:effectLst>
        <a:sp3d/>
      </dsp:spPr>
      <dsp:style>
        <a:lnRef idx="0">
          <a:scrgbClr r="0" g="0" b="0"/>
        </a:lnRef>
        <a:fillRef idx="3">
          <a:scrgbClr r="0" g="0" b="0"/>
        </a:fillRef>
        <a:effectRef idx="2">
          <a:scrgbClr r="0" g="0" b="0"/>
        </a:effectRef>
        <a:fontRef idx="minor">
          <a:schemeClr val="lt1"/>
        </a:fontRef>
      </dsp:style>
      <dsp:txBody>
        <a:bodyPr spcFirstLastPara="0" vert="horz" wrap="square" lIns="81280" tIns="81280" rIns="81280" bIns="81280" numCol="1" spcCol="1270" anchor="b" anchorCtr="0">
          <a:noAutofit/>
        </a:bodyPr>
        <a:lstStyle/>
        <a:p>
          <a:pPr marL="0" lvl="0" indent="0" algn="l" defTabSz="1422400">
            <a:lnSpc>
              <a:spcPct val="90000"/>
            </a:lnSpc>
            <a:spcBef>
              <a:spcPct val="0"/>
            </a:spcBef>
            <a:spcAft>
              <a:spcPct val="35000"/>
            </a:spcAft>
            <a:buNone/>
          </a:pPr>
          <a:r>
            <a:rPr lang="en-US" sz="3200" kern="1200" dirty="0">
              <a:solidFill>
                <a:schemeClr val="tx2"/>
              </a:solidFill>
            </a:rPr>
            <a:t>Lorem Ipsum</a:t>
          </a:r>
        </a:p>
      </dsp:txBody>
      <dsp:txXfrm>
        <a:off x="1753344" y="2342754"/>
        <a:ext cx="2340941" cy="825595"/>
      </dsp:txXfrm>
    </dsp:sp>
    <dsp:sp modelId="{577306C7-FA52-48EF-8B42-AF0380CE3C84}">
      <dsp:nvSpPr>
        <dsp:cNvPr id="0" name=""/>
        <dsp:cNvSpPr/>
      </dsp:nvSpPr>
      <dsp:spPr>
        <a:xfrm>
          <a:off x="4202610" y="2325"/>
          <a:ext cx="938620" cy="938620"/>
        </a:xfrm>
        <a:prstGeom prst="ellipse">
          <a:avLst/>
        </a:prstGeom>
        <a:solidFill>
          <a:schemeClr val="accent3">
            <a:tint val="5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A9195E97-E7AE-49A3-BB62-4A58C5FE1EE0}">
      <dsp:nvSpPr>
        <dsp:cNvPr id="0" name=""/>
        <dsp:cNvSpPr/>
      </dsp:nvSpPr>
      <dsp:spPr>
        <a:xfrm>
          <a:off x="5141231" y="2325"/>
          <a:ext cx="1355031" cy="9386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0640" tIns="20320" rIns="40640" bIns="20320" numCol="1" spcCol="1270" anchor="t" anchorCtr="0">
          <a:noAutofit/>
        </a:bodyPr>
        <a:lstStyle/>
        <a:p>
          <a:pPr marL="0" lvl="0" indent="0" algn="l" defTabSz="711200">
            <a:lnSpc>
              <a:spcPct val="90000"/>
            </a:lnSpc>
            <a:spcBef>
              <a:spcPct val="0"/>
            </a:spcBef>
            <a:spcAft>
              <a:spcPct val="35000"/>
            </a:spcAft>
            <a:buNone/>
          </a:pPr>
          <a:r>
            <a:rPr lang="en-US" sz="1600" kern="1200" dirty="0">
              <a:solidFill>
                <a:schemeClr val="tx2"/>
              </a:solidFill>
            </a:rPr>
            <a:t>Some text here</a:t>
          </a:r>
        </a:p>
        <a:p>
          <a:pPr marL="114300" lvl="1" indent="-114300" algn="l" defTabSz="533400">
            <a:lnSpc>
              <a:spcPct val="90000"/>
            </a:lnSpc>
            <a:spcBef>
              <a:spcPct val="0"/>
            </a:spcBef>
            <a:spcAft>
              <a:spcPct val="15000"/>
            </a:spcAft>
            <a:buChar char="•"/>
          </a:pPr>
          <a:r>
            <a:rPr lang="en-US" sz="1200" kern="1200">
              <a:solidFill>
                <a:schemeClr val="tx2"/>
              </a:solidFill>
            </a:rPr>
            <a:t>Some text here</a:t>
          </a:r>
          <a:endParaRPr lang="en-US" sz="1200" kern="1200" dirty="0">
            <a:solidFill>
              <a:schemeClr val="tx2"/>
            </a:solidFill>
          </a:endParaRPr>
        </a:p>
        <a:p>
          <a:pPr marL="114300" lvl="1" indent="-114300" algn="l" defTabSz="533400">
            <a:lnSpc>
              <a:spcPct val="90000"/>
            </a:lnSpc>
            <a:spcBef>
              <a:spcPct val="0"/>
            </a:spcBef>
            <a:spcAft>
              <a:spcPct val="15000"/>
            </a:spcAft>
            <a:buChar char="•"/>
          </a:pPr>
          <a:r>
            <a:rPr lang="en-US" sz="1200" kern="1200">
              <a:solidFill>
                <a:schemeClr val="tx2"/>
              </a:solidFill>
            </a:rPr>
            <a:t>Some text here</a:t>
          </a:r>
          <a:endParaRPr lang="en-US" sz="1200" kern="1200" dirty="0">
            <a:solidFill>
              <a:schemeClr val="tx2"/>
            </a:solidFill>
          </a:endParaRPr>
        </a:p>
        <a:p>
          <a:pPr marL="114300" lvl="1" indent="-114300" algn="l" defTabSz="533400">
            <a:lnSpc>
              <a:spcPct val="90000"/>
            </a:lnSpc>
            <a:spcBef>
              <a:spcPct val="0"/>
            </a:spcBef>
            <a:spcAft>
              <a:spcPct val="15000"/>
            </a:spcAft>
            <a:buChar char="•"/>
          </a:pPr>
          <a:r>
            <a:rPr lang="en-US" sz="1200" kern="1200">
              <a:solidFill>
                <a:schemeClr val="tx2"/>
              </a:solidFill>
            </a:rPr>
            <a:t>Some text here</a:t>
          </a:r>
          <a:endParaRPr lang="en-US" sz="1200" kern="1200" dirty="0">
            <a:solidFill>
              <a:schemeClr val="tx2"/>
            </a:solidFill>
          </a:endParaRPr>
        </a:p>
      </dsp:txBody>
      <dsp:txXfrm>
        <a:off x="5141231" y="2325"/>
        <a:ext cx="1355031" cy="938620"/>
      </dsp:txXfrm>
    </dsp:sp>
    <dsp:sp modelId="{177E7C92-DD7D-485F-83C5-1A6728CCEA75}">
      <dsp:nvSpPr>
        <dsp:cNvPr id="0" name=""/>
        <dsp:cNvSpPr/>
      </dsp:nvSpPr>
      <dsp:spPr>
        <a:xfrm>
          <a:off x="4202610" y="1109898"/>
          <a:ext cx="938620" cy="938620"/>
        </a:xfrm>
        <a:prstGeom prst="ellipse">
          <a:avLst/>
        </a:prstGeom>
        <a:solidFill>
          <a:schemeClr val="accent3">
            <a:tint val="50000"/>
            <a:hueOff val="-1228777"/>
            <a:satOff val="16697"/>
            <a:lumOff val="4173"/>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A28A7BA0-15C4-4D51-9381-EE5F15725A64}">
      <dsp:nvSpPr>
        <dsp:cNvPr id="0" name=""/>
        <dsp:cNvSpPr/>
      </dsp:nvSpPr>
      <dsp:spPr>
        <a:xfrm>
          <a:off x="5141231" y="1109898"/>
          <a:ext cx="1355031" cy="9386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0640" tIns="20320" rIns="40640" bIns="20320" numCol="1" spcCol="1270" anchor="ctr" anchorCtr="0">
          <a:noAutofit/>
        </a:bodyPr>
        <a:lstStyle/>
        <a:p>
          <a:pPr marL="0" lvl="0" indent="0" algn="l" defTabSz="711200">
            <a:lnSpc>
              <a:spcPct val="90000"/>
            </a:lnSpc>
            <a:spcBef>
              <a:spcPct val="0"/>
            </a:spcBef>
            <a:spcAft>
              <a:spcPct val="35000"/>
            </a:spcAft>
            <a:buNone/>
          </a:pPr>
          <a:r>
            <a:rPr lang="en-US" sz="1600" kern="1200" dirty="0">
              <a:solidFill>
                <a:schemeClr val="tx2"/>
              </a:solidFill>
            </a:rPr>
            <a:t>Some text here</a:t>
          </a:r>
        </a:p>
      </dsp:txBody>
      <dsp:txXfrm>
        <a:off x="5141231" y="1109898"/>
        <a:ext cx="1355031" cy="938620"/>
      </dsp:txXfrm>
    </dsp:sp>
    <dsp:sp modelId="{CA8E459C-B2CF-4597-8C75-B4D9EFE9E176}">
      <dsp:nvSpPr>
        <dsp:cNvPr id="0" name=""/>
        <dsp:cNvSpPr/>
      </dsp:nvSpPr>
      <dsp:spPr>
        <a:xfrm>
          <a:off x="4202610" y="2217470"/>
          <a:ext cx="938620" cy="938620"/>
        </a:xfrm>
        <a:prstGeom prst="ellipse">
          <a:avLst/>
        </a:prstGeom>
        <a:solidFill>
          <a:schemeClr val="accent3">
            <a:tint val="50000"/>
            <a:hueOff val="-2457555"/>
            <a:satOff val="33395"/>
            <a:lumOff val="8346"/>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15689AA6-B503-47E7-9FD9-90D6BB2FA36D}">
      <dsp:nvSpPr>
        <dsp:cNvPr id="0" name=""/>
        <dsp:cNvSpPr/>
      </dsp:nvSpPr>
      <dsp:spPr>
        <a:xfrm>
          <a:off x="5141231" y="2217470"/>
          <a:ext cx="1355031" cy="9386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0640" tIns="20320" rIns="40640" bIns="20320" numCol="1" spcCol="1270" anchor="t" anchorCtr="0">
          <a:noAutofit/>
        </a:bodyPr>
        <a:lstStyle/>
        <a:p>
          <a:pPr marL="0" lvl="0" indent="0" algn="l" defTabSz="711200">
            <a:lnSpc>
              <a:spcPct val="90000"/>
            </a:lnSpc>
            <a:spcBef>
              <a:spcPct val="0"/>
            </a:spcBef>
            <a:spcAft>
              <a:spcPct val="35000"/>
            </a:spcAft>
            <a:buNone/>
          </a:pPr>
          <a:r>
            <a:rPr lang="en-US" sz="1600" kern="1200" dirty="0">
              <a:solidFill>
                <a:schemeClr val="tx2"/>
              </a:solidFill>
            </a:rPr>
            <a:t>Some text here</a:t>
          </a:r>
        </a:p>
        <a:p>
          <a:pPr marL="114300" lvl="1" indent="-114300" algn="l" defTabSz="533400">
            <a:lnSpc>
              <a:spcPct val="90000"/>
            </a:lnSpc>
            <a:spcBef>
              <a:spcPct val="0"/>
            </a:spcBef>
            <a:spcAft>
              <a:spcPct val="15000"/>
            </a:spcAft>
            <a:buChar char="•"/>
          </a:pPr>
          <a:r>
            <a:rPr lang="en-US" sz="1200" kern="1200">
              <a:solidFill>
                <a:schemeClr val="tx2"/>
              </a:solidFill>
            </a:rPr>
            <a:t>Some text here</a:t>
          </a:r>
          <a:endParaRPr lang="en-US" sz="1200" kern="1200" dirty="0">
            <a:solidFill>
              <a:schemeClr val="tx2"/>
            </a:solidFill>
          </a:endParaRPr>
        </a:p>
        <a:p>
          <a:pPr marL="114300" lvl="1" indent="-114300" algn="l" defTabSz="533400">
            <a:lnSpc>
              <a:spcPct val="90000"/>
            </a:lnSpc>
            <a:spcBef>
              <a:spcPct val="0"/>
            </a:spcBef>
            <a:spcAft>
              <a:spcPct val="15000"/>
            </a:spcAft>
            <a:buChar char="•"/>
          </a:pPr>
          <a:r>
            <a:rPr lang="en-US" sz="1200" kern="1200">
              <a:solidFill>
                <a:schemeClr val="tx2"/>
              </a:solidFill>
            </a:rPr>
            <a:t>Some text here</a:t>
          </a:r>
          <a:endParaRPr lang="en-US" sz="1200" kern="1200" dirty="0">
            <a:solidFill>
              <a:schemeClr val="tx2"/>
            </a:solidFill>
          </a:endParaRPr>
        </a:p>
      </dsp:txBody>
      <dsp:txXfrm>
        <a:off x="5141231" y="2217470"/>
        <a:ext cx="1355031" cy="938620"/>
      </dsp:txXfrm>
    </dsp:sp>
    <dsp:sp modelId="{C2527782-4939-4D28-BED9-3D1FE822F14D}">
      <dsp:nvSpPr>
        <dsp:cNvPr id="0" name=""/>
        <dsp:cNvSpPr/>
      </dsp:nvSpPr>
      <dsp:spPr>
        <a:xfrm>
          <a:off x="4202610" y="3325043"/>
          <a:ext cx="938620" cy="938620"/>
        </a:xfrm>
        <a:prstGeom prst="ellipse">
          <a:avLst/>
        </a:prstGeom>
        <a:solidFill>
          <a:schemeClr val="accent3">
            <a:tint val="50000"/>
            <a:hueOff val="-3686332"/>
            <a:satOff val="50092"/>
            <a:lumOff val="12519"/>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99720450-D5F2-4A80-BEEF-796B72AE1FEE}">
      <dsp:nvSpPr>
        <dsp:cNvPr id="0" name=""/>
        <dsp:cNvSpPr/>
      </dsp:nvSpPr>
      <dsp:spPr>
        <a:xfrm>
          <a:off x="5141231" y="3325043"/>
          <a:ext cx="1355031" cy="9386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0640" tIns="20320" rIns="40640" bIns="20320" numCol="1" spcCol="1270" anchor="ctr" anchorCtr="0">
          <a:noAutofit/>
        </a:bodyPr>
        <a:lstStyle/>
        <a:p>
          <a:pPr marL="0" lvl="0" indent="0" algn="l" defTabSz="711200">
            <a:lnSpc>
              <a:spcPct val="90000"/>
            </a:lnSpc>
            <a:spcBef>
              <a:spcPct val="0"/>
            </a:spcBef>
            <a:spcAft>
              <a:spcPct val="35000"/>
            </a:spcAft>
            <a:buNone/>
          </a:pPr>
          <a:r>
            <a:rPr lang="en-US" sz="1600" kern="1200" dirty="0">
              <a:solidFill>
                <a:schemeClr val="tx2"/>
              </a:solidFill>
            </a:rPr>
            <a:t>Some text here</a:t>
          </a:r>
        </a:p>
      </dsp:txBody>
      <dsp:txXfrm>
        <a:off x="5141231" y="3325043"/>
        <a:ext cx="1355031" cy="938620"/>
      </dsp:txXfrm>
    </dsp:sp>
  </dsp:spTree>
</dsp:drawing>
</file>

<file path=ppt/diagrams/drawing13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81A80C-6C4D-401F-A9DF-32AA2816E10D}">
      <dsp:nvSpPr>
        <dsp:cNvPr id="0" name=""/>
        <dsp:cNvSpPr/>
      </dsp:nvSpPr>
      <dsp:spPr>
        <a:xfrm>
          <a:off x="2240311" y="3717955"/>
          <a:ext cx="4003040" cy="0"/>
        </a:xfrm>
        <a:prstGeom prst="line">
          <a:avLst/>
        </a:prstGeom>
        <a:noFill/>
        <a:ln w="9525" cap="flat" cmpd="sng" algn="ctr">
          <a:solidFill>
            <a:schemeClr val="accent3">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2A6179D8-F9D7-4C9C-A4EE-854605BCFCC4}">
      <dsp:nvSpPr>
        <dsp:cNvPr id="0" name=""/>
        <dsp:cNvSpPr/>
      </dsp:nvSpPr>
      <dsp:spPr>
        <a:xfrm>
          <a:off x="2240311" y="2730403"/>
          <a:ext cx="3332479" cy="0"/>
        </a:xfrm>
        <a:prstGeom prst="line">
          <a:avLst/>
        </a:prstGeom>
        <a:noFill/>
        <a:ln w="9525" cap="flat" cmpd="sng" algn="ctr">
          <a:solidFill>
            <a:schemeClr val="accent3">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CE268716-64B6-4AF0-9988-EBB8BA58EB30}">
      <dsp:nvSpPr>
        <dsp:cNvPr id="0" name=""/>
        <dsp:cNvSpPr/>
      </dsp:nvSpPr>
      <dsp:spPr>
        <a:xfrm>
          <a:off x="2240311" y="1535586"/>
          <a:ext cx="3332479" cy="0"/>
        </a:xfrm>
        <a:prstGeom prst="line">
          <a:avLst/>
        </a:prstGeom>
        <a:noFill/>
        <a:ln w="9525" cap="flat" cmpd="sng" algn="ctr">
          <a:solidFill>
            <a:schemeClr val="accent3">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A4E95839-2F21-408E-BB2C-0C5EDB456CDA}">
      <dsp:nvSpPr>
        <dsp:cNvPr id="0" name=""/>
        <dsp:cNvSpPr/>
      </dsp:nvSpPr>
      <dsp:spPr>
        <a:xfrm>
          <a:off x="2240311" y="548034"/>
          <a:ext cx="4003040" cy="0"/>
        </a:xfrm>
        <a:prstGeom prst="line">
          <a:avLst/>
        </a:prstGeom>
        <a:noFill/>
        <a:ln w="9525" cap="flat" cmpd="sng" algn="ctr">
          <a:solidFill>
            <a:schemeClr val="accent3">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9F71A3B-61D7-47D7-9252-99FBED96C179}">
      <dsp:nvSpPr>
        <dsp:cNvPr id="0" name=""/>
        <dsp:cNvSpPr/>
      </dsp:nvSpPr>
      <dsp:spPr>
        <a:xfrm>
          <a:off x="208311" y="100994"/>
          <a:ext cx="4064000" cy="4064000"/>
        </a:xfrm>
        <a:prstGeom prst="ellipse">
          <a:avLst/>
        </a:prstGeom>
        <a:solidFill>
          <a:schemeClr val="accent3">
            <a:tint val="5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D64D84B8-168B-4A5F-B2E2-6168EBC567CF}">
      <dsp:nvSpPr>
        <dsp:cNvPr id="0" name=""/>
        <dsp:cNvSpPr/>
      </dsp:nvSpPr>
      <dsp:spPr>
        <a:xfrm>
          <a:off x="939831" y="2258979"/>
          <a:ext cx="2600960" cy="1341120"/>
        </a:xfrm>
        <a:prstGeom prst="rect">
          <a:avLst/>
        </a:prstGeom>
        <a:noFill/>
        <a:ln>
          <a:noFill/>
        </a:ln>
        <a:effectLst>
          <a:outerShdw blurRad="40000" dist="23000" dir="5400000" rotWithShape="0">
            <a:srgbClr val="000000">
              <a:alpha val="35000"/>
            </a:srgbClr>
          </a:outerShdw>
        </a:effectLst>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b" anchorCtr="0">
          <a:noAutofit/>
        </a:bodyPr>
        <a:lstStyle/>
        <a:p>
          <a:pPr marL="0" lvl="0" indent="0" algn="ctr" defTabSz="2133600">
            <a:lnSpc>
              <a:spcPct val="90000"/>
            </a:lnSpc>
            <a:spcBef>
              <a:spcPct val="0"/>
            </a:spcBef>
            <a:spcAft>
              <a:spcPct val="35000"/>
            </a:spcAft>
            <a:buNone/>
          </a:pPr>
          <a:r>
            <a:rPr lang="en-US" sz="4800" kern="1200" dirty="0">
              <a:solidFill>
                <a:schemeClr val="tx2"/>
              </a:solidFill>
            </a:rPr>
            <a:t>Lorem Ipsum</a:t>
          </a:r>
        </a:p>
      </dsp:txBody>
      <dsp:txXfrm>
        <a:off x="939831" y="2258979"/>
        <a:ext cx="2600960" cy="1341120"/>
      </dsp:txXfrm>
    </dsp:sp>
    <dsp:sp modelId="{D18478B5-5A29-4683-B567-EEF13D2F3628}">
      <dsp:nvSpPr>
        <dsp:cNvPr id="0" name=""/>
        <dsp:cNvSpPr/>
      </dsp:nvSpPr>
      <dsp:spPr>
        <a:xfrm>
          <a:off x="5796311" y="100994"/>
          <a:ext cx="894080" cy="894080"/>
        </a:xfrm>
        <a:prstGeom prst="ellipse">
          <a:avLst/>
        </a:prstGeom>
        <a:solidFill>
          <a:schemeClr val="accent3">
            <a:tint val="50000"/>
            <a:hueOff val="-921583"/>
            <a:satOff val="12523"/>
            <a:lumOff val="313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1A634A35-1D4D-4660-BB83-8B9AA55EAA96}">
      <dsp:nvSpPr>
        <dsp:cNvPr id="0" name=""/>
        <dsp:cNvSpPr/>
      </dsp:nvSpPr>
      <dsp:spPr>
        <a:xfrm>
          <a:off x="6690391" y="100994"/>
          <a:ext cx="1229296" cy="8940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0" rIns="60960" bIns="0" numCol="1" spcCol="1270" anchor="t" anchorCtr="0">
          <a:noAutofit/>
        </a:bodyPr>
        <a:lstStyle/>
        <a:p>
          <a:pPr marL="0" lvl="0" indent="0" algn="l" defTabSz="711200">
            <a:lnSpc>
              <a:spcPct val="90000"/>
            </a:lnSpc>
            <a:spcBef>
              <a:spcPct val="0"/>
            </a:spcBef>
            <a:spcAft>
              <a:spcPct val="35000"/>
            </a:spcAft>
            <a:buNone/>
          </a:pPr>
          <a:r>
            <a:rPr lang="en-US" sz="1600" kern="1200" dirty="0">
              <a:solidFill>
                <a:schemeClr val="tx2"/>
              </a:solidFill>
            </a:rPr>
            <a:t>Lorem Ipsum</a:t>
          </a:r>
        </a:p>
        <a:p>
          <a:pPr marL="114300" lvl="1" indent="-114300" algn="l" defTabSz="533400">
            <a:lnSpc>
              <a:spcPct val="90000"/>
            </a:lnSpc>
            <a:spcBef>
              <a:spcPct val="0"/>
            </a:spcBef>
            <a:spcAft>
              <a:spcPct val="15000"/>
            </a:spcAft>
            <a:buChar char="•"/>
          </a:pPr>
          <a:r>
            <a:rPr lang="en-US" sz="1200" kern="1200" dirty="0">
              <a:solidFill>
                <a:schemeClr val="tx2"/>
              </a:solidFill>
            </a:rPr>
            <a:t>Some text here</a:t>
          </a:r>
        </a:p>
        <a:p>
          <a:pPr marL="114300" lvl="1" indent="-114300" algn="l" defTabSz="533400">
            <a:lnSpc>
              <a:spcPct val="90000"/>
            </a:lnSpc>
            <a:spcBef>
              <a:spcPct val="0"/>
            </a:spcBef>
            <a:spcAft>
              <a:spcPct val="15000"/>
            </a:spcAft>
            <a:buChar char="•"/>
          </a:pPr>
          <a:r>
            <a:rPr lang="en-US" sz="1200" kern="1200">
              <a:solidFill>
                <a:schemeClr val="tx2"/>
              </a:solidFill>
            </a:rPr>
            <a:t>Some text here</a:t>
          </a:r>
          <a:endParaRPr lang="en-US" sz="1200" kern="1200" dirty="0">
            <a:solidFill>
              <a:schemeClr val="tx2"/>
            </a:solidFill>
          </a:endParaRPr>
        </a:p>
        <a:p>
          <a:pPr marL="114300" lvl="1" indent="-114300" algn="l" defTabSz="533400">
            <a:lnSpc>
              <a:spcPct val="90000"/>
            </a:lnSpc>
            <a:spcBef>
              <a:spcPct val="0"/>
            </a:spcBef>
            <a:spcAft>
              <a:spcPct val="15000"/>
            </a:spcAft>
            <a:buChar char="•"/>
          </a:pPr>
          <a:r>
            <a:rPr lang="en-US" sz="1200" kern="1200">
              <a:solidFill>
                <a:schemeClr val="tx2"/>
              </a:solidFill>
            </a:rPr>
            <a:t>Some text here</a:t>
          </a:r>
          <a:endParaRPr lang="en-US" sz="1200" kern="1200" dirty="0">
            <a:solidFill>
              <a:schemeClr val="tx2"/>
            </a:solidFill>
          </a:endParaRPr>
        </a:p>
      </dsp:txBody>
      <dsp:txXfrm>
        <a:off x="6690391" y="100994"/>
        <a:ext cx="1229296" cy="894080"/>
      </dsp:txXfrm>
    </dsp:sp>
    <dsp:sp modelId="{D0EF54E0-8521-4E8C-8F14-4EB6B3D98827}">
      <dsp:nvSpPr>
        <dsp:cNvPr id="0" name=""/>
        <dsp:cNvSpPr/>
      </dsp:nvSpPr>
      <dsp:spPr>
        <a:xfrm>
          <a:off x="5125751" y="1088546"/>
          <a:ext cx="894080" cy="894080"/>
        </a:xfrm>
        <a:prstGeom prst="ellipse">
          <a:avLst/>
        </a:prstGeom>
        <a:solidFill>
          <a:schemeClr val="accent3">
            <a:tint val="50000"/>
            <a:hueOff val="-1843166"/>
            <a:satOff val="25046"/>
            <a:lumOff val="626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6A2A8445-CE0E-41EA-8B8E-B5DE8AC229BA}">
      <dsp:nvSpPr>
        <dsp:cNvPr id="0" name=""/>
        <dsp:cNvSpPr/>
      </dsp:nvSpPr>
      <dsp:spPr>
        <a:xfrm>
          <a:off x="6019831" y="1088546"/>
          <a:ext cx="687705" cy="8940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0" rIns="60960" bIns="0" numCol="1" spcCol="1270" anchor="ctr" anchorCtr="0">
          <a:noAutofit/>
        </a:bodyPr>
        <a:lstStyle/>
        <a:p>
          <a:pPr marL="0" lvl="0" indent="0" algn="l" defTabSz="711200">
            <a:lnSpc>
              <a:spcPct val="90000"/>
            </a:lnSpc>
            <a:spcBef>
              <a:spcPct val="0"/>
            </a:spcBef>
            <a:spcAft>
              <a:spcPct val="35000"/>
            </a:spcAft>
            <a:buNone/>
          </a:pPr>
          <a:r>
            <a:rPr lang="en-US" sz="1600" kern="1200">
              <a:solidFill>
                <a:schemeClr val="tx2"/>
              </a:solidFill>
            </a:rPr>
            <a:t>Lorem Ipsum</a:t>
          </a:r>
          <a:endParaRPr lang="en-US" sz="1600" kern="1200" dirty="0">
            <a:solidFill>
              <a:schemeClr val="tx2"/>
            </a:solidFill>
          </a:endParaRPr>
        </a:p>
      </dsp:txBody>
      <dsp:txXfrm>
        <a:off x="6019831" y="1088546"/>
        <a:ext cx="687705" cy="894080"/>
      </dsp:txXfrm>
    </dsp:sp>
    <dsp:sp modelId="{053BE719-FE6F-433E-B48E-CEEB76EC24D0}">
      <dsp:nvSpPr>
        <dsp:cNvPr id="0" name=""/>
        <dsp:cNvSpPr/>
      </dsp:nvSpPr>
      <dsp:spPr>
        <a:xfrm>
          <a:off x="5125751" y="2283363"/>
          <a:ext cx="894080" cy="894080"/>
        </a:xfrm>
        <a:prstGeom prst="ellipse">
          <a:avLst/>
        </a:prstGeom>
        <a:solidFill>
          <a:schemeClr val="accent3">
            <a:tint val="50000"/>
            <a:hueOff val="-2764749"/>
            <a:satOff val="37569"/>
            <a:lumOff val="9389"/>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743C2954-B03F-4401-BC54-5380D75EF9E6}">
      <dsp:nvSpPr>
        <dsp:cNvPr id="0" name=""/>
        <dsp:cNvSpPr/>
      </dsp:nvSpPr>
      <dsp:spPr>
        <a:xfrm>
          <a:off x="6019831" y="2283363"/>
          <a:ext cx="687705" cy="8940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0" rIns="60960" bIns="0" numCol="1" spcCol="1270" anchor="ctr" anchorCtr="0">
          <a:noAutofit/>
        </a:bodyPr>
        <a:lstStyle/>
        <a:p>
          <a:pPr marL="0" lvl="0" indent="0" algn="l" defTabSz="711200">
            <a:lnSpc>
              <a:spcPct val="90000"/>
            </a:lnSpc>
            <a:spcBef>
              <a:spcPct val="0"/>
            </a:spcBef>
            <a:spcAft>
              <a:spcPct val="35000"/>
            </a:spcAft>
            <a:buNone/>
          </a:pPr>
          <a:r>
            <a:rPr lang="en-US" sz="1600" kern="1200">
              <a:solidFill>
                <a:schemeClr val="tx2"/>
              </a:solidFill>
            </a:rPr>
            <a:t>Lorem Ipsum</a:t>
          </a:r>
          <a:endParaRPr lang="en-US" sz="1600" kern="1200" dirty="0">
            <a:solidFill>
              <a:schemeClr val="tx2"/>
            </a:solidFill>
          </a:endParaRPr>
        </a:p>
      </dsp:txBody>
      <dsp:txXfrm>
        <a:off x="6019831" y="2283363"/>
        <a:ext cx="687705" cy="894080"/>
      </dsp:txXfrm>
    </dsp:sp>
    <dsp:sp modelId="{028EDA7B-1130-4339-957E-5D01CC9833B3}">
      <dsp:nvSpPr>
        <dsp:cNvPr id="0" name=""/>
        <dsp:cNvSpPr/>
      </dsp:nvSpPr>
      <dsp:spPr>
        <a:xfrm>
          <a:off x="5796311" y="3270915"/>
          <a:ext cx="894080" cy="894080"/>
        </a:xfrm>
        <a:prstGeom prst="ellipse">
          <a:avLst/>
        </a:prstGeom>
        <a:solidFill>
          <a:schemeClr val="accent3">
            <a:tint val="50000"/>
            <a:hueOff val="-3686332"/>
            <a:satOff val="50092"/>
            <a:lumOff val="12519"/>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E869E60F-7AAE-4617-8CB6-A465C270609E}">
      <dsp:nvSpPr>
        <dsp:cNvPr id="0" name=""/>
        <dsp:cNvSpPr/>
      </dsp:nvSpPr>
      <dsp:spPr>
        <a:xfrm>
          <a:off x="6690391" y="3270915"/>
          <a:ext cx="673798" cy="8940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0" rIns="60960" bIns="0" numCol="1" spcCol="1270" anchor="ctr" anchorCtr="0">
          <a:noAutofit/>
        </a:bodyPr>
        <a:lstStyle/>
        <a:p>
          <a:pPr marL="0" lvl="0" indent="0" algn="l" defTabSz="711200">
            <a:lnSpc>
              <a:spcPct val="90000"/>
            </a:lnSpc>
            <a:spcBef>
              <a:spcPct val="0"/>
            </a:spcBef>
            <a:spcAft>
              <a:spcPct val="35000"/>
            </a:spcAft>
            <a:buNone/>
          </a:pPr>
          <a:r>
            <a:rPr lang="en-US" sz="1600" kern="1200" dirty="0">
              <a:solidFill>
                <a:schemeClr val="tx2"/>
              </a:solidFill>
            </a:rPr>
            <a:t>Lorem Ipsum</a:t>
          </a:r>
        </a:p>
      </dsp:txBody>
      <dsp:txXfrm>
        <a:off x="6690391" y="3270915"/>
        <a:ext cx="673798" cy="894080"/>
      </dsp:txXfrm>
    </dsp:sp>
  </dsp:spTree>
</dsp:drawing>
</file>

<file path=ppt/diagrams/drawing13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0CBFC3-1509-4DE3-8A29-DD03D3D1A11C}">
      <dsp:nvSpPr>
        <dsp:cNvPr id="0" name=""/>
        <dsp:cNvSpPr/>
      </dsp:nvSpPr>
      <dsp:spPr>
        <a:xfrm>
          <a:off x="2285428" y="1192344"/>
          <a:ext cx="1867390" cy="1867223"/>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6990" tIns="46990" rIns="46990" bIns="46990" numCol="1" spcCol="1270" anchor="ctr" anchorCtr="0">
          <a:noAutofit/>
        </a:bodyPr>
        <a:lstStyle/>
        <a:p>
          <a:pPr marL="0" lvl="0" indent="0" algn="ctr" defTabSz="1644650">
            <a:lnSpc>
              <a:spcPct val="90000"/>
            </a:lnSpc>
            <a:spcBef>
              <a:spcPct val="0"/>
            </a:spcBef>
            <a:spcAft>
              <a:spcPct val="35000"/>
            </a:spcAft>
            <a:buNone/>
          </a:pPr>
          <a:r>
            <a:rPr lang="en-US" sz="3700" kern="1200" dirty="0">
              <a:solidFill>
                <a:schemeClr val="tx2"/>
              </a:solidFill>
            </a:rPr>
            <a:t>Lorem Ipsum</a:t>
          </a:r>
        </a:p>
      </dsp:txBody>
      <dsp:txXfrm>
        <a:off x="2558901" y="1465792"/>
        <a:ext cx="1320444" cy="1320327"/>
      </dsp:txXfrm>
    </dsp:sp>
    <dsp:sp modelId="{A1DEF362-0C5B-44E0-8560-E76FA97D8A4B}">
      <dsp:nvSpPr>
        <dsp:cNvPr id="0" name=""/>
        <dsp:cNvSpPr/>
      </dsp:nvSpPr>
      <dsp:spPr>
        <a:xfrm>
          <a:off x="1322674" y="154002"/>
          <a:ext cx="3763839" cy="3923431"/>
        </a:xfrm>
        <a:prstGeom prst="blockArc">
          <a:avLst>
            <a:gd name="adj1" fmla="val 16509444"/>
            <a:gd name="adj2" fmla="val 5088054"/>
            <a:gd name="adj3" fmla="val 524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9EC30F5A-89A0-42B4-AF55-775A4FE46BC6}">
      <dsp:nvSpPr>
        <dsp:cNvPr id="0" name=""/>
        <dsp:cNvSpPr/>
      </dsp:nvSpPr>
      <dsp:spPr>
        <a:xfrm>
          <a:off x="3652801" y="0"/>
          <a:ext cx="1000583" cy="1000374"/>
        </a:xfrm>
        <a:prstGeom prst="ellipse">
          <a:avLst/>
        </a:prstGeom>
        <a:solidFill>
          <a:schemeClr val="accent2">
            <a:tint val="5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7A423974-B7C3-404E-AB6F-C62C152FF609}">
      <dsp:nvSpPr>
        <dsp:cNvPr id="0" name=""/>
        <dsp:cNvSpPr/>
      </dsp:nvSpPr>
      <dsp:spPr>
        <a:xfrm>
          <a:off x="4729593" y="12797"/>
          <a:ext cx="1339411" cy="9683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l" defTabSz="1200150">
            <a:lnSpc>
              <a:spcPct val="90000"/>
            </a:lnSpc>
            <a:spcBef>
              <a:spcPct val="0"/>
            </a:spcBef>
            <a:spcAft>
              <a:spcPct val="10000"/>
            </a:spcAft>
            <a:buNone/>
          </a:pPr>
          <a:r>
            <a:rPr lang="en-US" sz="2700" kern="1200" dirty="0">
              <a:solidFill>
                <a:schemeClr val="tx2"/>
              </a:solidFill>
            </a:rPr>
            <a:t>Some text here</a:t>
          </a:r>
        </a:p>
      </dsp:txBody>
      <dsp:txXfrm>
        <a:off x="4729593" y="12797"/>
        <a:ext cx="1339411" cy="968379"/>
      </dsp:txXfrm>
    </dsp:sp>
    <dsp:sp modelId="{75BAD654-60AA-47A7-BB54-9B42C29E6B00}">
      <dsp:nvSpPr>
        <dsp:cNvPr id="0" name=""/>
        <dsp:cNvSpPr/>
      </dsp:nvSpPr>
      <dsp:spPr>
        <a:xfrm>
          <a:off x="4391862" y="931692"/>
          <a:ext cx="1000583" cy="1000374"/>
        </a:xfrm>
        <a:prstGeom prst="ellipse">
          <a:avLst/>
        </a:prstGeom>
        <a:solidFill>
          <a:schemeClr val="accent3">
            <a:tint val="5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8F9D0D9D-AC92-41C1-AE36-C1ECA9EEE67A}">
      <dsp:nvSpPr>
        <dsp:cNvPr id="0" name=""/>
        <dsp:cNvSpPr/>
      </dsp:nvSpPr>
      <dsp:spPr>
        <a:xfrm>
          <a:off x="5465913" y="949182"/>
          <a:ext cx="1339411" cy="9683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l" defTabSz="1200150">
            <a:lnSpc>
              <a:spcPct val="90000"/>
            </a:lnSpc>
            <a:spcBef>
              <a:spcPct val="0"/>
            </a:spcBef>
            <a:spcAft>
              <a:spcPct val="10000"/>
            </a:spcAft>
            <a:buNone/>
          </a:pPr>
          <a:r>
            <a:rPr lang="en-US" sz="2700" kern="1200" dirty="0">
              <a:solidFill>
                <a:schemeClr val="tx2"/>
              </a:solidFill>
            </a:rPr>
            <a:t>Some text here</a:t>
          </a:r>
        </a:p>
      </dsp:txBody>
      <dsp:txXfrm>
        <a:off x="5465913" y="949182"/>
        <a:ext cx="1339411" cy="968379"/>
      </dsp:txXfrm>
    </dsp:sp>
    <dsp:sp modelId="{3644A69A-8A4F-466F-9C27-99E1BE0472B3}">
      <dsp:nvSpPr>
        <dsp:cNvPr id="0" name=""/>
        <dsp:cNvSpPr/>
      </dsp:nvSpPr>
      <dsp:spPr>
        <a:xfrm>
          <a:off x="4388024" y="2301501"/>
          <a:ext cx="1000583" cy="1000374"/>
        </a:xfrm>
        <a:prstGeom prst="ellipse">
          <a:avLst/>
        </a:prstGeom>
        <a:solidFill>
          <a:schemeClr val="accent4">
            <a:tint val="5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9B41EDCD-E303-4457-86B6-E20F8CC83655}">
      <dsp:nvSpPr>
        <dsp:cNvPr id="0" name=""/>
        <dsp:cNvSpPr/>
      </dsp:nvSpPr>
      <dsp:spPr>
        <a:xfrm>
          <a:off x="5465913" y="2317712"/>
          <a:ext cx="1339411" cy="9683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l" defTabSz="1200150">
            <a:lnSpc>
              <a:spcPct val="90000"/>
            </a:lnSpc>
            <a:spcBef>
              <a:spcPct val="0"/>
            </a:spcBef>
            <a:spcAft>
              <a:spcPct val="10000"/>
            </a:spcAft>
            <a:buNone/>
          </a:pPr>
          <a:r>
            <a:rPr lang="en-US" sz="2700" kern="1200" dirty="0">
              <a:solidFill>
                <a:schemeClr val="tx2"/>
              </a:solidFill>
            </a:rPr>
            <a:t>Some text here</a:t>
          </a:r>
        </a:p>
      </dsp:txBody>
      <dsp:txXfrm>
        <a:off x="5465913" y="2317712"/>
        <a:ext cx="1339411" cy="968379"/>
      </dsp:txXfrm>
    </dsp:sp>
    <dsp:sp modelId="{A99FD718-896E-4A7C-A464-C0E0F25968F5}">
      <dsp:nvSpPr>
        <dsp:cNvPr id="0" name=""/>
        <dsp:cNvSpPr/>
      </dsp:nvSpPr>
      <dsp:spPr>
        <a:xfrm>
          <a:off x="3652801" y="3265615"/>
          <a:ext cx="1000583" cy="1000374"/>
        </a:xfrm>
        <a:prstGeom prst="ellipse">
          <a:avLst/>
        </a:prstGeom>
        <a:solidFill>
          <a:schemeClr val="accent5">
            <a:tint val="5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3D90AABC-AFC5-453B-BBA1-52DEA5DE3AA2}">
      <dsp:nvSpPr>
        <dsp:cNvPr id="0" name=""/>
        <dsp:cNvSpPr/>
      </dsp:nvSpPr>
      <dsp:spPr>
        <a:xfrm>
          <a:off x="4729593" y="3286092"/>
          <a:ext cx="1339411" cy="9683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l" defTabSz="1200150">
            <a:lnSpc>
              <a:spcPct val="90000"/>
            </a:lnSpc>
            <a:spcBef>
              <a:spcPct val="0"/>
            </a:spcBef>
            <a:spcAft>
              <a:spcPct val="10000"/>
            </a:spcAft>
            <a:buNone/>
          </a:pPr>
          <a:r>
            <a:rPr lang="en-US" sz="2700" kern="1200" dirty="0">
              <a:solidFill>
                <a:schemeClr val="tx2"/>
              </a:solidFill>
            </a:rPr>
            <a:t>Some text here</a:t>
          </a:r>
        </a:p>
      </dsp:txBody>
      <dsp:txXfrm>
        <a:off x="4729593" y="3286092"/>
        <a:ext cx="1339411" cy="968379"/>
      </dsp:txXfrm>
    </dsp:sp>
  </dsp:spTree>
</dsp:drawing>
</file>

<file path=ppt/diagrams/drawing13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D46170-5FBF-404A-8F56-02E3F250818E}">
      <dsp:nvSpPr>
        <dsp:cNvPr id="0" name=""/>
        <dsp:cNvSpPr/>
      </dsp:nvSpPr>
      <dsp:spPr>
        <a:xfrm>
          <a:off x="5507095" y="2665266"/>
          <a:ext cx="103503" cy="1915628"/>
        </a:xfrm>
        <a:prstGeom prst="rect">
          <a:avLst/>
        </a:prstGeom>
        <a:solidFill>
          <a:schemeClr val="accent2">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6D2E373-2C29-459F-A846-D5EB57D6DCA1}">
      <dsp:nvSpPr>
        <dsp:cNvPr id="0" name=""/>
        <dsp:cNvSpPr/>
      </dsp:nvSpPr>
      <dsp:spPr>
        <a:xfrm>
          <a:off x="1365216" y="2665266"/>
          <a:ext cx="2691959" cy="1915628"/>
        </a:xfrm>
        <a:prstGeom prst="frame">
          <a:avLst>
            <a:gd name="adj1" fmla="val 5450"/>
          </a:avLst>
        </a:prstGeom>
        <a:solidFill>
          <a:schemeClr val="accent2">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23CF02F-7B58-453A-9331-31011F9630AC}">
      <dsp:nvSpPr>
        <dsp:cNvPr id="0" name=""/>
        <dsp:cNvSpPr/>
      </dsp:nvSpPr>
      <dsp:spPr>
        <a:xfrm>
          <a:off x="1365216" y="230179"/>
          <a:ext cx="2691959" cy="1915628"/>
        </a:xfrm>
        <a:prstGeom prst="frame">
          <a:avLst>
            <a:gd name="adj1" fmla="val 5450"/>
          </a:avLst>
        </a:prstGeom>
        <a:solidFill>
          <a:schemeClr val="accent2">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E1224A0-2AC9-4475-861F-82FF9043E2E0}">
      <dsp:nvSpPr>
        <dsp:cNvPr id="0" name=""/>
        <dsp:cNvSpPr/>
      </dsp:nvSpPr>
      <dsp:spPr>
        <a:xfrm>
          <a:off x="5507095" y="230179"/>
          <a:ext cx="103503" cy="1915628"/>
        </a:xfrm>
        <a:prstGeom prst="rect">
          <a:avLst/>
        </a:prstGeom>
        <a:solidFill>
          <a:schemeClr val="accent2">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4A3D96B-75A1-4785-85AB-C34493EA26C8}">
      <dsp:nvSpPr>
        <dsp:cNvPr id="0" name=""/>
        <dsp:cNvSpPr/>
      </dsp:nvSpPr>
      <dsp:spPr>
        <a:xfrm>
          <a:off x="1261713" y="647"/>
          <a:ext cx="2588456" cy="1812017"/>
        </a:xfrm>
        <a:prstGeom prst="rect">
          <a:avLst/>
        </a:prstGeom>
        <a:solidFill>
          <a:schemeClr val="accent3">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C506B5E-F64F-47B9-8162-F0D1B3A73D36}">
      <dsp:nvSpPr>
        <dsp:cNvPr id="0" name=""/>
        <dsp:cNvSpPr/>
      </dsp:nvSpPr>
      <dsp:spPr>
        <a:xfrm>
          <a:off x="1470460" y="1813308"/>
          <a:ext cx="2483213" cy="2273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600" tIns="38100" rIns="101600" bIns="38100" numCol="1" spcCol="1270" anchor="ctr" anchorCtr="0">
          <a:noAutofit/>
        </a:bodyPr>
        <a:lstStyle/>
        <a:p>
          <a:pPr marL="0" lvl="0" indent="0" algn="l" defTabSz="444500">
            <a:lnSpc>
              <a:spcPct val="90000"/>
            </a:lnSpc>
            <a:spcBef>
              <a:spcPct val="0"/>
            </a:spcBef>
            <a:spcAft>
              <a:spcPct val="35000"/>
            </a:spcAft>
            <a:buNone/>
          </a:pPr>
          <a:r>
            <a:rPr lang="en-US" sz="1000" kern="1200">
              <a:solidFill>
                <a:schemeClr val="tx2"/>
              </a:solidFill>
            </a:rPr>
            <a:t>Lorem Ipsum</a:t>
          </a:r>
          <a:endParaRPr lang="en-US" sz="1000" kern="1200" dirty="0">
            <a:solidFill>
              <a:schemeClr val="tx2"/>
            </a:solidFill>
          </a:endParaRPr>
        </a:p>
      </dsp:txBody>
      <dsp:txXfrm>
        <a:off x="1470460" y="1813308"/>
        <a:ext cx="2483213" cy="227387"/>
      </dsp:txXfrm>
    </dsp:sp>
    <dsp:sp modelId="{536F22E5-0F65-4FDC-AC84-FBF7762013B9}">
      <dsp:nvSpPr>
        <dsp:cNvPr id="0" name=""/>
        <dsp:cNvSpPr/>
      </dsp:nvSpPr>
      <dsp:spPr>
        <a:xfrm>
          <a:off x="4166768" y="230179"/>
          <a:ext cx="1230734" cy="19156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44500">
            <a:lnSpc>
              <a:spcPct val="90000"/>
            </a:lnSpc>
            <a:spcBef>
              <a:spcPct val="0"/>
            </a:spcBef>
            <a:spcAft>
              <a:spcPct val="35000"/>
            </a:spcAft>
            <a:buNone/>
          </a:pPr>
          <a:r>
            <a:rPr lang="en-US" sz="1000" b="0" i="0" kern="1200" noProof="1">
              <a:solidFill>
                <a:schemeClr val="tx2"/>
              </a:solidFill>
            </a:rPr>
            <a:t>Lorem ipsum dolor sit amet, consectetur adipiscing elit, sed do eiusmod tempor incididunt ut labore et dolore magna aliqua. Ut enim ad minim veniam, quis nostrud exercitation ullamco laboris nisi ut aliquip ex ea commodo consequat.</a:t>
          </a:r>
          <a:endParaRPr lang="en-US" sz="1000" kern="1200" noProof="1">
            <a:solidFill>
              <a:schemeClr val="tx2"/>
            </a:solidFill>
          </a:endParaRPr>
        </a:p>
      </dsp:txBody>
      <dsp:txXfrm>
        <a:off x="4166768" y="230179"/>
        <a:ext cx="1230734" cy="1915628"/>
      </dsp:txXfrm>
    </dsp:sp>
    <dsp:sp modelId="{7F46BB95-0523-43A1-B415-59D14B2C9B23}">
      <dsp:nvSpPr>
        <dsp:cNvPr id="0" name=""/>
        <dsp:cNvSpPr/>
      </dsp:nvSpPr>
      <dsp:spPr>
        <a:xfrm>
          <a:off x="1261713" y="2435733"/>
          <a:ext cx="2588456" cy="1812017"/>
        </a:xfrm>
        <a:prstGeom prst="rect">
          <a:avLst/>
        </a:prstGeom>
        <a:solidFill>
          <a:schemeClr val="accent3">
            <a:tint val="50000"/>
            <a:hueOff val="-3686332"/>
            <a:satOff val="50092"/>
            <a:lumOff val="1251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074FD86-64E8-4CBF-ABF5-ABBC4E7ED63A}">
      <dsp:nvSpPr>
        <dsp:cNvPr id="0" name=""/>
        <dsp:cNvSpPr/>
      </dsp:nvSpPr>
      <dsp:spPr>
        <a:xfrm>
          <a:off x="1470460" y="4248394"/>
          <a:ext cx="2483213" cy="2273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600" tIns="38100" rIns="101600" bIns="38100" numCol="1" spcCol="1270" anchor="ctr" anchorCtr="0">
          <a:noAutofit/>
        </a:bodyPr>
        <a:lstStyle/>
        <a:p>
          <a:pPr marL="0" lvl="0" indent="0" algn="l" defTabSz="444500">
            <a:lnSpc>
              <a:spcPct val="90000"/>
            </a:lnSpc>
            <a:spcBef>
              <a:spcPct val="0"/>
            </a:spcBef>
            <a:spcAft>
              <a:spcPct val="35000"/>
            </a:spcAft>
            <a:buNone/>
          </a:pPr>
          <a:r>
            <a:rPr lang="en-US" sz="1000" kern="1200">
              <a:solidFill>
                <a:schemeClr val="tx2"/>
              </a:solidFill>
            </a:rPr>
            <a:t>Lorem Ipsum</a:t>
          </a:r>
          <a:endParaRPr lang="en-US" sz="1000" kern="1200" noProof="1">
            <a:solidFill>
              <a:schemeClr val="tx2"/>
            </a:solidFill>
          </a:endParaRPr>
        </a:p>
      </dsp:txBody>
      <dsp:txXfrm>
        <a:off x="1470460" y="4248394"/>
        <a:ext cx="2483213" cy="227387"/>
      </dsp:txXfrm>
    </dsp:sp>
    <dsp:sp modelId="{34D6F1FC-F779-4326-9D93-DF3B88627616}">
      <dsp:nvSpPr>
        <dsp:cNvPr id="0" name=""/>
        <dsp:cNvSpPr/>
      </dsp:nvSpPr>
      <dsp:spPr>
        <a:xfrm>
          <a:off x="4166768" y="2665266"/>
          <a:ext cx="1230734" cy="19156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44500">
            <a:lnSpc>
              <a:spcPct val="90000"/>
            </a:lnSpc>
            <a:spcBef>
              <a:spcPct val="0"/>
            </a:spcBef>
            <a:spcAft>
              <a:spcPct val="35000"/>
            </a:spcAft>
            <a:buNone/>
          </a:pPr>
          <a:r>
            <a:rPr lang="en-US" sz="1000" b="0" i="0" kern="1200" noProof="1">
              <a:solidFill>
                <a:schemeClr val="tx2"/>
              </a:solidFill>
            </a:rPr>
            <a:t>Lorem ipsum dolor sit amet, consectetur adipiscing elit, sed do eiusmod tempor incididunt ut labore et dolore magna aliqua. Ut enim ad minim veniam, quis nostrud exercitation ullamco laboris nisi ut aliquip ex ea commodo consequat.</a:t>
          </a:r>
          <a:endParaRPr lang="en-US" sz="1000" kern="1200" noProof="1">
            <a:solidFill>
              <a:schemeClr val="tx2"/>
            </a:solidFill>
          </a:endParaRPr>
        </a:p>
      </dsp:txBody>
      <dsp:txXfrm>
        <a:off x="4166768" y="2665266"/>
        <a:ext cx="1230734" cy="1915628"/>
      </dsp:txXfrm>
    </dsp:sp>
  </dsp:spTree>
</dsp:drawing>
</file>

<file path=ppt/diagrams/drawing14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9A0A67-EB90-4014-82CD-66F7F3D2713F}">
      <dsp:nvSpPr>
        <dsp:cNvPr id="0" name=""/>
        <dsp:cNvSpPr/>
      </dsp:nvSpPr>
      <dsp:spPr>
        <a:xfrm>
          <a:off x="0" y="21968"/>
          <a:ext cx="4086038" cy="4086038"/>
        </a:xfrm>
        <a:prstGeom prst="rect">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0EAB583-6016-46CD-B155-731D8053B413}">
      <dsp:nvSpPr>
        <dsp:cNvPr id="0" name=""/>
        <dsp:cNvSpPr/>
      </dsp:nvSpPr>
      <dsp:spPr>
        <a:xfrm>
          <a:off x="3945443" y="3967411"/>
          <a:ext cx="70297" cy="70297"/>
        </a:xfrm>
        <a:prstGeom prst="ellipse">
          <a:avLst/>
        </a:prstGeom>
        <a:solidFill>
          <a:schemeClr val="lt1">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72337AB-6BDF-419E-8A41-2D3CAB534529}">
      <dsp:nvSpPr>
        <dsp:cNvPr id="0" name=""/>
        <dsp:cNvSpPr/>
      </dsp:nvSpPr>
      <dsp:spPr>
        <a:xfrm>
          <a:off x="4171976" y="21968"/>
          <a:ext cx="2484311" cy="2484311"/>
        </a:xfrm>
        <a:prstGeom prst="rect">
          <a:avLst/>
        </a:prstGeom>
        <a:solidFill>
          <a:schemeClr val="accent5">
            <a:hueOff val="4290415"/>
            <a:satOff val="-8593"/>
            <a:lumOff val="-5441"/>
            <a:alphaOff val="0"/>
          </a:schemeClr>
        </a:solidFill>
        <a:ln w="25400" cap="flat" cmpd="sng" algn="ctr">
          <a:solidFill>
            <a:schemeClr val="accent5">
              <a:hueOff val="4290415"/>
              <a:satOff val="-8593"/>
              <a:lumOff val="-5441"/>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5E1DBAD-7765-4433-AE98-BE5FB72CD40C}">
      <dsp:nvSpPr>
        <dsp:cNvPr id="0" name=""/>
        <dsp:cNvSpPr/>
      </dsp:nvSpPr>
      <dsp:spPr>
        <a:xfrm>
          <a:off x="6410246" y="2365684"/>
          <a:ext cx="70297" cy="70297"/>
        </a:xfrm>
        <a:prstGeom prst="ellipse">
          <a:avLst/>
        </a:prstGeom>
        <a:solidFill>
          <a:schemeClr val="lt1">
            <a:hueOff val="0"/>
            <a:satOff val="0"/>
            <a:lumOff val="0"/>
            <a:alphaOff val="0"/>
          </a:schemeClr>
        </a:solidFill>
        <a:ln w="25400" cap="flat" cmpd="sng" algn="ctr">
          <a:solidFill>
            <a:schemeClr val="accent5">
              <a:hueOff val="591781"/>
              <a:satOff val="-1185"/>
              <a:lumOff val="-751"/>
              <a:alphaOff val="0"/>
            </a:schemeClr>
          </a:solidFill>
          <a:prstDash val="solid"/>
        </a:ln>
        <a:effectLst/>
      </dsp:spPr>
      <dsp:style>
        <a:lnRef idx="2">
          <a:scrgbClr r="0" g="0" b="0"/>
        </a:lnRef>
        <a:fillRef idx="1">
          <a:scrgbClr r="0" g="0" b="0"/>
        </a:fillRef>
        <a:effectRef idx="0">
          <a:scrgbClr r="0" g="0" b="0"/>
        </a:effectRef>
        <a:fontRef idx="minor"/>
      </dsp:style>
    </dsp:sp>
    <dsp:sp modelId="{42FB0138-3360-47B8-BC4A-D086694BAFB0}">
      <dsp:nvSpPr>
        <dsp:cNvPr id="0" name=""/>
        <dsp:cNvSpPr/>
      </dsp:nvSpPr>
      <dsp:spPr>
        <a:xfrm>
          <a:off x="6515693" y="2365684"/>
          <a:ext cx="70297" cy="70297"/>
        </a:xfrm>
        <a:prstGeom prst="ellipse">
          <a:avLst/>
        </a:prstGeom>
        <a:solidFill>
          <a:schemeClr val="lt1">
            <a:hueOff val="0"/>
            <a:satOff val="0"/>
            <a:lumOff val="0"/>
            <a:alphaOff val="0"/>
          </a:schemeClr>
        </a:solidFill>
        <a:ln w="25400" cap="flat" cmpd="sng" algn="ctr">
          <a:solidFill>
            <a:schemeClr val="accent5">
              <a:hueOff val="1183563"/>
              <a:satOff val="-2371"/>
              <a:lumOff val="-1501"/>
              <a:alphaOff val="0"/>
            </a:schemeClr>
          </a:solidFill>
          <a:prstDash val="solid"/>
        </a:ln>
        <a:effectLst/>
      </dsp:spPr>
      <dsp:style>
        <a:lnRef idx="2">
          <a:scrgbClr r="0" g="0" b="0"/>
        </a:lnRef>
        <a:fillRef idx="1">
          <a:scrgbClr r="0" g="0" b="0"/>
        </a:fillRef>
        <a:effectRef idx="0">
          <a:scrgbClr r="0" g="0" b="0"/>
        </a:effectRef>
        <a:fontRef idx="minor"/>
      </dsp:style>
    </dsp:sp>
    <dsp:sp modelId="{71AE5D60-9832-40DE-9739-26C0CD4D2307}">
      <dsp:nvSpPr>
        <dsp:cNvPr id="0" name=""/>
        <dsp:cNvSpPr/>
      </dsp:nvSpPr>
      <dsp:spPr>
        <a:xfrm>
          <a:off x="5140367" y="2592086"/>
          <a:ext cx="1515920" cy="1515920"/>
        </a:xfrm>
        <a:prstGeom prst="rect">
          <a:avLst/>
        </a:prstGeom>
        <a:solidFill>
          <a:schemeClr val="accent5">
            <a:hueOff val="8580830"/>
            <a:satOff val="-17187"/>
            <a:lumOff val="-10883"/>
            <a:alphaOff val="0"/>
          </a:schemeClr>
        </a:solidFill>
        <a:ln w="25400" cap="flat" cmpd="sng" algn="ctr">
          <a:solidFill>
            <a:schemeClr val="accent5">
              <a:hueOff val="8580830"/>
              <a:satOff val="-17187"/>
              <a:lumOff val="-10883"/>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3BF8939-39A5-4E9D-8320-0E92BD59AD9A}">
      <dsp:nvSpPr>
        <dsp:cNvPr id="0" name=""/>
        <dsp:cNvSpPr/>
      </dsp:nvSpPr>
      <dsp:spPr>
        <a:xfrm>
          <a:off x="6357523" y="3967411"/>
          <a:ext cx="70297" cy="70297"/>
        </a:xfrm>
        <a:prstGeom prst="ellipse">
          <a:avLst/>
        </a:prstGeom>
        <a:solidFill>
          <a:schemeClr val="lt1">
            <a:hueOff val="0"/>
            <a:satOff val="0"/>
            <a:lumOff val="0"/>
            <a:alphaOff val="0"/>
          </a:schemeClr>
        </a:solidFill>
        <a:ln w="25400" cap="flat" cmpd="sng" algn="ctr">
          <a:solidFill>
            <a:schemeClr val="accent5">
              <a:hueOff val="1775344"/>
              <a:satOff val="-3556"/>
              <a:lumOff val="-2252"/>
              <a:alphaOff val="0"/>
            </a:schemeClr>
          </a:solidFill>
          <a:prstDash val="solid"/>
        </a:ln>
        <a:effectLst/>
      </dsp:spPr>
      <dsp:style>
        <a:lnRef idx="2">
          <a:scrgbClr r="0" g="0" b="0"/>
        </a:lnRef>
        <a:fillRef idx="1">
          <a:scrgbClr r="0" g="0" b="0"/>
        </a:fillRef>
        <a:effectRef idx="0">
          <a:scrgbClr r="0" g="0" b="0"/>
        </a:effectRef>
        <a:fontRef idx="minor"/>
      </dsp:style>
    </dsp:sp>
    <dsp:sp modelId="{7152D617-23FE-4B5A-8063-6E426103CAFD}">
      <dsp:nvSpPr>
        <dsp:cNvPr id="0" name=""/>
        <dsp:cNvSpPr/>
      </dsp:nvSpPr>
      <dsp:spPr>
        <a:xfrm>
          <a:off x="6436608" y="3888326"/>
          <a:ext cx="70297" cy="70297"/>
        </a:xfrm>
        <a:prstGeom prst="ellipse">
          <a:avLst/>
        </a:prstGeom>
        <a:solidFill>
          <a:schemeClr val="lt1">
            <a:hueOff val="0"/>
            <a:satOff val="0"/>
            <a:lumOff val="0"/>
            <a:alphaOff val="0"/>
          </a:schemeClr>
        </a:solidFill>
        <a:ln w="25400" cap="flat" cmpd="sng" algn="ctr">
          <a:solidFill>
            <a:schemeClr val="accent5">
              <a:hueOff val="2367126"/>
              <a:satOff val="-4741"/>
              <a:lumOff val="-3002"/>
              <a:alphaOff val="0"/>
            </a:schemeClr>
          </a:solidFill>
          <a:prstDash val="solid"/>
        </a:ln>
        <a:effectLst/>
      </dsp:spPr>
      <dsp:style>
        <a:lnRef idx="2">
          <a:scrgbClr r="0" g="0" b="0"/>
        </a:lnRef>
        <a:fillRef idx="1">
          <a:scrgbClr r="0" g="0" b="0"/>
        </a:fillRef>
        <a:effectRef idx="0">
          <a:scrgbClr r="0" g="0" b="0"/>
        </a:effectRef>
        <a:fontRef idx="minor"/>
      </dsp:style>
    </dsp:sp>
    <dsp:sp modelId="{BBE6179B-5A23-4553-AE83-A9FCD8D6A2AB}">
      <dsp:nvSpPr>
        <dsp:cNvPr id="0" name=""/>
        <dsp:cNvSpPr/>
      </dsp:nvSpPr>
      <dsp:spPr>
        <a:xfrm>
          <a:off x="6515693" y="3809242"/>
          <a:ext cx="70297" cy="70297"/>
        </a:xfrm>
        <a:prstGeom prst="ellipse">
          <a:avLst/>
        </a:prstGeom>
        <a:solidFill>
          <a:schemeClr val="lt1">
            <a:hueOff val="0"/>
            <a:satOff val="0"/>
            <a:lumOff val="0"/>
            <a:alphaOff val="0"/>
          </a:schemeClr>
        </a:solidFill>
        <a:ln w="25400" cap="flat" cmpd="sng" algn="ctr">
          <a:solidFill>
            <a:schemeClr val="accent5">
              <a:hueOff val="2958907"/>
              <a:satOff val="-5927"/>
              <a:lumOff val="-3753"/>
              <a:alphaOff val="0"/>
            </a:schemeClr>
          </a:solidFill>
          <a:prstDash val="solid"/>
        </a:ln>
        <a:effectLst/>
      </dsp:spPr>
      <dsp:style>
        <a:lnRef idx="2">
          <a:scrgbClr r="0" g="0" b="0"/>
        </a:lnRef>
        <a:fillRef idx="1">
          <a:scrgbClr r="0" g="0" b="0"/>
        </a:fillRef>
        <a:effectRef idx="0">
          <a:scrgbClr r="0" g="0" b="0"/>
        </a:effectRef>
        <a:fontRef idx="minor"/>
      </dsp:style>
    </dsp:sp>
    <dsp:sp modelId="{806B7DF5-98EE-4706-BF58-AF4B659138B3}">
      <dsp:nvSpPr>
        <dsp:cNvPr id="0" name=""/>
        <dsp:cNvSpPr/>
      </dsp:nvSpPr>
      <dsp:spPr>
        <a:xfrm>
          <a:off x="4171976" y="3225422"/>
          <a:ext cx="882584" cy="882584"/>
        </a:xfrm>
        <a:prstGeom prst="rect">
          <a:avLst/>
        </a:prstGeom>
        <a:solidFill>
          <a:schemeClr val="accent5">
            <a:hueOff val="12871245"/>
            <a:satOff val="-25780"/>
            <a:lumOff val="-16324"/>
            <a:alphaOff val="0"/>
          </a:schemeClr>
        </a:solidFill>
        <a:ln w="25400" cap="flat" cmpd="sng" algn="ctr">
          <a:solidFill>
            <a:schemeClr val="accent5">
              <a:hueOff val="12871245"/>
              <a:satOff val="-25780"/>
              <a:lumOff val="-16324"/>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68A2733-422C-4EF3-AB4C-691ACE277666}">
      <dsp:nvSpPr>
        <dsp:cNvPr id="0" name=""/>
        <dsp:cNvSpPr/>
      </dsp:nvSpPr>
      <dsp:spPr>
        <a:xfrm>
          <a:off x="4808520" y="3861965"/>
          <a:ext cx="70297" cy="70297"/>
        </a:xfrm>
        <a:prstGeom prst="ellipse">
          <a:avLst/>
        </a:prstGeom>
        <a:solidFill>
          <a:schemeClr val="lt1">
            <a:hueOff val="0"/>
            <a:satOff val="0"/>
            <a:lumOff val="0"/>
            <a:alphaOff val="0"/>
          </a:schemeClr>
        </a:solidFill>
        <a:ln w="25400" cap="flat" cmpd="sng" algn="ctr">
          <a:solidFill>
            <a:schemeClr val="accent5">
              <a:hueOff val="3550689"/>
              <a:satOff val="-7112"/>
              <a:lumOff val="-4503"/>
              <a:alphaOff val="0"/>
            </a:schemeClr>
          </a:solidFill>
          <a:prstDash val="solid"/>
        </a:ln>
        <a:effectLst/>
      </dsp:spPr>
      <dsp:style>
        <a:lnRef idx="2">
          <a:scrgbClr r="0" g="0" b="0"/>
        </a:lnRef>
        <a:fillRef idx="1">
          <a:scrgbClr r="0" g="0" b="0"/>
        </a:fillRef>
        <a:effectRef idx="0">
          <a:scrgbClr r="0" g="0" b="0"/>
        </a:effectRef>
        <a:fontRef idx="minor"/>
      </dsp:style>
    </dsp:sp>
    <dsp:sp modelId="{25BEFFDF-C599-45B8-A908-C016E48E418D}">
      <dsp:nvSpPr>
        <dsp:cNvPr id="0" name=""/>
        <dsp:cNvSpPr/>
      </dsp:nvSpPr>
      <dsp:spPr>
        <a:xfrm>
          <a:off x="4913966" y="3861965"/>
          <a:ext cx="70297" cy="70297"/>
        </a:xfrm>
        <a:prstGeom prst="ellipse">
          <a:avLst/>
        </a:prstGeom>
        <a:solidFill>
          <a:schemeClr val="lt1">
            <a:hueOff val="0"/>
            <a:satOff val="0"/>
            <a:lumOff val="0"/>
            <a:alphaOff val="0"/>
          </a:schemeClr>
        </a:solidFill>
        <a:ln w="25400" cap="flat" cmpd="sng" algn="ctr">
          <a:solidFill>
            <a:schemeClr val="accent5">
              <a:hueOff val="4142470"/>
              <a:satOff val="-8297"/>
              <a:lumOff val="-5254"/>
              <a:alphaOff val="0"/>
            </a:schemeClr>
          </a:solidFill>
          <a:prstDash val="solid"/>
        </a:ln>
        <a:effectLst/>
      </dsp:spPr>
      <dsp:style>
        <a:lnRef idx="2">
          <a:scrgbClr r="0" g="0" b="0"/>
        </a:lnRef>
        <a:fillRef idx="1">
          <a:scrgbClr r="0" g="0" b="0"/>
        </a:fillRef>
        <a:effectRef idx="0">
          <a:scrgbClr r="0" g="0" b="0"/>
        </a:effectRef>
        <a:fontRef idx="minor"/>
      </dsp:style>
    </dsp:sp>
    <dsp:sp modelId="{96801B4E-9CC6-48E3-ACDA-3E95CF3A5A94}">
      <dsp:nvSpPr>
        <dsp:cNvPr id="0" name=""/>
        <dsp:cNvSpPr/>
      </dsp:nvSpPr>
      <dsp:spPr>
        <a:xfrm>
          <a:off x="4808520" y="3967411"/>
          <a:ext cx="70297" cy="70297"/>
        </a:xfrm>
        <a:prstGeom prst="ellipse">
          <a:avLst/>
        </a:prstGeom>
        <a:solidFill>
          <a:schemeClr val="lt1">
            <a:hueOff val="0"/>
            <a:satOff val="0"/>
            <a:lumOff val="0"/>
            <a:alphaOff val="0"/>
          </a:schemeClr>
        </a:solidFill>
        <a:ln w="25400" cap="flat" cmpd="sng" algn="ctr">
          <a:solidFill>
            <a:schemeClr val="accent5">
              <a:hueOff val="4734251"/>
              <a:satOff val="-9482"/>
              <a:lumOff val="-6004"/>
              <a:alphaOff val="0"/>
            </a:schemeClr>
          </a:solidFill>
          <a:prstDash val="solid"/>
        </a:ln>
        <a:effectLst/>
      </dsp:spPr>
      <dsp:style>
        <a:lnRef idx="2">
          <a:scrgbClr r="0" g="0" b="0"/>
        </a:lnRef>
        <a:fillRef idx="1">
          <a:scrgbClr r="0" g="0" b="0"/>
        </a:fillRef>
        <a:effectRef idx="0">
          <a:scrgbClr r="0" g="0" b="0"/>
        </a:effectRef>
        <a:fontRef idx="minor"/>
      </dsp:style>
    </dsp:sp>
    <dsp:sp modelId="{16E552A3-C2D8-4750-9155-0D17C37A9B26}">
      <dsp:nvSpPr>
        <dsp:cNvPr id="0" name=""/>
        <dsp:cNvSpPr/>
      </dsp:nvSpPr>
      <dsp:spPr>
        <a:xfrm>
          <a:off x="4913966" y="3967411"/>
          <a:ext cx="70297" cy="70297"/>
        </a:xfrm>
        <a:prstGeom prst="ellipse">
          <a:avLst/>
        </a:prstGeom>
        <a:solidFill>
          <a:schemeClr val="lt1">
            <a:hueOff val="0"/>
            <a:satOff val="0"/>
            <a:lumOff val="0"/>
            <a:alphaOff val="0"/>
          </a:schemeClr>
        </a:solidFill>
        <a:ln w="25400" cap="flat" cmpd="sng" algn="ctr">
          <a:solidFill>
            <a:schemeClr val="accent5">
              <a:hueOff val="5326032"/>
              <a:satOff val="-10668"/>
              <a:lumOff val="-6755"/>
              <a:alphaOff val="0"/>
            </a:schemeClr>
          </a:solidFill>
          <a:prstDash val="solid"/>
        </a:ln>
        <a:effectLst/>
      </dsp:spPr>
      <dsp:style>
        <a:lnRef idx="2">
          <a:scrgbClr r="0" g="0" b="0"/>
        </a:lnRef>
        <a:fillRef idx="1">
          <a:scrgbClr r="0" g="0" b="0"/>
        </a:fillRef>
        <a:effectRef idx="0">
          <a:scrgbClr r="0" g="0" b="0"/>
        </a:effectRef>
        <a:fontRef idx="minor"/>
      </dsp:style>
    </dsp:sp>
    <dsp:sp modelId="{AA4A90BC-464A-4F2F-A5BA-59FA430ED8BE}">
      <dsp:nvSpPr>
        <dsp:cNvPr id="0" name=""/>
        <dsp:cNvSpPr/>
      </dsp:nvSpPr>
      <dsp:spPr>
        <a:xfrm>
          <a:off x="4171976" y="2592086"/>
          <a:ext cx="882584" cy="543443"/>
        </a:xfrm>
        <a:prstGeom prst="rect">
          <a:avLst/>
        </a:prstGeom>
        <a:solidFill>
          <a:schemeClr val="accent5">
            <a:hueOff val="17161661"/>
            <a:satOff val="-34374"/>
            <a:lumOff val="-21765"/>
            <a:alphaOff val="0"/>
          </a:schemeClr>
        </a:solidFill>
        <a:ln w="25400" cap="flat" cmpd="sng" algn="ctr">
          <a:solidFill>
            <a:schemeClr val="accent5">
              <a:hueOff val="17161661"/>
              <a:satOff val="-34374"/>
              <a:lumOff val="-21765"/>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582F5E0-6533-453D-BEED-2338DCD60674}">
      <dsp:nvSpPr>
        <dsp:cNvPr id="0" name=""/>
        <dsp:cNvSpPr/>
      </dsp:nvSpPr>
      <dsp:spPr>
        <a:xfrm>
          <a:off x="4755796" y="2994934"/>
          <a:ext cx="70297" cy="70297"/>
        </a:xfrm>
        <a:prstGeom prst="ellipse">
          <a:avLst/>
        </a:prstGeom>
        <a:solidFill>
          <a:schemeClr val="lt1">
            <a:hueOff val="0"/>
            <a:satOff val="0"/>
            <a:lumOff val="0"/>
            <a:alphaOff val="0"/>
          </a:schemeClr>
        </a:solidFill>
        <a:ln w="25400" cap="flat" cmpd="sng" algn="ctr">
          <a:solidFill>
            <a:schemeClr val="accent5">
              <a:hueOff val="5917814"/>
              <a:satOff val="-11853"/>
              <a:lumOff val="-7505"/>
              <a:alphaOff val="0"/>
            </a:schemeClr>
          </a:solidFill>
          <a:prstDash val="solid"/>
        </a:ln>
        <a:effectLst/>
      </dsp:spPr>
      <dsp:style>
        <a:lnRef idx="2">
          <a:scrgbClr r="0" g="0" b="0"/>
        </a:lnRef>
        <a:fillRef idx="1">
          <a:scrgbClr r="0" g="0" b="0"/>
        </a:fillRef>
        <a:effectRef idx="0">
          <a:scrgbClr r="0" g="0" b="0"/>
        </a:effectRef>
        <a:fontRef idx="minor"/>
      </dsp:style>
    </dsp:sp>
    <dsp:sp modelId="{91D72CD7-58B3-41FA-96D9-C5EF4CE023C3}">
      <dsp:nvSpPr>
        <dsp:cNvPr id="0" name=""/>
        <dsp:cNvSpPr/>
      </dsp:nvSpPr>
      <dsp:spPr>
        <a:xfrm>
          <a:off x="4834881" y="2915849"/>
          <a:ext cx="70297" cy="70297"/>
        </a:xfrm>
        <a:prstGeom prst="ellipse">
          <a:avLst/>
        </a:prstGeom>
        <a:solidFill>
          <a:schemeClr val="lt1">
            <a:hueOff val="0"/>
            <a:satOff val="0"/>
            <a:lumOff val="0"/>
            <a:alphaOff val="0"/>
          </a:schemeClr>
        </a:solidFill>
        <a:ln w="25400" cap="flat" cmpd="sng" algn="ctr">
          <a:solidFill>
            <a:schemeClr val="accent5">
              <a:hueOff val="6509595"/>
              <a:satOff val="-13038"/>
              <a:lumOff val="-8256"/>
              <a:alphaOff val="0"/>
            </a:schemeClr>
          </a:solidFill>
          <a:prstDash val="solid"/>
        </a:ln>
        <a:effectLst/>
      </dsp:spPr>
      <dsp:style>
        <a:lnRef idx="2">
          <a:scrgbClr r="0" g="0" b="0"/>
        </a:lnRef>
        <a:fillRef idx="1">
          <a:scrgbClr r="0" g="0" b="0"/>
        </a:fillRef>
        <a:effectRef idx="0">
          <a:scrgbClr r="0" g="0" b="0"/>
        </a:effectRef>
        <a:fontRef idx="minor"/>
      </dsp:style>
    </dsp:sp>
    <dsp:sp modelId="{3605613A-4107-43CA-852C-5D8B7697A473}">
      <dsp:nvSpPr>
        <dsp:cNvPr id="0" name=""/>
        <dsp:cNvSpPr/>
      </dsp:nvSpPr>
      <dsp:spPr>
        <a:xfrm>
          <a:off x="4913966" y="2836765"/>
          <a:ext cx="70297" cy="70297"/>
        </a:xfrm>
        <a:prstGeom prst="ellipse">
          <a:avLst/>
        </a:prstGeom>
        <a:solidFill>
          <a:schemeClr val="lt1">
            <a:hueOff val="0"/>
            <a:satOff val="0"/>
            <a:lumOff val="0"/>
            <a:alphaOff val="0"/>
          </a:schemeClr>
        </a:solidFill>
        <a:ln w="25400" cap="flat" cmpd="sng" algn="ctr">
          <a:solidFill>
            <a:schemeClr val="accent5">
              <a:hueOff val="7101377"/>
              <a:satOff val="-14224"/>
              <a:lumOff val="-9006"/>
              <a:alphaOff val="0"/>
            </a:schemeClr>
          </a:solidFill>
          <a:prstDash val="solid"/>
        </a:ln>
        <a:effectLst/>
      </dsp:spPr>
      <dsp:style>
        <a:lnRef idx="2">
          <a:scrgbClr r="0" g="0" b="0"/>
        </a:lnRef>
        <a:fillRef idx="1">
          <a:scrgbClr r="0" g="0" b="0"/>
        </a:fillRef>
        <a:effectRef idx="0">
          <a:scrgbClr r="0" g="0" b="0"/>
        </a:effectRef>
        <a:fontRef idx="minor"/>
      </dsp:style>
    </dsp:sp>
    <dsp:sp modelId="{95D85D82-F55B-41A9-A265-A940B60A43C3}">
      <dsp:nvSpPr>
        <dsp:cNvPr id="0" name=""/>
        <dsp:cNvSpPr/>
      </dsp:nvSpPr>
      <dsp:spPr>
        <a:xfrm>
          <a:off x="4755796" y="2836765"/>
          <a:ext cx="70297" cy="70297"/>
        </a:xfrm>
        <a:prstGeom prst="ellipse">
          <a:avLst/>
        </a:prstGeom>
        <a:solidFill>
          <a:schemeClr val="lt1">
            <a:hueOff val="0"/>
            <a:satOff val="0"/>
            <a:lumOff val="0"/>
            <a:alphaOff val="0"/>
          </a:schemeClr>
        </a:solidFill>
        <a:ln w="25400" cap="flat" cmpd="sng" algn="ctr">
          <a:solidFill>
            <a:schemeClr val="accent5">
              <a:hueOff val="7693158"/>
              <a:satOff val="-15409"/>
              <a:lumOff val="-9757"/>
              <a:alphaOff val="0"/>
            </a:schemeClr>
          </a:solidFill>
          <a:prstDash val="solid"/>
        </a:ln>
        <a:effectLst/>
      </dsp:spPr>
      <dsp:style>
        <a:lnRef idx="2">
          <a:scrgbClr r="0" g="0" b="0"/>
        </a:lnRef>
        <a:fillRef idx="1">
          <a:scrgbClr r="0" g="0" b="0"/>
        </a:fillRef>
        <a:effectRef idx="0">
          <a:scrgbClr r="0" g="0" b="0"/>
        </a:effectRef>
        <a:fontRef idx="minor"/>
      </dsp:style>
    </dsp:sp>
    <dsp:sp modelId="{2C98C803-0935-4133-989E-25166A95474C}">
      <dsp:nvSpPr>
        <dsp:cNvPr id="0" name=""/>
        <dsp:cNvSpPr/>
      </dsp:nvSpPr>
      <dsp:spPr>
        <a:xfrm>
          <a:off x="4913966" y="2994934"/>
          <a:ext cx="70297" cy="70297"/>
        </a:xfrm>
        <a:prstGeom prst="ellipse">
          <a:avLst/>
        </a:prstGeom>
        <a:solidFill>
          <a:schemeClr val="lt1">
            <a:hueOff val="0"/>
            <a:satOff val="0"/>
            <a:lumOff val="0"/>
            <a:alphaOff val="0"/>
          </a:schemeClr>
        </a:solidFill>
        <a:ln w="25400" cap="flat" cmpd="sng" algn="ctr">
          <a:solidFill>
            <a:schemeClr val="accent5">
              <a:hueOff val="8284939"/>
              <a:satOff val="-16594"/>
              <a:lumOff val="-10507"/>
              <a:alphaOff val="0"/>
            </a:schemeClr>
          </a:solidFill>
          <a:prstDash val="solid"/>
        </a:ln>
        <a:effectLst/>
      </dsp:spPr>
      <dsp:style>
        <a:lnRef idx="2">
          <a:scrgbClr r="0" g="0" b="0"/>
        </a:lnRef>
        <a:fillRef idx="1">
          <a:scrgbClr r="0" g="0" b="0"/>
        </a:fillRef>
        <a:effectRef idx="0">
          <a:scrgbClr r="0" g="0" b="0"/>
        </a:effectRef>
        <a:fontRef idx="minor"/>
      </dsp:style>
    </dsp:sp>
    <dsp:sp modelId="{51B05D28-850B-4CEB-877C-7B8A9E7E4636}">
      <dsp:nvSpPr>
        <dsp:cNvPr id="0" name=""/>
        <dsp:cNvSpPr/>
      </dsp:nvSpPr>
      <dsp:spPr>
        <a:xfrm>
          <a:off x="366320" y="4226633"/>
          <a:ext cx="70297" cy="70297"/>
        </a:xfrm>
        <a:prstGeom prst="ellipse">
          <a:avLst/>
        </a:prstGeom>
        <a:solidFill>
          <a:schemeClr val="lt1">
            <a:hueOff val="0"/>
            <a:satOff val="0"/>
            <a:lumOff val="0"/>
            <a:alphaOff val="0"/>
          </a:schemeClr>
        </a:solidFill>
        <a:ln w="25400" cap="flat" cmpd="sng" algn="ctr">
          <a:solidFill>
            <a:schemeClr val="accent5">
              <a:hueOff val="8876721"/>
              <a:satOff val="-17780"/>
              <a:lumOff val="-11258"/>
              <a:alphaOff val="0"/>
            </a:schemeClr>
          </a:solidFill>
          <a:prstDash val="solid"/>
        </a:ln>
        <a:effectLst/>
      </dsp:spPr>
      <dsp:style>
        <a:lnRef idx="2">
          <a:scrgbClr r="0" g="0" b="0"/>
        </a:lnRef>
        <a:fillRef idx="1">
          <a:scrgbClr r="0" g="0" b="0"/>
        </a:fillRef>
        <a:effectRef idx="0">
          <a:scrgbClr r="0" g="0" b="0"/>
        </a:effectRef>
        <a:fontRef idx="minor"/>
      </dsp:style>
    </dsp:sp>
    <dsp:sp modelId="{EC706815-05B9-4E1E-9620-C55263F17B32}">
      <dsp:nvSpPr>
        <dsp:cNvPr id="0" name=""/>
        <dsp:cNvSpPr/>
      </dsp:nvSpPr>
      <dsp:spPr>
        <a:xfrm>
          <a:off x="436617" y="4108006"/>
          <a:ext cx="1082250" cy="3075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33020" rIns="92456" bIns="0" numCol="1" spcCol="1270" anchor="ctr" anchorCtr="0">
          <a:noAutofit/>
        </a:bodyPr>
        <a:lstStyle/>
        <a:p>
          <a:pPr marL="0" lvl="0" indent="0" algn="ctr" defTabSz="577850">
            <a:lnSpc>
              <a:spcPct val="90000"/>
            </a:lnSpc>
            <a:spcBef>
              <a:spcPct val="0"/>
            </a:spcBef>
            <a:spcAft>
              <a:spcPct val="35000"/>
            </a:spcAft>
            <a:buNone/>
          </a:pPr>
          <a:r>
            <a:rPr lang="en-US" sz="1300" kern="1200" dirty="0"/>
            <a:t>Lorem Ipsum</a:t>
          </a:r>
        </a:p>
      </dsp:txBody>
      <dsp:txXfrm>
        <a:off x="436617" y="4108006"/>
        <a:ext cx="1082250" cy="307551"/>
      </dsp:txXfrm>
    </dsp:sp>
    <dsp:sp modelId="{71CE3F2C-79C3-49C2-81FA-C0635ACE5D4F}">
      <dsp:nvSpPr>
        <dsp:cNvPr id="0" name=""/>
        <dsp:cNvSpPr/>
      </dsp:nvSpPr>
      <dsp:spPr>
        <a:xfrm>
          <a:off x="1518867" y="4226633"/>
          <a:ext cx="70297" cy="70297"/>
        </a:xfrm>
        <a:prstGeom prst="ellipse">
          <a:avLst/>
        </a:prstGeom>
        <a:solidFill>
          <a:schemeClr val="lt1">
            <a:hueOff val="0"/>
            <a:satOff val="0"/>
            <a:lumOff val="0"/>
            <a:alphaOff val="0"/>
          </a:schemeClr>
        </a:solidFill>
        <a:ln w="25400" cap="flat" cmpd="sng" algn="ctr">
          <a:solidFill>
            <a:schemeClr val="accent5">
              <a:hueOff val="9468503"/>
              <a:satOff val="-18965"/>
              <a:lumOff val="-12008"/>
              <a:alphaOff val="0"/>
            </a:schemeClr>
          </a:solidFill>
          <a:prstDash val="solid"/>
        </a:ln>
        <a:effectLst/>
      </dsp:spPr>
      <dsp:style>
        <a:lnRef idx="2">
          <a:scrgbClr r="0" g="0" b="0"/>
        </a:lnRef>
        <a:fillRef idx="1">
          <a:scrgbClr r="0" g="0" b="0"/>
        </a:fillRef>
        <a:effectRef idx="0">
          <a:scrgbClr r="0" g="0" b="0"/>
        </a:effectRef>
        <a:fontRef idx="minor"/>
      </dsp:style>
    </dsp:sp>
    <dsp:sp modelId="{B2D7E2D6-E364-476E-AC72-CED7EF730CA7}">
      <dsp:nvSpPr>
        <dsp:cNvPr id="0" name=""/>
        <dsp:cNvSpPr/>
      </dsp:nvSpPr>
      <dsp:spPr>
        <a:xfrm>
          <a:off x="1624313" y="4226633"/>
          <a:ext cx="70297" cy="70297"/>
        </a:xfrm>
        <a:prstGeom prst="ellipse">
          <a:avLst/>
        </a:prstGeom>
        <a:solidFill>
          <a:schemeClr val="lt1">
            <a:hueOff val="0"/>
            <a:satOff val="0"/>
            <a:lumOff val="0"/>
            <a:alphaOff val="0"/>
          </a:schemeClr>
        </a:solidFill>
        <a:ln w="25400" cap="flat" cmpd="sng" algn="ctr">
          <a:solidFill>
            <a:schemeClr val="accent5">
              <a:hueOff val="10060284"/>
              <a:satOff val="-20150"/>
              <a:lumOff val="-12759"/>
              <a:alphaOff val="0"/>
            </a:schemeClr>
          </a:solidFill>
          <a:prstDash val="solid"/>
        </a:ln>
        <a:effectLst/>
      </dsp:spPr>
      <dsp:style>
        <a:lnRef idx="2">
          <a:scrgbClr r="0" g="0" b="0"/>
        </a:lnRef>
        <a:fillRef idx="1">
          <a:scrgbClr r="0" g="0" b="0"/>
        </a:fillRef>
        <a:effectRef idx="0">
          <a:scrgbClr r="0" g="0" b="0"/>
        </a:effectRef>
        <a:fontRef idx="minor"/>
      </dsp:style>
    </dsp:sp>
    <dsp:sp modelId="{337AF5A6-17D6-4FDF-BFE7-127AFE32CEEC}">
      <dsp:nvSpPr>
        <dsp:cNvPr id="0" name=""/>
        <dsp:cNvSpPr/>
      </dsp:nvSpPr>
      <dsp:spPr>
        <a:xfrm>
          <a:off x="1694611" y="4108006"/>
          <a:ext cx="1082250" cy="3075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33020" rIns="92456" bIns="0" numCol="1" spcCol="1270" anchor="ctr" anchorCtr="0">
          <a:noAutofit/>
        </a:bodyPr>
        <a:lstStyle/>
        <a:p>
          <a:pPr marL="0" lvl="0" indent="0" algn="ctr" defTabSz="577850">
            <a:lnSpc>
              <a:spcPct val="90000"/>
            </a:lnSpc>
            <a:spcBef>
              <a:spcPct val="0"/>
            </a:spcBef>
            <a:spcAft>
              <a:spcPct val="35000"/>
            </a:spcAft>
            <a:buNone/>
          </a:pPr>
          <a:r>
            <a:rPr lang="en-US" sz="1300" kern="1200"/>
            <a:t>Lorem Ipsum</a:t>
          </a:r>
          <a:endParaRPr lang="en-US" sz="1300" kern="1200" dirty="0"/>
        </a:p>
      </dsp:txBody>
      <dsp:txXfrm>
        <a:off x="1694611" y="4108006"/>
        <a:ext cx="1082250" cy="307551"/>
      </dsp:txXfrm>
    </dsp:sp>
    <dsp:sp modelId="{69136BD0-B8F3-4B55-B670-A2701D1B9865}">
      <dsp:nvSpPr>
        <dsp:cNvPr id="0" name=""/>
        <dsp:cNvSpPr/>
      </dsp:nvSpPr>
      <dsp:spPr>
        <a:xfrm>
          <a:off x="2776861" y="4305717"/>
          <a:ext cx="70297" cy="70297"/>
        </a:xfrm>
        <a:prstGeom prst="ellipse">
          <a:avLst/>
        </a:prstGeom>
        <a:solidFill>
          <a:schemeClr val="lt1">
            <a:hueOff val="0"/>
            <a:satOff val="0"/>
            <a:lumOff val="0"/>
            <a:alphaOff val="0"/>
          </a:schemeClr>
        </a:solidFill>
        <a:ln w="25400" cap="flat" cmpd="sng" algn="ctr">
          <a:solidFill>
            <a:schemeClr val="accent5">
              <a:hueOff val="10652065"/>
              <a:satOff val="-21336"/>
              <a:lumOff val="-13509"/>
              <a:alphaOff val="0"/>
            </a:schemeClr>
          </a:solidFill>
          <a:prstDash val="solid"/>
        </a:ln>
        <a:effectLst/>
      </dsp:spPr>
      <dsp:style>
        <a:lnRef idx="2">
          <a:scrgbClr r="0" g="0" b="0"/>
        </a:lnRef>
        <a:fillRef idx="1">
          <a:scrgbClr r="0" g="0" b="0"/>
        </a:fillRef>
        <a:effectRef idx="0">
          <a:scrgbClr r="0" g="0" b="0"/>
        </a:effectRef>
        <a:fontRef idx="minor"/>
      </dsp:style>
    </dsp:sp>
    <dsp:sp modelId="{798E7BE2-1A27-4E67-9651-CDF2F84B3DF2}">
      <dsp:nvSpPr>
        <dsp:cNvPr id="0" name=""/>
        <dsp:cNvSpPr/>
      </dsp:nvSpPr>
      <dsp:spPr>
        <a:xfrm>
          <a:off x="2855945" y="4226633"/>
          <a:ext cx="70297" cy="70297"/>
        </a:xfrm>
        <a:prstGeom prst="ellipse">
          <a:avLst/>
        </a:prstGeom>
        <a:solidFill>
          <a:schemeClr val="lt1">
            <a:hueOff val="0"/>
            <a:satOff val="0"/>
            <a:lumOff val="0"/>
            <a:alphaOff val="0"/>
          </a:schemeClr>
        </a:solidFill>
        <a:ln w="25400" cap="flat" cmpd="sng" algn="ctr">
          <a:solidFill>
            <a:schemeClr val="accent5">
              <a:hueOff val="11243847"/>
              <a:satOff val="-22521"/>
              <a:lumOff val="-14260"/>
              <a:alphaOff val="0"/>
            </a:schemeClr>
          </a:solidFill>
          <a:prstDash val="solid"/>
        </a:ln>
        <a:effectLst/>
      </dsp:spPr>
      <dsp:style>
        <a:lnRef idx="2">
          <a:scrgbClr r="0" g="0" b="0"/>
        </a:lnRef>
        <a:fillRef idx="1">
          <a:scrgbClr r="0" g="0" b="0"/>
        </a:fillRef>
        <a:effectRef idx="0">
          <a:scrgbClr r="0" g="0" b="0"/>
        </a:effectRef>
        <a:fontRef idx="minor"/>
      </dsp:style>
    </dsp:sp>
    <dsp:sp modelId="{862233FE-64B8-4B38-8859-4A9449A6637D}">
      <dsp:nvSpPr>
        <dsp:cNvPr id="0" name=""/>
        <dsp:cNvSpPr/>
      </dsp:nvSpPr>
      <dsp:spPr>
        <a:xfrm>
          <a:off x="2935030" y="4147548"/>
          <a:ext cx="70297" cy="70297"/>
        </a:xfrm>
        <a:prstGeom prst="ellipse">
          <a:avLst/>
        </a:prstGeom>
        <a:solidFill>
          <a:schemeClr val="lt1">
            <a:hueOff val="0"/>
            <a:satOff val="0"/>
            <a:lumOff val="0"/>
            <a:alphaOff val="0"/>
          </a:schemeClr>
        </a:solidFill>
        <a:ln w="25400" cap="flat" cmpd="sng" algn="ctr">
          <a:solidFill>
            <a:schemeClr val="accent5">
              <a:hueOff val="11835628"/>
              <a:satOff val="-23706"/>
              <a:lumOff val="-15010"/>
              <a:alphaOff val="0"/>
            </a:schemeClr>
          </a:solidFill>
          <a:prstDash val="solid"/>
        </a:ln>
        <a:effectLst/>
      </dsp:spPr>
      <dsp:style>
        <a:lnRef idx="2">
          <a:scrgbClr r="0" g="0" b="0"/>
        </a:lnRef>
        <a:fillRef idx="1">
          <a:scrgbClr r="0" g="0" b="0"/>
        </a:fillRef>
        <a:effectRef idx="0">
          <a:scrgbClr r="0" g="0" b="0"/>
        </a:effectRef>
        <a:fontRef idx="minor"/>
      </dsp:style>
    </dsp:sp>
    <dsp:sp modelId="{D452D417-172B-4A77-AED4-2D41DDD70E6A}">
      <dsp:nvSpPr>
        <dsp:cNvPr id="0" name=""/>
        <dsp:cNvSpPr/>
      </dsp:nvSpPr>
      <dsp:spPr>
        <a:xfrm>
          <a:off x="3005327" y="4108006"/>
          <a:ext cx="1082250" cy="3075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33020" rIns="92456" bIns="0" numCol="1" spcCol="1270" anchor="ctr" anchorCtr="0">
          <a:noAutofit/>
        </a:bodyPr>
        <a:lstStyle/>
        <a:p>
          <a:pPr marL="0" lvl="0" indent="0" algn="ctr" defTabSz="577850">
            <a:lnSpc>
              <a:spcPct val="90000"/>
            </a:lnSpc>
            <a:spcBef>
              <a:spcPct val="0"/>
            </a:spcBef>
            <a:spcAft>
              <a:spcPct val="35000"/>
            </a:spcAft>
            <a:buNone/>
          </a:pPr>
          <a:r>
            <a:rPr lang="en-US" sz="1300" kern="1200" dirty="0"/>
            <a:t>Lorem Ipsum</a:t>
          </a:r>
        </a:p>
      </dsp:txBody>
      <dsp:txXfrm>
        <a:off x="3005327" y="4108006"/>
        <a:ext cx="1082250" cy="307551"/>
      </dsp:txXfrm>
    </dsp:sp>
    <dsp:sp modelId="{F2C4CE14-0BA8-4F75-B399-77E4DC8C9E93}">
      <dsp:nvSpPr>
        <dsp:cNvPr id="0" name=""/>
        <dsp:cNvSpPr/>
      </dsp:nvSpPr>
      <dsp:spPr>
        <a:xfrm>
          <a:off x="4087577" y="4173910"/>
          <a:ext cx="70297" cy="70297"/>
        </a:xfrm>
        <a:prstGeom prst="ellipse">
          <a:avLst/>
        </a:prstGeom>
        <a:solidFill>
          <a:schemeClr val="lt1">
            <a:hueOff val="0"/>
            <a:satOff val="0"/>
            <a:lumOff val="0"/>
            <a:alphaOff val="0"/>
          </a:schemeClr>
        </a:solidFill>
        <a:ln w="25400" cap="flat" cmpd="sng" algn="ctr">
          <a:solidFill>
            <a:schemeClr val="accent5">
              <a:hueOff val="12427409"/>
              <a:satOff val="-24892"/>
              <a:lumOff val="-15761"/>
              <a:alphaOff val="0"/>
            </a:schemeClr>
          </a:solidFill>
          <a:prstDash val="solid"/>
        </a:ln>
        <a:effectLst/>
      </dsp:spPr>
      <dsp:style>
        <a:lnRef idx="2">
          <a:scrgbClr r="0" g="0" b="0"/>
        </a:lnRef>
        <a:fillRef idx="1">
          <a:scrgbClr r="0" g="0" b="0"/>
        </a:fillRef>
        <a:effectRef idx="0">
          <a:scrgbClr r="0" g="0" b="0"/>
        </a:effectRef>
        <a:fontRef idx="minor"/>
      </dsp:style>
    </dsp:sp>
    <dsp:sp modelId="{8BA7B230-D14A-459C-BA9A-4929AB52FA10}">
      <dsp:nvSpPr>
        <dsp:cNvPr id="0" name=""/>
        <dsp:cNvSpPr/>
      </dsp:nvSpPr>
      <dsp:spPr>
        <a:xfrm>
          <a:off x="4193023" y="4173910"/>
          <a:ext cx="70297" cy="70297"/>
        </a:xfrm>
        <a:prstGeom prst="ellipse">
          <a:avLst/>
        </a:prstGeom>
        <a:solidFill>
          <a:schemeClr val="lt1">
            <a:hueOff val="0"/>
            <a:satOff val="0"/>
            <a:lumOff val="0"/>
            <a:alphaOff val="0"/>
          </a:schemeClr>
        </a:solidFill>
        <a:ln w="25400" cap="flat" cmpd="sng" algn="ctr">
          <a:solidFill>
            <a:schemeClr val="accent5">
              <a:hueOff val="13019191"/>
              <a:satOff val="-26077"/>
              <a:lumOff val="-16511"/>
              <a:alphaOff val="0"/>
            </a:schemeClr>
          </a:solidFill>
          <a:prstDash val="solid"/>
        </a:ln>
        <a:effectLst/>
      </dsp:spPr>
      <dsp:style>
        <a:lnRef idx="2">
          <a:scrgbClr r="0" g="0" b="0"/>
        </a:lnRef>
        <a:fillRef idx="1">
          <a:scrgbClr r="0" g="0" b="0"/>
        </a:fillRef>
        <a:effectRef idx="0">
          <a:scrgbClr r="0" g="0" b="0"/>
        </a:effectRef>
        <a:fontRef idx="minor"/>
      </dsp:style>
    </dsp:sp>
    <dsp:sp modelId="{15C3F91C-759A-4BED-AEC2-B977903D8148}">
      <dsp:nvSpPr>
        <dsp:cNvPr id="0" name=""/>
        <dsp:cNvSpPr/>
      </dsp:nvSpPr>
      <dsp:spPr>
        <a:xfrm>
          <a:off x="4087577" y="4279356"/>
          <a:ext cx="70297" cy="70297"/>
        </a:xfrm>
        <a:prstGeom prst="ellipse">
          <a:avLst/>
        </a:prstGeom>
        <a:solidFill>
          <a:schemeClr val="lt1">
            <a:hueOff val="0"/>
            <a:satOff val="0"/>
            <a:lumOff val="0"/>
            <a:alphaOff val="0"/>
          </a:schemeClr>
        </a:solidFill>
        <a:ln w="25400" cap="flat" cmpd="sng" algn="ctr">
          <a:solidFill>
            <a:schemeClr val="accent5">
              <a:hueOff val="13610973"/>
              <a:satOff val="-27262"/>
              <a:lumOff val="-17262"/>
              <a:alphaOff val="0"/>
            </a:schemeClr>
          </a:solidFill>
          <a:prstDash val="solid"/>
        </a:ln>
        <a:effectLst/>
      </dsp:spPr>
      <dsp:style>
        <a:lnRef idx="2">
          <a:scrgbClr r="0" g="0" b="0"/>
        </a:lnRef>
        <a:fillRef idx="1">
          <a:scrgbClr r="0" g="0" b="0"/>
        </a:fillRef>
        <a:effectRef idx="0">
          <a:scrgbClr r="0" g="0" b="0"/>
        </a:effectRef>
        <a:fontRef idx="minor"/>
      </dsp:style>
    </dsp:sp>
    <dsp:sp modelId="{DDBC4B4F-99ED-4C75-A2BC-7CEC6810C2C9}">
      <dsp:nvSpPr>
        <dsp:cNvPr id="0" name=""/>
        <dsp:cNvSpPr/>
      </dsp:nvSpPr>
      <dsp:spPr>
        <a:xfrm>
          <a:off x="4193023" y="4279356"/>
          <a:ext cx="70297" cy="70297"/>
        </a:xfrm>
        <a:prstGeom prst="ellipse">
          <a:avLst/>
        </a:prstGeom>
        <a:solidFill>
          <a:schemeClr val="lt1">
            <a:hueOff val="0"/>
            <a:satOff val="0"/>
            <a:lumOff val="0"/>
            <a:alphaOff val="0"/>
          </a:schemeClr>
        </a:solidFill>
        <a:ln w="25400" cap="flat" cmpd="sng" algn="ctr">
          <a:solidFill>
            <a:schemeClr val="accent5">
              <a:hueOff val="14202754"/>
              <a:satOff val="-28447"/>
              <a:lumOff val="-18012"/>
              <a:alphaOff val="0"/>
            </a:schemeClr>
          </a:solidFill>
          <a:prstDash val="solid"/>
        </a:ln>
        <a:effectLst/>
      </dsp:spPr>
      <dsp:style>
        <a:lnRef idx="2">
          <a:scrgbClr r="0" g="0" b="0"/>
        </a:lnRef>
        <a:fillRef idx="1">
          <a:scrgbClr r="0" g="0" b="0"/>
        </a:fillRef>
        <a:effectRef idx="0">
          <a:scrgbClr r="0" g="0" b="0"/>
        </a:effectRef>
        <a:fontRef idx="minor"/>
      </dsp:style>
    </dsp:sp>
    <dsp:sp modelId="{C1480A99-4F23-4FAD-B915-6D0B7D70791F}">
      <dsp:nvSpPr>
        <dsp:cNvPr id="0" name=""/>
        <dsp:cNvSpPr/>
      </dsp:nvSpPr>
      <dsp:spPr>
        <a:xfrm>
          <a:off x="4263321" y="4108006"/>
          <a:ext cx="1082250" cy="3075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33020" rIns="92456" bIns="0" numCol="1" spcCol="1270" anchor="ctr" anchorCtr="0">
          <a:noAutofit/>
        </a:bodyPr>
        <a:lstStyle/>
        <a:p>
          <a:pPr marL="0" lvl="0" indent="0" algn="ctr" defTabSz="577850">
            <a:lnSpc>
              <a:spcPct val="90000"/>
            </a:lnSpc>
            <a:spcBef>
              <a:spcPct val="0"/>
            </a:spcBef>
            <a:spcAft>
              <a:spcPct val="35000"/>
            </a:spcAft>
            <a:buNone/>
          </a:pPr>
          <a:r>
            <a:rPr lang="en-US" sz="1300" kern="1200" dirty="0"/>
            <a:t>Lorem Ipsum</a:t>
          </a:r>
        </a:p>
      </dsp:txBody>
      <dsp:txXfrm>
        <a:off x="4263321" y="4108006"/>
        <a:ext cx="1082250" cy="307551"/>
      </dsp:txXfrm>
    </dsp:sp>
    <dsp:sp modelId="{73A42A38-6D9B-463F-B5B9-0B248D59F725}">
      <dsp:nvSpPr>
        <dsp:cNvPr id="0" name=""/>
        <dsp:cNvSpPr/>
      </dsp:nvSpPr>
      <dsp:spPr>
        <a:xfrm>
          <a:off x="5345571" y="4305717"/>
          <a:ext cx="70297" cy="70297"/>
        </a:xfrm>
        <a:prstGeom prst="ellipse">
          <a:avLst/>
        </a:prstGeom>
        <a:solidFill>
          <a:schemeClr val="lt1">
            <a:hueOff val="0"/>
            <a:satOff val="0"/>
            <a:lumOff val="0"/>
            <a:alphaOff val="0"/>
          </a:schemeClr>
        </a:solidFill>
        <a:ln w="25400" cap="flat" cmpd="sng" algn="ctr">
          <a:solidFill>
            <a:schemeClr val="accent5">
              <a:hueOff val="14794535"/>
              <a:satOff val="-29633"/>
              <a:lumOff val="-18763"/>
              <a:alphaOff val="0"/>
            </a:schemeClr>
          </a:solidFill>
          <a:prstDash val="solid"/>
        </a:ln>
        <a:effectLst/>
      </dsp:spPr>
      <dsp:style>
        <a:lnRef idx="2">
          <a:scrgbClr r="0" g="0" b="0"/>
        </a:lnRef>
        <a:fillRef idx="1">
          <a:scrgbClr r="0" g="0" b="0"/>
        </a:fillRef>
        <a:effectRef idx="0">
          <a:scrgbClr r="0" g="0" b="0"/>
        </a:effectRef>
        <a:fontRef idx="minor"/>
      </dsp:style>
    </dsp:sp>
    <dsp:sp modelId="{1025A21E-92CB-418F-ADC0-451565661200}">
      <dsp:nvSpPr>
        <dsp:cNvPr id="0" name=""/>
        <dsp:cNvSpPr/>
      </dsp:nvSpPr>
      <dsp:spPr>
        <a:xfrm>
          <a:off x="5424655" y="4226633"/>
          <a:ext cx="70297" cy="70297"/>
        </a:xfrm>
        <a:prstGeom prst="ellipse">
          <a:avLst/>
        </a:prstGeom>
        <a:solidFill>
          <a:schemeClr val="lt1">
            <a:hueOff val="0"/>
            <a:satOff val="0"/>
            <a:lumOff val="0"/>
            <a:alphaOff val="0"/>
          </a:schemeClr>
        </a:solidFill>
        <a:ln w="25400" cap="flat" cmpd="sng" algn="ctr">
          <a:solidFill>
            <a:schemeClr val="accent5">
              <a:hueOff val="15386316"/>
              <a:satOff val="-30818"/>
              <a:lumOff val="-19513"/>
              <a:alphaOff val="0"/>
            </a:schemeClr>
          </a:solidFill>
          <a:prstDash val="solid"/>
        </a:ln>
        <a:effectLst/>
      </dsp:spPr>
      <dsp:style>
        <a:lnRef idx="2">
          <a:scrgbClr r="0" g="0" b="0"/>
        </a:lnRef>
        <a:fillRef idx="1">
          <a:scrgbClr r="0" g="0" b="0"/>
        </a:fillRef>
        <a:effectRef idx="0">
          <a:scrgbClr r="0" g="0" b="0"/>
        </a:effectRef>
        <a:fontRef idx="minor"/>
      </dsp:style>
    </dsp:sp>
    <dsp:sp modelId="{9D8AE56D-6FA9-41F6-B38A-DF7E38DF00D7}">
      <dsp:nvSpPr>
        <dsp:cNvPr id="0" name=""/>
        <dsp:cNvSpPr/>
      </dsp:nvSpPr>
      <dsp:spPr>
        <a:xfrm>
          <a:off x="5503740" y="4147548"/>
          <a:ext cx="70297" cy="70297"/>
        </a:xfrm>
        <a:prstGeom prst="ellipse">
          <a:avLst/>
        </a:prstGeom>
        <a:solidFill>
          <a:schemeClr val="lt1">
            <a:hueOff val="0"/>
            <a:satOff val="0"/>
            <a:lumOff val="0"/>
            <a:alphaOff val="0"/>
          </a:schemeClr>
        </a:solidFill>
        <a:ln w="25400" cap="flat" cmpd="sng" algn="ctr">
          <a:solidFill>
            <a:schemeClr val="accent5">
              <a:hueOff val="15978098"/>
              <a:satOff val="-32003"/>
              <a:lumOff val="-20264"/>
              <a:alphaOff val="0"/>
            </a:schemeClr>
          </a:solidFill>
          <a:prstDash val="solid"/>
        </a:ln>
        <a:effectLst/>
      </dsp:spPr>
      <dsp:style>
        <a:lnRef idx="2">
          <a:scrgbClr r="0" g="0" b="0"/>
        </a:lnRef>
        <a:fillRef idx="1">
          <a:scrgbClr r="0" g="0" b="0"/>
        </a:fillRef>
        <a:effectRef idx="0">
          <a:scrgbClr r="0" g="0" b="0"/>
        </a:effectRef>
        <a:fontRef idx="minor"/>
      </dsp:style>
    </dsp:sp>
    <dsp:sp modelId="{FB13FB16-E051-42F4-B006-958C150B64A4}">
      <dsp:nvSpPr>
        <dsp:cNvPr id="0" name=""/>
        <dsp:cNvSpPr/>
      </dsp:nvSpPr>
      <dsp:spPr>
        <a:xfrm>
          <a:off x="5345571" y="4147548"/>
          <a:ext cx="70297" cy="70297"/>
        </a:xfrm>
        <a:prstGeom prst="ellipse">
          <a:avLst/>
        </a:prstGeom>
        <a:solidFill>
          <a:schemeClr val="lt1">
            <a:hueOff val="0"/>
            <a:satOff val="0"/>
            <a:lumOff val="0"/>
            <a:alphaOff val="0"/>
          </a:schemeClr>
        </a:solidFill>
        <a:ln w="25400" cap="flat" cmpd="sng" algn="ctr">
          <a:solidFill>
            <a:schemeClr val="accent5">
              <a:hueOff val="16569879"/>
              <a:satOff val="-33189"/>
              <a:lumOff val="-21014"/>
              <a:alphaOff val="0"/>
            </a:schemeClr>
          </a:solidFill>
          <a:prstDash val="solid"/>
        </a:ln>
        <a:effectLst/>
      </dsp:spPr>
      <dsp:style>
        <a:lnRef idx="2">
          <a:scrgbClr r="0" g="0" b="0"/>
        </a:lnRef>
        <a:fillRef idx="1">
          <a:scrgbClr r="0" g="0" b="0"/>
        </a:fillRef>
        <a:effectRef idx="0">
          <a:scrgbClr r="0" g="0" b="0"/>
        </a:effectRef>
        <a:fontRef idx="minor"/>
      </dsp:style>
    </dsp:sp>
    <dsp:sp modelId="{1CCB8ED8-AB11-4E95-95BD-76977D325108}">
      <dsp:nvSpPr>
        <dsp:cNvPr id="0" name=""/>
        <dsp:cNvSpPr/>
      </dsp:nvSpPr>
      <dsp:spPr>
        <a:xfrm>
          <a:off x="5503740" y="4305717"/>
          <a:ext cx="70297" cy="70297"/>
        </a:xfrm>
        <a:prstGeom prst="ellipse">
          <a:avLst/>
        </a:prstGeom>
        <a:solidFill>
          <a:schemeClr val="lt1">
            <a:hueOff val="0"/>
            <a:satOff val="0"/>
            <a:lumOff val="0"/>
            <a:alphaOff val="0"/>
          </a:schemeClr>
        </a:solidFill>
        <a:ln w="25400" cap="flat" cmpd="sng" algn="ctr">
          <a:solidFill>
            <a:schemeClr val="accent5">
              <a:hueOff val="17161661"/>
              <a:satOff val="-34374"/>
              <a:lumOff val="-21765"/>
              <a:alphaOff val="0"/>
            </a:schemeClr>
          </a:solidFill>
          <a:prstDash val="solid"/>
        </a:ln>
        <a:effectLst/>
      </dsp:spPr>
      <dsp:style>
        <a:lnRef idx="2">
          <a:scrgbClr r="0" g="0" b="0"/>
        </a:lnRef>
        <a:fillRef idx="1">
          <a:scrgbClr r="0" g="0" b="0"/>
        </a:fillRef>
        <a:effectRef idx="0">
          <a:scrgbClr r="0" g="0" b="0"/>
        </a:effectRef>
        <a:fontRef idx="minor"/>
      </dsp:style>
    </dsp:sp>
    <dsp:sp modelId="{95D15923-5C1F-4E04-AAD2-92E255EE9849}">
      <dsp:nvSpPr>
        <dsp:cNvPr id="0" name=""/>
        <dsp:cNvSpPr/>
      </dsp:nvSpPr>
      <dsp:spPr>
        <a:xfrm>
          <a:off x="5574038" y="4108006"/>
          <a:ext cx="1082250" cy="3075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33020" rIns="92456" bIns="0" numCol="1" spcCol="1270" anchor="ctr" anchorCtr="0">
          <a:noAutofit/>
        </a:bodyPr>
        <a:lstStyle/>
        <a:p>
          <a:pPr marL="0" lvl="0" indent="0" algn="ctr" defTabSz="577850">
            <a:lnSpc>
              <a:spcPct val="90000"/>
            </a:lnSpc>
            <a:spcBef>
              <a:spcPct val="0"/>
            </a:spcBef>
            <a:spcAft>
              <a:spcPct val="35000"/>
            </a:spcAft>
            <a:buNone/>
          </a:pPr>
          <a:r>
            <a:rPr lang="en-US" sz="1300" kern="1200" dirty="0"/>
            <a:t>Lorem Ipsum</a:t>
          </a:r>
        </a:p>
      </dsp:txBody>
      <dsp:txXfrm>
        <a:off x="5574038" y="4108006"/>
        <a:ext cx="1082250" cy="307551"/>
      </dsp:txXfrm>
    </dsp:sp>
  </dsp:spTree>
</dsp:drawing>
</file>

<file path=ppt/diagrams/drawing14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5E0F3F-68F5-4F71-A3E6-7A5FD5CE529A}">
      <dsp:nvSpPr>
        <dsp:cNvPr id="0" name=""/>
        <dsp:cNvSpPr/>
      </dsp:nvSpPr>
      <dsp:spPr>
        <a:xfrm>
          <a:off x="200586" y="104785"/>
          <a:ext cx="1653696" cy="1945524"/>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3302F236-4649-4B69-A73F-9E0537A648F8}">
      <dsp:nvSpPr>
        <dsp:cNvPr id="0" name=""/>
        <dsp:cNvSpPr/>
      </dsp:nvSpPr>
      <dsp:spPr>
        <a:xfrm>
          <a:off x="283270" y="182606"/>
          <a:ext cx="1488326" cy="1264591"/>
        </a:xfrm>
        <a:prstGeom prst="rect">
          <a:avLst/>
        </a:prstGeom>
        <a:solidFill>
          <a:schemeClr val="accent1">
            <a:tint val="5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A4C21759-1D09-47A7-AE02-C928167E66FC}">
      <dsp:nvSpPr>
        <dsp:cNvPr id="0" name=""/>
        <dsp:cNvSpPr/>
      </dsp:nvSpPr>
      <dsp:spPr>
        <a:xfrm>
          <a:off x="283270" y="1641765"/>
          <a:ext cx="1488326" cy="330723"/>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dirty="0"/>
            <a:t>Lorem Ipsum</a:t>
          </a:r>
        </a:p>
      </dsp:txBody>
      <dsp:txXfrm>
        <a:off x="283270" y="1641765"/>
        <a:ext cx="1488326" cy="330723"/>
      </dsp:txXfrm>
    </dsp:sp>
    <dsp:sp modelId="{8317FAAB-EC58-425B-A6FD-6CF0C0CB160E}">
      <dsp:nvSpPr>
        <dsp:cNvPr id="0" name=""/>
        <dsp:cNvSpPr/>
      </dsp:nvSpPr>
      <dsp:spPr>
        <a:xfrm>
          <a:off x="283270" y="1447197"/>
          <a:ext cx="1488326" cy="1945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dirty="0"/>
            <a:t>Lorem Ipsum</a:t>
          </a:r>
        </a:p>
      </dsp:txBody>
      <dsp:txXfrm>
        <a:off x="283270" y="1447197"/>
        <a:ext cx="1488326" cy="194568"/>
      </dsp:txXfrm>
    </dsp:sp>
    <dsp:sp modelId="{F4080BA4-3EC9-4836-80F9-585BD2C0664E}">
      <dsp:nvSpPr>
        <dsp:cNvPr id="0" name=""/>
        <dsp:cNvSpPr/>
      </dsp:nvSpPr>
      <dsp:spPr>
        <a:xfrm>
          <a:off x="2224963" y="104785"/>
          <a:ext cx="1653696" cy="1945524"/>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FF444770-3448-408B-B566-6A0EC43A6614}">
      <dsp:nvSpPr>
        <dsp:cNvPr id="0" name=""/>
        <dsp:cNvSpPr/>
      </dsp:nvSpPr>
      <dsp:spPr>
        <a:xfrm>
          <a:off x="2307648" y="182606"/>
          <a:ext cx="1488326" cy="1264591"/>
        </a:xfrm>
        <a:prstGeom prst="rect">
          <a:avLst/>
        </a:prstGeom>
        <a:solidFill>
          <a:schemeClr val="accent1">
            <a:tint val="50000"/>
            <a:hueOff val="-801023"/>
            <a:satOff val="-3319"/>
            <a:lumOff val="2853"/>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DF6CCFB8-F6FF-4773-B2BA-798C1BA1BB04}">
      <dsp:nvSpPr>
        <dsp:cNvPr id="0" name=""/>
        <dsp:cNvSpPr/>
      </dsp:nvSpPr>
      <dsp:spPr>
        <a:xfrm>
          <a:off x="2307648" y="1641765"/>
          <a:ext cx="1488326" cy="330723"/>
        </a:xfrm>
        <a:prstGeom prst="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dirty="0"/>
            <a:t>Lorem Ipsum</a:t>
          </a:r>
        </a:p>
      </dsp:txBody>
      <dsp:txXfrm>
        <a:off x="2307648" y="1641765"/>
        <a:ext cx="1488326" cy="330723"/>
      </dsp:txXfrm>
    </dsp:sp>
    <dsp:sp modelId="{09BA9D0D-DB96-4975-A8F2-F8C80F4A0F00}">
      <dsp:nvSpPr>
        <dsp:cNvPr id="0" name=""/>
        <dsp:cNvSpPr/>
      </dsp:nvSpPr>
      <dsp:spPr>
        <a:xfrm>
          <a:off x="2307648" y="1447197"/>
          <a:ext cx="1488326" cy="1945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dirty="0"/>
            <a:t>Lorem Ipsum</a:t>
          </a:r>
        </a:p>
      </dsp:txBody>
      <dsp:txXfrm>
        <a:off x="2307648" y="1447197"/>
        <a:ext cx="1488326" cy="194568"/>
      </dsp:txXfrm>
    </dsp:sp>
    <dsp:sp modelId="{CC68816B-0E17-417D-847F-74FFF9E8B16B}">
      <dsp:nvSpPr>
        <dsp:cNvPr id="0" name=""/>
        <dsp:cNvSpPr/>
      </dsp:nvSpPr>
      <dsp:spPr>
        <a:xfrm>
          <a:off x="4249340" y="104785"/>
          <a:ext cx="1653696" cy="1945524"/>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52BB1F73-E175-46EF-94C5-5D1887356AFF}">
      <dsp:nvSpPr>
        <dsp:cNvPr id="0" name=""/>
        <dsp:cNvSpPr/>
      </dsp:nvSpPr>
      <dsp:spPr>
        <a:xfrm>
          <a:off x="4332025" y="182606"/>
          <a:ext cx="1488326" cy="1264591"/>
        </a:xfrm>
        <a:prstGeom prst="rect">
          <a:avLst/>
        </a:prstGeom>
        <a:solidFill>
          <a:schemeClr val="accent1">
            <a:tint val="50000"/>
            <a:hueOff val="-1602046"/>
            <a:satOff val="-6637"/>
            <a:lumOff val="5706"/>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E849024A-A22F-41E5-979D-7594ADADB31B}">
      <dsp:nvSpPr>
        <dsp:cNvPr id="0" name=""/>
        <dsp:cNvSpPr/>
      </dsp:nvSpPr>
      <dsp:spPr>
        <a:xfrm>
          <a:off x="4332025" y="1641765"/>
          <a:ext cx="1488326" cy="330723"/>
        </a:xfrm>
        <a:prstGeom prst="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a:t>Lorem Ipsum</a:t>
          </a:r>
          <a:endParaRPr lang="en-US" sz="900" kern="1200" dirty="0"/>
        </a:p>
      </dsp:txBody>
      <dsp:txXfrm>
        <a:off x="4332025" y="1641765"/>
        <a:ext cx="1488326" cy="330723"/>
      </dsp:txXfrm>
    </dsp:sp>
    <dsp:sp modelId="{6F9FBAE5-169D-4FFE-AEED-1FFA30AC0DBD}">
      <dsp:nvSpPr>
        <dsp:cNvPr id="0" name=""/>
        <dsp:cNvSpPr/>
      </dsp:nvSpPr>
      <dsp:spPr>
        <a:xfrm>
          <a:off x="4332025" y="1447197"/>
          <a:ext cx="1488326" cy="1945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dirty="0"/>
            <a:t>Lorem Ipsum</a:t>
          </a:r>
        </a:p>
      </dsp:txBody>
      <dsp:txXfrm>
        <a:off x="4332025" y="1447197"/>
        <a:ext cx="1488326" cy="194568"/>
      </dsp:txXfrm>
    </dsp:sp>
    <dsp:sp modelId="{1A7D36BD-77DF-4F01-BE48-96313878ED4E}">
      <dsp:nvSpPr>
        <dsp:cNvPr id="0" name=""/>
        <dsp:cNvSpPr/>
      </dsp:nvSpPr>
      <dsp:spPr>
        <a:xfrm>
          <a:off x="6273717" y="104785"/>
          <a:ext cx="1653696" cy="1945524"/>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E724AA72-BBAB-4F8F-859C-636B0E9C5D9B}">
      <dsp:nvSpPr>
        <dsp:cNvPr id="0" name=""/>
        <dsp:cNvSpPr/>
      </dsp:nvSpPr>
      <dsp:spPr>
        <a:xfrm>
          <a:off x="6356402" y="182606"/>
          <a:ext cx="1488326" cy="1264591"/>
        </a:xfrm>
        <a:prstGeom prst="rect">
          <a:avLst/>
        </a:prstGeom>
        <a:solidFill>
          <a:schemeClr val="accent1">
            <a:tint val="50000"/>
            <a:hueOff val="-2403069"/>
            <a:satOff val="-9956"/>
            <a:lumOff val="8559"/>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C75614FB-2158-47DA-8370-593536412DDA}">
      <dsp:nvSpPr>
        <dsp:cNvPr id="0" name=""/>
        <dsp:cNvSpPr/>
      </dsp:nvSpPr>
      <dsp:spPr>
        <a:xfrm>
          <a:off x="6356402" y="1641765"/>
          <a:ext cx="1488326" cy="330723"/>
        </a:xfrm>
        <a:prstGeom prst="rect">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a:t>Lorem Ipsum</a:t>
          </a:r>
          <a:endParaRPr lang="en-US" sz="900" kern="1200" dirty="0"/>
        </a:p>
      </dsp:txBody>
      <dsp:txXfrm>
        <a:off x="6356402" y="1641765"/>
        <a:ext cx="1488326" cy="330723"/>
      </dsp:txXfrm>
    </dsp:sp>
    <dsp:sp modelId="{386671DD-53E9-4F27-BA19-C0B6D75166D8}">
      <dsp:nvSpPr>
        <dsp:cNvPr id="0" name=""/>
        <dsp:cNvSpPr/>
      </dsp:nvSpPr>
      <dsp:spPr>
        <a:xfrm>
          <a:off x="6356402" y="1447197"/>
          <a:ext cx="1488326" cy="1945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dirty="0"/>
            <a:t>Lorem Ipsum</a:t>
          </a:r>
        </a:p>
      </dsp:txBody>
      <dsp:txXfrm>
        <a:off x="6356402" y="1447197"/>
        <a:ext cx="1488326" cy="194568"/>
      </dsp:txXfrm>
    </dsp:sp>
    <dsp:sp modelId="{C7F66B96-6345-4340-A684-49357A26852B}">
      <dsp:nvSpPr>
        <dsp:cNvPr id="0" name=""/>
        <dsp:cNvSpPr/>
      </dsp:nvSpPr>
      <dsp:spPr>
        <a:xfrm>
          <a:off x="3237151" y="2215679"/>
          <a:ext cx="1653696" cy="1945524"/>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61FB5AE2-B51A-4E87-8E13-C9F455E05E65}">
      <dsp:nvSpPr>
        <dsp:cNvPr id="0" name=""/>
        <dsp:cNvSpPr/>
      </dsp:nvSpPr>
      <dsp:spPr>
        <a:xfrm>
          <a:off x="3319836" y="2293500"/>
          <a:ext cx="1488326" cy="1264591"/>
        </a:xfrm>
        <a:prstGeom prst="rect">
          <a:avLst/>
        </a:prstGeom>
        <a:solidFill>
          <a:schemeClr val="accent1">
            <a:tint val="50000"/>
            <a:hueOff val="-3204092"/>
            <a:satOff val="-13274"/>
            <a:lumOff val="11412"/>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093E53B5-0E84-487C-80A1-4926577AB223}">
      <dsp:nvSpPr>
        <dsp:cNvPr id="0" name=""/>
        <dsp:cNvSpPr/>
      </dsp:nvSpPr>
      <dsp:spPr>
        <a:xfrm>
          <a:off x="3319836" y="3752659"/>
          <a:ext cx="1488326" cy="330723"/>
        </a:xfrm>
        <a:prstGeom prst="rect">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dirty="0"/>
            <a:t>Lorem Ipsum</a:t>
          </a:r>
        </a:p>
      </dsp:txBody>
      <dsp:txXfrm>
        <a:off x="3319836" y="3752659"/>
        <a:ext cx="1488326" cy="330723"/>
      </dsp:txXfrm>
    </dsp:sp>
    <dsp:sp modelId="{713C5849-9FDF-4008-A120-9EBD88430432}">
      <dsp:nvSpPr>
        <dsp:cNvPr id="0" name=""/>
        <dsp:cNvSpPr/>
      </dsp:nvSpPr>
      <dsp:spPr>
        <a:xfrm>
          <a:off x="3319836" y="3558091"/>
          <a:ext cx="1488326" cy="1945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dirty="0"/>
            <a:t>Lorem Ipsum</a:t>
          </a:r>
        </a:p>
      </dsp:txBody>
      <dsp:txXfrm>
        <a:off x="3319836" y="3558091"/>
        <a:ext cx="1488326" cy="194568"/>
      </dsp:txXfrm>
    </dsp:sp>
  </dsp:spTree>
</dsp:drawing>
</file>

<file path=ppt/diagrams/drawing14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ABE6A8-9186-4D9A-9CB9-A05D2BE4CC09}">
      <dsp:nvSpPr>
        <dsp:cNvPr id="0" name=""/>
        <dsp:cNvSpPr/>
      </dsp:nvSpPr>
      <dsp:spPr>
        <a:xfrm>
          <a:off x="571" y="124402"/>
          <a:ext cx="2321333" cy="1715457"/>
        </a:xfrm>
        <a:prstGeom prst="rect">
          <a:avLst/>
        </a:prstGeom>
        <a:solidFill>
          <a:schemeClr val="accent2">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045AEAC8-69B1-4C5D-B88D-D3165972DD56}">
      <dsp:nvSpPr>
        <dsp:cNvPr id="0" name=""/>
        <dsp:cNvSpPr/>
      </dsp:nvSpPr>
      <dsp:spPr>
        <a:xfrm>
          <a:off x="469777" y="1528814"/>
          <a:ext cx="2000298" cy="480705"/>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1435" tIns="51435" rIns="51435" bIns="51435" numCol="1" spcCol="1270" anchor="ctr" anchorCtr="0">
          <a:noAutofit/>
        </a:bodyPr>
        <a:lstStyle/>
        <a:p>
          <a:pPr marL="0" lvl="0" indent="0" algn="ctr" defTabSz="1200150">
            <a:lnSpc>
              <a:spcPct val="90000"/>
            </a:lnSpc>
            <a:spcBef>
              <a:spcPct val="0"/>
            </a:spcBef>
            <a:spcAft>
              <a:spcPct val="5000"/>
            </a:spcAft>
            <a:buNone/>
          </a:pPr>
          <a:r>
            <a:rPr lang="en-US" sz="2700" kern="1200" dirty="0"/>
            <a:t>Lorem Ipsum</a:t>
          </a:r>
        </a:p>
      </dsp:txBody>
      <dsp:txXfrm>
        <a:off x="469777" y="1528814"/>
        <a:ext cx="2000298" cy="480705"/>
      </dsp:txXfrm>
    </dsp:sp>
    <dsp:sp modelId="{6A609026-5A77-4C52-BB0D-DE358CD57A2C}">
      <dsp:nvSpPr>
        <dsp:cNvPr id="0" name=""/>
        <dsp:cNvSpPr/>
      </dsp:nvSpPr>
      <dsp:spPr>
        <a:xfrm>
          <a:off x="2829247" y="124402"/>
          <a:ext cx="2321333" cy="1715457"/>
        </a:xfrm>
        <a:prstGeom prst="rect">
          <a:avLst/>
        </a:prstGeom>
        <a:solidFill>
          <a:schemeClr val="accent2">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951F19FE-026F-43CC-8237-9F1DC5949640}">
      <dsp:nvSpPr>
        <dsp:cNvPr id="0" name=""/>
        <dsp:cNvSpPr/>
      </dsp:nvSpPr>
      <dsp:spPr>
        <a:xfrm>
          <a:off x="3298453" y="1528814"/>
          <a:ext cx="2000298" cy="480705"/>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1435" tIns="51435" rIns="51435" bIns="51435" numCol="1" spcCol="1270" anchor="ctr" anchorCtr="0">
          <a:noAutofit/>
        </a:bodyPr>
        <a:lstStyle/>
        <a:p>
          <a:pPr marL="0" lvl="0" indent="0" algn="ctr" defTabSz="1200150">
            <a:lnSpc>
              <a:spcPct val="90000"/>
            </a:lnSpc>
            <a:spcBef>
              <a:spcPct val="0"/>
            </a:spcBef>
            <a:spcAft>
              <a:spcPct val="5000"/>
            </a:spcAft>
            <a:buNone/>
          </a:pPr>
          <a:r>
            <a:rPr lang="en-US" sz="2700" kern="1200"/>
            <a:t>Lorem Ipsum</a:t>
          </a:r>
          <a:endParaRPr lang="en-US" sz="2700" kern="1200" dirty="0"/>
        </a:p>
      </dsp:txBody>
      <dsp:txXfrm>
        <a:off x="3298453" y="1528814"/>
        <a:ext cx="2000298" cy="480705"/>
      </dsp:txXfrm>
    </dsp:sp>
    <dsp:sp modelId="{6D5E60F8-87AC-4B6C-B963-5243037BF252}">
      <dsp:nvSpPr>
        <dsp:cNvPr id="0" name=""/>
        <dsp:cNvSpPr/>
      </dsp:nvSpPr>
      <dsp:spPr>
        <a:xfrm>
          <a:off x="5657923" y="124402"/>
          <a:ext cx="2321333" cy="1715457"/>
        </a:xfrm>
        <a:prstGeom prst="rect">
          <a:avLst/>
        </a:prstGeom>
        <a:solidFill>
          <a:schemeClr val="accent2">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A2FF5F48-A3D7-4B71-BFA9-F61429B8258C}">
      <dsp:nvSpPr>
        <dsp:cNvPr id="0" name=""/>
        <dsp:cNvSpPr/>
      </dsp:nvSpPr>
      <dsp:spPr>
        <a:xfrm>
          <a:off x="6127129" y="1528814"/>
          <a:ext cx="2000298" cy="480705"/>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1435" tIns="51435" rIns="51435" bIns="51435" numCol="1" spcCol="1270" anchor="ctr" anchorCtr="0">
          <a:noAutofit/>
        </a:bodyPr>
        <a:lstStyle/>
        <a:p>
          <a:pPr marL="0" lvl="0" indent="0" algn="ctr" defTabSz="1200150">
            <a:lnSpc>
              <a:spcPct val="90000"/>
            </a:lnSpc>
            <a:spcBef>
              <a:spcPct val="0"/>
            </a:spcBef>
            <a:spcAft>
              <a:spcPct val="5000"/>
            </a:spcAft>
            <a:buNone/>
          </a:pPr>
          <a:r>
            <a:rPr lang="en-US" sz="2700" kern="1200"/>
            <a:t>Lorem Ipsum</a:t>
          </a:r>
          <a:endParaRPr lang="en-US" sz="2700" kern="1200" dirty="0"/>
        </a:p>
      </dsp:txBody>
      <dsp:txXfrm>
        <a:off x="6127129" y="1528814"/>
        <a:ext cx="2000298" cy="480705"/>
      </dsp:txXfrm>
    </dsp:sp>
    <dsp:sp modelId="{B91C1456-38DB-4304-8CF5-63898182094A}">
      <dsp:nvSpPr>
        <dsp:cNvPr id="0" name=""/>
        <dsp:cNvSpPr/>
      </dsp:nvSpPr>
      <dsp:spPr>
        <a:xfrm>
          <a:off x="1414909" y="2256470"/>
          <a:ext cx="2321333" cy="1715457"/>
        </a:xfrm>
        <a:prstGeom prst="rect">
          <a:avLst/>
        </a:prstGeom>
        <a:solidFill>
          <a:schemeClr val="accent2">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6F5AEE9A-6E19-4141-98C2-3ADEBCEFDCF4}">
      <dsp:nvSpPr>
        <dsp:cNvPr id="0" name=""/>
        <dsp:cNvSpPr/>
      </dsp:nvSpPr>
      <dsp:spPr>
        <a:xfrm>
          <a:off x="1884115" y="3660882"/>
          <a:ext cx="2000298" cy="480705"/>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1435" tIns="51435" rIns="51435" bIns="51435" numCol="1" spcCol="1270" anchor="ctr" anchorCtr="0">
          <a:noAutofit/>
        </a:bodyPr>
        <a:lstStyle/>
        <a:p>
          <a:pPr marL="0" lvl="0" indent="0" algn="ctr" defTabSz="1200150">
            <a:lnSpc>
              <a:spcPct val="90000"/>
            </a:lnSpc>
            <a:spcBef>
              <a:spcPct val="0"/>
            </a:spcBef>
            <a:spcAft>
              <a:spcPct val="5000"/>
            </a:spcAft>
            <a:buNone/>
          </a:pPr>
          <a:r>
            <a:rPr lang="en-US" sz="2700" kern="1200" dirty="0"/>
            <a:t>Lorem Ipsum</a:t>
          </a:r>
        </a:p>
      </dsp:txBody>
      <dsp:txXfrm>
        <a:off x="1884115" y="3660882"/>
        <a:ext cx="2000298" cy="480705"/>
      </dsp:txXfrm>
    </dsp:sp>
    <dsp:sp modelId="{258A8C96-5AF9-49BC-9B12-E1C49932825C}">
      <dsp:nvSpPr>
        <dsp:cNvPr id="0" name=""/>
        <dsp:cNvSpPr/>
      </dsp:nvSpPr>
      <dsp:spPr>
        <a:xfrm>
          <a:off x="4243585" y="2256470"/>
          <a:ext cx="2321333" cy="1715457"/>
        </a:xfrm>
        <a:prstGeom prst="rect">
          <a:avLst/>
        </a:prstGeom>
        <a:solidFill>
          <a:schemeClr val="accent2">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08040F3F-4F67-473B-9CA8-9B4AA49C3690}">
      <dsp:nvSpPr>
        <dsp:cNvPr id="0" name=""/>
        <dsp:cNvSpPr/>
      </dsp:nvSpPr>
      <dsp:spPr>
        <a:xfrm>
          <a:off x="4712791" y="3660882"/>
          <a:ext cx="2000298" cy="480705"/>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1435" tIns="51435" rIns="51435" bIns="51435" numCol="1" spcCol="1270" anchor="ctr" anchorCtr="0">
          <a:noAutofit/>
        </a:bodyPr>
        <a:lstStyle/>
        <a:p>
          <a:pPr marL="0" lvl="0" indent="0" algn="ctr" defTabSz="1200150">
            <a:lnSpc>
              <a:spcPct val="90000"/>
            </a:lnSpc>
            <a:spcBef>
              <a:spcPct val="0"/>
            </a:spcBef>
            <a:spcAft>
              <a:spcPct val="5000"/>
            </a:spcAft>
            <a:buNone/>
          </a:pPr>
          <a:r>
            <a:rPr lang="en-US" sz="2700" kern="1200"/>
            <a:t>Lorem Ipsum</a:t>
          </a:r>
          <a:endParaRPr lang="en-US" sz="2700" kern="1200" dirty="0"/>
        </a:p>
      </dsp:txBody>
      <dsp:txXfrm>
        <a:off x="4712791" y="3660882"/>
        <a:ext cx="2000298" cy="480705"/>
      </dsp:txXfrm>
    </dsp:sp>
  </dsp:spTree>
</dsp:drawing>
</file>

<file path=ppt/diagrams/drawing14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A36ABE-8252-47B7-A3AF-96F9F2856EF1}">
      <dsp:nvSpPr>
        <dsp:cNvPr id="0" name=""/>
        <dsp:cNvSpPr/>
      </dsp:nvSpPr>
      <dsp:spPr>
        <a:xfrm>
          <a:off x="1587904" y="2257833"/>
          <a:ext cx="2316749" cy="1430116"/>
        </a:xfrm>
        <a:prstGeom prst="rect">
          <a:avLst/>
        </a:prstGeom>
        <a:solidFill>
          <a:schemeClr val="accent1">
            <a:tint val="50000"/>
            <a:hueOff val="-2403069"/>
            <a:satOff val="-9956"/>
            <a:lumOff val="8559"/>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766EC55A-4E39-4553-85E9-F26A0D1CB902}">
      <dsp:nvSpPr>
        <dsp:cNvPr id="0" name=""/>
        <dsp:cNvSpPr/>
      </dsp:nvSpPr>
      <dsp:spPr>
        <a:xfrm>
          <a:off x="5811090" y="335505"/>
          <a:ext cx="2316749" cy="1430116"/>
        </a:xfrm>
        <a:prstGeom prst="rect">
          <a:avLst/>
        </a:prstGeom>
        <a:solidFill>
          <a:schemeClr val="accent1">
            <a:tint val="50000"/>
            <a:hueOff val="-1602046"/>
            <a:satOff val="-6637"/>
            <a:lumOff val="5706"/>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0B7FDFF7-3377-48C8-83E2-5981F45D102A}">
      <dsp:nvSpPr>
        <dsp:cNvPr id="0" name=""/>
        <dsp:cNvSpPr/>
      </dsp:nvSpPr>
      <dsp:spPr>
        <a:xfrm>
          <a:off x="2995633" y="335505"/>
          <a:ext cx="2316749" cy="1430116"/>
        </a:xfrm>
        <a:prstGeom prst="rect">
          <a:avLst/>
        </a:prstGeom>
        <a:solidFill>
          <a:schemeClr val="accent1">
            <a:tint val="50000"/>
            <a:hueOff val="-801023"/>
            <a:satOff val="-3319"/>
            <a:lumOff val="2853"/>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DB084C1F-0184-4518-BD93-94E85F9D406B}">
      <dsp:nvSpPr>
        <dsp:cNvPr id="0" name=""/>
        <dsp:cNvSpPr/>
      </dsp:nvSpPr>
      <dsp:spPr>
        <a:xfrm>
          <a:off x="4403362" y="2257833"/>
          <a:ext cx="2316749" cy="1430116"/>
        </a:xfrm>
        <a:prstGeom prst="rect">
          <a:avLst/>
        </a:prstGeom>
        <a:solidFill>
          <a:schemeClr val="accent1">
            <a:tint val="50000"/>
            <a:hueOff val="-3204092"/>
            <a:satOff val="-13274"/>
            <a:lumOff val="11412"/>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A8F3F4B7-404B-4708-8FC6-7F3B9E605D47}">
      <dsp:nvSpPr>
        <dsp:cNvPr id="0" name=""/>
        <dsp:cNvSpPr/>
      </dsp:nvSpPr>
      <dsp:spPr>
        <a:xfrm>
          <a:off x="180176" y="335505"/>
          <a:ext cx="2316749" cy="1430116"/>
        </a:xfrm>
        <a:prstGeom prst="rect">
          <a:avLst/>
        </a:prstGeom>
        <a:solidFill>
          <a:schemeClr val="accent1">
            <a:tint val="5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5D0D87FB-A9E9-4ABC-AD27-C7243D60F9F2}">
      <dsp:nvSpPr>
        <dsp:cNvPr id="0" name=""/>
        <dsp:cNvSpPr/>
      </dsp:nvSpPr>
      <dsp:spPr>
        <a:xfrm>
          <a:off x="159" y="1757258"/>
          <a:ext cx="2312005" cy="2447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0" rIns="64770" bIns="0" numCol="1" spcCol="1270" anchor="b" anchorCtr="0">
          <a:noAutofit/>
        </a:bodyPr>
        <a:lstStyle/>
        <a:p>
          <a:pPr marL="0" lvl="0" indent="0" algn="l" defTabSz="755650">
            <a:lnSpc>
              <a:spcPct val="90000"/>
            </a:lnSpc>
            <a:spcBef>
              <a:spcPct val="0"/>
            </a:spcBef>
            <a:spcAft>
              <a:spcPct val="35000"/>
            </a:spcAft>
            <a:buNone/>
          </a:pPr>
          <a:r>
            <a:rPr lang="en-US" sz="1700" kern="1200">
              <a:solidFill>
                <a:schemeClr val="tx2"/>
              </a:solidFill>
            </a:rPr>
            <a:t>Lorem Ipsum</a:t>
          </a:r>
          <a:endParaRPr lang="en-US" sz="1700" kern="1200" dirty="0">
            <a:solidFill>
              <a:schemeClr val="tx2"/>
            </a:solidFill>
          </a:endParaRPr>
        </a:p>
      </dsp:txBody>
      <dsp:txXfrm>
        <a:off x="159" y="1757258"/>
        <a:ext cx="2312005" cy="244708"/>
      </dsp:txXfrm>
    </dsp:sp>
    <dsp:sp modelId="{D8FF0215-9732-4829-B51F-8F7D612B7BD4}">
      <dsp:nvSpPr>
        <dsp:cNvPr id="0" name=""/>
        <dsp:cNvSpPr/>
      </dsp:nvSpPr>
      <dsp:spPr>
        <a:xfrm>
          <a:off x="159" y="520166"/>
          <a:ext cx="2316000" cy="1487990"/>
        </a:xfrm>
        <a:prstGeom prst="rect">
          <a:avLst/>
        </a:pr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E3FF44C6-8700-4F48-A8ED-2C2B4CD4FA95}">
      <dsp:nvSpPr>
        <dsp:cNvPr id="0" name=""/>
        <dsp:cNvSpPr/>
      </dsp:nvSpPr>
      <dsp:spPr>
        <a:xfrm>
          <a:off x="2815616" y="1757258"/>
          <a:ext cx="2312005" cy="2447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0" rIns="64770" bIns="0" numCol="1" spcCol="1270" anchor="b" anchorCtr="0">
          <a:noAutofit/>
        </a:bodyPr>
        <a:lstStyle/>
        <a:p>
          <a:pPr marL="0" lvl="0" indent="0" algn="l" defTabSz="755650">
            <a:lnSpc>
              <a:spcPct val="90000"/>
            </a:lnSpc>
            <a:spcBef>
              <a:spcPct val="0"/>
            </a:spcBef>
            <a:spcAft>
              <a:spcPct val="35000"/>
            </a:spcAft>
            <a:buNone/>
          </a:pPr>
          <a:r>
            <a:rPr lang="en-US" sz="1700" kern="1200">
              <a:solidFill>
                <a:schemeClr val="tx2"/>
              </a:solidFill>
            </a:rPr>
            <a:t>Lorem Ipsum</a:t>
          </a:r>
          <a:endParaRPr lang="en-US" sz="1700" kern="1200" dirty="0">
            <a:solidFill>
              <a:schemeClr val="tx2"/>
            </a:solidFill>
          </a:endParaRPr>
        </a:p>
      </dsp:txBody>
      <dsp:txXfrm>
        <a:off x="2815616" y="1757258"/>
        <a:ext cx="2312005" cy="244708"/>
      </dsp:txXfrm>
    </dsp:sp>
    <dsp:sp modelId="{01DAD2CB-014A-4F7E-B5A1-47BF029CB235}">
      <dsp:nvSpPr>
        <dsp:cNvPr id="0" name=""/>
        <dsp:cNvSpPr/>
      </dsp:nvSpPr>
      <dsp:spPr>
        <a:xfrm>
          <a:off x="2815616" y="520166"/>
          <a:ext cx="2316000" cy="1487990"/>
        </a:xfrm>
        <a:prstGeom prst="rect">
          <a:avLst/>
        </a:pr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4DDA3447-FBE0-47CE-A4D6-497A5942D3D5}">
      <dsp:nvSpPr>
        <dsp:cNvPr id="0" name=""/>
        <dsp:cNvSpPr/>
      </dsp:nvSpPr>
      <dsp:spPr>
        <a:xfrm>
          <a:off x="5631073" y="1757258"/>
          <a:ext cx="2312005" cy="2447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0" rIns="64770" bIns="0" numCol="1" spcCol="1270" anchor="b" anchorCtr="0">
          <a:noAutofit/>
        </a:bodyPr>
        <a:lstStyle/>
        <a:p>
          <a:pPr marL="0" lvl="0" indent="0" algn="l" defTabSz="755650">
            <a:lnSpc>
              <a:spcPct val="90000"/>
            </a:lnSpc>
            <a:spcBef>
              <a:spcPct val="0"/>
            </a:spcBef>
            <a:spcAft>
              <a:spcPct val="35000"/>
            </a:spcAft>
            <a:buNone/>
          </a:pPr>
          <a:r>
            <a:rPr lang="en-US" sz="1700" kern="1200">
              <a:solidFill>
                <a:schemeClr val="tx2"/>
              </a:solidFill>
            </a:rPr>
            <a:t>Lorem Ipsum</a:t>
          </a:r>
          <a:endParaRPr lang="en-US" sz="1700" kern="1200" dirty="0">
            <a:solidFill>
              <a:schemeClr val="tx2"/>
            </a:solidFill>
          </a:endParaRPr>
        </a:p>
      </dsp:txBody>
      <dsp:txXfrm>
        <a:off x="5631073" y="1757258"/>
        <a:ext cx="2312005" cy="244708"/>
      </dsp:txXfrm>
    </dsp:sp>
    <dsp:sp modelId="{C580F679-7BC5-48D2-BA85-39A4B7F4BD7B}">
      <dsp:nvSpPr>
        <dsp:cNvPr id="0" name=""/>
        <dsp:cNvSpPr/>
      </dsp:nvSpPr>
      <dsp:spPr>
        <a:xfrm>
          <a:off x="5631073" y="520166"/>
          <a:ext cx="2316000" cy="1487990"/>
        </a:xfrm>
        <a:prstGeom prst="rect">
          <a:avLst/>
        </a:pr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0BAC17D2-66E9-487B-BFBD-1EC831B91D7C}">
      <dsp:nvSpPr>
        <dsp:cNvPr id="0" name=""/>
        <dsp:cNvSpPr/>
      </dsp:nvSpPr>
      <dsp:spPr>
        <a:xfrm>
          <a:off x="1407888" y="3679586"/>
          <a:ext cx="2312005" cy="2447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0" rIns="64770" bIns="0" numCol="1" spcCol="1270" anchor="b" anchorCtr="0">
          <a:noAutofit/>
        </a:bodyPr>
        <a:lstStyle/>
        <a:p>
          <a:pPr marL="0" lvl="0" indent="0" algn="l" defTabSz="755650">
            <a:lnSpc>
              <a:spcPct val="90000"/>
            </a:lnSpc>
            <a:spcBef>
              <a:spcPct val="0"/>
            </a:spcBef>
            <a:spcAft>
              <a:spcPct val="35000"/>
            </a:spcAft>
            <a:buNone/>
          </a:pPr>
          <a:r>
            <a:rPr lang="en-US" sz="1700" kern="1200" dirty="0">
              <a:solidFill>
                <a:schemeClr val="tx2"/>
              </a:solidFill>
            </a:rPr>
            <a:t>Lorem Ipsum</a:t>
          </a:r>
        </a:p>
      </dsp:txBody>
      <dsp:txXfrm>
        <a:off x="1407888" y="3679586"/>
        <a:ext cx="2312005" cy="244708"/>
      </dsp:txXfrm>
    </dsp:sp>
    <dsp:sp modelId="{2BFDC3D4-37A5-4158-B702-C05AB9EF3AE6}">
      <dsp:nvSpPr>
        <dsp:cNvPr id="0" name=""/>
        <dsp:cNvSpPr/>
      </dsp:nvSpPr>
      <dsp:spPr>
        <a:xfrm>
          <a:off x="1407888" y="2442494"/>
          <a:ext cx="2316000" cy="1487990"/>
        </a:xfrm>
        <a:prstGeom prst="rect">
          <a:avLst/>
        </a:pr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B30AC2FC-87C4-4BE8-BD87-17CAC28F01CC}">
      <dsp:nvSpPr>
        <dsp:cNvPr id="0" name=""/>
        <dsp:cNvSpPr/>
      </dsp:nvSpPr>
      <dsp:spPr>
        <a:xfrm>
          <a:off x="4223345" y="3679586"/>
          <a:ext cx="2312005" cy="2447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0" rIns="64770" bIns="0" numCol="1" spcCol="1270" anchor="b" anchorCtr="0">
          <a:noAutofit/>
        </a:bodyPr>
        <a:lstStyle/>
        <a:p>
          <a:pPr marL="0" lvl="0" indent="0" algn="l" defTabSz="755650">
            <a:lnSpc>
              <a:spcPct val="90000"/>
            </a:lnSpc>
            <a:spcBef>
              <a:spcPct val="0"/>
            </a:spcBef>
            <a:spcAft>
              <a:spcPct val="35000"/>
            </a:spcAft>
            <a:buNone/>
          </a:pPr>
          <a:r>
            <a:rPr lang="en-US" sz="1700" kern="1200">
              <a:solidFill>
                <a:schemeClr val="tx2"/>
              </a:solidFill>
            </a:rPr>
            <a:t>Lorem Ipsum</a:t>
          </a:r>
          <a:endParaRPr lang="en-US" sz="1700" kern="1200" dirty="0">
            <a:solidFill>
              <a:schemeClr val="tx2"/>
            </a:solidFill>
          </a:endParaRPr>
        </a:p>
      </dsp:txBody>
      <dsp:txXfrm>
        <a:off x="4223345" y="3679586"/>
        <a:ext cx="2312005" cy="244708"/>
      </dsp:txXfrm>
    </dsp:sp>
    <dsp:sp modelId="{D674C48D-E25A-4120-8BBB-76054968C878}">
      <dsp:nvSpPr>
        <dsp:cNvPr id="0" name=""/>
        <dsp:cNvSpPr/>
      </dsp:nvSpPr>
      <dsp:spPr>
        <a:xfrm>
          <a:off x="4223345" y="2442494"/>
          <a:ext cx="2316000" cy="1487990"/>
        </a:xfrm>
        <a:prstGeom prst="rect">
          <a:avLst/>
        </a:pr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Tree>
</dsp:drawing>
</file>

<file path=ppt/diagrams/drawing14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64A13C-8E79-4D36-BBC4-A24BB3A615E2}">
      <dsp:nvSpPr>
        <dsp:cNvPr id="0" name=""/>
        <dsp:cNvSpPr/>
      </dsp:nvSpPr>
      <dsp:spPr>
        <a:xfrm>
          <a:off x="303133" y="3433"/>
          <a:ext cx="2347611" cy="2012180"/>
        </a:xfrm>
        <a:prstGeom prst="rect">
          <a:avLst/>
        </a:prstGeom>
        <a:solidFill>
          <a:schemeClr val="accent2">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2D0A54D8-7DC9-42F8-BF7B-2DD4FBC35910}">
      <dsp:nvSpPr>
        <dsp:cNvPr id="0" name=""/>
        <dsp:cNvSpPr/>
      </dsp:nvSpPr>
      <dsp:spPr>
        <a:xfrm>
          <a:off x="303133" y="1411960"/>
          <a:ext cx="2347611" cy="482923"/>
        </a:xfrm>
        <a:prstGeom prst="rect">
          <a:avLst/>
        </a:prstGeom>
        <a:solidFill>
          <a:schemeClr val="accent1">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63500" tIns="63500" rIns="63500" bIns="63500" numCol="1" spcCol="1270" anchor="ctr" anchorCtr="0">
          <a:noAutofit/>
        </a:bodyPr>
        <a:lstStyle/>
        <a:p>
          <a:pPr marL="0" lvl="0" indent="0" algn="ctr" defTabSz="1111250">
            <a:lnSpc>
              <a:spcPct val="90000"/>
            </a:lnSpc>
            <a:spcBef>
              <a:spcPct val="0"/>
            </a:spcBef>
            <a:spcAft>
              <a:spcPct val="35000"/>
            </a:spcAft>
            <a:buNone/>
          </a:pPr>
          <a:r>
            <a:rPr lang="en-US" sz="2500" kern="1200">
              <a:solidFill>
                <a:schemeClr val="tx2"/>
              </a:solidFill>
              <a:effectLst/>
            </a:rPr>
            <a:t>Lorem Ipsum</a:t>
          </a:r>
          <a:endParaRPr lang="en-US" sz="2500" kern="1200" dirty="0">
            <a:solidFill>
              <a:schemeClr val="tx2"/>
            </a:solidFill>
            <a:effectLst/>
          </a:endParaRPr>
        </a:p>
      </dsp:txBody>
      <dsp:txXfrm>
        <a:off x="303133" y="1411960"/>
        <a:ext cx="2347611" cy="482923"/>
      </dsp:txXfrm>
    </dsp:sp>
    <dsp:sp modelId="{C1D3612D-F0DA-461D-8D07-1E1FB7ED9BE6}">
      <dsp:nvSpPr>
        <dsp:cNvPr id="0" name=""/>
        <dsp:cNvSpPr/>
      </dsp:nvSpPr>
      <dsp:spPr>
        <a:xfrm>
          <a:off x="2890194" y="3433"/>
          <a:ext cx="2347611" cy="2012180"/>
        </a:xfrm>
        <a:prstGeom prst="rect">
          <a:avLst/>
        </a:prstGeom>
        <a:solidFill>
          <a:schemeClr val="accent2">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006BF0A6-EF5D-4A4E-B133-E16E34E1BAF9}">
      <dsp:nvSpPr>
        <dsp:cNvPr id="0" name=""/>
        <dsp:cNvSpPr/>
      </dsp:nvSpPr>
      <dsp:spPr>
        <a:xfrm>
          <a:off x="2890194" y="1411960"/>
          <a:ext cx="2347611" cy="482923"/>
        </a:xfrm>
        <a:prstGeom prst="rect">
          <a:avLst/>
        </a:prstGeom>
        <a:solidFill>
          <a:schemeClr val="accent1">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63500" tIns="63500" rIns="63500" bIns="63500" numCol="1" spcCol="1270" anchor="ctr" anchorCtr="0">
          <a:noAutofit/>
        </a:bodyPr>
        <a:lstStyle/>
        <a:p>
          <a:pPr marL="0" lvl="0" indent="0" algn="ctr" defTabSz="1111250">
            <a:lnSpc>
              <a:spcPct val="90000"/>
            </a:lnSpc>
            <a:spcBef>
              <a:spcPct val="0"/>
            </a:spcBef>
            <a:spcAft>
              <a:spcPct val="35000"/>
            </a:spcAft>
            <a:buNone/>
          </a:pPr>
          <a:r>
            <a:rPr lang="en-US" sz="2500" kern="1200">
              <a:solidFill>
                <a:schemeClr val="tx2"/>
              </a:solidFill>
              <a:effectLst/>
            </a:rPr>
            <a:t>Lorem Ipsum</a:t>
          </a:r>
          <a:endParaRPr lang="en-US" sz="2500" kern="1200" dirty="0">
            <a:solidFill>
              <a:schemeClr val="tx2"/>
            </a:solidFill>
            <a:effectLst/>
          </a:endParaRPr>
        </a:p>
      </dsp:txBody>
      <dsp:txXfrm>
        <a:off x="2890194" y="1411960"/>
        <a:ext cx="2347611" cy="482923"/>
      </dsp:txXfrm>
    </dsp:sp>
    <dsp:sp modelId="{D95DB841-05E4-4A93-912A-1F24636BAD90}">
      <dsp:nvSpPr>
        <dsp:cNvPr id="0" name=""/>
        <dsp:cNvSpPr/>
      </dsp:nvSpPr>
      <dsp:spPr>
        <a:xfrm>
          <a:off x="5477255" y="3433"/>
          <a:ext cx="2347611" cy="2012180"/>
        </a:xfrm>
        <a:prstGeom prst="rect">
          <a:avLst/>
        </a:prstGeom>
        <a:solidFill>
          <a:schemeClr val="accent2">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1A020196-D8AF-4FFB-970F-8D6F31BAA55E}">
      <dsp:nvSpPr>
        <dsp:cNvPr id="0" name=""/>
        <dsp:cNvSpPr/>
      </dsp:nvSpPr>
      <dsp:spPr>
        <a:xfrm>
          <a:off x="5477255" y="1411960"/>
          <a:ext cx="2347611" cy="482923"/>
        </a:xfrm>
        <a:prstGeom prst="rect">
          <a:avLst/>
        </a:prstGeom>
        <a:solidFill>
          <a:schemeClr val="accent1">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63500" tIns="63500" rIns="63500" bIns="63500" numCol="1" spcCol="1270" anchor="ctr" anchorCtr="0">
          <a:noAutofit/>
        </a:bodyPr>
        <a:lstStyle/>
        <a:p>
          <a:pPr marL="0" lvl="0" indent="0" algn="ctr" defTabSz="1111250">
            <a:lnSpc>
              <a:spcPct val="90000"/>
            </a:lnSpc>
            <a:spcBef>
              <a:spcPct val="0"/>
            </a:spcBef>
            <a:spcAft>
              <a:spcPct val="35000"/>
            </a:spcAft>
            <a:buNone/>
          </a:pPr>
          <a:r>
            <a:rPr lang="en-US" sz="2500" kern="1200">
              <a:solidFill>
                <a:schemeClr val="tx2"/>
              </a:solidFill>
              <a:effectLst/>
            </a:rPr>
            <a:t>Lorem Ipsum</a:t>
          </a:r>
          <a:endParaRPr lang="en-US" sz="2500" kern="1200" dirty="0">
            <a:solidFill>
              <a:schemeClr val="tx2"/>
            </a:solidFill>
            <a:effectLst/>
          </a:endParaRPr>
        </a:p>
      </dsp:txBody>
      <dsp:txXfrm>
        <a:off x="5477255" y="1411960"/>
        <a:ext cx="2347611" cy="482923"/>
      </dsp:txXfrm>
    </dsp:sp>
    <dsp:sp modelId="{3885FCAB-8F13-4AD6-9601-7DA84A259E9C}">
      <dsp:nvSpPr>
        <dsp:cNvPr id="0" name=""/>
        <dsp:cNvSpPr/>
      </dsp:nvSpPr>
      <dsp:spPr>
        <a:xfrm>
          <a:off x="1596663" y="2250375"/>
          <a:ext cx="2347611" cy="2012180"/>
        </a:xfrm>
        <a:prstGeom prst="rect">
          <a:avLst/>
        </a:prstGeom>
        <a:solidFill>
          <a:schemeClr val="accent2">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6CC47C82-6866-4458-8C88-E27CDB2BA3BB}">
      <dsp:nvSpPr>
        <dsp:cNvPr id="0" name=""/>
        <dsp:cNvSpPr/>
      </dsp:nvSpPr>
      <dsp:spPr>
        <a:xfrm>
          <a:off x="1596663" y="3658902"/>
          <a:ext cx="2347611" cy="482923"/>
        </a:xfrm>
        <a:prstGeom prst="rect">
          <a:avLst/>
        </a:prstGeom>
        <a:solidFill>
          <a:schemeClr val="accent1">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63500" tIns="63500" rIns="63500" bIns="63500" numCol="1" spcCol="1270" anchor="ctr" anchorCtr="0">
          <a:noAutofit/>
        </a:bodyPr>
        <a:lstStyle/>
        <a:p>
          <a:pPr marL="0" lvl="0" indent="0" algn="ctr" defTabSz="1111250">
            <a:lnSpc>
              <a:spcPct val="90000"/>
            </a:lnSpc>
            <a:spcBef>
              <a:spcPct val="0"/>
            </a:spcBef>
            <a:spcAft>
              <a:spcPct val="35000"/>
            </a:spcAft>
            <a:buNone/>
          </a:pPr>
          <a:r>
            <a:rPr lang="en-US" sz="2500" kern="1200" dirty="0">
              <a:solidFill>
                <a:schemeClr val="tx2"/>
              </a:solidFill>
              <a:effectLst/>
            </a:rPr>
            <a:t>Lorem Ipsum</a:t>
          </a:r>
        </a:p>
      </dsp:txBody>
      <dsp:txXfrm>
        <a:off x="1596663" y="3658902"/>
        <a:ext cx="2347611" cy="482923"/>
      </dsp:txXfrm>
    </dsp:sp>
    <dsp:sp modelId="{36537C43-27E5-47B8-AD30-6468E1F3B70B}">
      <dsp:nvSpPr>
        <dsp:cNvPr id="0" name=""/>
        <dsp:cNvSpPr/>
      </dsp:nvSpPr>
      <dsp:spPr>
        <a:xfrm>
          <a:off x="4183724" y="2250375"/>
          <a:ext cx="2347611" cy="2012180"/>
        </a:xfrm>
        <a:prstGeom prst="rect">
          <a:avLst/>
        </a:prstGeom>
        <a:solidFill>
          <a:schemeClr val="accent2">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731C594E-26E4-42F3-B2BE-8FD8890FC383}">
      <dsp:nvSpPr>
        <dsp:cNvPr id="0" name=""/>
        <dsp:cNvSpPr/>
      </dsp:nvSpPr>
      <dsp:spPr>
        <a:xfrm>
          <a:off x="4183724" y="3658902"/>
          <a:ext cx="2347611" cy="482923"/>
        </a:xfrm>
        <a:prstGeom prst="rect">
          <a:avLst/>
        </a:prstGeom>
        <a:solidFill>
          <a:schemeClr val="accent1">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63500" tIns="63500" rIns="63500" bIns="63500" numCol="1" spcCol="1270" anchor="ctr" anchorCtr="0">
          <a:noAutofit/>
        </a:bodyPr>
        <a:lstStyle/>
        <a:p>
          <a:pPr marL="0" lvl="0" indent="0" algn="ctr" defTabSz="1111250">
            <a:lnSpc>
              <a:spcPct val="90000"/>
            </a:lnSpc>
            <a:spcBef>
              <a:spcPct val="0"/>
            </a:spcBef>
            <a:spcAft>
              <a:spcPct val="35000"/>
            </a:spcAft>
            <a:buNone/>
          </a:pPr>
          <a:r>
            <a:rPr lang="en-US" sz="2500" kern="1200">
              <a:solidFill>
                <a:schemeClr val="tx2"/>
              </a:solidFill>
              <a:effectLst/>
            </a:rPr>
            <a:t>Lorem Ipsum</a:t>
          </a:r>
          <a:endParaRPr lang="en-US" sz="2500" kern="1200" dirty="0">
            <a:solidFill>
              <a:schemeClr val="tx2"/>
            </a:solidFill>
            <a:effectLst/>
          </a:endParaRPr>
        </a:p>
      </dsp:txBody>
      <dsp:txXfrm>
        <a:off x="4183724" y="3658902"/>
        <a:ext cx="2347611" cy="482923"/>
      </dsp:txXfrm>
    </dsp:sp>
  </dsp:spTree>
</dsp:drawing>
</file>

<file path=ppt/diagrams/drawing14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65E137-B59B-475A-BEDC-46689B9A2AFD}">
      <dsp:nvSpPr>
        <dsp:cNvPr id="0" name=""/>
        <dsp:cNvSpPr/>
      </dsp:nvSpPr>
      <dsp:spPr>
        <a:xfrm>
          <a:off x="974741" y="521460"/>
          <a:ext cx="1659183" cy="1395491"/>
        </a:xfrm>
        <a:prstGeom prst="rect">
          <a:avLst/>
        </a:prstGeom>
        <a:solidFill>
          <a:schemeClr val="accent1">
            <a:tint val="5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60DFA56E-3847-4B3F-8C15-CAB161135ECC}">
      <dsp:nvSpPr>
        <dsp:cNvPr id="0" name=""/>
        <dsp:cNvSpPr/>
      </dsp:nvSpPr>
      <dsp:spPr>
        <a:xfrm>
          <a:off x="356636" y="1108100"/>
          <a:ext cx="899218" cy="899218"/>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Lorem Ipsum</a:t>
          </a:r>
          <a:endParaRPr lang="en-US" sz="2200" kern="1200" dirty="0"/>
        </a:p>
      </dsp:txBody>
      <dsp:txXfrm>
        <a:off x="356636" y="1108100"/>
        <a:ext cx="899218" cy="899218"/>
      </dsp:txXfrm>
    </dsp:sp>
    <dsp:sp modelId="{6374DEEF-C948-4BC7-9D5F-9173147E3A3A}">
      <dsp:nvSpPr>
        <dsp:cNvPr id="0" name=""/>
        <dsp:cNvSpPr/>
      </dsp:nvSpPr>
      <dsp:spPr>
        <a:xfrm>
          <a:off x="3543460" y="521460"/>
          <a:ext cx="1659183" cy="1395491"/>
        </a:xfrm>
        <a:prstGeom prst="rect">
          <a:avLst/>
        </a:prstGeom>
        <a:solidFill>
          <a:schemeClr val="accent1">
            <a:tint val="50000"/>
            <a:hueOff val="-801023"/>
            <a:satOff val="-3319"/>
            <a:lumOff val="2853"/>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66FF6626-DA38-4AAA-A162-1CA5FFAC8E70}">
      <dsp:nvSpPr>
        <dsp:cNvPr id="0" name=""/>
        <dsp:cNvSpPr/>
      </dsp:nvSpPr>
      <dsp:spPr>
        <a:xfrm>
          <a:off x="2925355" y="1108100"/>
          <a:ext cx="899218" cy="899218"/>
        </a:xfrm>
        <a:prstGeom prst="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Lorem Ipsum</a:t>
          </a:r>
          <a:endParaRPr lang="en-US" sz="2200" kern="1200" dirty="0"/>
        </a:p>
      </dsp:txBody>
      <dsp:txXfrm>
        <a:off x="2925355" y="1108100"/>
        <a:ext cx="899218" cy="899218"/>
      </dsp:txXfrm>
    </dsp:sp>
    <dsp:sp modelId="{7E6584CA-4E2C-4BF6-AA58-55417D2AA527}">
      <dsp:nvSpPr>
        <dsp:cNvPr id="0" name=""/>
        <dsp:cNvSpPr/>
      </dsp:nvSpPr>
      <dsp:spPr>
        <a:xfrm>
          <a:off x="6112179" y="521460"/>
          <a:ext cx="1659183" cy="1395491"/>
        </a:xfrm>
        <a:prstGeom prst="rect">
          <a:avLst/>
        </a:prstGeom>
        <a:solidFill>
          <a:schemeClr val="accent1">
            <a:tint val="50000"/>
            <a:hueOff val="-1602046"/>
            <a:satOff val="-6637"/>
            <a:lumOff val="5706"/>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1F28DEA8-3144-4C84-B9D7-063E1097882B}">
      <dsp:nvSpPr>
        <dsp:cNvPr id="0" name=""/>
        <dsp:cNvSpPr/>
      </dsp:nvSpPr>
      <dsp:spPr>
        <a:xfrm>
          <a:off x="5494074" y="1108100"/>
          <a:ext cx="899218" cy="899218"/>
        </a:xfrm>
        <a:prstGeom prst="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Lorem Ipsum</a:t>
          </a:r>
          <a:endParaRPr lang="en-US" sz="2200" kern="1200" dirty="0"/>
        </a:p>
      </dsp:txBody>
      <dsp:txXfrm>
        <a:off x="5494074" y="1108100"/>
        <a:ext cx="899218" cy="899218"/>
      </dsp:txXfrm>
    </dsp:sp>
    <dsp:sp modelId="{C79A2387-6C4D-4760-A1A6-6754301A010C}">
      <dsp:nvSpPr>
        <dsp:cNvPr id="0" name=""/>
        <dsp:cNvSpPr/>
      </dsp:nvSpPr>
      <dsp:spPr>
        <a:xfrm>
          <a:off x="2259101" y="2258671"/>
          <a:ext cx="1659183" cy="1395491"/>
        </a:xfrm>
        <a:prstGeom prst="rect">
          <a:avLst/>
        </a:prstGeom>
        <a:solidFill>
          <a:schemeClr val="accent1">
            <a:tint val="50000"/>
            <a:hueOff val="-2403069"/>
            <a:satOff val="-9956"/>
            <a:lumOff val="8559"/>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52347B5F-6CE6-4E8C-9F77-B76DD456B910}">
      <dsp:nvSpPr>
        <dsp:cNvPr id="0" name=""/>
        <dsp:cNvSpPr/>
      </dsp:nvSpPr>
      <dsp:spPr>
        <a:xfrm>
          <a:off x="1640996" y="2845311"/>
          <a:ext cx="899218" cy="899218"/>
        </a:xfrm>
        <a:prstGeom prst="rect">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Lorem Ipsum</a:t>
          </a:r>
        </a:p>
      </dsp:txBody>
      <dsp:txXfrm>
        <a:off x="1640996" y="2845311"/>
        <a:ext cx="899218" cy="899218"/>
      </dsp:txXfrm>
    </dsp:sp>
    <dsp:sp modelId="{02AE1854-A6CA-4A99-9DE0-BDE7CE30FF76}">
      <dsp:nvSpPr>
        <dsp:cNvPr id="0" name=""/>
        <dsp:cNvSpPr/>
      </dsp:nvSpPr>
      <dsp:spPr>
        <a:xfrm>
          <a:off x="4827820" y="2258671"/>
          <a:ext cx="1659183" cy="1395491"/>
        </a:xfrm>
        <a:prstGeom prst="rect">
          <a:avLst/>
        </a:prstGeom>
        <a:solidFill>
          <a:schemeClr val="accent1">
            <a:tint val="50000"/>
            <a:hueOff val="-3204092"/>
            <a:satOff val="-13274"/>
            <a:lumOff val="11412"/>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5A785560-E387-4263-A4E4-7C81667694CD}">
      <dsp:nvSpPr>
        <dsp:cNvPr id="0" name=""/>
        <dsp:cNvSpPr/>
      </dsp:nvSpPr>
      <dsp:spPr>
        <a:xfrm>
          <a:off x="4209715" y="2845311"/>
          <a:ext cx="899218" cy="899218"/>
        </a:xfrm>
        <a:prstGeom prst="rect">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Lorem Ipsum</a:t>
          </a:r>
          <a:endParaRPr lang="en-US" sz="2200" kern="1200" dirty="0"/>
        </a:p>
      </dsp:txBody>
      <dsp:txXfrm>
        <a:off x="4209715" y="2845311"/>
        <a:ext cx="899218" cy="899218"/>
      </dsp:txXfrm>
    </dsp:sp>
  </dsp:spTree>
</dsp:drawing>
</file>

<file path=ppt/diagrams/drawing14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164620-635E-4D52-A1AF-44B71E68DF11}">
      <dsp:nvSpPr>
        <dsp:cNvPr id="0" name=""/>
        <dsp:cNvSpPr/>
      </dsp:nvSpPr>
      <dsp:spPr>
        <a:xfrm>
          <a:off x="815975" y="1478"/>
          <a:ext cx="2030015" cy="1624012"/>
        </a:xfrm>
        <a:prstGeom prst="rect">
          <a:avLst/>
        </a:prstGeom>
        <a:solidFill>
          <a:schemeClr val="accent1">
            <a:tint val="5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9DCE3BF2-82D3-423C-BB2C-10D63F1D54B8}">
      <dsp:nvSpPr>
        <dsp:cNvPr id="0" name=""/>
        <dsp:cNvSpPr/>
      </dsp:nvSpPr>
      <dsp:spPr>
        <a:xfrm>
          <a:off x="998676" y="1463089"/>
          <a:ext cx="1806713" cy="568404"/>
        </a:xfrm>
        <a:prstGeom prst="wedgeRectCallout">
          <a:avLst>
            <a:gd name="adj1" fmla="val 20250"/>
            <a:gd name="adj2" fmla="val -607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t>Lorem Ipsum</a:t>
          </a:r>
          <a:endParaRPr lang="en-US" sz="2400" kern="1200" dirty="0"/>
        </a:p>
      </dsp:txBody>
      <dsp:txXfrm>
        <a:off x="998676" y="1463089"/>
        <a:ext cx="1806713" cy="568404"/>
      </dsp:txXfrm>
    </dsp:sp>
    <dsp:sp modelId="{4875EB44-0270-431E-B5AD-5FC57DAB1702}">
      <dsp:nvSpPr>
        <dsp:cNvPr id="0" name=""/>
        <dsp:cNvSpPr/>
      </dsp:nvSpPr>
      <dsp:spPr>
        <a:xfrm>
          <a:off x="3048992" y="1478"/>
          <a:ext cx="2030015" cy="1624012"/>
        </a:xfrm>
        <a:prstGeom prst="rect">
          <a:avLst/>
        </a:prstGeom>
        <a:solidFill>
          <a:schemeClr val="accent1">
            <a:tint val="50000"/>
            <a:hueOff val="-801023"/>
            <a:satOff val="-3319"/>
            <a:lumOff val="2853"/>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36C5C86A-AED0-40B5-BCA3-9279CD365E94}">
      <dsp:nvSpPr>
        <dsp:cNvPr id="0" name=""/>
        <dsp:cNvSpPr/>
      </dsp:nvSpPr>
      <dsp:spPr>
        <a:xfrm>
          <a:off x="3231693" y="1463089"/>
          <a:ext cx="1806713" cy="568404"/>
        </a:xfrm>
        <a:prstGeom prst="wedgeRectCallout">
          <a:avLst>
            <a:gd name="adj1" fmla="val 20250"/>
            <a:gd name="adj2" fmla="val -607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t>Lorem Ipsum</a:t>
          </a:r>
          <a:endParaRPr lang="en-US" sz="2400" kern="1200" dirty="0"/>
        </a:p>
      </dsp:txBody>
      <dsp:txXfrm>
        <a:off x="3231693" y="1463089"/>
        <a:ext cx="1806713" cy="568404"/>
      </dsp:txXfrm>
    </dsp:sp>
    <dsp:sp modelId="{2FFC8695-12E4-45F8-914E-57F7E4B76770}">
      <dsp:nvSpPr>
        <dsp:cNvPr id="0" name=""/>
        <dsp:cNvSpPr/>
      </dsp:nvSpPr>
      <dsp:spPr>
        <a:xfrm>
          <a:off x="5282009" y="1478"/>
          <a:ext cx="2030015" cy="1624012"/>
        </a:xfrm>
        <a:prstGeom prst="rect">
          <a:avLst/>
        </a:prstGeom>
        <a:solidFill>
          <a:schemeClr val="accent1">
            <a:tint val="50000"/>
            <a:hueOff val="-1602046"/>
            <a:satOff val="-6637"/>
            <a:lumOff val="5706"/>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37231989-4D7B-40E4-8D38-16223047CE17}">
      <dsp:nvSpPr>
        <dsp:cNvPr id="0" name=""/>
        <dsp:cNvSpPr/>
      </dsp:nvSpPr>
      <dsp:spPr>
        <a:xfrm>
          <a:off x="5464710" y="1463089"/>
          <a:ext cx="1806713" cy="568404"/>
        </a:xfrm>
        <a:prstGeom prst="wedgeRectCallout">
          <a:avLst>
            <a:gd name="adj1" fmla="val 20250"/>
            <a:gd name="adj2" fmla="val -6070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t>Lorem Ipsum</a:t>
          </a:r>
          <a:endParaRPr lang="en-US" sz="2400" kern="1200" dirty="0"/>
        </a:p>
      </dsp:txBody>
      <dsp:txXfrm>
        <a:off x="5464710" y="1463089"/>
        <a:ext cx="1806713" cy="568404"/>
      </dsp:txXfrm>
    </dsp:sp>
    <dsp:sp modelId="{F60F9111-E57B-4763-A280-97B01DBF0A39}">
      <dsp:nvSpPr>
        <dsp:cNvPr id="0" name=""/>
        <dsp:cNvSpPr/>
      </dsp:nvSpPr>
      <dsp:spPr>
        <a:xfrm>
          <a:off x="1932483" y="2234495"/>
          <a:ext cx="2030015" cy="1624012"/>
        </a:xfrm>
        <a:prstGeom prst="rect">
          <a:avLst/>
        </a:prstGeom>
        <a:solidFill>
          <a:schemeClr val="accent1">
            <a:tint val="50000"/>
            <a:hueOff val="-2403069"/>
            <a:satOff val="-9956"/>
            <a:lumOff val="8559"/>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CA509F18-8F1D-4E9B-AF57-F7F79D1EB4AB}">
      <dsp:nvSpPr>
        <dsp:cNvPr id="0" name=""/>
        <dsp:cNvSpPr/>
      </dsp:nvSpPr>
      <dsp:spPr>
        <a:xfrm>
          <a:off x="2115185" y="3696107"/>
          <a:ext cx="1806713" cy="568404"/>
        </a:xfrm>
        <a:prstGeom prst="wedgeRectCallout">
          <a:avLst>
            <a:gd name="adj1" fmla="val 20250"/>
            <a:gd name="adj2" fmla="val -6070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Lorem Ipsum</a:t>
          </a:r>
        </a:p>
      </dsp:txBody>
      <dsp:txXfrm>
        <a:off x="2115185" y="3696107"/>
        <a:ext cx="1806713" cy="568404"/>
      </dsp:txXfrm>
    </dsp:sp>
    <dsp:sp modelId="{A7AD3F72-9953-4FC9-A15D-130296EA2D4F}">
      <dsp:nvSpPr>
        <dsp:cNvPr id="0" name=""/>
        <dsp:cNvSpPr/>
      </dsp:nvSpPr>
      <dsp:spPr>
        <a:xfrm>
          <a:off x="4165500" y="2234495"/>
          <a:ext cx="2030015" cy="1624012"/>
        </a:xfrm>
        <a:prstGeom prst="rect">
          <a:avLst/>
        </a:prstGeom>
        <a:solidFill>
          <a:schemeClr val="accent1">
            <a:tint val="50000"/>
            <a:hueOff val="-3204092"/>
            <a:satOff val="-13274"/>
            <a:lumOff val="11412"/>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5307DD9C-5D36-4CFB-97C2-7469140EAF74}">
      <dsp:nvSpPr>
        <dsp:cNvPr id="0" name=""/>
        <dsp:cNvSpPr/>
      </dsp:nvSpPr>
      <dsp:spPr>
        <a:xfrm>
          <a:off x="4348202" y="3696107"/>
          <a:ext cx="1806713" cy="568404"/>
        </a:xfrm>
        <a:prstGeom prst="wedgeRectCallout">
          <a:avLst>
            <a:gd name="adj1" fmla="val 20250"/>
            <a:gd name="adj2" fmla="val -60700"/>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t>Lorem Ipsum</a:t>
          </a:r>
          <a:endParaRPr lang="en-US" sz="2400" kern="1200" dirty="0"/>
        </a:p>
      </dsp:txBody>
      <dsp:txXfrm>
        <a:off x="4348202" y="3696107"/>
        <a:ext cx="1806713" cy="568404"/>
      </dsp:txXfrm>
    </dsp:sp>
  </dsp:spTree>
</dsp:drawing>
</file>

<file path=ppt/diagrams/drawing14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52EEBE-ED3D-44D0-A634-8D8C5B45262B}">
      <dsp:nvSpPr>
        <dsp:cNvPr id="0" name=""/>
        <dsp:cNvSpPr/>
      </dsp:nvSpPr>
      <dsp:spPr>
        <a:xfrm>
          <a:off x="103" y="447924"/>
          <a:ext cx="1842925" cy="1561499"/>
        </a:xfrm>
        <a:prstGeom prst="rect">
          <a:avLst/>
        </a:prstGeom>
        <a:solidFill>
          <a:schemeClr val="accent1">
            <a:tint val="5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686B5BEF-416D-4E6A-9B45-0CC08A878991}">
      <dsp:nvSpPr>
        <dsp:cNvPr id="0" name=""/>
        <dsp:cNvSpPr/>
      </dsp:nvSpPr>
      <dsp:spPr>
        <a:xfrm>
          <a:off x="1597618" y="666438"/>
          <a:ext cx="873888" cy="909545"/>
        </a:xfrm>
        <a:prstGeom prst="roundRect">
          <a:avLst>
            <a:gd name="adj" fmla="val 10000"/>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t>Some text here</a:t>
          </a:r>
        </a:p>
      </dsp:txBody>
      <dsp:txXfrm>
        <a:off x="1623213" y="692033"/>
        <a:ext cx="822698" cy="858355"/>
      </dsp:txXfrm>
    </dsp:sp>
    <dsp:sp modelId="{DEADBA4C-E1EA-4751-BCB5-B4BD5FE645A5}">
      <dsp:nvSpPr>
        <dsp:cNvPr id="0" name=""/>
        <dsp:cNvSpPr/>
      </dsp:nvSpPr>
      <dsp:spPr>
        <a:xfrm>
          <a:off x="103" y="150180"/>
          <a:ext cx="1842925" cy="268884"/>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Lorem Ipsum</a:t>
          </a:r>
        </a:p>
      </dsp:txBody>
      <dsp:txXfrm>
        <a:off x="103" y="150180"/>
        <a:ext cx="1842925" cy="268884"/>
      </dsp:txXfrm>
    </dsp:sp>
    <dsp:sp modelId="{DA0ECE6E-24AD-44F8-9CDC-E2BF44AE258E}">
      <dsp:nvSpPr>
        <dsp:cNvPr id="0" name=""/>
        <dsp:cNvSpPr/>
      </dsp:nvSpPr>
      <dsp:spPr>
        <a:xfrm>
          <a:off x="2828297" y="447924"/>
          <a:ext cx="1842925" cy="1561499"/>
        </a:xfrm>
        <a:prstGeom prst="rect">
          <a:avLst/>
        </a:prstGeom>
        <a:solidFill>
          <a:schemeClr val="accent1">
            <a:tint val="50000"/>
            <a:hueOff val="-801023"/>
            <a:satOff val="-3319"/>
            <a:lumOff val="2853"/>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EDB47086-CA62-4E4D-85A5-8679637C0B6C}">
      <dsp:nvSpPr>
        <dsp:cNvPr id="0" name=""/>
        <dsp:cNvSpPr/>
      </dsp:nvSpPr>
      <dsp:spPr>
        <a:xfrm>
          <a:off x="4425813" y="666438"/>
          <a:ext cx="873888" cy="909545"/>
        </a:xfrm>
        <a:prstGeom prst="roundRect">
          <a:avLst>
            <a:gd name="adj" fmla="val 10000"/>
          </a:avLst>
        </a:prstGeom>
        <a:solidFill>
          <a:schemeClr val="lt1">
            <a:alpha val="90000"/>
            <a:hueOff val="0"/>
            <a:satOff val="0"/>
            <a:lumOff val="0"/>
            <a:alphaOff val="0"/>
          </a:schemeClr>
        </a:solidFill>
        <a:ln w="9525" cap="flat" cmpd="sng" algn="ctr">
          <a:solidFill>
            <a:schemeClr val="accent3">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114300" lvl="1" indent="-114300" algn="l" defTabSz="533400">
            <a:lnSpc>
              <a:spcPct val="90000"/>
            </a:lnSpc>
            <a:spcBef>
              <a:spcPct val="0"/>
            </a:spcBef>
            <a:spcAft>
              <a:spcPct val="15000"/>
            </a:spcAft>
            <a:buChar char="•"/>
          </a:pPr>
          <a:r>
            <a:rPr lang="en-US" sz="1200" kern="1200"/>
            <a:t>Some text here</a:t>
          </a:r>
          <a:endParaRPr lang="en-US" sz="1200" kern="1200" dirty="0"/>
        </a:p>
        <a:p>
          <a:pPr marL="114300" lvl="1" indent="-114300" algn="l" defTabSz="533400">
            <a:lnSpc>
              <a:spcPct val="90000"/>
            </a:lnSpc>
            <a:spcBef>
              <a:spcPct val="0"/>
            </a:spcBef>
            <a:spcAft>
              <a:spcPct val="15000"/>
            </a:spcAft>
            <a:buChar char="•"/>
          </a:pPr>
          <a:r>
            <a:rPr lang="en-US" sz="1200" kern="1200"/>
            <a:t>Some text here</a:t>
          </a:r>
          <a:endParaRPr lang="en-US" sz="1200" kern="1200" dirty="0"/>
        </a:p>
      </dsp:txBody>
      <dsp:txXfrm>
        <a:off x="4451408" y="692033"/>
        <a:ext cx="822698" cy="858355"/>
      </dsp:txXfrm>
    </dsp:sp>
    <dsp:sp modelId="{BFACBE3A-08BE-407C-9DB1-9CDD3FE7D881}">
      <dsp:nvSpPr>
        <dsp:cNvPr id="0" name=""/>
        <dsp:cNvSpPr/>
      </dsp:nvSpPr>
      <dsp:spPr>
        <a:xfrm>
          <a:off x="2828297" y="150180"/>
          <a:ext cx="1842925" cy="268884"/>
        </a:xfrm>
        <a:prstGeom prst="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Lorem Ipsum</a:t>
          </a:r>
        </a:p>
      </dsp:txBody>
      <dsp:txXfrm>
        <a:off x="2828297" y="150180"/>
        <a:ext cx="1842925" cy="268884"/>
      </dsp:txXfrm>
    </dsp:sp>
    <dsp:sp modelId="{95238179-5360-4E82-B4A6-9A346478E473}">
      <dsp:nvSpPr>
        <dsp:cNvPr id="0" name=""/>
        <dsp:cNvSpPr/>
      </dsp:nvSpPr>
      <dsp:spPr>
        <a:xfrm>
          <a:off x="5656492" y="447924"/>
          <a:ext cx="1842925" cy="1561499"/>
        </a:xfrm>
        <a:prstGeom prst="rect">
          <a:avLst/>
        </a:prstGeom>
        <a:solidFill>
          <a:schemeClr val="accent1">
            <a:tint val="50000"/>
            <a:hueOff val="-1602046"/>
            <a:satOff val="-6637"/>
            <a:lumOff val="5706"/>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E79D2075-2D57-44BD-A07B-F73B506B439B}">
      <dsp:nvSpPr>
        <dsp:cNvPr id="0" name=""/>
        <dsp:cNvSpPr/>
      </dsp:nvSpPr>
      <dsp:spPr>
        <a:xfrm>
          <a:off x="7254008" y="666438"/>
          <a:ext cx="873888" cy="909545"/>
        </a:xfrm>
        <a:prstGeom prst="roundRect">
          <a:avLst>
            <a:gd name="adj" fmla="val 10000"/>
          </a:avLst>
        </a:prstGeom>
        <a:solidFill>
          <a:schemeClr val="lt1">
            <a:alpha val="90000"/>
            <a:hueOff val="0"/>
            <a:satOff val="0"/>
            <a:lumOff val="0"/>
            <a:alphaOff val="0"/>
          </a:schemeClr>
        </a:solidFill>
        <a:ln w="9525" cap="flat" cmpd="sng" algn="ctr">
          <a:solidFill>
            <a:schemeClr val="accent4">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Some text here</a:t>
          </a:r>
          <a:endParaRPr lang="en-US" sz="1600" kern="1200" dirty="0"/>
        </a:p>
      </dsp:txBody>
      <dsp:txXfrm>
        <a:off x="7279603" y="692033"/>
        <a:ext cx="822698" cy="858355"/>
      </dsp:txXfrm>
    </dsp:sp>
    <dsp:sp modelId="{8E23F581-453A-44A7-95FA-5F84030036EE}">
      <dsp:nvSpPr>
        <dsp:cNvPr id="0" name=""/>
        <dsp:cNvSpPr/>
      </dsp:nvSpPr>
      <dsp:spPr>
        <a:xfrm>
          <a:off x="5656492" y="150180"/>
          <a:ext cx="1842925" cy="268884"/>
        </a:xfrm>
        <a:prstGeom prst="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Lorem Ipsum</a:t>
          </a:r>
        </a:p>
      </dsp:txBody>
      <dsp:txXfrm>
        <a:off x="5656492" y="150180"/>
        <a:ext cx="1842925" cy="268884"/>
      </dsp:txXfrm>
    </dsp:sp>
    <dsp:sp modelId="{969C91A6-855F-4EA2-B4E7-C682D33C556D}">
      <dsp:nvSpPr>
        <dsp:cNvPr id="0" name=""/>
        <dsp:cNvSpPr/>
      </dsp:nvSpPr>
      <dsp:spPr>
        <a:xfrm>
          <a:off x="1414200" y="2554309"/>
          <a:ext cx="1842925" cy="1561499"/>
        </a:xfrm>
        <a:prstGeom prst="rect">
          <a:avLst/>
        </a:prstGeom>
        <a:solidFill>
          <a:schemeClr val="accent1">
            <a:tint val="50000"/>
            <a:hueOff val="-2403069"/>
            <a:satOff val="-9956"/>
            <a:lumOff val="8559"/>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991034B5-C4B1-4A1B-A12B-50E967C13A38}">
      <dsp:nvSpPr>
        <dsp:cNvPr id="0" name=""/>
        <dsp:cNvSpPr/>
      </dsp:nvSpPr>
      <dsp:spPr>
        <a:xfrm>
          <a:off x="3011716" y="2772822"/>
          <a:ext cx="873888" cy="909545"/>
        </a:xfrm>
        <a:prstGeom prst="roundRect">
          <a:avLst>
            <a:gd name="adj" fmla="val 10000"/>
          </a:avLst>
        </a:prstGeom>
        <a:solidFill>
          <a:schemeClr val="lt1">
            <a:alpha val="90000"/>
            <a:hueOff val="0"/>
            <a:satOff val="0"/>
            <a:lumOff val="0"/>
            <a:alphaOff val="0"/>
          </a:schemeClr>
        </a:solidFill>
        <a:ln w="9525" cap="flat" cmpd="sng" algn="ctr">
          <a:solidFill>
            <a:schemeClr val="accent5">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Some text here</a:t>
          </a:r>
          <a:endParaRPr lang="en-US" sz="1600" kern="1200" dirty="0"/>
        </a:p>
      </dsp:txBody>
      <dsp:txXfrm>
        <a:off x="3037311" y="2798417"/>
        <a:ext cx="822698" cy="858355"/>
      </dsp:txXfrm>
    </dsp:sp>
    <dsp:sp modelId="{191A797B-4CEE-4636-BB1A-B850A11C59AC}">
      <dsp:nvSpPr>
        <dsp:cNvPr id="0" name=""/>
        <dsp:cNvSpPr/>
      </dsp:nvSpPr>
      <dsp:spPr>
        <a:xfrm>
          <a:off x="1414200" y="2256565"/>
          <a:ext cx="1842925" cy="268884"/>
        </a:xfrm>
        <a:prstGeom prst="rect">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Lorem Ipsum</a:t>
          </a:r>
        </a:p>
      </dsp:txBody>
      <dsp:txXfrm>
        <a:off x="1414200" y="2256565"/>
        <a:ext cx="1842925" cy="268884"/>
      </dsp:txXfrm>
    </dsp:sp>
    <dsp:sp modelId="{D5642608-B4F7-440C-8CBE-05BA3132005B}">
      <dsp:nvSpPr>
        <dsp:cNvPr id="0" name=""/>
        <dsp:cNvSpPr/>
      </dsp:nvSpPr>
      <dsp:spPr>
        <a:xfrm>
          <a:off x="4242395" y="2554309"/>
          <a:ext cx="1842925" cy="1561499"/>
        </a:xfrm>
        <a:prstGeom prst="rect">
          <a:avLst/>
        </a:prstGeom>
        <a:solidFill>
          <a:schemeClr val="accent1">
            <a:tint val="50000"/>
            <a:hueOff val="-3204092"/>
            <a:satOff val="-13274"/>
            <a:lumOff val="11412"/>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8187ECE8-ED28-486A-8EFD-E41F9693DA68}">
      <dsp:nvSpPr>
        <dsp:cNvPr id="0" name=""/>
        <dsp:cNvSpPr/>
      </dsp:nvSpPr>
      <dsp:spPr>
        <a:xfrm>
          <a:off x="5839910" y="2772822"/>
          <a:ext cx="873888" cy="909545"/>
        </a:xfrm>
        <a:prstGeom prst="roundRect">
          <a:avLst>
            <a:gd name="adj" fmla="val 10000"/>
          </a:avLst>
        </a:prstGeom>
        <a:solidFill>
          <a:schemeClr val="lt1">
            <a:alpha val="90000"/>
            <a:hueOff val="0"/>
            <a:satOff val="0"/>
            <a:lumOff val="0"/>
            <a:alphaOff val="0"/>
          </a:schemeClr>
        </a:solidFill>
        <a:ln w="9525" cap="flat"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Some text here</a:t>
          </a:r>
        </a:p>
        <a:p>
          <a:pPr marL="114300" lvl="1" indent="-114300" algn="l" defTabSz="533400">
            <a:lnSpc>
              <a:spcPct val="90000"/>
            </a:lnSpc>
            <a:spcBef>
              <a:spcPct val="0"/>
            </a:spcBef>
            <a:spcAft>
              <a:spcPct val="15000"/>
            </a:spcAft>
            <a:buChar char="•"/>
          </a:pPr>
          <a:r>
            <a:rPr lang="en-US" sz="1200" kern="1200" dirty="0"/>
            <a:t>Some text here</a:t>
          </a:r>
        </a:p>
      </dsp:txBody>
      <dsp:txXfrm>
        <a:off x="5865505" y="2798417"/>
        <a:ext cx="822698" cy="858355"/>
      </dsp:txXfrm>
    </dsp:sp>
    <dsp:sp modelId="{3FF0C565-820C-4DC7-9E40-184FEDCAEE84}">
      <dsp:nvSpPr>
        <dsp:cNvPr id="0" name=""/>
        <dsp:cNvSpPr/>
      </dsp:nvSpPr>
      <dsp:spPr>
        <a:xfrm>
          <a:off x="4242395" y="2256565"/>
          <a:ext cx="1842925" cy="268884"/>
        </a:xfrm>
        <a:prstGeom prst="rect">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Lorem Ipsum</a:t>
          </a:r>
        </a:p>
      </dsp:txBody>
      <dsp:txXfrm>
        <a:off x="4242395" y="2256565"/>
        <a:ext cx="1842925" cy="268884"/>
      </dsp:txXfrm>
    </dsp:sp>
  </dsp:spTree>
</dsp:drawing>
</file>

<file path=ppt/diagrams/drawing14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F0F08D-89B9-4409-9C45-F58AFA2C5777}">
      <dsp:nvSpPr>
        <dsp:cNvPr id="0" name=""/>
        <dsp:cNvSpPr/>
      </dsp:nvSpPr>
      <dsp:spPr>
        <a:xfrm>
          <a:off x="1330233" y="39342"/>
          <a:ext cx="1702529" cy="2553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53340" rIns="53340" bIns="0" numCol="1" spcCol="1270" anchor="b" anchorCtr="0">
          <a:noAutofit/>
        </a:bodyPr>
        <a:lstStyle/>
        <a:p>
          <a:pPr marL="0" lvl="0" indent="0" algn="l" defTabSz="622300">
            <a:lnSpc>
              <a:spcPct val="90000"/>
            </a:lnSpc>
            <a:spcBef>
              <a:spcPct val="0"/>
            </a:spcBef>
            <a:spcAft>
              <a:spcPct val="35000"/>
            </a:spcAft>
            <a:buNone/>
          </a:pPr>
          <a:r>
            <a:rPr lang="en-US" sz="1400" kern="1200" dirty="0">
              <a:solidFill>
                <a:schemeClr val="tx2"/>
              </a:solidFill>
            </a:rPr>
            <a:t>Lorem Ipsum</a:t>
          </a:r>
        </a:p>
      </dsp:txBody>
      <dsp:txXfrm>
        <a:off x="1330233" y="39342"/>
        <a:ext cx="1702529" cy="255379"/>
      </dsp:txXfrm>
    </dsp:sp>
    <dsp:sp modelId="{D07543BF-878A-4CC7-B8FC-E00B00E91251}">
      <dsp:nvSpPr>
        <dsp:cNvPr id="0" name=""/>
        <dsp:cNvSpPr/>
      </dsp:nvSpPr>
      <dsp:spPr>
        <a:xfrm>
          <a:off x="1330233" y="345338"/>
          <a:ext cx="1702529" cy="1702529"/>
        </a:xfrm>
        <a:prstGeom prst="rect">
          <a:avLst/>
        </a:prstGeom>
        <a:solidFill>
          <a:schemeClr val="accent1">
            <a:tint val="5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7D1A8BA5-2045-4F78-9EA3-3C67484AAB23}">
      <dsp:nvSpPr>
        <dsp:cNvPr id="0" name=""/>
        <dsp:cNvSpPr/>
      </dsp:nvSpPr>
      <dsp:spPr>
        <a:xfrm>
          <a:off x="3212735" y="39342"/>
          <a:ext cx="1702529" cy="2553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53340" rIns="53340" bIns="0" numCol="1" spcCol="1270" anchor="b" anchorCtr="0">
          <a:noAutofit/>
        </a:bodyPr>
        <a:lstStyle/>
        <a:p>
          <a:pPr marL="0" lvl="0" indent="0" algn="l" defTabSz="622300">
            <a:lnSpc>
              <a:spcPct val="90000"/>
            </a:lnSpc>
            <a:spcBef>
              <a:spcPct val="0"/>
            </a:spcBef>
            <a:spcAft>
              <a:spcPct val="35000"/>
            </a:spcAft>
            <a:buNone/>
          </a:pPr>
          <a:r>
            <a:rPr lang="en-US" sz="1400" kern="1200">
              <a:solidFill>
                <a:schemeClr val="tx2"/>
              </a:solidFill>
            </a:rPr>
            <a:t>Lorem Ipsum</a:t>
          </a:r>
          <a:endParaRPr lang="en-US" sz="1400" kern="1200" dirty="0">
            <a:solidFill>
              <a:schemeClr val="tx2"/>
            </a:solidFill>
          </a:endParaRPr>
        </a:p>
      </dsp:txBody>
      <dsp:txXfrm>
        <a:off x="3212735" y="39342"/>
        <a:ext cx="1702529" cy="255379"/>
      </dsp:txXfrm>
    </dsp:sp>
    <dsp:sp modelId="{51B38638-2100-4FD5-B35D-D3E167F73CA0}">
      <dsp:nvSpPr>
        <dsp:cNvPr id="0" name=""/>
        <dsp:cNvSpPr/>
      </dsp:nvSpPr>
      <dsp:spPr>
        <a:xfrm>
          <a:off x="3212735" y="345338"/>
          <a:ext cx="1702529" cy="1702529"/>
        </a:xfrm>
        <a:prstGeom prst="rect">
          <a:avLst/>
        </a:prstGeom>
        <a:solidFill>
          <a:schemeClr val="accent1">
            <a:tint val="50000"/>
            <a:hueOff val="-640818"/>
            <a:satOff val="-2655"/>
            <a:lumOff val="2282"/>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66B1F773-4415-416E-8754-36A552D97A5E}">
      <dsp:nvSpPr>
        <dsp:cNvPr id="0" name=""/>
        <dsp:cNvSpPr/>
      </dsp:nvSpPr>
      <dsp:spPr>
        <a:xfrm>
          <a:off x="5095236" y="39342"/>
          <a:ext cx="1702529" cy="2553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53340" rIns="53340" bIns="0" numCol="1" spcCol="1270" anchor="b" anchorCtr="0">
          <a:noAutofit/>
        </a:bodyPr>
        <a:lstStyle/>
        <a:p>
          <a:pPr marL="0" lvl="0" indent="0" algn="l" defTabSz="622300">
            <a:lnSpc>
              <a:spcPct val="90000"/>
            </a:lnSpc>
            <a:spcBef>
              <a:spcPct val="0"/>
            </a:spcBef>
            <a:spcAft>
              <a:spcPct val="35000"/>
            </a:spcAft>
            <a:buNone/>
          </a:pPr>
          <a:r>
            <a:rPr lang="en-US" sz="1400" kern="1200">
              <a:solidFill>
                <a:schemeClr val="tx2"/>
              </a:solidFill>
            </a:rPr>
            <a:t>Lorem Ipsum</a:t>
          </a:r>
          <a:endParaRPr lang="en-US" sz="1400" kern="1200" dirty="0">
            <a:solidFill>
              <a:schemeClr val="tx2"/>
            </a:solidFill>
          </a:endParaRPr>
        </a:p>
      </dsp:txBody>
      <dsp:txXfrm>
        <a:off x="5095236" y="39342"/>
        <a:ext cx="1702529" cy="255379"/>
      </dsp:txXfrm>
    </dsp:sp>
    <dsp:sp modelId="{9854A8DF-098A-4FD4-BFEC-0CEAFADC94B6}">
      <dsp:nvSpPr>
        <dsp:cNvPr id="0" name=""/>
        <dsp:cNvSpPr/>
      </dsp:nvSpPr>
      <dsp:spPr>
        <a:xfrm>
          <a:off x="5095236" y="345338"/>
          <a:ext cx="1702529" cy="1702529"/>
        </a:xfrm>
        <a:prstGeom prst="rect">
          <a:avLst/>
        </a:prstGeom>
        <a:solidFill>
          <a:schemeClr val="accent1">
            <a:tint val="50000"/>
            <a:hueOff val="-1281637"/>
            <a:satOff val="-5310"/>
            <a:lumOff val="4565"/>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D26B6624-0B28-477C-89A0-41B62E69B349}">
      <dsp:nvSpPr>
        <dsp:cNvPr id="0" name=""/>
        <dsp:cNvSpPr/>
      </dsp:nvSpPr>
      <dsp:spPr>
        <a:xfrm>
          <a:off x="1330233" y="2218121"/>
          <a:ext cx="1702529" cy="2553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53340" rIns="53340" bIns="0" numCol="1" spcCol="1270" anchor="b" anchorCtr="0">
          <a:noAutofit/>
        </a:bodyPr>
        <a:lstStyle/>
        <a:p>
          <a:pPr marL="0" lvl="0" indent="0" algn="l" defTabSz="622300">
            <a:lnSpc>
              <a:spcPct val="90000"/>
            </a:lnSpc>
            <a:spcBef>
              <a:spcPct val="0"/>
            </a:spcBef>
            <a:spcAft>
              <a:spcPct val="35000"/>
            </a:spcAft>
            <a:buNone/>
          </a:pPr>
          <a:r>
            <a:rPr lang="en-US" sz="1400" kern="1200">
              <a:solidFill>
                <a:schemeClr val="tx2"/>
              </a:solidFill>
            </a:rPr>
            <a:t>Lorem Ipsum</a:t>
          </a:r>
          <a:endParaRPr lang="en-US" sz="1400" kern="1200" dirty="0">
            <a:solidFill>
              <a:schemeClr val="tx2"/>
            </a:solidFill>
          </a:endParaRPr>
        </a:p>
      </dsp:txBody>
      <dsp:txXfrm>
        <a:off x="1330233" y="2218121"/>
        <a:ext cx="1702529" cy="255379"/>
      </dsp:txXfrm>
    </dsp:sp>
    <dsp:sp modelId="{2C8FF669-6738-4E17-A201-1C49705EF124}">
      <dsp:nvSpPr>
        <dsp:cNvPr id="0" name=""/>
        <dsp:cNvSpPr/>
      </dsp:nvSpPr>
      <dsp:spPr>
        <a:xfrm>
          <a:off x="1330233" y="2524117"/>
          <a:ext cx="1702529" cy="1702529"/>
        </a:xfrm>
        <a:prstGeom prst="rect">
          <a:avLst/>
        </a:prstGeom>
        <a:solidFill>
          <a:schemeClr val="accent1">
            <a:tint val="50000"/>
            <a:hueOff val="-1922455"/>
            <a:satOff val="-7964"/>
            <a:lumOff val="6847"/>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0763D561-321B-4309-850C-96E34A7A0200}">
      <dsp:nvSpPr>
        <dsp:cNvPr id="0" name=""/>
        <dsp:cNvSpPr/>
      </dsp:nvSpPr>
      <dsp:spPr>
        <a:xfrm>
          <a:off x="3212735" y="2218121"/>
          <a:ext cx="1702529" cy="2553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53340" rIns="53340" bIns="0" numCol="1" spcCol="1270" anchor="b" anchorCtr="0">
          <a:noAutofit/>
        </a:bodyPr>
        <a:lstStyle/>
        <a:p>
          <a:pPr marL="0" lvl="0" indent="0" algn="l" defTabSz="622300">
            <a:lnSpc>
              <a:spcPct val="90000"/>
            </a:lnSpc>
            <a:spcBef>
              <a:spcPct val="0"/>
            </a:spcBef>
            <a:spcAft>
              <a:spcPct val="35000"/>
            </a:spcAft>
            <a:buNone/>
          </a:pPr>
          <a:r>
            <a:rPr lang="en-US" sz="1400" kern="1200" dirty="0">
              <a:solidFill>
                <a:schemeClr val="tx2"/>
              </a:solidFill>
            </a:rPr>
            <a:t>Lorem Ipsum</a:t>
          </a:r>
        </a:p>
      </dsp:txBody>
      <dsp:txXfrm>
        <a:off x="3212735" y="2218121"/>
        <a:ext cx="1702529" cy="255379"/>
      </dsp:txXfrm>
    </dsp:sp>
    <dsp:sp modelId="{4BB689B5-3DA2-425E-9F08-C0C05A580031}">
      <dsp:nvSpPr>
        <dsp:cNvPr id="0" name=""/>
        <dsp:cNvSpPr/>
      </dsp:nvSpPr>
      <dsp:spPr>
        <a:xfrm>
          <a:off x="3212735" y="2524117"/>
          <a:ext cx="1702529" cy="1702529"/>
        </a:xfrm>
        <a:prstGeom prst="rect">
          <a:avLst/>
        </a:prstGeom>
        <a:solidFill>
          <a:schemeClr val="accent1">
            <a:tint val="50000"/>
            <a:hueOff val="-2563274"/>
            <a:satOff val="-10619"/>
            <a:lumOff val="913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75E761C4-4912-4C8A-8A68-C510923E6FC2}">
      <dsp:nvSpPr>
        <dsp:cNvPr id="0" name=""/>
        <dsp:cNvSpPr/>
      </dsp:nvSpPr>
      <dsp:spPr>
        <a:xfrm>
          <a:off x="5095236" y="2218121"/>
          <a:ext cx="1702529" cy="2553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53340" rIns="53340" bIns="0" numCol="1" spcCol="1270" anchor="b" anchorCtr="0">
          <a:noAutofit/>
        </a:bodyPr>
        <a:lstStyle/>
        <a:p>
          <a:pPr marL="0" lvl="0" indent="0" algn="l" defTabSz="622300">
            <a:lnSpc>
              <a:spcPct val="90000"/>
            </a:lnSpc>
            <a:spcBef>
              <a:spcPct val="0"/>
            </a:spcBef>
            <a:spcAft>
              <a:spcPct val="35000"/>
            </a:spcAft>
            <a:buNone/>
          </a:pPr>
          <a:r>
            <a:rPr lang="en-US" sz="1400" kern="1200">
              <a:solidFill>
                <a:schemeClr val="tx2"/>
              </a:solidFill>
            </a:rPr>
            <a:t>Lorem Ipsum</a:t>
          </a:r>
          <a:endParaRPr lang="en-US" sz="1400" kern="1200" dirty="0">
            <a:solidFill>
              <a:schemeClr val="tx2"/>
            </a:solidFill>
          </a:endParaRPr>
        </a:p>
      </dsp:txBody>
      <dsp:txXfrm>
        <a:off x="5095236" y="2218121"/>
        <a:ext cx="1702529" cy="255379"/>
      </dsp:txXfrm>
    </dsp:sp>
    <dsp:sp modelId="{1DA0868C-3218-4345-A8A3-FA042C6C250F}">
      <dsp:nvSpPr>
        <dsp:cNvPr id="0" name=""/>
        <dsp:cNvSpPr/>
      </dsp:nvSpPr>
      <dsp:spPr>
        <a:xfrm>
          <a:off x="5095236" y="2524117"/>
          <a:ext cx="1702529" cy="1702529"/>
        </a:xfrm>
        <a:prstGeom prst="rect">
          <a:avLst/>
        </a:prstGeom>
        <a:solidFill>
          <a:schemeClr val="accent1">
            <a:tint val="50000"/>
            <a:hueOff val="-3204092"/>
            <a:satOff val="-13274"/>
            <a:lumOff val="11412"/>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Tree>
</dsp:drawing>
</file>

<file path=ppt/diagrams/drawing14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12A6FC-6F95-4ADE-BB3B-633F68B2B71F}">
      <dsp:nvSpPr>
        <dsp:cNvPr id="0" name=""/>
        <dsp:cNvSpPr/>
      </dsp:nvSpPr>
      <dsp:spPr>
        <a:xfrm>
          <a:off x="926529" y="3024520"/>
          <a:ext cx="1241469" cy="1241469"/>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CF527B13-6987-4AF2-8C56-858DE2B7BD92}">
      <dsp:nvSpPr>
        <dsp:cNvPr id="0" name=""/>
        <dsp:cNvSpPr/>
      </dsp:nvSpPr>
      <dsp:spPr>
        <a:xfrm rot="16200000">
          <a:off x="181647" y="3521108"/>
          <a:ext cx="1241469" cy="2482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60" tIns="10160" rIns="10160" bIns="10160" numCol="1" spcCol="1270" anchor="b" anchorCtr="0">
          <a:noAutofit/>
        </a:bodyPr>
        <a:lstStyle/>
        <a:p>
          <a:pPr marL="0" lvl="0" indent="0" algn="l" defTabSz="711200">
            <a:lnSpc>
              <a:spcPct val="90000"/>
            </a:lnSpc>
            <a:spcBef>
              <a:spcPct val="0"/>
            </a:spcBef>
            <a:spcAft>
              <a:spcPct val="35000"/>
            </a:spcAft>
            <a:buNone/>
          </a:pPr>
          <a:r>
            <a:rPr lang="en-US" sz="1600" kern="1200"/>
            <a:t>Lorem Ipsum</a:t>
          </a:r>
          <a:endParaRPr lang="en-US" sz="1600" kern="1200" dirty="0"/>
        </a:p>
      </dsp:txBody>
      <dsp:txXfrm>
        <a:off x="181647" y="3521108"/>
        <a:ext cx="1241469" cy="248293"/>
      </dsp:txXfrm>
    </dsp:sp>
    <dsp:sp modelId="{C8965EB7-0C3D-4350-B421-2ABA5260768A}">
      <dsp:nvSpPr>
        <dsp:cNvPr id="0" name=""/>
        <dsp:cNvSpPr/>
      </dsp:nvSpPr>
      <dsp:spPr>
        <a:xfrm>
          <a:off x="2416529" y="3024520"/>
          <a:ext cx="1241469" cy="1241469"/>
        </a:xfrm>
        <a:prstGeom prst="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1464247D-2BEE-4416-80AC-61157E0BBD0F}">
      <dsp:nvSpPr>
        <dsp:cNvPr id="0" name=""/>
        <dsp:cNvSpPr/>
      </dsp:nvSpPr>
      <dsp:spPr>
        <a:xfrm rot="16200000">
          <a:off x="1671647" y="3521108"/>
          <a:ext cx="1241469" cy="2482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60" tIns="10160" rIns="10160" bIns="10160" numCol="1" spcCol="1270" anchor="b" anchorCtr="0">
          <a:noAutofit/>
        </a:bodyPr>
        <a:lstStyle/>
        <a:p>
          <a:pPr marL="0" lvl="0" indent="0" algn="l" defTabSz="711200">
            <a:lnSpc>
              <a:spcPct val="90000"/>
            </a:lnSpc>
            <a:spcBef>
              <a:spcPct val="0"/>
            </a:spcBef>
            <a:spcAft>
              <a:spcPct val="35000"/>
            </a:spcAft>
            <a:buNone/>
          </a:pPr>
          <a:r>
            <a:rPr lang="en-US" sz="1600" kern="1200"/>
            <a:t>Lorem Ipsum</a:t>
          </a:r>
          <a:endParaRPr lang="en-US" sz="1600" kern="1200" dirty="0"/>
        </a:p>
      </dsp:txBody>
      <dsp:txXfrm>
        <a:off x="1671647" y="3521108"/>
        <a:ext cx="1241469" cy="248293"/>
      </dsp:txXfrm>
    </dsp:sp>
    <dsp:sp modelId="{42919AAE-3086-4584-BDB2-72EED76A1167}">
      <dsp:nvSpPr>
        <dsp:cNvPr id="0" name=""/>
        <dsp:cNvSpPr/>
      </dsp:nvSpPr>
      <dsp:spPr>
        <a:xfrm>
          <a:off x="3906529" y="3024520"/>
          <a:ext cx="1241469" cy="1241469"/>
        </a:xfrm>
        <a:prstGeom prst="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w="9525" cap="flat" cmpd="sng" algn="ctr">
          <a:solidFill>
            <a:schemeClr val="accent4">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C30C40D5-2D95-4741-9B40-4ADAE5F64119}">
      <dsp:nvSpPr>
        <dsp:cNvPr id="0" name=""/>
        <dsp:cNvSpPr/>
      </dsp:nvSpPr>
      <dsp:spPr>
        <a:xfrm rot="16200000">
          <a:off x="3161647" y="3521108"/>
          <a:ext cx="1241469" cy="2482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60" tIns="10160" rIns="10160" bIns="10160" numCol="1" spcCol="1270" anchor="b" anchorCtr="0">
          <a:noAutofit/>
        </a:bodyPr>
        <a:lstStyle/>
        <a:p>
          <a:pPr marL="0" lvl="0" indent="0" algn="l" defTabSz="711200">
            <a:lnSpc>
              <a:spcPct val="90000"/>
            </a:lnSpc>
            <a:spcBef>
              <a:spcPct val="0"/>
            </a:spcBef>
            <a:spcAft>
              <a:spcPct val="35000"/>
            </a:spcAft>
            <a:buNone/>
          </a:pPr>
          <a:r>
            <a:rPr lang="en-US" sz="1600" kern="1200"/>
            <a:t>Lorem Ipsum</a:t>
          </a:r>
          <a:endParaRPr lang="en-US" sz="1600" kern="1200" dirty="0"/>
        </a:p>
      </dsp:txBody>
      <dsp:txXfrm>
        <a:off x="3161647" y="3521108"/>
        <a:ext cx="1241469" cy="248293"/>
      </dsp:txXfrm>
    </dsp:sp>
    <dsp:sp modelId="{2830BB07-8465-4468-8698-F463DD0D9561}">
      <dsp:nvSpPr>
        <dsp:cNvPr id="0" name=""/>
        <dsp:cNvSpPr/>
      </dsp:nvSpPr>
      <dsp:spPr>
        <a:xfrm>
          <a:off x="2416529" y="1614707"/>
          <a:ext cx="1241469" cy="1241469"/>
        </a:xfrm>
        <a:prstGeom prst="rect">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w="9525" cap="flat" cmpd="sng" algn="ctr">
          <a:solidFill>
            <a:schemeClr val="accent5">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5DEFDF4D-AA14-4BE8-86E6-2606A02CA2F1}">
      <dsp:nvSpPr>
        <dsp:cNvPr id="0" name=""/>
        <dsp:cNvSpPr/>
      </dsp:nvSpPr>
      <dsp:spPr>
        <a:xfrm rot="16200000">
          <a:off x="1671647" y="2111295"/>
          <a:ext cx="1241469" cy="2482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60" tIns="10160" rIns="10160" bIns="10160" numCol="1" spcCol="1270" anchor="b" anchorCtr="0">
          <a:noAutofit/>
        </a:bodyPr>
        <a:lstStyle/>
        <a:p>
          <a:pPr marL="0" lvl="0" indent="0" algn="l" defTabSz="711200">
            <a:lnSpc>
              <a:spcPct val="90000"/>
            </a:lnSpc>
            <a:spcBef>
              <a:spcPct val="0"/>
            </a:spcBef>
            <a:spcAft>
              <a:spcPct val="35000"/>
            </a:spcAft>
            <a:buNone/>
          </a:pPr>
          <a:r>
            <a:rPr lang="en-US" sz="1600" kern="1200" dirty="0"/>
            <a:t>Lorem Ipsum</a:t>
          </a:r>
        </a:p>
      </dsp:txBody>
      <dsp:txXfrm>
        <a:off x="1671647" y="2111295"/>
        <a:ext cx="1241469" cy="248293"/>
      </dsp:txXfrm>
    </dsp:sp>
    <dsp:sp modelId="{B172D77D-192E-4FDE-B90C-25AF19D4352C}">
      <dsp:nvSpPr>
        <dsp:cNvPr id="0" name=""/>
        <dsp:cNvSpPr/>
      </dsp:nvSpPr>
      <dsp:spPr>
        <a:xfrm>
          <a:off x="3906529" y="1614707"/>
          <a:ext cx="1241469" cy="1241469"/>
        </a:xfrm>
        <a:prstGeom prst="rect">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w="9525" cap="flat" cmpd="sng" algn="ctr">
          <a:solidFill>
            <a:schemeClr val="accent6">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66CB3F89-275E-4E2F-881B-1634EC231785}">
      <dsp:nvSpPr>
        <dsp:cNvPr id="0" name=""/>
        <dsp:cNvSpPr/>
      </dsp:nvSpPr>
      <dsp:spPr>
        <a:xfrm rot="16200000">
          <a:off x="3161647" y="2111295"/>
          <a:ext cx="1241469" cy="2482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60" tIns="10160" rIns="10160" bIns="10160" numCol="1" spcCol="1270" anchor="b" anchorCtr="0">
          <a:noAutofit/>
        </a:bodyPr>
        <a:lstStyle/>
        <a:p>
          <a:pPr marL="0" lvl="0" indent="0" algn="l" defTabSz="711200">
            <a:lnSpc>
              <a:spcPct val="90000"/>
            </a:lnSpc>
            <a:spcBef>
              <a:spcPct val="0"/>
            </a:spcBef>
            <a:spcAft>
              <a:spcPct val="35000"/>
            </a:spcAft>
            <a:buNone/>
          </a:pPr>
          <a:r>
            <a:rPr lang="en-US" sz="1600" kern="1200" dirty="0"/>
            <a:t>Lorem Ipsum</a:t>
          </a:r>
        </a:p>
      </dsp:txBody>
      <dsp:txXfrm>
        <a:off x="3161647" y="2111295"/>
        <a:ext cx="1241469" cy="248293"/>
      </dsp:txXfrm>
    </dsp:sp>
    <dsp:sp modelId="{BE6B1EC9-B48D-45CA-BA8A-786C2EF36141}">
      <dsp:nvSpPr>
        <dsp:cNvPr id="0" name=""/>
        <dsp:cNvSpPr/>
      </dsp:nvSpPr>
      <dsp:spPr>
        <a:xfrm>
          <a:off x="5396530" y="1614707"/>
          <a:ext cx="1241469" cy="1241469"/>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ED88CE07-D75A-4711-81FF-8873D8C06720}">
      <dsp:nvSpPr>
        <dsp:cNvPr id="0" name=""/>
        <dsp:cNvSpPr/>
      </dsp:nvSpPr>
      <dsp:spPr>
        <a:xfrm rot="16200000">
          <a:off x="4651648" y="2111295"/>
          <a:ext cx="1241469" cy="2482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60" tIns="10160" rIns="10160" bIns="10160" numCol="1" spcCol="1270" anchor="b" anchorCtr="0">
          <a:noAutofit/>
        </a:bodyPr>
        <a:lstStyle/>
        <a:p>
          <a:pPr marL="0" lvl="0" indent="0" algn="l" defTabSz="711200">
            <a:lnSpc>
              <a:spcPct val="90000"/>
            </a:lnSpc>
            <a:spcBef>
              <a:spcPct val="0"/>
            </a:spcBef>
            <a:spcAft>
              <a:spcPct val="35000"/>
            </a:spcAft>
            <a:buNone/>
          </a:pPr>
          <a:r>
            <a:rPr lang="en-US" sz="1600" kern="1200"/>
            <a:t>Lorem Ipsum</a:t>
          </a:r>
          <a:endParaRPr lang="en-US" sz="1600" kern="1200" dirty="0"/>
        </a:p>
      </dsp:txBody>
      <dsp:txXfrm>
        <a:off x="4651648" y="2111295"/>
        <a:ext cx="1241469" cy="248293"/>
      </dsp:txXfrm>
    </dsp:sp>
    <dsp:sp modelId="{CF3A15C4-C87E-452D-B3D4-A94485E6C505}">
      <dsp:nvSpPr>
        <dsp:cNvPr id="0" name=""/>
        <dsp:cNvSpPr/>
      </dsp:nvSpPr>
      <dsp:spPr>
        <a:xfrm>
          <a:off x="3906529" y="204894"/>
          <a:ext cx="1241469" cy="1241469"/>
        </a:xfrm>
        <a:prstGeom prst="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7FD47B72-1D0B-41EC-935D-CECE9BD1D1CF}">
      <dsp:nvSpPr>
        <dsp:cNvPr id="0" name=""/>
        <dsp:cNvSpPr/>
      </dsp:nvSpPr>
      <dsp:spPr>
        <a:xfrm rot="16200000">
          <a:off x="3161647" y="701482"/>
          <a:ext cx="1241469" cy="2482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60" tIns="10160" rIns="10160" bIns="10160" numCol="1" spcCol="1270" anchor="b" anchorCtr="0">
          <a:noAutofit/>
        </a:bodyPr>
        <a:lstStyle/>
        <a:p>
          <a:pPr marL="0" lvl="0" indent="0" algn="l" defTabSz="711200">
            <a:lnSpc>
              <a:spcPct val="90000"/>
            </a:lnSpc>
            <a:spcBef>
              <a:spcPct val="0"/>
            </a:spcBef>
            <a:spcAft>
              <a:spcPct val="35000"/>
            </a:spcAft>
            <a:buNone/>
          </a:pPr>
          <a:r>
            <a:rPr lang="en-US" sz="1600" kern="1200"/>
            <a:t>Lorem Ipsum</a:t>
          </a:r>
          <a:endParaRPr lang="en-US" sz="1600" kern="1200" dirty="0"/>
        </a:p>
      </dsp:txBody>
      <dsp:txXfrm>
        <a:off x="3161647" y="701482"/>
        <a:ext cx="1241469" cy="248293"/>
      </dsp:txXfrm>
    </dsp:sp>
    <dsp:sp modelId="{076A031E-BE22-4AB7-BC4E-7CB48105A8C2}">
      <dsp:nvSpPr>
        <dsp:cNvPr id="0" name=""/>
        <dsp:cNvSpPr/>
      </dsp:nvSpPr>
      <dsp:spPr>
        <a:xfrm>
          <a:off x="5396530" y="204894"/>
          <a:ext cx="1241469" cy="1241469"/>
        </a:xfrm>
        <a:prstGeom prst="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w="9525" cap="flat" cmpd="sng" algn="ctr">
          <a:solidFill>
            <a:schemeClr val="accent4">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27681E4B-29F5-4885-AD05-161FA0C0485B}">
      <dsp:nvSpPr>
        <dsp:cNvPr id="0" name=""/>
        <dsp:cNvSpPr/>
      </dsp:nvSpPr>
      <dsp:spPr>
        <a:xfrm rot="16200000">
          <a:off x="4651648" y="701482"/>
          <a:ext cx="1241469" cy="2482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60" tIns="10160" rIns="10160" bIns="10160" numCol="1" spcCol="1270" anchor="b" anchorCtr="0">
          <a:noAutofit/>
        </a:bodyPr>
        <a:lstStyle/>
        <a:p>
          <a:pPr marL="0" lvl="0" indent="0" algn="l" defTabSz="711200">
            <a:lnSpc>
              <a:spcPct val="90000"/>
            </a:lnSpc>
            <a:spcBef>
              <a:spcPct val="0"/>
            </a:spcBef>
            <a:spcAft>
              <a:spcPct val="35000"/>
            </a:spcAft>
            <a:buNone/>
          </a:pPr>
          <a:r>
            <a:rPr lang="en-US" sz="1600" kern="1200"/>
            <a:t>Lorem Ipsum</a:t>
          </a:r>
          <a:endParaRPr lang="en-US" sz="1600" kern="1200" dirty="0"/>
        </a:p>
      </dsp:txBody>
      <dsp:txXfrm>
        <a:off x="4651648" y="701482"/>
        <a:ext cx="1241469" cy="248293"/>
      </dsp:txXfrm>
    </dsp:sp>
    <dsp:sp modelId="{5AFA9453-11BF-4944-AC33-7C7326EA51D9}">
      <dsp:nvSpPr>
        <dsp:cNvPr id="0" name=""/>
        <dsp:cNvSpPr/>
      </dsp:nvSpPr>
      <dsp:spPr>
        <a:xfrm>
          <a:off x="6886530" y="204894"/>
          <a:ext cx="1241469" cy="1241469"/>
        </a:xfrm>
        <a:prstGeom prst="rect">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w="9525" cap="flat" cmpd="sng" algn="ctr">
          <a:solidFill>
            <a:schemeClr val="accent5">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AAAF173F-E5A1-4D05-B066-118EBF9EA1C9}">
      <dsp:nvSpPr>
        <dsp:cNvPr id="0" name=""/>
        <dsp:cNvSpPr/>
      </dsp:nvSpPr>
      <dsp:spPr>
        <a:xfrm rot="16200000">
          <a:off x="6141648" y="701482"/>
          <a:ext cx="1241469" cy="2482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160" tIns="10160" rIns="10160" bIns="10160" numCol="1" spcCol="1270" anchor="b" anchorCtr="0">
          <a:noAutofit/>
        </a:bodyPr>
        <a:lstStyle/>
        <a:p>
          <a:pPr marL="0" lvl="0" indent="0" algn="l" defTabSz="711200">
            <a:lnSpc>
              <a:spcPct val="90000"/>
            </a:lnSpc>
            <a:spcBef>
              <a:spcPct val="0"/>
            </a:spcBef>
            <a:spcAft>
              <a:spcPct val="35000"/>
            </a:spcAft>
            <a:buNone/>
          </a:pPr>
          <a:r>
            <a:rPr lang="en-US" sz="1600" kern="1200"/>
            <a:t>Lorem Ipsum</a:t>
          </a:r>
          <a:endParaRPr lang="en-US" sz="1600" kern="1200" dirty="0"/>
        </a:p>
      </dsp:txBody>
      <dsp:txXfrm>
        <a:off x="6141648" y="701482"/>
        <a:ext cx="1241469" cy="248293"/>
      </dsp:txXfrm>
    </dsp:sp>
  </dsp:spTree>
</dsp:drawing>
</file>

<file path=ppt/diagrams/drawing15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71E1D4-6EB4-4F2E-A458-4CD70F7C30C7}">
      <dsp:nvSpPr>
        <dsp:cNvPr id="0" name=""/>
        <dsp:cNvSpPr/>
      </dsp:nvSpPr>
      <dsp:spPr>
        <a:xfrm>
          <a:off x="2271409" y="1246095"/>
          <a:ext cx="2883910" cy="1778917"/>
        </a:xfrm>
        <a:prstGeom prst="rect">
          <a:avLst/>
        </a:prstGeom>
        <a:solidFill>
          <a:schemeClr val="accent5">
            <a:tint val="5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2D94B460-4CDE-4FCF-B5F1-FD8EC97E155F}">
      <dsp:nvSpPr>
        <dsp:cNvPr id="0" name=""/>
        <dsp:cNvSpPr/>
      </dsp:nvSpPr>
      <dsp:spPr>
        <a:xfrm>
          <a:off x="2412687" y="1380474"/>
          <a:ext cx="2605961" cy="1499495"/>
        </a:xfrm>
        <a:prstGeom prst="rect">
          <a:avLst/>
        </a:prstGeom>
        <a:noFill/>
        <a:ln w="9525" cap="flat" cmpd="sng" algn="ctr">
          <a:solidFill>
            <a:schemeClr val="accent5">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2585404A-44BD-4A42-862F-9667243222F9}">
      <dsp:nvSpPr>
        <dsp:cNvPr id="0" name=""/>
        <dsp:cNvSpPr/>
      </dsp:nvSpPr>
      <dsp:spPr>
        <a:xfrm>
          <a:off x="2412687" y="2429481"/>
          <a:ext cx="2605961" cy="453474"/>
        </a:xfrm>
        <a:prstGeom prst="rect">
          <a:avLst/>
        </a:prstGeom>
        <a:noFill/>
        <a:ln>
          <a:noFill/>
        </a:ln>
        <a:effectLst>
          <a:outerShdw blurRad="40000" dist="23000" dir="5400000" rotWithShape="0">
            <a:srgbClr val="000000">
              <a:alpha val="35000"/>
            </a:srgbClr>
          </a:outerShdw>
        </a:effectLst>
        <a:sp3d/>
      </dsp:spPr>
      <dsp:style>
        <a:lnRef idx="0">
          <a:scrgbClr r="0" g="0" b="0"/>
        </a:lnRef>
        <a:fillRef idx="1">
          <a:scrgbClr r="0" g="0" b="0"/>
        </a:fillRef>
        <a:effectRef idx="2">
          <a:scrgbClr r="0" g="0" b="0"/>
        </a:effectRef>
        <a:fontRef idx="minor"/>
      </dsp:style>
      <dsp:txBody>
        <a:bodyPr spcFirstLastPara="0" vert="horz" wrap="square" lIns="19050" tIns="6350" rIns="19050" bIns="0" numCol="1" spcCol="1270" anchor="b" anchorCtr="0">
          <a:noAutofit/>
        </a:bodyPr>
        <a:lstStyle/>
        <a:p>
          <a:pPr marL="0" lvl="0" indent="0" algn="r" defTabSz="444500">
            <a:lnSpc>
              <a:spcPct val="100000"/>
            </a:lnSpc>
            <a:spcBef>
              <a:spcPct val="0"/>
            </a:spcBef>
            <a:spcAft>
              <a:spcPct val="35000"/>
            </a:spcAft>
            <a:buNone/>
          </a:pPr>
          <a:r>
            <a:rPr lang="en-US" sz="1000" kern="1200"/>
            <a:t>Lorem Ipsum</a:t>
          </a:r>
          <a:endParaRPr lang="en-US" sz="1000" kern="1200" dirty="0"/>
        </a:p>
      </dsp:txBody>
      <dsp:txXfrm>
        <a:off x="2412687" y="2429481"/>
        <a:ext cx="2605961" cy="453474"/>
      </dsp:txXfrm>
    </dsp:sp>
    <dsp:sp modelId="{222ACCA0-3990-4AE1-ABBC-5AEDBCD72342}">
      <dsp:nvSpPr>
        <dsp:cNvPr id="0" name=""/>
        <dsp:cNvSpPr/>
      </dsp:nvSpPr>
      <dsp:spPr>
        <a:xfrm>
          <a:off x="4035334" y="0"/>
          <a:ext cx="1128686" cy="1151390"/>
        </a:xfrm>
        <a:prstGeom prst="rect">
          <a:avLst/>
        </a:prstGeom>
        <a:solidFill>
          <a:schemeClr val="accent5">
            <a:tint val="50000"/>
            <a:hueOff val="4305615"/>
            <a:satOff val="-9025"/>
            <a:lumOff val="2401"/>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B41B059F-AC81-4D38-ACD2-9544CFCB8B10}">
      <dsp:nvSpPr>
        <dsp:cNvPr id="0" name=""/>
        <dsp:cNvSpPr/>
      </dsp:nvSpPr>
      <dsp:spPr>
        <a:xfrm>
          <a:off x="4104950" y="69962"/>
          <a:ext cx="988944" cy="1011466"/>
        </a:xfrm>
        <a:prstGeom prst="rect">
          <a:avLst/>
        </a:prstGeom>
        <a:noFill/>
        <a:ln w="9525" cap="flat" cmpd="sng" algn="ctr">
          <a:solidFill>
            <a:schemeClr val="accent5">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19BB0C95-E428-463C-8497-966625004A23}">
      <dsp:nvSpPr>
        <dsp:cNvPr id="0" name=""/>
        <dsp:cNvSpPr/>
      </dsp:nvSpPr>
      <dsp:spPr>
        <a:xfrm>
          <a:off x="4103926" y="778969"/>
          <a:ext cx="988944" cy="302458"/>
        </a:xfrm>
        <a:prstGeom prst="rect">
          <a:avLst/>
        </a:prstGeom>
        <a:noFill/>
        <a:ln>
          <a:noFill/>
        </a:ln>
        <a:effectLst>
          <a:outerShdw blurRad="40000" dist="23000" dir="5400000" rotWithShape="0">
            <a:srgbClr val="000000">
              <a:alpha val="35000"/>
            </a:srgbClr>
          </a:outerShdw>
        </a:effectLst>
        <a:sp3d/>
      </dsp:spPr>
      <dsp:style>
        <a:lnRef idx="0">
          <a:scrgbClr r="0" g="0" b="0"/>
        </a:lnRef>
        <a:fillRef idx="1">
          <a:scrgbClr r="0" g="0" b="0"/>
        </a:fillRef>
        <a:effectRef idx="2">
          <a:scrgbClr r="0" g="0" b="0"/>
        </a:effectRef>
        <a:fontRef idx="minor"/>
      </dsp:style>
      <dsp:txBody>
        <a:bodyPr spcFirstLastPara="0" vert="horz" wrap="square" lIns="19050" tIns="6350" rIns="19050" bIns="0" numCol="1" spcCol="1270" anchor="b" anchorCtr="0">
          <a:noAutofit/>
        </a:bodyPr>
        <a:lstStyle/>
        <a:p>
          <a:pPr marL="0" lvl="0" indent="0" algn="r" defTabSz="444500">
            <a:lnSpc>
              <a:spcPct val="90000"/>
            </a:lnSpc>
            <a:spcBef>
              <a:spcPct val="0"/>
            </a:spcBef>
            <a:spcAft>
              <a:spcPct val="35000"/>
            </a:spcAft>
            <a:buNone/>
          </a:pPr>
          <a:r>
            <a:rPr lang="en-US" sz="1000" kern="1200"/>
            <a:t>Lorem Ipsum</a:t>
          </a:r>
          <a:endParaRPr lang="en-US" sz="1000" kern="1200" dirty="0"/>
        </a:p>
      </dsp:txBody>
      <dsp:txXfrm>
        <a:off x="4103926" y="778969"/>
        <a:ext cx="988944" cy="302458"/>
      </dsp:txXfrm>
    </dsp:sp>
    <dsp:sp modelId="{3F8DFA38-9F4F-4FA1-8832-83A861026AC3}">
      <dsp:nvSpPr>
        <dsp:cNvPr id="0" name=""/>
        <dsp:cNvSpPr/>
      </dsp:nvSpPr>
      <dsp:spPr>
        <a:xfrm>
          <a:off x="5250528" y="1935053"/>
          <a:ext cx="1372851" cy="848505"/>
        </a:xfrm>
        <a:prstGeom prst="rect">
          <a:avLst/>
        </a:prstGeom>
        <a:solidFill>
          <a:schemeClr val="accent5">
            <a:tint val="50000"/>
            <a:hueOff val="8611230"/>
            <a:satOff val="-18051"/>
            <a:lumOff val="4801"/>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9C922BCE-BF64-4C89-948C-F7349B4D6A1B}">
      <dsp:nvSpPr>
        <dsp:cNvPr id="0" name=""/>
        <dsp:cNvSpPr/>
      </dsp:nvSpPr>
      <dsp:spPr>
        <a:xfrm>
          <a:off x="5320655" y="2005441"/>
          <a:ext cx="1233109" cy="709007"/>
        </a:xfrm>
        <a:prstGeom prst="rect">
          <a:avLst/>
        </a:prstGeom>
        <a:noFill/>
        <a:ln w="9525" cap="flat" cmpd="sng" algn="ctr">
          <a:solidFill>
            <a:schemeClr val="accent5">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24A8330A-3C69-45F0-8B3F-01BEFA71E19F}">
      <dsp:nvSpPr>
        <dsp:cNvPr id="0" name=""/>
        <dsp:cNvSpPr/>
      </dsp:nvSpPr>
      <dsp:spPr>
        <a:xfrm>
          <a:off x="5320655" y="2412417"/>
          <a:ext cx="1233109" cy="302458"/>
        </a:xfrm>
        <a:prstGeom prst="rect">
          <a:avLst/>
        </a:prstGeom>
        <a:noFill/>
        <a:ln>
          <a:noFill/>
        </a:ln>
        <a:effectLst>
          <a:outerShdw blurRad="40000" dist="23000" dir="5400000" rotWithShape="0">
            <a:srgbClr val="000000">
              <a:alpha val="35000"/>
            </a:srgbClr>
          </a:outerShdw>
        </a:effectLst>
        <a:sp3d/>
      </dsp:spPr>
      <dsp:style>
        <a:lnRef idx="0">
          <a:scrgbClr r="0" g="0" b="0"/>
        </a:lnRef>
        <a:fillRef idx="1">
          <a:scrgbClr r="0" g="0" b="0"/>
        </a:fillRef>
        <a:effectRef idx="2">
          <a:scrgbClr r="0" g="0" b="0"/>
        </a:effectRef>
        <a:fontRef idx="minor"/>
      </dsp:style>
      <dsp:txBody>
        <a:bodyPr spcFirstLastPara="0" vert="horz" wrap="square" lIns="19050" tIns="6350" rIns="19050" bIns="0" numCol="1" spcCol="1270" anchor="b" anchorCtr="0">
          <a:noAutofit/>
        </a:bodyPr>
        <a:lstStyle/>
        <a:p>
          <a:pPr marL="0" lvl="0" indent="0" algn="r" defTabSz="444500">
            <a:lnSpc>
              <a:spcPct val="90000"/>
            </a:lnSpc>
            <a:spcBef>
              <a:spcPct val="0"/>
            </a:spcBef>
            <a:spcAft>
              <a:spcPct val="35000"/>
            </a:spcAft>
            <a:buNone/>
          </a:pPr>
          <a:r>
            <a:rPr lang="en-US" sz="1000" kern="1200"/>
            <a:t>Lorem Ipsum</a:t>
          </a:r>
          <a:endParaRPr lang="en-US" sz="1000" kern="1200" dirty="0"/>
        </a:p>
      </dsp:txBody>
      <dsp:txXfrm>
        <a:off x="5320655" y="2412417"/>
        <a:ext cx="1233109" cy="302458"/>
      </dsp:txXfrm>
    </dsp:sp>
    <dsp:sp modelId="{D216F828-1D4B-431F-994F-025CB4694F0D}">
      <dsp:nvSpPr>
        <dsp:cNvPr id="0" name=""/>
        <dsp:cNvSpPr/>
      </dsp:nvSpPr>
      <dsp:spPr>
        <a:xfrm>
          <a:off x="1504619" y="2299368"/>
          <a:ext cx="673629" cy="684264"/>
        </a:xfrm>
        <a:prstGeom prst="rect">
          <a:avLst/>
        </a:prstGeom>
        <a:solidFill>
          <a:schemeClr val="accent5">
            <a:tint val="50000"/>
            <a:hueOff val="12916846"/>
            <a:satOff val="-27076"/>
            <a:lumOff val="7202"/>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E0DBCBB0-050D-498F-A546-1276ABFBF8D4}">
      <dsp:nvSpPr>
        <dsp:cNvPr id="0" name=""/>
        <dsp:cNvSpPr/>
      </dsp:nvSpPr>
      <dsp:spPr>
        <a:xfrm>
          <a:off x="1574234" y="2371463"/>
          <a:ext cx="534910" cy="546473"/>
        </a:xfrm>
        <a:prstGeom prst="rect">
          <a:avLst/>
        </a:prstGeom>
        <a:noFill/>
        <a:ln w="9525" cap="flat" cmpd="sng" algn="ctr">
          <a:solidFill>
            <a:schemeClr val="accent5">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E1DBB681-EFA3-4FC2-8305-93E08073946C}">
      <dsp:nvSpPr>
        <dsp:cNvPr id="0" name=""/>
        <dsp:cNvSpPr/>
      </dsp:nvSpPr>
      <dsp:spPr>
        <a:xfrm>
          <a:off x="1574234" y="2615905"/>
          <a:ext cx="534910" cy="302458"/>
        </a:xfrm>
        <a:prstGeom prst="rect">
          <a:avLst/>
        </a:prstGeom>
        <a:noFill/>
        <a:ln>
          <a:noFill/>
        </a:ln>
        <a:effectLst>
          <a:outerShdw blurRad="40000" dist="23000" dir="5400000" rotWithShape="0">
            <a:srgbClr val="000000">
              <a:alpha val="35000"/>
            </a:srgbClr>
          </a:outerShdw>
        </a:effectLst>
        <a:sp3d/>
      </dsp:spPr>
      <dsp:style>
        <a:lnRef idx="0">
          <a:scrgbClr r="0" g="0" b="0"/>
        </a:lnRef>
        <a:fillRef idx="1">
          <a:scrgbClr r="0" g="0" b="0"/>
        </a:fillRef>
        <a:effectRef idx="2">
          <a:scrgbClr r="0" g="0" b="0"/>
        </a:effectRef>
        <a:fontRef idx="minor"/>
      </dsp:style>
      <dsp:txBody>
        <a:bodyPr spcFirstLastPara="0" vert="horz" wrap="square" lIns="19050" tIns="6350" rIns="19050" bIns="0" numCol="1" spcCol="1270" anchor="b" anchorCtr="0">
          <a:noAutofit/>
        </a:bodyPr>
        <a:lstStyle/>
        <a:p>
          <a:pPr marL="0" lvl="0" indent="0" algn="r" defTabSz="444500">
            <a:lnSpc>
              <a:spcPct val="90000"/>
            </a:lnSpc>
            <a:spcBef>
              <a:spcPct val="0"/>
            </a:spcBef>
            <a:spcAft>
              <a:spcPct val="35000"/>
            </a:spcAft>
            <a:buNone/>
          </a:pPr>
          <a:r>
            <a:rPr lang="en-US" sz="1000" kern="1200" dirty="0"/>
            <a:t>Lorem Ipsum</a:t>
          </a:r>
        </a:p>
      </dsp:txBody>
      <dsp:txXfrm>
        <a:off x="1574234" y="2615905"/>
        <a:ext cx="534910" cy="302458"/>
      </dsp:txXfrm>
    </dsp:sp>
    <dsp:sp modelId="{461592A7-F8F3-49F1-9960-E8F961911439}">
      <dsp:nvSpPr>
        <dsp:cNvPr id="0" name=""/>
        <dsp:cNvSpPr/>
      </dsp:nvSpPr>
      <dsp:spPr>
        <a:xfrm>
          <a:off x="4722784" y="3114599"/>
          <a:ext cx="1186528" cy="1151390"/>
        </a:xfrm>
        <a:prstGeom prst="rect">
          <a:avLst/>
        </a:prstGeom>
        <a:solidFill>
          <a:schemeClr val="accent5">
            <a:tint val="50000"/>
            <a:hueOff val="17222461"/>
            <a:satOff val="-36101"/>
            <a:lumOff val="9603"/>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8A058FAC-C330-4D97-ACD0-69C4079B9E7D}">
      <dsp:nvSpPr>
        <dsp:cNvPr id="0" name=""/>
        <dsp:cNvSpPr/>
      </dsp:nvSpPr>
      <dsp:spPr>
        <a:xfrm>
          <a:off x="4790864" y="3185414"/>
          <a:ext cx="1046786" cy="1011466"/>
        </a:xfrm>
        <a:prstGeom prst="rect">
          <a:avLst/>
        </a:prstGeom>
        <a:noFill/>
        <a:ln w="9525" cap="flat" cmpd="sng" algn="ctr">
          <a:solidFill>
            <a:schemeClr val="accent5">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904E4D81-1729-48BB-A7F1-C5476F0E7B23}">
      <dsp:nvSpPr>
        <dsp:cNvPr id="0" name=""/>
        <dsp:cNvSpPr/>
      </dsp:nvSpPr>
      <dsp:spPr>
        <a:xfrm>
          <a:off x="4790864" y="3894422"/>
          <a:ext cx="1046786" cy="302458"/>
        </a:xfrm>
        <a:prstGeom prst="rect">
          <a:avLst/>
        </a:prstGeom>
        <a:noFill/>
        <a:ln>
          <a:noFill/>
        </a:ln>
        <a:effectLst>
          <a:outerShdw blurRad="40000" dist="23000" dir="5400000" rotWithShape="0">
            <a:srgbClr val="000000">
              <a:alpha val="35000"/>
            </a:srgbClr>
          </a:outerShdw>
        </a:effectLst>
        <a:sp3d/>
      </dsp:spPr>
      <dsp:style>
        <a:lnRef idx="0">
          <a:scrgbClr r="0" g="0" b="0"/>
        </a:lnRef>
        <a:fillRef idx="1">
          <a:scrgbClr r="0" g="0" b="0"/>
        </a:fillRef>
        <a:effectRef idx="2">
          <a:scrgbClr r="0" g="0" b="0"/>
        </a:effectRef>
        <a:fontRef idx="minor"/>
      </dsp:style>
      <dsp:txBody>
        <a:bodyPr spcFirstLastPara="0" vert="horz" wrap="square" lIns="19050" tIns="6350" rIns="19050" bIns="0" numCol="1" spcCol="1270" anchor="b" anchorCtr="0">
          <a:noAutofit/>
        </a:bodyPr>
        <a:lstStyle/>
        <a:p>
          <a:pPr marL="0" lvl="0" indent="0" algn="r" defTabSz="444500">
            <a:lnSpc>
              <a:spcPct val="90000"/>
            </a:lnSpc>
            <a:spcBef>
              <a:spcPct val="0"/>
            </a:spcBef>
            <a:spcAft>
              <a:spcPct val="35000"/>
            </a:spcAft>
            <a:buNone/>
          </a:pPr>
          <a:r>
            <a:rPr lang="en-US" sz="1000" kern="1200"/>
            <a:t>Lorem Ipsum</a:t>
          </a:r>
          <a:endParaRPr lang="en-US" sz="1000" kern="1200" dirty="0"/>
        </a:p>
      </dsp:txBody>
      <dsp:txXfrm>
        <a:off x="4790864" y="3894422"/>
        <a:ext cx="1046786" cy="302458"/>
      </dsp:txXfrm>
    </dsp:sp>
  </dsp:spTree>
</dsp:drawing>
</file>

<file path=ppt/diagrams/drawing15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724F2D-8426-43A9-BE8D-ADE5DE9C56EC}">
      <dsp:nvSpPr>
        <dsp:cNvPr id="0" name=""/>
        <dsp:cNvSpPr/>
      </dsp:nvSpPr>
      <dsp:spPr>
        <a:xfrm>
          <a:off x="2327965" y="308857"/>
          <a:ext cx="3266436" cy="2016533"/>
        </a:xfrm>
        <a:prstGeom prst="rect">
          <a:avLst/>
        </a:prstGeom>
        <a:solidFill>
          <a:schemeClr val="accent1">
            <a:tint val="5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A9E05A46-DF4B-4286-B73B-64642947851D}">
      <dsp:nvSpPr>
        <dsp:cNvPr id="0" name=""/>
        <dsp:cNvSpPr/>
      </dsp:nvSpPr>
      <dsp:spPr>
        <a:xfrm>
          <a:off x="2461801" y="434704"/>
          <a:ext cx="3238902" cy="3805689"/>
        </a:xfrm>
        <a:prstGeom prst="rect">
          <a:avLst/>
        </a:pr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AB9E001B-549F-4204-BA81-0D1EB5DEDE23}">
      <dsp:nvSpPr>
        <dsp:cNvPr id="0" name=""/>
        <dsp:cNvSpPr/>
      </dsp:nvSpPr>
      <dsp:spPr>
        <a:xfrm>
          <a:off x="2321343" y="0"/>
          <a:ext cx="3266436" cy="297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0" rIns="72390" bIns="24130" numCol="1" spcCol="1270" anchor="b" anchorCtr="0">
          <a:noAutofit/>
        </a:bodyPr>
        <a:lstStyle/>
        <a:p>
          <a:pPr marL="0" lvl="0" indent="0" algn="l" defTabSz="844550">
            <a:lnSpc>
              <a:spcPct val="90000"/>
            </a:lnSpc>
            <a:spcBef>
              <a:spcPct val="0"/>
            </a:spcBef>
            <a:spcAft>
              <a:spcPct val="35000"/>
            </a:spcAft>
            <a:buNone/>
          </a:pPr>
          <a:r>
            <a:rPr lang="en-US" sz="1900" kern="1200" dirty="0">
              <a:solidFill>
                <a:schemeClr val="tx2"/>
              </a:solidFill>
            </a:rPr>
            <a:t>Lorem Ipsum</a:t>
          </a:r>
        </a:p>
      </dsp:txBody>
      <dsp:txXfrm>
        <a:off x="2321343" y="0"/>
        <a:ext cx="3266436" cy="297339"/>
      </dsp:txXfrm>
    </dsp:sp>
    <dsp:sp modelId="{41FE1219-C8EC-4AF2-B715-9D44D9B3A092}">
      <dsp:nvSpPr>
        <dsp:cNvPr id="0" name=""/>
        <dsp:cNvSpPr/>
      </dsp:nvSpPr>
      <dsp:spPr>
        <a:xfrm>
          <a:off x="2593197" y="2240071"/>
          <a:ext cx="1553752" cy="960274"/>
        </a:xfrm>
        <a:prstGeom prst="rect">
          <a:avLst/>
        </a:prstGeom>
        <a:solidFill>
          <a:schemeClr val="accent1">
            <a:tint val="50000"/>
            <a:hueOff val="-801023"/>
            <a:satOff val="-3319"/>
            <a:lumOff val="2853"/>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4B1BCFE9-C652-4D8D-9D80-4F5F18034AAB}">
      <dsp:nvSpPr>
        <dsp:cNvPr id="0" name=""/>
        <dsp:cNvSpPr/>
      </dsp:nvSpPr>
      <dsp:spPr>
        <a:xfrm>
          <a:off x="2596682" y="3047196"/>
          <a:ext cx="1547130" cy="148883"/>
        </a:xfrm>
        <a:prstGeom prst="rect">
          <a:avLst/>
        </a:prstGeom>
        <a:solidFill>
          <a:schemeClr val="accent1">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34290" tIns="0" rIns="34290" bIns="11430" numCol="1" spcCol="1270" anchor="b" anchorCtr="0">
          <a:noAutofit/>
        </a:bodyPr>
        <a:lstStyle/>
        <a:p>
          <a:pPr marL="0" lvl="0" indent="0" algn="r" defTabSz="400050">
            <a:lnSpc>
              <a:spcPct val="90000"/>
            </a:lnSpc>
            <a:spcBef>
              <a:spcPct val="0"/>
            </a:spcBef>
            <a:spcAft>
              <a:spcPct val="35000"/>
            </a:spcAft>
            <a:buNone/>
          </a:pPr>
          <a:r>
            <a:rPr lang="en-US" sz="900" kern="1200" dirty="0">
              <a:solidFill>
                <a:schemeClr val="tx2"/>
              </a:solidFill>
            </a:rPr>
            <a:t>Lorem Ipsum</a:t>
          </a:r>
        </a:p>
      </dsp:txBody>
      <dsp:txXfrm>
        <a:off x="2596682" y="3047196"/>
        <a:ext cx="1547130" cy="148883"/>
      </dsp:txXfrm>
    </dsp:sp>
    <dsp:sp modelId="{95AC4AC0-5482-4D33-98AA-80F89C6BCCAE}">
      <dsp:nvSpPr>
        <dsp:cNvPr id="0" name=""/>
        <dsp:cNvSpPr/>
      </dsp:nvSpPr>
      <dsp:spPr>
        <a:xfrm>
          <a:off x="4250812" y="2240071"/>
          <a:ext cx="1555844" cy="960274"/>
        </a:xfrm>
        <a:prstGeom prst="rect">
          <a:avLst/>
        </a:prstGeom>
        <a:solidFill>
          <a:schemeClr val="accent1">
            <a:tint val="50000"/>
            <a:hueOff val="-1602046"/>
            <a:satOff val="-6637"/>
            <a:lumOff val="5706"/>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F656ADE7-C092-41ED-A4B6-25894E4266DD}">
      <dsp:nvSpPr>
        <dsp:cNvPr id="0" name=""/>
        <dsp:cNvSpPr/>
      </dsp:nvSpPr>
      <dsp:spPr>
        <a:xfrm>
          <a:off x="4254995" y="3047196"/>
          <a:ext cx="1547130" cy="148883"/>
        </a:xfrm>
        <a:prstGeom prst="rect">
          <a:avLst/>
        </a:prstGeom>
        <a:solidFill>
          <a:schemeClr val="accent1">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34290" tIns="11430" rIns="34290" bIns="11430" numCol="1" spcCol="1270" anchor="b" anchorCtr="0">
          <a:noAutofit/>
        </a:bodyPr>
        <a:lstStyle/>
        <a:p>
          <a:pPr marL="0" lvl="0" indent="0" algn="r" defTabSz="400050">
            <a:lnSpc>
              <a:spcPct val="90000"/>
            </a:lnSpc>
            <a:spcBef>
              <a:spcPct val="0"/>
            </a:spcBef>
            <a:spcAft>
              <a:spcPct val="35000"/>
            </a:spcAft>
            <a:buNone/>
          </a:pPr>
          <a:r>
            <a:rPr lang="en-US" sz="900" kern="1200">
              <a:solidFill>
                <a:schemeClr val="tx2"/>
              </a:solidFill>
            </a:rPr>
            <a:t>Lorem Ipsum</a:t>
          </a:r>
          <a:endParaRPr lang="en-US" sz="900" kern="1200" dirty="0">
            <a:solidFill>
              <a:schemeClr val="tx2"/>
            </a:solidFill>
          </a:endParaRPr>
        </a:p>
      </dsp:txBody>
      <dsp:txXfrm>
        <a:off x="4254995" y="3047196"/>
        <a:ext cx="1547130" cy="148883"/>
      </dsp:txXfrm>
    </dsp:sp>
    <dsp:sp modelId="{1A0938E9-B0C0-40DF-9FB9-2575C28EAC4E}">
      <dsp:nvSpPr>
        <dsp:cNvPr id="0" name=""/>
        <dsp:cNvSpPr/>
      </dsp:nvSpPr>
      <dsp:spPr>
        <a:xfrm>
          <a:off x="2593197" y="3305715"/>
          <a:ext cx="1553752" cy="960274"/>
        </a:xfrm>
        <a:prstGeom prst="rect">
          <a:avLst/>
        </a:prstGeom>
        <a:solidFill>
          <a:schemeClr val="accent1">
            <a:tint val="50000"/>
            <a:hueOff val="-2403069"/>
            <a:satOff val="-9956"/>
            <a:lumOff val="8559"/>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D6378E10-CE9A-445C-8723-B19645CC16D8}">
      <dsp:nvSpPr>
        <dsp:cNvPr id="0" name=""/>
        <dsp:cNvSpPr/>
      </dsp:nvSpPr>
      <dsp:spPr>
        <a:xfrm>
          <a:off x="2596682" y="4114120"/>
          <a:ext cx="1547130" cy="148883"/>
        </a:xfrm>
        <a:prstGeom prst="rect">
          <a:avLst/>
        </a:prstGeom>
        <a:solidFill>
          <a:schemeClr val="accent1">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34290" tIns="11430" rIns="34290" bIns="11430" numCol="1" spcCol="1270" anchor="b" anchorCtr="0">
          <a:noAutofit/>
        </a:bodyPr>
        <a:lstStyle/>
        <a:p>
          <a:pPr marL="0" lvl="0" indent="0" algn="r" defTabSz="400050">
            <a:lnSpc>
              <a:spcPct val="90000"/>
            </a:lnSpc>
            <a:spcBef>
              <a:spcPct val="0"/>
            </a:spcBef>
            <a:spcAft>
              <a:spcPct val="35000"/>
            </a:spcAft>
            <a:buNone/>
          </a:pPr>
          <a:r>
            <a:rPr lang="en-US" sz="900" kern="1200">
              <a:solidFill>
                <a:schemeClr val="tx2"/>
              </a:solidFill>
            </a:rPr>
            <a:t>Lorem Ipsum</a:t>
          </a:r>
          <a:endParaRPr lang="en-US" sz="900" kern="1200" dirty="0">
            <a:solidFill>
              <a:schemeClr val="tx2"/>
            </a:solidFill>
          </a:endParaRPr>
        </a:p>
      </dsp:txBody>
      <dsp:txXfrm>
        <a:off x="2596682" y="4114120"/>
        <a:ext cx="1547130" cy="148883"/>
      </dsp:txXfrm>
    </dsp:sp>
    <dsp:sp modelId="{98F75105-532E-44CE-B7E1-D78AB30C5105}">
      <dsp:nvSpPr>
        <dsp:cNvPr id="0" name=""/>
        <dsp:cNvSpPr/>
      </dsp:nvSpPr>
      <dsp:spPr>
        <a:xfrm>
          <a:off x="4250812" y="3305715"/>
          <a:ext cx="1555844" cy="960274"/>
        </a:xfrm>
        <a:prstGeom prst="rect">
          <a:avLst/>
        </a:prstGeom>
        <a:solidFill>
          <a:schemeClr val="accent1">
            <a:tint val="50000"/>
            <a:hueOff val="-3204092"/>
            <a:satOff val="-13274"/>
            <a:lumOff val="11412"/>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44F1FE5B-7269-4A16-AB0B-FA6BA03B7958}">
      <dsp:nvSpPr>
        <dsp:cNvPr id="0" name=""/>
        <dsp:cNvSpPr/>
      </dsp:nvSpPr>
      <dsp:spPr>
        <a:xfrm>
          <a:off x="4254995" y="4114120"/>
          <a:ext cx="1547130" cy="148883"/>
        </a:xfrm>
        <a:prstGeom prst="rect">
          <a:avLst/>
        </a:prstGeom>
        <a:solidFill>
          <a:schemeClr val="accent1">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34290" tIns="11430" rIns="34290" bIns="11430" numCol="1" spcCol="1270" anchor="b" anchorCtr="0">
          <a:noAutofit/>
        </a:bodyPr>
        <a:lstStyle/>
        <a:p>
          <a:pPr marL="0" lvl="0" indent="0" algn="r" defTabSz="400050">
            <a:lnSpc>
              <a:spcPct val="90000"/>
            </a:lnSpc>
            <a:spcBef>
              <a:spcPct val="0"/>
            </a:spcBef>
            <a:spcAft>
              <a:spcPct val="35000"/>
            </a:spcAft>
            <a:buNone/>
          </a:pPr>
          <a:r>
            <a:rPr lang="en-US" sz="900" kern="1200" dirty="0">
              <a:solidFill>
                <a:schemeClr val="tx2"/>
              </a:solidFill>
            </a:rPr>
            <a:t>Lorem Ipsum</a:t>
          </a:r>
        </a:p>
      </dsp:txBody>
      <dsp:txXfrm>
        <a:off x="4254995" y="4114120"/>
        <a:ext cx="1547130" cy="148883"/>
      </dsp:txXfrm>
    </dsp:sp>
  </dsp:spTree>
</dsp:drawing>
</file>

<file path=ppt/diagrams/drawing15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EBAD43-D573-49DA-8C32-10A05E6821DD}">
      <dsp:nvSpPr>
        <dsp:cNvPr id="0" name=""/>
        <dsp:cNvSpPr/>
      </dsp:nvSpPr>
      <dsp:spPr>
        <a:xfrm>
          <a:off x="2442283" y="0"/>
          <a:ext cx="3242783" cy="2001602"/>
        </a:xfrm>
        <a:prstGeom prst="rect">
          <a:avLst/>
        </a:prstGeom>
        <a:solidFill>
          <a:schemeClr val="accent1">
            <a:tint val="5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8A1D38FB-BCDA-42D1-83D0-F09544949C1E}">
      <dsp:nvSpPr>
        <dsp:cNvPr id="0" name=""/>
        <dsp:cNvSpPr/>
      </dsp:nvSpPr>
      <dsp:spPr>
        <a:xfrm>
          <a:off x="2442283" y="1756734"/>
          <a:ext cx="3242783" cy="233349"/>
        </a:xfrm>
        <a:prstGeom prst="rect">
          <a:avLst/>
        </a:prstGeom>
        <a:noFill/>
        <a:ln>
          <a:noFill/>
        </a:ln>
        <a:effectLst>
          <a:outerShdw blurRad="40000" dist="23000" dir="5400000" rotWithShape="0">
            <a:srgbClr val="000000">
              <a:alpha val="35000"/>
            </a:srgbClr>
          </a:outerShdw>
        </a:effectLst>
        <a:sp3d/>
      </dsp:spPr>
      <dsp:style>
        <a:lnRef idx="0">
          <a:scrgbClr r="0" g="0" b="0"/>
        </a:lnRef>
        <a:fillRef idx="3">
          <a:scrgbClr r="0" g="0" b="0"/>
        </a:fillRef>
        <a:effectRef idx="2">
          <a:scrgbClr r="0" g="0" b="0"/>
        </a:effectRef>
        <a:fontRef idx="minor">
          <a:schemeClr val="lt1"/>
        </a:fontRef>
      </dsp:style>
      <dsp:txBody>
        <a:bodyPr spcFirstLastPara="0" vert="horz" wrap="square" lIns="53340" tIns="17780" rIns="53340" bIns="17780" numCol="1" spcCol="1270" anchor="b" anchorCtr="0">
          <a:noAutofit/>
        </a:bodyPr>
        <a:lstStyle/>
        <a:p>
          <a:pPr marL="0" lvl="0" indent="0" algn="l" defTabSz="622300">
            <a:lnSpc>
              <a:spcPct val="90000"/>
            </a:lnSpc>
            <a:spcBef>
              <a:spcPct val="0"/>
            </a:spcBef>
            <a:spcAft>
              <a:spcPct val="35000"/>
            </a:spcAft>
            <a:buNone/>
          </a:pPr>
          <a:r>
            <a:rPr lang="en-US" sz="1400" kern="1200" dirty="0">
              <a:solidFill>
                <a:schemeClr val="tx2"/>
              </a:solidFill>
              <a:effectLst/>
            </a:rPr>
            <a:t>Lorem Ipsum</a:t>
          </a:r>
        </a:p>
      </dsp:txBody>
      <dsp:txXfrm>
        <a:off x="2442283" y="1756734"/>
        <a:ext cx="3242783" cy="233349"/>
      </dsp:txXfrm>
    </dsp:sp>
    <dsp:sp modelId="{3DBCB702-CE20-4C46-B7A3-5962F6241D49}">
      <dsp:nvSpPr>
        <dsp:cNvPr id="0" name=""/>
        <dsp:cNvSpPr/>
      </dsp:nvSpPr>
      <dsp:spPr>
        <a:xfrm>
          <a:off x="2442283" y="2064312"/>
          <a:ext cx="2046605" cy="1068203"/>
        </a:xfrm>
        <a:prstGeom prst="rect">
          <a:avLst/>
        </a:prstGeom>
        <a:solidFill>
          <a:schemeClr val="accent1">
            <a:tint val="50000"/>
            <a:hueOff val="-801023"/>
            <a:satOff val="-3319"/>
            <a:lumOff val="2853"/>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8B8112D9-A0BE-48C5-9A80-406BC857134F}">
      <dsp:nvSpPr>
        <dsp:cNvPr id="0" name=""/>
        <dsp:cNvSpPr/>
      </dsp:nvSpPr>
      <dsp:spPr>
        <a:xfrm>
          <a:off x="2442283" y="2985766"/>
          <a:ext cx="2046605" cy="133525"/>
        </a:xfrm>
        <a:prstGeom prst="rect">
          <a:avLst/>
        </a:prstGeom>
        <a:noFill/>
        <a:ln>
          <a:noFill/>
        </a:ln>
        <a:effectLst>
          <a:outerShdw blurRad="40000" dist="23000" dir="5400000" rotWithShape="0">
            <a:srgbClr val="000000">
              <a:alpha val="35000"/>
            </a:srgbClr>
          </a:outerShdw>
        </a:effectLst>
        <a:sp3d/>
      </dsp:spPr>
      <dsp:style>
        <a:lnRef idx="0">
          <a:scrgbClr r="0" g="0" b="0"/>
        </a:lnRef>
        <a:fillRef idx="3">
          <a:scrgbClr r="0" g="0" b="0"/>
        </a:fillRef>
        <a:effectRef idx="2">
          <a:scrgbClr r="0" g="0" b="0"/>
        </a:effectRef>
        <a:fontRef idx="minor">
          <a:schemeClr val="lt1"/>
        </a:fontRef>
      </dsp:style>
      <dsp:txBody>
        <a:bodyPr spcFirstLastPara="0" vert="horz" wrap="square" lIns="30480" tIns="10160" rIns="30480" bIns="10160" numCol="1" spcCol="1270" anchor="b" anchorCtr="0">
          <a:noAutofit/>
        </a:bodyPr>
        <a:lstStyle/>
        <a:p>
          <a:pPr marL="0" lvl="0" indent="0" algn="l" defTabSz="355600">
            <a:lnSpc>
              <a:spcPct val="90000"/>
            </a:lnSpc>
            <a:spcBef>
              <a:spcPct val="0"/>
            </a:spcBef>
            <a:spcAft>
              <a:spcPct val="35000"/>
            </a:spcAft>
            <a:buNone/>
          </a:pPr>
          <a:r>
            <a:rPr lang="en-US" sz="800" kern="1200">
              <a:solidFill>
                <a:schemeClr val="tx2"/>
              </a:solidFill>
              <a:effectLst/>
            </a:rPr>
            <a:t>Lorem Ipsum</a:t>
          </a:r>
          <a:endParaRPr lang="en-US" sz="800" kern="1200" dirty="0">
            <a:solidFill>
              <a:schemeClr val="tx2"/>
            </a:solidFill>
            <a:effectLst/>
          </a:endParaRPr>
        </a:p>
      </dsp:txBody>
      <dsp:txXfrm>
        <a:off x="2442283" y="2985766"/>
        <a:ext cx="2046605" cy="133525"/>
      </dsp:txXfrm>
    </dsp:sp>
    <dsp:sp modelId="{9F35D935-BB06-47AF-AC31-FF4D162320FF}">
      <dsp:nvSpPr>
        <dsp:cNvPr id="0" name=""/>
        <dsp:cNvSpPr/>
      </dsp:nvSpPr>
      <dsp:spPr>
        <a:xfrm>
          <a:off x="4550514" y="2064312"/>
          <a:ext cx="1134552" cy="1068203"/>
        </a:xfrm>
        <a:prstGeom prst="rect">
          <a:avLst/>
        </a:prstGeom>
        <a:solidFill>
          <a:schemeClr val="accent1">
            <a:tint val="50000"/>
            <a:hueOff val="-1602046"/>
            <a:satOff val="-6637"/>
            <a:lumOff val="5706"/>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5B43B3E5-66E8-4727-80B5-D846DE2C4C18}">
      <dsp:nvSpPr>
        <dsp:cNvPr id="0" name=""/>
        <dsp:cNvSpPr/>
      </dsp:nvSpPr>
      <dsp:spPr>
        <a:xfrm>
          <a:off x="4550514" y="2983633"/>
          <a:ext cx="1134552" cy="134805"/>
        </a:xfrm>
        <a:prstGeom prst="rect">
          <a:avLst/>
        </a:prstGeom>
        <a:noFill/>
        <a:ln>
          <a:noFill/>
        </a:ln>
        <a:effectLst>
          <a:outerShdw blurRad="40000" dist="23000" dir="5400000" rotWithShape="0">
            <a:srgbClr val="000000">
              <a:alpha val="35000"/>
            </a:srgbClr>
          </a:outerShdw>
        </a:effectLst>
        <a:sp3d/>
      </dsp:spPr>
      <dsp:style>
        <a:lnRef idx="0">
          <a:scrgbClr r="0" g="0" b="0"/>
        </a:lnRef>
        <a:fillRef idx="3">
          <a:scrgbClr r="0" g="0" b="0"/>
        </a:fillRef>
        <a:effectRef idx="2">
          <a:scrgbClr r="0" g="0" b="0"/>
        </a:effectRef>
        <a:fontRef idx="minor">
          <a:schemeClr val="lt1"/>
        </a:fontRef>
      </dsp:style>
      <dsp:txBody>
        <a:bodyPr spcFirstLastPara="0" vert="horz" wrap="square" lIns="30480" tIns="10160" rIns="30480" bIns="10160" numCol="1" spcCol="1270" anchor="b" anchorCtr="0">
          <a:noAutofit/>
        </a:bodyPr>
        <a:lstStyle/>
        <a:p>
          <a:pPr marL="0" lvl="0" indent="0" algn="r" defTabSz="355600">
            <a:lnSpc>
              <a:spcPct val="90000"/>
            </a:lnSpc>
            <a:spcBef>
              <a:spcPct val="0"/>
            </a:spcBef>
            <a:spcAft>
              <a:spcPct val="35000"/>
            </a:spcAft>
            <a:buNone/>
          </a:pPr>
          <a:r>
            <a:rPr lang="en-US" sz="800" kern="1200">
              <a:solidFill>
                <a:schemeClr val="tx2"/>
              </a:solidFill>
              <a:effectLst/>
            </a:rPr>
            <a:t>Lorem Ipsum</a:t>
          </a:r>
          <a:endParaRPr lang="en-US" sz="800" kern="1200" dirty="0">
            <a:solidFill>
              <a:schemeClr val="tx2"/>
            </a:solidFill>
            <a:effectLst/>
          </a:endParaRPr>
        </a:p>
      </dsp:txBody>
      <dsp:txXfrm>
        <a:off x="4550514" y="2983633"/>
        <a:ext cx="1134552" cy="134805"/>
      </dsp:txXfrm>
    </dsp:sp>
    <dsp:sp modelId="{62C3AB34-4EB3-48D5-878C-FAC1D01A8897}">
      <dsp:nvSpPr>
        <dsp:cNvPr id="0" name=""/>
        <dsp:cNvSpPr/>
      </dsp:nvSpPr>
      <dsp:spPr>
        <a:xfrm>
          <a:off x="2442283" y="3197786"/>
          <a:ext cx="1134552" cy="1068203"/>
        </a:xfrm>
        <a:prstGeom prst="rect">
          <a:avLst/>
        </a:prstGeom>
        <a:solidFill>
          <a:schemeClr val="accent1">
            <a:tint val="50000"/>
            <a:hueOff val="-2403069"/>
            <a:satOff val="-9956"/>
            <a:lumOff val="8559"/>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9EDFDCDF-9BE1-40EC-926C-F5AC8826F453}">
      <dsp:nvSpPr>
        <dsp:cNvPr id="0" name=""/>
        <dsp:cNvSpPr/>
      </dsp:nvSpPr>
      <dsp:spPr>
        <a:xfrm>
          <a:off x="2442283" y="4117106"/>
          <a:ext cx="1134552" cy="134805"/>
        </a:xfrm>
        <a:prstGeom prst="rect">
          <a:avLst/>
        </a:prstGeom>
        <a:noFill/>
        <a:ln>
          <a:noFill/>
        </a:ln>
        <a:effectLst>
          <a:outerShdw blurRad="40000" dist="23000" dir="5400000" rotWithShape="0">
            <a:srgbClr val="000000">
              <a:alpha val="35000"/>
            </a:srgbClr>
          </a:outerShdw>
        </a:effectLst>
        <a:sp3d/>
      </dsp:spPr>
      <dsp:style>
        <a:lnRef idx="0">
          <a:scrgbClr r="0" g="0" b="0"/>
        </a:lnRef>
        <a:fillRef idx="3">
          <a:scrgbClr r="0" g="0" b="0"/>
        </a:fillRef>
        <a:effectRef idx="2">
          <a:scrgbClr r="0" g="0" b="0"/>
        </a:effectRef>
        <a:fontRef idx="minor">
          <a:schemeClr val="lt1"/>
        </a:fontRef>
      </dsp:style>
      <dsp:txBody>
        <a:bodyPr spcFirstLastPara="0" vert="horz" wrap="square" lIns="30480" tIns="10160" rIns="30480" bIns="10160" numCol="1" spcCol="1270" anchor="b" anchorCtr="0">
          <a:noAutofit/>
        </a:bodyPr>
        <a:lstStyle/>
        <a:p>
          <a:pPr marL="0" lvl="0" indent="0" algn="l" defTabSz="355600">
            <a:lnSpc>
              <a:spcPct val="90000"/>
            </a:lnSpc>
            <a:spcBef>
              <a:spcPct val="0"/>
            </a:spcBef>
            <a:spcAft>
              <a:spcPct val="35000"/>
            </a:spcAft>
            <a:buNone/>
          </a:pPr>
          <a:r>
            <a:rPr lang="en-US" sz="800" kern="1200" dirty="0">
              <a:solidFill>
                <a:schemeClr val="tx2"/>
              </a:solidFill>
              <a:effectLst/>
            </a:rPr>
            <a:t>Lorem Ipsum</a:t>
          </a:r>
        </a:p>
      </dsp:txBody>
      <dsp:txXfrm>
        <a:off x="2442283" y="4117106"/>
        <a:ext cx="1134552" cy="134805"/>
      </dsp:txXfrm>
    </dsp:sp>
    <dsp:sp modelId="{776279BF-7C90-4DD4-8A92-3FB57A79E1CB}">
      <dsp:nvSpPr>
        <dsp:cNvPr id="0" name=""/>
        <dsp:cNvSpPr/>
      </dsp:nvSpPr>
      <dsp:spPr>
        <a:xfrm>
          <a:off x="3639110" y="3197786"/>
          <a:ext cx="2046605" cy="1068203"/>
        </a:xfrm>
        <a:prstGeom prst="rect">
          <a:avLst/>
        </a:prstGeom>
        <a:solidFill>
          <a:schemeClr val="accent1">
            <a:tint val="50000"/>
            <a:hueOff val="-3204092"/>
            <a:satOff val="-13274"/>
            <a:lumOff val="11412"/>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EEE39B78-C217-4C24-AD78-1C87650BA110}">
      <dsp:nvSpPr>
        <dsp:cNvPr id="0" name=""/>
        <dsp:cNvSpPr/>
      </dsp:nvSpPr>
      <dsp:spPr>
        <a:xfrm>
          <a:off x="3639110" y="4119239"/>
          <a:ext cx="2046605" cy="133525"/>
        </a:xfrm>
        <a:prstGeom prst="rect">
          <a:avLst/>
        </a:prstGeom>
        <a:noFill/>
        <a:ln>
          <a:noFill/>
        </a:ln>
        <a:effectLst>
          <a:outerShdw blurRad="40000" dist="23000" dir="5400000" rotWithShape="0">
            <a:srgbClr val="000000">
              <a:alpha val="35000"/>
            </a:srgbClr>
          </a:outerShdw>
        </a:effectLst>
        <a:sp3d/>
      </dsp:spPr>
      <dsp:style>
        <a:lnRef idx="0">
          <a:scrgbClr r="0" g="0" b="0"/>
        </a:lnRef>
        <a:fillRef idx="3">
          <a:scrgbClr r="0" g="0" b="0"/>
        </a:fillRef>
        <a:effectRef idx="2">
          <a:scrgbClr r="0" g="0" b="0"/>
        </a:effectRef>
        <a:fontRef idx="minor">
          <a:schemeClr val="lt1"/>
        </a:fontRef>
      </dsp:style>
      <dsp:txBody>
        <a:bodyPr spcFirstLastPara="0" vert="horz" wrap="square" lIns="30480" tIns="10160" rIns="30480" bIns="10160" numCol="1" spcCol="1270" anchor="b" anchorCtr="0">
          <a:noAutofit/>
        </a:bodyPr>
        <a:lstStyle/>
        <a:p>
          <a:pPr marL="0" lvl="0" indent="0" algn="r" defTabSz="355600">
            <a:lnSpc>
              <a:spcPct val="90000"/>
            </a:lnSpc>
            <a:spcBef>
              <a:spcPct val="0"/>
            </a:spcBef>
            <a:spcAft>
              <a:spcPct val="35000"/>
            </a:spcAft>
            <a:buNone/>
          </a:pPr>
          <a:r>
            <a:rPr lang="en-US" sz="800" kern="1200">
              <a:solidFill>
                <a:schemeClr val="tx2"/>
              </a:solidFill>
              <a:effectLst/>
            </a:rPr>
            <a:t>Lorem Ipsum</a:t>
          </a:r>
          <a:endParaRPr lang="en-US" sz="800" kern="1200" dirty="0">
            <a:solidFill>
              <a:schemeClr val="tx2"/>
            </a:solidFill>
            <a:effectLst/>
          </a:endParaRPr>
        </a:p>
      </dsp:txBody>
      <dsp:txXfrm>
        <a:off x="3639110" y="4119239"/>
        <a:ext cx="2046605" cy="133525"/>
      </dsp:txXfrm>
    </dsp:sp>
  </dsp:spTree>
</dsp:drawing>
</file>

<file path=ppt/diagrams/drawing15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325BCB-F525-4E5E-99D4-4CF449F80089}">
      <dsp:nvSpPr>
        <dsp:cNvPr id="0" name=""/>
        <dsp:cNvSpPr/>
      </dsp:nvSpPr>
      <dsp:spPr>
        <a:xfrm>
          <a:off x="956352" y="1084"/>
          <a:ext cx="4959607" cy="826601"/>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9535" tIns="59690" rIns="89535" bIns="59690" numCol="1" spcCol="1270" anchor="ctr" anchorCtr="0">
          <a:noAutofit/>
        </a:bodyPr>
        <a:lstStyle/>
        <a:p>
          <a:pPr marL="0" lvl="0" indent="0" algn="ctr" defTabSz="2089150">
            <a:lnSpc>
              <a:spcPct val="90000"/>
            </a:lnSpc>
            <a:spcBef>
              <a:spcPct val="0"/>
            </a:spcBef>
            <a:spcAft>
              <a:spcPct val="35000"/>
            </a:spcAft>
            <a:buNone/>
          </a:pPr>
          <a:r>
            <a:rPr lang="en-US" sz="4700" kern="1200" dirty="0"/>
            <a:t>Lorem Ipsum</a:t>
          </a:r>
        </a:p>
      </dsp:txBody>
      <dsp:txXfrm>
        <a:off x="980562" y="25294"/>
        <a:ext cx="4911187" cy="778181"/>
      </dsp:txXfrm>
    </dsp:sp>
    <dsp:sp modelId="{0FC42421-2343-4582-A7A5-EDA3B6916E1D}">
      <dsp:nvSpPr>
        <dsp:cNvPr id="0" name=""/>
        <dsp:cNvSpPr/>
      </dsp:nvSpPr>
      <dsp:spPr>
        <a:xfrm>
          <a:off x="956352" y="976474"/>
          <a:ext cx="826601" cy="826601"/>
        </a:xfrm>
        <a:prstGeom prst="roundRect">
          <a:avLst>
            <a:gd name="adj" fmla="val 1667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B9BBF9A-9AB0-4215-BB48-52F5EB95D6CB}">
      <dsp:nvSpPr>
        <dsp:cNvPr id="0" name=""/>
        <dsp:cNvSpPr/>
      </dsp:nvSpPr>
      <dsp:spPr>
        <a:xfrm>
          <a:off x="1832549" y="976474"/>
          <a:ext cx="4083410" cy="826601"/>
        </a:xfrm>
        <a:prstGeom prst="roundRect">
          <a:avLst>
            <a:gd name="adj" fmla="val 1667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912" tIns="184912" rIns="184912" bIns="184912" numCol="1" spcCol="1270" anchor="ctr" anchorCtr="0">
          <a:noAutofit/>
        </a:bodyPr>
        <a:lstStyle/>
        <a:p>
          <a:pPr marL="0" lvl="0" indent="0" algn="ctr" defTabSz="1155700">
            <a:lnSpc>
              <a:spcPct val="90000"/>
            </a:lnSpc>
            <a:spcBef>
              <a:spcPct val="0"/>
            </a:spcBef>
            <a:spcAft>
              <a:spcPct val="35000"/>
            </a:spcAft>
            <a:buNone/>
          </a:pPr>
          <a:r>
            <a:rPr lang="en-US" sz="2600" kern="1200" dirty="0"/>
            <a:t>Some text here</a:t>
          </a:r>
        </a:p>
      </dsp:txBody>
      <dsp:txXfrm>
        <a:off x="1872908" y="1016833"/>
        <a:ext cx="4002692" cy="745883"/>
      </dsp:txXfrm>
    </dsp:sp>
    <dsp:sp modelId="{0A1C9250-6378-4C72-9486-5649231B413C}">
      <dsp:nvSpPr>
        <dsp:cNvPr id="0" name=""/>
        <dsp:cNvSpPr/>
      </dsp:nvSpPr>
      <dsp:spPr>
        <a:xfrm>
          <a:off x="956352" y="1902268"/>
          <a:ext cx="826601" cy="826601"/>
        </a:xfrm>
        <a:prstGeom prst="roundRect">
          <a:avLst>
            <a:gd name="adj" fmla="val 16670"/>
          </a:avLst>
        </a:prstGeom>
        <a:solidFill>
          <a:schemeClr val="accent4">
            <a:hueOff val="-623230"/>
            <a:satOff val="-8986"/>
            <a:lumOff val="-169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EECF0B7-B216-41A0-9781-801651721E9E}">
      <dsp:nvSpPr>
        <dsp:cNvPr id="0" name=""/>
        <dsp:cNvSpPr/>
      </dsp:nvSpPr>
      <dsp:spPr>
        <a:xfrm>
          <a:off x="1832549" y="1902268"/>
          <a:ext cx="4083410" cy="826601"/>
        </a:xfrm>
        <a:prstGeom prst="roundRect">
          <a:avLst>
            <a:gd name="adj" fmla="val 16670"/>
          </a:avLst>
        </a:prstGeom>
        <a:solidFill>
          <a:schemeClr val="accent4">
            <a:hueOff val="-623230"/>
            <a:satOff val="-8986"/>
            <a:lumOff val="-169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912" tIns="184912" rIns="184912" bIns="184912" numCol="1" spcCol="1270" anchor="ctr" anchorCtr="0">
          <a:noAutofit/>
        </a:bodyPr>
        <a:lstStyle/>
        <a:p>
          <a:pPr marL="0" lvl="0" indent="0" algn="ctr" defTabSz="1155700">
            <a:lnSpc>
              <a:spcPct val="90000"/>
            </a:lnSpc>
            <a:spcBef>
              <a:spcPct val="0"/>
            </a:spcBef>
            <a:spcAft>
              <a:spcPct val="35000"/>
            </a:spcAft>
            <a:buNone/>
          </a:pPr>
          <a:r>
            <a:rPr lang="en-US" sz="2600" kern="1200" dirty="0"/>
            <a:t>Some text here</a:t>
          </a:r>
        </a:p>
      </dsp:txBody>
      <dsp:txXfrm>
        <a:off x="1872908" y="1942627"/>
        <a:ext cx="4002692" cy="745883"/>
      </dsp:txXfrm>
    </dsp:sp>
    <dsp:sp modelId="{9E9FC1ED-0F4E-4662-B58C-07807D2F4FEF}">
      <dsp:nvSpPr>
        <dsp:cNvPr id="0" name=""/>
        <dsp:cNvSpPr/>
      </dsp:nvSpPr>
      <dsp:spPr>
        <a:xfrm>
          <a:off x="956352" y="2828061"/>
          <a:ext cx="826601" cy="826601"/>
        </a:xfrm>
        <a:prstGeom prst="roundRect">
          <a:avLst>
            <a:gd name="adj" fmla="val 16670"/>
          </a:avLst>
        </a:prstGeom>
        <a:solidFill>
          <a:schemeClr val="accent4">
            <a:hueOff val="-1246461"/>
            <a:satOff val="-17972"/>
            <a:lumOff val="-339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788EB96-0D90-485D-8832-798594CB3540}">
      <dsp:nvSpPr>
        <dsp:cNvPr id="0" name=""/>
        <dsp:cNvSpPr/>
      </dsp:nvSpPr>
      <dsp:spPr>
        <a:xfrm>
          <a:off x="1832549" y="2828061"/>
          <a:ext cx="4083410" cy="826601"/>
        </a:xfrm>
        <a:prstGeom prst="roundRect">
          <a:avLst>
            <a:gd name="adj" fmla="val 16670"/>
          </a:avLst>
        </a:prstGeom>
        <a:solidFill>
          <a:schemeClr val="accent4">
            <a:hueOff val="-1246461"/>
            <a:satOff val="-17972"/>
            <a:lumOff val="-339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912" tIns="184912" rIns="184912" bIns="184912" numCol="1" spcCol="1270" anchor="ctr" anchorCtr="0">
          <a:noAutofit/>
        </a:bodyPr>
        <a:lstStyle/>
        <a:p>
          <a:pPr marL="0" lvl="0" indent="0" algn="ctr" defTabSz="1155700">
            <a:lnSpc>
              <a:spcPct val="90000"/>
            </a:lnSpc>
            <a:spcBef>
              <a:spcPct val="0"/>
            </a:spcBef>
            <a:spcAft>
              <a:spcPct val="35000"/>
            </a:spcAft>
            <a:buNone/>
          </a:pPr>
          <a:r>
            <a:rPr lang="en-US" sz="2600" kern="1200" dirty="0"/>
            <a:t>Some text here</a:t>
          </a:r>
        </a:p>
      </dsp:txBody>
      <dsp:txXfrm>
        <a:off x="1872908" y="2868420"/>
        <a:ext cx="4002692" cy="745883"/>
      </dsp:txXfrm>
    </dsp:sp>
    <dsp:sp modelId="{22DA623E-1478-4CFC-A1FD-8E0B6846905A}">
      <dsp:nvSpPr>
        <dsp:cNvPr id="0" name=""/>
        <dsp:cNvSpPr/>
      </dsp:nvSpPr>
      <dsp:spPr>
        <a:xfrm>
          <a:off x="956352" y="3753855"/>
          <a:ext cx="826601" cy="826601"/>
        </a:xfrm>
        <a:prstGeom prst="roundRect">
          <a:avLst>
            <a:gd name="adj" fmla="val 16670"/>
          </a:avLst>
        </a:prstGeom>
        <a:solidFill>
          <a:schemeClr val="accent4">
            <a:hueOff val="-1869691"/>
            <a:satOff val="-26958"/>
            <a:lumOff val="-509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25A13D4-86EE-4D8E-9FAF-656A12787598}">
      <dsp:nvSpPr>
        <dsp:cNvPr id="0" name=""/>
        <dsp:cNvSpPr/>
      </dsp:nvSpPr>
      <dsp:spPr>
        <a:xfrm>
          <a:off x="1832549" y="3753855"/>
          <a:ext cx="4083410" cy="826601"/>
        </a:xfrm>
        <a:prstGeom prst="roundRect">
          <a:avLst>
            <a:gd name="adj" fmla="val 16670"/>
          </a:avLst>
        </a:prstGeom>
        <a:solidFill>
          <a:schemeClr val="accent4">
            <a:hueOff val="-1869691"/>
            <a:satOff val="-26958"/>
            <a:lumOff val="-509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912" tIns="184912" rIns="184912" bIns="184912" numCol="1" spcCol="1270" anchor="ctr" anchorCtr="0">
          <a:noAutofit/>
        </a:bodyPr>
        <a:lstStyle/>
        <a:p>
          <a:pPr marL="0" lvl="0" indent="0" algn="ctr" defTabSz="1155700">
            <a:lnSpc>
              <a:spcPct val="90000"/>
            </a:lnSpc>
            <a:spcBef>
              <a:spcPct val="0"/>
            </a:spcBef>
            <a:spcAft>
              <a:spcPct val="35000"/>
            </a:spcAft>
            <a:buNone/>
          </a:pPr>
          <a:r>
            <a:rPr lang="en-US" sz="2600" kern="1200" dirty="0"/>
            <a:t>Some text here</a:t>
          </a:r>
        </a:p>
      </dsp:txBody>
      <dsp:txXfrm>
        <a:off x="1872908" y="3794214"/>
        <a:ext cx="4002692" cy="745883"/>
      </dsp:txXfrm>
    </dsp:sp>
  </dsp:spTree>
</dsp:drawing>
</file>

<file path=ppt/diagrams/drawing15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993CD2-488C-4ED4-B8DA-96553248D1AE}">
      <dsp:nvSpPr>
        <dsp:cNvPr id="0" name=""/>
        <dsp:cNvSpPr/>
      </dsp:nvSpPr>
      <dsp:spPr>
        <a:xfrm>
          <a:off x="3676034" y="2642"/>
          <a:ext cx="775931" cy="775918"/>
        </a:xfrm>
        <a:prstGeom prst="donut">
          <a:avLst>
            <a:gd name="adj" fmla="val 1101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9396DB03-0A8D-4740-A62F-A2408DCDAC01}">
      <dsp:nvSpPr>
        <dsp:cNvPr id="0" name=""/>
        <dsp:cNvSpPr/>
      </dsp:nvSpPr>
      <dsp:spPr>
        <a:xfrm>
          <a:off x="2919558" y="29799"/>
          <a:ext cx="954235" cy="721592"/>
        </a:xfrm>
        <a:prstGeom prst="rect">
          <a:avLst/>
        </a:prstGeom>
        <a:solidFill>
          <a:schemeClr val="accent1">
            <a:tint val="5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E878A1CA-DFFB-4497-85D5-075C9BA252FC}">
      <dsp:nvSpPr>
        <dsp:cNvPr id="0" name=""/>
        <dsp:cNvSpPr/>
      </dsp:nvSpPr>
      <dsp:spPr>
        <a:xfrm>
          <a:off x="3761409" y="88016"/>
          <a:ext cx="605180" cy="605170"/>
        </a:xfrm>
        <a:prstGeom prst="ellipse">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r>
            <a:rPr lang="en-US" sz="1300" kern="1200">
              <a:solidFill>
                <a:schemeClr val="tx2"/>
              </a:solidFill>
            </a:rPr>
            <a:t>Lorem Ipsum</a:t>
          </a:r>
          <a:endParaRPr lang="en-US" sz="1300" kern="1200" dirty="0">
            <a:solidFill>
              <a:schemeClr val="tx2"/>
            </a:solidFill>
          </a:endParaRPr>
        </a:p>
      </dsp:txBody>
      <dsp:txXfrm>
        <a:off x="3850036" y="176641"/>
        <a:ext cx="427926" cy="427920"/>
      </dsp:txXfrm>
    </dsp:sp>
    <dsp:sp modelId="{DE2F4796-7145-43AB-B42E-A5EB16A3FE92}">
      <dsp:nvSpPr>
        <dsp:cNvPr id="0" name=""/>
        <dsp:cNvSpPr/>
      </dsp:nvSpPr>
      <dsp:spPr>
        <a:xfrm>
          <a:off x="3986864" y="894264"/>
          <a:ext cx="154270" cy="154270"/>
        </a:xfrm>
        <a:prstGeom prst="flowChartConnector">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061A9CF4-99CD-4EFA-9AEF-B22EF7875620}">
      <dsp:nvSpPr>
        <dsp:cNvPr id="0" name=""/>
        <dsp:cNvSpPr/>
      </dsp:nvSpPr>
      <dsp:spPr>
        <a:xfrm>
          <a:off x="3676034" y="1164238"/>
          <a:ext cx="775931" cy="775918"/>
        </a:xfrm>
        <a:prstGeom prst="donut">
          <a:avLst>
            <a:gd name="adj" fmla="val 1101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w="9525" cap="flat" cmpd="sng" algn="ctr">
          <a:solidFill>
            <a:schemeClr val="accent4">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A79F6515-C43F-4EA9-B545-587A95D35739}">
      <dsp:nvSpPr>
        <dsp:cNvPr id="0" name=""/>
        <dsp:cNvSpPr/>
      </dsp:nvSpPr>
      <dsp:spPr>
        <a:xfrm>
          <a:off x="4254206" y="1191394"/>
          <a:ext cx="954235" cy="721592"/>
        </a:xfrm>
        <a:prstGeom prst="rect">
          <a:avLst/>
        </a:prstGeom>
        <a:solidFill>
          <a:schemeClr val="accent1">
            <a:tint val="50000"/>
            <a:hueOff val="-1068031"/>
            <a:satOff val="-4425"/>
            <a:lumOff val="3804"/>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1DA9481C-5D3C-42D1-A728-930225ADC218}">
      <dsp:nvSpPr>
        <dsp:cNvPr id="0" name=""/>
        <dsp:cNvSpPr/>
      </dsp:nvSpPr>
      <dsp:spPr>
        <a:xfrm>
          <a:off x="3761409" y="1249612"/>
          <a:ext cx="605180" cy="605170"/>
        </a:xfrm>
        <a:prstGeom prst="ellipse">
          <a:avLst/>
        </a:prstGeom>
        <a:solidFill>
          <a:schemeClr val="accent3">
            <a:tint val="40000"/>
            <a:alpha val="90000"/>
            <a:hueOff val="0"/>
            <a:satOff val="0"/>
            <a:lumOff val="0"/>
            <a:alphaOff val="0"/>
          </a:schemeClr>
        </a:solidFill>
        <a:ln w="9525" cap="flat" cmpd="sng" algn="ctr">
          <a:solidFill>
            <a:schemeClr val="accent3">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r>
            <a:rPr lang="en-US" sz="1300" kern="1200">
              <a:solidFill>
                <a:schemeClr val="tx2"/>
              </a:solidFill>
            </a:rPr>
            <a:t>Lorem Ipsum</a:t>
          </a:r>
          <a:endParaRPr lang="en-US" sz="1300" kern="1200" dirty="0">
            <a:solidFill>
              <a:schemeClr val="tx2"/>
            </a:solidFill>
          </a:endParaRPr>
        </a:p>
      </dsp:txBody>
      <dsp:txXfrm>
        <a:off x="3850036" y="1338237"/>
        <a:ext cx="427926" cy="427920"/>
      </dsp:txXfrm>
    </dsp:sp>
    <dsp:sp modelId="{C4F7722B-DD8C-4568-AC33-B7C934F45289}">
      <dsp:nvSpPr>
        <dsp:cNvPr id="0" name=""/>
        <dsp:cNvSpPr/>
      </dsp:nvSpPr>
      <dsp:spPr>
        <a:xfrm>
          <a:off x="3986864" y="2055859"/>
          <a:ext cx="154270" cy="154270"/>
        </a:xfrm>
        <a:prstGeom prst="flowChartConnector">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w="9525" cap="flat" cmpd="sng" algn="ctr">
          <a:solidFill>
            <a:schemeClr val="accent5">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BE4724EB-0FDA-491B-B47F-F36E80EE3101}">
      <dsp:nvSpPr>
        <dsp:cNvPr id="0" name=""/>
        <dsp:cNvSpPr/>
      </dsp:nvSpPr>
      <dsp:spPr>
        <a:xfrm>
          <a:off x="3676034" y="2325833"/>
          <a:ext cx="775931" cy="775918"/>
        </a:xfrm>
        <a:prstGeom prst="donut">
          <a:avLst>
            <a:gd name="adj" fmla="val 11010"/>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w="9525" cap="flat" cmpd="sng" algn="ctr">
          <a:solidFill>
            <a:schemeClr val="accent6">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ACCF1064-541A-4FF3-AADD-131387D7CC09}">
      <dsp:nvSpPr>
        <dsp:cNvPr id="0" name=""/>
        <dsp:cNvSpPr/>
      </dsp:nvSpPr>
      <dsp:spPr>
        <a:xfrm>
          <a:off x="2919558" y="2352990"/>
          <a:ext cx="954235" cy="721592"/>
        </a:xfrm>
        <a:prstGeom prst="rect">
          <a:avLst/>
        </a:prstGeom>
        <a:solidFill>
          <a:schemeClr val="accent1">
            <a:tint val="50000"/>
            <a:hueOff val="-2136061"/>
            <a:satOff val="-8849"/>
            <a:lumOff val="7608"/>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B2FC8B27-405D-4DB6-8BF6-9D87955904F3}">
      <dsp:nvSpPr>
        <dsp:cNvPr id="0" name=""/>
        <dsp:cNvSpPr/>
      </dsp:nvSpPr>
      <dsp:spPr>
        <a:xfrm>
          <a:off x="3761409" y="2411207"/>
          <a:ext cx="605180" cy="605170"/>
        </a:xfrm>
        <a:prstGeom prst="ellipse">
          <a:avLst/>
        </a:prstGeom>
        <a:solidFill>
          <a:schemeClr val="accent4">
            <a:tint val="40000"/>
            <a:alpha val="90000"/>
            <a:hueOff val="0"/>
            <a:satOff val="0"/>
            <a:lumOff val="0"/>
            <a:alphaOff val="0"/>
          </a:schemeClr>
        </a:solidFill>
        <a:ln w="9525" cap="flat" cmpd="sng" algn="ctr">
          <a:solidFill>
            <a:schemeClr val="accent4">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r>
            <a:rPr lang="en-US" sz="1300" kern="1200" dirty="0">
              <a:solidFill>
                <a:schemeClr val="tx2"/>
              </a:solidFill>
            </a:rPr>
            <a:t>Lorem Ipsum</a:t>
          </a:r>
        </a:p>
      </dsp:txBody>
      <dsp:txXfrm>
        <a:off x="3850036" y="2499832"/>
        <a:ext cx="427926" cy="427920"/>
      </dsp:txXfrm>
    </dsp:sp>
    <dsp:sp modelId="{A836EDA4-6FC4-4CB6-8456-5BC445EDE03F}">
      <dsp:nvSpPr>
        <dsp:cNvPr id="0" name=""/>
        <dsp:cNvSpPr/>
      </dsp:nvSpPr>
      <dsp:spPr>
        <a:xfrm>
          <a:off x="3986864" y="3217454"/>
          <a:ext cx="154270" cy="154270"/>
        </a:xfrm>
        <a:prstGeom prst="flowChartConnector">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8204ADAC-707B-4D5D-A5A5-37497E7E1A36}">
      <dsp:nvSpPr>
        <dsp:cNvPr id="0" name=""/>
        <dsp:cNvSpPr/>
      </dsp:nvSpPr>
      <dsp:spPr>
        <a:xfrm>
          <a:off x="3676034" y="3487428"/>
          <a:ext cx="775931" cy="775918"/>
        </a:xfrm>
        <a:prstGeom prst="donut">
          <a:avLst>
            <a:gd name="adj" fmla="val 1101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07B9C09E-2021-4D81-BB13-79EE6846A3CB}">
      <dsp:nvSpPr>
        <dsp:cNvPr id="0" name=""/>
        <dsp:cNvSpPr/>
      </dsp:nvSpPr>
      <dsp:spPr>
        <a:xfrm>
          <a:off x="4254206" y="3514585"/>
          <a:ext cx="954235" cy="721592"/>
        </a:xfrm>
        <a:prstGeom prst="rect">
          <a:avLst/>
        </a:prstGeom>
        <a:solidFill>
          <a:schemeClr val="accent1">
            <a:tint val="50000"/>
            <a:hueOff val="-3204092"/>
            <a:satOff val="-13274"/>
            <a:lumOff val="11412"/>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6288EC27-3E3D-479A-88AD-212333F4BFD6}">
      <dsp:nvSpPr>
        <dsp:cNvPr id="0" name=""/>
        <dsp:cNvSpPr/>
      </dsp:nvSpPr>
      <dsp:spPr>
        <a:xfrm>
          <a:off x="3761409" y="3572802"/>
          <a:ext cx="605180" cy="605170"/>
        </a:xfrm>
        <a:prstGeom prst="ellipse">
          <a:avLst/>
        </a:prstGeom>
        <a:solidFill>
          <a:schemeClr val="accent5">
            <a:tint val="40000"/>
            <a:alpha val="90000"/>
            <a:hueOff val="0"/>
            <a:satOff val="0"/>
            <a:lumOff val="0"/>
            <a:alphaOff val="0"/>
          </a:schemeClr>
        </a:solidFill>
        <a:ln w="9525" cap="flat" cmpd="sng" algn="ctr">
          <a:solidFill>
            <a:schemeClr val="accent5">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r>
            <a:rPr lang="en-US" sz="1300" kern="1200" dirty="0">
              <a:solidFill>
                <a:schemeClr val="tx2"/>
              </a:solidFill>
            </a:rPr>
            <a:t>Lorem Ipsum</a:t>
          </a:r>
        </a:p>
      </dsp:txBody>
      <dsp:txXfrm>
        <a:off x="3850036" y="3661427"/>
        <a:ext cx="427926" cy="427920"/>
      </dsp:txXfrm>
    </dsp:sp>
  </dsp:spTree>
</dsp:drawing>
</file>

<file path=ppt/diagrams/drawing15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F3C67B-BD87-4D87-9EC6-5757C4D3A868}">
      <dsp:nvSpPr>
        <dsp:cNvPr id="0" name=""/>
        <dsp:cNvSpPr/>
      </dsp:nvSpPr>
      <dsp:spPr>
        <a:xfrm>
          <a:off x="1148" y="1004840"/>
          <a:ext cx="0" cy="2538347"/>
        </a:xfrm>
        <a:prstGeom prst="line">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D0E10A95-B6DF-481A-87F0-8B67A27F11F6}">
      <dsp:nvSpPr>
        <dsp:cNvPr id="0" name=""/>
        <dsp:cNvSpPr/>
      </dsp:nvSpPr>
      <dsp:spPr>
        <a:xfrm>
          <a:off x="71658" y="1089452"/>
          <a:ext cx="1335029" cy="1142256"/>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308BE4E8-3153-40F3-A365-89CC443FBE24}">
      <dsp:nvSpPr>
        <dsp:cNvPr id="0" name=""/>
        <dsp:cNvSpPr/>
      </dsp:nvSpPr>
      <dsp:spPr>
        <a:xfrm>
          <a:off x="71658" y="2231708"/>
          <a:ext cx="1335029" cy="13114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114300" lvl="1" indent="-114300" algn="l" defTabSz="622300">
            <a:lnSpc>
              <a:spcPct val="90000"/>
            </a:lnSpc>
            <a:spcBef>
              <a:spcPct val="0"/>
            </a:spcBef>
            <a:spcAft>
              <a:spcPct val="15000"/>
            </a:spcAft>
            <a:buChar char="•"/>
          </a:pPr>
          <a:r>
            <a:rPr lang="en-US" sz="1400" kern="1200" dirty="0"/>
            <a:t>Some text here</a:t>
          </a:r>
        </a:p>
        <a:p>
          <a:pPr marL="114300" lvl="1" indent="-114300" algn="l" defTabSz="622300">
            <a:lnSpc>
              <a:spcPct val="90000"/>
            </a:lnSpc>
            <a:spcBef>
              <a:spcPct val="0"/>
            </a:spcBef>
            <a:spcAft>
              <a:spcPct val="15000"/>
            </a:spcAft>
            <a:buChar char="•"/>
          </a:pPr>
          <a:r>
            <a:rPr lang="en-US" sz="1400" kern="1200" dirty="0"/>
            <a:t>Some text here</a:t>
          </a:r>
        </a:p>
        <a:p>
          <a:pPr marL="114300" lvl="1" indent="-114300" algn="l" defTabSz="622300">
            <a:lnSpc>
              <a:spcPct val="90000"/>
            </a:lnSpc>
            <a:spcBef>
              <a:spcPct val="0"/>
            </a:spcBef>
            <a:spcAft>
              <a:spcPct val="15000"/>
            </a:spcAft>
            <a:buChar char="•"/>
          </a:pPr>
          <a:r>
            <a:rPr lang="en-US" sz="1400" kern="1200" dirty="0"/>
            <a:t>Some text here</a:t>
          </a:r>
        </a:p>
      </dsp:txBody>
      <dsp:txXfrm>
        <a:off x="71658" y="2231708"/>
        <a:ext cx="1335029" cy="1311479"/>
      </dsp:txXfrm>
    </dsp:sp>
    <dsp:sp modelId="{772E38A5-DA1A-42ED-8F75-8F6971D0E76E}">
      <dsp:nvSpPr>
        <dsp:cNvPr id="0" name=""/>
        <dsp:cNvSpPr/>
      </dsp:nvSpPr>
      <dsp:spPr>
        <a:xfrm>
          <a:off x="1148" y="722802"/>
          <a:ext cx="1410192" cy="282038"/>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622300">
            <a:lnSpc>
              <a:spcPct val="90000"/>
            </a:lnSpc>
            <a:spcBef>
              <a:spcPct val="0"/>
            </a:spcBef>
            <a:spcAft>
              <a:spcPct val="35000"/>
            </a:spcAft>
            <a:buNone/>
          </a:pPr>
          <a:r>
            <a:rPr lang="en-US" sz="1400" kern="1200" dirty="0"/>
            <a:t>Lorem Ipsum</a:t>
          </a:r>
        </a:p>
      </dsp:txBody>
      <dsp:txXfrm>
        <a:off x="1148" y="722802"/>
        <a:ext cx="1410192" cy="282038"/>
      </dsp:txXfrm>
    </dsp:sp>
    <dsp:sp modelId="{908C82A3-28DD-4E25-B8F0-D558C2489AB8}">
      <dsp:nvSpPr>
        <dsp:cNvPr id="0" name=""/>
        <dsp:cNvSpPr/>
      </dsp:nvSpPr>
      <dsp:spPr>
        <a:xfrm>
          <a:off x="1680026" y="1004840"/>
          <a:ext cx="0" cy="2538347"/>
        </a:xfrm>
        <a:prstGeom prst="line">
          <a:avLst/>
        </a:prstGeom>
        <a:solidFill>
          <a:schemeClr val="lt1">
            <a:alpha val="90000"/>
            <a:hueOff val="0"/>
            <a:satOff val="0"/>
            <a:lumOff val="0"/>
            <a:alphaOff val="0"/>
          </a:schemeClr>
        </a:solidFill>
        <a:ln w="9525" cap="flat" cmpd="sng" algn="ctr">
          <a:solidFill>
            <a:schemeClr val="accent3">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5DDB965B-7869-4C9E-8227-D237A612C012}">
      <dsp:nvSpPr>
        <dsp:cNvPr id="0" name=""/>
        <dsp:cNvSpPr/>
      </dsp:nvSpPr>
      <dsp:spPr>
        <a:xfrm>
          <a:off x="1750535" y="1089452"/>
          <a:ext cx="1335029" cy="1142256"/>
        </a:xfrm>
        <a:prstGeom prst="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7A370AAB-A44F-4301-9F2C-55C1F77DEB7C}">
      <dsp:nvSpPr>
        <dsp:cNvPr id="0" name=""/>
        <dsp:cNvSpPr/>
      </dsp:nvSpPr>
      <dsp:spPr>
        <a:xfrm>
          <a:off x="1750535" y="2231708"/>
          <a:ext cx="1335029" cy="13114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114300" lvl="1" indent="-114300" algn="l" defTabSz="622300">
            <a:lnSpc>
              <a:spcPct val="90000"/>
            </a:lnSpc>
            <a:spcBef>
              <a:spcPct val="0"/>
            </a:spcBef>
            <a:spcAft>
              <a:spcPct val="15000"/>
            </a:spcAft>
            <a:buChar char="•"/>
          </a:pPr>
          <a:r>
            <a:rPr lang="en-US" sz="1400" kern="1200" dirty="0"/>
            <a:t>Some text here</a:t>
          </a:r>
        </a:p>
        <a:p>
          <a:pPr marL="114300" lvl="1" indent="-114300" algn="l" defTabSz="622300">
            <a:lnSpc>
              <a:spcPct val="90000"/>
            </a:lnSpc>
            <a:spcBef>
              <a:spcPct val="0"/>
            </a:spcBef>
            <a:spcAft>
              <a:spcPct val="15000"/>
            </a:spcAft>
            <a:buChar char="•"/>
          </a:pPr>
          <a:r>
            <a:rPr lang="en-US" sz="1400" kern="1200" dirty="0"/>
            <a:t>Some text here</a:t>
          </a:r>
        </a:p>
      </dsp:txBody>
      <dsp:txXfrm>
        <a:off x="1750535" y="2231708"/>
        <a:ext cx="1335029" cy="1311479"/>
      </dsp:txXfrm>
    </dsp:sp>
    <dsp:sp modelId="{B1EF4149-9BA4-4069-A34C-BD0DFFF947CF}">
      <dsp:nvSpPr>
        <dsp:cNvPr id="0" name=""/>
        <dsp:cNvSpPr/>
      </dsp:nvSpPr>
      <dsp:spPr>
        <a:xfrm>
          <a:off x="1680026" y="722802"/>
          <a:ext cx="1410192" cy="282038"/>
        </a:xfrm>
        <a:prstGeom prst="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622300">
            <a:lnSpc>
              <a:spcPct val="90000"/>
            </a:lnSpc>
            <a:spcBef>
              <a:spcPct val="0"/>
            </a:spcBef>
            <a:spcAft>
              <a:spcPct val="35000"/>
            </a:spcAft>
            <a:buNone/>
          </a:pPr>
          <a:r>
            <a:rPr lang="en-US" sz="1400" kern="1200" dirty="0"/>
            <a:t>Lorem Ipsum</a:t>
          </a:r>
        </a:p>
      </dsp:txBody>
      <dsp:txXfrm>
        <a:off x="1680026" y="722802"/>
        <a:ext cx="1410192" cy="282038"/>
      </dsp:txXfrm>
    </dsp:sp>
    <dsp:sp modelId="{94DA0CB2-D0AC-4ADC-8C46-F107D688FE52}">
      <dsp:nvSpPr>
        <dsp:cNvPr id="0" name=""/>
        <dsp:cNvSpPr/>
      </dsp:nvSpPr>
      <dsp:spPr>
        <a:xfrm>
          <a:off x="3358903" y="1004840"/>
          <a:ext cx="0" cy="2538347"/>
        </a:xfrm>
        <a:prstGeom prst="line">
          <a:avLst/>
        </a:prstGeom>
        <a:solidFill>
          <a:schemeClr val="lt1">
            <a:alpha val="90000"/>
            <a:hueOff val="0"/>
            <a:satOff val="0"/>
            <a:lumOff val="0"/>
            <a:alphaOff val="0"/>
          </a:schemeClr>
        </a:solidFill>
        <a:ln w="9525" cap="flat" cmpd="sng" algn="ctr">
          <a:solidFill>
            <a:schemeClr val="accent4">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7A594055-9E35-4F66-9950-359D3E2CAC81}">
      <dsp:nvSpPr>
        <dsp:cNvPr id="0" name=""/>
        <dsp:cNvSpPr/>
      </dsp:nvSpPr>
      <dsp:spPr>
        <a:xfrm>
          <a:off x="3429413" y="1089452"/>
          <a:ext cx="1335029" cy="1142256"/>
        </a:xfrm>
        <a:prstGeom prst="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4086309D-BB2F-4797-98A5-1A547744399E}">
      <dsp:nvSpPr>
        <dsp:cNvPr id="0" name=""/>
        <dsp:cNvSpPr/>
      </dsp:nvSpPr>
      <dsp:spPr>
        <a:xfrm>
          <a:off x="3429413" y="2231708"/>
          <a:ext cx="1335029" cy="13114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114300" lvl="1" indent="-114300" algn="l" defTabSz="622300">
            <a:lnSpc>
              <a:spcPct val="90000"/>
            </a:lnSpc>
            <a:spcBef>
              <a:spcPct val="0"/>
            </a:spcBef>
            <a:spcAft>
              <a:spcPct val="15000"/>
            </a:spcAft>
            <a:buChar char="•"/>
          </a:pPr>
          <a:r>
            <a:rPr lang="en-US" sz="1400" kern="1200" dirty="0"/>
            <a:t>Some text here</a:t>
          </a:r>
        </a:p>
        <a:p>
          <a:pPr marL="114300" lvl="1" indent="-114300" algn="l" defTabSz="622300">
            <a:lnSpc>
              <a:spcPct val="90000"/>
            </a:lnSpc>
            <a:spcBef>
              <a:spcPct val="0"/>
            </a:spcBef>
            <a:spcAft>
              <a:spcPct val="15000"/>
            </a:spcAft>
            <a:buChar char="•"/>
          </a:pPr>
          <a:r>
            <a:rPr lang="en-US" sz="1400" kern="1200" dirty="0"/>
            <a:t>Some text here</a:t>
          </a:r>
        </a:p>
        <a:p>
          <a:pPr marL="114300" lvl="1" indent="-114300" algn="l" defTabSz="622300">
            <a:lnSpc>
              <a:spcPct val="90000"/>
            </a:lnSpc>
            <a:spcBef>
              <a:spcPct val="0"/>
            </a:spcBef>
            <a:spcAft>
              <a:spcPct val="15000"/>
            </a:spcAft>
            <a:buChar char="•"/>
          </a:pPr>
          <a:r>
            <a:rPr lang="en-US" sz="1400" kern="1200" dirty="0"/>
            <a:t>Some text here</a:t>
          </a:r>
        </a:p>
        <a:p>
          <a:pPr marL="114300" lvl="1" indent="-114300" algn="l" defTabSz="622300">
            <a:lnSpc>
              <a:spcPct val="90000"/>
            </a:lnSpc>
            <a:spcBef>
              <a:spcPct val="0"/>
            </a:spcBef>
            <a:spcAft>
              <a:spcPct val="15000"/>
            </a:spcAft>
            <a:buChar char="•"/>
          </a:pPr>
          <a:r>
            <a:rPr lang="en-US" sz="1400" kern="1200" dirty="0"/>
            <a:t>Some text here</a:t>
          </a:r>
        </a:p>
        <a:p>
          <a:pPr marL="114300" lvl="1" indent="-114300" algn="l" defTabSz="622300">
            <a:lnSpc>
              <a:spcPct val="90000"/>
            </a:lnSpc>
            <a:spcBef>
              <a:spcPct val="0"/>
            </a:spcBef>
            <a:spcAft>
              <a:spcPct val="15000"/>
            </a:spcAft>
            <a:buChar char="•"/>
          </a:pPr>
          <a:r>
            <a:rPr lang="en-US" sz="1400" kern="1200" dirty="0"/>
            <a:t>Some text here</a:t>
          </a:r>
        </a:p>
      </dsp:txBody>
      <dsp:txXfrm>
        <a:off x="3429413" y="2231708"/>
        <a:ext cx="1335029" cy="1311479"/>
      </dsp:txXfrm>
    </dsp:sp>
    <dsp:sp modelId="{1C6D875E-1BFA-4FB7-BC53-0602C72B25E6}">
      <dsp:nvSpPr>
        <dsp:cNvPr id="0" name=""/>
        <dsp:cNvSpPr/>
      </dsp:nvSpPr>
      <dsp:spPr>
        <a:xfrm>
          <a:off x="3358903" y="722802"/>
          <a:ext cx="1410192" cy="282038"/>
        </a:xfrm>
        <a:prstGeom prst="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w="9525" cap="flat" cmpd="sng" algn="ctr">
          <a:solidFill>
            <a:schemeClr val="accent4">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622300">
            <a:lnSpc>
              <a:spcPct val="90000"/>
            </a:lnSpc>
            <a:spcBef>
              <a:spcPct val="0"/>
            </a:spcBef>
            <a:spcAft>
              <a:spcPct val="35000"/>
            </a:spcAft>
            <a:buNone/>
          </a:pPr>
          <a:r>
            <a:rPr lang="en-US" sz="1400" kern="1200" dirty="0"/>
            <a:t>Lorem Ipsum</a:t>
          </a:r>
        </a:p>
      </dsp:txBody>
      <dsp:txXfrm>
        <a:off x="3358903" y="722802"/>
        <a:ext cx="1410192" cy="282038"/>
      </dsp:txXfrm>
    </dsp:sp>
    <dsp:sp modelId="{16EA2FB4-17B5-4F39-8A48-AAADF1001E4A}">
      <dsp:nvSpPr>
        <dsp:cNvPr id="0" name=""/>
        <dsp:cNvSpPr/>
      </dsp:nvSpPr>
      <dsp:spPr>
        <a:xfrm>
          <a:off x="5037780" y="1004840"/>
          <a:ext cx="0" cy="2538347"/>
        </a:xfrm>
        <a:prstGeom prst="line">
          <a:avLst/>
        </a:prstGeom>
        <a:solidFill>
          <a:schemeClr val="lt1">
            <a:alpha val="90000"/>
            <a:hueOff val="0"/>
            <a:satOff val="0"/>
            <a:lumOff val="0"/>
            <a:alphaOff val="0"/>
          </a:schemeClr>
        </a:solidFill>
        <a:ln w="9525" cap="flat" cmpd="sng" algn="ctr">
          <a:solidFill>
            <a:schemeClr val="accent5">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740ADCD5-E1C7-4A15-943B-8D4170D8273B}">
      <dsp:nvSpPr>
        <dsp:cNvPr id="0" name=""/>
        <dsp:cNvSpPr/>
      </dsp:nvSpPr>
      <dsp:spPr>
        <a:xfrm>
          <a:off x="5108290" y="1089452"/>
          <a:ext cx="1335029" cy="1142256"/>
        </a:xfrm>
        <a:prstGeom prst="rect">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C501C974-CB08-4C83-B0E9-BE3D72C2E35E}">
      <dsp:nvSpPr>
        <dsp:cNvPr id="0" name=""/>
        <dsp:cNvSpPr/>
      </dsp:nvSpPr>
      <dsp:spPr>
        <a:xfrm>
          <a:off x="5108290" y="2231708"/>
          <a:ext cx="1335029" cy="13114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114300" lvl="1" indent="-114300" algn="l" defTabSz="622300">
            <a:lnSpc>
              <a:spcPct val="90000"/>
            </a:lnSpc>
            <a:spcBef>
              <a:spcPct val="0"/>
            </a:spcBef>
            <a:spcAft>
              <a:spcPct val="15000"/>
            </a:spcAft>
            <a:buChar char="•"/>
          </a:pPr>
          <a:r>
            <a:rPr lang="en-US" sz="1400" kern="1200" dirty="0"/>
            <a:t>Some text here</a:t>
          </a:r>
        </a:p>
        <a:p>
          <a:pPr marL="114300" lvl="1" indent="-114300" algn="l" defTabSz="622300">
            <a:lnSpc>
              <a:spcPct val="90000"/>
            </a:lnSpc>
            <a:spcBef>
              <a:spcPct val="0"/>
            </a:spcBef>
            <a:spcAft>
              <a:spcPct val="15000"/>
            </a:spcAft>
            <a:buChar char="•"/>
          </a:pPr>
          <a:r>
            <a:rPr lang="en-US" sz="1400" kern="1200" dirty="0"/>
            <a:t>Some text here</a:t>
          </a:r>
        </a:p>
      </dsp:txBody>
      <dsp:txXfrm>
        <a:off x="5108290" y="2231708"/>
        <a:ext cx="1335029" cy="1311479"/>
      </dsp:txXfrm>
    </dsp:sp>
    <dsp:sp modelId="{99E36620-8699-41EE-942E-5A23B0DB638D}">
      <dsp:nvSpPr>
        <dsp:cNvPr id="0" name=""/>
        <dsp:cNvSpPr/>
      </dsp:nvSpPr>
      <dsp:spPr>
        <a:xfrm>
          <a:off x="5037780" y="722802"/>
          <a:ext cx="1410192" cy="282038"/>
        </a:xfrm>
        <a:prstGeom prst="rect">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w="9525" cap="flat" cmpd="sng" algn="ctr">
          <a:solidFill>
            <a:schemeClr val="accent5">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622300">
            <a:lnSpc>
              <a:spcPct val="90000"/>
            </a:lnSpc>
            <a:spcBef>
              <a:spcPct val="0"/>
            </a:spcBef>
            <a:spcAft>
              <a:spcPct val="35000"/>
            </a:spcAft>
            <a:buNone/>
          </a:pPr>
          <a:r>
            <a:rPr lang="en-US" sz="1400" kern="1200" dirty="0"/>
            <a:t>Lorem Ipsum</a:t>
          </a:r>
        </a:p>
      </dsp:txBody>
      <dsp:txXfrm>
        <a:off x="5037780" y="722802"/>
        <a:ext cx="1410192" cy="282038"/>
      </dsp:txXfrm>
    </dsp:sp>
    <dsp:sp modelId="{158A5E54-1A35-40B6-B05C-F6EE6B333725}">
      <dsp:nvSpPr>
        <dsp:cNvPr id="0" name=""/>
        <dsp:cNvSpPr/>
      </dsp:nvSpPr>
      <dsp:spPr>
        <a:xfrm>
          <a:off x="6716658" y="1004840"/>
          <a:ext cx="0" cy="2538347"/>
        </a:xfrm>
        <a:prstGeom prst="line">
          <a:avLst/>
        </a:prstGeom>
        <a:solidFill>
          <a:schemeClr val="lt1">
            <a:alpha val="90000"/>
            <a:hueOff val="0"/>
            <a:satOff val="0"/>
            <a:lumOff val="0"/>
            <a:alphaOff val="0"/>
          </a:schemeClr>
        </a:solidFill>
        <a:ln w="9525" cap="flat"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16D674FF-AA4E-43DE-AE75-CD6D378509F1}">
      <dsp:nvSpPr>
        <dsp:cNvPr id="0" name=""/>
        <dsp:cNvSpPr/>
      </dsp:nvSpPr>
      <dsp:spPr>
        <a:xfrm>
          <a:off x="6787167" y="1089452"/>
          <a:ext cx="1335029" cy="1142256"/>
        </a:xfrm>
        <a:prstGeom prst="rect">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0C00A5FA-89B0-41C2-B986-1F3254202978}">
      <dsp:nvSpPr>
        <dsp:cNvPr id="0" name=""/>
        <dsp:cNvSpPr/>
      </dsp:nvSpPr>
      <dsp:spPr>
        <a:xfrm>
          <a:off x="6787167" y="2231708"/>
          <a:ext cx="1335029" cy="13114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114300" lvl="1" indent="-114300" algn="l" defTabSz="622300">
            <a:lnSpc>
              <a:spcPct val="90000"/>
            </a:lnSpc>
            <a:spcBef>
              <a:spcPct val="0"/>
            </a:spcBef>
            <a:spcAft>
              <a:spcPct val="15000"/>
            </a:spcAft>
            <a:buChar char="•"/>
          </a:pPr>
          <a:r>
            <a:rPr lang="en-US" sz="1400" kern="1200" dirty="0"/>
            <a:t>Some text here</a:t>
          </a:r>
        </a:p>
        <a:p>
          <a:pPr marL="114300" lvl="1" indent="-114300" algn="l" defTabSz="622300">
            <a:lnSpc>
              <a:spcPct val="90000"/>
            </a:lnSpc>
            <a:spcBef>
              <a:spcPct val="0"/>
            </a:spcBef>
            <a:spcAft>
              <a:spcPct val="15000"/>
            </a:spcAft>
            <a:buChar char="•"/>
          </a:pPr>
          <a:r>
            <a:rPr lang="en-US" sz="1400" kern="1200" dirty="0"/>
            <a:t>Some text here</a:t>
          </a:r>
        </a:p>
        <a:p>
          <a:pPr marL="114300" lvl="1" indent="-114300" algn="l" defTabSz="622300">
            <a:lnSpc>
              <a:spcPct val="90000"/>
            </a:lnSpc>
            <a:spcBef>
              <a:spcPct val="0"/>
            </a:spcBef>
            <a:spcAft>
              <a:spcPct val="15000"/>
            </a:spcAft>
            <a:buChar char="•"/>
          </a:pPr>
          <a:r>
            <a:rPr lang="en-US" sz="1400" kern="1200" dirty="0"/>
            <a:t>Some text here</a:t>
          </a:r>
        </a:p>
      </dsp:txBody>
      <dsp:txXfrm>
        <a:off x="6787167" y="2231708"/>
        <a:ext cx="1335029" cy="1311479"/>
      </dsp:txXfrm>
    </dsp:sp>
    <dsp:sp modelId="{93AC3748-976E-4CE7-BE84-61F13B7DE84F}">
      <dsp:nvSpPr>
        <dsp:cNvPr id="0" name=""/>
        <dsp:cNvSpPr/>
      </dsp:nvSpPr>
      <dsp:spPr>
        <a:xfrm>
          <a:off x="6716658" y="722802"/>
          <a:ext cx="1410192" cy="282038"/>
        </a:xfrm>
        <a:prstGeom prst="rect">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w="9525" cap="flat" cmpd="sng" algn="ctr">
          <a:solidFill>
            <a:schemeClr val="accent6">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622300">
            <a:lnSpc>
              <a:spcPct val="90000"/>
            </a:lnSpc>
            <a:spcBef>
              <a:spcPct val="0"/>
            </a:spcBef>
            <a:spcAft>
              <a:spcPct val="35000"/>
            </a:spcAft>
            <a:buNone/>
          </a:pPr>
          <a:r>
            <a:rPr lang="en-US" sz="1400" kern="1200" dirty="0"/>
            <a:t>Lorem Ipsum</a:t>
          </a:r>
        </a:p>
      </dsp:txBody>
      <dsp:txXfrm>
        <a:off x="6716658" y="722802"/>
        <a:ext cx="1410192" cy="282038"/>
      </dsp:txXfrm>
    </dsp:sp>
  </dsp:spTree>
</dsp:drawing>
</file>

<file path=ppt/diagrams/drawing15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C01073-6DF7-4E04-B025-E6D6DA0B4FB8}">
      <dsp:nvSpPr>
        <dsp:cNvPr id="0" name=""/>
        <dsp:cNvSpPr/>
      </dsp:nvSpPr>
      <dsp:spPr>
        <a:xfrm>
          <a:off x="906" y="508252"/>
          <a:ext cx="1624742" cy="1624742"/>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9E2463BD-809C-4EBD-8734-D94D4AD76462}">
      <dsp:nvSpPr>
        <dsp:cNvPr id="0" name=""/>
        <dsp:cNvSpPr/>
      </dsp:nvSpPr>
      <dsp:spPr>
        <a:xfrm>
          <a:off x="906" y="508252"/>
          <a:ext cx="162" cy="3249484"/>
        </a:xfrm>
        <a:prstGeom prst="line">
          <a:avLst/>
        </a:pr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6E05B39B-0BAE-4FEA-BF13-60B2F47650F7}">
      <dsp:nvSpPr>
        <dsp:cNvPr id="0" name=""/>
        <dsp:cNvSpPr/>
      </dsp:nvSpPr>
      <dsp:spPr>
        <a:xfrm>
          <a:off x="906" y="2132995"/>
          <a:ext cx="1624742" cy="16247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dirty="0"/>
            <a:t>Lorem Ipsum</a:t>
          </a:r>
        </a:p>
        <a:p>
          <a:pPr marL="171450" lvl="1" indent="-171450" algn="l" defTabSz="711200">
            <a:lnSpc>
              <a:spcPct val="90000"/>
            </a:lnSpc>
            <a:spcBef>
              <a:spcPct val="0"/>
            </a:spcBef>
            <a:spcAft>
              <a:spcPct val="15000"/>
            </a:spcAft>
            <a:buChar char="•"/>
          </a:pPr>
          <a:r>
            <a:rPr lang="en-US" sz="1600" kern="1200" dirty="0"/>
            <a:t>Some text here</a:t>
          </a:r>
        </a:p>
        <a:p>
          <a:pPr marL="171450" lvl="1" indent="-171450" algn="l" defTabSz="711200">
            <a:lnSpc>
              <a:spcPct val="90000"/>
            </a:lnSpc>
            <a:spcBef>
              <a:spcPct val="0"/>
            </a:spcBef>
            <a:spcAft>
              <a:spcPct val="15000"/>
            </a:spcAft>
            <a:buChar char="•"/>
          </a:pPr>
          <a:r>
            <a:rPr lang="en-US" sz="1600" kern="1200" dirty="0"/>
            <a:t>Some text here</a:t>
          </a:r>
        </a:p>
      </dsp:txBody>
      <dsp:txXfrm>
        <a:off x="906" y="2132995"/>
        <a:ext cx="1624742" cy="1624742"/>
      </dsp:txXfrm>
    </dsp:sp>
    <dsp:sp modelId="{F86EDF1C-4CF3-4039-A8C1-64E6750CC3A2}">
      <dsp:nvSpPr>
        <dsp:cNvPr id="0" name=""/>
        <dsp:cNvSpPr/>
      </dsp:nvSpPr>
      <dsp:spPr>
        <a:xfrm>
          <a:off x="1626267" y="508252"/>
          <a:ext cx="1624742" cy="1624742"/>
        </a:xfrm>
        <a:prstGeom prst="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FB398C1E-5076-4839-A6E4-1803CCD928EB}">
      <dsp:nvSpPr>
        <dsp:cNvPr id="0" name=""/>
        <dsp:cNvSpPr/>
      </dsp:nvSpPr>
      <dsp:spPr>
        <a:xfrm>
          <a:off x="1626267" y="508252"/>
          <a:ext cx="162" cy="3249484"/>
        </a:xfrm>
        <a:prstGeom prst="line">
          <a:avLst/>
        </a:pr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AFE3F851-AEA4-4198-BFA7-D4FE3363015C}">
      <dsp:nvSpPr>
        <dsp:cNvPr id="0" name=""/>
        <dsp:cNvSpPr/>
      </dsp:nvSpPr>
      <dsp:spPr>
        <a:xfrm>
          <a:off x="1626267" y="2132995"/>
          <a:ext cx="1624742" cy="16247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a:t>Lorem Ipsum</a:t>
          </a:r>
          <a:endParaRPr lang="en-US" sz="2100" kern="1200" dirty="0"/>
        </a:p>
      </dsp:txBody>
      <dsp:txXfrm>
        <a:off x="1626267" y="2132995"/>
        <a:ext cx="1624742" cy="1624742"/>
      </dsp:txXfrm>
    </dsp:sp>
    <dsp:sp modelId="{BF534A13-FF92-4F17-A912-B22AFD20163F}">
      <dsp:nvSpPr>
        <dsp:cNvPr id="0" name=""/>
        <dsp:cNvSpPr/>
      </dsp:nvSpPr>
      <dsp:spPr>
        <a:xfrm>
          <a:off x="3251628" y="508252"/>
          <a:ext cx="1624742" cy="1624742"/>
        </a:xfrm>
        <a:prstGeom prst="rect">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w="9525" cap="flat" cmpd="sng" algn="ctr">
          <a:solidFill>
            <a:schemeClr val="accent4">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CB1239F9-5949-490F-803A-5944203C1783}">
      <dsp:nvSpPr>
        <dsp:cNvPr id="0" name=""/>
        <dsp:cNvSpPr/>
      </dsp:nvSpPr>
      <dsp:spPr>
        <a:xfrm>
          <a:off x="3251628" y="508252"/>
          <a:ext cx="162" cy="3249484"/>
        </a:xfrm>
        <a:prstGeom prst="line">
          <a:avLst/>
        </a:pr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AE419FF-6338-4B7C-9D46-B398D14E3029}">
      <dsp:nvSpPr>
        <dsp:cNvPr id="0" name=""/>
        <dsp:cNvSpPr/>
      </dsp:nvSpPr>
      <dsp:spPr>
        <a:xfrm>
          <a:off x="3251628" y="2132995"/>
          <a:ext cx="1624742" cy="16247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dirty="0"/>
            <a:t>Lorem Ipsum</a:t>
          </a:r>
        </a:p>
        <a:p>
          <a:pPr marL="171450" lvl="1" indent="-171450" algn="l" defTabSz="711200">
            <a:lnSpc>
              <a:spcPct val="90000"/>
            </a:lnSpc>
            <a:spcBef>
              <a:spcPct val="0"/>
            </a:spcBef>
            <a:spcAft>
              <a:spcPct val="15000"/>
            </a:spcAft>
            <a:buChar char="•"/>
          </a:pPr>
          <a:r>
            <a:rPr lang="en-US" sz="1600" kern="1200" dirty="0"/>
            <a:t>Some text here</a:t>
          </a:r>
        </a:p>
      </dsp:txBody>
      <dsp:txXfrm>
        <a:off x="3251628" y="2132995"/>
        <a:ext cx="1624742" cy="1624742"/>
      </dsp:txXfrm>
    </dsp:sp>
    <dsp:sp modelId="{0CF7BBFE-61C0-4DA9-96D9-B17B3963E513}">
      <dsp:nvSpPr>
        <dsp:cNvPr id="0" name=""/>
        <dsp:cNvSpPr/>
      </dsp:nvSpPr>
      <dsp:spPr>
        <a:xfrm>
          <a:off x="4876990" y="508252"/>
          <a:ext cx="1624742" cy="1624742"/>
        </a:xfrm>
        <a:prstGeom prst="rect">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w="9525" cap="flat" cmpd="sng" algn="ctr">
          <a:solidFill>
            <a:schemeClr val="accent5">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8249B8B2-C153-495A-BC0D-C4F7F0D0D184}">
      <dsp:nvSpPr>
        <dsp:cNvPr id="0" name=""/>
        <dsp:cNvSpPr/>
      </dsp:nvSpPr>
      <dsp:spPr>
        <a:xfrm>
          <a:off x="4876990" y="508252"/>
          <a:ext cx="162" cy="3249484"/>
        </a:xfrm>
        <a:prstGeom prst="line">
          <a:avLst/>
        </a:pr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380429FB-86BB-4614-B227-1C65CC40496B}">
      <dsp:nvSpPr>
        <dsp:cNvPr id="0" name=""/>
        <dsp:cNvSpPr/>
      </dsp:nvSpPr>
      <dsp:spPr>
        <a:xfrm>
          <a:off x="4876990" y="2132995"/>
          <a:ext cx="1624742" cy="16247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dirty="0"/>
            <a:t>Lorem Ipsum</a:t>
          </a:r>
        </a:p>
      </dsp:txBody>
      <dsp:txXfrm>
        <a:off x="4876990" y="2132995"/>
        <a:ext cx="1624742" cy="1624742"/>
      </dsp:txXfrm>
    </dsp:sp>
    <dsp:sp modelId="{EF198E18-1AB4-4C46-9708-DB7493DB3E33}">
      <dsp:nvSpPr>
        <dsp:cNvPr id="0" name=""/>
        <dsp:cNvSpPr/>
      </dsp:nvSpPr>
      <dsp:spPr>
        <a:xfrm>
          <a:off x="6502351" y="508252"/>
          <a:ext cx="1624742" cy="1624742"/>
        </a:xfrm>
        <a:prstGeom prst="rect">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w="9525" cap="flat" cmpd="sng" algn="ctr">
          <a:solidFill>
            <a:schemeClr val="accent6">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F6982ABB-BAA3-4B20-BEBB-4100EB966130}">
      <dsp:nvSpPr>
        <dsp:cNvPr id="0" name=""/>
        <dsp:cNvSpPr/>
      </dsp:nvSpPr>
      <dsp:spPr>
        <a:xfrm>
          <a:off x="6502351" y="508252"/>
          <a:ext cx="162" cy="3249484"/>
        </a:xfrm>
        <a:prstGeom prst="line">
          <a:avLst/>
        </a:prstGeom>
        <a:noFill/>
        <a:ln w="9525" cap="flat"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0618D4C9-513A-4768-AA91-6D3257254504}">
      <dsp:nvSpPr>
        <dsp:cNvPr id="0" name=""/>
        <dsp:cNvSpPr/>
      </dsp:nvSpPr>
      <dsp:spPr>
        <a:xfrm>
          <a:off x="6502351" y="2132995"/>
          <a:ext cx="1624742" cy="16247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dirty="0"/>
            <a:t>Lorem Ipsum</a:t>
          </a:r>
        </a:p>
        <a:p>
          <a:pPr marL="171450" lvl="1" indent="-171450" algn="l" defTabSz="711200">
            <a:lnSpc>
              <a:spcPct val="90000"/>
            </a:lnSpc>
            <a:spcBef>
              <a:spcPct val="0"/>
            </a:spcBef>
            <a:spcAft>
              <a:spcPct val="15000"/>
            </a:spcAft>
            <a:buChar char="•"/>
          </a:pPr>
          <a:r>
            <a:rPr lang="en-US" sz="1600" kern="1200" dirty="0"/>
            <a:t>Some text here</a:t>
          </a:r>
        </a:p>
        <a:p>
          <a:pPr marL="171450" lvl="1" indent="-171450" algn="l" defTabSz="711200">
            <a:lnSpc>
              <a:spcPct val="90000"/>
            </a:lnSpc>
            <a:spcBef>
              <a:spcPct val="0"/>
            </a:spcBef>
            <a:spcAft>
              <a:spcPct val="15000"/>
            </a:spcAft>
            <a:buChar char="•"/>
          </a:pPr>
          <a:r>
            <a:rPr lang="en-US" sz="1600" kern="1200" dirty="0"/>
            <a:t>Some text here</a:t>
          </a:r>
        </a:p>
      </dsp:txBody>
      <dsp:txXfrm>
        <a:off x="6502351" y="2132995"/>
        <a:ext cx="1624742" cy="1624742"/>
      </dsp:txXfrm>
    </dsp:sp>
  </dsp:spTree>
</dsp:drawing>
</file>

<file path=ppt/diagrams/drawing15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6D90A2-88DA-4AEF-B34A-38901CD439DB}">
      <dsp:nvSpPr>
        <dsp:cNvPr id="0" name=""/>
        <dsp:cNvSpPr/>
      </dsp:nvSpPr>
      <dsp:spPr>
        <a:xfrm>
          <a:off x="38639" y="263"/>
          <a:ext cx="1116583" cy="744386"/>
        </a:xfrm>
        <a:prstGeom prst="rect">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5D47833-D881-4662-AC8A-7552C3545A33}">
      <dsp:nvSpPr>
        <dsp:cNvPr id="0" name=""/>
        <dsp:cNvSpPr/>
      </dsp:nvSpPr>
      <dsp:spPr>
        <a:xfrm>
          <a:off x="1201844" y="791197"/>
          <a:ext cx="1581923" cy="9771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dirty="0"/>
            <a:t>Lorem Ipsum</a:t>
          </a:r>
        </a:p>
        <a:p>
          <a:pPr marL="114300" lvl="1" indent="-114300" algn="l" defTabSz="666750">
            <a:lnSpc>
              <a:spcPct val="90000"/>
            </a:lnSpc>
            <a:spcBef>
              <a:spcPct val="0"/>
            </a:spcBef>
            <a:spcAft>
              <a:spcPct val="15000"/>
            </a:spcAft>
            <a:buChar char="•"/>
          </a:pPr>
          <a:r>
            <a:rPr lang="en-US" sz="1500" kern="1200" dirty="0"/>
            <a:t>Some text here</a:t>
          </a:r>
        </a:p>
        <a:p>
          <a:pPr marL="114300" lvl="1" indent="-114300" algn="l" defTabSz="666750">
            <a:lnSpc>
              <a:spcPct val="90000"/>
            </a:lnSpc>
            <a:spcBef>
              <a:spcPct val="0"/>
            </a:spcBef>
            <a:spcAft>
              <a:spcPct val="15000"/>
            </a:spcAft>
            <a:buChar char="•"/>
          </a:pPr>
          <a:r>
            <a:rPr lang="en-US" sz="1500" kern="1200" dirty="0"/>
            <a:t>Some text here</a:t>
          </a:r>
        </a:p>
      </dsp:txBody>
      <dsp:txXfrm>
        <a:off x="1201844" y="791197"/>
        <a:ext cx="1581923" cy="977126"/>
      </dsp:txXfrm>
    </dsp:sp>
    <dsp:sp modelId="{B57F67CE-2CEE-45F0-B9EB-1021B80A91E3}">
      <dsp:nvSpPr>
        <dsp:cNvPr id="0" name=""/>
        <dsp:cNvSpPr/>
      </dsp:nvSpPr>
      <dsp:spPr>
        <a:xfrm>
          <a:off x="1062271" y="651744"/>
          <a:ext cx="379916" cy="380014"/>
        </a:xfrm>
        <a:prstGeom prst="halfFrame">
          <a:avLst>
            <a:gd name="adj1" fmla="val 25770"/>
            <a:gd name="adj2" fmla="val 257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347DBA1-5D19-4667-94EF-B6A1891259D2}">
      <dsp:nvSpPr>
        <dsp:cNvPr id="0" name=""/>
        <dsp:cNvSpPr/>
      </dsp:nvSpPr>
      <dsp:spPr>
        <a:xfrm rot="5400000">
          <a:off x="2554378" y="651793"/>
          <a:ext cx="380014" cy="379916"/>
        </a:xfrm>
        <a:prstGeom prst="halfFrame">
          <a:avLst>
            <a:gd name="adj1" fmla="val 25770"/>
            <a:gd name="adj2" fmla="val 257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5D37D20-0535-4FF0-B2D9-BCB8551F2217}">
      <dsp:nvSpPr>
        <dsp:cNvPr id="0" name=""/>
        <dsp:cNvSpPr/>
      </dsp:nvSpPr>
      <dsp:spPr>
        <a:xfrm rot="16200000">
          <a:off x="1062221" y="1528002"/>
          <a:ext cx="380014" cy="379916"/>
        </a:xfrm>
        <a:prstGeom prst="halfFrame">
          <a:avLst>
            <a:gd name="adj1" fmla="val 25770"/>
            <a:gd name="adj2" fmla="val 257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FBB18CF-D641-4ADF-B126-F8094395EF14}">
      <dsp:nvSpPr>
        <dsp:cNvPr id="0" name=""/>
        <dsp:cNvSpPr/>
      </dsp:nvSpPr>
      <dsp:spPr>
        <a:xfrm rot="10800000">
          <a:off x="2554427" y="1527953"/>
          <a:ext cx="379916" cy="380014"/>
        </a:xfrm>
        <a:prstGeom prst="halfFrame">
          <a:avLst>
            <a:gd name="adj1" fmla="val 25770"/>
            <a:gd name="adj2" fmla="val 257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E9C15E5-D9FF-4B50-A9F9-1A2BC8C9F68D}">
      <dsp:nvSpPr>
        <dsp:cNvPr id="0" name=""/>
        <dsp:cNvSpPr/>
      </dsp:nvSpPr>
      <dsp:spPr>
        <a:xfrm>
          <a:off x="3223914" y="263"/>
          <a:ext cx="1116583" cy="744386"/>
        </a:xfrm>
        <a:prstGeom prst="rect">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D72D913-84CD-4341-B678-B6DCC31F9F84}">
      <dsp:nvSpPr>
        <dsp:cNvPr id="0" name=""/>
        <dsp:cNvSpPr/>
      </dsp:nvSpPr>
      <dsp:spPr>
        <a:xfrm>
          <a:off x="4387119" y="791197"/>
          <a:ext cx="1581923" cy="9771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Lorem Ipsum</a:t>
          </a:r>
        </a:p>
      </dsp:txBody>
      <dsp:txXfrm>
        <a:off x="4387119" y="791197"/>
        <a:ext cx="1581923" cy="977126"/>
      </dsp:txXfrm>
    </dsp:sp>
    <dsp:sp modelId="{F22581CF-1E7D-461C-B845-EC060F0383A8}">
      <dsp:nvSpPr>
        <dsp:cNvPr id="0" name=""/>
        <dsp:cNvSpPr/>
      </dsp:nvSpPr>
      <dsp:spPr>
        <a:xfrm>
          <a:off x="4247546" y="651744"/>
          <a:ext cx="379916" cy="380014"/>
        </a:xfrm>
        <a:prstGeom prst="halfFrame">
          <a:avLst>
            <a:gd name="adj1" fmla="val 25770"/>
            <a:gd name="adj2" fmla="val 257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C24E880-65FB-4C67-BD5E-0A802A140FF5}">
      <dsp:nvSpPr>
        <dsp:cNvPr id="0" name=""/>
        <dsp:cNvSpPr/>
      </dsp:nvSpPr>
      <dsp:spPr>
        <a:xfrm rot="5400000">
          <a:off x="5739653" y="651793"/>
          <a:ext cx="380014" cy="379916"/>
        </a:xfrm>
        <a:prstGeom prst="halfFrame">
          <a:avLst>
            <a:gd name="adj1" fmla="val 25770"/>
            <a:gd name="adj2" fmla="val 257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A781715-5652-485C-AC9A-8CFB3CE21666}">
      <dsp:nvSpPr>
        <dsp:cNvPr id="0" name=""/>
        <dsp:cNvSpPr/>
      </dsp:nvSpPr>
      <dsp:spPr>
        <a:xfrm rot="16200000">
          <a:off x="4247497" y="1528002"/>
          <a:ext cx="380014" cy="379916"/>
        </a:xfrm>
        <a:prstGeom prst="halfFrame">
          <a:avLst>
            <a:gd name="adj1" fmla="val 25770"/>
            <a:gd name="adj2" fmla="val 257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66D7695-AF13-4A78-8057-07E796F552A0}">
      <dsp:nvSpPr>
        <dsp:cNvPr id="0" name=""/>
        <dsp:cNvSpPr/>
      </dsp:nvSpPr>
      <dsp:spPr>
        <a:xfrm rot="10800000">
          <a:off x="5739703" y="1527953"/>
          <a:ext cx="379916" cy="380014"/>
        </a:xfrm>
        <a:prstGeom prst="halfFrame">
          <a:avLst>
            <a:gd name="adj1" fmla="val 25770"/>
            <a:gd name="adj2" fmla="val 257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A346526-BAE2-4863-964E-D9AFC677F44C}">
      <dsp:nvSpPr>
        <dsp:cNvPr id="0" name=""/>
        <dsp:cNvSpPr/>
      </dsp:nvSpPr>
      <dsp:spPr>
        <a:xfrm>
          <a:off x="38639" y="2197538"/>
          <a:ext cx="1116583" cy="744386"/>
        </a:xfrm>
        <a:prstGeom prst="rect">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5D1352D-E883-46E3-87D9-1583FC6A78CA}">
      <dsp:nvSpPr>
        <dsp:cNvPr id="0" name=""/>
        <dsp:cNvSpPr/>
      </dsp:nvSpPr>
      <dsp:spPr>
        <a:xfrm>
          <a:off x="1201844" y="2988472"/>
          <a:ext cx="1581923" cy="9771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Lorem Ipsum</a:t>
          </a:r>
        </a:p>
      </dsp:txBody>
      <dsp:txXfrm>
        <a:off x="1201844" y="2988472"/>
        <a:ext cx="1581923" cy="977126"/>
      </dsp:txXfrm>
    </dsp:sp>
    <dsp:sp modelId="{1F349A1B-00F3-4EA6-946A-A33C670D61A9}">
      <dsp:nvSpPr>
        <dsp:cNvPr id="0" name=""/>
        <dsp:cNvSpPr/>
      </dsp:nvSpPr>
      <dsp:spPr>
        <a:xfrm>
          <a:off x="1062271" y="2849019"/>
          <a:ext cx="379916" cy="380014"/>
        </a:xfrm>
        <a:prstGeom prst="halfFrame">
          <a:avLst>
            <a:gd name="adj1" fmla="val 25770"/>
            <a:gd name="adj2" fmla="val 257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70AD4E0-4FB2-41AE-92D3-C4B40E514C69}">
      <dsp:nvSpPr>
        <dsp:cNvPr id="0" name=""/>
        <dsp:cNvSpPr/>
      </dsp:nvSpPr>
      <dsp:spPr>
        <a:xfrm rot="5400000">
          <a:off x="2554378" y="2849068"/>
          <a:ext cx="380014" cy="379916"/>
        </a:xfrm>
        <a:prstGeom prst="halfFrame">
          <a:avLst>
            <a:gd name="adj1" fmla="val 25770"/>
            <a:gd name="adj2" fmla="val 257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00859E5-0F29-41EF-8730-413255A15146}">
      <dsp:nvSpPr>
        <dsp:cNvPr id="0" name=""/>
        <dsp:cNvSpPr/>
      </dsp:nvSpPr>
      <dsp:spPr>
        <a:xfrm rot="16200000">
          <a:off x="1062221" y="3725277"/>
          <a:ext cx="380014" cy="379916"/>
        </a:xfrm>
        <a:prstGeom prst="halfFrame">
          <a:avLst>
            <a:gd name="adj1" fmla="val 25770"/>
            <a:gd name="adj2" fmla="val 257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1513530-6CE7-474A-8F8A-4EA22AC468DF}">
      <dsp:nvSpPr>
        <dsp:cNvPr id="0" name=""/>
        <dsp:cNvSpPr/>
      </dsp:nvSpPr>
      <dsp:spPr>
        <a:xfrm rot="10800000">
          <a:off x="2554427" y="3725228"/>
          <a:ext cx="379916" cy="380014"/>
        </a:xfrm>
        <a:prstGeom prst="halfFrame">
          <a:avLst>
            <a:gd name="adj1" fmla="val 25770"/>
            <a:gd name="adj2" fmla="val 257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E9DC631-3E6C-499A-9B7A-6B4CA57F1B1A}">
      <dsp:nvSpPr>
        <dsp:cNvPr id="0" name=""/>
        <dsp:cNvSpPr/>
      </dsp:nvSpPr>
      <dsp:spPr>
        <a:xfrm>
          <a:off x="3223914" y="2197538"/>
          <a:ext cx="1116583" cy="744386"/>
        </a:xfrm>
        <a:prstGeom prst="rect">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98C47DC-404E-47E7-9D9E-D8C89ABD0B36}">
      <dsp:nvSpPr>
        <dsp:cNvPr id="0" name=""/>
        <dsp:cNvSpPr/>
      </dsp:nvSpPr>
      <dsp:spPr>
        <a:xfrm>
          <a:off x="4387119" y="2988472"/>
          <a:ext cx="1581923" cy="9771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dirty="0"/>
            <a:t>Lorem Ipsum</a:t>
          </a:r>
        </a:p>
        <a:p>
          <a:pPr marL="114300" lvl="1" indent="-114300" algn="l" defTabSz="666750">
            <a:lnSpc>
              <a:spcPct val="90000"/>
            </a:lnSpc>
            <a:spcBef>
              <a:spcPct val="0"/>
            </a:spcBef>
            <a:spcAft>
              <a:spcPct val="15000"/>
            </a:spcAft>
            <a:buChar char="•"/>
          </a:pPr>
          <a:r>
            <a:rPr lang="en-US" sz="1500" kern="1200" dirty="0"/>
            <a:t>Some text here</a:t>
          </a:r>
        </a:p>
        <a:p>
          <a:pPr marL="114300" lvl="1" indent="-114300" algn="l" defTabSz="666750">
            <a:lnSpc>
              <a:spcPct val="90000"/>
            </a:lnSpc>
            <a:spcBef>
              <a:spcPct val="0"/>
            </a:spcBef>
            <a:spcAft>
              <a:spcPct val="15000"/>
            </a:spcAft>
            <a:buChar char="•"/>
          </a:pPr>
          <a:r>
            <a:rPr lang="en-US" sz="1500" kern="1200" dirty="0"/>
            <a:t>Some text here</a:t>
          </a:r>
        </a:p>
      </dsp:txBody>
      <dsp:txXfrm>
        <a:off x="4387119" y="2988472"/>
        <a:ext cx="1581923" cy="977126"/>
      </dsp:txXfrm>
    </dsp:sp>
    <dsp:sp modelId="{52FA6AB8-E34B-4704-9978-1EA31C0B5D8F}">
      <dsp:nvSpPr>
        <dsp:cNvPr id="0" name=""/>
        <dsp:cNvSpPr/>
      </dsp:nvSpPr>
      <dsp:spPr>
        <a:xfrm>
          <a:off x="4247546" y="2849019"/>
          <a:ext cx="379916" cy="380014"/>
        </a:xfrm>
        <a:prstGeom prst="halfFrame">
          <a:avLst>
            <a:gd name="adj1" fmla="val 25770"/>
            <a:gd name="adj2" fmla="val 257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B0D8E75-034D-41CC-B4FD-3819760870B2}">
      <dsp:nvSpPr>
        <dsp:cNvPr id="0" name=""/>
        <dsp:cNvSpPr/>
      </dsp:nvSpPr>
      <dsp:spPr>
        <a:xfrm rot="5400000">
          <a:off x="5739653" y="2849068"/>
          <a:ext cx="380014" cy="379916"/>
        </a:xfrm>
        <a:prstGeom prst="halfFrame">
          <a:avLst>
            <a:gd name="adj1" fmla="val 25770"/>
            <a:gd name="adj2" fmla="val 257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4B61F65-66E5-4743-9F72-879AB85C0826}">
      <dsp:nvSpPr>
        <dsp:cNvPr id="0" name=""/>
        <dsp:cNvSpPr/>
      </dsp:nvSpPr>
      <dsp:spPr>
        <a:xfrm rot="16200000">
          <a:off x="4247497" y="3725277"/>
          <a:ext cx="380014" cy="379916"/>
        </a:xfrm>
        <a:prstGeom prst="halfFrame">
          <a:avLst>
            <a:gd name="adj1" fmla="val 25770"/>
            <a:gd name="adj2" fmla="val 257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0CCAF10-2AAB-4B4C-998C-9A479F3D41D1}">
      <dsp:nvSpPr>
        <dsp:cNvPr id="0" name=""/>
        <dsp:cNvSpPr/>
      </dsp:nvSpPr>
      <dsp:spPr>
        <a:xfrm rot="10800000">
          <a:off x="5739703" y="3725228"/>
          <a:ext cx="379916" cy="380014"/>
        </a:xfrm>
        <a:prstGeom prst="halfFrame">
          <a:avLst>
            <a:gd name="adj1" fmla="val 25770"/>
            <a:gd name="adj2" fmla="val 257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15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47AC06-6602-4E94-A915-2B36AE66EBDE}">
      <dsp:nvSpPr>
        <dsp:cNvPr id="0" name=""/>
        <dsp:cNvSpPr/>
      </dsp:nvSpPr>
      <dsp:spPr>
        <a:xfrm>
          <a:off x="1319174" y="2568417"/>
          <a:ext cx="1532940" cy="1316075"/>
        </a:xfrm>
        <a:prstGeom prst="hexagon">
          <a:avLst>
            <a:gd name="adj" fmla="val 25000"/>
            <a:gd name="vf" fmla="val 11547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0" tIns="36830" rIns="0" bIns="36830" numCol="1" spcCol="1270" anchor="ctr" anchorCtr="0">
          <a:noAutofit/>
        </a:bodyPr>
        <a:lstStyle/>
        <a:p>
          <a:pPr marL="0" lvl="0" indent="0" algn="ctr" defTabSz="1289050">
            <a:lnSpc>
              <a:spcPct val="90000"/>
            </a:lnSpc>
            <a:spcBef>
              <a:spcPct val="0"/>
            </a:spcBef>
            <a:spcAft>
              <a:spcPct val="35000"/>
            </a:spcAft>
            <a:buNone/>
          </a:pPr>
          <a:r>
            <a:rPr lang="en-US" sz="2900" kern="1200"/>
            <a:t>Lorem Ipsum</a:t>
          </a:r>
          <a:endParaRPr lang="en-US" sz="2900" kern="1200" dirty="0"/>
        </a:p>
      </dsp:txBody>
      <dsp:txXfrm>
        <a:off x="1556592" y="2772247"/>
        <a:ext cx="1058104" cy="908415"/>
      </dsp:txXfrm>
    </dsp:sp>
    <dsp:sp modelId="{20801740-DCD8-4EEA-B2E7-BA06227F827D}">
      <dsp:nvSpPr>
        <dsp:cNvPr id="0" name=""/>
        <dsp:cNvSpPr/>
      </dsp:nvSpPr>
      <dsp:spPr>
        <a:xfrm>
          <a:off x="1355750" y="3156920"/>
          <a:ext cx="178816" cy="154131"/>
        </a:xfrm>
        <a:prstGeom prst="hexagon">
          <a:avLst>
            <a:gd name="adj" fmla="val 25000"/>
            <a:gd name="vf" fmla="val 115470"/>
          </a:avLst>
        </a:prstGeom>
        <a:solidFill>
          <a:schemeClr val="lt1">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9B9383E9-7299-4FEA-97B9-AB6C703DE3C9}">
      <dsp:nvSpPr>
        <dsp:cNvPr id="0" name=""/>
        <dsp:cNvSpPr/>
      </dsp:nvSpPr>
      <dsp:spPr>
        <a:xfrm>
          <a:off x="0" y="1840845"/>
          <a:ext cx="1532940" cy="1316075"/>
        </a:xfrm>
        <a:prstGeom prst="hexagon">
          <a:avLst>
            <a:gd name="adj" fmla="val 25000"/>
            <a:gd name="vf" fmla="val 115470"/>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AD4BF4A1-8209-420F-B5B0-7D8BA9E0FDB7}">
      <dsp:nvSpPr>
        <dsp:cNvPr id="0" name=""/>
        <dsp:cNvSpPr/>
      </dsp:nvSpPr>
      <dsp:spPr>
        <a:xfrm>
          <a:off x="1050137" y="2982121"/>
          <a:ext cx="178816" cy="154131"/>
        </a:xfrm>
        <a:prstGeom prst="hexagon">
          <a:avLst>
            <a:gd name="adj" fmla="val 25000"/>
            <a:gd name="vf" fmla="val 115470"/>
          </a:avLst>
        </a:prstGeom>
        <a:solidFill>
          <a:schemeClr val="lt1">
            <a:hueOff val="0"/>
            <a:satOff val="0"/>
            <a:lumOff val="0"/>
            <a:alphaOff val="0"/>
          </a:schemeClr>
        </a:solidFill>
        <a:ln w="9525" cap="flat" cmpd="sng" algn="ctr">
          <a:solidFill>
            <a:schemeClr val="accent3">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BF29FD73-BCCB-4FE8-BFE3-8355D64D902C}">
      <dsp:nvSpPr>
        <dsp:cNvPr id="0" name=""/>
        <dsp:cNvSpPr/>
      </dsp:nvSpPr>
      <dsp:spPr>
        <a:xfrm>
          <a:off x="2638348" y="1836641"/>
          <a:ext cx="1532940" cy="1316075"/>
        </a:xfrm>
        <a:prstGeom prst="hexagon">
          <a:avLst>
            <a:gd name="adj" fmla="val 25000"/>
            <a:gd name="vf" fmla="val 11547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0" tIns="36830" rIns="0" bIns="36830" numCol="1" spcCol="1270" anchor="ctr" anchorCtr="0">
          <a:noAutofit/>
        </a:bodyPr>
        <a:lstStyle/>
        <a:p>
          <a:pPr marL="0" lvl="0" indent="0" algn="ctr" defTabSz="1289050">
            <a:lnSpc>
              <a:spcPct val="90000"/>
            </a:lnSpc>
            <a:spcBef>
              <a:spcPct val="0"/>
            </a:spcBef>
            <a:spcAft>
              <a:spcPct val="35000"/>
            </a:spcAft>
            <a:buNone/>
          </a:pPr>
          <a:r>
            <a:rPr lang="en-US" sz="2900" kern="1200"/>
            <a:t>Lorem Ipsum</a:t>
          </a:r>
          <a:endParaRPr lang="en-US" sz="2900" kern="1200" dirty="0"/>
        </a:p>
      </dsp:txBody>
      <dsp:txXfrm>
        <a:off x="2875766" y="2040471"/>
        <a:ext cx="1058104" cy="908415"/>
      </dsp:txXfrm>
    </dsp:sp>
    <dsp:sp modelId="{3FA833D2-7E12-4D23-A97C-AA552A9FF9F4}">
      <dsp:nvSpPr>
        <dsp:cNvPr id="0" name=""/>
        <dsp:cNvSpPr/>
      </dsp:nvSpPr>
      <dsp:spPr>
        <a:xfrm>
          <a:off x="3693363" y="2975115"/>
          <a:ext cx="178816" cy="154131"/>
        </a:xfrm>
        <a:prstGeom prst="hexagon">
          <a:avLst>
            <a:gd name="adj" fmla="val 25000"/>
            <a:gd name="vf" fmla="val 115470"/>
          </a:avLst>
        </a:prstGeom>
        <a:solidFill>
          <a:schemeClr val="lt1">
            <a:hueOff val="0"/>
            <a:satOff val="0"/>
            <a:lumOff val="0"/>
            <a:alphaOff val="0"/>
          </a:schemeClr>
        </a:solidFill>
        <a:ln w="9525" cap="flat" cmpd="sng" algn="ctr">
          <a:solidFill>
            <a:schemeClr val="accent4">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C60E0EF1-FF4C-4950-8010-DE189B865CA8}">
      <dsp:nvSpPr>
        <dsp:cNvPr id="0" name=""/>
        <dsp:cNvSpPr/>
      </dsp:nvSpPr>
      <dsp:spPr>
        <a:xfrm>
          <a:off x="3956710" y="2565614"/>
          <a:ext cx="1532940" cy="1316075"/>
        </a:xfrm>
        <a:prstGeom prst="hexagon">
          <a:avLst>
            <a:gd name="adj" fmla="val 25000"/>
            <a:gd name="vf" fmla="val 115470"/>
          </a:avLst>
        </a:prstGeom>
        <a:solidFill>
          <a:schemeClr val="lt1">
            <a:alpha val="90000"/>
            <a:hueOff val="0"/>
            <a:satOff val="0"/>
            <a:lumOff val="0"/>
            <a:alphaOff val="0"/>
          </a:schemeClr>
        </a:solidFill>
        <a:ln w="9525" cap="flat" cmpd="sng" algn="ctr">
          <a:solidFill>
            <a:schemeClr val="accent3">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7521DD5C-D4C3-496C-ACB8-659567FBC83F}">
      <dsp:nvSpPr>
        <dsp:cNvPr id="0" name=""/>
        <dsp:cNvSpPr/>
      </dsp:nvSpPr>
      <dsp:spPr>
        <a:xfrm>
          <a:off x="3994099" y="3151315"/>
          <a:ext cx="178816" cy="154131"/>
        </a:xfrm>
        <a:prstGeom prst="hexagon">
          <a:avLst>
            <a:gd name="adj" fmla="val 25000"/>
            <a:gd name="vf" fmla="val 115470"/>
          </a:avLst>
        </a:prstGeom>
        <a:solidFill>
          <a:schemeClr val="lt1">
            <a:hueOff val="0"/>
            <a:satOff val="0"/>
            <a:lumOff val="0"/>
            <a:alphaOff val="0"/>
          </a:schemeClr>
        </a:solidFill>
        <a:ln w="9525" cap="flat" cmpd="sng" algn="ctr">
          <a:solidFill>
            <a:schemeClr val="accent5">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15F48E88-1209-40DC-9CE8-C1C50BED10B8}">
      <dsp:nvSpPr>
        <dsp:cNvPr id="0" name=""/>
        <dsp:cNvSpPr/>
      </dsp:nvSpPr>
      <dsp:spPr>
        <a:xfrm>
          <a:off x="1319174" y="1113273"/>
          <a:ext cx="1532940" cy="1316075"/>
        </a:xfrm>
        <a:prstGeom prst="hexagon">
          <a:avLst>
            <a:gd name="adj" fmla="val 25000"/>
            <a:gd name="vf" fmla="val 11547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w="9525" cap="flat" cmpd="sng" algn="ctr">
          <a:solidFill>
            <a:schemeClr val="accent4">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0" tIns="36830" rIns="0" bIns="36830" numCol="1" spcCol="1270" anchor="ctr" anchorCtr="0">
          <a:noAutofit/>
        </a:bodyPr>
        <a:lstStyle/>
        <a:p>
          <a:pPr marL="0" lvl="0" indent="0" algn="ctr" defTabSz="1289050">
            <a:lnSpc>
              <a:spcPct val="90000"/>
            </a:lnSpc>
            <a:spcBef>
              <a:spcPct val="0"/>
            </a:spcBef>
            <a:spcAft>
              <a:spcPct val="35000"/>
            </a:spcAft>
            <a:buNone/>
          </a:pPr>
          <a:r>
            <a:rPr lang="en-US" sz="2900" kern="1200"/>
            <a:t>Lorem Ipsum</a:t>
          </a:r>
          <a:endParaRPr lang="en-US" sz="2900" kern="1200" dirty="0"/>
        </a:p>
      </dsp:txBody>
      <dsp:txXfrm>
        <a:off x="1556592" y="1317103"/>
        <a:ext cx="1058104" cy="908415"/>
      </dsp:txXfrm>
    </dsp:sp>
    <dsp:sp modelId="{9F93824C-C1EF-4B0B-82D5-9AD9DCF49688}">
      <dsp:nvSpPr>
        <dsp:cNvPr id="0" name=""/>
        <dsp:cNvSpPr/>
      </dsp:nvSpPr>
      <dsp:spPr>
        <a:xfrm>
          <a:off x="2369312" y="1138144"/>
          <a:ext cx="178816" cy="154131"/>
        </a:xfrm>
        <a:prstGeom prst="hexagon">
          <a:avLst>
            <a:gd name="adj" fmla="val 25000"/>
            <a:gd name="vf" fmla="val 115470"/>
          </a:avLst>
        </a:prstGeom>
        <a:solidFill>
          <a:schemeClr val="lt1">
            <a:hueOff val="0"/>
            <a:satOff val="0"/>
            <a:lumOff val="0"/>
            <a:alphaOff val="0"/>
          </a:schemeClr>
        </a:solidFill>
        <a:ln w="9525" cap="flat"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FAB57DDE-AC8E-41AE-BE76-55CA0E07AE69}">
      <dsp:nvSpPr>
        <dsp:cNvPr id="0" name=""/>
        <dsp:cNvSpPr/>
      </dsp:nvSpPr>
      <dsp:spPr>
        <a:xfrm>
          <a:off x="2638348" y="381497"/>
          <a:ext cx="1532940" cy="1316075"/>
        </a:xfrm>
        <a:prstGeom prst="hexagon">
          <a:avLst>
            <a:gd name="adj" fmla="val 25000"/>
            <a:gd name="vf" fmla="val 115470"/>
          </a:avLst>
        </a:prstGeom>
        <a:solidFill>
          <a:schemeClr val="lt1">
            <a:alpha val="90000"/>
            <a:hueOff val="0"/>
            <a:satOff val="0"/>
            <a:lumOff val="0"/>
            <a:alphaOff val="0"/>
          </a:schemeClr>
        </a:solidFill>
        <a:ln w="9525" cap="flat" cmpd="sng" algn="ctr">
          <a:solidFill>
            <a:schemeClr val="accent4">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2F21E763-A2CD-423D-90C3-241E44AE0505}">
      <dsp:nvSpPr>
        <dsp:cNvPr id="0" name=""/>
        <dsp:cNvSpPr/>
      </dsp:nvSpPr>
      <dsp:spPr>
        <a:xfrm>
          <a:off x="2681427" y="964746"/>
          <a:ext cx="178816" cy="154131"/>
        </a:xfrm>
        <a:prstGeom prst="hexagon">
          <a:avLst>
            <a:gd name="adj" fmla="val 25000"/>
            <a:gd name="vf" fmla="val 115470"/>
          </a:avLst>
        </a:prstGeom>
        <a:solidFill>
          <a:schemeClr val="lt1">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1ED91CE8-DE43-4089-815A-CD32296D0702}">
      <dsp:nvSpPr>
        <dsp:cNvPr id="0" name=""/>
        <dsp:cNvSpPr/>
      </dsp:nvSpPr>
      <dsp:spPr>
        <a:xfrm>
          <a:off x="3956710" y="1110470"/>
          <a:ext cx="1532940" cy="1316075"/>
        </a:xfrm>
        <a:prstGeom prst="hexagon">
          <a:avLst>
            <a:gd name="adj" fmla="val 25000"/>
            <a:gd name="vf" fmla="val 115470"/>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w="9525" cap="flat" cmpd="sng" algn="ctr">
          <a:solidFill>
            <a:schemeClr val="accent5">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0" tIns="36830" rIns="0" bIns="36830" numCol="1" spcCol="1270" anchor="ctr" anchorCtr="0">
          <a:noAutofit/>
        </a:bodyPr>
        <a:lstStyle/>
        <a:p>
          <a:pPr marL="0" lvl="0" indent="0" algn="ctr" defTabSz="1289050">
            <a:lnSpc>
              <a:spcPct val="90000"/>
            </a:lnSpc>
            <a:spcBef>
              <a:spcPct val="0"/>
            </a:spcBef>
            <a:spcAft>
              <a:spcPct val="35000"/>
            </a:spcAft>
            <a:buNone/>
          </a:pPr>
          <a:r>
            <a:rPr lang="en-US" sz="2900" kern="1200" dirty="0"/>
            <a:t>Lorem Ipsum</a:t>
          </a:r>
        </a:p>
      </dsp:txBody>
      <dsp:txXfrm>
        <a:off x="4194128" y="1314300"/>
        <a:ext cx="1058104" cy="908415"/>
      </dsp:txXfrm>
    </dsp:sp>
    <dsp:sp modelId="{3C6D0A67-96E5-4C9E-81E7-226D7F07035D}">
      <dsp:nvSpPr>
        <dsp:cNvPr id="0" name=""/>
        <dsp:cNvSpPr/>
      </dsp:nvSpPr>
      <dsp:spPr>
        <a:xfrm>
          <a:off x="5283200" y="1693719"/>
          <a:ext cx="178816" cy="154131"/>
        </a:xfrm>
        <a:prstGeom prst="hexagon">
          <a:avLst>
            <a:gd name="adj" fmla="val 25000"/>
            <a:gd name="vf" fmla="val 115470"/>
          </a:avLst>
        </a:prstGeom>
        <a:solidFill>
          <a:schemeClr val="lt1">
            <a:hueOff val="0"/>
            <a:satOff val="0"/>
            <a:lumOff val="0"/>
            <a:alphaOff val="0"/>
          </a:schemeClr>
        </a:solidFill>
        <a:ln w="9525" cap="flat" cmpd="sng" algn="ctr">
          <a:solidFill>
            <a:schemeClr val="accent3">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E5DFC421-19A6-4B0F-84D8-57F1DBB50538}">
      <dsp:nvSpPr>
        <dsp:cNvPr id="0" name=""/>
        <dsp:cNvSpPr/>
      </dsp:nvSpPr>
      <dsp:spPr>
        <a:xfrm>
          <a:off x="5275884" y="1850303"/>
          <a:ext cx="1532940" cy="1316075"/>
        </a:xfrm>
        <a:prstGeom prst="hexagon">
          <a:avLst>
            <a:gd name="adj" fmla="val 25000"/>
            <a:gd name="vf" fmla="val 115470"/>
          </a:avLst>
        </a:prstGeom>
        <a:solidFill>
          <a:schemeClr val="lt1">
            <a:alpha val="90000"/>
            <a:hueOff val="0"/>
            <a:satOff val="0"/>
            <a:lumOff val="0"/>
            <a:alphaOff val="0"/>
          </a:schemeClr>
        </a:solidFill>
        <a:ln w="9525" cap="flat" cmpd="sng" algn="ctr">
          <a:solidFill>
            <a:schemeClr val="accent5">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568D8962-BB61-4CDE-B299-516D7C28A1FE}">
      <dsp:nvSpPr>
        <dsp:cNvPr id="0" name=""/>
        <dsp:cNvSpPr/>
      </dsp:nvSpPr>
      <dsp:spPr>
        <a:xfrm>
          <a:off x="5574995" y="1874123"/>
          <a:ext cx="178816" cy="154131"/>
        </a:xfrm>
        <a:prstGeom prst="hexagon">
          <a:avLst>
            <a:gd name="adj" fmla="val 25000"/>
            <a:gd name="vf" fmla="val 115470"/>
          </a:avLst>
        </a:prstGeom>
        <a:solidFill>
          <a:schemeClr val="lt1">
            <a:hueOff val="0"/>
            <a:satOff val="0"/>
            <a:lumOff val="0"/>
            <a:alphaOff val="0"/>
          </a:schemeClr>
        </a:solidFill>
        <a:ln w="9525" cap="flat" cmpd="sng" algn="ctr">
          <a:solidFill>
            <a:schemeClr val="accent4">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D23A450D-428E-4838-87FF-33AD4B125255}">
      <dsp:nvSpPr>
        <dsp:cNvPr id="0" name=""/>
        <dsp:cNvSpPr/>
      </dsp:nvSpPr>
      <dsp:spPr>
        <a:xfrm>
          <a:off x="5275884" y="395509"/>
          <a:ext cx="1532940" cy="1316075"/>
        </a:xfrm>
        <a:prstGeom prst="hexagon">
          <a:avLst>
            <a:gd name="adj" fmla="val 25000"/>
            <a:gd name="vf" fmla="val 115470"/>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w="9525" cap="flat" cmpd="sng" algn="ctr">
          <a:solidFill>
            <a:schemeClr val="accent6">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0" tIns="36830" rIns="0" bIns="36830" numCol="1" spcCol="1270" anchor="ctr" anchorCtr="0">
          <a:noAutofit/>
        </a:bodyPr>
        <a:lstStyle/>
        <a:p>
          <a:pPr marL="0" lvl="0" indent="0" algn="ctr" defTabSz="1289050">
            <a:lnSpc>
              <a:spcPct val="90000"/>
            </a:lnSpc>
            <a:spcBef>
              <a:spcPct val="0"/>
            </a:spcBef>
            <a:spcAft>
              <a:spcPct val="35000"/>
            </a:spcAft>
            <a:buNone/>
          </a:pPr>
          <a:r>
            <a:rPr lang="en-US" sz="2900" kern="1200"/>
            <a:t>Lorem Ipsum</a:t>
          </a:r>
          <a:endParaRPr lang="en-US" sz="2900" kern="1200" dirty="0"/>
        </a:p>
      </dsp:txBody>
      <dsp:txXfrm>
        <a:off x="5513302" y="599339"/>
        <a:ext cx="1058104" cy="908415"/>
      </dsp:txXfrm>
    </dsp:sp>
    <dsp:sp modelId="{72031319-7150-49FA-A903-56E14B1045AE}">
      <dsp:nvSpPr>
        <dsp:cNvPr id="0" name=""/>
        <dsp:cNvSpPr/>
      </dsp:nvSpPr>
      <dsp:spPr>
        <a:xfrm>
          <a:off x="6602374" y="985413"/>
          <a:ext cx="178816" cy="154131"/>
        </a:xfrm>
        <a:prstGeom prst="hexagon">
          <a:avLst>
            <a:gd name="adj" fmla="val 25000"/>
            <a:gd name="vf" fmla="val 115470"/>
          </a:avLst>
        </a:prstGeom>
        <a:solidFill>
          <a:schemeClr val="lt1">
            <a:hueOff val="0"/>
            <a:satOff val="0"/>
            <a:lumOff val="0"/>
            <a:alphaOff val="0"/>
          </a:schemeClr>
        </a:solidFill>
        <a:ln w="9525" cap="flat" cmpd="sng" algn="ctr">
          <a:solidFill>
            <a:schemeClr val="accent5">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0708FC8A-38D2-443D-83A9-5713DCAFB6AE}">
      <dsp:nvSpPr>
        <dsp:cNvPr id="0" name=""/>
        <dsp:cNvSpPr/>
      </dsp:nvSpPr>
      <dsp:spPr>
        <a:xfrm>
          <a:off x="6595059" y="1129737"/>
          <a:ext cx="1532940" cy="1316075"/>
        </a:xfrm>
        <a:prstGeom prst="hexagon">
          <a:avLst>
            <a:gd name="adj" fmla="val 25000"/>
            <a:gd name="vf" fmla="val 115470"/>
          </a:avLst>
        </a:prstGeom>
        <a:solidFill>
          <a:schemeClr val="lt1">
            <a:alpha val="90000"/>
            <a:hueOff val="0"/>
            <a:satOff val="0"/>
            <a:lumOff val="0"/>
            <a:alphaOff val="0"/>
          </a:schemeClr>
        </a:solidFill>
        <a:ln w="9525" cap="flat"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8DA38D06-24AA-47A0-9BDF-55C1E9E9A03D}">
      <dsp:nvSpPr>
        <dsp:cNvPr id="0" name=""/>
        <dsp:cNvSpPr/>
      </dsp:nvSpPr>
      <dsp:spPr>
        <a:xfrm>
          <a:off x="6900672" y="1159162"/>
          <a:ext cx="178816" cy="154131"/>
        </a:xfrm>
        <a:prstGeom prst="hexagon">
          <a:avLst>
            <a:gd name="adj" fmla="val 25000"/>
            <a:gd name="vf" fmla="val 115470"/>
          </a:avLst>
        </a:prstGeom>
        <a:solidFill>
          <a:schemeClr val="lt1">
            <a:hueOff val="0"/>
            <a:satOff val="0"/>
            <a:lumOff val="0"/>
            <a:alphaOff val="0"/>
          </a:schemeClr>
        </a:solidFill>
        <a:ln w="9525" cap="flat"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Tree>
</dsp:drawing>
</file>

<file path=ppt/diagrams/drawing15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66E6AB-4C96-4F31-AA72-4166E4E3325A}">
      <dsp:nvSpPr>
        <dsp:cNvPr id="0" name=""/>
        <dsp:cNvSpPr/>
      </dsp:nvSpPr>
      <dsp:spPr>
        <a:xfrm>
          <a:off x="2339096" y="2758389"/>
          <a:ext cx="1507521" cy="1507600"/>
        </a:xfrm>
        <a:prstGeom prst="ellipse">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63A56449-5D3C-4871-A11C-01A0F2ADC6AA}">
      <dsp:nvSpPr>
        <dsp:cNvPr id="0" name=""/>
        <dsp:cNvSpPr/>
      </dsp:nvSpPr>
      <dsp:spPr>
        <a:xfrm>
          <a:off x="3300592" y="1648378"/>
          <a:ext cx="447625" cy="447502"/>
        </a:xfrm>
        <a:prstGeom prst="donut">
          <a:avLst>
            <a:gd name="adj" fmla="val 746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A09742C8-746C-40C9-9911-087325EA3202}">
      <dsp:nvSpPr>
        <dsp:cNvPr id="0" name=""/>
        <dsp:cNvSpPr/>
      </dsp:nvSpPr>
      <dsp:spPr>
        <a:xfrm>
          <a:off x="2396979" y="2816406"/>
          <a:ext cx="1391756" cy="1391565"/>
        </a:xfrm>
        <a:prstGeom prst="ellipse">
          <a:avLst/>
        </a:prstGeom>
        <a:solidFill>
          <a:schemeClr val="accent2">
            <a:tint val="5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E16FBF03-ADAC-47C4-AA8A-86C716F3002E}">
      <dsp:nvSpPr>
        <dsp:cNvPr id="0" name=""/>
        <dsp:cNvSpPr/>
      </dsp:nvSpPr>
      <dsp:spPr>
        <a:xfrm>
          <a:off x="3955952" y="3043357"/>
          <a:ext cx="788490" cy="788781"/>
        </a:xfrm>
        <a:prstGeom prst="ellipse">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w="9525" cap="flat" cmpd="sng" algn="ctr">
          <a:solidFill>
            <a:schemeClr val="accent4">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A95B594B-67BD-4DD4-8AC5-6A58D8111A1B}">
      <dsp:nvSpPr>
        <dsp:cNvPr id="0" name=""/>
        <dsp:cNvSpPr/>
      </dsp:nvSpPr>
      <dsp:spPr>
        <a:xfrm>
          <a:off x="4002258" y="3089856"/>
          <a:ext cx="695878" cy="695782"/>
        </a:xfrm>
        <a:prstGeom prst="ellipse">
          <a:avLst/>
        </a:prstGeom>
        <a:solidFill>
          <a:schemeClr val="accent3">
            <a:tint val="5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BBF7EA25-1112-4B78-9E52-9A9E8F08D076}">
      <dsp:nvSpPr>
        <dsp:cNvPr id="0" name=""/>
        <dsp:cNvSpPr/>
      </dsp:nvSpPr>
      <dsp:spPr>
        <a:xfrm>
          <a:off x="3647244" y="1930360"/>
          <a:ext cx="1011660" cy="1011466"/>
        </a:xfrm>
        <a:prstGeom prst="ellipse">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w="9525" cap="flat" cmpd="sng" algn="ctr">
          <a:solidFill>
            <a:schemeClr val="accent5">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44D8D467-6471-45A6-B9E9-8EA6DAD7F84F}">
      <dsp:nvSpPr>
        <dsp:cNvPr id="0" name=""/>
        <dsp:cNvSpPr/>
      </dsp:nvSpPr>
      <dsp:spPr>
        <a:xfrm>
          <a:off x="4877572" y="82760"/>
          <a:ext cx="331217" cy="331467"/>
        </a:xfrm>
        <a:prstGeom prst="donut">
          <a:avLst>
            <a:gd name="adj" fmla="val 7460"/>
          </a:avLst>
        </a:prstGeom>
        <a:gradFill rotWithShape="0">
          <a:gsLst>
            <a:gs pos="0">
              <a:schemeClr val="accent6">
                <a:hueOff val="0"/>
                <a:satOff val="0"/>
                <a:lumOff val="0"/>
                <a:alphaOff val="0"/>
                <a:shade val="51000"/>
                <a:satMod val="130000"/>
              </a:schemeClr>
            </a:gs>
            <a:gs pos="80000">
              <a:schemeClr val="accent6">
                <a:hueOff val="0"/>
                <a:satOff val="0"/>
                <a:lumOff val="0"/>
                <a:alphaOff val="0"/>
                <a:shade val="93000"/>
                <a:satMod val="130000"/>
              </a:schemeClr>
            </a:gs>
            <a:gs pos="100000">
              <a:schemeClr val="accent6">
                <a:hueOff val="0"/>
                <a:satOff val="0"/>
                <a:lumOff val="0"/>
                <a:alphaOff val="0"/>
                <a:shade val="94000"/>
                <a:satMod val="135000"/>
              </a:schemeClr>
            </a:gs>
          </a:gsLst>
          <a:lin ang="16200000" scaled="0"/>
        </a:gradFill>
        <a:ln w="9525" cap="flat" cmpd="sng" algn="ctr">
          <a:solidFill>
            <a:schemeClr val="accent6">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E6ACFA1E-1755-43EE-961E-1D36E56835BC}">
      <dsp:nvSpPr>
        <dsp:cNvPr id="0" name=""/>
        <dsp:cNvSpPr/>
      </dsp:nvSpPr>
      <dsp:spPr>
        <a:xfrm>
          <a:off x="5374720" y="0"/>
          <a:ext cx="165930" cy="165520"/>
        </a:xfrm>
        <a:prstGeom prst="donut">
          <a:avLst>
            <a:gd name="adj" fmla="val 746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w="9525" cap="flat" cmpd="sng" algn="ctr">
          <a:solidFill>
            <a:schemeClr val="accent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22E4F30E-60A8-4F8C-8CDC-A13369588B2E}">
      <dsp:nvSpPr>
        <dsp:cNvPr id="0" name=""/>
        <dsp:cNvSpPr/>
      </dsp:nvSpPr>
      <dsp:spPr>
        <a:xfrm>
          <a:off x="3700625" y="1983685"/>
          <a:ext cx="904898" cy="904389"/>
        </a:xfrm>
        <a:prstGeom prst="ellipse">
          <a:avLst/>
        </a:prstGeom>
        <a:solidFill>
          <a:schemeClr val="accent4">
            <a:tint val="5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AFFBDA1D-3BD7-4220-A068-6ADF4EC3A275}">
      <dsp:nvSpPr>
        <dsp:cNvPr id="0" name=""/>
        <dsp:cNvSpPr/>
      </dsp:nvSpPr>
      <dsp:spPr>
        <a:xfrm>
          <a:off x="3760437" y="1030663"/>
          <a:ext cx="709384" cy="709007"/>
        </a:xfrm>
        <a:prstGeom prst="ellipse">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0DED6AFA-0FCF-47E6-99E4-563CA52C5910}">
      <dsp:nvSpPr>
        <dsp:cNvPr id="0" name=""/>
        <dsp:cNvSpPr/>
      </dsp:nvSpPr>
      <dsp:spPr>
        <a:xfrm>
          <a:off x="4794607" y="3810382"/>
          <a:ext cx="248252" cy="248707"/>
        </a:xfrm>
        <a:prstGeom prst="donut">
          <a:avLst>
            <a:gd name="adj" fmla="val 7460"/>
          </a:avLst>
        </a:prstGeom>
        <a:gradFill rotWithShape="0">
          <a:gsLst>
            <a:gs pos="0">
              <a:schemeClr val="accent4">
                <a:hueOff val="0"/>
                <a:satOff val="0"/>
                <a:lumOff val="0"/>
                <a:alphaOff val="0"/>
                <a:shade val="51000"/>
                <a:satMod val="130000"/>
              </a:schemeClr>
            </a:gs>
            <a:gs pos="80000">
              <a:schemeClr val="accent4">
                <a:hueOff val="0"/>
                <a:satOff val="0"/>
                <a:lumOff val="0"/>
                <a:alphaOff val="0"/>
                <a:shade val="93000"/>
                <a:satMod val="130000"/>
              </a:schemeClr>
            </a:gs>
            <a:gs pos="100000">
              <a:schemeClr val="accent4">
                <a:hueOff val="0"/>
                <a:satOff val="0"/>
                <a:lumOff val="0"/>
                <a:alphaOff val="0"/>
                <a:shade val="94000"/>
                <a:satMod val="135000"/>
              </a:schemeClr>
            </a:gs>
          </a:gsLst>
          <a:lin ang="16200000" scaled="0"/>
        </a:gradFill>
        <a:ln w="9525" cap="flat" cmpd="sng" algn="ctr">
          <a:solidFill>
            <a:schemeClr val="accent4">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FCEA757E-F805-4DCC-AA4E-16C79F9BBBB5}">
      <dsp:nvSpPr>
        <dsp:cNvPr id="0" name=""/>
        <dsp:cNvSpPr/>
      </dsp:nvSpPr>
      <dsp:spPr>
        <a:xfrm>
          <a:off x="3802241" y="1072043"/>
          <a:ext cx="625775" cy="625820"/>
        </a:xfrm>
        <a:prstGeom prst="ellipse">
          <a:avLst/>
        </a:prstGeom>
        <a:solidFill>
          <a:schemeClr val="accent5">
            <a:tint val="5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E632EC91-5DE7-443F-90EA-2A5D1866992A}">
      <dsp:nvSpPr>
        <dsp:cNvPr id="0" name=""/>
        <dsp:cNvSpPr/>
      </dsp:nvSpPr>
      <dsp:spPr>
        <a:xfrm>
          <a:off x="4257585" y="367728"/>
          <a:ext cx="657289" cy="657389"/>
        </a:xfrm>
        <a:prstGeom prst="ellipse">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w="9525" cap="flat" cmpd="sng" algn="ctr">
          <a:solidFill>
            <a:schemeClr val="accent5">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E9030ACF-E368-4529-BF38-8A7BC68ABEAF}">
      <dsp:nvSpPr>
        <dsp:cNvPr id="0" name=""/>
        <dsp:cNvSpPr/>
      </dsp:nvSpPr>
      <dsp:spPr>
        <a:xfrm>
          <a:off x="4296173" y="406548"/>
          <a:ext cx="580112" cy="579748"/>
        </a:xfrm>
        <a:prstGeom prst="ellipse">
          <a:avLst/>
        </a:prstGeom>
        <a:solidFill>
          <a:schemeClr val="accent6">
            <a:tint val="5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0278A41A-BFA7-48C0-B1B1-5F4A4C932B5A}">
      <dsp:nvSpPr>
        <dsp:cNvPr id="0" name=""/>
        <dsp:cNvSpPr/>
      </dsp:nvSpPr>
      <dsp:spPr>
        <a:xfrm>
          <a:off x="848296" y="1983685"/>
          <a:ext cx="2236843" cy="7038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0640" tIns="40640" rIns="40640" bIns="4064" numCol="1" spcCol="1270" anchor="b" anchorCtr="0">
          <a:noAutofit/>
        </a:bodyPr>
        <a:lstStyle/>
        <a:p>
          <a:pPr marL="0" lvl="0" indent="0" algn="r" defTabSz="1422400">
            <a:lnSpc>
              <a:spcPct val="90000"/>
            </a:lnSpc>
            <a:spcBef>
              <a:spcPct val="0"/>
            </a:spcBef>
            <a:spcAft>
              <a:spcPct val="35000"/>
            </a:spcAft>
            <a:buNone/>
          </a:pPr>
          <a:r>
            <a:rPr lang="en-US" sz="3200" kern="1200"/>
            <a:t>Lorem Ipsum</a:t>
          </a:r>
          <a:endParaRPr lang="en-US" sz="3200" kern="1200" dirty="0"/>
        </a:p>
      </dsp:txBody>
      <dsp:txXfrm>
        <a:off x="848296" y="1983685"/>
        <a:ext cx="2236843" cy="703888"/>
      </dsp:txXfrm>
    </dsp:sp>
    <dsp:sp modelId="{6B58FE61-E9E3-40B2-B870-E4D9D83F52F1}">
      <dsp:nvSpPr>
        <dsp:cNvPr id="0" name=""/>
        <dsp:cNvSpPr/>
      </dsp:nvSpPr>
      <dsp:spPr>
        <a:xfrm>
          <a:off x="4907157" y="3089856"/>
          <a:ext cx="2236843" cy="6957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0640" tIns="40640" rIns="40640" bIns="40640" numCol="1" spcCol="1270" anchor="ctr" anchorCtr="0">
          <a:noAutofit/>
        </a:bodyPr>
        <a:lstStyle/>
        <a:p>
          <a:pPr marL="0" lvl="0" indent="0" algn="l" defTabSz="1422400">
            <a:lnSpc>
              <a:spcPct val="90000"/>
            </a:lnSpc>
            <a:spcBef>
              <a:spcPct val="0"/>
            </a:spcBef>
            <a:spcAft>
              <a:spcPct val="35000"/>
            </a:spcAft>
            <a:buNone/>
          </a:pPr>
          <a:r>
            <a:rPr lang="en-US" sz="3200" kern="1200"/>
            <a:t>Lorem Ipsum</a:t>
          </a:r>
          <a:endParaRPr lang="en-US" sz="3200" kern="1200" dirty="0"/>
        </a:p>
      </dsp:txBody>
      <dsp:txXfrm>
        <a:off x="4907157" y="3089856"/>
        <a:ext cx="2236843" cy="695782"/>
      </dsp:txXfrm>
    </dsp:sp>
    <dsp:sp modelId="{C96BB609-8467-4BA0-96E7-DF1312F0656F}">
      <dsp:nvSpPr>
        <dsp:cNvPr id="0" name=""/>
        <dsp:cNvSpPr/>
      </dsp:nvSpPr>
      <dsp:spPr>
        <a:xfrm>
          <a:off x="4824192" y="1983685"/>
          <a:ext cx="2236843" cy="9043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0640" tIns="40640" rIns="40640" bIns="40640" numCol="1" spcCol="1270" anchor="ctr" anchorCtr="0">
          <a:noAutofit/>
        </a:bodyPr>
        <a:lstStyle/>
        <a:p>
          <a:pPr marL="0" lvl="0" indent="0" algn="l" defTabSz="1422400">
            <a:lnSpc>
              <a:spcPct val="90000"/>
            </a:lnSpc>
            <a:spcBef>
              <a:spcPct val="0"/>
            </a:spcBef>
            <a:spcAft>
              <a:spcPct val="35000"/>
            </a:spcAft>
            <a:buNone/>
          </a:pPr>
          <a:r>
            <a:rPr lang="en-US" sz="3200" kern="1200"/>
            <a:t>Lorem Ipsum</a:t>
          </a:r>
          <a:endParaRPr lang="en-US" sz="3200" kern="1200" dirty="0"/>
        </a:p>
      </dsp:txBody>
      <dsp:txXfrm>
        <a:off x="4824192" y="1983685"/>
        <a:ext cx="2236843" cy="904389"/>
      </dsp:txXfrm>
    </dsp:sp>
    <dsp:sp modelId="{FCF20A96-3C13-42BA-873C-EDB0B0433F27}">
      <dsp:nvSpPr>
        <dsp:cNvPr id="0" name=""/>
        <dsp:cNvSpPr/>
      </dsp:nvSpPr>
      <dsp:spPr>
        <a:xfrm>
          <a:off x="4628677" y="1072043"/>
          <a:ext cx="2236843" cy="6258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0640" tIns="40640" rIns="40640" bIns="40640" numCol="1" spcCol="1270" anchor="ctr" anchorCtr="0">
          <a:noAutofit/>
        </a:bodyPr>
        <a:lstStyle/>
        <a:p>
          <a:pPr marL="0" lvl="0" indent="0" algn="l" defTabSz="1422400">
            <a:lnSpc>
              <a:spcPct val="90000"/>
            </a:lnSpc>
            <a:spcBef>
              <a:spcPct val="0"/>
            </a:spcBef>
            <a:spcAft>
              <a:spcPct val="35000"/>
            </a:spcAft>
            <a:buNone/>
          </a:pPr>
          <a:r>
            <a:rPr lang="en-US" sz="3200" kern="1200" dirty="0"/>
            <a:t>Lorem Ipsum</a:t>
          </a:r>
        </a:p>
      </dsp:txBody>
      <dsp:txXfrm>
        <a:off x="4628677" y="1072043"/>
        <a:ext cx="2236843" cy="625820"/>
      </dsp:txXfrm>
    </dsp:sp>
    <dsp:sp modelId="{4005BEBF-8C19-4B0D-A465-58FD1296A128}">
      <dsp:nvSpPr>
        <dsp:cNvPr id="0" name=""/>
        <dsp:cNvSpPr/>
      </dsp:nvSpPr>
      <dsp:spPr>
        <a:xfrm>
          <a:off x="5042860" y="406548"/>
          <a:ext cx="2236843" cy="5797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0640" tIns="40640" rIns="40640" bIns="40640" numCol="1" spcCol="1270" anchor="ctr" anchorCtr="0">
          <a:noAutofit/>
        </a:bodyPr>
        <a:lstStyle/>
        <a:p>
          <a:pPr marL="0" lvl="0" indent="0" algn="l" defTabSz="1422400">
            <a:lnSpc>
              <a:spcPct val="90000"/>
            </a:lnSpc>
            <a:spcBef>
              <a:spcPct val="0"/>
            </a:spcBef>
            <a:spcAft>
              <a:spcPct val="35000"/>
            </a:spcAft>
            <a:buNone/>
          </a:pPr>
          <a:r>
            <a:rPr lang="en-US" sz="3200" kern="1200"/>
            <a:t>Lorem Ipsum</a:t>
          </a:r>
          <a:endParaRPr lang="en-US" sz="3200" kern="1200" dirty="0"/>
        </a:p>
      </dsp:txBody>
      <dsp:txXfrm>
        <a:off x="5042860" y="406548"/>
        <a:ext cx="2236843" cy="579748"/>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rot="-15" type="gear6" r:blip="">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connRout" val="curve"/>
          <dgm:param type="srcNode" val="gear1srcNode"/>
          <dgm:param type="dstNode" val="gear1dstNod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connRout" val="curve"/>
          <dgm:param type="srcNode" val="gear2srcNode"/>
          <dgm:param type="dstNode" val="gear2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connRout" val="curve"/>
          <dgm:param type="srcNode" val="gear3srcNode"/>
          <dgm:param type="dstNode" val="gear3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layout6.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7.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8.xml><?xml version="1.0" encoding="utf-8"?>
<dgm:layoutDef xmlns:dgm="http://schemas.openxmlformats.org/drawingml/2006/diagram" xmlns:a="http://schemas.openxmlformats.org/drawingml/2006/main" uniqueId="urn:microsoft.com/office/officeart/2008/layout/HexagonCluster">
  <dgm:title val=""/>
  <dgm:desc val=""/>
  <dgm:catLst>
    <dgm:cat type="picture" pri="21000"/>
    <dgm:cat type="relationship" pri="3200"/>
    <dgm:cat type="pictureconvert" pri="21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tyleData>
  <dgm:clr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clrData>
  <dgm:layoutNode name="Name0">
    <dgm:varLst>
      <dgm:chMax val="21"/>
      <dgm:chPref val="21"/>
    </dgm:varLst>
    <dgm:shape xmlns:r="http://schemas.openxmlformats.org/officeDocument/2006/relationships" r:blip="">
      <dgm:adjLst/>
    </dgm:shape>
    <dgm:choose name="Name1">
      <dgm:if name="Name2" axis="ch" ptType="node" func="cnt" op="equ" val="1">
        <dgm:alg type="composite">
          <dgm:param type="ar" val="1.3871"/>
        </dgm:alg>
        <dgm:constrLst>
          <dgm:constr type="primFontSz" for="des" ptType="node" op="equ" val="65"/>
          <dgm:constr type="l" for="ch" forName="text1" refType="w" fact="0.4525"/>
          <dgm:constr type="t" for="ch" forName="text1" refType="h" fact="0.346"/>
          <dgm:constr type="w" for="ch" forName="text1" refType="w" fact="0.5475"/>
          <dgm:constr type="h" for="ch" forName="text1" refType="h" fact="0.654"/>
          <dgm:constr type="l" for="ch" forName="textaccent1" refType="w" fact="0.4652"/>
          <dgm:constr type="t" for="ch" forName="textaccent1" refType="h" fact="0.6348"/>
          <dgm:constr type="w" for="ch" forName="textaccent1" refType="w" fact="0.0639"/>
          <dgm:constr type="h" for="ch" forName="textaccent1" refType="h" fact="0.0765"/>
          <dgm:constr type="l" for="ch" forName="image1" refType="w" fact="0"/>
          <dgm:constr type="t" for="ch" forName="image1" refType="h" fact="0"/>
          <dgm:constr type="w" for="ch" forName="image1" refType="w" fact="0.5468"/>
          <dgm:constr type="h" for="ch" forName="image1" refType="h" fact="0.6538"/>
          <dgm:constr type="l" for="ch" forName="imageaccent1" refType="w" fact="0.3702"/>
          <dgm:constr type="t" for="ch" forName="imageaccent1" refType="h" fact="0.5633"/>
          <dgm:constr type="w" for="ch" forName="imageaccent1" refType="w" fact="0.0639"/>
          <dgm:constr type="h" for="ch" forName="imageaccent1" refType="h" fact="0.0765"/>
        </dgm:constrLst>
      </dgm:if>
      <dgm:if name="Name3" axis="ch" ptType="node" func="cnt" op="equ" val="2">
        <dgm:alg type="composite">
          <dgm:param type="ar" val="2.6443"/>
        </dgm:alg>
        <dgm:constrLst>
          <dgm:constr type="primFontSz" for="des" ptType="node" op="equ" val="65"/>
          <dgm:constr type="l" for="ch" forName="text1" refType="w" fact="0.2383"/>
          <dgm:constr type="t" for="ch" forName="text1" refType="h" fact="0.3501"/>
          <dgm:constr type="w" for="ch" forName="text1" refType="w" fact="0.285"/>
          <dgm:constr type="h" for="ch" forName="text1" refType="h" fact="0.6499"/>
          <dgm:constr type="l" for="ch" forName="textaccent1" refType="w" fact="0.2472"/>
          <dgm:constr type="t" for="ch" forName="textaccent1" refType="h" fact="0.6371"/>
          <dgm:constr type="w" for="ch" forName="textaccent1" refType="w" fact="0.0333"/>
          <dgm:constr type="h" for="ch" forName="textaccent1" refType="h" fact="0.076"/>
          <dgm:constr type="l" for="ch" forName="image1" refType="w" fact="0"/>
          <dgm:constr type="t" for="ch" forName="image1" refType="h" fact="0"/>
          <dgm:constr type="w" for="ch" forName="image1" refType="w" fact="0.285"/>
          <dgm:constr type="h" for="ch" forName="image1" refType="h" fact="0.6499"/>
          <dgm:constr type="l" for="ch" forName="imageaccent1" refType="w" fact="0.1942"/>
          <dgm:constr type="t" for="ch" forName="imageaccent1" refType="h" fact="0.5602"/>
          <dgm:constr type="w" for="ch" forName="imageaccent1" refType="w" fact="0.0333"/>
          <dgm:constr type="h" for="ch" forName="imageaccent1" refType="h" fact="0.076"/>
          <dgm:constr type="l" for="ch" forName="text2" refType="w" fact="0.4767"/>
          <dgm:constr type="t" for="ch" forName="text2" refType="h" fact="0"/>
          <dgm:constr type="w" for="ch" forName="text2" refType="w" fact="0.285"/>
          <dgm:constr type="h" for="ch" forName="text2" refType="h" fact="0.6499"/>
          <dgm:constr type="l" for="ch" forName="textaccent2" refType="w" fact="0.6709"/>
          <dgm:constr type="t" for="ch" forName="textaccent2" refType="h" fact="0.5602"/>
          <dgm:constr type="w" for="ch" forName="textaccent2" refType="w" fact="0.0333"/>
          <dgm:constr type="h" for="ch" forName="textaccent2" refType="h" fact="0.076"/>
          <dgm:constr type="l" for="ch" forName="image2" refType="w" fact="0.715"/>
          <dgm:constr type="t" for="ch" forName="image2" refType="h" fact="0.3501"/>
          <dgm:constr type="w" for="ch" forName="image2" refType="w" fact="0.285"/>
          <dgm:constr type="h" for="ch" forName="image2" refType="h" fact="0.6499"/>
          <dgm:constr type="l" for="ch" forName="imageaccent2" refType="w" fact="0.7239"/>
          <dgm:constr type="t" for="ch" forName="imageaccent2" refType="h" fact="0.6371"/>
          <dgm:constr type="w" for="ch" forName="imageaccent2" refType="w" fact="0.0333"/>
          <dgm:constr type="h" for="ch" forName="imageaccent2" refType="h" fact="0.076"/>
        </dgm:constrLst>
      </dgm:if>
      <dgm:if name="Name4" axis="ch" ptType="node" func="cnt" op="equ" val="3">
        <dgm:alg type="composite">
          <dgm:param type="ar" val="1.5623"/>
        </dgm:alg>
        <dgm:constrLst>
          <dgm:constr type="primFontSz" for="des" ptType="node" op="equ" val="65"/>
          <dgm:constr type="l" for="ch" forName="text1" refType="w" fact="0.2402"/>
          <dgm:constr type="t" for="ch" forName="text1" refType="h" fact="0.6215"/>
          <dgm:constr type="w" for="ch" forName="text1" refType="w" fact="0.281"/>
          <dgm:constr type="h" for="ch" forName="text1" refType="h" fact="0.3785"/>
          <dgm:constr type="l" for="ch" forName="textaccent1" refType="w" fact="0.2475"/>
          <dgm:constr type="t" for="ch" forName="textaccent1" refType="h" fact="0.7886"/>
          <dgm:constr type="w" for="ch" forName="textaccent1" refType="w" fact="0.0329"/>
          <dgm:constr type="h" for="ch" forName="textaccent1" refType="h" fact="0.0443"/>
          <dgm:constr type="l" for="ch" forName="image1" refType="w" fact="0"/>
          <dgm:constr type="t" for="ch" forName="image1" refType="h" fact="0.4182"/>
          <dgm:constr type="w" for="ch" forName="image1" refType="w" fact="0.281"/>
          <dgm:constr type="h" for="ch" forName="image1" refType="h" fact="0.3785"/>
          <dgm:constr type="l" for="ch" forName="imageaccent1" refType="w" fact="0.1913"/>
          <dgm:constr type="t" for="ch" forName="imageaccent1" refType="h" fact="0.7467"/>
          <dgm:constr type="w" for="ch" forName="imageaccent1" refType="w" fact="0.0329"/>
          <dgm:constr type="h" for="ch" forName="imageaccent1" refType="h" fact="0.0443"/>
          <dgm:constr type="l" for="ch" forName="text2" refType="w" fact="0.4796"/>
          <dgm:constr type="t" for="ch" forName="text2" refType="h" fact="0.4137"/>
          <dgm:constr type="w" for="ch" forName="text2" refType="w" fact="0.281"/>
          <dgm:constr type="h" for="ch" forName="text2" refType="h" fact="0.3785"/>
          <dgm:constr type="l" for="ch" forName="textaccent2" refType="w" fact="0.6717"/>
          <dgm:constr type="t" for="ch" forName="textaccent2" refType="h" fact="0.7418"/>
          <dgm:constr type="w" for="ch" forName="textaccent2" refType="w" fact="0.0329"/>
          <dgm:constr type="h" for="ch" forName="textaccent2" refType="h" fact="0.0443"/>
          <dgm:constr type="l" for="ch" forName="image2" refType="w" fact="0.719"/>
          <dgm:constr type="t" for="ch" forName="image2" refType="h" fact="0.6215"/>
          <dgm:constr type="w" for="ch" forName="image2" refType="w" fact="0.281"/>
          <dgm:constr type="h" for="ch" forName="image2" refType="h" fact="0.3785"/>
          <dgm:constr type="l" for="ch" forName="imageaccent2" refType="w" fact="0.7263"/>
          <dgm:constr type="t" for="ch" forName="imageaccent2" refType="h" fact="0.7886"/>
          <dgm:constr type="w" for="ch" forName="imageaccent2" refType="w" fact="0.0329"/>
          <dgm:constr type="h" for="ch" forName="imageaccent2" refType="h" fact="0.0443"/>
          <dgm:constr type="l" for="ch" forName="text3" refType="w" fact="0.2402"/>
          <dgm:constr type="t" for="ch" forName="text3" refType="h" fact="0.2068"/>
          <dgm:constr type="w" for="ch" forName="text3" refType="w" fact="0.281"/>
          <dgm:constr type="h" for="ch" forName="text3" refType="h" fact="0.3785"/>
          <dgm:constr type="l" for="ch" forName="textaccent3" refType="w" fact="0.4307"/>
          <dgm:constr type="t" for="ch" forName="textaccent3" refType="h" fact="0.215"/>
          <dgm:constr type="w" for="ch" forName="textaccent3" refType="w" fact="0.0329"/>
          <dgm:constr type="h" for="ch" forName="textaccent3" refType="h" fact="0.0443"/>
          <dgm:constr type="l" for="ch" forName="image3" refType="w" fact="0.4796"/>
          <dgm:constr type="t" for="ch" forName="image3" refType="h" fact="0"/>
          <dgm:constr type="w" for="ch" forName="image3" refType="w" fact="0.281"/>
          <dgm:constr type="h" for="ch" forName="image3" refType="h" fact="0.3785"/>
          <dgm:constr type="l" for="ch" forName="imageaccent3" refType="w" fact="0.4879"/>
          <dgm:constr type="t" for="ch" forName="imageaccent3" refType="h" fact="0.1662"/>
          <dgm:constr type="w" for="ch" forName="imageaccent3" refType="w" fact="0.0329"/>
          <dgm:constr type="h" for="ch" forName="imageaccent3" refType="h" fact="0.0443"/>
        </dgm:constrLst>
      </dgm:if>
      <dgm:if name="Name5" axis="ch" ptType="node" func="cnt" op="equ" val="4">
        <dgm:alg type="composite">
          <dgm:param type="ar" val="1.943"/>
        </dgm:alg>
        <dgm:constrLst>
          <dgm:constr type="primFontSz" for="des" ptType="node" op="equ" val="65"/>
          <dgm:constr type="l" for="ch" forName="image2" refType="w" fact="0.5787"/>
          <dgm:constr type="t" for="ch" forName="image2" refType="h" fact="0.6208"/>
          <dgm:constr type="w" for="ch" forName="image2" refType="w" fact="0.227"/>
          <dgm:constr type="h" for="ch" forName="image2" refType="h" fact="0.3786"/>
          <dgm:constr type="l" for="ch" forName="text4" refType="w" fact="0.5787"/>
          <dgm:constr type="t" for="ch" forName="text4" refType="h" fact="0.2081"/>
          <dgm:constr type="w" for="ch" forName="text4" refType="w" fact="0.227"/>
          <dgm:constr type="h" for="ch" forName="text4" refType="h" fact="0.3786"/>
          <dgm:constr type="l" for="ch" forName="text2" refType="w" fact="0.3852"/>
          <dgm:constr type="t" for="ch" forName="text2" refType="h" fact="0.4127"/>
          <dgm:constr type="w" for="ch" forName="text2" refType="w" fact="0.227"/>
          <dgm:constr type="h" for="ch" forName="text2" refType="h" fact="0.3786"/>
          <dgm:constr type="l" for="ch" forName="image3" refType="w" fact="0.3852"/>
          <dgm:constr type="t" for="ch" forName="image3" refType="h" fact="0"/>
          <dgm:constr type="w" for="ch" forName="image3" refType="w" fact="0.227"/>
          <dgm:constr type="h" for="ch" forName="image3" refType="h" fact="0.3786"/>
          <dgm:constr type="l" for="ch" forName="text1" refType="w" fact="0.1927"/>
          <dgm:constr type="t" for="ch" forName="text1" refType="h" fact="0.6214"/>
          <dgm:constr type="w" for="ch" forName="text1" refType="w" fact="0.227"/>
          <dgm:constr type="h" for="ch" forName="text1" refType="h" fact="0.3786"/>
          <dgm:constr type="l" for="ch" forName="textaccent1" refType="w" fact="0.1998"/>
          <dgm:constr type="t" for="ch" forName="textaccent1" refType="h" fact="0.7887"/>
          <dgm:constr type="w" for="ch" forName="textaccent1" refType="w" fact="0.0265"/>
          <dgm:constr type="h" for="ch" forName="textaccent1" refType="h" fact="0.0444"/>
          <dgm:constr type="l" for="ch" forName="image1" refType="w" fact="0"/>
          <dgm:constr type="t" for="ch" forName="image1" refType="h" fact="0.4156"/>
          <dgm:constr type="w" for="ch" forName="image1" refType="w" fact="0.227"/>
          <dgm:constr type="h" for="ch" forName="image1" refType="h" fact="0.3786"/>
          <dgm:constr type="l" for="ch" forName="imageaccent1" refType="w" fact="0.1537"/>
          <dgm:constr type="t" for="ch" forName="imageaccent1" refType="h" fact="0.7417"/>
          <dgm:constr type="w" for="ch" forName="imageaccent1" refType="w" fact="0.0265"/>
          <dgm:constr type="h" for="ch" forName="imageaccent1" refType="h" fact="0.0444"/>
          <dgm:constr type="l" for="ch" forName="textaccent2" refType="w" fact="0.5407"/>
          <dgm:constr type="t" for="ch" forName="textaccent2" refType="h" fact="0.7384"/>
          <dgm:constr type="w" for="ch" forName="textaccent2" refType="w" fact="0.0265"/>
          <dgm:constr type="h" for="ch" forName="textaccent2" refType="h" fact="0.0444"/>
          <dgm:constr type="l" for="ch" forName="imageaccent2" refType="w" fact="0.5839"/>
          <dgm:constr type="t" for="ch" forName="imageaccent2" refType="h" fact="0.7904"/>
          <dgm:constr type="w" for="ch" forName="imageaccent2" refType="w" fact="0.0265"/>
          <dgm:constr type="h" for="ch" forName="imageaccent2" refType="h" fact="0.0444"/>
          <dgm:constr type="l" for="ch" forName="text3" refType="w" fact="0.1927"/>
          <dgm:constr type="t" for="ch" forName="text3" refType="h" fact="0.2087"/>
          <dgm:constr type="w" for="ch" forName="text3" refType="w" fact="0.227"/>
          <dgm:constr type="h" for="ch" forName="text3" refType="h" fact="0.3786"/>
          <dgm:constr type="l" for="ch" forName="textaccent3" refType="w" fact="0.3472"/>
          <dgm:constr type="t" for="ch" forName="textaccent3" refType="h" fact="0.2165"/>
          <dgm:constr type="w" for="ch" forName="textaccent3" refType="w" fact="0.0265"/>
          <dgm:constr type="h" for="ch" forName="textaccent3" refType="h" fact="0.0444"/>
          <dgm:constr type="l" for="ch" forName="imageaccent3" refType="w" fact="0.3904"/>
          <dgm:constr type="t" for="ch" forName="imageaccent3" refType="h" fact="0.1678"/>
          <dgm:constr type="w" for="ch" forName="imageaccent3" refType="w" fact="0.0265"/>
          <dgm:constr type="h" for="ch" forName="imageaccent3" refType="h" fact="0.0444"/>
          <dgm:constr type="l" for="ch" forName="textaccent4" refType="w" fact="0.7739"/>
          <dgm:constr type="t" for="ch" forName="textaccent4" refType="h" fact="0.3752"/>
          <dgm:constr type="w" for="ch" forName="textaccent4" refType="w" fact="0.0265"/>
          <dgm:constr type="h" for="ch" forName="textaccent4" refType="h" fact="0.0444"/>
          <dgm:constr type="l" for="ch" forName="image4" refType="w" fact="0.773"/>
          <dgm:constr type="t" for="ch" forName="image4" refType="h" fact="0.4162"/>
          <dgm:constr type="w" for="ch" forName="image4" refType="w" fact="0.227"/>
          <dgm:constr type="h" for="ch" forName="image4" refType="h" fact="0.3786"/>
          <dgm:constr type="l" for="ch" forName="imageaccent4" refType="w" fact="0.8188"/>
          <dgm:constr type="t" for="ch" forName="imageaccent4" refType="h" fact="0.4229"/>
          <dgm:constr type="w" for="ch" forName="imageaccent4" refType="w" fact="0.0265"/>
          <dgm:constr type="h" for="ch" forName="imageaccent4" refType="h" fact="0.0444"/>
        </dgm:constrLst>
      </dgm:if>
      <dgm:if name="Name6" axis="ch" ptType="node" func="cnt" op="equ" val="5">
        <dgm:alg type="composite">
          <dgm:param type="ar" val="2.3203"/>
        </dgm:alg>
        <dgm:constrLst>
          <dgm:constr type="primFontSz" for="des" ptType="node" op="equ" val="65"/>
          <dgm:constr type="l" for="ch" forName="image4" refType="w" fact="0.6491"/>
          <dgm:constr type="t" for="ch" forName="image4" refType="h" fact="0.4193"/>
          <dgm:constr type="w" for="ch" forName="image4" refType="w" fact="0.1886"/>
          <dgm:constr type="h" for="ch" forName="image4" refType="h" fact="0.3757"/>
          <dgm:constr type="l" for="ch" forName="text5" refType="w" fact="0.6491"/>
          <dgm:constr type="t" for="ch" forName="text5" refType="h" fact="0.004"/>
          <dgm:constr type="w" for="ch" forName="text5" refType="w" fact="0.1886"/>
          <dgm:constr type="h" for="ch" forName="text5" refType="h" fact="0.3757"/>
          <dgm:constr type="l" for="ch" forName="image5" refType="w" fact="0.8114"/>
          <dgm:constr type="t" for="ch" forName="image5" refType="h" fact="0.2136"/>
          <dgm:constr type="w" for="ch" forName="image5" refType="w" fact="0.1886"/>
          <dgm:constr type="h" for="ch" forName="image5" refType="h" fact="0.3757"/>
          <dgm:constr type="l" for="ch" forName="image2" refType="w" fact="0.4868"/>
          <dgm:constr type="t" for="ch" forName="image2" refType="h" fact="0.6235"/>
          <dgm:constr type="w" for="ch" forName="image2" refType="w" fact="0.1886"/>
          <dgm:constr type="h" for="ch" forName="image2" refType="h" fact="0.3757"/>
          <dgm:constr type="l" for="ch" forName="text4" refType="w" fact="0.4868"/>
          <dgm:constr type="t" for="ch" forName="text4" refType="h" fact="0.2081"/>
          <dgm:constr type="w" for="ch" forName="text4" refType="w" fact="0.1886"/>
          <dgm:constr type="h" for="ch" forName="text4" refType="h" fact="0.3757"/>
          <dgm:constr type="l" for="ch" forName="text2" refType="w" fact="0.3246"/>
          <dgm:constr type="t" for="ch" forName="text2" refType="h" fact="0.4154"/>
          <dgm:constr type="w" for="ch" forName="text2" refType="w" fact="0.1886"/>
          <dgm:constr type="h" for="ch" forName="text2" refType="h" fact="0.3757"/>
          <dgm:constr type="l" for="ch" forName="image3" refType="w" fact="0.3246"/>
          <dgm:constr type="t" for="ch" forName="image3" refType="h" fact="0"/>
          <dgm:constr type="w" for="ch" forName="image3" refType="w" fact="0.1886"/>
          <dgm:constr type="h" for="ch" forName="image3" refType="h" fact="0.3757"/>
          <dgm:constr type="l" for="ch" forName="text1" refType="w" fact="0.1623"/>
          <dgm:constr type="t" for="ch" forName="text1" refType="h" fact="0.6243"/>
          <dgm:constr type="w" for="ch" forName="text1" refType="w" fact="0.1886"/>
          <dgm:constr type="h" for="ch" forName="text1" refType="h" fact="0.3757"/>
          <dgm:constr type="l" for="ch" forName="text3" refType="w" fact="0.1623"/>
          <dgm:constr type="t" for="ch" forName="text3" refType="h" fact="0.2089"/>
          <dgm:constr type="w" for="ch" forName="text3" refType="w" fact="0.1886"/>
          <dgm:constr type="h" for="ch" forName="text3" refType="h" fact="0.3757"/>
          <dgm:constr type="l" for="ch" forName="textaccent1" refType="w" fact="0.1668"/>
          <dgm:constr type="t" for="ch" forName="textaccent1" refType="h" fact="0.7923"/>
          <dgm:constr type="w" for="ch" forName="textaccent1" refType="w" fact="0.022"/>
          <dgm:constr type="h" for="ch" forName="textaccent1" refType="h" fact="0.044"/>
          <dgm:constr type="l" for="ch" forName="image1" refType="w" fact="0"/>
          <dgm:constr type="t" for="ch" forName="image1" refType="h" fact="0.4166"/>
          <dgm:constr type="w" for="ch" forName="image1" refType="w" fact="0.1886"/>
          <dgm:constr type="h" for="ch" forName="image1" refType="h" fact="0.3757"/>
          <dgm:constr type="l" for="ch" forName="imageaccent1" refType="w" fact="0.1292"/>
          <dgm:constr type="t" for="ch" forName="imageaccent1" refType="h" fact="0.7424"/>
          <dgm:constr type="w" for="ch" forName="imageaccent1" refType="w" fact="0.022"/>
          <dgm:constr type="h" for="ch" forName="imageaccent1" refType="h" fact="0.044"/>
          <dgm:constr type="l" for="ch" forName="textaccent2" refType="w" fact="0.4544"/>
          <dgm:constr type="t" for="ch" forName="textaccent2" refType="h" fact="0.7404"/>
          <dgm:constr type="w" for="ch" forName="textaccent2" refType="w" fact="0.022"/>
          <dgm:constr type="h" for="ch" forName="textaccent2" refType="h" fact="0.044"/>
          <dgm:constr type="l" for="ch" forName="imageaccent2" refType="w" fact="0.4914"/>
          <dgm:constr type="t" for="ch" forName="imageaccent2" refType="h" fact="0.7907"/>
          <dgm:constr type="w" for="ch" forName="imageaccent2" refType="w" fact="0.022"/>
          <dgm:constr type="h" for="ch" forName="imageaccent2" refType="h" fact="0.044"/>
          <dgm:constr type="l" for="ch" forName="textaccent3" refType="w" fact="0.2915"/>
          <dgm:constr type="t" for="ch" forName="textaccent3" refType="h" fact="0.216"/>
          <dgm:constr type="w" for="ch" forName="textaccent3" refType="w" fact="0.022"/>
          <dgm:constr type="h" for="ch" forName="textaccent3" refType="h" fact="0.044"/>
          <dgm:constr type="l" for="ch" forName="imageaccent3" refType="w" fact="0.3299"/>
          <dgm:constr type="t" for="ch" forName="imageaccent3" refType="h" fact="0.1665"/>
          <dgm:constr type="w" for="ch" forName="imageaccent3" refType="w" fact="0.022"/>
          <dgm:constr type="h" for="ch" forName="imageaccent3" refType="h" fact="0.044"/>
          <dgm:constr type="l" for="ch" forName="textaccent4" refType="w" fact="0.65"/>
          <dgm:constr type="t" for="ch" forName="textaccent4" refType="h" fact="0.3746"/>
          <dgm:constr type="w" for="ch" forName="textaccent4" refType="w" fact="0.022"/>
          <dgm:constr type="h" for="ch" forName="textaccent4" refType="h" fact="0.044"/>
          <dgm:constr type="l" for="ch" forName="imageaccent4" refType="w" fact="0.6859"/>
          <dgm:constr type="t" for="ch" forName="imageaccent4" refType="h" fact="0.4261"/>
          <dgm:constr type="w" for="ch" forName="imageaccent4" refType="w" fact="0.022"/>
          <dgm:constr type="h" for="ch" forName="imageaccent4" refType="h" fact="0.044"/>
          <dgm:constr type="l" for="ch" forName="textaccent5" refType="w" fact="0.8123"/>
          <dgm:constr type="t" for="ch" forName="textaccent5" refType="h" fact="0.1724"/>
          <dgm:constr type="w" for="ch" forName="textaccent5" refType="w" fact="0.022"/>
          <dgm:constr type="h" for="ch" forName="textaccent5" refType="h" fact="0.044"/>
          <dgm:constr type="l" for="ch" forName="imageaccent5" refType="w" fact="0.849"/>
          <dgm:constr type="t" for="ch" forName="imageaccent5" refType="h" fact="0.222"/>
          <dgm:constr type="w" for="ch" forName="imageaccent5" refType="w" fact="0.022"/>
          <dgm:constr type="h" for="ch" forName="imageaccent5" refType="h" fact="0.044"/>
        </dgm:constrLst>
      </dgm:if>
      <dgm:if name="Name7" axis="ch" ptType="node" func="cnt" op="equ" val="6">
        <dgm:alg type="composite">
          <dgm:param type="ar" val="1.9179"/>
        </dgm:alg>
        <dgm:constrLst>
          <dgm:constr type="primFontSz" for="des" ptType="node" op="equ" val="65"/>
          <dgm:constr type="l" for="ch" forName="image4" refType="w" fact="0.6491"/>
          <dgm:constr type="t" for="ch" forName="image4" refType="h" fact="0.3466"/>
          <dgm:constr type="w" for="ch" forName="image4" refType="w" fact="0.1886"/>
          <dgm:constr type="h" for="ch" forName="image4" refType="h" fact="0.3106"/>
          <dgm:constr type="l" for="ch" forName="text5" refType="w" fact="0.6491"/>
          <dgm:constr type="t" for="ch" forName="text5" refType="h" fact="0.0033"/>
          <dgm:constr type="w" for="ch" forName="text5" refType="w" fact="0.1886"/>
          <dgm:constr type="h" for="ch" forName="text5" refType="h" fact="0.3106"/>
          <dgm:constr type="l" for="ch" forName="image5" refType="w" fact="0.8114"/>
          <dgm:constr type="t" for="ch" forName="image5" refType="h" fact="0.1766"/>
          <dgm:constr type="w" for="ch" forName="image5" refType="w" fact="0.1886"/>
          <dgm:constr type="h" for="ch" forName="image5" refType="h" fact="0.3106"/>
          <dgm:constr type="l" for="ch" forName="image2" refType="w" fact="0.4868"/>
          <dgm:constr type="t" for="ch" forName="image2" refType="h" fact="0.5154"/>
          <dgm:constr type="w" for="ch" forName="image2" refType="w" fact="0.1886"/>
          <dgm:constr type="h" for="ch" forName="image2" refType="h" fact="0.3106"/>
          <dgm:constr type="l" for="ch" forName="text4" refType="w" fact="0.4868"/>
          <dgm:constr type="t" for="ch" forName="text4" refType="h" fact="0.172"/>
          <dgm:constr type="w" for="ch" forName="text4" refType="w" fact="0.1886"/>
          <dgm:constr type="h" for="ch" forName="text4" refType="h" fact="0.3106"/>
          <dgm:constr type="l" for="ch" forName="text2" refType="w" fact="0.3246"/>
          <dgm:constr type="t" for="ch" forName="text2" refType="h" fact="0.3434"/>
          <dgm:constr type="w" for="ch" forName="text2" refType="w" fact="0.1886"/>
          <dgm:constr type="h" for="ch" forName="text2" refType="h" fact="0.3106"/>
          <dgm:constr type="l" for="ch" forName="image3" refType="w" fact="0.3246"/>
          <dgm:constr type="t" for="ch" forName="image3" refType="h" fact="0"/>
          <dgm:constr type="w" for="ch" forName="image3" refType="w" fact="0.1886"/>
          <dgm:constr type="h" for="ch" forName="image3" refType="h" fact="0.3106"/>
          <dgm:constr type="l" for="ch" forName="text1" refType="w" fact="0.1623"/>
          <dgm:constr type="t" for="ch" forName="text1" refType="h" fact="0.516"/>
          <dgm:constr type="w" for="ch" forName="text1" refType="w" fact="0.1886"/>
          <dgm:constr type="h" for="ch" forName="text1" refType="h" fact="0.3106"/>
          <dgm:constr type="l" for="ch" forName="text3" refType="w" fact="0.1623"/>
          <dgm:constr type="t" for="ch" forName="text3" refType="h" fact="0.1727"/>
          <dgm:constr type="w" for="ch" forName="text3" refType="w" fact="0.1886"/>
          <dgm:constr type="h" for="ch" forName="text3" refType="h" fact="0.3106"/>
          <dgm:constr type="l" for="ch" forName="textaccent1" refType="w" fact="0.1668"/>
          <dgm:constr type="t" for="ch" forName="textaccent1" refType="h" fact="0.6549"/>
          <dgm:constr type="w" for="ch" forName="textaccent1" refType="w" fact="0.022"/>
          <dgm:constr type="h" for="ch" forName="textaccent1" refType="h" fact="0.0364"/>
          <dgm:constr type="l" for="ch" forName="image1" refType="w" fact="0"/>
          <dgm:constr type="t" for="ch" forName="image1" refType="h" fact="0.3443"/>
          <dgm:constr type="w" for="ch" forName="image1" refType="w" fact="0.1886"/>
          <dgm:constr type="h" for="ch" forName="image1" refType="h" fact="0.3106"/>
          <dgm:constr type="l" for="ch" forName="imageaccent1" refType="w" fact="0.1292"/>
          <dgm:constr type="t" for="ch" forName="imageaccent1" refType="h" fact="0.6137"/>
          <dgm:constr type="w" for="ch" forName="imageaccent1" refType="w" fact="0.022"/>
          <dgm:constr type="h" for="ch" forName="imageaccent1" refType="h" fact="0.0364"/>
          <dgm:constr type="l" for="ch" forName="textaccent2" refType="w" fact="0.4544"/>
          <dgm:constr type="t" for="ch" forName="textaccent2" refType="h" fact="0.612"/>
          <dgm:constr type="w" for="ch" forName="textaccent2" refType="w" fact="0.022"/>
          <dgm:constr type="h" for="ch" forName="textaccent2" refType="h" fact="0.0364"/>
          <dgm:constr type="l" for="ch" forName="imageaccent2" refType="w" fact="0.4914"/>
          <dgm:constr type="t" for="ch" forName="imageaccent2" refType="h" fact="0.6536"/>
          <dgm:constr type="w" for="ch" forName="imageaccent2" refType="w" fact="0.022"/>
          <dgm:constr type="h" for="ch" forName="imageaccent2" refType="h" fact="0.0364"/>
          <dgm:constr type="l" for="ch" forName="textaccent3" refType="w" fact="0.2915"/>
          <dgm:constr type="t" for="ch" forName="textaccent3" refType="h" fact="0.1786"/>
          <dgm:constr type="w" for="ch" forName="textaccent3" refType="w" fact="0.022"/>
          <dgm:constr type="h" for="ch" forName="textaccent3" refType="h" fact="0.0364"/>
          <dgm:constr type="l" for="ch" forName="imageaccent3" refType="w" fact="0.3299"/>
          <dgm:constr type="t" for="ch" forName="imageaccent3" refType="h" fact="0.1376"/>
          <dgm:constr type="w" for="ch" forName="imageaccent3" refType="w" fact="0.022"/>
          <dgm:constr type="h" for="ch" forName="imageaccent3" refType="h" fact="0.0364"/>
          <dgm:constr type="l" for="ch" forName="textaccent4" refType="w" fact="0.65"/>
          <dgm:constr type="t" for="ch" forName="textaccent4" refType="h" fact="0.3096"/>
          <dgm:constr type="w" for="ch" forName="textaccent4" refType="w" fact="0.022"/>
          <dgm:constr type="h" for="ch" forName="textaccent4" refType="h" fact="0.0364"/>
          <dgm:constr type="l" for="ch" forName="imageaccent4" refType="w" fact="0.6859"/>
          <dgm:constr type="t" for="ch" forName="imageaccent4" refType="h" fact="0.3522"/>
          <dgm:constr type="w" for="ch" forName="imageaccent4" refType="w" fact="0.022"/>
          <dgm:constr type="h" for="ch" forName="imageaccent4" refType="h" fact="0.0364"/>
          <dgm:constr type="l" for="ch" forName="textaccent5" refType="w" fact="0.8123"/>
          <dgm:constr type="t" for="ch" forName="textaccent5" refType="h" fact="0.1425"/>
          <dgm:constr type="w" for="ch" forName="textaccent5" refType="w" fact="0.022"/>
          <dgm:constr type="h" for="ch" forName="textaccent5" refType="h" fact="0.0364"/>
          <dgm:constr type="l" for="ch" forName="imageaccent5" refType="w" fact="0.849"/>
          <dgm:constr type="t" for="ch" forName="imageaccent5" refType="h" fact="0.1835"/>
          <dgm:constr type="w" for="ch" forName="imageaccent5" refType="w" fact="0.022"/>
          <dgm:constr type="h" for="ch" forName="imageaccent5" refType="h" fact="0.0364"/>
          <dgm:constr type="l" for="ch" forName="image6" refType="w" fact="0.6491"/>
          <dgm:constr type="t" for="ch" forName="image6" refType="h" fact="0.6894"/>
          <dgm:constr type="w" for="ch" forName="image6" refType="w" fact="0.1886"/>
          <dgm:constr type="h" for="ch" forName="image6" refType="h" fact="0.3106"/>
          <dgm:constr type="l" for="ch" forName="text6" refType="w" fact="0.8114"/>
          <dgm:constr type="t" for="ch" forName="text6" refType="h" fact="0.5194"/>
          <dgm:constr type="w" for="ch" forName="text6" refType="w" fact="0.1886"/>
          <dgm:constr type="h" for="ch" forName="text6" refType="h" fact="0.3106"/>
          <dgm:constr type="l" for="ch" forName="imageaccent6" refType="w" fact="0.8138"/>
          <dgm:constr type="t" for="ch" forName="imageaccent6" refType="h" fact="0.8257"/>
          <dgm:constr type="w" for="ch" forName="imageaccent6" refType="w" fact="0.022"/>
          <dgm:constr type="h" for="ch" forName="imageaccent6" refType="h" fact="0.0364"/>
          <dgm:constr type="l" for="ch" forName="textaccent6" refType="w" fact="0.8488"/>
          <dgm:constr type="t" for="ch" forName="textaccent6" refType="h" fact="0.7914"/>
          <dgm:constr type="w" for="ch" forName="textaccent6" refType="w" fact="0.022"/>
          <dgm:constr type="h" for="ch" forName="textaccent6" refType="h" fact="0.0364"/>
        </dgm:constrLst>
      </dgm:if>
      <dgm:if name="Name8" axis="ch" ptType="node" func="cnt" op="equ" val="7">
        <dgm:alg type="composite">
          <dgm:param type="ar" val="1.6382"/>
        </dgm:alg>
        <dgm:constrLst>
          <dgm:constr type="primFontSz" for="des" ptType="node" op="equ" val="65"/>
          <dgm:constr type="l" for="ch" forName="image4" refType="w" fact="0.6491"/>
          <dgm:constr type="t" for="ch" forName="image4" refType="h" fact="0.2961"/>
          <dgm:constr type="w" for="ch" forName="image4" refType="w" fact="0.1886"/>
          <dgm:constr type="h" for="ch" forName="image4" refType="h" fact="0.2653"/>
          <dgm:constr type="l" for="ch" forName="text5" refType="w" fact="0.6491"/>
          <dgm:constr type="t" for="ch" forName="text5" refType="h" fact="0.0028"/>
          <dgm:constr type="w" for="ch" forName="text5" refType="w" fact="0.1886"/>
          <dgm:constr type="h" for="ch" forName="text5" refType="h" fact="0.2653"/>
          <dgm:constr type="l" for="ch" forName="image5" refType="w" fact="0.8114"/>
          <dgm:constr type="t" for="ch" forName="image5" refType="h" fact="0.1508"/>
          <dgm:constr type="w" for="ch" forName="image5" refType="w" fact="0.1886"/>
          <dgm:constr type="h" for="ch" forName="image5" refType="h" fact="0.2653"/>
          <dgm:constr type="l" for="ch" forName="image2" refType="w" fact="0.4868"/>
          <dgm:constr type="t" for="ch" forName="image2" refType="h" fact="0.4402"/>
          <dgm:constr type="w" for="ch" forName="image2" refType="w" fact="0.1886"/>
          <dgm:constr type="h" for="ch" forName="image2" refType="h" fact="0.2653"/>
          <dgm:constr type="l" for="ch" forName="text4" refType="w" fact="0.4868"/>
          <dgm:constr type="t" for="ch" forName="text4" refType="h" fact="0.1469"/>
          <dgm:constr type="w" for="ch" forName="text4" refType="w" fact="0.1886"/>
          <dgm:constr type="h" for="ch" forName="text4" refType="h" fact="0.2653"/>
          <dgm:constr type="l" for="ch" forName="text2" refType="w" fact="0.3246"/>
          <dgm:constr type="t" for="ch" forName="text2" refType="h" fact="0.2933"/>
          <dgm:constr type="w" for="ch" forName="text2" refType="w" fact="0.1886"/>
          <dgm:constr type="h" for="ch" forName="text2" refType="h" fact="0.2653"/>
          <dgm:constr type="l" for="ch" forName="image3" refType="w" fact="0.3246"/>
          <dgm:constr type="t" for="ch" forName="image3" refType="h" fact="0"/>
          <dgm:constr type="w" for="ch" forName="image3" refType="w" fact="0.1886"/>
          <dgm:constr type="h" for="ch" forName="image3" refType="h" fact="0.2653"/>
          <dgm:constr type="l" for="ch" forName="text1" refType="w" fact="0.1623"/>
          <dgm:constr type="t" for="ch" forName="text1" refType="h" fact="0.4408"/>
          <dgm:constr type="w" for="ch" forName="text1" refType="w" fact="0.1886"/>
          <dgm:constr type="h" for="ch" forName="text1" refType="h" fact="0.2653"/>
          <dgm:constr type="l" for="ch" forName="text3" refType="w" fact="0.1623"/>
          <dgm:constr type="t" for="ch" forName="text3" refType="h" fact="0.1475"/>
          <dgm:constr type="w" for="ch" forName="text3" refType="w" fact="0.1886"/>
          <dgm:constr type="h" for="ch" forName="text3" refType="h" fact="0.2653"/>
          <dgm:constr type="l" for="ch" forName="textaccent1" refType="w" fact="0.1668"/>
          <dgm:constr type="t" for="ch" forName="textaccent1" refType="h" fact="0.5594"/>
          <dgm:constr type="w" for="ch" forName="textaccent1" refType="w" fact="0.022"/>
          <dgm:constr type="h" for="ch" forName="textaccent1" refType="h" fact="0.0311"/>
          <dgm:constr type="l" for="ch" forName="image1" refType="w" fact="0"/>
          <dgm:constr type="t" for="ch" forName="image1" refType="h" fact="0.2941"/>
          <dgm:constr type="w" for="ch" forName="image1" refType="w" fact="0.1886"/>
          <dgm:constr type="h" for="ch" forName="image1" refType="h" fact="0.2653"/>
          <dgm:constr type="l" for="ch" forName="imageaccent1" refType="w" fact="0.1292"/>
          <dgm:constr type="t" for="ch" forName="imageaccent1" refType="h" fact="0.5242"/>
          <dgm:constr type="w" for="ch" forName="imageaccent1" refType="w" fact="0.022"/>
          <dgm:constr type="h" for="ch" forName="imageaccent1" refType="h" fact="0.0311"/>
          <dgm:constr type="l" for="ch" forName="textaccent2" refType="w" fact="0.4544"/>
          <dgm:constr type="t" for="ch" forName="textaccent2" refType="h" fact="0.5228"/>
          <dgm:constr type="w" for="ch" forName="textaccent2" refType="w" fact="0.022"/>
          <dgm:constr type="h" for="ch" forName="textaccent2" refType="h" fact="0.0311"/>
          <dgm:constr type="l" for="ch" forName="imageaccent2" refType="w" fact="0.4914"/>
          <dgm:constr type="t" for="ch" forName="imageaccent2" refType="h" fact="0.5583"/>
          <dgm:constr type="w" for="ch" forName="imageaccent2" refType="w" fact="0.022"/>
          <dgm:constr type="h" for="ch" forName="imageaccent2" refType="h" fact="0.0311"/>
          <dgm:constr type="l" for="ch" forName="textaccent3" refType="w" fact="0.2907"/>
          <dgm:constr type="t" for="ch" forName="textaccent3" refType="h" fact="0.1511"/>
          <dgm:constr type="w" for="ch" forName="textaccent3" refType="w" fact="0.022"/>
          <dgm:constr type="h" for="ch" forName="textaccent3" refType="h" fact="0.0311"/>
          <dgm:constr type="l" for="ch" forName="imageaccent3" refType="w" fact="0.3299"/>
          <dgm:constr type="t" for="ch" forName="imageaccent3" refType="h" fact="0.1175"/>
          <dgm:constr type="w" for="ch" forName="imageaccent3" refType="w" fact="0.022"/>
          <dgm:constr type="h" for="ch" forName="imageaccent3" refType="h" fact="0.0311"/>
          <dgm:constr type="l" for="ch" forName="textaccent4" refType="w" fact="0.65"/>
          <dgm:constr type="t" for="ch" forName="textaccent4" refType="h" fact="0.2645"/>
          <dgm:constr type="w" for="ch" forName="textaccent4" refType="w" fact="0.022"/>
          <dgm:constr type="h" for="ch" forName="textaccent4" refType="h" fact="0.0311"/>
          <dgm:constr type="l" for="ch" forName="imageaccent4" refType="w" fact="0.6859"/>
          <dgm:constr type="t" for="ch" forName="imageaccent4" refType="h" fact="0.3008"/>
          <dgm:constr type="w" for="ch" forName="imageaccent4" refType="w" fact="0.022"/>
          <dgm:constr type="h" for="ch" forName="imageaccent4" refType="h" fact="0.0311"/>
          <dgm:constr type="l" for="ch" forName="textaccent5" refType="w" fact="0.8123"/>
          <dgm:constr type="t" for="ch" forName="textaccent5" refType="h" fact="0.1217"/>
          <dgm:constr type="w" for="ch" forName="textaccent5" refType="w" fact="0.022"/>
          <dgm:constr type="h" for="ch" forName="textaccent5" refType="h" fact="0.0311"/>
          <dgm:constr type="l" for="ch" forName="imageaccent5" refType="w" fact="0.849"/>
          <dgm:constr type="t" for="ch" forName="imageaccent5" refType="h" fact="0.1567"/>
          <dgm:constr type="w" for="ch" forName="imageaccent5" refType="w" fact="0.022"/>
          <dgm:constr type="h" for="ch" forName="imageaccent5" refType="h" fact="0.0311"/>
          <dgm:constr type="l" for="ch" forName="image6" refType="w" fact="0.6491"/>
          <dgm:constr type="t" for="ch" forName="image6" refType="h" fact="0.5889"/>
          <dgm:constr type="w" for="ch" forName="image6" refType="w" fact="0.1886"/>
          <dgm:constr type="h" for="ch" forName="image6" refType="h" fact="0.2653"/>
          <dgm:constr type="l" for="ch" forName="text6" refType="w" fact="0.8114"/>
          <dgm:constr type="t" for="ch" forName="text6" refType="h" fact="0.4436"/>
          <dgm:constr type="w" for="ch" forName="text6" refType="w" fact="0.1886"/>
          <dgm:constr type="h" for="ch" forName="text6" refType="h" fact="0.2653"/>
          <dgm:constr type="l" for="ch" forName="imageaccent6" refType="w" fact="0.8138"/>
          <dgm:constr type="t" for="ch" forName="imageaccent6" refType="h" fact="0.7053"/>
          <dgm:constr type="w" for="ch" forName="imageaccent6" refType="w" fact="0.022"/>
          <dgm:constr type="h" for="ch" forName="imageaccent6" refType="h" fact="0.0311"/>
          <dgm:constr type="l" for="ch" forName="textaccent6" refType="w" fact="0.8488"/>
          <dgm:constr type="t" for="ch" forName="textaccent6" refType="h" fact="0.676"/>
          <dgm:constr type="w" for="ch" forName="textaccent6" refType="w" fact="0.022"/>
          <dgm:constr type="h" for="ch" forName="textaccent6" refType="h" fact="0.0311"/>
          <dgm:constr type="l" for="ch" forName="text7" refType="w" fact="0.3244"/>
          <dgm:constr type="t" for="ch" forName="text7" refType="h" fact="0.5872"/>
          <dgm:constr type="w" for="ch" forName="text7" refType="w" fact="0.1886"/>
          <dgm:constr type="h" for="ch" forName="text7" refType="h" fact="0.2653"/>
          <dgm:constr type="l" for="ch" forName="image7" refType="w" fact="0.1622"/>
          <dgm:constr type="t" for="ch" forName="image7" refType="h" fact="0.7347"/>
          <dgm:constr type="w" for="ch" forName="image7" refType="w" fact="0.1886"/>
          <dgm:constr type="h" for="ch" forName="image7" refType="h" fact="0.2653"/>
          <dgm:constr type="l" for="ch" forName="imageaccent7" refType="w" fact="0.2905"/>
          <dgm:constr type="t" for="ch" forName="imageaccent7" refType="h" fact="0.7384"/>
          <dgm:constr type="w" for="ch" forName="imageaccent7" refType="w" fact="0.022"/>
          <dgm:constr type="h" for="ch" forName="imageaccent7" refType="h" fact="0.0311"/>
          <dgm:constr type="l" for="ch" forName="textaccent7" refType="w" fact="0.3298"/>
          <dgm:constr type="t" for="ch" forName="textaccent7" refType="h" fact="0.7048"/>
          <dgm:constr type="w" for="ch" forName="textaccent7" refType="w" fact="0.022"/>
          <dgm:constr type="h" for="ch" forName="textaccent7" refType="h" fact="0.0311"/>
        </dgm:constrLst>
      </dgm:if>
      <dgm:if name="Name9" axis="ch" ptType="node" func="cnt" op="equ" val="8">
        <dgm:alg type="composite">
          <dgm:param type="ar" val="1.8974"/>
        </dgm:alg>
        <dgm:constrLst>
          <dgm:constr type="primFontSz" for="des" ptType="node" op="equ" val="65"/>
          <dgm:constr type="l" for="ch" forName="image4" refType="w" fact="0.5589"/>
          <dgm:constr type="t" for="ch" forName="image4" refType="h" fact="0.2952"/>
          <dgm:constr type="w" for="ch" forName="image4" refType="w" fact="0.1624"/>
          <dgm:constr type="h" for="ch" forName="image4" refType="h" fact="0.2645"/>
          <dgm:constr type="l" for="ch" forName="text5" refType="w" fact="0.5589"/>
          <dgm:constr type="t" for="ch" forName="text5" refType="h" fact="0.0028"/>
          <dgm:constr type="w" for="ch" forName="text5" refType="w" fact="0.1624"/>
          <dgm:constr type="h" for="ch" forName="text5" refType="h" fact="0.2645"/>
          <dgm:constr type="l" for="ch" forName="image5" refType="w" fact="0.6986"/>
          <dgm:constr type="t" for="ch" forName="image5" refType="h" fact="0.1504"/>
          <dgm:constr type="w" for="ch" forName="image5" refType="w" fact="0.1624"/>
          <dgm:constr type="h" for="ch" forName="image5" refType="h" fact="0.2645"/>
          <dgm:constr type="l" for="ch" forName="image2" refType="w" fact="0.4192"/>
          <dgm:constr type="t" for="ch" forName="image2" refType="h" fact="0.439"/>
          <dgm:constr type="w" for="ch" forName="image2" refType="w" fact="0.1624"/>
          <dgm:constr type="h" for="ch" forName="image2" refType="h" fact="0.2645"/>
          <dgm:constr type="l" for="ch" forName="text4" refType="w" fact="0.4192"/>
          <dgm:constr type="t" for="ch" forName="text4" refType="h" fact="0.1465"/>
          <dgm:constr type="w" for="ch" forName="text4" refType="w" fact="0.1624"/>
          <dgm:constr type="h" for="ch" forName="text4" refType="h" fact="0.2645"/>
          <dgm:constr type="l" for="ch" forName="text2" refType="w" fact="0.2794"/>
          <dgm:constr type="t" for="ch" forName="text2" refType="h" fact="0.2925"/>
          <dgm:constr type="w" for="ch" forName="text2" refType="w" fact="0.1624"/>
          <dgm:constr type="h" for="ch" forName="text2" refType="h" fact="0.2645"/>
          <dgm:constr type="l" for="ch" forName="image3" refType="w" fact="0.2794"/>
          <dgm:constr type="t" for="ch" forName="image3" refType="h" fact="0"/>
          <dgm:constr type="w" for="ch" forName="image3" refType="w" fact="0.1624"/>
          <dgm:constr type="h" for="ch" forName="image3" refType="h" fact="0.2645"/>
          <dgm:constr type="l" for="ch" forName="text1" refType="w" fact="0.1397"/>
          <dgm:constr type="t" for="ch" forName="text1" refType="h" fact="0.4395"/>
          <dgm:constr type="w" for="ch" forName="text1" refType="w" fact="0.1624"/>
          <dgm:constr type="h" for="ch" forName="text1" refType="h" fact="0.2645"/>
          <dgm:constr type="l" for="ch" forName="text3" refType="w" fact="0.1397"/>
          <dgm:constr type="t" for="ch" forName="text3" refType="h" fact="0.1471"/>
          <dgm:constr type="w" for="ch" forName="text3" refType="w" fact="0.1624"/>
          <dgm:constr type="h" for="ch" forName="text3" refType="h" fact="0.2645"/>
          <dgm:constr type="l" for="ch" forName="textaccent1" refType="w" fact="0.1436"/>
          <dgm:constr type="t" for="ch" forName="textaccent1" refType="h" fact="0.5578"/>
          <dgm:constr type="w" for="ch" forName="textaccent1" refType="w" fact="0.0189"/>
          <dgm:constr type="h" for="ch" forName="textaccent1" refType="h" fact="0.031"/>
          <dgm:constr type="l" for="ch" forName="image1" refType="w" fact="0"/>
          <dgm:constr type="t" for="ch" forName="image1" refType="h" fact="0.2933"/>
          <dgm:constr type="w" for="ch" forName="image1" refType="w" fact="0.1624"/>
          <dgm:constr type="h" for="ch" forName="image1" refType="h" fact="0.2645"/>
          <dgm:constr type="l" for="ch" forName="imageaccent1" refType="w" fact="0.1112"/>
          <dgm:constr type="t" for="ch" forName="imageaccent1" refType="h" fact="0.5227"/>
          <dgm:constr type="w" for="ch" forName="imageaccent1" refType="w" fact="0.0189"/>
          <dgm:constr type="h" for="ch" forName="imageaccent1" refType="h" fact="0.031"/>
          <dgm:constr type="l" for="ch" forName="textaccent2" refType="w" fact="0.3912"/>
          <dgm:constr type="t" for="ch" forName="textaccent2" refType="h" fact="0.5213"/>
          <dgm:constr type="w" for="ch" forName="textaccent2" refType="w" fact="0.0189"/>
          <dgm:constr type="h" for="ch" forName="textaccent2" refType="h" fact="0.031"/>
          <dgm:constr type="l" for="ch" forName="imageaccent2" refType="w" fact="0.4231"/>
          <dgm:constr type="t" for="ch" forName="imageaccent2" refType="h" fact="0.5567"/>
          <dgm:constr type="w" for="ch" forName="imageaccent2" refType="w" fact="0.0189"/>
          <dgm:constr type="h" for="ch" forName="imageaccent2" refType="h" fact="0.031"/>
          <dgm:constr type="l" for="ch" forName="textaccent3" refType="w" fact="0.2502"/>
          <dgm:constr type="t" for="ch" forName="textaccent3" refType="h" fact="0.1507"/>
          <dgm:constr type="w" for="ch" forName="textaccent3" refType="w" fact="0.0189"/>
          <dgm:constr type="h" for="ch" forName="textaccent3" refType="h" fact="0.031"/>
          <dgm:constr type="l" for="ch" forName="imageaccent3" refType="w" fact="0.2841"/>
          <dgm:constr type="t" for="ch" forName="imageaccent3" refType="h" fact="0.1172"/>
          <dgm:constr type="w" for="ch" forName="imageaccent3" refType="w" fact="0.0189"/>
          <dgm:constr type="h" for="ch" forName="imageaccent3" refType="h" fact="0.031"/>
          <dgm:constr type="l" for="ch" forName="textaccent4" refType="w" fact="0.5596"/>
          <dgm:constr type="t" for="ch" forName="textaccent4" refType="h" fact="0.2637"/>
          <dgm:constr type="w" for="ch" forName="textaccent4" refType="w" fact="0.0189"/>
          <dgm:constr type="h" for="ch" forName="textaccent4" refType="h" fact="0.031"/>
          <dgm:constr type="l" for="ch" forName="imageaccent4" refType="w" fact="0.5905"/>
          <dgm:constr type="t" for="ch" forName="imageaccent4" refType="h" fact="0.3"/>
          <dgm:constr type="w" for="ch" forName="imageaccent4" refType="w" fact="0.0189"/>
          <dgm:constr type="h" for="ch" forName="imageaccent4" refType="h" fact="0.031"/>
          <dgm:constr type="l" for="ch" forName="textaccent5" refType="w" fact="0.6993"/>
          <dgm:constr type="t" for="ch" forName="textaccent5" refType="h" fact="0.1214"/>
          <dgm:constr type="w" for="ch" forName="textaccent5" refType="w" fact="0.0189"/>
          <dgm:constr type="h" for="ch" forName="textaccent5" refType="h" fact="0.031"/>
          <dgm:constr type="l" for="ch" forName="imageaccent5" refType="w" fact="0.731"/>
          <dgm:constr type="t" for="ch" forName="imageaccent5" refType="h" fact="0.1563"/>
          <dgm:constr type="w" for="ch" forName="imageaccent5" refType="w" fact="0.0189"/>
          <dgm:constr type="h" for="ch" forName="imageaccent5" refType="h" fact="0.031"/>
          <dgm:constr type="l" for="ch" forName="image6" refType="w" fact="0.5589"/>
          <dgm:constr type="t" for="ch" forName="image6" refType="h" fact="0.5872"/>
          <dgm:constr type="w" for="ch" forName="image6" refType="w" fact="0.1624"/>
          <dgm:constr type="h" for="ch" forName="image6" refType="h" fact="0.2645"/>
          <dgm:constr type="l" for="ch" forName="text6" refType="w" fact="0.6986"/>
          <dgm:constr type="t" for="ch" forName="text6" refType="h" fact="0.4424"/>
          <dgm:constr type="w" for="ch" forName="text6" refType="w" fact="0.1624"/>
          <dgm:constr type="h" for="ch" forName="text6" refType="h" fact="0.2645"/>
          <dgm:constr type="l" for="ch" forName="imageaccent6" refType="w" fact="0.7007"/>
          <dgm:constr type="t" for="ch" forName="imageaccent6" refType="h" fact="0.7033"/>
          <dgm:constr type="w" for="ch" forName="imageaccent6" refType="w" fact="0.0189"/>
          <dgm:constr type="h" for="ch" forName="imageaccent6" refType="h" fact="0.031"/>
          <dgm:constr type="l" for="ch" forName="textaccent6" refType="w" fact="0.7308"/>
          <dgm:constr type="t" for="ch" forName="textaccent6" refType="h" fact="0.6741"/>
          <dgm:constr type="w" for="ch" forName="textaccent6" refType="w" fact="0.0189"/>
          <dgm:constr type="h" for="ch" forName="textaccent6" refType="h" fact="0.031"/>
          <dgm:constr type="l" for="ch" forName="text7" refType="w" fact="0.2793"/>
          <dgm:constr type="t" for="ch" forName="text7" refType="h" fact="0.5856"/>
          <dgm:constr type="w" for="ch" forName="text7" refType="w" fact="0.1624"/>
          <dgm:constr type="h" for="ch" forName="text7" refType="h" fact="0.2645"/>
          <dgm:constr type="l" for="ch" forName="image7" refType="w" fact="0.1396"/>
          <dgm:constr type="t" for="ch" forName="image7" refType="h" fact="0.7326"/>
          <dgm:constr type="w" for="ch" forName="image7" refType="w" fact="0.1624"/>
          <dgm:constr type="h" for="ch" forName="image7" refType="h" fact="0.2645"/>
          <dgm:constr type="l" for="ch" forName="imageaccent7" refType="w" fact="0.2501"/>
          <dgm:constr type="t" for="ch" forName="imageaccent7" refType="h" fact="0.7363"/>
          <dgm:constr type="w" for="ch" forName="imageaccent7" refType="w" fact="0.0189"/>
          <dgm:constr type="h" for="ch" forName="imageaccent7" refType="h" fact="0.031"/>
          <dgm:constr type="l" for="ch" forName="textaccent7" refType="w" fact="0.284"/>
          <dgm:constr type="t" for="ch" forName="textaccent7" refType="h" fact="0.7028"/>
          <dgm:constr type="w" for="ch" forName="textaccent7" refType="w" fact="0.0189"/>
          <dgm:constr type="h" for="ch" forName="textaccent7" refType="h" fact="0.031"/>
          <dgm:constr type="l" for="ch" forName="image8" refType="w" fact="0.6979"/>
          <dgm:constr type="t" for="ch" forName="image8" refType="h" fact="0.7355"/>
          <dgm:constr type="w" for="ch" forName="image8" refType="w" fact="0.1624"/>
          <dgm:constr type="h" for="ch" forName="image8" refType="h" fact="0.2645"/>
          <dgm:constr type="l" for="ch" forName="text8" refType="w" fact="0.8376"/>
          <dgm:constr type="t" for="ch" forName="text8" refType="h" fact="0.5906"/>
          <dgm:constr type="w" for="ch" forName="text8" refType="w" fact="0.1624"/>
          <dgm:constr type="h" for="ch" forName="text8" refType="h" fact="0.2645"/>
          <dgm:constr type="l" for="ch" forName="imageaccent8" refType="w" fact="0.8397"/>
          <dgm:constr type="t" for="ch" forName="imageaccent8" refType="h" fact="0.8516"/>
          <dgm:constr type="w" for="ch" forName="imageaccent8" refType="w" fact="0.0189"/>
          <dgm:constr type="h" for="ch" forName="imageaccent8" refType="h" fact="0.031"/>
          <dgm:constr type="l" for="ch" forName="textaccent8" refType="w" fact="0.8698"/>
          <dgm:constr type="t" for="ch" forName="textaccent8" refType="h" fact="0.8223"/>
          <dgm:constr type="w" for="ch" forName="textaccent8" refType="w" fact="0.0189"/>
          <dgm:constr type="h" for="ch" forName="textaccent8" refType="h" fact="0.031"/>
        </dgm:constrLst>
      </dgm:if>
      <dgm:if name="Name10" axis="ch" ptType="node" func="cnt" op="equ" val="9">
        <dgm:alg type="composite">
          <dgm:param type="ar" val="1.8986"/>
        </dgm:alg>
        <dgm:constrLst>
          <dgm:constr type="primFontSz" for="des" ptType="node" op="equ" val="65"/>
          <dgm:constr type="l" for="ch" forName="image4" refType="w" fact="0.5585"/>
          <dgm:constr type="t" for="ch" forName="image4" refType="h" fact="0.2952"/>
          <dgm:constr type="w" for="ch" forName="image4" refType="w" fact="0.1623"/>
          <dgm:constr type="h" for="ch" forName="image4" refType="h" fact="0.2645"/>
          <dgm:constr type="l" for="ch" forName="text5" refType="w" fact="0.5585"/>
          <dgm:constr type="t" for="ch" forName="text5" refType="h" fact="0.0028"/>
          <dgm:constr type="w" for="ch" forName="text5" refType="w" fact="0.1623"/>
          <dgm:constr type="h" for="ch" forName="text5" refType="h" fact="0.2645"/>
          <dgm:constr type="l" for="ch" forName="image5" refType="w" fact="0.6982"/>
          <dgm:constr type="t" for="ch" forName="image5" refType="h" fact="0.1504"/>
          <dgm:constr type="w" for="ch" forName="image5" refType="w" fact="0.1623"/>
          <dgm:constr type="h" for="ch" forName="image5" refType="h" fact="0.2645"/>
          <dgm:constr type="l" for="ch" forName="image2" refType="w" fact="0.4189"/>
          <dgm:constr type="t" for="ch" forName="image2" refType="h" fact="0.439"/>
          <dgm:constr type="w" for="ch" forName="image2" refType="w" fact="0.1623"/>
          <dgm:constr type="h" for="ch" forName="image2" refType="h" fact="0.2645"/>
          <dgm:constr type="l" for="ch" forName="text4" refType="w" fact="0.4189"/>
          <dgm:constr type="t" for="ch" forName="text4" refType="h" fact="0.1465"/>
          <dgm:constr type="w" for="ch" forName="text4" refType="w" fact="0.1623"/>
          <dgm:constr type="h" for="ch" forName="text4" refType="h" fact="0.2645"/>
          <dgm:constr type="l" for="ch" forName="text2" refType="w" fact="0.2793"/>
          <dgm:constr type="t" for="ch" forName="text2" refType="h" fact="0.2925"/>
          <dgm:constr type="w" for="ch" forName="text2" refType="w" fact="0.1623"/>
          <dgm:constr type="h" for="ch" forName="text2" refType="h" fact="0.2645"/>
          <dgm:constr type="l" for="ch" forName="image3" refType="w" fact="0.2793"/>
          <dgm:constr type="t" for="ch" forName="image3" refType="h" fact="0"/>
          <dgm:constr type="w" for="ch" forName="image3" refType="w" fact="0.1623"/>
          <dgm:constr type="h" for="ch" forName="image3" refType="h" fact="0.2645"/>
          <dgm:constr type="l" for="ch" forName="text1" refType="w" fact="0.1396"/>
          <dgm:constr type="t" for="ch" forName="text1" refType="h" fact="0.4395"/>
          <dgm:constr type="w" for="ch" forName="text1" refType="w" fact="0.1623"/>
          <dgm:constr type="h" for="ch" forName="text1" refType="h" fact="0.2645"/>
          <dgm:constr type="l" for="ch" forName="text3" refType="w" fact="0.1396"/>
          <dgm:constr type="t" for="ch" forName="text3" refType="h" fact="0.1471"/>
          <dgm:constr type="w" for="ch" forName="text3" refType="w" fact="0.1623"/>
          <dgm:constr type="h" for="ch" forName="text3" refType="h" fact="0.2645"/>
          <dgm:constr type="l" for="ch" forName="textaccent1" refType="w" fact="0.1435"/>
          <dgm:constr type="t" for="ch" forName="textaccent1" refType="h" fact="0.5578"/>
          <dgm:constr type="w" for="ch" forName="textaccent1" refType="w" fact="0.0189"/>
          <dgm:constr type="h" for="ch" forName="textaccent1" refType="h" fact="0.031"/>
          <dgm:constr type="l" for="ch" forName="image1" refType="w" fact="0"/>
          <dgm:constr type="t" for="ch" forName="image1" refType="h" fact="0.2933"/>
          <dgm:constr type="w" for="ch" forName="image1" refType="w" fact="0.1623"/>
          <dgm:constr type="h" for="ch" forName="image1" refType="h" fact="0.2645"/>
          <dgm:constr type="l" for="ch" forName="imageaccent1" refType="w" fact="0.1111"/>
          <dgm:constr type="t" for="ch" forName="imageaccent1" refType="h" fact="0.5227"/>
          <dgm:constr type="w" for="ch" forName="imageaccent1" refType="w" fact="0.0189"/>
          <dgm:constr type="h" for="ch" forName="imageaccent1" refType="h" fact="0.031"/>
          <dgm:constr type="l" for="ch" forName="textaccent2" refType="w" fact="0.391"/>
          <dgm:constr type="t" for="ch" forName="textaccent2" refType="h" fact="0.5213"/>
          <dgm:constr type="w" for="ch" forName="textaccent2" refType="w" fact="0.0189"/>
          <dgm:constr type="h" for="ch" forName="textaccent2" refType="h" fact="0.031"/>
          <dgm:constr type="l" for="ch" forName="imageaccent2" refType="w" fact="0.4228"/>
          <dgm:constr type="t" for="ch" forName="imageaccent2" refType="h" fact="0.5567"/>
          <dgm:constr type="w" for="ch" forName="imageaccent2" refType="w" fact="0.0189"/>
          <dgm:constr type="h" for="ch" forName="imageaccent2" refType="h" fact="0.031"/>
          <dgm:constr type="l" for="ch" forName="textaccent3" refType="w" fact="0.2501"/>
          <dgm:constr type="t" for="ch" forName="textaccent3" refType="h" fact="0.1507"/>
          <dgm:constr type="w" for="ch" forName="textaccent3" refType="w" fact="0.0189"/>
          <dgm:constr type="h" for="ch" forName="textaccent3" refType="h" fact="0.031"/>
          <dgm:constr type="l" for="ch" forName="imageaccent3" refType="w" fact="0.2839"/>
          <dgm:constr type="t" for="ch" forName="imageaccent3" refType="h" fact="0.1172"/>
          <dgm:constr type="w" for="ch" forName="imageaccent3" refType="w" fact="0.0189"/>
          <dgm:constr type="h" for="ch" forName="imageaccent3" refType="h" fact="0.031"/>
          <dgm:constr type="l" for="ch" forName="textaccent4" refType="w" fact="0.5593"/>
          <dgm:constr type="t" for="ch" forName="textaccent4" refType="h" fact="0.2637"/>
          <dgm:constr type="w" for="ch" forName="textaccent4" refType="w" fact="0.0189"/>
          <dgm:constr type="h" for="ch" forName="textaccent4" refType="h" fact="0.031"/>
          <dgm:constr type="l" for="ch" forName="imageaccent4" refType="w" fact="0.5901"/>
          <dgm:constr type="t" for="ch" forName="imageaccent4" refType="h" fact="0.3"/>
          <dgm:constr type="w" for="ch" forName="imageaccent4" refType="w" fact="0.0189"/>
          <dgm:constr type="h" for="ch" forName="imageaccent4" refType="h" fact="0.031"/>
          <dgm:constr type="l" for="ch" forName="textaccent5" refType="w" fact="0.6989"/>
          <dgm:constr type="t" for="ch" forName="textaccent5" refType="h" fact="0.1214"/>
          <dgm:constr type="w" for="ch" forName="textaccent5" refType="w" fact="0.0189"/>
          <dgm:constr type="h" for="ch" forName="textaccent5" refType="h" fact="0.031"/>
          <dgm:constr type="l" for="ch" forName="imageaccent5" refType="w" fact="0.7305"/>
          <dgm:constr type="t" for="ch" forName="imageaccent5" refType="h" fact="0.1563"/>
          <dgm:constr type="w" for="ch" forName="imageaccent5" refType="w" fact="0.0189"/>
          <dgm:constr type="h" for="ch" forName="imageaccent5" refType="h" fact="0.031"/>
          <dgm:constr type="l" for="ch" forName="image6" refType="w" fact="0.5585"/>
          <dgm:constr type="t" for="ch" forName="image6" refType="h" fact="0.5872"/>
          <dgm:constr type="w" for="ch" forName="image6" refType="w" fact="0.1623"/>
          <dgm:constr type="h" for="ch" forName="image6" refType="h" fact="0.2645"/>
          <dgm:constr type="l" for="ch" forName="text6" refType="w" fact="0.6982"/>
          <dgm:constr type="t" for="ch" forName="text6" refType="h" fact="0.4424"/>
          <dgm:constr type="w" for="ch" forName="text6" refType="w" fact="0.1623"/>
          <dgm:constr type="h" for="ch" forName="text6" refType="h" fact="0.2645"/>
          <dgm:constr type="l" for="ch" forName="imageaccent6" refType="w" fact="0.7002"/>
          <dgm:constr type="t" for="ch" forName="imageaccent6" refType="h" fact="0.7033"/>
          <dgm:constr type="w" for="ch" forName="imageaccent6" refType="w" fact="0.0189"/>
          <dgm:constr type="h" for="ch" forName="imageaccent6" refType="h" fact="0.031"/>
          <dgm:constr type="l" for="ch" forName="textaccent6" refType="w" fact="0.7303"/>
          <dgm:constr type="t" for="ch" forName="textaccent6" refType="h" fact="0.6741"/>
          <dgm:constr type="w" for="ch" forName="textaccent6" refType="w" fact="0.0189"/>
          <dgm:constr type="h" for="ch" forName="textaccent6" refType="h" fact="0.031"/>
          <dgm:constr type="l" for="ch" forName="text7" refType="w" fact="0.2792"/>
          <dgm:constr type="t" for="ch" forName="text7" refType="h" fact="0.5856"/>
          <dgm:constr type="w" for="ch" forName="text7" refType="w" fact="0.1623"/>
          <dgm:constr type="h" for="ch" forName="text7" refType="h" fact="0.2645"/>
          <dgm:constr type="l" for="ch" forName="image7" refType="w" fact="0.1395"/>
          <dgm:constr type="t" for="ch" forName="image7" refType="h" fact="0.7326"/>
          <dgm:constr type="w" for="ch" forName="image7" refType="w" fact="0.1623"/>
          <dgm:constr type="h" for="ch" forName="image7" refType="h" fact="0.2645"/>
          <dgm:constr type="l" for="ch" forName="imageaccent7" refType="w" fact="0.25"/>
          <dgm:constr type="t" for="ch" forName="imageaccent7" refType="h" fact="0.7363"/>
          <dgm:constr type="w" for="ch" forName="imageaccent7" refType="w" fact="0.0189"/>
          <dgm:constr type="h" for="ch" forName="imageaccent7" refType="h" fact="0.031"/>
          <dgm:constr type="l" for="ch" forName="textaccent7" refType="w" fact="0.2838"/>
          <dgm:constr type="t" for="ch" forName="textaccent7" refType="h" fact="0.7028"/>
          <dgm:constr type="w" for="ch" forName="textaccent7" refType="w" fact="0.0189"/>
          <dgm:constr type="h" for="ch" forName="textaccent7" refType="h" fact="0.031"/>
          <dgm:constr type="l" for="ch" forName="image8" refType="w" fact="0.6975"/>
          <dgm:constr type="t" for="ch" forName="image8" refType="h" fact="0.7355"/>
          <dgm:constr type="w" for="ch" forName="image8" refType="w" fact="0.1623"/>
          <dgm:constr type="h" for="ch" forName="image8" refType="h" fact="0.2645"/>
          <dgm:constr type="l" for="ch" forName="text8" refType="w" fact="0.8371"/>
          <dgm:constr type="t" for="ch" forName="text8" refType="h" fact="0.5906"/>
          <dgm:constr type="w" for="ch" forName="text8" refType="w" fact="0.1623"/>
          <dgm:constr type="h" for="ch" forName="text8" refType="h" fact="0.2645"/>
          <dgm:constr type="l" for="ch" forName="imageaccent8" refType="w" fact="0.8392"/>
          <dgm:constr type="t" for="ch" forName="imageaccent8" refType="h" fact="0.8516"/>
          <dgm:constr type="w" for="ch" forName="imageaccent8" refType="w" fact="0.0189"/>
          <dgm:constr type="h" for="ch" forName="imageaccent8" refType="h" fact="0.031"/>
          <dgm:constr type="l" for="ch" forName="textaccent8" refType="w" fact="0.8693"/>
          <dgm:constr type="t" for="ch" forName="textaccent8" refType="h" fact="0.8223"/>
          <dgm:constr type="w" for="ch" forName="textaccent8" refType="w" fact="0.0189"/>
          <dgm:constr type="h" for="ch" forName="textaccent8" refType="h" fact="0.031"/>
          <dgm:constr type="l" for="ch" forName="text9" refType="w" fact="0.8377"/>
          <dgm:constr type="t" for="ch" forName="text9" refType="h" fact="0.0057"/>
          <dgm:constr type="w" for="ch" forName="text9" refType="w" fact="0.1623"/>
          <dgm:constr type="h" for="ch" forName="text9" refType="h" fact="0.2645"/>
          <dgm:constr type="l" for="ch" forName="textaccent9" refType="w" fact="0.95"/>
          <dgm:constr type="t" for="ch" forName="textaccent9" refType="h" fact="0.2383"/>
          <dgm:constr type="w" for="ch" forName="textaccent9" refType="w" fact="0.0189"/>
          <dgm:constr type="h" for="ch" forName="textaccent9" refType="h" fact="0.031"/>
          <dgm:constr type="l" for="ch" forName="image9" refType="w" fact="0.8377"/>
          <dgm:constr type="t" for="ch" forName="image9" refType="h" fact="0.2977"/>
          <dgm:constr type="w" for="ch" forName="image9" refType="w" fact="0.1623"/>
          <dgm:constr type="h" for="ch" forName="image9" refType="h" fact="0.2645"/>
          <dgm:constr type="l" for="ch" forName="imageaccent9" refType="w" fact="0.95"/>
          <dgm:constr type="t" for="ch" forName="imageaccent9" refType="h" fact="0.2993"/>
          <dgm:constr type="w" for="ch" forName="imageaccent9" refType="w" fact="0.0189"/>
          <dgm:constr type="h" for="ch" forName="imageaccent9" refType="h" fact="0.031"/>
        </dgm:constrLst>
      </dgm:if>
      <dgm:if name="Name11" axis="ch" ptType="node" func="cnt" op="equ" val="10">
        <dgm:alg type="composite">
          <dgm:param type="ar" val="1.6608"/>
        </dgm:alg>
        <dgm:constrLst>
          <dgm:constr type="primFontSz" for="des" ptType="node" op="equ" val="65"/>
          <dgm:constr type="l" for="ch" forName="image4" refType="w" fact="0.5585"/>
          <dgm:constr type="t" for="ch" forName="image4" refType="h" fact="0.2583"/>
          <dgm:constr type="w" for="ch" forName="image4" refType="w" fact="0.1623"/>
          <dgm:constr type="h" for="ch" forName="image4" refType="h" fact="0.2314"/>
          <dgm:constr type="l" for="ch" forName="text5" refType="w" fact="0.5585"/>
          <dgm:constr type="t" for="ch" forName="text5" refType="h" fact="0.0024"/>
          <dgm:constr type="w" for="ch" forName="text5" refType="w" fact="0.1623"/>
          <dgm:constr type="h" for="ch" forName="text5" refType="h" fact="0.2314"/>
          <dgm:constr type="l" for="ch" forName="image5" refType="w" fact="0.6982"/>
          <dgm:constr type="t" for="ch" forName="image5" refType="h" fact="0.1316"/>
          <dgm:constr type="w" for="ch" forName="image5" refType="w" fact="0.1623"/>
          <dgm:constr type="h" for="ch" forName="image5" refType="h" fact="0.2314"/>
          <dgm:constr type="l" for="ch" forName="image2" refType="w" fact="0.4189"/>
          <dgm:constr type="t" for="ch" forName="image2" refType="h" fact="0.384"/>
          <dgm:constr type="w" for="ch" forName="image2" refType="w" fact="0.1623"/>
          <dgm:constr type="h" for="ch" forName="image2" refType="h" fact="0.2314"/>
          <dgm:constr type="l" for="ch" forName="text4" refType="w" fact="0.4189"/>
          <dgm:constr type="t" for="ch" forName="text4" refType="h" fact="0.1282"/>
          <dgm:constr type="w" for="ch" forName="text4" refType="w" fact="0.1623"/>
          <dgm:constr type="h" for="ch" forName="text4" refType="h" fact="0.2314"/>
          <dgm:constr type="l" for="ch" forName="text2" refType="w" fact="0.2793"/>
          <dgm:constr type="t" for="ch" forName="text2" refType="h" fact="0.2558"/>
          <dgm:constr type="w" for="ch" forName="text2" refType="w" fact="0.1623"/>
          <dgm:constr type="h" for="ch" forName="text2" refType="h" fact="0.2314"/>
          <dgm:constr type="l" for="ch" forName="image3" refType="w" fact="0.2793"/>
          <dgm:constr type="t" for="ch" forName="image3" refType="h" fact="0"/>
          <dgm:constr type="w" for="ch" forName="image3" refType="w" fact="0.1623"/>
          <dgm:constr type="h" for="ch" forName="image3" refType="h" fact="0.2314"/>
          <dgm:constr type="l" for="ch" forName="text1" refType="w" fact="0.1396"/>
          <dgm:constr type="t" for="ch" forName="text1" refType="h" fact="0.3845"/>
          <dgm:constr type="w" for="ch" forName="text1" refType="w" fact="0.1623"/>
          <dgm:constr type="h" for="ch" forName="text1" refType="h" fact="0.2314"/>
          <dgm:constr type="l" for="ch" forName="text3" refType="w" fact="0.1396"/>
          <dgm:constr type="t" for="ch" forName="text3" refType="h" fact="0.1286"/>
          <dgm:constr type="w" for="ch" forName="text3" refType="w" fact="0.1623"/>
          <dgm:constr type="h" for="ch" forName="text3" refType="h" fact="0.2314"/>
          <dgm:constr type="l" for="ch" forName="textaccent1" refType="w" fact="0.1435"/>
          <dgm:constr type="t" for="ch" forName="textaccent1" refType="h" fact="0.488"/>
          <dgm:constr type="w" for="ch" forName="textaccent1" refType="w" fact="0.0189"/>
          <dgm:constr type="h" for="ch" forName="textaccent1" refType="h" fact="0.0271"/>
          <dgm:constr type="l" for="ch" forName="image1" refType="w" fact="0"/>
          <dgm:constr type="t" for="ch" forName="image1" refType="h" fact="0.2566"/>
          <dgm:constr type="w" for="ch" forName="image1" refType="w" fact="0.1623"/>
          <dgm:constr type="h" for="ch" forName="image1" refType="h" fact="0.2314"/>
          <dgm:constr type="l" for="ch" forName="imageaccent1" refType="w" fact="0.1111"/>
          <dgm:constr type="t" for="ch" forName="imageaccent1" refType="h" fact="0.4572"/>
          <dgm:constr type="w" for="ch" forName="imageaccent1" refType="w" fact="0.0189"/>
          <dgm:constr type="h" for="ch" forName="imageaccent1" refType="h" fact="0.0271"/>
          <dgm:constr type="l" for="ch" forName="textaccent2" refType="w" fact="0.391"/>
          <dgm:constr type="t" for="ch" forName="textaccent2" refType="h" fact="0.456"/>
          <dgm:constr type="w" for="ch" forName="textaccent2" refType="w" fact="0.0189"/>
          <dgm:constr type="h" for="ch" forName="textaccent2" refType="h" fact="0.0271"/>
          <dgm:constr type="l" for="ch" forName="imageaccent2" refType="w" fact="0.4228"/>
          <dgm:constr type="t" for="ch" forName="imageaccent2" refType="h" fact="0.487"/>
          <dgm:constr type="w" for="ch" forName="imageaccent2" refType="w" fact="0.0189"/>
          <dgm:constr type="h" for="ch" forName="imageaccent2" refType="h" fact="0.0271"/>
          <dgm:constr type="l" for="ch" forName="textaccent3" refType="w" fact="0.2501"/>
          <dgm:constr type="t" for="ch" forName="textaccent3" refType="h" fact="0.1318"/>
          <dgm:constr type="w" for="ch" forName="textaccent3" refType="w" fact="0.0189"/>
          <dgm:constr type="h" for="ch" forName="textaccent3" refType="h" fact="0.0271"/>
          <dgm:constr type="l" for="ch" forName="imageaccent3" refType="w" fact="0.2839"/>
          <dgm:constr type="t" for="ch" forName="imageaccent3" refType="h" fact="0.1025"/>
          <dgm:constr type="w" for="ch" forName="imageaccent3" refType="w" fact="0.0189"/>
          <dgm:constr type="h" for="ch" forName="imageaccent3" refType="h" fact="0.0271"/>
          <dgm:constr type="l" for="ch" forName="textaccent4" refType="w" fact="0.5593"/>
          <dgm:constr type="t" for="ch" forName="textaccent4" refType="h" fact="0.2307"/>
          <dgm:constr type="w" for="ch" forName="textaccent4" refType="w" fact="0.0189"/>
          <dgm:constr type="h" for="ch" forName="textaccent4" refType="h" fact="0.0271"/>
          <dgm:constr type="l" for="ch" forName="imageaccent4" refType="w" fact="0.5901"/>
          <dgm:constr type="t" for="ch" forName="imageaccent4" refType="h" fact="0.2624"/>
          <dgm:constr type="w" for="ch" forName="imageaccent4" refType="w" fact="0.0189"/>
          <dgm:constr type="h" for="ch" forName="imageaccent4" refType="h" fact="0.0271"/>
          <dgm:constr type="l" for="ch" forName="textaccent5" refType="w" fact="0.6989"/>
          <dgm:constr type="t" for="ch" forName="textaccent5" refType="h" fact="0.1062"/>
          <dgm:constr type="w" for="ch" forName="textaccent5" refType="w" fact="0.0189"/>
          <dgm:constr type="h" for="ch" forName="textaccent5" refType="h" fact="0.0271"/>
          <dgm:constr type="l" for="ch" forName="imageaccent5" refType="w" fact="0.7305"/>
          <dgm:constr type="t" for="ch" forName="imageaccent5" refType="h" fact="0.1367"/>
          <dgm:constr type="w" for="ch" forName="imageaccent5" refType="w" fact="0.0189"/>
          <dgm:constr type="h" for="ch" forName="imageaccent5" refType="h" fact="0.0271"/>
          <dgm:constr type="l" for="ch" forName="image6" refType="w" fact="0.5585"/>
          <dgm:constr type="t" for="ch" forName="image6" refType="h" fact="0.5137"/>
          <dgm:constr type="w" for="ch" forName="image6" refType="w" fact="0.1623"/>
          <dgm:constr type="h" for="ch" forName="image6" refType="h" fact="0.2314"/>
          <dgm:constr type="l" for="ch" forName="text6" refType="w" fact="0.6982"/>
          <dgm:constr type="t" for="ch" forName="text6" refType="h" fact="0.387"/>
          <dgm:constr type="w" for="ch" forName="text6" refType="w" fact="0.1623"/>
          <dgm:constr type="h" for="ch" forName="text6" refType="h" fact="0.2314"/>
          <dgm:constr type="l" for="ch" forName="imageaccent6" refType="w" fact="0.7002"/>
          <dgm:constr type="t" for="ch" forName="imageaccent6" refType="h" fact="0.6152"/>
          <dgm:constr type="w" for="ch" forName="imageaccent6" refType="w" fact="0.0189"/>
          <dgm:constr type="h" for="ch" forName="imageaccent6" refType="h" fact="0.0271"/>
          <dgm:constr type="l" for="ch" forName="textaccent6" refType="w" fact="0.7303"/>
          <dgm:constr type="t" for="ch" forName="textaccent6" refType="h" fact="0.5897"/>
          <dgm:constr type="w" for="ch" forName="textaccent6" refType="w" fact="0.0189"/>
          <dgm:constr type="h" for="ch" forName="textaccent6" refType="h" fact="0.0271"/>
          <dgm:constr type="l" for="ch" forName="text7" refType="w" fact="0.2792"/>
          <dgm:constr type="t" for="ch" forName="text7" refType="h" fact="0.5122"/>
          <dgm:constr type="w" for="ch" forName="text7" refType="w" fact="0.1623"/>
          <dgm:constr type="h" for="ch" forName="text7" refType="h" fact="0.2314"/>
          <dgm:constr type="l" for="ch" forName="image7" refType="w" fact="0.1395"/>
          <dgm:constr type="t" for="ch" forName="image7" refType="h" fact="0.6409"/>
          <dgm:constr type="w" for="ch" forName="image7" refType="w" fact="0.1623"/>
          <dgm:constr type="h" for="ch" forName="image7" refType="h" fact="0.2314"/>
          <dgm:constr type="l" for="ch" forName="imageaccent7" refType="w" fact="0.25"/>
          <dgm:constr type="t" for="ch" forName="imageaccent7" refType="h" fact="0.6441"/>
          <dgm:constr type="w" for="ch" forName="imageaccent7" refType="w" fact="0.0189"/>
          <dgm:constr type="h" for="ch" forName="imageaccent7" refType="h" fact="0.0271"/>
          <dgm:constr type="l" for="ch" forName="textaccent7" refType="w" fact="0.2838"/>
          <dgm:constr type="t" for="ch" forName="textaccent7" refType="h" fact="0.6148"/>
          <dgm:constr type="w" for="ch" forName="textaccent7" refType="w" fact="0.0189"/>
          <dgm:constr type="h" for="ch" forName="textaccent7" refType="h" fact="0.0271"/>
          <dgm:constr type="l" for="ch" forName="image8" refType="w" fact="0.6975"/>
          <dgm:constr type="t" for="ch" forName="image8" refType="h" fact="0.6433"/>
          <dgm:constr type="w" for="ch" forName="image8" refType="w" fact="0.1623"/>
          <dgm:constr type="h" for="ch" forName="image8" refType="h" fact="0.2314"/>
          <dgm:constr type="l" for="ch" forName="text8" refType="w" fact="0.8371"/>
          <dgm:constr type="t" for="ch" forName="text8" refType="h" fact="0.5167"/>
          <dgm:constr type="w" for="ch" forName="text8" refType="w" fact="0.1623"/>
          <dgm:constr type="h" for="ch" forName="text8" refType="h" fact="0.2314"/>
          <dgm:constr type="l" for="ch" forName="imageaccent8" refType="w" fact="0.8392"/>
          <dgm:constr type="t" for="ch" forName="imageaccent8" refType="h" fact="0.7449"/>
          <dgm:constr type="w" for="ch" forName="imageaccent8" refType="w" fact="0.0189"/>
          <dgm:constr type="h" for="ch" forName="imageaccent8" refType="h" fact="0.0271"/>
          <dgm:constr type="l" for="ch" forName="textaccent8" refType="w" fact="0.8693"/>
          <dgm:constr type="t" for="ch" forName="textaccent8" refType="h" fact="0.7194"/>
          <dgm:constr type="w" for="ch" forName="textaccent8" refType="w" fact="0.0189"/>
          <dgm:constr type="h" for="ch" forName="textaccent8" refType="h" fact="0.0271"/>
          <dgm:constr type="l" for="ch" forName="text9" refType="w" fact="0.8377"/>
          <dgm:constr type="t" for="ch" forName="text9" refType="h" fact="0.005"/>
          <dgm:constr type="w" for="ch" forName="text9" refType="w" fact="0.1623"/>
          <dgm:constr type="h" for="ch" forName="text9" refType="h" fact="0.2314"/>
          <dgm:constr type="l" for="ch" forName="textaccent9" refType="w" fact="0.95"/>
          <dgm:constr type="t" for="ch" forName="textaccent9" refType="h" fact="0.2084"/>
          <dgm:constr type="w" for="ch" forName="textaccent9" refType="w" fact="0.0189"/>
          <dgm:constr type="h" for="ch" forName="textaccent9" refType="h" fact="0.0271"/>
          <dgm:constr type="l" for="ch" forName="image9" refType="w" fact="0.8377"/>
          <dgm:constr type="t" for="ch" forName="image9" refType="h" fact="0.2604"/>
          <dgm:constr type="w" for="ch" forName="image9" refType="w" fact="0.1623"/>
          <dgm:constr type="h" for="ch" forName="image9" refType="h" fact="0.2314"/>
          <dgm:constr type="l" for="ch" forName="imageaccent9" refType="w" fact="0.95"/>
          <dgm:constr type="t" for="ch" forName="imageaccent9" refType="h" fact="0.2618"/>
          <dgm:constr type="w" for="ch" forName="imageaccent9" refType="w" fact="0.0189"/>
          <dgm:constr type="h" for="ch" forName="imageaccent9" refType="h" fact="0.0271"/>
          <dgm:constr type="l" for="ch" forName="image10" refType="w" fact="0.2786"/>
          <dgm:constr type="t" for="ch" forName="image10" refType="h" fact="0.7686"/>
          <dgm:constr type="w" for="ch" forName="image10" refType="w" fact="0.1623"/>
          <dgm:constr type="h" for="ch" forName="image10" refType="h" fact="0.2314"/>
          <dgm:constr type="l" for="ch" forName="text10" refType="w" fact="0.4183"/>
          <dgm:constr type="t" for="ch" forName="text10" refType="h" fact="0.6419"/>
          <dgm:constr type="w" for="ch" forName="text10" refType="w" fact="0.1623"/>
          <dgm:constr type="h" for="ch" forName="text10" refType="h" fact="0.2314"/>
          <dgm:constr type="l" for="ch" forName="imageaccent10" refType="w" fact="0.4203"/>
          <dgm:constr type="t" for="ch" forName="imageaccent10" refType="h" fact="0.8701"/>
          <dgm:constr type="w" for="ch" forName="imageaccent10" refType="w" fact="0.0189"/>
          <dgm:constr type="h" for="ch" forName="imageaccent10" refType="h" fact="0.0271"/>
          <dgm:constr type="l" for="ch" forName="textaccent10" refType="w" fact="0.4504"/>
          <dgm:constr type="t" for="ch" forName="textaccent10" refType="h" fact="0.8446"/>
          <dgm:constr type="w" for="ch" forName="textaccent10" refType="w" fact="0.0189"/>
          <dgm:constr type="h" for="ch" forName="textaccent10" refType="h" fact="0.0271"/>
        </dgm:constrLst>
      </dgm:if>
      <dgm:if name="Name12" axis="ch" ptType="node" func="cnt" op="equ" val="11">
        <dgm:alg type="composite">
          <dgm:param type="ar" val="1.4704"/>
        </dgm:alg>
        <dgm:constrLst>
          <dgm:constr type="primFontSz" for="des" ptType="node" op="equ" val="65"/>
          <dgm:constr type="l" for="ch" forName="image4" refType="w" fact="0.5585"/>
          <dgm:constr type="t" for="ch" forName="image4" refType="h" fact="0.2287"/>
          <dgm:constr type="w" for="ch" forName="image4" refType="w" fact="0.1623"/>
          <dgm:constr type="h" for="ch" forName="image4" refType="h" fact="0.2049"/>
          <dgm:constr type="l" for="ch" forName="text5" refType="w" fact="0.5585"/>
          <dgm:constr type="t" for="ch" forName="text5" refType="h" fact="0.0022"/>
          <dgm:constr type="w" for="ch" forName="text5" refType="w" fact="0.1623"/>
          <dgm:constr type="h" for="ch" forName="text5" refType="h" fact="0.2049"/>
          <dgm:constr type="l" for="ch" forName="image5" refType="w" fact="0.6982"/>
          <dgm:constr type="t" for="ch" forName="image5" refType="h" fact="0.1165"/>
          <dgm:constr type="w" for="ch" forName="image5" refType="w" fact="0.1623"/>
          <dgm:constr type="h" for="ch" forName="image5" refType="h" fact="0.2049"/>
          <dgm:constr type="l" for="ch" forName="image2" refType="w" fact="0.4189"/>
          <dgm:constr type="t" for="ch" forName="image2" refType="h" fact="0.34"/>
          <dgm:constr type="w" for="ch" forName="image2" refType="w" fact="0.1623"/>
          <dgm:constr type="h" for="ch" forName="image2" refType="h" fact="0.2049"/>
          <dgm:constr type="l" for="ch" forName="text4" refType="w" fact="0.4189"/>
          <dgm:constr type="t" for="ch" forName="text4" refType="h" fact="0.1135"/>
          <dgm:constr type="w" for="ch" forName="text4" refType="w" fact="0.1623"/>
          <dgm:constr type="h" for="ch" forName="text4" refType="h" fact="0.2049"/>
          <dgm:constr type="l" for="ch" forName="text2" refType="w" fact="0.2793"/>
          <dgm:constr type="t" for="ch" forName="text2" refType="h" fact="0.2265"/>
          <dgm:constr type="w" for="ch" forName="text2" refType="w" fact="0.1623"/>
          <dgm:constr type="h" for="ch" forName="text2" refType="h" fact="0.2049"/>
          <dgm:constr type="l" for="ch" forName="image3" refType="w" fact="0.2793"/>
          <dgm:constr type="t" for="ch" forName="image3" refType="h" fact="0"/>
          <dgm:constr type="w" for="ch" forName="image3" refType="w" fact="0.1623"/>
          <dgm:constr type="h" for="ch" forName="image3" refType="h" fact="0.2049"/>
          <dgm:constr type="l" for="ch" forName="text1" refType="w" fact="0.1396"/>
          <dgm:constr type="t" for="ch" forName="text1" refType="h" fact="0.3404"/>
          <dgm:constr type="w" for="ch" forName="text1" refType="w" fact="0.1623"/>
          <dgm:constr type="h" for="ch" forName="text1" refType="h" fact="0.2049"/>
          <dgm:constr type="l" for="ch" forName="text3" refType="w" fact="0.1396"/>
          <dgm:constr type="t" for="ch" forName="text3" refType="h" fact="0.1139"/>
          <dgm:constr type="w" for="ch" forName="text3" refType="w" fact="0.1623"/>
          <dgm:constr type="h" for="ch" forName="text3" refType="h" fact="0.2049"/>
          <dgm:constr type="l" for="ch" forName="textaccent1" refType="w" fact="0.1435"/>
          <dgm:constr type="t" for="ch" forName="textaccent1" refType="h" fact="0.432"/>
          <dgm:constr type="w" for="ch" forName="textaccent1" refType="w" fact="0.0189"/>
          <dgm:constr type="h" for="ch" forName="textaccent1" refType="h" fact="0.024"/>
          <dgm:constr type="l" for="ch" forName="image1" refType="w" fact="0"/>
          <dgm:constr type="t" for="ch" forName="image1" refType="h" fact="0.2272"/>
          <dgm:constr type="w" for="ch" forName="image1" refType="w" fact="0.1623"/>
          <dgm:constr type="h" for="ch" forName="image1" refType="h" fact="0.2049"/>
          <dgm:constr type="l" for="ch" forName="imageaccent1" refType="w" fact="0.1111"/>
          <dgm:constr type="t" for="ch" forName="imageaccent1" refType="h" fact="0.4048"/>
          <dgm:constr type="w" for="ch" forName="imageaccent1" refType="w" fact="0.0189"/>
          <dgm:constr type="h" for="ch" forName="imageaccent1" refType="h" fact="0.024"/>
          <dgm:constr type="l" for="ch" forName="textaccent2" refType="w" fact="0.391"/>
          <dgm:constr type="t" for="ch" forName="textaccent2" refType="h" fact="0.4038"/>
          <dgm:constr type="w" for="ch" forName="textaccent2" refType="w" fact="0.0189"/>
          <dgm:constr type="h" for="ch" forName="textaccent2" refType="h" fact="0.024"/>
          <dgm:constr type="l" for="ch" forName="imageaccent2" refType="w" fact="0.4228"/>
          <dgm:constr type="t" for="ch" forName="imageaccent2" refType="h" fact="0.4312"/>
          <dgm:constr type="w" for="ch" forName="imageaccent2" refType="w" fact="0.0189"/>
          <dgm:constr type="h" for="ch" forName="imageaccent2" refType="h" fact="0.024"/>
          <dgm:constr type="l" for="ch" forName="textaccent3" refType="w" fact="0.2501"/>
          <dgm:constr type="t" for="ch" forName="textaccent3" refType="h" fact="0.1167"/>
          <dgm:constr type="w" for="ch" forName="textaccent3" refType="w" fact="0.0189"/>
          <dgm:constr type="h" for="ch" forName="textaccent3" refType="h" fact="0.024"/>
          <dgm:constr type="l" for="ch" forName="imageaccent3" refType="w" fact="0.2839"/>
          <dgm:constr type="t" for="ch" forName="imageaccent3" refType="h" fact="0.0908"/>
          <dgm:constr type="w" for="ch" forName="imageaccent3" refType="w" fact="0.0189"/>
          <dgm:constr type="h" for="ch" forName="imageaccent3" refType="h" fact="0.024"/>
          <dgm:constr type="l" for="ch" forName="textaccent4" refType="w" fact="0.5593"/>
          <dgm:constr type="t" for="ch" forName="textaccent4" refType="h" fact="0.2042"/>
          <dgm:constr type="w" for="ch" forName="textaccent4" refType="w" fact="0.0189"/>
          <dgm:constr type="h" for="ch" forName="textaccent4" refType="h" fact="0.024"/>
          <dgm:constr type="l" for="ch" forName="imageaccent4" refType="w" fact="0.5901"/>
          <dgm:constr type="t" for="ch" forName="imageaccent4" refType="h" fact="0.2323"/>
          <dgm:constr type="w" for="ch" forName="imageaccent4" refType="w" fact="0.0189"/>
          <dgm:constr type="h" for="ch" forName="imageaccent4" refType="h" fact="0.024"/>
          <dgm:constr type="l" for="ch" forName="textaccent5" refType="w" fact="0.6989"/>
          <dgm:constr type="t" for="ch" forName="textaccent5" refType="h" fact="0.094"/>
          <dgm:constr type="w" for="ch" forName="textaccent5" refType="w" fact="0.0189"/>
          <dgm:constr type="h" for="ch" forName="textaccent5" refType="h" fact="0.024"/>
          <dgm:constr type="l" for="ch" forName="imageaccent5" refType="w" fact="0.7305"/>
          <dgm:constr type="t" for="ch" forName="imageaccent5" refType="h" fact="0.121"/>
          <dgm:constr type="w" for="ch" forName="imageaccent5" refType="w" fact="0.0189"/>
          <dgm:constr type="h" for="ch" forName="imageaccent5" refType="h" fact="0.024"/>
          <dgm:constr type="l" for="ch" forName="image6" refType="w" fact="0.5585"/>
          <dgm:constr type="t" for="ch" forName="image6" refType="h" fact="0.4548"/>
          <dgm:constr type="w" for="ch" forName="image6" refType="w" fact="0.1623"/>
          <dgm:constr type="h" for="ch" forName="image6" refType="h" fact="0.2049"/>
          <dgm:constr type="l" for="ch" forName="text6" refType="w" fact="0.6982"/>
          <dgm:constr type="t" for="ch" forName="text6" refType="h" fact="0.3426"/>
          <dgm:constr type="w" for="ch" forName="text6" refType="w" fact="0.1623"/>
          <dgm:constr type="h" for="ch" forName="text6" refType="h" fact="0.2049"/>
          <dgm:constr type="l" for="ch" forName="imageaccent6" refType="w" fact="0.7002"/>
          <dgm:constr type="t" for="ch" forName="imageaccent6" refType="h" fact="0.5447"/>
          <dgm:constr type="w" for="ch" forName="imageaccent6" refType="w" fact="0.0189"/>
          <dgm:constr type="h" for="ch" forName="imageaccent6" refType="h" fact="0.024"/>
          <dgm:constr type="l" for="ch" forName="textaccent6" refType="w" fact="0.7303"/>
          <dgm:constr type="t" for="ch" forName="textaccent6" refType="h" fact="0.5221"/>
          <dgm:constr type="w" for="ch" forName="textaccent6" refType="w" fact="0.0189"/>
          <dgm:constr type="h" for="ch" forName="textaccent6" refType="h" fact="0.024"/>
          <dgm:constr type="l" for="ch" forName="text7" refType="w" fact="0.2792"/>
          <dgm:constr type="t" for="ch" forName="text7" refType="h" fact="0.4535"/>
          <dgm:constr type="w" for="ch" forName="text7" refType="w" fact="0.1623"/>
          <dgm:constr type="h" for="ch" forName="text7" refType="h" fact="0.2049"/>
          <dgm:constr type="l" for="ch" forName="image7" refType="w" fact="0.1395"/>
          <dgm:constr type="t" for="ch" forName="image7" refType="h" fact="0.5674"/>
          <dgm:constr type="w" for="ch" forName="image7" refType="w" fact="0.1623"/>
          <dgm:constr type="h" for="ch" forName="image7" refType="h" fact="0.2049"/>
          <dgm:constr type="l" for="ch" forName="imageaccent7" refType="w" fact="0.25"/>
          <dgm:constr type="t" for="ch" forName="imageaccent7" refType="h" fact="0.5703"/>
          <dgm:constr type="w" for="ch" forName="imageaccent7" refType="w" fact="0.0189"/>
          <dgm:constr type="h" for="ch" forName="imageaccent7" refType="h" fact="0.024"/>
          <dgm:constr type="l" for="ch" forName="textaccent7" refType="w" fact="0.2838"/>
          <dgm:constr type="t" for="ch" forName="textaccent7" refType="h" fact="0.5443"/>
          <dgm:constr type="w" for="ch" forName="textaccent7" refType="w" fact="0.0189"/>
          <dgm:constr type="h" for="ch" forName="textaccent7" refType="h" fact="0.024"/>
          <dgm:constr type="l" for="ch" forName="image8" refType="w" fact="0.6975"/>
          <dgm:constr type="t" for="ch" forName="image8" refType="h" fact="0.5696"/>
          <dgm:constr type="w" for="ch" forName="image8" refType="w" fact="0.1623"/>
          <dgm:constr type="h" for="ch" forName="image8" refType="h" fact="0.2049"/>
          <dgm:constr type="l" for="ch" forName="text8" refType="w" fact="0.8371"/>
          <dgm:constr type="t" for="ch" forName="text8" refType="h" fact="0.4574"/>
          <dgm:constr type="w" for="ch" forName="text8" refType="w" fact="0.1623"/>
          <dgm:constr type="h" for="ch" forName="text8" refType="h" fact="0.2049"/>
          <dgm:constr type="l" for="ch" forName="imageaccent8" refType="w" fact="0.8392"/>
          <dgm:constr type="t" for="ch" forName="imageaccent8" refType="h" fact="0.6595"/>
          <dgm:constr type="w" for="ch" forName="imageaccent8" refType="w" fact="0.0189"/>
          <dgm:constr type="h" for="ch" forName="imageaccent8" refType="h" fact="0.024"/>
          <dgm:constr type="l" for="ch" forName="textaccent8" refType="w" fact="0.8693"/>
          <dgm:constr type="t" for="ch" forName="textaccent8" refType="h" fact="0.6369"/>
          <dgm:constr type="w" for="ch" forName="textaccent8" refType="w" fact="0.0189"/>
          <dgm:constr type="h" for="ch" forName="textaccent8" refType="h" fact="0.024"/>
          <dgm:constr type="l" for="ch" forName="text9" refType="w" fact="0.8377"/>
          <dgm:constr type="t" for="ch" forName="text9" refType="h" fact="0.0044"/>
          <dgm:constr type="w" for="ch" forName="text9" refType="w" fact="0.1623"/>
          <dgm:constr type="h" for="ch" forName="text9" refType="h" fact="0.2049"/>
          <dgm:constr type="l" for="ch" forName="textaccent9" refType="w" fact="0.95"/>
          <dgm:constr type="t" for="ch" forName="textaccent9" refType="h" fact="0.1846"/>
          <dgm:constr type="w" for="ch" forName="textaccent9" refType="w" fact="0.0189"/>
          <dgm:constr type="h" for="ch" forName="textaccent9" refType="h" fact="0.024"/>
          <dgm:constr type="l" for="ch" forName="image9" refType="w" fact="0.8377"/>
          <dgm:constr type="t" for="ch" forName="image9" refType="h" fact="0.2306"/>
          <dgm:constr type="w" for="ch" forName="image9" refType="w" fact="0.1623"/>
          <dgm:constr type="h" for="ch" forName="image9" refType="h" fact="0.2049"/>
          <dgm:constr type="l" for="ch" forName="imageaccent9" refType="w" fact="0.95"/>
          <dgm:constr type="t" for="ch" forName="imageaccent9" refType="h" fact="0.2318"/>
          <dgm:constr type="w" for="ch" forName="imageaccent9" refType="w" fact="0.0189"/>
          <dgm:constr type="h" for="ch" forName="imageaccent9" refType="h" fact="0.024"/>
          <dgm:constr type="l" for="ch" forName="image10" refType="w" fact="0.2786"/>
          <dgm:constr type="t" for="ch" forName="image10" refType="h" fact="0.6805"/>
          <dgm:constr type="w" for="ch" forName="image10" refType="w" fact="0.1623"/>
          <dgm:constr type="h" for="ch" forName="image10" refType="h" fact="0.2049"/>
          <dgm:constr type="l" for="ch" forName="text10" refType="w" fact="0.4183"/>
          <dgm:constr type="t" for="ch" forName="text10" refType="h" fact="0.5683"/>
          <dgm:constr type="w" for="ch" forName="text10" refType="w" fact="0.1623"/>
          <dgm:constr type="h" for="ch" forName="text10" refType="h" fact="0.2049"/>
          <dgm:constr type="l" for="ch" forName="imageaccent10" refType="w" fact="0.4203"/>
          <dgm:constr type="t" for="ch" forName="imageaccent10" refType="h" fact="0.7704"/>
          <dgm:constr type="w" for="ch" forName="imageaccent10" refType="w" fact="0.0189"/>
          <dgm:constr type="h" for="ch" forName="imageaccent10" refType="h" fact="0.024"/>
          <dgm:constr type="l" for="ch" forName="textaccent10" refType="w" fact="0.4504"/>
          <dgm:constr type="t" for="ch" forName="textaccent10" refType="h" fact="0.7478"/>
          <dgm:constr type="w" for="ch" forName="textaccent10" refType="w" fact="0.0189"/>
          <dgm:constr type="h" for="ch" forName="textaccent10" refType="h" fact="0.024"/>
          <dgm:constr type="l" for="ch" forName="text11" refType="w" fact="0.6971"/>
          <dgm:constr type="t" for="ch" forName="text11" refType="h" fact="0.7951"/>
          <dgm:constr type="w" for="ch" forName="text11" refType="w" fact="0.1623"/>
          <dgm:constr type="h" for="ch" forName="text11" refType="h" fact="0.2049"/>
          <dgm:constr type="l" for="ch" forName="image11" refType="w" fact="0.5575"/>
          <dgm:constr type="t" for="ch" forName="image11" refType="h" fact="0.6816"/>
          <dgm:constr type="w" for="ch" forName="image11" refType="w" fact="0.1623"/>
          <dgm:constr type="h" for="ch" forName="image11" refType="h" fact="0.2049"/>
          <dgm:constr type="l" for="ch" forName="imageaccent11" refType="w" fact="0.6692"/>
          <dgm:constr type="t" for="ch" forName="imageaccent11" refType="h" fact="0.8589"/>
          <dgm:constr type="w" for="ch" forName="imageaccent11" refType="w" fact="0.0189"/>
          <dgm:constr type="h" for="ch" forName="imageaccent11" refType="h" fact="0.024"/>
          <dgm:constr type="l" for="ch" forName="textaccent11" refType="w" fact="0.701"/>
          <dgm:constr type="t" for="ch" forName="textaccent11" refType="h" fact="0.8863"/>
          <dgm:constr type="w" for="ch" forName="textaccent11" refType="w" fact="0.0189"/>
          <dgm:constr type="h" for="ch" forName="textaccent11" refType="h" fact="0.024"/>
        </dgm:constrLst>
      </dgm:if>
      <dgm:else name="Name13">
        <dgm:alg type="composite">
          <dgm:param type="ar" val="1.675"/>
        </dgm:alg>
        <dgm:constrLst>
          <dgm:constr type="primFontSz" for="des" ptType="node" op="equ" val="65"/>
          <dgm:constr type="l" for="ch" forName="image4" refType="w" fact="0.4903"/>
          <dgm:constr type="t" for="ch" forName="image4" refType="h" fact="0.2287"/>
          <dgm:constr type="w" for="ch" forName="image4" refType="w" fact="0.1425"/>
          <dgm:constr type="h" for="ch" forName="image4" refType="h" fact="0.2049"/>
          <dgm:constr type="l" for="ch" forName="text5" refType="w" fact="0.4903"/>
          <dgm:constr type="t" for="ch" forName="text5" refType="h" fact="0.0022"/>
          <dgm:constr type="w" for="ch" forName="text5" refType="w" fact="0.1425"/>
          <dgm:constr type="h" for="ch" forName="text5" refType="h" fact="0.2049"/>
          <dgm:constr type="l" for="ch" forName="image5" refType="w" fact="0.6129"/>
          <dgm:constr type="t" for="ch" forName="image5" refType="h" fact="0.1165"/>
          <dgm:constr type="w" for="ch" forName="image5" refType="w" fact="0.1425"/>
          <dgm:constr type="h" for="ch" forName="image5" refType="h" fact="0.2049"/>
          <dgm:constr type="l" for="ch" forName="image2" refType="w" fact="0.3677"/>
          <dgm:constr type="t" for="ch" forName="image2" refType="h" fact="0.34"/>
          <dgm:constr type="w" for="ch" forName="image2" refType="w" fact="0.1425"/>
          <dgm:constr type="h" for="ch" forName="image2" refType="h" fact="0.2049"/>
          <dgm:constr type="l" for="ch" forName="text4" refType="w" fact="0.3677"/>
          <dgm:constr type="t" for="ch" forName="text4" refType="h" fact="0.1135"/>
          <dgm:constr type="w" for="ch" forName="text4" refType="w" fact="0.1425"/>
          <dgm:constr type="h" for="ch" forName="text4" refType="h" fact="0.2049"/>
          <dgm:constr type="l" for="ch" forName="text2" refType="w" fact="0.2452"/>
          <dgm:constr type="t" for="ch" forName="text2" refType="h" fact="0.2265"/>
          <dgm:constr type="w" for="ch" forName="text2" refType="w" fact="0.1425"/>
          <dgm:constr type="h" for="ch" forName="text2" refType="h" fact="0.2049"/>
          <dgm:constr type="l" for="ch" forName="image3" refType="w" fact="0.2452"/>
          <dgm:constr type="t" for="ch" forName="image3" refType="h" fact="0"/>
          <dgm:constr type="w" for="ch" forName="image3" refType="w" fact="0.1425"/>
          <dgm:constr type="h" for="ch" forName="image3" refType="h" fact="0.2049"/>
          <dgm:constr type="l" for="ch" forName="text1" refType="w" fact="0.1226"/>
          <dgm:constr type="t" for="ch" forName="text1" refType="h" fact="0.3404"/>
          <dgm:constr type="w" for="ch" forName="text1" refType="w" fact="0.1425"/>
          <dgm:constr type="h" for="ch" forName="text1" refType="h" fact="0.2049"/>
          <dgm:constr type="l" for="ch" forName="text3" refType="w" fact="0.1226"/>
          <dgm:constr type="t" for="ch" forName="text3" refType="h" fact="0.1139"/>
          <dgm:constr type="w" for="ch" forName="text3" refType="w" fact="0.1425"/>
          <dgm:constr type="h" for="ch" forName="text3" refType="h" fact="0.2049"/>
          <dgm:constr type="l" for="ch" forName="textaccent1" refType="w" fact="0.126"/>
          <dgm:constr type="t" for="ch" forName="textaccent1" refType="h" fact="0.432"/>
          <dgm:constr type="w" for="ch" forName="textaccent1" refType="w" fact="0.0166"/>
          <dgm:constr type="h" for="ch" forName="textaccent1" refType="h" fact="0.024"/>
          <dgm:constr type="l" for="ch" forName="image1" refType="w" fact="0"/>
          <dgm:constr type="t" for="ch" forName="image1" refType="h" fact="0.2272"/>
          <dgm:constr type="w" for="ch" forName="image1" refType="w" fact="0.1425"/>
          <dgm:constr type="h" for="ch" forName="image1" refType="h" fact="0.2049"/>
          <dgm:constr type="l" for="ch" forName="imageaccent1" refType="w" fact="0.0976"/>
          <dgm:constr type="t" for="ch" forName="imageaccent1" refType="h" fact="0.4048"/>
          <dgm:constr type="w" for="ch" forName="imageaccent1" refType="w" fact="0.0166"/>
          <dgm:constr type="h" for="ch" forName="imageaccent1" refType="h" fact="0.024"/>
          <dgm:constr type="l" for="ch" forName="textaccent2" refType="w" fact="0.3432"/>
          <dgm:constr type="t" for="ch" forName="textaccent2" refType="h" fact="0.4038"/>
          <dgm:constr type="w" for="ch" forName="textaccent2" refType="w" fact="0.0166"/>
          <dgm:constr type="h" for="ch" forName="textaccent2" refType="h" fact="0.024"/>
          <dgm:constr type="l" for="ch" forName="imageaccent2" refType="w" fact="0.3712"/>
          <dgm:constr type="t" for="ch" forName="imageaccent2" refType="h" fact="0.4312"/>
          <dgm:constr type="w" for="ch" forName="imageaccent2" refType="w" fact="0.0166"/>
          <dgm:constr type="h" for="ch" forName="imageaccent2" refType="h" fact="0.024"/>
          <dgm:constr type="l" for="ch" forName="textaccent3" refType="w" fact="0.2196"/>
          <dgm:constr type="t" for="ch" forName="textaccent3" refType="h" fact="0.1167"/>
          <dgm:constr type="w" for="ch" forName="textaccent3" refType="w" fact="0.0166"/>
          <dgm:constr type="h" for="ch" forName="textaccent3" refType="h" fact="0.024"/>
          <dgm:constr type="l" for="ch" forName="imageaccent3" refType="w" fact="0.2492"/>
          <dgm:constr type="t" for="ch" forName="imageaccent3" refType="h" fact="0.0908"/>
          <dgm:constr type="w" for="ch" forName="imageaccent3" refType="w" fact="0.0166"/>
          <dgm:constr type="h" for="ch" forName="imageaccent3" refType="h" fact="0.024"/>
          <dgm:constr type="l" for="ch" forName="textaccent4" refType="w" fact="0.491"/>
          <dgm:constr type="t" for="ch" forName="textaccent4" refType="h" fact="0.2042"/>
          <dgm:constr type="w" for="ch" forName="textaccent4" refType="w" fact="0.0166"/>
          <dgm:constr type="h" for="ch" forName="textaccent4" refType="h" fact="0.024"/>
          <dgm:constr type="l" for="ch" forName="imageaccent4" refType="w" fact="0.5181"/>
          <dgm:constr type="t" for="ch" forName="imageaccent4" refType="h" fact="0.2323"/>
          <dgm:constr type="w" for="ch" forName="imageaccent4" refType="w" fact="0.0166"/>
          <dgm:constr type="h" for="ch" forName="imageaccent4" refType="h" fact="0.024"/>
          <dgm:constr type="l" for="ch" forName="textaccent5" refType="w" fact="0.6136"/>
          <dgm:constr type="t" for="ch" forName="textaccent5" refType="h" fact="0.094"/>
          <dgm:constr type="w" for="ch" forName="textaccent5" refType="w" fact="0.0166"/>
          <dgm:constr type="h" for="ch" forName="textaccent5" refType="h" fact="0.024"/>
          <dgm:constr type="l" for="ch" forName="imageaccent5" refType="w" fact="0.6413"/>
          <dgm:constr type="t" for="ch" forName="imageaccent5" refType="h" fact="0.121"/>
          <dgm:constr type="w" for="ch" forName="imageaccent5" refType="w" fact="0.0166"/>
          <dgm:constr type="h" for="ch" forName="imageaccent5" refType="h" fact="0.024"/>
          <dgm:constr type="l" for="ch" forName="image6" refType="w" fact="0.4903"/>
          <dgm:constr type="t" for="ch" forName="image6" refType="h" fact="0.4548"/>
          <dgm:constr type="w" for="ch" forName="image6" refType="w" fact="0.1425"/>
          <dgm:constr type="h" for="ch" forName="image6" refType="h" fact="0.2049"/>
          <dgm:constr type="l" for="ch" forName="text6" refType="w" fact="0.6129"/>
          <dgm:constr type="t" for="ch" forName="text6" refType="h" fact="0.3426"/>
          <dgm:constr type="w" for="ch" forName="text6" refType="w" fact="0.1425"/>
          <dgm:constr type="h" for="ch" forName="text6" refType="h" fact="0.2049"/>
          <dgm:constr type="l" for="ch" forName="imageaccent6" refType="w" fact="0.6147"/>
          <dgm:constr type="t" for="ch" forName="imageaccent6" refType="h" fact="0.5447"/>
          <dgm:constr type="w" for="ch" forName="imageaccent6" refType="w" fact="0.0166"/>
          <dgm:constr type="h" for="ch" forName="imageaccent6" refType="h" fact="0.024"/>
          <dgm:constr type="l" for="ch" forName="textaccent6" refType="w" fact="0.6411"/>
          <dgm:constr type="t" for="ch" forName="textaccent6" refType="h" fact="0.5221"/>
          <dgm:constr type="w" for="ch" forName="textaccent6" refType="w" fact="0.0166"/>
          <dgm:constr type="h" for="ch" forName="textaccent6" refType="h" fact="0.024"/>
          <dgm:constr type="l" for="ch" forName="text7" refType="w" fact="0.2451"/>
          <dgm:constr type="t" for="ch" forName="text7" refType="h" fact="0.4535"/>
          <dgm:constr type="w" for="ch" forName="text7" refType="w" fact="0.1425"/>
          <dgm:constr type="h" for="ch" forName="text7" refType="h" fact="0.2049"/>
          <dgm:constr type="l" for="ch" forName="image7" refType="w" fact="0.1225"/>
          <dgm:constr type="t" for="ch" forName="image7" refType="h" fact="0.5674"/>
          <dgm:constr type="w" for="ch" forName="image7" refType="w" fact="0.1425"/>
          <dgm:constr type="h" for="ch" forName="image7" refType="h" fact="0.2049"/>
          <dgm:constr type="l" for="ch" forName="imageaccent7" refType="w" fact="0.2195"/>
          <dgm:constr type="t" for="ch" forName="imageaccent7" refType="h" fact="0.5703"/>
          <dgm:constr type="w" for="ch" forName="imageaccent7" refType="w" fact="0.0166"/>
          <dgm:constr type="h" for="ch" forName="imageaccent7" refType="h" fact="0.024"/>
          <dgm:constr type="l" for="ch" forName="textaccent7" refType="w" fact="0.2491"/>
          <dgm:constr type="t" for="ch" forName="textaccent7" refType="h" fact="0.5443"/>
          <dgm:constr type="w" for="ch" forName="textaccent7" refType="w" fact="0.0166"/>
          <dgm:constr type="h" for="ch" forName="textaccent7" refType="h" fact="0.024"/>
          <dgm:constr type="l" for="ch" forName="image8" refType="w" fact="0.6123"/>
          <dgm:constr type="t" for="ch" forName="image8" refType="h" fact="0.5696"/>
          <dgm:constr type="w" for="ch" forName="image8" refType="w" fact="0.1425"/>
          <dgm:constr type="h" for="ch" forName="image8" refType="h" fact="0.2049"/>
          <dgm:constr type="l" for="ch" forName="text8" refType="w" fact="0.7349"/>
          <dgm:constr type="t" for="ch" forName="text8" refType="h" fact="0.4574"/>
          <dgm:constr type="w" for="ch" forName="text8" refType="w" fact="0.1425"/>
          <dgm:constr type="h" for="ch" forName="text8" refType="h" fact="0.2049"/>
          <dgm:constr type="l" for="ch" forName="imageaccent8" refType="w" fact="0.7367"/>
          <dgm:constr type="t" for="ch" forName="imageaccent8" refType="h" fact="0.6595"/>
          <dgm:constr type="w" for="ch" forName="imageaccent8" refType="w" fact="0.0166"/>
          <dgm:constr type="h" for="ch" forName="imageaccent8" refType="h" fact="0.024"/>
          <dgm:constr type="l" for="ch" forName="textaccent8" refType="w" fact="0.7631"/>
          <dgm:constr type="t" for="ch" forName="textaccent8" refType="h" fact="0.6369"/>
          <dgm:constr type="w" for="ch" forName="textaccent8" refType="w" fact="0.0166"/>
          <dgm:constr type="h" for="ch" forName="textaccent8" refType="h" fact="0.024"/>
          <dgm:constr type="l" for="ch" forName="text9" refType="w" fact="0.7354"/>
          <dgm:constr type="t" for="ch" forName="text9" refType="h" fact="0.0044"/>
          <dgm:constr type="w" for="ch" forName="text9" refType="w" fact="0.1425"/>
          <dgm:constr type="h" for="ch" forName="text9" refType="h" fact="0.2049"/>
          <dgm:constr type="l" for="ch" forName="textaccent9" refType="w" fact="0.8339"/>
          <dgm:constr type="t" for="ch" forName="textaccent9" refType="h" fact="0.1846"/>
          <dgm:constr type="w" for="ch" forName="textaccent9" refType="w" fact="0.0166"/>
          <dgm:constr type="h" for="ch" forName="textaccent9" refType="h" fact="0.024"/>
          <dgm:constr type="l" for="ch" forName="image9" refType="w" fact="0.7354"/>
          <dgm:constr type="t" for="ch" forName="image9" refType="h" fact="0.2306"/>
          <dgm:constr type="w" for="ch" forName="image9" refType="w" fact="0.1425"/>
          <dgm:constr type="h" for="ch" forName="image9" refType="h" fact="0.2049"/>
          <dgm:constr type="l" for="ch" forName="imageaccent9" refType="w" fact="0.8339"/>
          <dgm:constr type="t" for="ch" forName="imageaccent9" refType="h" fact="0.2318"/>
          <dgm:constr type="w" for="ch" forName="imageaccent9" refType="w" fact="0.0166"/>
          <dgm:constr type="h" for="ch" forName="imageaccent9" refType="h" fact="0.024"/>
          <dgm:constr type="l" for="ch" forName="image10" refType="w" fact="0.2446"/>
          <dgm:constr type="t" for="ch" forName="image10" refType="h" fact="0.6805"/>
          <dgm:constr type="w" for="ch" forName="image10" refType="w" fact="0.1425"/>
          <dgm:constr type="h" for="ch" forName="image10" refType="h" fact="0.2049"/>
          <dgm:constr type="l" for="ch" forName="text10" refType="w" fact="0.3672"/>
          <dgm:constr type="t" for="ch" forName="text10" refType="h" fact="0.5683"/>
          <dgm:constr type="w" for="ch" forName="text10" refType="w" fact="0.1425"/>
          <dgm:constr type="h" for="ch" forName="text10" refType="h" fact="0.2049"/>
          <dgm:constr type="l" for="ch" forName="imageaccent10" refType="w" fact="0.369"/>
          <dgm:constr type="t" for="ch" forName="imageaccent10" refType="h" fact="0.7704"/>
          <dgm:constr type="w" for="ch" forName="imageaccent10" refType="w" fact="0.0166"/>
          <dgm:constr type="h" for="ch" forName="imageaccent10" refType="h" fact="0.024"/>
          <dgm:constr type="l" for="ch" forName="textaccent10" refType="w" fact="0.3954"/>
          <dgm:constr type="t" for="ch" forName="textaccent10" refType="h" fact="0.7478"/>
          <dgm:constr type="w" for="ch" forName="textaccent10" refType="w" fact="0.0166"/>
          <dgm:constr type="h" for="ch" forName="textaccent10" refType="h" fact="0.024"/>
          <dgm:constr type="l" for="ch" forName="text11" refType="w" fact="0.612"/>
          <dgm:constr type="t" for="ch" forName="text11" refType="h" fact="0.7951"/>
          <dgm:constr type="w" for="ch" forName="text11" refType="w" fact="0.1425"/>
          <dgm:constr type="h" for="ch" forName="text11" refType="h" fact="0.2049"/>
          <dgm:constr type="l" for="ch" forName="image11" refType="w" fact="0.4894"/>
          <dgm:constr type="t" for="ch" forName="image11" refType="h" fact="0.6816"/>
          <dgm:constr type="w" for="ch" forName="image11" refType="w" fact="0.1425"/>
          <dgm:constr type="h" for="ch" forName="image11" refType="h" fact="0.2049"/>
          <dgm:constr type="l" for="ch" forName="imageaccent11" refType="w" fact="0.5874"/>
          <dgm:constr type="t" for="ch" forName="imageaccent11" refType="h" fact="0.8589"/>
          <dgm:constr type="w" for="ch" forName="imageaccent11" refType="w" fact="0.0166"/>
          <dgm:constr type="h" for="ch" forName="imageaccent11" refType="h" fact="0.024"/>
          <dgm:constr type="l" for="ch" forName="textaccent11" refType="w" fact="0.6154"/>
          <dgm:constr type="t" for="ch" forName="textaccent11" refType="h" fact="0.8863"/>
          <dgm:constr type="w" for="ch" forName="textaccent11" refType="w" fact="0.0166"/>
          <dgm:constr type="h" for="ch" forName="textaccent11" refType="h" fact="0.024"/>
          <dgm:constr type="l" for="ch" forName="text12" refType="w" fact="0.735"/>
          <dgm:constr type="t" for="ch" forName="text12" refType="h" fact="0.684"/>
          <dgm:constr type="w" for="ch" forName="text12" refType="w" fact="0.1425"/>
          <dgm:constr type="h" for="ch" forName="text12" refType="h" fact="0.2049"/>
          <dgm:constr type="l" for="ch" forName="image12" refType="w" fact="0.8575"/>
          <dgm:constr type="t" for="ch" forName="image12" refType="h" fact="0.5718"/>
          <dgm:constr type="w" for="ch" forName="image12" refType="w" fact="0.1425"/>
          <dgm:constr type="h" for="ch" forName="image12" refType="h" fact="0.2049"/>
          <dgm:constr type="l" for="ch" forName="textaccent12" refType="w" fact="0.8594"/>
          <dgm:constr type="t" for="ch" forName="textaccent12" refType="h" fact="0.7739"/>
          <dgm:constr type="w" for="ch" forName="textaccent12" refType="w" fact="0.0166"/>
          <dgm:constr type="h" for="ch" forName="textaccent12" refType="h" fact="0.024"/>
          <dgm:constr type="l" for="ch" forName="imageaccent12" refType="w" fact="0.8858"/>
          <dgm:constr type="t" for="ch" forName="imageaccent12" refType="h" fact="0.7513"/>
          <dgm:constr type="w" for="ch" forName="imageaccent12" refType="w" fact="0.0166"/>
          <dgm:constr type="h" for="ch" forName="imageaccent12" refType="h" fact="0.024"/>
        </dgm:constrLst>
      </dgm:else>
    </dgm:choose>
    <dgm:forEach name="wrapper" axis="self" ptType="parTrans">
      <dgm:forEach name="wrapper2" axis="self" ptType="sibTrans" st="2">
        <dgm:forEach name="textRepeat" axis="self">
          <dgm:layoutNode name="textRepeatNode" styleLbl="alignNode1">
            <dgm:varLst>
              <dgm:chMax val="0"/>
              <dgm:chPref val="0"/>
              <dgm:bulletEnabled val="1"/>
            </dgm:varLst>
            <dgm:alg type="tx"/>
            <dgm:shape xmlns:r="http://schemas.openxmlformats.org/officeDocument/2006/relationships" type="hexagon" r:blip="">
              <dgm:adjLst>
                <dgm:adj idx="1" val="0.25"/>
                <dgm:adj idx="2" val="1.1547"/>
              </dgm:adjLst>
            </dgm:shape>
            <dgm:presOf axis="desOrSelf" ptType="node"/>
            <dgm:constrLst>
              <dgm:constr type="lMarg" refType="primFontSz" fact="0"/>
              <dgm:constr type="rMarg" refType="primFontSz" fact="0"/>
              <dgm:constr type="tMarg" refType="primFontSz" fact="0.1"/>
              <dgm:constr type="bMarg" refType="primFontSz" fact="0.1"/>
            </dgm:constrLst>
            <dgm:ruleLst>
              <dgm:rule type="primFontSz" val="5" fact="NaN" max="NaN"/>
            </dgm:ruleLst>
          </dgm:layoutNode>
        </dgm:forEach>
        <dgm:forEach name="accentRepeat" axis="self">
          <dgm:layoutNode name="accentRepeatNode" styleLbl="solidAlignAcc1">
            <dgm:alg type="sp"/>
            <dgm:shape xmlns:r="http://schemas.openxmlformats.org/officeDocument/2006/relationships" type="hexagon" r:blip="">
              <dgm:adjLst>
                <dgm:adj idx="1" val="0.25"/>
                <dgm:adj idx="2" val="1.1547"/>
              </dgm:adjLst>
            </dgm:shape>
            <dgm:presOf/>
          </dgm:layoutNode>
        </dgm:forEach>
        <dgm:forEach name="imageRepeat" axis="self">
          <dgm:layoutNode name="imageRepeatNode" styleLbl="alignAcc1">
            <dgm:alg type="sp"/>
            <dgm:shape xmlns:r="http://schemas.openxmlformats.org/officeDocument/2006/relationships" type="hexagon" r:blip="" blipPhldr="1">
              <dgm:adjLst>
                <dgm:adj idx="1" val="0.25"/>
                <dgm:adj idx="2" val="1.1547"/>
              </dgm:adjLst>
            </dgm:shape>
            <dgm:presOf axis="self"/>
          </dgm:layoutNode>
        </dgm:forEach>
      </dgm:forEach>
    </dgm:forEach>
    <dgm:forEach name="Name14" axis="ch" ptType="node" cnt="1">
      <dgm:layoutNode name="text1">
        <dgm:alg type="sp"/>
        <dgm:shape xmlns:r="http://schemas.openxmlformats.org/officeDocument/2006/relationships" r:blip="">
          <dgm:adjLst/>
        </dgm:shape>
        <dgm:presOf/>
        <dgm:constrLst/>
        <dgm:forEach name="Name15" ref="textRepeat"/>
      </dgm:layoutNode>
      <dgm:layoutNode name="textaccent1">
        <dgm:alg type="sp"/>
        <dgm:shape xmlns:r="http://schemas.openxmlformats.org/officeDocument/2006/relationships" r:blip="">
          <dgm:adjLst/>
        </dgm:shape>
        <dgm:presOf/>
        <dgm:constrLst/>
        <dgm:forEach name="Name16" ref="accentRepeat"/>
      </dgm:layoutNode>
    </dgm:forEach>
    <dgm:forEach name="Name17" axis="ch" ptType="sibTrans" hideLastTrans="0" cnt="1">
      <dgm:layoutNode name="image1">
        <dgm:alg type="sp"/>
        <dgm:shape xmlns:r="http://schemas.openxmlformats.org/officeDocument/2006/relationships" r:blip="">
          <dgm:adjLst/>
        </dgm:shape>
        <dgm:presOf/>
        <dgm:constrLst/>
        <dgm:forEach name="Name18" ref="imageRepeat"/>
      </dgm:layoutNode>
      <dgm:layoutNode name="imageaccent1">
        <dgm:alg type="sp"/>
        <dgm:shape xmlns:r="http://schemas.openxmlformats.org/officeDocument/2006/relationships" r:blip="">
          <dgm:adjLst/>
        </dgm:shape>
        <dgm:presOf/>
        <dgm:constrLst/>
        <dgm:forEach name="Name19" ref="accentRepeat"/>
      </dgm:layoutNode>
    </dgm:forEach>
    <dgm:forEach name="Name20" axis="ch" ptType="node" st="2" cnt="1">
      <dgm:layoutNode name="text2">
        <dgm:alg type="sp"/>
        <dgm:shape xmlns:r="http://schemas.openxmlformats.org/officeDocument/2006/relationships" r:blip="">
          <dgm:adjLst/>
        </dgm:shape>
        <dgm:presOf/>
        <dgm:constrLst/>
        <dgm:forEach name="Name21" ref="textRepeat"/>
      </dgm:layoutNode>
      <dgm:layoutNode name="textaccent2">
        <dgm:alg type="sp"/>
        <dgm:shape xmlns:r="http://schemas.openxmlformats.org/officeDocument/2006/relationships" r:blip="">
          <dgm:adjLst/>
        </dgm:shape>
        <dgm:presOf/>
        <dgm:constrLst/>
        <dgm:forEach name="Name22" ref="accentRepeat"/>
      </dgm:layoutNode>
    </dgm:forEach>
    <dgm:forEach name="Name23" axis="ch" ptType="sibTrans" hideLastTrans="0" st="2" cnt="1">
      <dgm:layoutNode name="image2">
        <dgm:alg type="sp"/>
        <dgm:shape xmlns:r="http://schemas.openxmlformats.org/officeDocument/2006/relationships" r:blip="">
          <dgm:adjLst/>
        </dgm:shape>
        <dgm:presOf/>
        <dgm:constrLst/>
        <dgm:forEach name="Name24" ref="imageRepeat"/>
      </dgm:layoutNode>
      <dgm:layoutNode name="imageaccent2">
        <dgm:alg type="sp"/>
        <dgm:shape xmlns:r="http://schemas.openxmlformats.org/officeDocument/2006/relationships" r:blip="">
          <dgm:adjLst/>
        </dgm:shape>
        <dgm:presOf/>
        <dgm:constrLst/>
        <dgm:forEach name="Name25" ref="accentRepeat"/>
      </dgm:layoutNode>
    </dgm:forEach>
    <dgm:forEach name="Name26" axis="ch" ptType="node" st="3" cnt="1">
      <dgm:layoutNode name="text3">
        <dgm:alg type="sp"/>
        <dgm:shape xmlns:r="http://schemas.openxmlformats.org/officeDocument/2006/relationships" r:blip="">
          <dgm:adjLst/>
        </dgm:shape>
        <dgm:presOf/>
        <dgm:constrLst/>
        <dgm:forEach name="Name27" ref="textRepeat"/>
      </dgm:layoutNode>
      <dgm:layoutNode name="textaccent3">
        <dgm:alg type="sp"/>
        <dgm:shape xmlns:r="http://schemas.openxmlformats.org/officeDocument/2006/relationships" r:blip="">
          <dgm:adjLst/>
        </dgm:shape>
        <dgm:presOf/>
        <dgm:constrLst/>
        <dgm:forEach name="Name28" ref="accentRepeat"/>
      </dgm:layoutNode>
    </dgm:forEach>
    <dgm:forEach name="Name29" axis="ch" ptType="sibTrans" hideLastTrans="0" st="3" cnt="1">
      <dgm:layoutNode name="image3">
        <dgm:alg type="sp"/>
        <dgm:shape xmlns:r="http://schemas.openxmlformats.org/officeDocument/2006/relationships" r:blip="">
          <dgm:adjLst/>
        </dgm:shape>
        <dgm:presOf/>
        <dgm:constrLst/>
        <dgm:forEach name="Name30" ref="imageRepeat"/>
      </dgm:layoutNode>
      <dgm:layoutNode name="imageaccent3">
        <dgm:alg type="sp"/>
        <dgm:shape xmlns:r="http://schemas.openxmlformats.org/officeDocument/2006/relationships" r:blip="">
          <dgm:adjLst/>
        </dgm:shape>
        <dgm:presOf/>
        <dgm:constrLst/>
        <dgm:forEach name="Name31" ref="accentRepeat"/>
      </dgm:layoutNode>
    </dgm:forEach>
    <dgm:forEach name="Name32" axis="ch" ptType="node" st="4" cnt="1">
      <dgm:layoutNode name="text4">
        <dgm:alg type="sp"/>
        <dgm:shape xmlns:r="http://schemas.openxmlformats.org/officeDocument/2006/relationships" r:blip="">
          <dgm:adjLst/>
        </dgm:shape>
        <dgm:presOf/>
        <dgm:constrLst/>
        <dgm:forEach name="Name33" ref="textRepeat"/>
      </dgm:layoutNode>
      <dgm:layoutNode name="textaccent4">
        <dgm:alg type="sp"/>
        <dgm:shape xmlns:r="http://schemas.openxmlformats.org/officeDocument/2006/relationships" r:blip="">
          <dgm:adjLst/>
        </dgm:shape>
        <dgm:presOf/>
        <dgm:constrLst/>
        <dgm:forEach name="Name34" ref="accentRepeat"/>
      </dgm:layoutNode>
    </dgm:forEach>
    <dgm:forEach name="Name35" axis="ch" ptType="sibTrans" hideLastTrans="0" st="4" cnt="1">
      <dgm:layoutNode name="image4">
        <dgm:alg type="sp"/>
        <dgm:shape xmlns:r="http://schemas.openxmlformats.org/officeDocument/2006/relationships" r:blip="">
          <dgm:adjLst/>
        </dgm:shape>
        <dgm:presOf/>
        <dgm:constrLst/>
        <dgm:forEach name="Name36" ref="imageRepeat"/>
      </dgm:layoutNode>
      <dgm:layoutNode name="imageaccent4">
        <dgm:alg type="sp"/>
        <dgm:shape xmlns:r="http://schemas.openxmlformats.org/officeDocument/2006/relationships" r:blip="">
          <dgm:adjLst/>
        </dgm:shape>
        <dgm:presOf/>
        <dgm:constrLst/>
        <dgm:forEach name="Name37" ref="accentRepeat"/>
      </dgm:layoutNode>
    </dgm:forEach>
    <dgm:forEach name="Name38" axis="ch" ptType="node" st="5" cnt="1">
      <dgm:layoutNode name="text5">
        <dgm:alg type="sp"/>
        <dgm:shape xmlns:r="http://schemas.openxmlformats.org/officeDocument/2006/relationships" r:blip="">
          <dgm:adjLst/>
        </dgm:shape>
        <dgm:presOf/>
        <dgm:constrLst/>
        <dgm:forEach name="Name39" ref="textRepeat"/>
      </dgm:layoutNode>
      <dgm:layoutNode name="textaccent5">
        <dgm:alg type="sp"/>
        <dgm:shape xmlns:r="http://schemas.openxmlformats.org/officeDocument/2006/relationships" r:blip="">
          <dgm:adjLst/>
        </dgm:shape>
        <dgm:presOf/>
        <dgm:constrLst/>
        <dgm:forEach name="Name40" ref="accentRepeat"/>
      </dgm:layoutNode>
    </dgm:forEach>
    <dgm:forEach name="Name41" axis="ch" ptType="sibTrans" hideLastTrans="0" st="5" cnt="1">
      <dgm:layoutNode name="image5">
        <dgm:alg type="sp"/>
        <dgm:shape xmlns:r="http://schemas.openxmlformats.org/officeDocument/2006/relationships" r:blip="">
          <dgm:adjLst/>
        </dgm:shape>
        <dgm:presOf/>
        <dgm:constrLst/>
        <dgm:forEach name="Name42" ref="imageRepeat"/>
      </dgm:layoutNode>
      <dgm:layoutNode name="imageaccent5">
        <dgm:alg type="sp"/>
        <dgm:shape xmlns:r="http://schemas.openxmlformats.org/officeDocument/2006/relationships" r:blip="">
          <dgm:adjLst/>
        </dgm:shape>
        <dgm:presOf/>
        <dgm:constrLst/>
        <dgm:forEach name="Name43" ref="accentRepeat"/>
      </dgm:layoutNode>
    </dgm:forEach>
    <dgm:forEach name="Name44" axis="ch" ptType="node" st="6" cnt="1">
      <dgm:layoutNode name="text6">
        <dgm:alg type="sp"/>
        <dgm:shape xmlns:r="http://schemas.openxmlformats.org/officeDocument/2006/relationships" r:blip="">
          <dgm:adjLst/>
        </dgm:shape>
        <dgm:presOf/>
        <dgm:constrLst/>
        <dgm:forEach name="Name45" ref="textRepeat"/>
      </dgm:layoutNode>
      <dgm:layoutNode name="textaccent6">
        <dgm:alg type="sp"/>
        <dgm:shape xmlns:r="http://schemas.openxmlformats.org/officeDocument/2006/relationships" r:blip="">
          <dgm:adjLst/>
        </dgm:shape>
        <dgm:presOf/>
        <dgm:constrLst/>
        <dgm:forEach name="Name46" ref="accentRepeat"/>
      </dgm:layoutNode>
    </dgm:forEach>
    <dgm:forEach name="Name47" axis="ch" ptType="sibTrans" hideLastTrans="0" st="6" cnt="1">
      <dgm:layoutNode name="image6">
        <dgm:alg type="sp"/>
        <dgm:shape xmlns:r="http://schemas.openxmlformats.org/officeDocument/2006/relationships" r:blip="">
          <dgm:adjLst/>
        </dgm:shape>
        <dgm:presOf/>
        <dgm:constrLst/>
        <dgm:forEach name="Name48" ref="imageRepeat"/>
      </dgm:layoutNode>
      <dgm:layoutNode name="imageaccent6">
        <dgm:alg type="sp"/>
        <dgm:shape xmlns:r="http://schemas.openxmlformats.org/officeDocument/2006/relationships" r:blip="">
          <dgm:adjLst/>
        </dgm:shape>
        <dgm:presOf/>
        <dgm:constrLst/>
        <dgm:forEach name="Name49" ref="accentRepeat"/>
      </dgm:layoutNode>
    </dgm:forEach>
    <dgm:forEach name="Name50" axis="ch" ptType="node" st="7" cnt="1">
      <dgm:layoutNode name="text7">
        <dgm:alg type="sp"/>
        <dgm:shape xmlns:r="http://schemas.openxmlformats.org/officeDocument/2006/relationships" r:blip="">
          <dgm:adjLst/>
        </dgm:shape>
        <dgm:presOf/>
        <dgm:constrLst/>
        <dgm:forEach name="Name51" ref="textRepeat"/>
      </dgm:layoutNode>
      <dgm:layoutNode name="textaccent7">
        <dgm:alg type="sp"/>
        <dgm:shape xmlns:r="http://schemas.openxmlformats.org/officeDocument/2006/relationships" r:blip="">
          <dgm:adjLst/>
        </dgm:shape>
        <dgm:presOf/>
        <dgm:constrLst/>
        <dgm:forEach name="Name52" ref="accentRepeat"/>
      </dgm:layoutNode>
    </dgm:forEach>
    <dgm:forEach name="Name53" axis="ch" ptType="sibTrans" hideLastTrans="0" st="7" cnt="1">
      <dgm:layoutNode name="image7">
        <dgm:alg type="sp"/>
        <dgm:shape xmlns:r="http://schemas.openxmlformats.org/officeDocument/2006/relationships" r:blip="">
          <dgm:adjLst/>
        </dgm:shape>
        <dgm:presOf/>
        <dgm:constrLst/>
        <dgm:forEach name="Name54" ref="imageRepeat"/>
      </dgm:layoutNode>
      <dgm:layoutNode name="imageaccent7">
        <dgm:alg type="sp"/>
        <dgm:shape xmlns:r="http://schemas.openxmlformats.org/officeDocument/2006/relationships" r:blip="">
          <dgm:adjLst/>
        </dgm:shape>
        <dgm:presOf/>
        <dgm:constrLst/>
        <dgm:forEach name="Name55" ref="accentRepeat"/>
      </dgm:layoutNode>
    </dgm:forEach>
    <dgm:forEach name="Name56" axis="ch" ptType="node" st="8" cnt="1">
      <dgm:layoutNode name="text8">
        <dgm:alg type="sp"/>
        <dgm:shape xmlns:r="http://schemas.openxmlformats.org/officeDocument/2006/relationships" r:blip="">
          <dgm:adjLst/>
        </dgm:shape>
        <dgm:presOf/>
        <dgm:constrLst/>
        <dgm:forEach name="Name57" ref="textRepeat"/>
      </dgm:layoutNode>
      <dgm:layoutNode name="textaccent8">
        <dgm:alg type="sp"/>
        <dgm:shape xmlns:r="http://schemas.openxmlformats.org/officeDocument/2006/relationships" r:blip="">
          <dgm:adjLst/>
        </dgm:shape>
        <dgm:presOf/>
        <dgm:constrLst/>
        <dgm:forEach name="Name58" ref="accentRepeat"/>
      </dgm:layoutNode>
    </dgm:forEach>
    <dgm:forEach name="Name59" axis="ch" ptType="sibTrans" hideLastTrans="0" st="8" cnt="1">
      <dgm:layoutNode name="image8">
        <dgm:alg type="sp"/>
        <dgm:shape xmlns:r="http://schemas.openxmlformats.org/officeDocument/2006/relationships" r:blip="">
          <dgm:adjLst/>
        </dgm:shape>
        <dgm:presOf/>
        <dgm:constrLst/>
        <dgm:forEach name="Name60" ref="imageRepeat"/>
      </dgm:layoutNode>
      <dgm:layoutNode name="imageaccent8">
        <dgm:alg type="sp"/>
        <dgm:shape xmlns:r="http://schemas.openxmlformats.org/officeDocument/2006/relationships" r:blip="">
          <dgm:adjLst/>
        </dgm:shape>
        <dgm:presOf/>
        <dgm:constrLst/>
        <dgm:forEach name="Name61" ref="accentRepeat"/>
      </dgm:layoutNode>
    </dgm:forEach>
    <dgm:forEach name="Name62" axis="ch" ptType="node" st="9" cnt="1">
      <dgm:layoutNode name="text9">
        <dgm:alg type="sp"/>
        <dgm:shape xmlns:r="http://schemas.openxmlformats.org/officeDocument/2006/relationships" r:blip="">
          <dgm:adjLst/>
        </dgm:shape>
        <dgm:presOf/>
        <dgm:constrLst/>
        <dgm:forEach name="Name63" ref="textRepeat"/>
      </dgm:layoutNode>
      <dgm:layoutNode name="textaccent9">
        <dgm:alg type="sp"/>
        <dgm:shape xmlns:r="http://schemas.openxmlformats.org/officeDocument/2006/relationships" r:blip="">
          <dgm:adjLst/>
        </dgm:shape>
        <dgm:presOf/>
        <dgm:constrLst/>
        <dgm:forEach name="Name64" ref="accentRepeat"/>
      </dgm:layoutNode>
    </dgm:forEach>
    <dgm:forEach name="Name65" axis="ch" ptType="sibTrans" hideLastTrans="0" st="9" cnt="1">
      <dgm:layoutNode name="image9">
        <dgm:alg type="sp"/>
        <dgm:shape xmlns:r="http://schemas.openxmlformats.org/officeDocument/2006/relationships" r:blip="">
          <dgm:adjLst/>
        </dgm:shape>
        <dgm:presOf/>
        <dgm:constrLst/>
        <dgm:forEach name="Name66" ref="imageRepeat"/>
      </dgm:layoutNode>
      <dgm:layoutNode name="imageaccent9">
        <dgm:alg type="sp"/>
        <dgm:shape xmlns:r="http://schemas.openxmlformats.org/officeDocument/2006/relationships" r:blip="">
          <dgm:adjLst/>
        </dgm:shape>
        <dgm:presOf/>
        <dgm:constrLst/>
        <dgm:forEach name="Name67" ref="accentRepeat"/>
      </dgm:layoutNode>
    </dgm:forEach>
    <dgm:forEach name="Name68" axis="ch" ptType="node" st="10" cnt="1">
      <dgm:layoutNode name="text10">
        <dgm:alg type="sp"/>
        <dgm:shape xmlns:r="http://schemas.openxmlformats.org/officeDocument/2006/relationships" r:blip="">
          <dgm:adjLst/>
        </dgm:shape>
        <dgm:presOf/>
        <dgm:constrLst/>
        <dgm:forEach name="Name69" ref="textRepeat"/>
      </dgm:layoutNode>
      <dgm:layoutNode name="textaccent10">
        <dgm:alg type="sp"/>
        <dgm:shape xmlns:r="http://schemas.openxmlformats.org/officeDocument/2006/relationships" r:blip="">
          <dgm:adjLst/>
        </dgm:shape>
        <dgm:presOf/>
        <dgm:constrLst/>
        <dgm:forEach name="Name70" ref="accentRepeat"/>
      </dgm:layoutNode>
    </dgm:forEach>
    <dgm:forEach name="Name71" axis="ch" ptType="sibTrans" hideLastTrans="0" st="10" cnt="1">
      <dgm:layoutNode name="image10">
        <dgm:alg type="sp"/>
        <dgm:shape xmlns:r="http://schemas.openxmlformats.org/officeDocument/2006/relationships" r:blip="">
          <dgm:adjLst/>
        </dgm:shape>
        <dgm:presOf/>
        <dgm:constrLst/>
        <dgm:forEach name="Name72" ref="imageRepeat"/>
      </dgm:layoutNode>
      <dgm:layoutNode name="imageaccent10">
        <dgm:alg type="sp"/>
        <dgm:shape xmlns:r="http://schemas.openxmlformats.org/officeDocument/2006/relationships" r:blip="">
          <dgm:adjLst/>
        </dgm:shape>
        <dgm:presOf/>
        <dgm:constrLst/>
        <dgm:forEach name="Name73" ref="accentRepeat"/>
      </dgm:layoutNode>
    </dgm:forEach>
    <dgm:forEach name="Name74" axis="ch" ptType="node" st="11" cnt="1">
      <dgm:layoutNode name="text11">
        <dgm:alg type="sp"/>
        <dgm:shape xmlns:r="http://schemas.openxmlformats.org/officeDocument/2006/relationships" r:blip="">
          <dgm:adjLst/>
        </dgm:shape>
        <dgm:presOf/>
        <dgm:constrLst/>
        <dgm:forEach name="Name75" ref="textRepeat"/>
      </dgm:layoutNode>
      <dgm:layoutNode name="textaccent11">
        <dgm:alg type="sp"/>
        <dgm:shape xmlns:r="http://schemas.openxmlformats.org/officeDocument/2006/relationships" r:blip="">
          <dgm:adjLst/>
        </dgm:shape>
        <dgm:presOf/>
        <dgm:constrLst/>
        <dgm:forEach name="Name76" ref="accentRepeat"/>
      </dgm:layoutNode>
    </dgm:forEach>
    <dgm:forEach name="Name77" axis="ch" ptType="sibTrans" hideLastTrans="0" st="11" cnt="1">
      <dgm:layoutNode name="image11">
        <dgm:alg type="sp"/>
        <dgm:shape xmlns:r="http://schemas.openxmlformats.org/officeDocument/2006/relationships" r:blip="">
          <dgm:adjLst/>
        </dgm:shape>
        <dgm:presOf/>
        <dgm:constrLst/>
        <dgm:forEach name="Name78" ref="imageRepeat"/>
      </dgm:layoutNode>
      <dgm:layoutNode name="imageaccent11">
        <dgm:alg type="sp"/>
        <dgm:shape xmlns:r="http://schemas.openxmlformats.org/officeDocument/2006/relationships" r:blip="">
          <dgm:adjLst/>
        </dgm:shape>
        <dgm:presOf/>
        <dgm:constrLst/>
        <dgm:forEach name="Name79" ref="accentRepeat"/>
      </dgm:layoutNode>
    </dgm:forEach>
    <dgm:forEach name="Name80" axis="ch" ptType="node" st="12" cnt="1">
      <dgm:layoutNode name="text12">
        <dgm:alg type="sp"/>
        <dgm:shape xmlns:r="http://schemas.openxmlformats.org/officeDocument/2006/relationships" r:blip="">
          <dgm:adjLst/>
        </dgm:shape>
        <dgm:presOf/>
        <dgm:constrLst/>
        <dgm:forEach name="Name81" ref="textRepeat"/>
      </dgm:layoutNode>
      <dgm:layoutNode name="textaccent12">
        <dgm:alg type="sp"/>
        <dgm:shape xmlns:r="http://schemas.openxmlformats.org/officeDocument/2006/relationships" r:blip="">
          <dgm:adjLst/>
        </dgm:shape>
        <dgm:presOf/>
        <dgm:constrLst/>
        <dgm:forEach name="Name82" ref="accentRepeat"/>
      </dgm:layoutNode>
    </dgm:forEach>
    <dgm:forEach name="Name83" axis="ch" ptType="sibTrans" hideLastTrans="0" st="12" cnt="1">
      <dgm:layoutNode name="image12">
        <dgm:alg type="sp"/>
        <dgm:shape xmlns:r="http://schemas.openxmlformats.org/officeDocument/2006/relationships" r:blip="">
          <dgm:adjLst/>
        </dgm:shape>
        <dgm:presOf/>
        <dgm:constrLst/>
        <dgm:forEach name="Name84" ref="imageRepeat"/>
      </dgm:layoutNode>
      <dgm:layoutNode name="imageaccent12">
        <dgm:alg type="sp"/>
        <dgm:shape xmlns:r="http://schemas.openxmlformats.org/officeDocument/2006/relationships" r:blip="">
          <dgm:adjLst/>
        </dgm:shape>
        <dgm:presOf/>
        <dgm:constrLst/>
        <dgm:forEach name="Name85" ref="accentRepeat"/>
      </dgm:layoutNode>
    </dgm:forEach>
  </dgm:layoutNode>
</dgm:layoutDef>
</file>

<file path=ppt/diagrams/layout9.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8/layout/AlternatingHexagons">
  <dgm:title val=""/>
  <dgm:desc val=""/>
  <dgm:catLst>
    <dgm:cat type="list" pri="1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dir/>
      <dgm:animLvl val="lvl"/>
    </dgm:varLst>
    <dgm:alg type="lin">
      <dgm:param type="linDir" val="fromT"/>
    </dgm:alg>
    <dgm:shape xmlns:r="http://schemas.openxmlformats.org/officeDocument/2006/relationships" r:blip="">
      <dgm:adjLst/>
    </dgm:shape>
    <dgm:constrLst>
      <dgm:constr type="primFontSz" for="des" forName="Parent1" val="65"/>
      <dgm:constr type="primFontSz" for="des" forName="Childtext1" refType="primFontSz" refFor="des" refForName="Parent1" op="lte"/>
      <dgm:constr type="w" for="ch" forName="composite" refType="w"/>
      <dgm:constr type="h" for="ch" forName="composite" refType="h"/>
      <dgm:constr type="h" for="ch" forName="spaceBetweenRectangles" refType="w" refFor="ch" refForName="composite" fact="-0.042"/>
      <dgm:constr type="sp" refType="h" refFor="ch" refForName="composite" op="equ" fact="0.1"/>
    </dgm:constrLst>
    <dgm:forEach name="nodesForEach" axis="ch" ptType="node">
      <dgm:layoutNode name="composite">
        <dgm:alg type="composite">
          <dgm:param type="ar" val="3.6"/>
        </dgm:alg>
        <dgm:shape xmlns:r="http://schemas.openxmlformats.org/officeDocument/2006/relationships" r:blip="">
          <dgm:adjLst/>
        </dgm:shape>
        <dgm:choose name="Name1">
          <dgm:if name="Name2" func="var" arg="dir" op="equ" val="norm">
            <dgm:choose name="Name3">
              <dgm:if name="Name4" axis="self" ptType="node" func="posOdd" op="equ" val="1">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dgm:constr type="h" for="ch" forName="BalanceSpacing" refType="h" fact="0.1"/>
                  <dgm:constr type="l" for="ch" forName="BalanceSpacing1" refType="w" fact="0.69"/>
                  <dgm:constr type="t" for="ch" forName="BalanceSpacing1" refType="h" fact="0.2"/>
                  <dgm:constr type="w" for="ch" forName="BalanceSpacing1" refType="w" fact="0.31"/>
                  <dgm:constr type="h" for="ch" forName="BalanceSpacing1" refType="h" fact="0.6"/>
                </dgm:constrLst>
              </dgm:if>
              <dgm:else name="Name5">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 type="l" for="ch" forName="BalanceSpacing1" refType="w" fact="0"/>
                  <dgm:constr type="t" for="ch" forName="BalanceSpacing1" refType="h" fact="0.2"/>
                  <dgm:constr type="w" for="ch" forName="BalanceSpacing1" refType="w" fact="0.3"/>
                  <dgm:constr type="h" for="ch" forName="BalanceSpacing1" refType="h" fact="0.6"/>
                </dgm:constrLst>
              </dgm:else>
            </dgm:choose>
          </dgm:if>
          <dgm:else name="Name6">
            <dgm:choose name="Name7">
              <dgm:if name="Name8" axis="self" ptType="node" func="posOdd" op="equ" val="1">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Lst>
              </dgm:if>
              <dgm:else name="Name9">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fact="0.18"/>
                  <dgm:constr type="h" for="ch" forName="BalanceSpacing" refType="h"/>
                </dgm:constrLst>
              </dgm:else>
            </dgm:choose>
          </dgm:else>
        </dgm:choose>
        <dgm:layoutNode name="Parent1" styleLbl="node1">
          <dgm:varLst>
            <dgm:chMax val="1"/>
            <dgm:chPref val="1"/>
            <dgm:bulletEnabled val="1"/>
          </dgm:varLst>
          <dgm:alg type="tx"/>
          <dgm:shape xmlns:r="http://schemas.openxmlformats.org/officeDocument/2006/relationships" rot="90" type="hexagon" r:blip="">
            <dgm:adjLst>
              <dgm:adj idx="1" val="0.25"/>
              <dgm:adj idx="2" val="1.154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hildtext1" styleLbl="revTx">
          <dgm:varLst>
            <dgm:chMax val="0"/>
            <dgm:chPref val="0"/>
            <dgm:bulletEnabled val="1"/>
          </dgm:varLst>
          <dgm:choose name="Name10">
            <dgm:if name="Name11" func="var" arg="dir" op="equ" val="norm">
              <dgm:choose name="Name12">
                <dgm:if name="Name13" axis="self" ptType="node" func="posOdd" op="equ" val="1">
                  <dgm:alg type="tx">
                    <dgm:param type="parTxLTRAlign" val="l"/>
                  </dgm:alg>
                </dgm:if>
                <dgm:else name="Name14">
                  <dgm:alg type="tx">
                    <dgm:param type="parTxLTRAlign" val="r"/>
                  </dgm:alg>
                </dgm:else>
              </dgm:choose>
            </dgm:if>
            <dgm:else name="Name15">
              <dgm:choose name="Name16">
                <dgm:if name="Name17" axis="self" ptType="node" func="posOdd" op="equ" val="1">
                  <dgm:alg type="tx">
                    <dgm:param type="parTxLTRAlign" val="r"/>
                  </dgm:alg>
                </dgm:if>
                <dgm:else name="Name18">
                  <dgm:alg type="tx">
                    <dgm:param type="parTxLTRAlign" val="l"/>
                  </dgm:alg>
                </dgm:else>
              </dgm:choose>
            </dgm:else>
          </dgm:choose>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BalanceSpacing">
          <dgm:alg type="sp"/>
          <dgm:shape xmlns:r="http://schemas.openxmlformats.org/officeDocument/2006/relationships" r:blip="">
            <dgm:adjLst/>
          </dgm:shape>
        </dgm:layoutNode>
        <dgm:layoutNode name="BalanceSpacing1">
          <dgm:alg type="sp"/>
          <dgm:shape xmlns:r="http://schemas.openxmlformats.org/officeDocument/2006/relationships" r:blip="">
            <dgm:adjLst/>
          </dgm:shape>
        </dgm:layoutNode>
        <dgm:forEach name="Name19" axis="followSib" ptType="sibTrans" hideLastTrans="0" cnt="1">
          <dgm:layoutNode name="Accent1Text" styleLbl="node1">
            <dgm:alg type="tx"/>
            <dgm:shape xmlns:r="http://schemas.openxmlformats.org/officeDocument/2006/relationships" rot="90" type="hexagon" r:blip="">
              <dgm:adjLst>
                <dgm:adj idx="1" val="0.25"/>
                <dgm:adj idx="2" val="1.1547"/>
              </dgm:adjLst>
            </dgm:shape>
            <dgm:presOf axis="self" ptType="sibTrans"/>
            <dgm:constrLst>
              <dgm:constr type="lMarg"/>
              <dgm:constr type="rMarg"/>
              <dgm:constr type="tMarg"/>
              <dgm:constr type="bMarg"/>
            </dgm:constrLst>
            <dgm:ruleLst>
              <dgm:rule type="primFontSz" val="5" fact="NaN" max="NaN"/>
            </dgm:ruleLst>
          </dgm:layoutNode>
        </dgm:forEach>
      </dgm:layoutNode>
      <dgm:forEach name="Name2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pList1">
  <dgm:title val=""/>
  <dgm:desc val=""/>
  <dgm:catLst>
    <dgm:cat type="list" pri="2000"/>
    <dgm:cat type="picture" pri="2500"/>
    <dgm:cat type="pictureconvert" pri="25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off" val="ctr"/>
          <dgm:param type="vertAlign" val="mid"/>
          <dgm:param type="horzAlign" val="ctr"/>
        </dgm:alg>
      </dgm:if>
      <dgm:else name="Name3">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1"/>
      <dgm:constr type="sp" refType="w" refFor="ch" refForName="compNode" op="equ" fact="0.1"/>
      <dgm:constr type="primFontSz" for="des" ptType="node" op="equ" val="65"/>
    </dgm:constrLst>
    <dgm:ruleLst/>
    <dgm:forEach name="Name4" axis="ch" ptType="node">
      <dgm:layoutNode name="compNode">
        <dgm:alg type="composite">
          <dgm:param type="ar" val="0.943"/>
        </dgm:alg>
        <dgm:shape xmlns:r="http://schemas.openxmlformats.org/officeDocument/2006/relationships" r:blip="">
          <dgm:adjLst/>
        </dgm:shape>
        <dgm:presOf axis="self"/>
        <dgm:constrLst>
          <dgm:constr type="h" refType="w" fact="1.06"/>
          <dgm:constr type="h" for="ch" forName="pictRect" refType="h" fact="0.65"/>
          <dgm:constr type="w" for="ch" forName="pictRect" refType="w"/>
          <dgm:constr type="l" for="ch" forName="pictRect"/>
          <dgm:constr type="t" for="ch" forName="pictRect"/>
          <dgm:constr type="w" for="ch" forName="textRect" refType="w"/>
          <dgm:constr type="h" for="ch" forName="textRect" refType="h" fact="0.35"/>
          <dgm:constr type="l" for="ch" forName="textRect"/>
          <dgm:constr type="t" for="ch" forName="textRect" refType="b" refFor="ch" refForName="pictRect"/>
        </dgm:constrLst>
        <dgm:ruleLst/>
        <dgm:layoutNode name="pictRect">
          <dgm:alg type="sp"/>
          <dgm:shape xmlns:r="http://schemas.openxmlformats.org/officeDocument/2006/relationships" type="roundRect" r:blip="" blipPhldr="1">
            <dgm:adjLst/>
          </dgm:shape>
          <dgm:presOf/>
          <dgm:constrLst/>
          <dgm:ruleLst/>
        </dgm:layoutNode>
        <dgm:layoutNode name="textRect" styleLbl="revTx">
          <dgm:varLst>
            <dgm:bulletEnabled val="1"/>
          </dgm:varLst>
          <dgm:alg type="tx">
            <dgm:param type="txAnchorVert" val="t"/>
          </dgm:alg>
          <dgm:shape xmlns:r="http://schemas.openxmlformats.org/officeDocument/2006/relationships" type="rect" r:blip="">
            <dgm:adjLst/>
          </dgm:shape>
          <dgm:presOf axis="desOrSelf" ptType="node"/>
          <dgm:constrLst>
            <dgm:constr type="bMarg"/>
          </dgm:constrLst>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diagrams.loki3.com/BracketList">
  <dgm:title val="Vertical Bracket List"/>
  <dgm:desc val="Use to show grouped blocks of information.  Works well with large amounts of Level 2 text."/>
  <dgm:catLst>
    <dgm:cat type="list" pri="4110"/>
    <dgm:cat type="officeonline" pri="3000"/>
  </dgm:catLst>
  <dgm:sampData>
    <dgm:dataModel>
      <dgm:ptLst>
        <dgm:pt modelId="0" type="doc"/>
        <dgm:pt modelId="1">
          <dgm:prSet phldr="1"/>
        </dgm:pt>
        <dgm:pt modelId="11">
          <dgm:prSet phldr="1"/>
        </dgm:pt>
        <dgm:pt modelId="2">
          <dgm:prSet phldr="1"/>
        </dgm:pt>
        <dgm:pt modelId="21">
          <dgm:prSet phldr="1"/>
        </dgm:pt>
      </dgm:ptLst>
      <dgm:cxnLst>
        <dgm:cxn modelId="3" srcId="0" destId="1" srcOrd="0" destOrd="0"/>
        <dgm:cxn modelId="4" srcId="1" destId="11" srcOrd="0" destOrd="0"/>
        <dgm:cxn modelId="5" srcId="0" destId="2" srcOrd="0" destOrd="0"/>
        <dgm:cxn modelId="6" srcId="2" destId="21" srcOrd="0" destOrd="0"/>
      </dgm:cxnLst>
      <dgm:bg/>
      <dgm:whole/>
    </dgm:dataModel>
  </dgm:sampData>
  <dgm:styleData useDef="1">
    <dgm:dataModel>
      <dgm:ptLst/>
      <dgm:bg/>
      <dgm:whole/>
    </dgm:dataModel>
  </dgm:styleData>
  <dgm:clrData useDef="1">
    <dgm:dataModel>
      <dgm:pt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V" refType="primFontSz" refFor="des" refForName="parTx" fact="0.1"/>
      <dgm:constr type="primFontSz" for="des" forName="parTx" val="65"/>
      <dgm:constr type="primFontSz" for="des" forName="desTx" refType="primFontSz" refFor="des" refForName="parTx"/>
      <dgm:constr type="h" for="des" forName="parTx" refType="primFontSz" refFor="des" refForName="parTx" fact="0.55"/>
      <dgm:constr type="h" for="des" forName="bracket" refType="primFontSz" refFor="des" refForName="parTx" fact="0.55"/>
      <dgm:constr type="h" for="des" forName="desTx" refType="primFontSz" refFor="des" refForName="parTx" fact="0.55"/>
    </dgm:constrLst>
    <dgm:ruleLst>
      <dgm:rule type="primFontSz" for="des" forName="parTx" val="5" fact="NaN" max="NaN"/>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Tx" refType="w" fact="0.25"/>
          <dgm:constr type="w" for="ch" forName="bracket" refType="w" fact="0.05"/>
          <dgm:constr type="w" for="ch" forName="spH" refType="w" fact="0.02"/>
          <dgm:constr type="w" for="ch" forName="desTx" refType="w" fact="0.68"/>
          <dgm:constr type="h" for="ch" forName="bracket" refType="h" refFor="ch" refForName="desTx" op="gte"/>
          <dgm:constr type="h" for="ch" forName="bracket" refType="h" refFor="ch" refForName="parTx" op="gte"/>
          <dgm:constr type="h" for="ch" forName="desTx" refType="h" refFor="ch" refForName="parTx" op="gte"/>
        </dgm:constrLst>
        <dgm:ruleLst/>
        <dgm:layoutNode name="parTx" styleLbl="revTx">
          <dgm:varLst>
            <dgm:chMax val="1"/>
            <dgm:bulletEnabled val="1"/>
          </dgm:varLst>
          <dgm:choose name="Name8">
            <dgm:if name="Name9" func="var" arg="dir" op="equ" val="norm">
              <dgm:alg type="tx">
                <dgm:param type="parTxLTRAlign" val="r"/>
              </dgm:alg>
            </dgm:if>
            <dgm:else name="Name10">
              <dgm:alg type="tx">
                <dgm:param type="parTxLTRAlign" val="l"/>
              </dgm:alg>
            </dgm:else>
          </dgm:choose>
          <dgm:shape xmlns:r="http://schemas.openxmlformats.org/officeDocument/2006/relationships" type="rect" r:blip="">
            <dgm:adjLst/>
          </dgm:shape>
          <dgm:presOf axis="self" ptType="node"/>
          <dgm:constrLst>
            <dgm:constr type="tMarg" refType="primFontSz" fact="0.2"/>
            <dgm:constr type="bMarg" refType="primFontSz" fact="0.2"/>
          </dgm:constrLst>
          <dgm:ruleLst>
            <dgm:rule type="h" val="INF" fact="NaN" max="NaN"/>
          </dgm:ruleLst>
        </dgm:layoutNode>
        <dgm:layoutNode name="bracket" styleLbl="parChTrans1D1">
          <dgm:alg type="sp"/>
          <dgm:choose name="Name11">
            <dgm:if name="Name12" func="var" arg="dir" op="equ" val="norm">
              <dgm:shape xmlns:r="http://schemas.openxmlformats.org/officeDocument/2006/relationships" type="leftBrace" r:blip="">
                <dgm:adjLst>
                  <dgm:adj idx="1" val="0.35"/>
                </dgm:adjLst>
              </dgm:shape>
            </dgm:if>
            <dgm:else name="Name13">
              <dgm:shape xmlns:r="http://schemas.openxmlformats.org/officeDocument/2006/relationships" rot="180" type="leftBrace" r:blip="">
                <dgm:adjLst>
                  <dgm:adj idx="1" val="0.35"/>
                </dgm:adjLst>
              </dgm:shape>
            </dgm:else>
          </dgm:choose>
          <dgm:presOf/>
        </dgm:layoutNode>
        <dgm:layoutNode name="spH">
          <dgm:alg type="sp"/>
        </dgm:layoutNode>
        <dgm:choose name="Name14">
          <dgm:if name="Name15" axis="ch" ptType="node" func="cnt" op="gte" val="1">
            <dgm:layoutNode name="desTx" styleLbl="node1">
              <dgm:varLst>
                <dgm:bulletEnabled val="1"/>
              </dgm:varLst>
              <dgm:alg type="tx">
                <dgm:param type="stBulletLvl" val="1"/>
                <dgm:param type="txAnchorVertCh" val="mid"/>
              </dgm:alg>
              <dgm:shape xmlns:r="http://schemas.openxmlformats.org/officeDocument/2006/relationships" type="rect" r:blip="">
                <dgm:adjLst/>
              </dgm:shape>
              <dgm:presOf axis="des" ptType="node"/>
              <dgm:constrLst>
                <dgm:constr type="secFontSz" refType="primFontSz"/>
                <dgm:constr type="tMarg" refType="primFontSz" fact="0.3"/>
                <dgm:constr type="bMarg" refType="primFontSz" fact="0.3"/>
                <dgm:constr type="lMarg" refType="primFontSz" fact="0.3"/>
                <dgm:constr type="rMarg" refType="primFontSz" fact="0.3"/>
              </dgm:constrLst>
              <dgm:ruleLst>
                <dgm:rule type="h" val="INF" fact="NaN" max="NaN"/>
              </dgm:ruleLst>
            </dgm:layoutNode>
          </dgm:if>
          <dgm:else name="Name16"/>
        </dgm:choose>
      </dgm:layoutNode>
      <dgm:forEach name="Name17" axis="followSib" ptType="sibTrans" cnt="1">
        <dgm:layoutNode name="spV">
          <dgm:alg type="sp"/>
        </dgm:layoutNode>
      </dgm:forEach>
    </dgm:forEach>
  </dgm:layoutNode>
</dgm:layoutDef>
</file>

<file path=ppt/diagrams/layout16.xml><?xml version="1.0" encoding="utf-8"?>
<dgm:layoutDef xmlns:dgm="http://schemas.openxmlformats.org/drawingml/2006/diagram" xmlns:a="http://schemas.openxmlformats.org/drawingml/2006/main" uniqueId="urn:diagrams.loki3.com/VaryingWidthList">
  <dgm:title val="Varying Width List"/>
  <dgm:desc val="Use for emphasizing items of different weights.  Good for large amounts of Level 1 text.  The width of each shape is independently determined based on its text."/>
  <dgm:catLst>
    <dgm:cat type="list" pri="4160"/>
    <dgm:cat type="officeonline" pri="5000"/>
  </dgm:catLst>
  <dgm:sampData useDef="1">
    <dgm:dataModel>
      <dgm:ptLst/>
      <dgm:bg/>
      <dgm:whole/>
    </dgm:dataModel>
  </dgm:sampData>
  <dgm:styleData useDef="1">
    <dgm:dataModel>
      <dgm:ptLst/>
      <dgm:bg/>
      <dgm:whole/>
    </dgm:dataModel>
  </dgm:styleData>
  <dgm:clrData useDef="1">
    <dgm:dataModel>
      <dgm:ptLst/>
      <dgm:bg/>
      <dgm:whole/>
    </dgm:dataModel>
  </dgm:clrData>
  <dgm:layoutNode name="Name0">
    <dgm:varLst>
      <dgm:resizeHandles/>
    </dgm:varLst>
    <dgm:alg type="lin">
      <dgm:param type="linDir" val="fromT"/>
    </dgm:alg>
    <dgm:shape xmlns:r="http://schemas.openxmlformats.org/officeDocument/2006/relationships" r:blip="">
      <dgm:adjLst/>
    </dgm:shape>
    <dgm:presOf/>
    <dgm:constrLst>
      <dgm:constr type="w" for="ch" forName="text" val="20"/>
      <dgm:constr type="h" for="ch" forName="text" refType="h"/>
      <dgm:constr type="primFontSz" for="ch" forName="text" op="equ" val="65"/>
      <dgm:constr type="h" for="ch" forName="space" refType="h" fact="0.05"/>
    </dgm:constrLst>
    <dgm:forEach name="Name1" axis="ch" ptType="node">
      <dgm:layoutNode name="text" styleLbl="node1">
        <dgm:varLst>
          <dgm:bulletEnabled val="1"/>
        </dgm:varLst>
        <dgm:alg type="tx"/>
        <dgm:shape xmlns:r="http://schemas.openxmlformats.org/officeDocument/2006/relationships" type="rect" r:blip="">
          <dgm:adjLst/>
        </dgm:shape>
        <dgm:presOf axis="desOrSelf" ptType="node"/>
        <dgm:constrLst>
          <dgm:constr type="tMarg" refType="primFontSz" fact="0.2"/>
          <dgm:constr type="bMarg" refType="primFontSz" fact="0.2"/>
          <dgm:constr type="lMarg" refType="primFontSz" fact="0.2"/>
          <dgm:constr type="rMarg" refType="primFontSz" fact="0.2"/>
        </dgm:constrLst>
        <dgm:ruleLst>
          <dgm:rule type="w" val="INF" fact="NaN" max="NaN"/>
          <dgm:rule type="primFontSz" val="5" fact="NaN" max="NaN"/>
        </dgm:ruleLst>
      </dgm:layoutNode>
      <dgm:choose name="Name2">
        <dgm:if name="Name3" axis="par ch" ptType="doc node" func="cnt" op="gte" val="2">
          <dgm:forEach name="Name4" axis="followSib" ptType="sibTrans" cnt="1">
            <dgm:layoutNode name="space">
              <dgm:alg type="sp"/>
              <dgm:shape xmlns:r="http://schemas.openxmlformats.org/officeDocument/2006/relationships" r:blip="">
                <dgm:adjLst/>
              </dgm:shape>
              <dgm:presOf/>
            </dgm:layoutNode>
          </dgm:forEach>
        </dgm:if>
        <dgm:else name="Name5"/>
      </dgm:choose>
    </dgm:forEach>
  </dgm:layoutNode>
</dgm:layoutDef>
</file>

<file path=ppt/diagrams/layout17.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9.xml><?xml version="1.0" encoding="utf-8"?>
<dgm:layoutDef xmlns:dgm="http://schemas.openxmlformats.org/drawingml/2006/diagram" xmlns:a="http://schemas.openxmlformats.org/drawingml/2006/main" uniqueId="urn:microsoft.com/office/officeart/2008/layout/SquareAccentList">
  <dgm:title val=""/>
  <dgm:desc val=""/>
  <dgm:catLst>
    <dgm:cat type="list" pri="5500"/>
  </dgm:catLst>
  <dgm:samp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23">
          <dgm:prSet phldr="1"/>
        </dgm:pt>
      </dgm:ptLst>
      <dgm:cxnLst>
        <dgm:cxn modelId="1" srcId="0" destId="10" srcOrd="0" destOrd="0"/>
        <dgm:cxn modelId="2" srcId="10" destId="11" srcOrd="0" destOrd="0"/>
        <dgm:cxn modelId="3" srcId="10" destId="12" srcOrd="1" destOrd="0"/>
        <dgm:cxn modelId="4" srcId="10" destId="13" srcOrd="2" destOrd="0"/>
        <dgm:cxn modelId="5" srcId="0" destId="20" srcOrd="0" destOrd="0"/>
        <dgm:cxn modelId="6" srcId="20" destId="21" srcOrd="0" destOrd="0"/>
        <dgm:cxn modelId="7" srcId="20" destId="22" srcOrd="1" destOrd="0"/>
        <dgm:cxn modelId="8" srcId="20" destId="23" srcOrd="2" destOrd="0"/>
      </dgm:cxnLst>
      <dgm:bg/>
      <dgm:whole/>
    </dgm:dataModel>
  </dgm:sampData>
  <dgm:style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23">
          <dgm:prSet phldr="1"/>
        </dgm:pt>
      </dgm:ptLst>
      <dgm:cxnLst>
        <dgm:cxn modelId="1" srcId="0" destId="10" srcOrd="0" destOrd="0"/>
        <dgm:cxn modelId="2" srcId="10" destId="11" srcOrd="0" destOrd="0"/>
        <dgm:cxn modelId="3" srcId="10" destId="12" srcOrd="1" destOrd="0"/>
        <dgm:cxn modelId="4" srcId="10" destId="13" srcOrd="2" destOrd="0"/>
        <dgm:cxn modelId="5" srcId="0" destId="20" srcOrd="0" destOrd="0"/>
        <dgm:cxn modelId="6" srcId="20" destId="21" srcOrd="0" destOrd="0"/>
        <dgm:cxn modelId="7" srcId="20" destId="22" srcOrd="1" destOrd="0"/>
        <dgm:cxn modelId="8" srcId="20" destId="23" srcOrd="2"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23">
          <dgm:prSet phldr="1"/>
        </dgm:pt>
      </dgm:ptLst>
      <dgm:cxnLst>
        <dgm:cxn modelId="1" srcId="0" destId="10" srcOrd="0" destOrd="0"/>
        <dgm:cxn modelId="2" srcId="10" destId="11" srcOrd="0" destOrd="0"/>
        <dgm:cxn modelId="3" srcId="10" destId="12" srcOrd="1" destOrd="0"/>
        <dgm:cxn modelId="4" srcId="10" destId="13" srcOrd="2" destOrd="0"/>
        <dgm:cxn modelId="5" srcId="0" destId="20" srcOrd="0" destOrd="0"/>
        <dgm:cxn modelId="6" srcId="20" destId="21" srcOrd="0" destOrd="0"/>
        <dgm:cxn modelId="7" srcId="20" destId="22" srcOrd="1" destOrd="0"/>
        <dgm:cxn modelId="8" srcId="20" destId="23" srcOrd="2" destOrd="0"/>
      </dgm:cxnLst>
      <dgm:bg/>
      <dgm:whole/>
    </dgm:dataModel>
  </dgm:clrData>
  <dgm:layoutNode name="layout">
    <dgm:varLst>
      <dgm:chMax/>
      <dgm:chPref/>
      <dgm:dir/>
      <dgm:resizeHandles/>
    </dgm:varLst>
    <dgm:choose name="Name0">
      <dgm:if name="Name1" func="var" arg="dir" op="equ" val="norm">
        <dgm:alg type="hierChild">
          <dgm:param type="linDir" val="fromL"/>
          <dgm:param type="vertAlign" val="t"/>
          <dgm:param type="nodeVertAlign" val="t"/>
          <dgm:param type="horzAlign" val="ctr"/>
          <dgm:param type="fallback" val="1D"/>
        </dgm:alg>
      </dgm:if>
      <dgm:else name="Name2">
        <dgm:alg type="hierChild">
          <dgm:param type="linDir" val="fromR"/>
          <dgm:param type="vertAlign" val="t"/>
          <dgm:param type="nodeVertAlign" val="t"/>
          <dgm:param type="horzAlign" val="ctr"/>
          <dgm:param type="fallback" val="1D"/>
        </dgm:alg>
      </dgm:else>
    </dgm:choose>
    <dgm:shape xmlns:r="http://schemas.openxmlformats.org/officeDocument/2006/relationships" r:blip="">
      <dgm:adjLst/>
    </dgm:shape>
    <dgm:presOf/>
    <dgm:constrLst>
      <dgm:constr type="primFontSz" for="des" forName="Parent" op="equ" val="65"/>
      <dgm:constr type="primFontSz" for="des" forName="Child" op="equ" val="65"/>
      <dgm:constr type="primFontSz" for="des" forName="Child" refType="primFontSz" refFor="des" refForName="Parent" op="lte"/>
      <dgm:constr type="w" for="des" forName="rootComposite" refType="h" refFor="des" refForName="rootComposite" fact="3.0396"/>
      <dgm:constr type="h" for="des" forName="rootComposite" refType="h"/>
      <dgm:constr type="w" for="des" forName="childComposite" refType="w" refFor="des" refForName="rootComposite"/>
      <dgm:constr type="h" for="des" forName="childComposite" refType="h" refFor="des" refForName="rootComposite" fact="0.5205"/>
      <dgm:constr type="sibSp" refType="w" refFor="des" refForName="rootComposite" fact="0.05"/>
      <dgm:constr type="sp" for="des" forName="root" refType="h" refFor="des" refForName="childComposite" fact="0.2855"/>
    </dgm:constrLst>
    <dgm:ruleLst/>
    <dgm:forEach name="Name3" axis="ch">
      <dgm:forEach name="Name4" axis="self" ptType="node" cnt="1">
        <dgm:layoutNode name="root">
          <dgm:varLst>
            <dgm:chMax/>
            <dgm:chPref/>
          </dgm:varLst>
          <dgm:alg type="hierRoot">
            <dgm:param type="hierAlign" val="tL"/>
          </dgm:alg>
          <dgm:shape xmlns:r="http://schemas.openxmlformats.org/officeDocument/2006/relationships" r:blip="">
            <dgm:adjLst/>
          </dgm:shape>
          <dgm:presOf/>
          <dgm:constrLst/>
          <dgm:ruleLst/>
          <dgm:layoutNode name="rootComposite">
            <dgm:varLst/>
            <dgm:alg type="composite"/>
            <dgm:shape xmlns:r="http://schemas.openxmlformats.org/officeDocument/2006/relationships" r:blip="">
              <dgm:adjLst/>
            </dgm:shape>
            <dgm:presOf axis="self" ptType="node" cnt="1"/>
            <dgm:choose name="Name5">
              <dgm:if name="Name6" func="var" arg="dir" op="equ" val="norm">
                <dgm:constrLst>
                  <dgm:constr type="l" for="ch" forName="Parent" refType="w" fact="0"/>
                  <dgm:constr type="t" for="ch" forName="Parent" refType="h" fact="0"/>
                  <dgm:constr type="w" for="ch" forName="Parent" refType="w"/>
                  <dgm:constr type="h" for="ch" forName="Parent" refType="h" fact="0.6424"/>
                  <dgm:constr type="l" for="ch" forName="ParentAccent" refType="w" fact="0"/>
                  <dgm:constr type="b" for="ch" forName="ParentAccent" refType="h"/>
                  <dgm:constr type="w" for="ch" forName="ParentAccent" refType="w"/>
                  <dgm:constr type="h" for="ch" forName="ParentAccent" refType="h" fact="0.3576"/>
                  <dgm:constr type="l" for="ch" forName="ParentSmallAccent" refType="w" fact="0"/>
                  <dgm:constr type="b" for="ch" forName="ParentSmallAccent" refType="h"/>
                  <dgm:constr type="w" for="ch" forName="ParentSmallAccent" refType="h" fact="0.2233"/>
                  <dgm:constr type="h" for="ch" forName="ParentSmallAccent" refType="h" fact="0.2233"/>
                </dgm:constrLst>
              </dgm:if>
              <dgm:else name="Name7">
                <dgm:constrLst>
                  <dgm:constr type="l" for="ch" forName="Parent" refType="w" fact="0"/>
                  <dgm:constr type="t" for="ch" forName="Parent" refType="h" fact="0"/>
                  <dgm:constr type="w" for="ch" forName="Parent" refType="w"/>
                  <dgm:constr type="h" for="ch" forName="Parent" refType="h" fact="0.6424"/>
                  <dgm:constr type="l" for="ch" forName="ParentAccent" refType="w" fact="0"/>
                  <dgm:constr type="b" for="ch" forName="ParentAccent" refType="h"/>
                  <dgm:constr type="w" for="ch" forName="ParentAccent" refType="w"/>
                  <dgm:constr type="h" for="ch" forName="ParentAccent" refType="h" fact="0.3576"/>
                  <dgm:constr type="r" for="ch" forName="ParentSmallAccent" refType="w"/>
                  <dgm:constr type="b" for="ch" forName="ParentSmallAccent" refType="h"/>
                  <dgm:constr type="w" for="ch" forName="ParentSmallAccent" refType="h" fact="0.2233"/>
                  <dgm:constr type="h" for="ch" forName="ParentSmallAccent" refType="h" fact="0.2233"/>
                </dgm:constrLst>
              </dgm:else>
            </dgm:choose>
            <dgm:ruleLst/>
            <dgm:layoutNode name="ParentAccent" styleLbl="alignNode1">
              <dgm:alg type="sp"/>
              <dgm:shape xmlns:r="http://schemas.openxmlformats.org/officeDocument/2006/relationships" type="rect" r:blip="">
                <dgm:adjLst/>
              </dgm:shape>
              <dgm:presOf/>
            </dgm:layoutNode>
            <dgm:layoutNode name="ParentSmallAccent" styleLbl="fgAcc1">
              <dgm:alg type="sp"/>
              <dgm:shape xmlns:r="http://schemas.openxmlformats.org/officeDocument/2006/relationships" type="rect" r:blip="">
                <dgm:adjLst/>
              </dgm:shape>
              <dgm:presOf/>
            </dgm:layoutNode>
            <dgm:layoutNode name="Parent" styleLbl="revTx">
              <dgm:varLst>
                <dgm:chMax/>
                <dgm:chPref val="4"/>
                <dgm:bulletEnabled val="1"/>
              </dgm:varLst>
              <dgm:choose name="Name8">
                <dgm:if name="Name9" func="var" arg="dir" op="equ" val="norm">
                  <dgm:alg type="tx">
                    <dgm:param type="txAnchorVertCh" val="mid"/>
                    <dgm:param type="parTxLTRAlign" val="l"/>
                  </dgm:alg>
                </dgm:if>
                <dgm:else name="Name10">
                  <dgm:alg type="tx">
                    <dgm:param type="txAnchorVertCh" val="mid"/>
                    <dgm:param type="parTxLTRAlign" val="r"/>
                  </dgm:alg>
                </dgm:else>
              </dgm:choose>
              <dgm:shape xmlns:r="http://schemas.openxmlformats.org/officeDocument/2006/relationships" type="rect" r:blip="">
                <dgm:adjLst/>
              </dgm:shape>
              <dgm:presOf axis="self" ptType="node"/>
              <dgm:constrLst>
                <dgm:constr type="tMarg" refType="primFontSz" fact="0.1"/>
                <dgm:constr type="bMarg" refType="primFontSz" fact="0.1"/>
                <dgm:constr type="lMarg" refType="primFontSz" fact="0.15"/>
                <dgm:constr type="rMarg" refType="primFontSz" fact="0.15"/>
              </dgm:constrLst>
              <dgm:ruleLst>
                <dgm:rule type="primFontSz" val="5" fact="NaN" max="NaN"/>
                <dgm:rule type="primFontSz" val="65" fact="NaN" max="NaN"/>
              </dgm:ruleLst>
            </dgm:layoutNode>
          </dgm:layoutNode>
          <dgm:layoutNode name="childShape">
            <dgm:varLst>
              <dgm:chMax val="0"/>
              <dgm:chPref val="0"/>
            </dgm:varLst>
            <dgm:alg type="hierChild">
              <dgm:param type="chAlign" val="r"/>
              <dgm:param type="linDir" val="fromT"/>
              <dgm:param type="fallback" val="2D"/>
            </dgm:alg>
            <dgm:shape xmlns:r="http://schemas.openxmlformats.org/officeDocument/2006/relationships" r:blip="">
              <dgm:adjLst/>
            </dgm:shape>
            <dgm:presOf/>
            <dgm:constrLst/>
            <dgm:ruleLst/>
            <dgm:forEach name="Name11" axis="ch">
              <dgm:forEach name="Name12" axis="self" ptType="node">
                <dgm:layoutNode name="childComposite">
                  <dgm:varLst>
                    <dgm:chMax val="0"/>
                    <dgm:chPref val="0"/>
                  </dgm:varLst>
                  <dgm:alg type="composite"/>
                  <dgm:shape xmlns:r="http://schemas.openxmlformats.org/officeDocument/2006/relationships" r:blip="">
                    <dgm:adjLst/>
                  </dgm:shape>
                  <dgm:presOf/>
                  <dgm:choose name="Name13">
                    <dgm:if name="Name14" func="var" arg="dir" op="equ" val="norm">
                      <dgm:constrLst>
                        <dgm:constr type="w" for="ch" forName="ChildAccent" refType="h" fact="0.429"/>
                        <dgm:constr type="h" for="ch" forName="ChildAccent" refType="h" fact="0.429"/>
                        <dgm:constr type="l" for="ch" forName="ChildAccent" refType="w" fact="0"/>
                        <dgm:constr type="t" for="ch" forName="ChildAccent" refType="h" fact="0.2855"/>
                        <dgm:constr type="w" for="ch" forName="Child" refType="w" fact="0.93"/>
                        <dgm:constr type="h" for="ch" forName="Child" refType="h"/>
                        <dgm:constr type="l" for="ch" forName="Child" refType="w" fact="0.07"/>
                        <dgm:constr type="t" for="ch" forName="Child" refType="h" fact="0"/>
                      </dgm:constrLst>
                    </dgm:if>
                    <dgm:else name="Name15">
                      <dgm:constrLst>
                        <dgm:constr type="w" for="ch" forName="ChildAccent" refType="h" fact="0.429"/>
                        <dgm:constr type="h" for="ch" forName="ChildAccent" refType="h" fact="0.429"/>
                        <dgm:constr type="r" for="ch" forName="ChildAccent" refType="w"/>
                        <dgm:constr type="t" for="ch" forName="ChildAccent" refType="h" fact="0.2855"/>
                        <dgm:constr type="w" for="ch" forName="Child" refType="w" fact="0.93"/>
                        <dgm:constr type="h" for="ch" forName="Child" refType="h"/>
                        <dgm:constr type="r" for="ch" forName="Child" refType="w" fact="0.93"/>
                        <dgm:constr type="t" for="ch" forName="Child" refType="h" fact="0"/>
                      </dgm:constrLst>
                    </dgm:else>
                  </dgm:choose>
                  <dgm:ruleLst/>
                  <dgm:layoutNode name="ChildAccent" styleLbl="solidFgAcc1">
                    <dgm:alg type="sp"/>
                    <dgm:shape xmlns:r="http://schemas.openxmlformats.org/officeDocument/2006/relationships" type="rect" r:blip="">
                      <dgm:adjLst/>
                    </dgm:shape>
                    <dgm:presOf/>
                  </dgm:layoutNode>
                  <dgm:layoutNode name="Child" styleLbl="revTx">
                    <dgm:varLst>
                      <dgm:chMax val="0"/>
                      <dgm:chPref val="0"/>
                      <dgm:bulletEnabled val="1"/>
                    </dgm:varLst>
                    <dgm:choose name="Name16">
                      <dgm:if name="Name17" func="var" arg="dir" op="equ" val="norm">
                        <dgm:alg type="tx">
                          <dgm:param type="txAnchorVertCh" val="mid"/>
                          <dgm:param type="parTxLTRAlign" val="l"/>
                        </dgm:alg>
                      </dgm:if>
                      <dgm:else name="Name18">
                        <dgm:alg type="tx">
                          <dgm:param type="txAnchorVertCh" val="mid"/>
                          <dgm:param type="parTxLTRAlign" val="r"/>
                        </dgm:alg>
                      </dgm:else>
                    </dgm:choose>
                    <dgm:shape xmlns:r="http://schemas.openxmlformats.org/officeDocument/2006/relationships" type="rect" r:blip="">
                      <dgm:adjLst/>
                    </dgm:shape>
                    <dgm:presOf axis="desOrSelf" ptType="node node"/>
                    <dgm:ruleLst>
                      <dgm:rule type="primFontSz" val="5" fact="NaN" max="NaN"/>
                    </dgm:ruleLst>
                  </dgm:layoutNode>
                </dgm:layoutNode>
              </dgm:forEach>
            </dgm:forEach>
          </dgm:layoutNode>
        </dgm:layoutNode>
      </dgm:forEach>
    </dgm:forEach>
  </dgm:layoutNode>
</dgm:layoutDef>
</file>

<file path=ppt/diagrams/layout20.xml><?xml version="1.0" encoding="utf-8"?>
<dgm:layoutDef xmlns:dgm="http://schemas.openxmlformats.org/drawingml/2006/diagram" xmlns:a="http://schemas.openxmlformats.org/drawingml/2006/main" uniqueId="urn:microsoft.com/office/officeart/2005/8/layout/hList2">
  <dgm:title val=""/>
  <dgm:desc val=""/>
  <dgm:catLst>
    <dgm:cat type="list" pri="6000"/>
    <dgm:cat type="relationship" pri="16000"/>
    <dgm:cat type="picture" pri="29000"/>
    <dgm:cat type="pictureconvert" pri="29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dgm:varLst>
    <dgm:choose name="Name0">
      <dgm:if name="Name1" func="var" arg="dir" op="equ" val="norm">
        <dgm:alg type="lin">
          <dgm:param type="linDir" val="fromL"/>
          <dgm:param type="nodeVertAlign" val="t"/>
        </dgm:alg>
      </dgm:if>
      <dgm:else name="Name2">
        <dgm:alg type="lin">
          <dgm:param type="linDir" val="fromR"/>
          <dgm:param type="nodeVertAlign" val="t"/>
        </dgm:alg>
      </dgm:else>
    </dgm:choose>
    <dgm:shape xmlns:r="http://schemas.openxmlformats.org/officeDocument/2006/relationships" r:blip="">
      <dgm:adjLst/>
    </dgm:shape>
    <dgm:presOf/>
    <dgm:constrLst>
      <dgm:constr type="w" for="ch" forName="compositeNode" refType="w"/>
      <dgm:constr type="h" for="ch" forName="compositeNode" refType="h"/>
      <dgm:constr type="w" for="ch" forName="sibTrans" refType="w" refFor="ch" refForName="compositeNode" op="equ" fact="0.2"/>
      <dgm:constr type="h" for="des" forName="childNode" op="equ"/>
      <dgm:constr type="w" for="des" forName="childNode" op="equ"/>
      <dgm:constr type="w" for="des" forName="parentNode" op="equ"/>
      <dgm:constr type="h" for="des" forName="image" op="equ"/>
      <dgm:constr type="w" for="des" forName="image" op="equ"/>
      <dgm:constr type="primFontSz" for="des" forName="parentNode" op="equ" val="65"/>
      <dgm:constr type="primFontSz" for="des" forName="childNode" op="equ" val="65"/>
    </dgm:constrLst>
    <dgm:ruleLst/>
    <dgm:forEach name="Name3" axis="ch" ptType="node">
      <dgm:layoutNode name="compositeNode">
        <dgm:varLst>
          <dgm:bulletEnabled val="1"/>
        </dgm:varLst>
        <dgm:alg type="composite"/>
        <dgm:presOf/>
        <dgm:choose name="Name4">
          <dgm:if name="Name5" func="var" arg="dir" op="equ" val="norm">
            <dgm:constrLst>
              <dgm:constr type="w" for="ch" forName="image" refType="w"/>
              <dgm:constr type="h" for="ch" forName="image" refType="h"/>
              <dgm:constr type="h" for="ch" forName="image" refType="w" refFor="ch" refForName="image" op="lte"/>
              <dgm:constr type="w" for="ch" forName="image" refType="h" refFor="ch" refForName="image" op="lte"/>
              <dgm:constr type="w" for="ch" forName="image" refType="w" op="lte" fact="0.33"/>
              <dgm:constr type="h" for="ch" forName="image" refType="h" op="lte" fact="0.33"/>
              <dgm:constr type="t" for="ch" forName="image"/>
              <dgm:constr type="l" for="ch" forName="image"/>
              <dgm:constr type="w" for="ch" forName="childNode" refType="w" fact="0.85"/>
              <dgm:constr type="h" for="ch" forName="childNode" refType="h" fact="0.78"/>
              <dgm:constr type="t" for="ch" forName="childNode" refType="h" refFor="ch" refForName="image" fact="0.66"/>
              <dgm:constr type="l" for="ch" forName="childNode" refType="w" refFor="ch" refForName="image" fact="0.5"/>
              <dgm:constr type="tMarg" for="ch" forName="childNode" refType="w" refFor="ch" refForName="image" fact="1.25"/>
              <dgm:constr type="t" for="ch" forName="parentNode" refType="h" refFor="ch" refForName="image" fact="0.66"/>
              <dgm:constr type="b" for="ch" forName="parentNode" refType="b" refFor="ch" refForName="childNode"/>
              <dgm:constr type="l" for="ch" forName="parentNode"/>
              <dgm:constr type="r" for="ch" forName="parentNode" refType="l" refFor="ch" refForName="childNode"/>
              <dgm:constr type="rMarg" for="ch" forName="parentNode" refType="w" refFor="ch" refForName="image" fact="1.25"/>
            </dgm:constrLst>
          </dgm:if>
          <dgm:else name="Name6">
            <dgm:constrLst>
              <dgm:constr type="w" for="ch" forName="image" refType="w"/>
              <dgm:constr type="h" for="ch" forName="image" refType="h"/>
              <dgm:constr type="h" for="ch" forName="image" refType="w" refFor="ch" refForName="image" op="lte"/>
              <dgm:constr type="w" for="ch" forName="image" refType="h" refFor="ch" refForName="image" op="lte"/>
              <dgm:constr type="w" for="ch" forName="image" refType="w" op="lte" fact="0.33"/>
              <dgm:constr type="h" for="ch" forName="image" refType="h" op="lte" fact="0.33"/>
              <dgm:constr type="t" for="ch" forName="image"/>
              <dgm:constr type="r" for="ch" forName="image" refType="w"/>
              <dgm:constr type="w" for="ch" forName="childNode" refType="w" fact="0.85"/>
              <dgm:constr type="h" for="ch" forName="childNode" refType="h" fact="0.78"/>
              <dgm:constr type="t" for="ch" forName="childNode" refType="h" refFor="ch" refForName="image" fact="0.66"/>
              <dgm:constr type="r" for="ch" forName="childNode" refType="w"/>
              <dgm:constr type="rOff" for="ch" forName="childNode" refType="w" refFor="ch" refForName="image" fact="-0.5"/>
              <dgm:constr type="tMarg" for="ch" forName="childNode" refType="w" refFor="ch" refForName="image" fact="1.25"/>
              <dgm:constr type="t" for="ch" forName="parentNode" refType="h" refFor="ch" refForName="image" fact="0.66"/>
              <dgm:constr type="b" for="ch" forName="parentNode" refType="b" refFor="ch" refForName="childNode"/>
              <dgm:constr type="r" for="ch" forName="parentNode" refType="w"/>
              <dgm:constr type="l" for="ch" forName="parentNode" refType="r" refFor="ch" refForName="childNode"/>
              <dgm:constr type="lOff" for="ch" forName="parentNode" refType="rOff" refFor="ch" refForName="childNode"/>
              <dgm:constr type="lMarg" for="ch" forName="parentNode" refType="w" refFor="ch" refForName="image" fact="1.25"/>
            </dgm:constrLst>
          </dgm:else>
        </dgm:choose>
        <dgm:ruleLst>
          <dgm:rule type="w" for="ch" forName="childNode" val="NaN" fact="0.4" max="NaN"/>
          <dgm:rule type="h" for="ch" forName="childNode" val="NaN" fact="0.5" max="NaN"/>
        </dgm:ruleLst>
        <dgm:layoutNode name="image" styleLbl="fgImgPlace1">
          <dgm:alg type="sp"/>
          <dgm:shape xmlns:r="http://schemas.openxmlformats.org/officeDocument/2006/relationships" type="rect" r:blip="" zOrderOff="4" blipPhldr="1">
            <dgm:adjLst/>
          </dgm:shape>
          <dgm:presOf/>
          <dgm:constrLst/>
          <dgm:ruleLst/>
        </dgm:layoutNode>
        <dgm:layoutNode name="childNode" styleLbl="node1">
          <dgm:varLst>
            <dgm:bulletEnabled val="1"/>
          </dgm:varLst>
          <dgm:alg type="tx">
            <dgm:param type="stBulletLvl" val="1"/>
          </dgm:alg>
          <dgm:shape xmlns:r="http://schemas.openxmlformats.org/officeDocument/2006/relationships" type="rect" r:blip="" zOrderOff="2">
            <dgm:adjLst/>
          </dgm:shape>
          <dgm:presOf axis="des" ptType="node"/>
          <dgm:constrLst/>
          <dgm:ruleLst>
            <dgm:rule type="primFontSz" val="5" fact="NaN" max="NaN"/>
          </dgm:ruleLst>
        </dgm:layoutNode>
        <dgm:layoutNode name="parentNode" styleLbl="revTx">
          <dgm:varLst>
            <dgm:chMax val="0"/>
            <dgm:bulletEnabled val="1"/>
          </dgm:varLst>
          <dgm:choose name="Name7">
            <dgm:if name="Name8" func="var" arg="dir" op="equ" val="norm">
              <dgm:alg type="tx">
                <dgm:param type="autoTxRot" val="grav"/>
                <dgm:param type="txAnchorVert" val="t"/>
                <dgm:param type="parTxLTRAlign" val="r"/>
                <dgm:param type="parTxRTLAlign" val="r"/>
              </dgm:alg>
              <dgm:shape xmlns:r="http://schemas.openxmlformats.org/officeDocument/2006/relationships" rot="270" type="rect" r:blip="">
                <dgm:adjLst/>
              </dgm:shape>
              <dgm:presOf axis="self"/>
              <dgm:constrLst>
                <dgm:constr type="lMarg"/>
                <dgm:constr type="bMarg"/>
                <dgm:constr type="tMarg"/>
              </dgm:constrLst>
            </dgm:if>
            <dgm:else name="Name9">
              <dgm:alg type="tx">
                <dgm:param type="autoTxRot" val="grav"/>
                <dgm:param type="parTxLTRAlign" val="l"/>
                <dgm:param type="parTxRTLAlign" val="l"/>
              </dgm:alg>
              <dgm:shape xmlns:r="http://schemas.openxmlformats.org/officeDocument/2006/relationships" rot="90" type="rect" r:blip="">
                <dgm:adjLst/>
              </dgm:shape>
              <dgm:presOf axis="self"/>
              <dgm:constrLst>
                <dgm:constr type="rMarg"/>
                <dgm:constr type="bMarg"/>
                <dgm:constr type="tMarg"/>
              </dgm:constrLst>
            </dgm:else>
          </dgm:choose>
          <dgm:ruleLst>
            <dgm:rule type="primFontSz" val="5" fact="NaN" max="NaN"/>
          </dgm:ruleLst>
        </dgm:layoutNode>
      </dgm:layoutNode>
      <dgm:forEach name="Name10" axis="followSib" ptType="sibTrans" cnt="1">
        <dgm:layoutNode name="sibTrans">
          <dgm:alg type="sp"/>
          <dgm:shape xmlns:r="http://schemas.openxmlformats.org/officeDocument/2006/relationships" r:blip="">
            <dgm:adjLst/>
          </dgm:shape>
          <dgm:presOf axis="self"/>
          <dgm:constrLst/>
          <dgm:ruleLst/>
        </dgm:layoutNode>
      </dgm:forEach>
    </dgm:forEach>
  </dgm:layoutNode>
</dgm:layoutDef>
</file>

<file path=ppt/diagrams/layout21.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layout22.xml><?xml version="1.0" encoding="utf-8"?>
<dgm:layoutDef xmlns:dgm="http://schemas.openxmlformats.org/drawingml/2006/diagram" xmlns:a="http://schemas.openxmlformats.org/drawingml/2006/main" uniqueId="urn:microsoft.com/office/officeart/2005/8/layout/hList9">
  <dgm:title val=""/>
  <dgm:desc val=""/>
  <dgm:catLst>
    <dgm:cat type="list" pri="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3" srcId="0" destId="1" srcOrd="0" destOrd="0"/>
        <dgm:cxn modelId="4"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1" destId="2" srcOrd="0" destOrd="0"/>
      </dgm:cxnLst>
      <dgm:bg/>
      <dgm:whole/>
    </dgm:dataModel>
  </dgm:styleData>
  <dgm:clrData>
    <dgm:dataModel>
      <dgm:ptLst>
        <dgm:pt modelId="0" type="doc"/>
        <dgm:pt modelId="1"/>
        <dgm:pt modelId="11"/>
        <dgm:pt modelId="12"/>
        <dgm:pt modelId="13"/>
        <dgm:pt modelId="14"/>
        <dgm:pt modelId="2"/>
        <dgm:pt modelId="21"/>
        <dgm:pt modelId="22"/>
        <dgm:pt modelId="23"/>
        <dgm:pt modelId="24"/>
        <dgm:pt modelId="3"/>
        <dgm:pt modelId="31"/>
        <dgm:pt modelId="32"/>
        <dgm:pt modelId="33"/>
        <dgm:pt modelId="34"/>
      </dgm:ptLst>
      <dgm:cxnLst>
        <dgm:cxn modelId="4" srcId="0" destId="1" srcOrd="0" destOrd="0"/>
        <dgm:cxn modelId="5" srcId="0" destId="2" srcOrd="1" destOrd="0"/>
        <dgm:cxn modelId="6" srcId="0" destId="3" srcOrd="1" destOrd="0"/>
        <dgm:cxn modelId="15" srcId="1" destId="11" srcOrd="0" destOrd="0"/>
        <dgm:cxn modelId="16" srcId="1" destId="12" srcOrd="0" destOrd="0"/>
        <dgm:cxn modelId="17" srcId="1" destId="13" srcOrd="0" destOrd="0"/>
        <dgm:cxn modelId="18" srcId="1" destId="14" srcOrd="0" destOrd="0"/>
        <dgm:cxn modelId="25" srcId="2" destId="21" srcOrd="0" destOrd="0"/>
        <dgm:cxn modelId="26" srcId="2" destId="22" srcOrd="0" destOrd="0"/>
        <dgm:cxn modelId="27" srcId="2" destId="23" srcOrd="0" destOrd="0"/>
        <dgm:cxn modelId="28" srcId="2" destId="24" srcOrd="0" destOrd="0"/>
        <dgm:cxn modelId="35" srcId="3" destId="31" srcOrd="0" destOrd="0"/>
        <dgm:cxn modelId="36" srcId="3" destId="32" srcOrd="0" destOrd="0"/>
        <dgm:cxn modelId="37" srcId="3" destId="33" srcOrd="0" destOrd="0"/>
        <dgm:cxn modelId="38" srcId="3" destId="34" srcOrd="0" destOrd="0"/>
      </dgm:cxnLst>
      <dgm:bg/>
      <dgm:whole/>
    </dgm:dataModel>
  </dgm:clrData>
  <dgm:layoutNode name="list">
    <dgm:varLst>
      <dgm:dir/>
      <dgm:animLvl val="lvl"/>
    </dgm:varLst>
    <dgm:choose name="Name0">
      <dgm:if name="Name1" func="var" arg="dir" op="equ" val="norm">
        <dgm:alg type="lin">
          <dgm:param type="linDir" val="fromL"/>
          <dgm:param type="fallback" val="2D"/>
          <dgm:param type="nodeVertAlign" val="t"/>
        </dgm:alg>
      </dgm:if>
      <dgm:else name="Name2">
        <dgm:alg type="lin">
          <dgm:param type="linDir" val="fromR"/>
          <dgm:param type="fallback" val="2D"/>
          <dgm:param type="nodeVertAlign" val="t"/>
        </dgm:alg>
      </dgm:else>
    </dgm:choose>
    <dgm:shape xmlns:r="http://schemas.openxmlformats.org/officeDocument/2006/relationships" r:blip="">
      <dgm:adjLst/>
    </dgm:shape>
    <dgm:presOf/>
    <dgm:constrLst>
      <dgm:constr type="w" for="ch" forName="circle" refType="w" fact="0.5"/>
      <dgm:constr type="w" for="ch" forName="vertFlow" refType="w" fact="0.75"/>
      <dgm:constr type="h" for="des" forName="firstComp" refType="w" refFor="ch" refForName="vertFlow" fact="0.667"/>
      <dgm:constr type="h" for="des" forName="comp" refType="h" refFor="des" refForName="firstComp" op="equ"/>
      <dgm:constr type="h" for="des" forName="topSpace" refType="w" refFor="ch" refForName="circle" op="equ" fact="0.4"/>
      <dgm:constr type="w" for="ch" forName="posSpace" refType="w" fact="0.4"/>
      <dgm:constr type="w" for="ch" forName="negSpace" refType="w" fact="-1.15"/>
      <dgm:constr type="w" for="ch" forName="transSpace" refType="w" fact="0.75"/>
      <dgm:constr type="primFontSz" for="ch" forName="circle" op="equ" val="65"/>
      <dgm:constr type="primFontSz" for="des" forName="firstChildTx" val="65"/>
      <dgm:constr type="primFontSz" for="des" forName="childTx" refType="primFontSz" refFor="des" refForName="firstChildTx" op="equ"/>
    </dgm:constrLst>
    <dgm:ruleLst/>
    <dgm:forEach name="Name3" axis="ch" ptType="node">
      <dgm:layoutNode name="posSpace">
        <dgm:alg type="sp"/>
        <dgm:shape xmlns:r="http://schemas.openxmlformats.org/officeDocument/2006/relationships" r:blip="">
          <dgm:adjLst/>
        </dgm:shape>
        <dgm:presOf/>
        <dgm:constrLst/>
        <dgm:ruleLst/>
      </dgm:layoutNode>
      <dgm:layoutNode name="vertFlow">
        <dgm:alg type="lin">
          <dgm:param type="linDir" val="fromT"/>
        </dgm:alg>
        <dgm:shape xmlns:r="http://schemas.openxmlformats.org/officeDocument/2006/relationships" r:blip="">
          <dgm:adjLst/>
        </dgm:shape>
        <dgm:presOf/>
        <dgm:constrLst>
          <dgm:constr type="w" for="ch" forName="firstComp" refType="w"/>
          <dgm:constr type="w" for="ch" forName="comp" refType="w"/>
        </dgm:constrLst>
        <dgm:ruleLst/>
        <dgm:layoutNode name="topSpace">
          <dgm:alg type="sp"/>
          <dgm:shape xmlns:r="http://schemas.openxmlformats.org/officeDocument/2006/relationships" r:blip="">
            <dgm:adjLst/>
          </dgm:shape>
          <dgm:presOf/>
          <dgm:constrLst/>
          <dgm:ruleLst/>
        </dgm:layoutNode>
        <dgm:layoutNode name="firstComp">
          <dgm:alg type="composite"/>
          <dgm:shape xmlns:r="http://schemas.openxmlformats.org/officeDocument/2006/relationships" r:blip="">
            <dgm:adjLst/>
          </dgm:shape>
          <dgm:presOf/>
          <dgm:choose name="Name4">
            <dgm:if name="Name5" func="var" arg="dir" op="equ" val="norm">
              <dgm:constrLst>
                <dgm:constr type="l" for="ch" forName="firstChild"/>
                <dgm:constr type="t" for="ch" forName="firstChild"/>
                <dgm:constr type="w" for="ch" forName="firstChild" refType="w"/>
                <dgm:constr type="h" for="ch" forName="firstChild" refType="h"/>
                <dgm:constr type="l" for="ch" forName="firstChildTx" refType="w" fact="0.16"/>
                <dgm:constr type="r" for="ch" forName="firstChildTx" refType="w"/>
                <dgm:constr type="h" for="ch" forName="firstChildTx" refFor="ch" refForName="firstChild" op="equ"/>
              </dgm:constrLst>
            </dgm:if>
            <dgm:else name="Name6">
              <dgm:constrLst>
                <dgm:constr type="l" for="ch" forName="firstChild"/>
                <dgm:constr type="t" for="ch" forName="firstChild"/>
                <dgm:constr type="w" for="ch" forName="firstChild" refType="w"/>
                <dgm:constr type="h" for="ch" forName="firstChild" refType="h"/>
                <dgm:constr type="l" for="ch" forName="firstChildTx"/>
                <dgm:constr type="r" for="ch" forName="firstChildTx" refType="w" fact="0.825"/>
                <dgm:constr type="h" for="ch" forName="firstChildTx" refFor="ch" refForName="firstChild" op="equ"/>
              </dgm:constrLst>
            </dgm:else>
          </dgm:choose>
          <dgm:ruleLst/>
          <dgm:layoutNode name="firstChild" styleLbl="bgAccFollowNode1">
            <dgm:alg type="sp"/>
            <dgm:shape xmlns:r="http://schemas.openxmlformats.org/officeDocument/2006/relationships" type="rect" r:blip="">
              <dgm:adjLst/>
            </dgm:shape>
            <dgm:presOf axis="ch desOrSelf" ptType="node node" cnt="1 0"/>
            <dgm:constrLst/>
            <dgm:ruleLst/>
          </dgm:layoutNode>
          <dgm:layoutNode name="firstChildTx" styleLbl="bgAccFollowNode1">
            <dgm:varLst>
              <dgm:bulletEnabled val="1"/>
            </dgm:varLst>
            <dgm:alg type="tx">
              <dgm:param type="parTxLTRAlign" val="l"/>
            </dgm:alg>
            <dgm:shape xmlns:r="http://schemas.openxmlformats.org/officeDocument/2006/relationships" type="rect" r:blip="" hideGeom="1">
              <dgm:adjLst/>
            </dgm:shape>
            <dgm:presOf axis="ch desOrSelf" ptType="node node" cnt="1 0"/>
            <dgm:choose name="Name7">
              <dgm:if name="Name8" func="var" arg="dir" op="equ" val="norm">
                <dgm:constrLst>
                  <dgm:constr type="primFontSz" val="65"/>
                  <dgm:constr type="lMarg"/>
                </dgm:constrLst>
              </dgm:if>
              <dgm:else name="Name9">
                <dgm:constrLst>
                  <dgm:constr type="primFontSz" val="65"/>
                  <dgm:constr type="rMarg"/>
                </dgm:constrLst>
              </dgm:else>
            </dgm:choose>
            <dgm:ruleLst>
              <dgm:rule type="primFontSz" val="5" fact="NaN" max="NaN"/>
            </dgm:ruleLst>
          </dgm:layoutNode>
        </dgm:layoutNode>
        <dgm:forEach name="Name10" axis="ch" ptType="node" st="2">
          <dgm:layoutNode name="comp">
            <dgm:alg type="composite"/>
            <dgm:shape xmlns:r="http://schemas.openxmlformats.org/officeDocument/2006/relationships" r:blip="">
              <dgm:adjLst/>
            </dgm:shape>
            <dgm:presOf/>
            <dgm:choose name="Name11">
              <dgm:if name="Name12" func="var" arg="dir" op="equ" val="norm">
                <dgm:constrLst>
                  <dgm:constr type="l" for="ch" forName="child"/>
                  <dgm:constr type="t" for="ch" forName="child"/>
                  <dgm:constr type="w" for="ch" forName="child" refType="w"/>
                  <dgm:constr type="h" for="ch" forName="child" refType="h"/>
                  <dgm:constr type="l" for="ch" forName="childTx" refType="w" fact="0.16"/>
                  <dgm:constr type="r" for="ch" forName="childTx" refType="w"/>
                  <dgm:constr type="h" for="ch" forName="childTx" refFor="ch" refForName="child" op="equ"/>
                </dgm:constrLst>
              </dgm:if>
              <dgm:else name="Name13">
                <dgm:constrLst>
                  <dgm:constr type="l" for="ch" forName="child"/>
                  <dgm:constr type="t" for="ch" forName="child"/>
                  <dgm:constr type="w" for="ch" forName="child" refType="w"/>
                  <dgm:constr type="h" for="ch" forName="child" refType="h"/>
                  <dgm:constr type="l" for="ch" forName="childTx"/>
                  <dgm:constr type="r" for="ch" forName="childTx" refType="w" fact="0.825"/>
                  <dgm:constr type="h" for="ch" forName="childTx" refFor="ch" refForName="child" op="equ"/>
                </dgm:constrLst>
              </dgm:else>
            </dgm:choose>
            <dgm:ruleLst/>
            <dgm:layoutNode name="child" styleLbl="bgAccFollowNode1">
              <dgm:alg type="sp"/>
              <dgm:shape xmlns:r="http://schemas.openxmlformats.org/officeDocument/2006/relationships" type="rect" r:blip="">
                <dgm:adjLst/>
              </dgm:shape>
              <dgm:presOf axis="desOrSelf" ptType="node"/>
              <dgm:constrLst/>
              <dgm:ruleLst/>
            </dgm:layoutNode>
            <dgm:layoutNode name="childTx" styleLbl="bgAccFollowNode1">
              <dgm:varLst>
                <dgm:bulletEnabled val="1"/>
              </dgm:varLst>
              <dgm:alg type="tx">
                <dgm:param type="parTxLTRAlign" val="l"/>
              </dgm:alg>
              <dgm:shape xmlns:r="http://schemas.openxmlformats.org/officeDocument/2006/relationships" type="rect" r:blip="" hideGeom="1">
                <dgm:adjLst/>
              </dgm:shape>
              <dgm:presOf axis="desOrSelf" ptType="node"/>
              <dgm:choose name="Name14">
                <dgm:if name="Name15" func="var" arg="dir" op="equ" val="norm">
                  <dgm:constrLst>
                    <dgm:constr type="primFontSz" val="65"/>
                    <dgm:constr type="lMarg"/>
                  </dgm:constrLst>
                </dgm:if>
                <dgm:else name="Name16">
                  <dgm:constrLst>
                    <dgm:constr type="primFontSz" val="65"/>
                    <dgm:constr type="rMarg"/>
                  </dgm:constrLst>
                </dgm:else>
              </dgm:choose>
              <dgm:ruleLst>
                <dgm:rule type="primFontSz" val="5" fact="NaN" max="NaN"/>
              </dgm:ruleLst>
            </dgm:layoutNode>
          </dgm:layoutNode>
        </dgm:forEach>
      </dgm:layoutNode>
      <dgm:layoutNode name="negSpace">
        <dgm:alg type="sp"/>
        <dgm:shape xmlns:r="http://schemas.openxmlformats.org/officeDocument/2006/relationships" r:blip="">
          <dgm:adjLst/>
        </dgm:shape>
        <dgm:presOf/>
        <dgm:constrLst/>
        <dgm:ruleLst/>
      </dgm:layoutNode>
      <dgm:layoutNode name="circle" styleLbl="node1">
        <dgm:alg type="tx"/>
        <dgm:shape xmlns:r="http://schemas.openxmlformats.org/officeDocument/2006/relationships" type="ellipse" r:blip="">
          <dgm:adjLst/>
        </dgm:shape>
        <dgm:presOf axis="self"/>
        <dgm:constrLst>
          <dgm:constr type="lMarg"/>
          <dgm:constr type="rMarg"/>
          <dgm:constr type="tMarg"/>
          <dgm:constr type="bMarg"/>
          <dgm:constr type="h" refType="w"/>
        </dgm:constrLst>
        <dgm:ruleLst>
          <dgm:rule type="primFontSz" val="5" fact="NaN" max="NaN"/>
        </dgm:ruleLst>
      </dgm:layoutNode>
      <dgm:forEach name="Name17" axis="followSib" ptType="sibTrans" cnt="1">
        <dgm:layoutNode name="transSpace">
          <dgm:alg type="sp"/>
          <dgm:shape xmlns:r="http://schemas.openxmlformats.org/officeDocument/2006/relationships" r:blip="">
            <dgm:adjLst/>
          </dgm:shape>
          <dgm:presOf/>
          <dgm:constrLst/>
          <dgm:ruleLst/>
        </dgm:layoutNode>
      </dgm:forEach>
    </dgm:forEach>
  </dgm:layoutNode>
</dgm:layoutDef>
</file>

<file path=ppt/diagrams/layout23.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24.xml><?xml version="1.0" encoding="utf-8"?>
<dgm:layoutDef xmlns:dgm="http://schemas.openxmlformats.org/drawingml/2006/diagram" xmlns:a="http://schemas.openxmlformats.org/drawingml/2006/main" uniqueId="urn:microsoft.com/office/officeart/2005/8/layout/pList2">
  <dgm:title val=""/>
  <dgm:desc val=""/>
  <dgm:catLst>
    <dgm:cat type="list" pri="11000"/>
    <dgm:cat type="picture" pri="24000"/>
    <dgm:cat type="pictureconvert" pri="2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bkgdShp" refType="w"/>
      <dgm:constr type="h" for="ch" forName="bkgdShp" refType="h" fact="0.45"/>
      <dgm:constr type="t" for="ch" forName="bkgdShp"/>
      <dgm:constr type="w" for="ch" forName="linComp" refType="w" fact="0.94"/>
      <dgm:constr type="h" for="ch" forName="linComp" refType="h"/>
      <dgm:constr type="ctrX" for="ch" forName="linComp" refType="w" fact="0.5"/>
    </dgm:constrLst>
    <dgm:ruleLst/>
    <dgm:choose name="Name1">
      <dgm:if name="Name2" axis="ch" ptType="node" func="cnt" op="gte" val="1">
        <dgm:layoutNode name="bkgdShp" styleLbl="alignAccFollowNode1">
          <dgm:alg type="sp"/>
          <dgm:shape xmlns:r="http://schemas.openxmlformats.org/officeDocument/2006/relationships" type="roundRect" r:blip="">
            <dgm:adjLst>
              <dgm:adj idx="1" val="0.1"/>
            </dgm:adjLst>
          </dgm:shape>
          <dgm:presOf/>
          <dgm:constrLst/>
          <dgm:ruleLst/>
        </dgm:layoutNode>
        <dgm:layoutNode name="linComp">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1"/>
            <dgm:constr type="h" for="ch" ptType="sibTrans" op="equ"/>
            <dgm:constr type="h" for="ch" forName="compNode" op="equ"/>
            <dgm:constr type="primFontSz" for="des" forName="node" op="equ"/>
          </dgm:constrLst>
          <dgm:ruleLst/>
          <dgm:forEach name="nodesForEach" axis="ch" ptType="node">
            <dgm:layoutNode name="compNode">
              <dgm:alg type="composite"/>
              <dgm:shape xmlns:r="http://schemas.openxmlformats.org/officeDocument/2006/relationships" r:blip="">
                <dgm:adjLst/>
              </dgm:shape>
              <dgm:presOf/>
              <dgm:constrLst>
                <dgm:constr type="w" for="ch" forName="node" refType="w"/>
                <dgm:constr type="h" for="ch" forName="node" refType="h" fact="0.55"/>
                <dgm:constr type="b" for="ch" forName="node" refType="h"/>
                <dgm:constr type="w" for="ch" forName="invisiNode" refType="w" fact="0.75"/>
                <dgm:constr type="h" for="ch" forName="invisiNode" refType="h" fact="0.06"/>
                <dgm:constr type="t" for="ch" forName="invisiNode"/>
                <dgm:constr type="w" for="ch" forName="imagNode" refType="w"/>
                <dgm:constr type="h" for="ch" forName="imagNode" refType="h" fact="0.33"/>
                <dgm:constr type="ctrX" for="ch" forName="imagNode" refType="w" fact="0.5"/>
                <dgm:constr type="t" for="ch" forName="imagNode" refType="h" fact="0.06"/>
              </dgm:constrLst>
              <dgm:ruleLst/>
              <dgm:layoutNode name="node" styleLbl="node1">
                <dgm:varLst>
                  <dgm:bulletEnabled val="1"/>
                </dgm:varLst>
                <dgm:alg type="tx">
                  <dgm:param type="txAnchorVert" val="t"/>
                </dgm:alg>
                <dgm:shape xmlns:r="http://schemas.openxmlformats.org/officeDocument/2006/relationships" rot="180" type="round2SameRect" r:blip="">
                  <dgm:adjLst>
                    <dgm:adj idx="1" val="0.105"/>
                  </dgm:adjLst>
                </dgm:shape>
                <dgm:presOf axis="desOrSelf" ptType="node"/>
                <dgm:constrLst>
                  <dgm:constr type="primFontSz" val="65"/>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roundRect" r:blip="" zOrderOff="-2" blipPhldr="1">
                  <dgm:adjLst>
                    <dgm:adj idx="1" val="0.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if>
      <dgm:else name="Name6"/>
    </dgm:choose>
  </dgm:layoutNode>
</dgm:layoutDef>
</file>

<file path=ppt/diagrams/layout25.xml><?xml version="1.0" encoding="utf-8"?>
<dgm:layoutDef xmlns:dgm="http://schemas.openxmlformats.org/drawingml/2006/diagram" xmlns:a="http://schemas.openxmlformats.org/drawingml/2006/main" uniqueId="urn:microsoft.com/office/officeart/2005/8/layout/hList7">
  <dgm:title val=""/>
  <dgm:desc val=""/>
  <dgm:catLst>
    <dgm:cat type="list" pri="12000"/>
    <dgm:cat type="process" pri="20000"/>
    <dgm:cat type="relationship" pri="14000"/>
    <dgm:cat type="convert" pri="8000"/>
    <dgm:cat type="picture" pri="25000"/>
    <dgm:cat type="pictureconvert"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fgShape" refType="w" fact="0.92"/>
      <dgm:constr type="h" for="ch" forName="fgShape" refType="h" fact="0.15"/>
      <dgm:constr type="b" for="ch" forName="fgShape" refType="h" fact="0.95"/>
      <dgm:constr type="ctrX" for="ch" forName="fgShape" refType="w" fact="0.5"/>
      <dgm:constr type="w" for="ch" forName="linComp" refType="w"/>
      <dgm:constr type="h" for="ch" forName="linComp" refType="h"/>
      <dgm:constr type="ctrX" for="ch" forName="linComp" refType="w" fact="0.5"/>
    </dgm:constrLst>
    <dgm:ruleLst/>
    <dgm:layoutNode name="fgShape" styleLbl="fgShp">
      <dgm:alg type="sp"/>
      <dgm:shape xmlns:r="http://schemas.openxmlformats.org/officeDocument/2006/relationships" type="leftRightArrow" r:blip="" zOrderOff="99999">
        <dgm:adjLst/>
      </dgm:shape>
      <dgm:presOf/>
      <dgm:constrLst/>
      <dgm:ruleLst/>
    </dgm:layoutNode>
    <dgm:layoutNode name="linComp">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03"/>
        <dgm:constr type="primFontSz" for="des" ptType="node" op="equ" val="65"/>
      </dgm:constrLst>
      <dgm:ruleLst/>
      <dgm:forEach name="nodesForEach" axis="ch" ptType="node">
        <dgm:layoutNode name="compNode">
          <dgm:alg type="composite"/>
          <dgm:shape xmlns:r="http://schemas.openxmlformats.org/officeDocument/2006/relationships" r:blip="">
            <dgm:adjLst/>
          </dgm:shape>
          <dgm:presOf/>
          <dgm:constrLst>
            <dgm:constr type="w" for="ch" forName="bkgdShape" refType="w"/>
            <dgm:constr type="h" for="ch" forName="bkgdShape" refType="h"/>
            <dgm:constr type="w" for="ch" forName="nodeTx" refType="w"/>
            <dgm:constr type="h" for="ch" forName="nodeTx" refType="h" fact="0.4"/>
            <dgm:constr type="b" for="ch" forName="nodeTx" refType="h" fact="0.8"/>
            <dgm:constr type="w" for="ch" forName="invisiNode" refType="w" fact="0.01"/>
            <dgm:constr type="h" for="ch" forName="invisiNode" refType="h" fact="0.06"/>
            <dgm:constr type="t" for="ch" forName="invisiNode"/>
            <dgm:constr type="ctrX" for="ch" forName="invisiNode" refType="w" fact="0.5"/>
            <dgm:constr type="h" for="ch" forName="imagNode" refType="h" fact="0.333"/>
            <dgm:constr type="w" for="ch" forName="imagNode" refType="h" refFor="ch" refForName="imagNode"/>
            <dgm:constr type="ctrX" for="ch" forName="imagNode" refType="w" fact="0.5"/>
            <dgm:constr type="t" for="ch" forName="imagNode" refType="h" fact="0.06"/>
            <dgm:constr type="w" for="ch" forName="imagNode" refType="w" op="lte" fact="0.94"/>
          </dgm:constrLst>
          <dgm:ruleLst/>
          <dgm:layoutNode name="bkgdShape">
            <dgm:alg type="sp"/>
            <dgm:shape xmlns:r="http://schemas.openxmlformats.org/officeDocument/2006/relationships" type="roundRect" r:blip="">
              <dgm:adjLst>
                <dgm:adj idx="1" val="0.1"/>
              </dgm:adjLst>
            </dgm:shape>
            <dgm:presOf axis="desOrSelf" ptType="node"/>
            <dgm:constrLst/>
            <dgm:ruleLst/>
          </dgm:layoutNode>
          <dgm:layoutNode name="nodeTx">
            <dgm:varLst>
              <dgm:bulletEnabled val="1"/>
            </dgm:varLst>
            <dgm:alg type="tx">
              <dgm:param type="txAnchorVert" val="mid"/>
              <dgm:param type="txAnchorHorzCh" val="ctr"/>
              <dgm:param type="stBulletLvl" val="2"/>
            </dgm:alg>
            <dgm:shape xmlns:r="http://schemas.openxmlformats.org/officeDocument/2006/relationships" type="rect" r:blip="" hideGeom="1">
              <dgm:adjLst/>
            </dgm:shape>
            <dgm:presOf axis="desOrSelf" ptType="node"/>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layoutDef>
</file>

<file path=ppt/diagrams/layout26.xml><?xml version="1.0" encoding="utf-8"?>
<dgm:layoutDef xmlns:dgm="http://schemas.openxmlformats.org/drawingml/2006/diagram" xmlns:a="http://schemas.openxmlformats.org/drawingml/2006/main" uniqueId="urn:microsoft.com/office/officeart/2008/layout/PictureStrips">
  <dgm:title val=""/>
  <dgm:desc val=""/>
  <dgm:catLst>
    <dgm:cat type="list" pri="12500"/>
    <dgm:cat type="picture" pri="13000"/>
    <dgm:cat type="pictureconvert" pri="13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40" srcId="0" destId="10" srcOrd="0" destOrd="0"/>
        <dgm:cxn modelId="50" srcId="0" destId="20" srcOrd="1" destOrd="0"/>
        <dgm:cxn modelId="60" srcId="0" destId="30" srcOrd="2" destOrd="0"/>
        <dgm:cxn modelId="70" srcId="0" destId="40" srcOrd="2"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h"/>
      <dgm:constr type="sp" refType="h" refFor="ch" refForName="composite" op="equ" fact="0.1"/>
      <dgm:constr type="h" for="ch" forName="sibTrans" refType="h" refFor="ch" refForName="composite" op="equ" fact="0.1"/>
      <dgm:constr type="w" for="ch" forName="sibTrans" refType="h" refFor="ch" refForName="sibTrans" op="equ"/>
    </dgm:constrLst>
    <dgm:forEach name="nodesForEach" axis="ch" ptType="node">
      <dgm:layoutNode name="composite">
        <dgm:alg type="composite">
          <dgm:param type="ar" val="3"/>
        </dgm:alg>
        <dgm:shape xmlns:r="http://schemas.openxmlformats.org/officeDocument/2006/relationships" r:blip="">
          <dgm:adjLst/>
        </dgm:shape>
        <dgm:choose name="Name4">
          <dgm:if name="Name5" func="var" arg="dir" op="equ" val="norm">
            <dgm:constrLst>
              <dgm:constr type="l" for="ch" forName="rect1" refType="w" fact="0.04"/>
              <dgm:constr type="t" for="ch" forName="rect1" refType="h" fact="0.13"/>
              <dgm:constr type="w" for="ch" forName="rect1" refType="w" fact="0.96"/>
              <dgm:constr type="h" for="ch" forName="rect1" refType="h" fact="0.9"/>
              <dgm:constr type="l" for="ch" forName="rect2" refType="w" fact="0"/>
              <dgm:constr type="t" for="ch" forName="rect2" refType="h" fact="0"/>
              <dgm:constr type="w" for="ch" forName="rect2" refType="w" fact="0.21"/>
              <dgm:constr type="h" for="ch" forName="rect2" refType="w" fact="0.315"/>
            </dgm:constrLst>
          </dgm:if>
          <dgm:else name="Name6">
            <dgm:constrLst>
              <dgm:constr type="l" for="ch" forName="rect1" refType="w" fact="0"/>
              <dgm:constr type="t" for="ch" forName="rect1" refType="h" fact="0.13"/>
              <dgm:constr type="w" for="ch" forName="rect1" refType="w" fact="0.96"/>
              <dgm:constr type="h" for="ch" forName="rect1" refType="h" fact="0.9"/>
              <dgm:constr type="l" for="ch" forName="rect2" refType="w" fact="0.79"/>
              <dgm:constr type="t" for="ch" forName="rect2" refType="h" fact="0"/>
              <dgm:constr type="w" for="ch" forName="rect2" refType="w" fact="0.21"/>
              <dgm:constr type="h" for="ch" forName="rect2" refType="w" fact="0.315"/>
            </dgm:constrLst>
          </dgm:else>
        </dgm:choose>
        <dgm:layoutNode name="rect1" styleLbl="trAlignAcc1">
          <dgm:varLst>
            <dgm:bulletEnabled val="1"/>
          </dgm:varLst>
          <dgm:alg type="tx">
            <dgm:param type="parTxLTRAlign" val="l"/>
          </dgm:alg>
          <dgm:shape xmlns:r="http://schemas.openxmlformats.org/officeDocument/2006/relationships" type="rect" r:blip="">
            <dgm:adjLst/>
          </dgm:shape>
          <dgm:presOf axis="desOrSelf" ptType="node"/>
          <dgm:choose name="Name7">
            <dgm:if name="Name8" func="var" arg="dir" op="equ" val="norm">
              <dgm:constrLst>
                <dgm:constr type="lMarg" refType="w" fact="0.6"/>
                <dgm:constr type="rMarg" refType="primFontSz" fact="0.3"/>
                <dgm:constr type="tMarg" refType="primFontSz" fact="0.3"/>
                <dgm:constr type="bMarg" refType="primFontSz" fact="0.3"/>
              </dgm:constrLst>
            </dgm:if>
            <dgm:else name="Name9">
              <dgm:constrLst>
                <dgm:constr type="lMarg" refType="primFontSz" fact="0.3"/>
                <dgm:constr type="rMarg" refType="w" fact="0.6"/>
                <dgm:constr type="tMarg" refType="primFontSz" fact="0.3"/>
                <dgm:constr type="bMarg" refType="primFontSz" fact="0.3"/>
              </dgm:constrLst>
            </dgm:else>
          </dgm:choose>
          <dgm:ruleLst>
            <dgm:rule type="primFontSz" val="5" fact="NaN" max="NaN"/>
          </dgm:ruleLst>
        </dgm:layoutNode>
        <dgm:layoutNode name="rect2" styleLbl="fgImgPlace1">
          <dgm:alg type="sp"/>
          <dgm:shape xmlns:r="http://schemas.openxmlformats.org/officeDocument/2006/relationships" type="rect" r:blip=""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27.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28.xml><?xml version="1.0" encoding="utf-8"?>
<dgm:layoutDef xmlns:dgm="http://schemas.openxmlformats.org/drawingml/2006/diagram" xmlns:a="http://schemas.openxmlformats.org/drawingml/2006/main" uniqueId="urn:microsoft.com/office/officeart/2008/layout/AlternatingPictureBlocks">
  <dgm:title val=""/>
  <dgm:desc val=""/>
  <dgm:catLst>
    <dgm:cat type="picture" pri="15000"/>
    <dgm:cat type="pictureconvert" pri="15000"/>
    <dgm:cat type="list" pri="13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primFontSz" for="des" ptType="node" op="equ" val="65"/>
      <dgm:constr type="w" for="ch" forName="comp" refType="w"/>
      <dgm:constr type="h" for="ch" forName="comp" refType="h"/>
      <dgm:constr type="h" for="ch" forName="sibTrans" refType="w" refFor="ch" refForName="comp" op="equ" fact="0.05"/>
    </dgm:constrLst>
    <dgm:ruleLst/>
    <dgm:forEach name="Name0" axis="ch" ptType="node">
      <dgm:layoutNode name="comp" styleLbl="node1">
        <dgm:alg type="composite">
          <dgm:param type="ar" val="3.30"/>
        </dgm:alg>
        <dgm:shape xmlns:r="http://schemas.openxmlformats.org/officeDocument/2006/relationships" r:blip="">
          <dgm:adjLst/>
        </dgm:shape>
        <dgm:presOf/>
        <dgm:choose name="Name1">
          <dgm:if name="Name2" func="var" arg="dir" op="equ" val="norm">
            <dgm:choose name="Name4">
              <dgm:if name="Name5" axis="desOrSelf" ptType="node" func="posOdd" op="equ" val="1">
                <dgm:constrLst>
                  <dgm:constr type="l" for="ch" forName="rect1" refType="w" fact="0"/>
                  <dgm:constr type="t" for="ch" forName="rect1" refType="h" fact="0"/>
                  <dgm:constr type="w" for="ch" forName="rect1" refType="w" fact="0.3"/>
                  <dgm:constr type="h" for="ch" forName="rect1" refType="h"/>
                  <dgm:constr type="l" for="ch" forName="rect2" refType="w" fact="0.33"/>
                  <dgm:constr type="t" for="ch" forName="rect2" refType="h" fact="0"/>
                  <dgm:constr type="w" for="ch" forName="rect2" refType="w" fact="0.67"/>
                  <dgm:constr type="h" for="ch" forName="rect2" refType="h"/>
                </dgm:constrLst>
              </dgm:if>
              <dgm:else name="Name6">
                <dgm:constrLst>
                  <dgm:constr type="l" for="ch" forName="rect1" refType="w" fact="0.7"/>
                  <dgm:constr type="t" for="ch" forName="rect1" refType="h" fact="0"/>
                  <dgm:constr type="w" for="ch" forName="rect1" refType="w" fact="0.3"/>
                  <dgm:constr type="h" for="ch" forName="rect1" refType="h"/>
                  <dgm:constr type="l" for="ch" forName="rect2" refType="w" fact="0"/>
                  <dgm:constr type="t" for="ch" forName="rect2" refType="h" fact="0"/>
                  <dgm:constr type="w" for="ch" forName="rect2" refType="w" fact="0.67"/>
                  <dgm:constr type="h" for="ch" forName="rect2" refType="h"/>
                </dgm:constrLst>
              </dgm:else>
            </dgm:choose>
          </dgm:if>
          <dgm:else name="Name3">
            <dgm:choose name="Name7">
              <dgm:if name="Name8" axis="desOrSelf" ptType="node" func="posOdd" op="equ" val="1">
                <dgm:constrLst>
                  <dgm:constr type="l" for="ch" forName="rect1" refType="w" fact="0.7"/>
                  <dgm:constr type="t" for="ch" forName="rect1" refType="h" fact="0"/>
                  <dgm:constr type="w" for="ch" forName="rect1" refType="w" fact="0.3"/>
                  <dgm:constr type="h" for="ch" forName="rect1" refType="h"/>
                  <dgm:constr type="l" for="ch" forName="rect2" refType="w" fact="0"/>
                  <dgm:constr type="t" for="ch" forName="rect2" refType="h" fact="0"/>
                  <dgm:constr type="w" for="ch" forName="rect2" refType="w" fact="0.67"/>
                  <dgm:constr type="h" for="ch" forName="rect2" refType="h"/>
                </dgm:constrLst>
              </dgm:if>
              <dgm:else name="Name9">
                <dgm:constrLst>
                  <dgm:constr type="l" for="ch" forName="rect1" refType="w" fact="0"/>
                  <dgm:constr type="t" for="ch" forName="rect1" refType="h" fact="0"/>
                  <dgm:constr type="w" for="ch" forName="rect1" refType="w" fact="0.3"/>
                  <dgm:constr type="h" for="ch" forName="rect1" refType="h"/>
                  <dgm:constr type="l" for="ch" forName="rect2" refType="w" fact="0.33"/>
                  <dgm:constr type="t" for="ch" forName="rect2" refType="h" fact="0"/>
                  <dgm:constr type="w" for="ch" forName="rect2" refType="w" fact="0.67"/>
                  <dgm:constr type="h" for="ch" forName="rect2" refType="h"/>
                </dgm:constrLst>
              </dgm:else>
            </dgm:choose>
          </dgm:else>
        </dgm:choose>
        <dgm:ruleLst/>
        <dgm:layoutNode name="rect2" styleLbl="node1">
          <dgm:varLst>
            <dgm:bulletEnabled val="1"/>
          </dgm:varLst>
          <dgm:alg type="tx"/>
          <dgm:shape xmlns:r="http://schemas.openxmlformats.org/officeDocument/2006/relationships" type="rect" r:blip="">
            <dgm:adjLst/>
          </dgm:shape>
          <dgm:presOf axis="desOrSelf" ptType="node"/>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 styleLbl="lnNode1">
          <dgm:alg type="sp"/>
          <dgm:shape xmlns:r="http://schemas.openxmlformats.org/officeDocument/2006/relationships" type="rect" r:blip=""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29.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30.xml><?xml version="1.0" encoding="utf-8"?>
<dgm:layoutDef xmlns:dgm="http://schemas.openxmlformats.org/drawingml/2006/diagram" xmlns:a="http://schemas.openxmlformats.org/drawingml/2006/main" uniqueId="urn:microsoft.com/office/officeart/2008/layout/PictureAccentList">
  <dgm:title val=""/>
  <dgm:desc val=""/>
  <dgm:catLst>
    <dgm:cat type="picture" pri="14000"/>
    <dgm:cat type="list" pri="14500"/>
  </dgm:catLst>
  <dgm:sampData>
    <dgm:dataModel>
      <dgm:ptLst>
        <dgm:pt modelId="0" type="doc"/>
        <dgm:pt modelId="1">
          <dgm:prSet phldr="1"/>
        </dgm:pt>
        <dgm:pt modelId="11">
          <dgm:prSet phldr="1"/>
        </dgm:pt>
        <dgm:pt modelId="12">
          <dgm:prSet phldr="1"/>
        </dgm:pt>
      </dgm:ptLst>
      <dgm:cxnLst>
        <dgm:cxn modelId="4" srcId="0" destId="1" srcOrd="0" destOrd="0"/>
        <dgm:cxn modelId="5" srcId="1" destId="11" srcOrd="0" destOrd="0"/>
        <dgm:cxn modelId="6" srcId="1" destId="12" srcOrd="1" destOrd="0"/>
      </dgm:cxnLst>
      <dgm:bg/>
      <dgm:whole/>
    </dgm:dataModel>
  </dgm:sampData>
  <dgm:styleData>
    <dgm:dataModel>
      <dgm:ptLst>
        <dgm:pt modelId="0" type="doc"/>
        <dgm:pt modelId="1"/>
        <dgm:pt modelId="11"/>
        <dgm:pt modelId="12"/>
        <dgm:pt modelId="13"/>
      </dgm:ptLst>
      <dgm:cxnLst>
        <dgm:cxn modelId="4" srcId="0" destId="1" srcOrd="0" destOrd="0"/>
        <dgm:cxn modelId="5" srcId="1" destId="11" srcOrd="0" destOrd="0"/>
        <dgm:cxn modelId="6" srcId="1" destId="12" srcOrd="0" destOrd="0"/>
        <dgm:cxn modelId="14" srcId="1" destId="13" srcOrd="0" destOrd="0"/>
      </dgm:cxnLst>
      <dgm:bg/>
      <dgm:whole/>
    </dgm:dataModel>
  </dgm:styleData>
  <dgm:clrData>
    <dgm:dataModel>
      <dgm:ptLst>
        <dgm:pt modelId="0" type="doc"/>
        <dgm:pt modelId="1"/>
        <dgm:pt modelId="11"/>
        <dgm:pt modelId="12"/>
        <dgm:pt modelId="13"/>
      </dgm:ptLst>
      <dgm:cxnLst>
        <dgm:cxn modelId="4" srcId="0" destId="1" srcOrd="0" destOrd="0"/>
        <dgm:cxn modelId="5" srcId="1" destId="11" srcOrd="0" destOrd="0"/>
        <dgm:cxn modelId="6" srcId="1" destId="12" srcOrd="0" destOrd="0"/>
        <dgm:cxn modelId="14" srcId="1" destId="13" srcOrd="0" destOrd="0"/>
      </dgm:cxnLst>
      <dgm:bg/>
      <dgm:whole/>
    </dgm:dataModel>
  </dgm:clrData>
  <dgm:layoutNode name="layout">
    <dgm:varLst>
      <dgm:chMax/>
      <dgm:chPref/>
      <dgm:dir/>
      <dgm:animOne val="branch"/>
      <dgm:animLvl val="lvl"/>
      <dgm:resizeHandles/>
    </dgm:varLst>
    <dgm:choose name="Name0">
      <dgm:if name="Name1" func="var" arg="dir" op="equ" val="norm">
        <dgm:alg type="hierChild">
          <dgm:param type="linDir" val="fromL"/>
        </dgm:alg>
      </dgm:if>
      <dgm:else name="Name2">
        <dgm:alg type="hierChild">
          <dgm:param type="linDir" val="fromL"/>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primFontSz" for="des" forName="childText" refType="primFontSz" refFor="des" refForName="rootText" op="lte"/>
      <dgm:constr type="w" for="des" forName="rootComposite" refType="w" fact="4"/>
      <dgm:constr type="h" for="des" forName="rootComposite" refType="h"/>
      <dgm:constr type="w" for="des" forName="childComposite" refType="w" refFor="des" refForName="rootComposite"/>
      <dgm:constr type="h" for="des" forName="childComposite" refType="h" refFor="des" refForName="rootComposite"/>
      <dgm:constr type="sibSp" refType="w" refFor="des" refForName="rootComposite" fact="0.1"/>
      <dgm:constr type="sibSp" for="des" forName="childShape" refType="h" refFor="des" refForName="rootComposite" fact="0.12"/>
      <dgm:constr type="sp" for="des" forName="root" refType="h" refFor="des" refForName="rootComposite" fact="0.18"/>
    </dgm:constrLst>
    <dgm:ruleLst/>
    <dgm:forEach name="Name3" axis="ch">
      <dgm:forEach name="Name4" axis="self" ptType="node" cnt="1">
        <dgm:layoutNode name="root">
          <dgm:varLst>
            <dgm:chMax/>
            <dgm:chPref val="4"/>
          </dgm:varLst>
          <dgm:alg type="hierRoot"/>
          <dgm:shape xmlns:r="http://schemas.openxmlformats.org/officeDocument/2006/relationships" r:blip="">
            <dgm:adjLst/>
          </dgm:shape>
          <dgm:presOf/>
          <dgm:constrLst/>
          <dgm:ruleLst/>
          <dgm:layoutNode name="rootComposite">
            <dgm:varLst/>
            <dgm:alg type="composite"/>
            <dgm:shape xmlns:r="http://schemas.openxmlformats.org/officeDocument/2006/relationships" r:blip="">
              <dgm:adjLst/>
            </dgm:shape>
            <dgm:presOf axis="self" ptType="node" cnt="1"/>
            <dgm:constrLst>
              <dgm:constr type="l" for="ch" forName="rootText"/>
              <dgm:constr type="t" for="ch" forName="rootText"/>
              <dgm:constr type="w" for="ch" forName="rootText" refType="w"/>
              <dgm:constr type="h" for="ch" forName="rootText" refType="h"/>
            </dgm:constrLst>
            <dgm:ruleLst/>
            <dgm:layoutNode name="rootText" styleLbl="node0">
              <dgm:varLst>
                <dgm:chMax/>
                <dgm:chPref val="4"/>
              </dgm:varLst>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 type="primFontSz" val="65" fact="NaN" max="NaN"/>
              </dgm:ruleLst>
            </dgm:layoutNode>
          </dgm:layoutNode>
          <dgm:layoutNode name="childShape">
            <dgm:varLst>
              <dgm:chMax val="0"/>
              <dgm:chPref val="0"/>
            </dgm:varLst>
            <dgm:alg type="hierChild">
              <dgm:param type="chAlign" val="r"/>
              <dgm:param type="linDir" val="fromT"/>
              <dgm:param type="fallback" val="2D"/>
            </dgm:alg>
            <dgm:shape xmlns:r="http://schemas.openxmlformats.org/officeDocument/2006/relationships" r:blip="">
              <dgm:adjLst/>
            </dgm:shape>
            <dgm:presOf/>
            <dgm:constrLst/>
            <dgm:ruleLst/>
            <dgm:forEach name="Name5" axis="ch">
              <dgm:forEach name="Name6" axis="self" ptType="node">
                <dgm:layoutNode name="childComposite">
                  <dgm:varLst>
                    <dgm:chMax val="0"/>
                    <dgm:chPref val="0"/>
                  </dgm:varLst>
                  <dgm:alg type="composite"/>
                  <dgm:shape xmlns:r="http://schemas.openxmlformats.org/officeDocument/2006/relationships" r:blip="">
                    <dgm:adjLst/>
                  </dgm:shape>
                  <dgm:presOf/>
                  <dgm:choose name="Name7">
                    <dgm:if name="Name8" func="var" arg="dir" op="equ" val="norm">
                      <dgm:constrLst>
                        <dgm:constr type="w" for="ch" forName="Image" refType="h"/>
                        <dgm:constr type="h" for="ch" forName="Image" refType="h"/>
                        <dgm:constr type="l" for="ch" forName="Image"/>
                        <dgm:constr type="t" for="ch" forName="Image"/>
                        <dgm:constr type="h" for="ch" forName="childText" refType="h"/>
                        <dgm:constr type="l" for="ch" forName="childText" refType="w" refFor="ch" refForName="Image" fact="1.06"/>
                        <dgm:constr type="t" for="ch" forName="childText"/>
                      </dgm:constrLst>
                    </dgm:if>
                    <dgm:else name="Name9">
                      <dgm:constrLst>
                        <dgm:constr type="w" for="ch" forName="Image" refType="h"/>
                        <dgm:constr type="h" for="ch" forName="Image" refType="h"/>
                        <dgm:constr type="r" for="ch" forName="Image" refType="w"/>
                        <dgm:constr type="t" for="ch" forName="Image"/>
                        <dgm:constr type="h" for="ch" forName="childText" refType="h"/>
                        <dgm:constr type="t" for="ch" forName="childText"/>
                        <dgm:constr type="wOff" for="ch" forName="childText" refType="w" refFor="ch" refForName="Image" fact="-1.06"/>
                      </dgm:constrLst>
                    </dgm:else>
                  </dgm:choose>
                  <dgm:ruleLst/>
                  <dgm:layoutNode name="Image" styleLbl="node1">
                    <dgm:alg type="sp"/>
                    <dgm:shape xmlns:r="http://schemas.openxmlformats.org/officeDocument/2006/relationships" type="roundRect" r:blip="" blipPhldr="1">
                      <dgm:adjLst>
                        <dgm:adj idx="1" val="0.1667"/>
                      </dgm:adjLst>
                    </dgm:shape>
                    <dgm:presOf/>
                  </dgm:layoutNode>
                  <dgm:layoutNode name="childText" styleLbl="lnNode1">
                    <dgm:varLst>
                      <dgm:chMax val="0"/>
                      <dgm:chPref val="0"/>
                      <dgm:bulletEnabled val="1"/>
                    </dgm:varLst>
                    <dgm:alg type="tx"/>
                    <dgm:shape xmlns:r="http://schemas.openxmlformats.org/officeDocument/2006/relationships" type="roundRect" r:blip="">
                      <dgm:adjLst>
                        <dgm:adj idx="1" val="0.1667"/>
                      </dgm:adjLst>
                    </dgm:shape>
                    <dgm:presOf axis="self desOrSelf" ptType="node node" st="1 1" cnt="1 0"/>
                    <dgm:ruleLst>
                      <dgm:rule type="primFontSz" val="5" fact="NaN" max="NaN"/>
                    </dgm:ruleLst>
                  </dgm:layoutNode>
                </dgm:layoutNode>
              </dgm:forEach>
            </dgm:forEach>
          </dgm:layoutNode>
        </dgm:layoutNode>
      </dgm:forEach>
    </dgm:forEach>
  </dgm:layoutNode>
</dgm:layoutDef>
</file>

<file path=ppt/diagrams/layout3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2.xml><?xml version="1.0" encoding="utf-8"?>
<dgm:layoutDef xmlns:dgm="http://schemas.openxmlformats.org/drawingml/2006/diagram" xmlns:a="http://schemas.openxmlformats.org/drawingml/2006/main" uniqueId="urn:microsoft.com/office/officeart/2008/layout/VerticalAccentList">
  <dgm:title val=""/>
  <dgm:desc val=""/>
  <dgm:catLst>
    <dgm:cat type="list" pri="16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clrData>
  <dgm:layoutNode name="Name0">
    <dgm:varLst>
      <dgm:chMax/>
      <dgm:chPref/>
      <dgm:dir/>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constrLst>
      <dgm:constr type="primFontSz" for="des" forName="parenttext" refType="primFontSz" refFor="des" refForName="childtext" op="gte"/>
      <dgm:constr type="w" for="ch" forName="composite" refType="w"/>
      <dgm:constr type="h" for="ch" forName="composite" refType="h"/>
      <dgm:constr type="w" for="ch" forName="parallelogramComposite" refType="w"/>
      <dgm:constr type="h" for="ch" forName="parallelogramComposite" refType="h"/>
      <dgm:constr type="w" for="ch" forName="parenttextcomposite" refType="w" fact="0.9"/>
      <dgm:constr type="h" for="ch" forName="parenttextcomposite" refType="h" fact="0.6"/>
      <dgm:constr type="h" for="ch" forName="sibTrans" refType="h" refFor="ch" refForName="composite" op="equ" fact="0.02"/>
      <dgm:constr type="h" for="ch" forName="sibTrans" op="equ"/>
    </dgm:constrLst>
    <dgm:forEach name="nodesForEach" axis="ch" ptType="node">
      <dgm:layoutNode name="parenttextcomposite">
        <dgm:alg type="composite">
          <dgm:param type="ar" val="11"/>
        </dgm:alg>
        <dgm:shape xmlns:r="http://schemas.openxmlformats.org/officeDocument/2006/relationships" r:blip="">
          <dgm:adjLst/>
        </dgm:shape>
        <dgm:constrLst>
          <dgm:constr type="h" for="ch" forName="parenttext" refType="h"/>
          <dgm:constr type="w" for="ch" forName="parenttext" refType="w"/>
        </dgm:constrLst>
        <dgm:layoutNode name="parenttext" styleLbl="revTx">
          <dgm:varLst>
            <dgm:chMax/>
            <dgm:chPref val="2"/>
            <dgm:bulletEnabled val="1"/>
          </dgm:varLst>
          <dgm:choose name="Name4">
            <dgm:if name="Name5" func="var" arg="dir" op="equ" val="norm">
              <dgm:alg type="tx">
                <dgm:param type="parTxLTRAlign" val="l"/>
                <dgm:param type="txAnchorVert" val="b"/>
              </dgm:alg>
            </dgm:if>
            <dgm:else name="Name6">
              <dgm:alg type="tx">
                <dgm:param type="parTxLTRAlign" val="r"/>
                <dgm:param type="txAnchorVert" val="b"/>
              </dgm:alg>
            </dgm:else>
          </dgm:choose>
          <dgm:shape xmlns:r="http://schemas.openxmlformats.org/officeDocument/2006/relationships" type="rect"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choose name="Name7">
        <dgm:if name="Name8" axis="ch" ptType="node" func="cnt" op="gte" val="1">
          <dgm:layoutNode name="composite">
            <dgm:alg type="composite">
              <dgm:param type="ar" val="6"/>
            </dgm:alg>
            <dgm:shape xmlns:r="http://schemas.openxmlformats.org/officeDocument/2006/relationships" r:blip="">
              <dgm:adjLst/>
            </dgm:shape>
            <dgm:choose name="Name9">
              <dgm:if name="Name10" func="var" arg="dir" op="equ" val="norm">
                <dgm:constrLst>
                  <dgm:constr type="l" for="ch" forName="chevron1" refType="w" fact="0.0301"/>
                  <dgm:constr type="t" for="ch" forName="chevron1" refType="h" fact="0"/>
                  <dgm:constr type="w" for="ch" forName="chevron1" refType="w" fact="0.2106"/>
                  <dgm:constr type="h" for="ch" forName="chevron1" refType="h"/>
                  <dgm:constr type="l" for="ch" forName="chevron2" refType="w" fact="0.1566"/>
                  <dgm:constr type="t" for="ch" forName="chevron2" refType="h" fact="0"/>
                  <dgm:constr type="w" for="ch" forName="chevron2" refType="w" fact="0.2106"/>
                  <dgm:constr type="h" for="ch" forName="chevron2" refType="h"/>
                  <dgm:constr type="l" for="ch" forName="chevron3" refType="w" fact="0.2832"/>
                  <dgm:constr type="t" for="ch" forName="chevron3" refType="h" fact="0"/>
                  <dgm:constr type="w" for="ch" forName="chevron3" refType="w" fact="0.2106"/>
                  <dgm:constr type="h" for="ch" forName="chevron3" refType="h"/>
                  <dgm:constr type="l" for="ch" forName="chevron4" refType="w" fact="0.4097"/>
                  <dgm:constr type="t" for="ch" forName="chevron4" refType="h" fact="0"/>
                  <dgm:constr type="w" for="ch" forName="chevron4" refType="w" fact="0.2106"/>
                  <dgm:constr type="h" for="ch" forName="chevron4" refType="h"/>
                  <dgm:constr type="l" for="ch" forName="chevron5" refType="w" fact="0.5363"/>
                  <dgm:constr type="t" for="ch" forName="chevron5" refType="h" fact="0"/>
                  <dgm:constr type="w" for="ch" forName="chevron5" refType="w" fact="0.2106"/>
                  <dgm:constr type="h" for="ch" forName="chevron5" refType="h"/>
                  <dgm:constr type="l" for="ch" forName="chevron6" refType="w" fact="0.6628"/>
                  <dgm:constr type="t" for="ch" forName="chevron6" refType="h" fact="0"/>
                  <dgm:constr type="w" for="ch" forName="chevron6" refType="w" fact="0.2106"/>
                  <dgm:constr type="h" for="ch" forName="chevron6" refType="h"/>
                  <dgm:constr type="l" for="ch" forName="chevron7" refType="w" fact="0.7894"/>
                  <dgm:constr type="t" for="ch" forName="chevron7" refType="h" fact="0"/>
                  <dgm:constr type="w" for="ch" forName="chevron7" refType="w" fact="0.2106"/>
                  <dgm:constr type="h" for="ch" forName="chevron7" refType="h"/>
                  <dgm:constr type="l" for="ch" forName="childtext" refType="w" fact="0.0301"/>
                  <dgm:constr type="t" for="ch" forName="childtext" refType="h" fact="0.1"/>
                  <dgm:constr type="w" for="ch" forName="childtext" refType="w" fact="0.9117"/>
                  <dgm:constr type="h" for="ch" forName="childtext" refType="h" fact="0.8"/>
                </dgm:constrLst>
              </dgm:if>
              <dgm:else name="Name11">
                <dgm:constrLst>
                  <dgm:constr type="l" for="ch" forName="chevron1" refType="w" fact="0.0301"/>
                  <dgm:constr type="t" for="ch" forName="chevron1" refType="h" fact="0"/>
                  <dgm:constr type="w" for="ch" forName="chevron1" refType="w" fact="0.2106"/>
                  <dgm:constr type="h" for="ch" forName="chevron1" refType="h"/>
                  <dgm:constr type="l" for="ch" forName="chevron2" refType="w" fact="0.1566"/>
                  <dgm:constr type="t" for="ch" forName="chevron2" refType="h" fact="0"/>
                  <dgm:constr type="w" for="ch" forName="chevron2" refType="w" fact="0.2106"/>
                  <dgm:constr type="h" for="ch" forName="chevron2" refType="h"/>
                  <dgm:constr type="l" for="ch" forName="chevron3" refType="w" fact="0.2832"/>
                  <dgm:constr type="t" for="ch" forName="chevron3" refType="h" fact="0"/>
                  <dgm:constr type="w" for="ch" forName="chevron3" refType="w" fact="0.2106"/>
                  <dgm:constr type="h" for="ch" forName="chevron3" refType="h"/>
                  <dgm:constr type="l" for="ch" forName="chevron4" refType="w" fact="0.4097"/>
                  <dgm:constr type="t" for="ch" forName="chevron4" refType="h" fact="0"/>
                  <dgm:constr type="w" for="ch" forName="chevron4" refType="w" fact="0.2106"/>
                  <dgm:constr type="h" for="ch" forName="chevron4" refType="h"/>
                  <dgm:constr type="l" for="ch" forName="chevron5" refType="w" fact="0.5363"/>
                  <dgm:constr type="t" for="ch" forName="chevron5" refType="h" fact="0"/>
                  <dgm:constr type="w" for="ch" forName="chevron5" refType="w" fact="0.2106"/>
                  <dgm:constr type="h" for="ch" forName="chevron5" refType="h"/>
                  <dgm:constr type="l" for="ch" forName="chevron6" refType="w" fact="0.6628"/>
                  <dgm:constr type="t" for="ch" forName="chevron6" refType="h" fact="0"/>
                  <dgm:constr type="w" for="ch" forName="chevron6" refType="w" fact="0.2106"/>
                  <dgm:constr type="h" for="ch" forName="chevron6" refType="h"/>
                  <dgm:constr type="l" for="ch" forName="chevron7" refType="w" fact="0.7894"/>
                  <dgm:constr type="t" for="ch" forName="chevron7" refType="h" fact="0"/>
                  <dgm:constr type="w" for="ch" forName="chevron7" refType="w" fact="0.2106"/>
                  <dgm:constr type="h" for="ch" forName="chevron7" refType="h"/>
                  <dgm:constr type="l" for="ch" forName="childtext" refType="w" fact="0.0883"/>
                  <dgm:constr type="t" for="ch" forName="childtext" refType="h" fact="0.1"/>
                  <dgm:constr type="w" for="ch" forName="childtext" refType="w" fact="0.9117"/>
                  <dgm:constr type="h" for="ch" forName="childtext" refType="h" fact="0.8"/>
                </dgm:constrLst>
              </dgm:else>
            </dgm:choose>
            <dgm:ruleLst/>
            <dgm:layoutNode name="chevron1" styleLbl="alignNode1">
              <dgm:alg type="sp"/>
              <dgm:choose name="Name12">
                <dgm:if name="Name13" func="var" arg="dir" op="equ" val="norm">
                  <dgm:shape xmlns:r="http://schemas.openxmlformats.org/officeDocument/2006/relationships" type="chevron" r:blip="">
                    <dgm:adjLst>
                      <dgm:adj idx="1" val="0.7061"/>
                    </dgm:adjLst>
                  </dgm:shape>
                </dgm:if>
                <dgm:else name="Name14">
                  <dgm:shape xmlns:r="http://schemas.openxmlformats.org/officeDocument/2006/relationships" rot="180" type="chevron" r:blip="">
                    <dgm:adjLst>
                      <dgm:adj idx="1" val="0.7061"/>
                    </dgm:adjLst>
                  </dgm:shape>
                </dgm:else>
              </dgm:choose>
              <dgm:presOf/>
            </dgm:layoutNode>
            <dgm:layoutNode name="chevron2" styleLbl="alignNode1">
              <dgm:alg type="sp"/>
              <dgm:choose name="Name15">
                <dgm:if name="Name16" func="var" arg="dir" op="equ" val="norm">
                  <dgm:shape xmlns:r="http://schemas.openxmlformats.org/officeDocument/2006/relationships" type="chevron" r:blip="">
                    <dgm:adjLst>
                      <dgm:adj idx="1" val="0.7061"/>
                    </dgm:adjLst>
                  </dgm:shape>
                </dgm:if>
                <dgm:else name="Name17">
                  <dgm:shape xmlns:r="http://schemas.openxmlformats.org/officeDocument/2006/relationships" rot="180" type="chevron" r:blip="">
                    <dgm:adjLst>
                      <dgm:adj idx="1" val="0.7061"/>
                    </dgm:adjLst>
                  </dgm:shape>
                </dgm:else>
              </dgm:choose>
              <dgm:presOf/>
            </dgm:layoutNode>
            <dgm:layoutNode name="chevron3" styleLbl="alignNode1">
              <dgm:alg type="sp"/>
              <dgm:choose name="Name18">
                <dgm:if name="Name19" func="var" arg="dir" op="equ" val="norm">
                  <dgm:shape xmlns:r="http://schemas.openxmlformats.org/officeDocument/2006/relationships" type="chevron" r:blip="">
                    <dgm:adjLst>
                      <dgm:adj idx="1" val="0.7061"/>
                    </dgm:adjLst>
                  </dgm:shape>
                </dgm:if>
                <dgm:else name="Name20">
                  <dgm:shape xmlns:r="http://schemas.openxmlformats.org/officeDocument/2006/relationships" rot="180" type="chevron" r:blip="">
                    <dgm:adjLst>
                      <dgm:adj idx="1" val="0.7061"/>
                    </dgm:adjLst>
                  </dgm:shape>
                </dgm:else>
              </dgm:choose>
              <dgm:presOf/>
            </dgm:layoutNode>
            <dgm:layoutNode name="chevron4" styleLbl="alignNode1">
              <dgm:alg type="sp"/>
              <dgm:choose name="Name21">
                <dgm:if name="Name22" func="var" arg="dir" op="equ" val="norm">
                  <dgm:shape xmlns:r="http://schemas.openxmlformats.org/officeDocument/2006/relationships" type="chevron" r:blip="">
                    <dgm:adjLst>
                      <dgm:adj idx="1" val="0.7061"/>
                    </dgm:adjLst>
                  </dgm:shape>
                </dgm:if>
                <dgm:else name="Name23">
                  <dgm:shape xmlns:r="http://schemas.openxmlformats.org/officeDocument/2006/relationships" rot="180" type="chevron" r:blip="">
                    <dgm:adjLst>
                      <dgm:adj idx="1" val="0.7061"/>
                    </dgm:adjLst>
                  </dgm:shape>
                </dgm:else>
              </dgm:choose>
              <dgm:presOf/>
            </dgm:layoutNode>
            <dgm:layoutNode name="chevron5" styleLbl="alignNode1">
              <dgm:alg type="sp"/>
              <dgm:choose name="Name24">
                <dgm:if name="Name25" func="var" arg="dir" op="equ" val="norm">
                  <dgm:shape xmlns:r="http://schemas.openxmlformats.org/officeDocument/2006/relationships" type="chevron" r:blip="">
                    <dgm:adjLst>
                      <dgm:adj idx="1" val="0.7061"/>
                    </dgm:adjLst>
                  </dgm:shape>
                </dgm:if>
                <dgm:else name="Name26">
                  <dgm:shape xmlns:r="http://schemas.openxmlformats.org/officeDocument/2006/relationships" rot="180" type="chevron" r:blip="">
                    <dgm:adjLst>
                      <dgm:adj idx="1" val="0.7061"/>
                    </dgm:adjLst>
                  </dgm:shape>
                </dgm:else>
              </dgm:choose>
              <dgm:presOf/>
            </dgm:layoutNode>
            <dgm:layoutNode name="chevron6" styleLbl="alignNode1">
              <dgm:alg type="sp"/>
              <dgm:choose name="Name27">
                <dgm:if name="Name28" func="var" arg="dir" op="equ" val="norm">
                  <dgm:shape xmlns:r="http://schemas.openxmlformats.org/officeDocument/2006/relationships" type="chevron" r:blip="">
                    <dgm:adjLst>
                      <dgm:adj idx="1" val="0.7061"/>
                    </dgm:adjLst>
                  </dgm:shape>
                </dgm:if>
                <dgm:else name="Name29">
                  <dgm:shape xmlns:r="http://schemas.openxmlformats.org/officeDocument/2006/relationships" rot="180" type="chevron" r:blip="">
                    <dgm:adjLst>
                      <dgm:adj idx="1" val="0.7061"/>
                    </dgm:adjLst>
                  </dgm:shape>
                </dgm:else>
              </dgm:choose>
              <dgm:presOf/>
            </dgm:layoutNode>
            <dgm:layoutNode name="chevron7" styleLbl="alignNode1">
              <dgm:alg type="sp"/>
              <dgm:choose name="Name30">
                <dgm:if name="Name31" func="var" arg="dir" op="equ" val="norm">
                  <dgm:shape xmlns:r="http://schemas.openxmlformats.org/officeDocument/2006/relationships" type="chevron" r:blip="">
                    <dgm:adjLst>
                      <dgm:adj idx="1" val="0.7061"/>
                    </dgm:adjLst>
                  </dgm:shape>
                </dgm:if>
                <dgm:else name="Name32">
                  <dgm:shape xmlns:r="http://schemas.openxmlformats.org/officeDocument/2006/relationships" rot="180" type="chevron" r:blip="">
                    <dgm:adjLst>
                      <dgm:adj idx="1" val="0.7061"/>
                    </dgm:adjLst>
                  </dgm:shape>
                </dgm:else>
              </dgm:choose>
              <dgm:presOf/>
            </dgm:layoutNode>
            <dgm:layoutNode name="childtext" styleLbl="solidFgAcc1">
              <dgm:varLst>
                <dgm:chMax/>
                <dgm:chPref val="0"/>
                <dgm:bulletEnabled val="1"/>
              </dgm:varLst>
              <dgm:choose name="Name33">
                <dgm:if name="Name34" func="var" arg="dir" op="equ" val="norm">
                  <dgm:alg type="tx">
                    <dgm:param type="parTxLTRAlign" val="l"/>
                    <dgm:param type="txAnchorVertCh" val="t"/>
                  </dgm:alg>
                </dgm:if>
                <dgm:else name="Name35">
                  <dgm:alg type="tx">
                    <dgm:param type="parTxLTRAlign" val="r"/>
                    <dgm:param type="shpTxLTRAlignCh" val="r"/>
                    <dgm:param type="txAnchorVertCh" val="t"/>
                  </dgm:alg>
                </dgm:else>
              </dgm:choose>
              <dgm:shape xmlns:r="http://schemas.openxmlformats.org/officeDocument/2006/relationships" type="rect" r:blip="">
                <dgm:adjLst/>
              </dgm:shape>
              <dgm:presOf axis="des" ptType="nod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dgm:if>
        <dgm:else name="Name36">
          <dgm:layoutNode name="parallelogramComposite">
            <dgm:alg type="composite">
              <dgm:param type="ar" val="50"/>
            </dgm:alg>
            <dgm:shape xmlns:r="http://schemas.openxmlformats.org/officeDocument/2006/relationships" r:blip="">
              <dgm:adjLst/>
            </dgm:shape>
            <dgm:constrLst>
              <dgm:constr type="l" for="ch" forName="parallelogram1" refType="w" fact="0"/>
              <dgm:constr type="t" for="ch" forName="parallelogram1" refType="h" fact="0"/>
              <dgm:constr type="w" for="ch" forName="parallelogram1" refType="w" fact="0.12"/>
              <dgm:constr type="h" for="ch" forName="parallelogram1" refType="h"/>
              <dgm:constr type="l" for="ch" forName="parallelogram2" refType="w" fact="0.127"/>
              <dgm:constr type="t" for="ch" forName="parallelogram2" refType="h" fact="0"/>
              <dgm:constr type="w" for="ch" forName="parallelogram2" refType="w" fact="0.12"/>
              <dgm:constr type="h" for="ch" forName="parallelogram2" refType="h"/>
              <dgm:constr type="l" for="ch" forName="parallelogram3" refType="w" fact="0.254"/>
              <dgm:constr type="t" for="ch" forName="parallelogram3" refType="h" fact="0"/>
              <dgm:constr type="w" for="ch" forName="parallelogram3" refType="w" fact="0.12"/>
              <dgm:constr type="h" for="ch" forName="parallelogram3" refType="h"/>
              <dgm:constr type="l" for="ch" forName="parallelogram4" refType="w" fact="0.381"/>
              <dgm:constr type="t" for="ch" forName="parallelogram4" refType="h" fact="0"/>
              <dgm:constr type="w" for="ch" forName="parallelogram4" refType="w" fact="0.12"/>
              <dgm:constr type="h" for="ch" forName="parallelogram4" refType="h"/>
              <dgm:constr type="l" for="ch" forName="parallelogram5" refType="w" fact="0.508"/>
              <dgm:constr type="t" for="ch" forName="parallelogram5" refType="h" fact="0"/>
              <dgm:constr type="w" for="ch" forName="parallelogram5" refType="w" fact="0.12"/>
              <dgm:constr type="h" for="ch" forName="parallelogram5" refType="h"/>
              <dgm:constr type="l" for="ch" forName="parallelogram6" refType="w" fact="0.635"/>
              <dgm:constr type="t" for="ch" forName="parallelogram6" refType="h" fact="0"/>
              <dgm:constr type="w" for="ch" forName="parallelogram6" refType="w" fact="0.12"/>
              <dgm:constr type="h" for="ch" forName="parallelogram6" refType="h"/>
              <dgm:constr type="l" for="ch" forName="parallelogram7" refType="w" fact="0.762"/>
              <dgm:constr type="t" for="ch" forName="parallelogram7" refType="h" fact="0"/>
              <dgm:constr type="w" for="ch" forName="parallelogram7" refType="w" fact="0.12"/>
              <dgm:constr type="h" for="ch" forName="parallelogram7" refType="h"/>
            </dgm:constrLst>
            <dgm:ruleLst/>
            <dgm:layoutNode name="parallelogram1" styleLbl="alignNode1">
              <dgm:alg type="sp"/>
              <dgm:shape xmlns:r="http://schemas.openxmlformats.org/officeDocument/2006/relationships" type="parallelogram" r:blip="">
                <dgm:adjLst>
                  <dgm:adj idx="1" val="1.4084"/>
                </dgm:adjLst>
              </dgm:shape>
              <dgm:presOf/>
            </dgm:layoutNode>
            <dgm:layoutNode name="parallelogram2" styleLbl="alignNode1">
              <dgm:alg type="sp"/>
              <dgm:shape xmlns:r="http://schemas.openxmlformats.org/officeDocument/2006/relationships" type="parallelogram" r:blip="">
                <dgm:adjLst>
                  <dgm:adj idx="1" val="1.4084"/>
                </dgm:adjLst>
              </dgm:shape>
              <dgm:presOf/>
            </dgm:layoutNode>
            <dgm:layoutNode name="parallelogram3" styleLbl="alignNode1">
              <dgm:alg type="sp"/>
              <dgm:shape xmlns:r="http://schemas.openxmlformats.org/officeDocument/2006/relationships" type="parallelogram" r:blip="">
                <dgm:adjLst>
                  <dgm:adj idx="1" val="1.4084"/>
                </dgm:adjLst>
              </dgm:shape>
              <dgm:presOf/>
            </dgm:layoutNode>
            <dgm:layoutNode name="parallelogram4" styleLbl="alignNode1">
              <dgm:alg type="sp"/>
              <dgm:shape xmlns:r="http://schemas.openxmlformats.org/officeDocument/2006/relationships" type="parallelogram" r:blip="">
                <dgm:adjLst>
                  <dgm:adj idx="1" val="1.4084"/>
                </dgm:adjLst>
              </dgm:shape>
              <dgm:presOf/>
            </dgm:layoutNode>
            <dgm:layoutNode name="parallelogram5" styleLbl="alignNode1">
              <dgm:alg type="sp"/>
              <dgm:shape xmlns:r="http://schemas.openxmlformats.org/officeDocument/2006/relationships" type="parallelogram" r:blip="">
                <dgm:adjLst>
                  <dgm:adj idx="1" val="1.4084"/>
                </dgm:adjLst>
              </dgm:shape>
              <dgm:presOf/>
            </dgm:layoutNode>
            <dgm:layoutNode name="parallelogram6" styleLbl="alignNode1">
              <dgm:alg type="sp"/>
              <dgm:shape xmlns:r="http://schemas.openxmlformats.org/officeDocument/2006/relationships" type="parallelogram" r:blip="">
                <dgm:adjLst>
                  <dgm:adj idx="1" val="1.4084"/>
                </dgm:adjLst>
              </dgm:shape>
              <dgm:presOf/>
            </dgm:layoutNode>
            <dgm:layoutNode name="parallelogram7" styleLbl="alignNode1">
              <dgm:alg type="sp"/>
              <dgm:shape xmlns:r="http://schemas.openxmlformats.org/officeDocument/2006/relationships" type="parallelogram" r:blip="">
                <dgm:adjLst>
                  <dgm:adj idx="1" val="1.4084"/>
                </dgm:adjLst>
              </dgm:shape>
              <dgm:presOf/>
            </dgm:layoutNode>
          </dgm:layoutNode>
        </dgm:else>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33.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34.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5.xml><?xml version="1.0" encoding="utf-8"?>
<dgm:layoutDef xmlns:dgm="http://schemas.openxmlformats.org/drawingml/2006/diagram" xmlns:a="http://schemas.openxmlformats.org/drawingml/2006/main" uniqueId="urn:microsoft.com/office/officeart/2009/3/layout/BlockDescendingList">
  <dgm:title val=""/>
  <dgm:desc val=""/>
  <dgm:catLst>
    <dgm:cat type="list" pri="185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13" srcId="10" destId="11" srcOrd="0" destOrd="0"/>
        <dgm:cxn modelId="14" srcId="10" destId="12" srcOrd="0" destOrd="0"/>
        <dgm:cxn modelId="50" srcId="0" destId="20" srcOrd="1" destOrd="0"/>
        <dgm:cxn modelId="23" srcId="20" destId="21" srcOrd="0" destOrd="0"/>
        <dgm:cxn modelId="24" srcId="20" destId="22" srcOrd="0" destOrd="0"/>
        <dgm:cxn modelId="60" srcId="0" destId="30" srcOrd="2" destOrd="0"/>
        <dgm:cxn modelId="33" srcId="30" destId="31" srcOrd="0" destOrd="0"/>
        <dgm:cxn modelId="34" srcId="30" destId="32" srcOrd="0" destOrd="0"/>
      </dgm:cxnLst>
      <dgm:bg/>
      <dgm:whole/>
    </dgm:dataModel>
  </dgm:sampData>
  <dgm:style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tyleData>
  <dgm:clrData>
    <dgm:dataModel>
      <dgm:ptLst>
        <dgm:pt modelId="0" type="doc"/>
        <dgm:pt modelId="10">
          <dgm:prSet phldr="1"/>
        </dgm:pt>
        <dgm:pt modelId="20">
          <dgm:prSet phldr="1"/>
        </dgm:pt>
        <dgm:pt modelId="30">
          <dgm:prSet phldr="1"/>
        </dgm:pt>
        <dgm:pt modelId="70">
          <dgm:prSet phldr="1"/>
        </dgm:pt>
      </dgm:ptLst>
      <dgm:cxnLst>
        <dgm:cxn modelId="40" srcId="0" destId="10" srcOrd="0" destOrd="0"/>
        <dgm:cxn modelId="50" srcId="0" destId="20" srcOrd="1" destOrd="0"/>
        <dgm:cxn modelId="60" srcId="0" destId="30" srcOrd="2" destOrd="0"/>
        <dgm:cxn modelId="80" srcId="0" destId="7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axis="ch" ptType="node" func="cnt" op="equ" val="1">
        <dgm:alg type="composite">
          <dgm:param type="ar" val="0.5516"/>
        </dgm:alg>
        <dgm:choose name="Name3">
          <dgm:if name="Name4" func="var" arg="dir" op="equ" val="norm">
            <dgm:constrLst>
              <dgm:constr type="primFontSz" for="des" forName="childText_1" val="65"/>
              <dgm:constr type="primFontSz" for="des" forName="parentText_1" val="65"/>
              <dgm:constr type="primFontSz" for="des" forName="childText_1" refType="primFontSz" refFor="des" refForName="parentText_1" op="lte"/>
              <dgm:constr type="l" for="ch" forName="accentShape_1" refType="w" fact="0"/>
              <dgm:constr type="t" for="ch" forName="accentShape_1" refType="h" fact="0"/>
              <dgm:constr type="w" for="ch" forName="accentShape_1" refType="w" fact="0.7146"/>
              <dgm:constr type="h" for="ch" forName="accentShape_1" refType="h" fact="0.9952"/>
              <dgm:constr type="l" for="ch" forName="parentText_1" refType="w" fact="0.513"/>
              <dgm:constr type="t" for="ch" forName="parentText_1" refType="h" fact="0"/>
              <dgm:constr type="w" for="ch" forName="parentText_1" refType="w" refFor="ch" refForName="accentShape_1" fact="0.26"/>
              <dgm:constr type="h" for="ch" forName="parentText_1" refType="h" fact="0.78"/>
              <dgm:constr type="l" for="ch" forName="childText_1" refType="w" fact="0"/>
              <dgm:constr type="t" for="ch" forName="childText_1" refType="h" fact="0"/>
              <dgm:constr type="w" for="ch" forName="childText_1" refType="w" refFor="ch" refForName="accentShape_1" fact="0.71"/>
              <dgm:constr type="h" for="ch" forName="childText_1" refType="h"/>
            </dgm:constrLst>
          </dgm:if>
          <dgm:else name="Name5">
            <dgm:constrLst>
              <dgm:constr type="primFontSz" for="des" forName="childText_1" val="65"/>
              <dgm:constr type="primFontSz" for="des" forName="parentText_1" val="65"/>
              <dgm:constr type="primFontSz" for="des" forName="childText_1" refType="primFontSz" refFor="des" refForName="parentText_1" op="lte"/>
              <dgm:constr type="l" for="ch" forName="accentShape_1" refType="w" fact="0"/>
              <dgm:constr type="t" for="ch" forName="accentShape_1" refType="h" fact="0"/>
              <dgm:constr type="w" for="ch" forName="accentShape_1" refType="w" fact="0.7146"/>
              <dgm:constr type="h" for="ch" forName="accentShape_1" refType="h" fact="0.9952"/>
              <dgm:constr type="l" for="ch" forName="parentText_1" refType="w" fact="0.513"/>
              <dgm:constr type="t" for="ch" forName="parentText_1" refType="h" fact="0"/>
              <dgm:constr type="w" for="ch" forName="parentText_1" refType="w" refFor="ch" refForName="accentShape_1" fact="0.26"/>
              <dgm:constr type="h" for="ch" forName="parentText_1" refType="h" fact="0.78"/>
              <dgm:constr type="l" for="ch" forName="childText_1" refType="w" fact="0"/>
              <dgm:constr type="t" for="ch" forName="childText_1" refType="h" fact="0"/>
              <dgm:constr type="w" for="ch" forName="childText_1" refType="w" refFor="ch" refForName="accentShape_1" fact="0.71"/>
              <dgm:constr type="h" for="ch" forName="childText_1" refType="h"/>
            </dgm:constrLst>
          </dgm:else>
        </dgm:choose>
      </dgm:if>
      <dgm:if name="Name6" axis="ch" ptType="node" func="cnt" op="equ" val="2">
        <dgm:alg type="composite">
          <dgm:param type="ar" val="0.9804"/>
        </dgm:alg>
        <dgm:choose name="Name7">
          <dgm:if name="Name8" func="var" arg="dir" op="equ" val="norm">
            <dgm:constrLst>
              <dgm:constr type="primFontSz" for="des" forName="childText_1" val="65"/>
              <dgm:constr type="primFontSz" for="des" forName="parentText_1" val="65"/>
              <dgm:constr type="primFontSz" for="des" forName="childText_1" refType="primFontSz" refFor="des" refForName="parentText_1" op="lte"/>
              <dgm:constr type="primFontSz" for="des" forName="childText_2" refType="primFontSz" refFor="des" refForName="parentText_1" op="lte"/>
              <dgm:constr type="primFontSz" for="des" forName="childText_1" refType="primFontSz" refFor="des" refForName="parentText_2" op="lte"/>
              <dgm:constr type="primFontSz" for="des" forName="childText_2" refType="primFontSz" refFor="des" refForName="parentText_2" op="lte"/>
              <dgm:constr type="primFontSz" for="des" forName="parentText_2" refType="primFontSz" refFor="des" refForName="parentText_1" op="equ"/>
              <dgm:constr type="primFontSz" for="des" forName="childText_2" refType="primFontSz" refFor="des" refForName="childText_1" op="equ"/>
              <dgm:constr type="l" for="ch" forName="accentShape_2" refType="w" fact="0.4393"/>
              <dgm:constr type="t" for="ch" forName="accentShape_2" refType="h" fact="0.1192"/>
              <dgm:constr type="w" for="ch" forName="accentShape_2" refType="w" fact="0.4021"/>
              <dgm:constr type="h" for="ch" forName="accentShape_2" refType="h" fact="0.876"/>
              <dgm:constr type="l" for="ch" forName="accentShape_1" refType="w" fact="0"/>
              <dgm:constr type="t" for="ch" forName="accentShape_1" refType="h" fact="0"/>
              <dgm:constr type="w" for="ch" forName="accentShape_1" refType="w" fact="0.4021"/>
              <dgm:constr type="h" for="ch" forName="accentShape_1" refType="h" fact="0.9952"/>
              <dgm:constr type="l" for="ch" forName="parentText_1" refType="w" fact="0.2946"/>
              <dgm:constr type="t" for="ch" forName="parentText_1" refType="h" fact="0"/>
              <dgm:constr type="w" for="ch" forName="parentText_1" refType="w" refFor="ch" refForName="accentShape_1" fact="0.26"/>
              <dgm:constr type="h" for="ch" forName="parentText_1" refType="h" fact="0.78"/>
              <dgm:constr type="l" for="ch" forName="parentText_2" refType="w" fact="0.7339"/>
              <dgm:constr type="t" for="ch" forName="parentText_2" refType="h" fact="0.1192"/>
              <dgm:constr type="w" for="ch" forName="parentText_2" refType="w" refFor="ch" refForName="accentShape_1" fact="0.26"/>
              <dgm:constr type="h" for="ch" forName="parentText_2" refType="h" fact="0.78"/>
              <dgm:constr type="l" for="ch" forName="childText_1" refType="w" fact="0"/>
              <dgm:constr type="t" for="ch" forName="childText_1" refType="h" fact="0"/>
              <dgm:constr type="w" for="ch" forName="childText_1" refType="w" refFor="ch" refForName="accentShape_1" fact="0.71"/>
              <dgm:constr type="h" for="ch" forName="childText_1" refType="h"/>
              <dgm:constr type="l" for="ch" forName="childText_2" refType="w" fact="0.4393"/>
              <dgm:constr type="t" for="ch" forName="childText_2" refType="h" fact="0.1192"/>
              <dgm:constr type="w" for="ch" forName="childText_2" refType="w" refFor="ch" refForName="accentShape_2" fact="0.71"/>
              <dgm:constr type="h" for="ch" forName="childText_2" refType="h" fact="0.8808"/>
            </dgm:constrLst>
          </dgm:if>
          <dgm:else name="Name9">
            <dgm:constrLst>
              <dgm:constr type="primFontSz" for="des" forName="childText_1" val="65"/>
              <dgm:constr type="primFontSz" for="des" forName="parentText_1" val="65"/>
              <dgm:constr type="primFontSz" for="des" forName="childText_1" refType="primFontSz" refFor="des" refForName="parentText_1" op="lte"/>
              <dgm:constr type="primFontSz" for="des" forName="childText_2" refType="primFontSz" refFor="des" refForName="parentText_1" op="lte"/>
              <dgm:constr type="primFontSz" for="des" forName="childText_1" refType="primFontSz" refFor="des" refForName="parentText_2" op="lte"/>
              <dgm:constr type="primFontSz" for="des" forName="childText_2" refType="primFontSz" refFor="des" refForName="parentText_2" op="lte"/>
              <dgm:constr type="primFontSz" for="des" forName="parentText_2" refType="primFontSz" refFor="des" refForName="parentText_1" op="equ"/>
              <dgm:constr type="primFontSz" for="des" forName="childText_2" refType="primFontSz" refFor="des" refForName="childText_1" op="equ"/>
              <dgm:constr type="l" for="ch" forName="accentShape_1" refType="w" fact="0.4393"/>
              <dgm:constr type="t" for="ch" forName="accentShape_2" refType="h" fact="0.1192"/>
              <dgm:constr type="w" for="ch" forName="accentShape_2" refType="w" fact="0.4021"/>
              <dgm:constr type="h" for="ch" forName="accentShape_2" refType="h" fact="0.876"/>
              <dgm:constr type="l" for="ch" forName="accentShape_2" refType="w" fact="0"/>
              <dgm:constr type="t" for="ch" forName="accentShape_1" refType="h" fact="0"/>
              <dgm:constr type="w" for="ch" forName="accentShape_1" refType="w" fact="0.4021"/>
              <dgm:constr type="h" for="ch" forName="accentShape_1" refType="h" fact="0.9952"/>
              <dgm:constr type="l" for="ch" forName="parentText_2" refType="w" fact="0.2946"/>
              <dgm:constr type="t" for="ch" forName="parentText_1" refType="h" fact="0"/>
              <dgm:constr type="w" for="ch" forName="parentText_1" refType="w" refFor="ch" refForName="accentShape_1" fact="0.26"/>
              <dgm:constr type="h" for="ch" forName="parentText_1" refType="h" fact="0.78"/>
              <dgm:constr type="l" for="ch" forName="parentText_1" refType="w" fact="0.7339"/>
              <dgm:constr type="t" for="ch" forName="parentText_2" refType="h" fact="0.1192"/>
              <dgm:constr type="w" for="ch" forName="parentText_2" refType="w" refFor="ch" refForName="accentShape_1" fact="0.26"/>
              <dgm:constr type="h" for="ch" forName="parentText_2" refType="h" fact="0.78"/>
              <dgm:constr type="l" for="ch" forName="childText_2" refType="w" fact="0"/>
              <dgm:constr type="t" for="ch" forName="childText_1" refType="h" fact="0"/>
              <dgm:constr type="w" for="ch" forName="childText_1" refType="w" refFor="ch" refForName="accentShape_1" fact="0.71"/>
              <dgm:constr type="h" for="ch" forName="childText_1" refType="h"/>
              <dgm:constr type="l" for="ch" forName="childText_1" refType="w" fact="0.4393"/>
              <dgm:constr type="t" for="ch" forName="childText_2" refType="h" fact="0.1192"/>
              <dgm:constr type="w" for="ch" forName="childText_2" refType="w" refFor="ch" refForName="accentShape_2" fact="0.71"/>
              <dgm:constr type="h" for="ch" forName="childText_2" refType="h" fact="0.8808"/>
            </dgm:constrLst>
          </dgm:else>
        </dgm:choose>
      </dgm:if>
      <dgm:if name="Name10" axis="ch" ptType="node" func="cnt" op="equ" val="3">
        <dgm:alg type="composite">
          <dgm:param type="ar" val="1.4097"/>
        </dgm:alg>
        <dgm:choose name="Name11">
          <dgm:if name="Name12" func="var" arg="dir" op="equ" val="norm">
            <dgm:constrLst>
              <dgm:constr type="primFontSz" for="des" forName="childText_1" val="65"/>
              <dgm:constr type="primFontSz" for="des" forName="parentText_1" val="65"/>
              <dgm:constr type="primFontSz" for="des" forName="childText_1" refType="primFontSz" refFor="des" refForName="parentText_1" op="lte"/>
              <dgm:constr type="primFontSz" for="des" forName="childText_2" refType="primFontSz" refFor="des" refForName="parentText_1" op="lte"/>
              <dgm:constr type="primFontSz" for="des" forName="childText_3" refType="primFontSz" refFor="des" refForName="parentText_1" op="lte"/>
              <dgm:constr type="primFontSz" for="des" forName="childText_1" refType="primFontSz" refFor="des" refForName="parentText_2" op="lte"/>
              <dgm:constr type="primFontSz" for="des" forName="childText_2" refType="primFontSz" refFor="des" refForName="parentText_2" op="lte"/>
              <dgm:constr type="primFontSz" for="des" forName="childText_3" refType="primFontSz" refFor="des" refForName="parentText_2" op="lte"/>
              <dgm:constr type="primFontSz" for="des" forName="childText_1" refType="primFontSz" refFor="des" refForName="parentText_3" op="lte"/>
              <dgm:constr type="primFontSz" for="des" forName="childText_2" refType="primFontSz" refFor="des" refForName="parentText_3" op="lte"/>
              <dgm:constr type="primFontSz" for="des" forName="childText_3" refType="primFontSz" refFor="des" refForName="parentText_3" op="lte"/>
              <dgm:constr type="primFontSz" for="des" forName="parentText_2" refType="primFontSz" refFor="des" refForName="parentText_1" op="equ"/>
              <dgm:constr type="primFontSz" for="des" forName="parentText_3" refType="primFontSz" refFor="des" refForName="parentText_1" op="equ"/>
              <dgm:constr type="primFontSz" for="des" forName="childText_2" refType="primFontSz" refFor="des" refForName="childText_1" op="equ"/>
              <dgm:constr type="primFontSz" for="des" forName="childText_3" refType="primFontSz" refFor="des" refForName="childText_1" op="equ"/>
              <dgm:constr type="l" for="ch" forName="accentShape_1" refType="w" fact="0"/>
              <dgm:constr type="t" for="ch" forName="accentShape_1" refType="h" fact="0"/>
              <dgm:constr type="w" for="ch" forName="accentShape_1" refType="w" fact="0.2796"/>
              <dgm:constr type="h" for="ch" forName="accentShape_1" refType="h" fact="0.9952"/>
              <dgm:constr type="l" for="ch" forName="accentShape_2" refType="w" fact="0.3055"/>
              <dgm:constr type="t" for="ch" forName="accentShape_2" refType="h" fact="0.1192"/>
              <dgm:constr type="w" for="ch" forName="accentShape_2" refType="w" fact="0.2796"/>
              <dgm:constr type="h" for="ch" forName="accentShape_2" refType="h" fact="0.876"/>
              <dgm:constr type="l" for="ch" forName="accentShape_3" refType="w" fact="0.6101"/>
              <dgm:constr type="t" for="ch" forName="accentShape_3" refType="h" fact="0.2457"/>
              <dgm:constr type="w" for="ch" forName="accentShape_3" refType="w" fact="0.2796"/>
              <dgm:constr type="h" for="ch" forName="accentShape_3" refType="h" fact="0.7499"/>
              <dgm:constr type="l" for="ch" forName="parentText_1" refType="w" fact="0.2"/>
              <dgm:constr type="t" for="ch" forName="parentText_1" refType="h" fact="0"/>
              <dgm:constr type="w" for="ch" forName="parentText_1" refType="w" refFor="ch" refForName="accentShape_1" fact="0.26"/>
              <dgm:constr type="h" for="ch" forName="parentText_1" refType="h" refFor="ch" refForName="accentShape_1" fact="0.9"/>
              <dgm:constr type="l" for="ch" forName="parentText_2" refType="w" fact="0.5055"/>
              <dgm:constr type="t" for="ch" forName="parentText_2" refType="h" fact="0.1192"/>
              <dgm:constr type="w" for="ch" forName="parentText_2" refType="w" refFor="ch" refForName="accentShape_2" fact="0.26"/>
              <dgm:constr type="h" for="ch" forName="parentText_2" refType="h" refFor="ch" refForName="accentShape_2" fact="0.9"/>
              <dgm:constr type="l" for="ch" forName="parentText_3" refType="w" fact="0.8101"/>
              <dgm:constr type="t" for="ch" forName="parentText_3" refType="h" fact="0.2457"/>
              <dgm:constr type="w" for="ch" forName="parentText_3" refType="w" refFor="ch" refForName="accentShape_3" fact="0.26"/>
              <dgm:constr type="h" for="ch" forName="parentText_3" refType="h" refFor="ch" refForName="accentShape_3" fact="0.9"/>
              <dgm:constr type="l" for="ch" forName="childText_1" refType="w" fact="0"/>
              <dgm:constr type="t" for="ch" forName="childText_1" refType="h" fact="0"/>
              <dgm:constr type="w" for="ch" forName="childText_1" refType="w" refFor="ch" refForName="accentShape_1" fact="0.71"/>
              <dgm:constr type="h" for="ch" forName="childText_1" refType="h"/>
              <dgm:constr type="l" for="ch" forName="childText_2" refType="w" fact="0.3055"/>
              <dgm:constr type="t" for="ch" forName="childText_2" refType="h" fact="0.1192"/>
              <dgm:constr type="w" for="ch" forName="childText_2" refType="w" refFor="ch" refForName="accentShape_2" fact="0.71"/>
              <dgm:constr type="h" for="ch" forName="childText_2" refType="h" fact="0.8808"/>
              <dgm:constr type="l" for="ch" forName="childText_3" refType="w" fact="0.6101"/>
              <dgm:constr type="t" for="ch" forName="childText_3" refType="h" fact="0.2457"/>
              <dgm:constr type="w" for="ch" forName="childText_3" refType="w" refFor="ch" refForName="accentShape_3" fact="0.71"/>
              <dgm:constr type="h" for="ch" forName="childText_3" refType="h" fact="0.7543"/>
            </dgm:constrLst>
          </dgm:if>
          <dgm:else name="Name13">
            <dgm:constrLst>
              <dgm:constr type="primFontSz" for="des" forName="childText_1" val="65"/>
              <dgm:constr type="primFontSz" for="des" forName="parentText_1" val="65"/>
              <dgm:constr type="primFontSz" for="des" forName="childText_1" refType="primFontSz" refFor="des" refForName="parentText_1" op="lte"/>
              <dgm:constr type="primFontSz" for="des" forName="childText_2" refType="primFontSz" refFor="des" refForName="parentText_1" op="lte"/>
              <dgm:constr type="primFontSz" for="des" forName="childText_3" refType="primFontSz" refFor="des" refForName="parentText_1" op="lte"/>
              <dgm:constr type="primFontSz" for="des" forName="childText_1" refType="primFontSz" refFor="des" refForName="parentText_2" op="lte"/>
              <dgm:constr type="primFontSz" for="des" forName="childText_2" refType="primFontSz" refFor="des" refForName="parentText_2" op="lte"/>
              <dgm:constr type="primFontSz" for="des" forName="childText_3" refType="primFontSz" refFor="des" refForName="parentText_2" op="lte"/>
              <dgm:constr type="primFontSz" for="des" forName="childText_1" refType="primFontSz" refFor="des" refForName="parentText_3" op="lte"/>
              <dgm:constr type="primFontSz" for="des" forName="childText_2" refType="primFontSz" refFor="des" refForName="parentText_3" op="lte"/>
              <dgm:constr type="primFontSz" for="des" forName="childText_3" refType="primFontSz" refFor="des" refForName="parentText_3" op="lte"/>
              <dgm:constr type="primFontSz" for="des" forName="parentText_2" refType="primFontSz" refFor="des" refForName="parentText_1" op="equ"/>
              <dgm:constr type="primFontSz" for="des" forName="parentText_3" refType="primFontSz" refFor="des" refForName="parentText_1" op="equ"/>
              <dgm:constr type="primFontSz" for="des" forName="childText_2" refType="primFontSz" refFor="des" refForName="childText_1" op="equ"/>
              <dgm:constr type="primFontSz" for="des" forName="childText_3" refType="primFontSz" refFor="des" refForName="childText_1" op="equ"/>
              <dgm:constr type="l" for="ch" forName="accentShape_3" refType="w" fact="0"/>
              <dgm:constr type="t" for="ch" forName="accentShape_1" refType="h" fact="0"/>
              <dgm:constr type="w" for="ch" forName="accentShape_1" refType="w" fact="0.2796"/>
              <dgm:constr type="h" for="ch" forName="accentShape_1" refType="h" fact="0.9952"/>
              <dgm:constr type="l" for="ch" forName="accentShape_2" refType="w" fact="0.3055"/>
              <dgm:constr type="t" for="ch" forName="accentShape_2" refType="h" fact="0.1192"/>
              <dgm:constr type="w" for="ch" forName="accentShape_2" refType="w" fact="0.2796"/>
              <dgm:constr type="h" for="ch" forName="accentShape_2" refType="h" fact="0.876"/>
              <dgm:constr type="l" for="ch" forName="accentShape_1" refType="w" fact="0.6101"/>
              <dgm:constr type="t" for="ch" forName="accentShape_3" refType="h" fact="0.2457"/>
              <dgm:constr type="w" for="ch" forName="accentShape_3" refType="w" fact="0.2796"/>
              <dgm:constr type="h" for="ch" forName="accentShape_3" refType="h" fact="0.7499"/>
              <dgm:constr type="l" for="ch" forName="parentText_3" refType="w" fact="0.2"/>
              <dgm:constr type="t" for="ch" forName="parentText_1" refType="h" fact="0"/>
              <dgm:constr type="w" for="ch" forName="parentText_1" refType="w" refFor="ch" refForName="accentShape_1" fact="0.26"/>
              <dgm:constr type="h" for="ch" forName="parentText_1" refType="h" refFor="ch" refForName="accentShape_1" fact="0.9"/>
              <dgm:constr type="l" for="ch" forName="parentText_2" refType="w" fact="0.5055"/>
              <dgm:constr type="t" for="ch" forName="parentText_2" refType="h" fact="0.1192"/>
              <dgm:constr type="w" for="ch" forName="parentText_2" refType="w" refFor="ch" refForName="accentShape_2" fact="0.26"/>
              <dgm:constr type="h" for="ch" forName="parentText_2" refType="h" refFor="ch" refForName="accentShape_2" fact="0.9"/>
              <dgm:constr type="l" for="ch" forName="parentText_1" refType="w" fact="0.8101"/>
              <dgm:constr type="t" for="ch" forName="parentText_3" refType="h" fact="0.2457"/>
              <dgm:constr type="w" for="ch" forName="parentText_3" refType="w" refFor="ch" refForName="accentShape_3" fact="0.26"/>
              <dgm:constr type="h" for="ch" forName="parentText_3" refType="h" refFor="ch" refForName="accentShape_3" fact="0.9"/>
              <dgm:constr type="l" for="ch" forName="childText_3" refType="w" fact="0"/>
              <dgm:constr type="t" for="ch" forName="childText_1" refType="h" fact="0"/>
              <dgm:constr type="w" for="ch" forName="childText_1" refType="w" refFor="ch" refForName="accentShape_1" fact="0.71"/>
              <dgm:constr type="h" for="ch" forName="childText_1" refType="h"/>
              <dgm:constr type="l" for="ch" forName="childText_2" refType="w" fact="0.3055"/>
              <dgm:constr type="t" for="ch" forName="childText_2" refType="h" fact="0.1192"/>
              <dgm:constr type="w" for="ch" forName="childText_2" refType="w" refFor="ch" refForName="accentShape_2" fact="0.71"/>
              <dgm:constr type="h" for="ch" forName="childText_2" refType="h" fact="0.8808"/>
              <dgm:constr type="l" for="ch" forName="childText_1" refType="w" fact="0.6101"/>
              <dgm:constr type="t" for="ch" forName="childText_3" refType="h" fact="0.2457"/>
              <dgm:constr type="w" for="ch" forName="childText_3" refType="w" refFor="ch" refForName="accentShape_3" fact="0.71"/>
              <dgm:constr type="h" for="ch" forName="childText_3" refType="h" fact="0.7543"/>
            </dgm:constrLst>
          </dgm:else>
        </dgm:choose>
      </dgm:if>
      <dgm:if name="Name14" axis="ch" ptType="node" func="cnt" op="equ" val="4">
        <dgm:alg type="composite">
          <dgm:param type="ar" val="1.8305"/>
        </dgm:alg>
        <dgm:choose name="Name15">
          <dgm:if name="Name16" func="var" arg="dir" op="equ" val="norm">
            <dgm:constrLst>
              <dgm:constr type="primFontSz" for="des" forName="childText_1" val="65"/>
              <dgm:constr type="primFontSz" for="des" forName="parentText_1" val="65"/>
              <dgm:constr type="primFontSz" for="des" forName="childText_1" refType="primFontSz" refFor="des" refForName="parentText_1" op="lte"/>
              <dgm:constr type="primFontSz" for="des" forName="childText_2" refType="primFontSz" refFor="des" refForName="parentText_1" op="lte"/>
              <dgm:constr type="primFontSz" for="des" forName="childText_3" refType="primFontSz" refFor="des" refForName="parentText_1" op="lte"/>
              <dgm:constr type="primFontSz" for="des" forName="childText_4" refType="primFontSz" refFor="des" refForName="parentText_1" op="lte"/>
              <dgm:constr type="primFontSz" for="des" forName="childText_1" refType="primFontSz" refFor="des" refForName="parentText_2" op="lte"/>
              <dgm:constr type="primFontSz" for="des" forName="childText_2" refType="primFontSz" refFor="des" refForName="parentText_2" op="lte"/>
              <dgm:constr type="primFontSz" for="des" forName="childText_3" refType="primFontSz" refFor="des" refForName="parentText_2" op="lte"/>
              <dgm:constr type="primFontSz" for="des" forName="childText_4" refType="primFontSz" refFor="des" refForName="parentText_2" op="lte"/>
              <dgm:constr type="primFontSz" for="des" forName="childText_1" refType="primFontSz" refFor="des" refForName="parentText_3" op="lte"/>
              <dgm:constr type="primFontSz" for="des" forName="childText_2" refType="primFontSz" refFor="des" refForName="parentText_3" op="lte"/>
              <dgm:constr type="primFontSz" for="des" forName="childText_3" refType="primFontSz" refFor="des" refForName="parentText_3" op="lte"/>
              <dgm:constr type="primFontSz" for="des" forName="childText_4" refType="primFontSz" refFor="des" refForName="parentText_3" op="lte"/>
              <dgm:constr type="primFontSz" for="des" forName="childText_1" refType="primFontSz" refFor="des" refForName="parentText_4" op="lte"/>
              <dgm:constr type="primFontSz" for="des" forName="childText_2" refType="primFontSz" refFor="des" refForName="parentText_4" op="lte"/>
              <dgm:constr type="primFontSz" for="des" forName="childText_3" refType="primFontSz" refFor="des" refForName="parentText_4" op="lte"/>
              <dgm:constr type="primFontSz" for="des" forName="childText_4" refType="primFontSz" refFor="des" refForName="parentText_4" op="lte"/>
              <dgm:constr type="primFontSz" for="des" forName="parentText_2" refType="primFontSz" refFor="des" refForName="parentText_1" op="equ"/>
              <dgm:constr type="primFontSz" for="des" forName="parentText_3" refType="primFontSz" refFor="des" refForName="parentText_1" op="equ"/>
              <dgm:constr type="primFontSz" for="des" forName="parentText_4" refType="primFontSz" refFor="des" refForName="parentText_1" op="equ"/>
              <dgm:constr type="primFontSz" for="des" forName="childText_2" refType="primFontSz" refFor="des" refForName="childText_1" op="equ"/>
              <dgm:constr type="primFontSz" for="des" forName="childText_3" refType="primFontSz" refFor="des" refForName="childText_1" op="equ"/>
              <dgm:constr type="primFontSz" for="des" forName="childText_4" refType="primFontSz" refFor="des" refForName="childText_1" op="equ"/>
              <dgm:constr type="l" for="ch" forName="accentShape_1" refType="w" fact="0"/>
              <dgm:constr type="t" for="ch" forName="accentShape_1" refType="h" fact="0"/>
              <dgm:constr type="w" for="ch" forName="accentShape_1" refType="w" fact="0.2153"/>
              <dgm:constr type="h" for="ch" forName="accentShape_1" refType="h" fact="0.9952"/>
              <dgm:constr type="l" for="ch" forName="accentShape_2" refType="w" fact="0.2353"/>
              <dgm:constr type="t" for="ch" forName="accentShape_2" refType="h" fact="0.1192"/>
              <dgm:constr type="w" for="ch" forName="accentShape_2" refType="w" fact="0.2153"/>
              <dgm:constr type="h" for="ch" forName="accentShape_2" refType="h" fact="0.876"/>
              <dgm:constr type="l" for="ch" forName="accentShape_3" refType="w" fact="0.4699"/>
              <dgm:constr type="t" for="ch" forName="accentShape_3" refType="h" fact="0.2457"/>
              <dgm:constr type="w" for="ch" forName="accentShape_3" refType="w" fact="0.2153"/>
              <dgm:constr type="h" for="ch" forName="accentShape_3" refType="h" fact="0.7495"/>
              <dgm:constr type="l" for="ch" forName="accentShape_4" refType="w" fact="0.6997"/>
              <dgm:constr type="t" for="ch" forName="accentShape_4" refType="h" fact="0.3696"/>
              <dgm:constr type="w" for="ch" forName="accentShape_4" refType="w" fact="0.2153"/>
              <dgm:constr type="h" for="ch" forName="accentShape_4" refType="h" fact="0.6256"/>
              <dgm:constr type="l" for="ch" forName="parentText_1" refType="w" fact="0.16"/>
              <dgm:constr type="t" for="ch" forName="parentText_1" refType="h" fact="0"/>
              <dgm:constr type="w" for="ch" forName="parentText_1" refType="w" refFor="ch" refForName="accentShape_1" fact="0.26"/>
              <dgm:constr type="h" for="ch" forName="parentText_1" refType="h" refFor="ch" refForName="accentShape_1" fact="0.9"/>
              <dgm:constr type="l" for="ch" forName="parentText_2" refType="w" fact="0.3953"/>
              <dgm:constr type="t" for="ch" forName="parentText_2" refType="h" fact="0.1192"/>
              <dgm:constr type="w" for="ch" forName="parentText_2" refType="w" refFor="ch" refForName="accentShape_2" fact="0.26"/>
              <dgm:constr type="h" for="ch" forName="parentText_2" refType="h" refFor="ch" refForName="accentShape_2" fact="0.9"/>
              <dgm:constr type="l" for="ch" forName="parentText_3" refType="w" fact="0.6299"/>
              <dgm:constr type="t" for="ch" forName="parentText_3" refType="h" fact="0.2457"/>
              <dgm:constr type="w" for="ch" forName="parentText_3" refType="w" refFor="ch" refForName="accentShape_3" fact="0.26"/>
              <dgm:constr type="h" for="ch" forName="parentText_3" refType="h" refFor="ch" refForName="accentShape_3" fact="0.9"/>
              <dgm:constr type="l" for="ch" forName="parentText_4" refType="w" fact="0.8597"/>
              <dgm:constr type="t" for="ch" forName="parentText_4" refType="h" fact="0.3696"/>
              <dgm:constr type="w" for="ch" forName="parentText_4" refType="w" refFor="ch" refForName="accentShape_4" fact="0.26"/>
              <dgm:constr type="h" for="ch" forName="parentText_4" refType="h" refFor="ch" refForName="accentShape_4" fact="0.9"/>
              <dgm:constr type="l" for="ch" forName="childText_1" refType="w" fact="0"/>
              <dgm:constr type="t" for="ch" forName="childText_1" refType="h" fact="0"/>
              <dgm:constr type="w" for="ch" forName="childText_1" refType="w" refFor="ch" refForName="accentShape_1" fact="0.71"/>
              <dgm:constr type="h" for="ch" forName="childText_1" refType="h"/>
              <dgm:constr type="l" for="ch" forName="childText_2" refType="w" fact="0.2353"/>
              <dgm:constr type="t" for="ch" forName="childText_2" refType="h" fact="0.1192"/>
              <dgm:constr type="w" for="ch" forName="childText_2" refType="w" refFor="ch" refForName="accentShape_2" fact="0.71"/>
              <dgm:constr type="h" for="ch" forName="childText_2" refType="h" fact="0.8808"/>
              <dgm:constr type="l" for="ch" forName="childText_3" refType="w" fact="0.4699"/>
              <dgm:constr type="t" for="ch" forName="childText_3" refType="h" fact="0.2457"/>
              <dgm:constr type="w" for="ch" forName="childText_3" refType="w" refFor="ch" refForName="accentShape_3" fact="0.71"/>
              <dgm:constr type="h" for="ch" forName="childText_3" refType="h" fact="0.7543"/>
              <dgm:constr type="l" for="ch" forName="childText_4" refType="w" fact="0.6997"/>
              <dgm:constr type="t" for="ch" forName="childText_4" refType="h" fact="0.3696"/>
              <dgm:constr type="w" for="ch" forName="childText_4" refType="w" refFor="ch" refForName="accentShape_4" fact="0.71"/>
              <dgm:constr type="h" for="ch" forName="childText_4" refType="h" fact="0.6261"/>
            </dgm:constrLst>
          </dgm:if>
          <dgm:else name="Name17">
            <dgm:constrLst>
              <dgm:constr type="primFontSz" for="des" forName="childText_1" val="65"/>
              <dgm:constr type="primFontSz" for="des" forName="parentText_1" val="65"/>
              <dgm:constr type="primFontSz" for="des" forName="childText_1" refType="primFontSz" refFor="des" refForName="parentText_1" op="lte"/>
              <dgm:constr type="primFontSz" for="des" forName="childText_2" refType="primFontSz" refFor="des" refForName="parentText_1" op="lte"/>
              <dgm:constr type="primFontSz" for="des" forName="childText_3" refType="primFontSz" refFor="des" refForName="parentText_1" op="lte"/>
              <dgm:constr type="primFontSz" for="des" forName="childText_4" refType="primFontSz" refFor="des" refForName="parentText_1" op="lte"/>
              <dgm:constr type="primFontSz" for="des" forName="childText_1" refType="primFontSz" refFor="des" refForName="parentText_2" op="lte"/>
              <dgm:constr type="primFontSz" for="des" forName="childText_2" refType="primFontSz" refFor="des" refForName="parentText_2" op="lte"/>
              <dgm:constr type="primFontSz" for="des" forName="childText_3" refType="primFontSz" refFor="des" refForName="parentText_2" op="lte"/>
              <dgm:constr type="primFontSz" for="des" forName="childText_4" refType="primFontSz" refFor="des" refForName="parentText_2" op="lte"/>
              <dgm:constr type="primFontSz" for="des" forName="childText_1" refType="primFontSz" refFor="des" refForName="parentText_3" op="lte"/>
              <dgm:constr type="primFontSz" for="des" forName="childText_2" refType="primFontSz" refFor="des" refForName="parentText_3" op="lte"/>
              <dgm:constr type="primFontSz" for="des" forName="childText_3" refType="primFontSz" refFor="des" refForName="parentText_3" op="lte"/>
              <dgm:constr type="primFontSz" for="des" forName="childText_4" refType="primFontSz" refFor="des" refForName="parentText_3" op="lte"/>
              <dgm:constr type="primFontSz" for="des" forName="childText_1" refType="primFontSz" refFor="des" refForName="parentText_4" op="lte"/>
              <dgm:constr type="primFontSz" for="des" forName="childText_2" refType="primFontSz" refFor="des" refForName="parentText_4" op="lte"/>
              <dgm:constr type="primFontSz" for="des" forName="childText_3" refType="primFontSz" refFor="des" refForName="parentText_4" op="lte"/>
              <dgm:constr type="primFontSz" for="des" forName="childText_4" refType="primFontSz" refFor="des" refForName="parentText_4" op="lte"/>
              <dgm:constr type="primFontSz" for="des" forName="parentText_2" refType="primFontSz" refFor="des" refForName="parentText_1" op="equ"/>
              <dgm:constr type="primFontSz" for="des" forName="parentText_3" refType="primFontSz" refFor="des" refForName="parentText_1" op="equ"/>
              <dgm:constr type="primFontSz" for="des" forName="parentText_4" refType="primFontSz" refFor="des" refForName="parentText_1" op="equ"/>
              <dgm:constr type="primFontSz" for="des" forName="childText_2" refType="primFontSz" refFor="des" refForName="childText_1" op="equ"/>
              <dgm:constr type="primFontSz" for="des" forName="childText_3" refType="primFontSz" refFor="des" refForName="childText_1" op="equ"/>
              <dgm:constr type="primFontSz" for="des" forName="childText_4" refType="primFontSz" refFor="des" refForName="childText_1" op="equ"/>
              <dgm:constr type="l" for="ch" forName="accentShape_4" refType="w" fact="0"/>
              <dgm:constr type="t" for="ch" forName="accentShape_1" refType="h" fact="0"/>
              <dgm:constr type="w" for="ch" forName="accentShape_1" refType="w" fact="0.2153"/>
              <dgm:constr type="h" for="ch" forName="accentShape_1" refType="h" fact="0.9952"/>
              <dgm:constr type="l" for="ch" forName="accentShape_3" refType="w" fact="0.2353"/>
              <dgm:constr type="t" for="ch" forName="accentShape_2" refType="h" fact="0.1192"/>
              <dgm:constr type="w" for="ch" forName="accentShape_2" refType="w" fact="0.2153"/>
              <dgm:constr type="h" for="ch" forName="accentShape_2" refType="h" fact="0.876"/>
              <dgm:constr type="l" for="ch" forName="accentShape_2" refType="w" fact="0.4699"/>
              <dgm:constr type="t" for="ch" forName="accentShape_3" refType="h" fact="0.2457"/>
              <dgm:constr type="w" for="ch" forName="accentShape_3" refType="w" fact="0.2153"/>
              <dgm:constr type="h" for="ch" forName="accentShape_3" refType="h" fact="0.7495"/>
              <dgm:constr type="l" for="ch" forName="accentShape_1" refType="w" fact="0.6997"/>
              <dgm:constr type="t" for="ch" forName="accentShape_4" refType="h" fact="0.3696"/>
              <dgm:constr type="w" for="ch" forName="accentShape_4" refType="w" fact="0.2153"/>
              <dgm:constr type="h" for="ch" forName="accentShape_4" refType="h" fact="0.6256"/>
              <dgm:constr type="l" for="ch" forName="parentText_4" refType="w" fact="0.16"/>
              <dgm:constr type="t" for="ch" forName="parentText_1" refType="h" fact="0"/>
              <dgm:constr type="w" for="ch" forName="parentText_1" refType="w" refFor="ch" refForName="accentShape_1" fact="0.26"/>
              <dgm:constr type="h" for="ch" forName="parentText_1" refType="h" refFor="ch" refForName="accentShape_1" fact="0.9"/>
              <dgm:constr type="l" for="ch" forName="parentText_3" refType="w" fact="0.3953"/>
              <dgm:constr type="t" for="ch" forName="parentText_2" refType="h" fact="0.1192"/>
              <dgm:constr type="w" for="ch" forName="parentText_2" refType="w" refFor="ch" refForName="accentShape_2" fact="0.26"/>
              <dgm:constr type="h" for="ch" forName="parentText_2" refType="h" refFor="ch" refForName="accentShape_2" fact="0.9"/>
              <dgm:constr type="l" for="ch" forName="parentText_2" refType="w" fact="0.6299"/>
              <dgm:constr type="t" for="ch" forName="parentText_3" refType="h" fact="0.2457"/>
              <dgm:constr type="w" for="ch" forName="parentText_3" refType="w" refFor="ch" refForName="accentShape_3" fact="0.26"/>
              <dgm:constr type="h" for="ch" forName="parentText_3" refType="h" refFor="ch" refForName="accentShape_3" fact="0.9"/>
              <dgm:constr type="l" for="ch" forName="parentText_1" refType="w" fact="0.8597"/>
              <dgm:constr type="t" for="ch" forName="parentText_4" refType="h" fact="0.3696"/>
              <dgm:constr type="w" for="ch" forName="parentText_4" refType="w" refFor="ch" refForName="accentShape_4" fact="0.26"/>
              <dgm:constr type="h" for="ch" forName="parentText_4" refType="h" refFor="ch" refForName="accentShape_4" fact="0.9"/>
              <dgm:constr type="l" for="ch" forName="childText_4" refType="w" fact="0"/>
              <dgm:constr type="t" for="ch" forName="childText_1" refType="h" fact="0"/>
              <dgm:constr type="w" for="ch" forName="childText_1" refType="w" refFor="ch" refForName="accentShape_1" fact="0.71"/>
              <dgm:constr type="h" for="ch" forName="childText_1" refType="h"/>
              <dgm:constr type="l" for="ch" forName="childText_3" refType="w" fact="0.2353"/>
              <dgm:constr type="t" for="ch" forName="childText_2" refType="h" fact="0.1192"/>
              <dgm:constr type="w" for="ch" forName="childText_2" refType="w" refFor="ch" refForName="accentShape_2" fact="0.71"/>
              <dgm:constr type="h" for="ch" forName="childText_2" refType="h" fact="0.8808"/>
              <dgm:constr type="l" for="ch" forName="childText_2" refType="w" fact="0.4699"/>
              <dgm:constr type="t" for="ch" forName="childText_3" refType="h" fact="0.2457"/>
              <dgm:constr type="w" for="ch" forName="childText_3" refType="w" refFor="ch" refForName="accentShape_3" fact="0.71"/>
              <dgm:constr type="h" for="ch" forName="childText_3" refType="h" fact="0.7543"/>
              <dgm:constr type="l" for="ch" forName="childText_1" refType="w" fact="0.6997"/>
              <dgm:constr type="t" for="ch" forName="childText_4" refType="h" fact="0.3696"/>
              <dgm:constr type="w" for="ch" forName="childText_4" refType="w" refFor="ch" refForName="accentShape_4" fact="0.71"/>
              <dgm:constr type="h" for="ch" forName="childText_4" refType="h" fact="0.6261"/>
            </dgm:constrLst>
          </dgm:else>
        </dgm:choose>
      </dgm:if>
      <dgm:if name="Name18" axis="ch" ptType="node" func="cnt" op="equ" val="5">
        <dgm:alg type="composite">
          <dgm:param type="ar" val="2.0125"/>
        </dgm:alg>
        <dgm:choose name="Name19">
          <dgm:if name="Name20" func="var" arg="dir" op="equ" val="norm">
            <dgm:constrLst>
              <dgm:constr type="primFontSz" for="des" forName="childText_1" val="65"/>
              <dgm:constr type="primFontSz" for="des" forName="parentText_1" val="65"/>
              <dgm:constr type="primFontSz" for="des" forName="childText_1" refType="primFontSz" refFor="des" refForName="parentText_1" op="lte"/>
              <dgm:constr type="primFontSz" for="des" forName="childText_2" refType="primFontSz" refFor="des" refForName="parentText_1" op="lte"/>
              <dgm:constr type="primFontSz" for="des" forName="childText_3" refType="primFontSz" refFor="des" refForName="parentText_1" op="lte"/>
              <dgm:constr type="primFontSz" for="des" forName="childText_4" refType="primFontSz" refFor="des" refForName="parentText_1" op="lte"/>
              <dgm:constr type="primFontSz" for="des" forName="childText_5" refType="primFontSz" refFor="des" refForName="parentText_1" op="lte"/>
              <dgm:constr type="primFontSz" for="des" forName="childText_1" refType="primFontSz" refFor="des" refForName="parentText_2" op="lte"/>
              <dgm:constr type="primFontSz" for="des" forName="childText_2" refType="primFontSz" refFor="des" refForName="parentText_2" op="lte"/>
              <dgm:constr type="primFontSz" for="des" forName="childText_3" refType="primFontSz" refFor="des" refForName="parentText_2" op="lte"/>
              <dgm:constr type="primFontSz" for="des" forName="childText_4" refType="primFontSz" refFor="des" refForName="parentText_2" op="lte"/>
              <dgm:constr type="primFontSz" for="des" forName="childText_5" refType="primFontSz" refFor="des" refForName="parentText_2" op="lte"/>
              <dgm:constr type="primFontSz" for="des" forName="childText_1" refType="primFontSz" refFor="des" refForName="parentText_3" op="lte"/>
              <dgm:constr type="primFontSz" for="des" forName="childText_2" refType="primFontSz" refFor="des" refForName="parentText_3" op="lte"/>
              <dgm:constr type="primFontSz" for="des" forName="childText_3" refType="primFontSz" refFor="des" refForName="parentText_3" op="lte"/>
              <dgm:constr type="primFontSz" for="des" forName="childText_4" refType="primFontSz" refFor="des" refForName="parentText_3" op="lte"/>
              <dgm:constr type="primFontSz" for="des" forName="childText_5" refType="primFontSz" refFor="des" refForName="parentText_3" op="lte"/>
              <dgm:constr type="primFontSz" for="des" forName="childText_1" refType="primFontSz" refFor="des" refForName="parentText_4" op="lte"/>
              <dgm:constr type="primFontSz" for="des" forName="childText_2" refType="primFontSz" refFor="des" refForName="parentText_4" op="lte"/>
              <dgm:constr type="primFontSz" for="des" forName="childText_3" refType="primFontSz" refFor="des" refForName="parentText_4" op="lte"/>
              <dgm:constr type="primFontSz" for="des" forName="childText_4" refType="primFontSz" refFor="des" refForName="parentText_4" op="lte"/>
              <dgm:constr type="primFontSz" for="des" forName="childText_5" refType="primFontSz" refFor="des" refForName="parentText_4" op="lte"/>
              <dgm:constr type="primFontSz" for="des" forName="childText_1" refType="primFontSz" refFor="des" refForName="parentText_5" op="lte"/>
              <dgm:constr type="primFontSz" for="des" forName="childText_2" refType="primFontSz" refFor="des" refForName="parentText_5" op="lte"/>
              <dgm:constr type="primFontSz" for="des" forName="childText_3" refType="primFontSz" refFor="des" refForName="parentText_5" op="lte"/>
              <dgm:constr type="primFontSz" for="des" forName="childText_4" refType="primFontSz" refFor="des" refForName="parentText_5" op="lte"/>
              <dgm:constr type="primFontSz" for="des" forName="childText_5" refType="primFontSz" refFor="des" refForName="parentText_5" op="lte"/>
              <dgm:constr type="primFontSz" for="des" forName="parentText_2" refType="primFontSz" refFor="des" refForName="parentText_1" op="equ"/>
              <dgm:constr type="primFontSz" for="des" forName="parentText_3" refType="primFontSz" refFor="des" refForName="parentText_1" op="equ"/>
              <dgm:constr type="primFontSz" for="des" forName="parentText_4" refType="primFontSz" refFor="des" refForName="parentText_1" op="equ"/>
              <dgm:constr type="primFontSz" for="des" forName="parentText_5" refType="primFontSz" refFor="des" refForName="parentText_1" op="equ"/>
              <dgm:constr type="primFontSz" for="des" forName="childText_2" refType="primFontSz" refFor="des" refForName="childText_1" op="equ"/>
              <dgm:constr type="primFontSz" for="des" forName="childText_3" refType="primFontSz" refFor="des" refForName="childText_1" op="equ"/>
              <dgm:constr type="primFontSz" for="des" forName="childText_4" refType="primFontSz" refFor="des" refForName="childText_1" op="equ"/>
              <dgm:constr type="primFontSz" for="des" forName="childText_5" refType="primFontSz" refFor="des" refForName="childText_1" op="equ"/>
              <dgm:constr type="l" for="ch" forName="accentShape_1" refType="w" fact="0"/>
              <dgm:constr type="t" for="ch" forName="accentShape_1" refType="h" fact="0"/>
              <dgm:constr type="w" for="ch" forName="accentShape_1" refType="w" fact="0.1759"/>
              <dgm:constr type="h" for="ch" forName="accentShape_1" refType="h" fact="0.9952"/>
              <dgm:constr type="l" for="ch" forName="accentShape_2" refType="w" fact="0.192"/>
              <dgm:constr type="t" for="ch" forName="accentShape_2" refType="h" fact="0.1196"/>
              <dgm:constr type="w" for="ch" forName="accentShape_2" refType="w" fact="0.1759"/>
              <dgm:constr type="h" for="ch" forName="accentShape_2" refType="h" fact="0.876"/>
              <dgm:constr type="l" for="ch" forName="accentShape_3" refType="w" fact="0.384"/>
              <dgm:constr type="t" for="ch" forName="accentShape_3" refType="h" fact="0.2457"/>
              <dgm:constr type="w" for="ch" forName="accentShape_3" refType="w" fact="0.1759"/>
              <dgm:constr type="h" for="ch" forName="accentShape_3" refType="h" fact="0.7499"/>
              <dgm:constr type="l" for="ch" forName="accentShape_4" refType="w" fact="0.5759"/>
              <dgm:constr type="t" for="ch" forName="accentShape_4" refType="h" fact="0.3739"/>
              <dgm:constr type="w" for="ch" forName="accentShape_4" refType="w" fact="0.1759"/>
              <dgm:constr type="h" for="ch" forName="accentShape_4" refType="h" fact="0.6217"/>
              <dgm:constr type="l" for="ch" forName="accentShape_5" refType="w" fact="0.7679"/>
              <dgm:constr type="t" for="ch" forName="accentShape_5" refType="h" fact="0.5"/>
              <dgm:constr type="w" for="ch" forName="accentShape_5" refType="w" fact="0.1759"/>
              <dgm:constr type="h" for="ch" forName="accentShape_5" refType="h" fact="0.4956"/>
              <dgm:constr type="l" for="ch" forName="parentText_1" refType="w" fact="0.125"/>
              <dgm:constr type="t" for="ch" forName="parentText_1" refType="h" fact="0"/>
              <dgm:constr type="w" for="ch" forName="parentText_1" refType="w" refFor="ch" refForName="accentShape_1" fact="0.26"/>
              <dgm:constr type="h" for="ch" forName="parentText_1" refType="h" refFor="ch" refForName="accentShape_1" fact="0.9"/>
              <dgm:constr type="l" for="ch" forName="parentText_2" refType="w" fact="0.317"/>
              <dgm:constr type="t" for="ch" forName="parentText_2" refType="h" fact="0.1196"/>
              <dgm:constr type="w" for="ch" forName="parentText_2" refType="w" refFor="ch" refForName="accentShape_2" fact="0.26"/>
              <dgm:constr type="h" for="ch" forName="parentText_2" refType="h" refFor="ch" refForName="accentShape_2" fact="0.9"/>
              <dgm:constr type="l" for="ch" forName="parentText_3" refType="w" fact="0.509"/>
              <dgm:constr type="t" for="ch" forName="parentText_3" refType="h" fact="0.2457"/>
              <dgm:constr type="w" for="ch" forName="parentText_3" refType="w" refFor="ch" refForName="accentShape_3" fact="0.26"/>
              <dgm:constr type="h" for="ch" forName="parentText_3" refType="h" refFor="ch" refForName="accentShape_3" fact="0.9"/>
              <dgm:constr type="l" for="ch" forName="parentText_4" refType="w" fact="0.7009"/>
              <dgm:constr type="t" for="ch" forName="parentText_4" refType="h" fact="0.3739"/>
              <dgm:constr type="w" for="ch" forName="parentText_4" refType="w" refFor="ch" refForName="accentShape_4" fact="0.26"/>
              <dgm:constr type="h" for="ch" forName="parentText_4" refType="h" refFor="ch" refForName="accentShape_4" fact="0.9"/>
              <dgm:constr type="l" for="ch" forName="parentText_5" refType="w" fact="0.8929"/>
              <dgm:constr type="t" for="ch" forName="parentText_5" refType="h" fact="0.5"/>
              <dgm:constr type="w" for="ch" forName="parentText_5" refType="w" refFor="ch" refForName="accentShape_5" fact="0.26"/>
              <dgm:constr type="h" for="ch" forName="parentText_5" refType="h" refFor="ch" refForName="accentShape_5" fact="0.9"/>
              <dgm:constr type="l" for="ch" forName="childText_1" refType="w" fact="0"/>
              <dgm:constr type="t" for="ch" forName="childText_1" refType="h" fact="0"/>
              <dgm:constr type="w" for="ch" forName="childText_1" refType="w" refFor="ch" refForName="accentShape_1" fact="0.71"/>
              <dgm:constr type="h" for="ch" forName="childText_1" refType="h"/>
              <dgm:constr type="l" for="ch" forName="childText_2" refType="w" fact="0.192"/>
              <dgm:constr type="t" for="ch" forName="childText_2" refType="h" fact="0.1192"/>
              <dgm:constr type="w" for="ch" forName="childText_2" refType="w" refFor="ch" refForName="accentShape_2" fact="0.71"/>
              <dgm:constr type="h" for="ch" forName="childText_2" refType="h" fact="0.876"/>
              <dgm:constr type="l" for="ch" forName="childText_3" refType="w" fact="0.384"/>
              <dgm:constr type="t" for="ch" forName="childText_3" refType="h" fact="0.2457"/>
              <dgm:constr type="w" for="ch" forName="childText_3" refType="w" refFor="ch" refForName="accentShape_3" fact="0.71"/>
              <dgm:constr type="h" for="ch" forName="childText_3" refType="h" fact="0.7499"/>
              <dgm:constr type="l" for="ch" forName="childText_4" refType="w" fact="0.5759"/>
              <dgm:constr type="t" for="ch" forName="childText_4" refType="h" fact="0.3739"/>
              <dgm:constr type="w" for="ch" forName="childText_4" refType="w" refFor="ch" refForName="accentShape_4" fact="0.71"/>
              <dgm:constr type="h" for="ch" forName="childText_4" refType="h" fact="0.6217"/>
              <dgm:constr type="l" for="ch" forName="childText_5" refType="w" fact="0.7679"/>
              <dgm:constr type="t" for="ch" forName="childText_5" refType="h" fact="0.5001"/>
              <dgm:constr type="w" for="ch" forName="childText_5" refType="w" refFor="ch" refForName="accentShape_5" fact="0.71"/>
              <dgm:constr type="h" for="ch" forName="childText_5" refType="h" fact="0.4956"/>
            </dgm:constrLst>
          </dgm:if>
          <dgm:else name="Name21">
            <dgm:constrLst>
              <dgm:constr type="primFontSz" for="des" forName="childText_1" val="65"/>
              <dgm:constr type="primFontSz" for="des" forName="parentText_1" val="65"/>
              <dgm:constr type="primFontSz" for="des" forName="childText_1" refType="primFontSz" refFor="des" refForName="parentText_1" op="lte"/>
              <dgm:constr type="primFontSz" for="des" forName="childText_2" refType="primFontSz" refFor="des" refForName="parentText_1" op="lte"/>
              <dgm:constr type="primFontSz" for="des" forName="childText_3" refType="primFontSz" refFor="des" refForName="parentText_1" op="lte"/>
              <dgm:constr type="primFontSz" for="des" forName="childText_4" refType="primFontSz" refFor="des" refForName="parentText_1" op="lte"/>
              <dgm:constr type="primFontSz" for="des" forName="childText_5" refType="primFontSz" refFor="des" refForName="parentText_1" op="lte"/>
              <dgm:constr type="primFontSz" for="des" forName="childText_1" refType="primFontSz" refFor="des" refForName="parentText_2" op="lte"/>
              <dgm:constr type="primFontSz" for="des" forName="childText_2" refType="primFontSz" refFor="des" refForName="parentText_2" op="lte"/>
              <dgm:constr type="primFontSz" for="des" forName="childText_3" refType="primFontSz" refFor="des" refForName="parentText_2" op="lte"/>
              <dgm:constr type="primFontSz" for="des" forName="childText_4" refType="primFontSz" refFor="des" refForName="parentText_2" op="lte"/>
              <dgm:constr type="primFontSz" for="des" forName="childText_5" refType="primFontSz" refFor="des" refForName="parentText_2" op="lte"/>
              <dgm:constr type="primFontSz" for="des" forName="childText_1" refType="primFontSz" refFor="des" refForName="parentText_3" op="lte"/>
              <dgm:constr type="primFontSz" for="des" forName="childText_2" refType="primFontSz" refFor="des" refForName="parentText_3" op="lte"/>
              <dgm:constr type="primFontSz" for="des" forName="childText_3" refType="primFontSz" refFor="des" refForName="parentText_3" op="lte"/>
              <dgm:constr type="primFontSz" for="des" forName="childText_4" refType="primFontSz" refFor="des" refForName="parentText_3" op="lte"/>
              <dgm:constr type="primFontSz" for="des" forName="childText_5" refType="primFontSz" refFor="des" refForName="parentText_3" op="lte"/>
              <dgm:constr type="primFontSz" for="des" forName="childText_1" refType="primFontSz" refFor="des" refForName="parentText_4" op="lte"/>
              <dgm:constr type="primFontSz" for="des" forName="childText_2" refType="primFontSz" refFor="des" refForName="parentText_4" op="lte"/>
              <dgm:constr type="primFontSz" for="des" forName="childText_3" refType="primFontSz" refFor="des" refForName="parentText_4" op="lte"/>
              <dgm:constr type="primFontSz" for="des" forName="childText_4" refType="primFontSz" refFor="des" refForName="parentText_4" op="lte"/>
              <dgm:constr type="primFontSz" for="des" forName="childText_5" refType="primFontSz" refFor="des" refForName="parentText_4" op="lte"/>
              <dgm:constr type="primFontSz" for="des" forName="childText_1" refType="primFontSz" refFor="des" refForName="parentText_5" op="lte"/>
              <dgm:constr type="primFontSz" for="des" forName="childText_2" refType="primFontSz" refFor="des" refForName="parentText_5" op="lte"/>
              <dgm:constr type="primFontSz" for="des" forName="childText_3" refType="primFontSz" refFor="des" refForName="parentText_5" op="lte"/>
              <dgm:constr type="primFontSz" for="des" forName="childText_4" refType="primFontSz" refFor="des" refForName="parentText_5" op="lte"/>
              <dgm:constr type="primFontSz" for="des" forName="childText_5" refType="primFontSz" refFor="des" refForName="parentText_5" op="lte"/>
              <dgm:constr type="primFontSz" for="des" forName="parentText_2" refType="primFontSz" refFor="des" refForName="parentText_1" op="equ"/>
              <dgm:constr type="primFontSz" for="des" forName="parentText_3" refType="primFontSz" refFor="des" refForName="parentText_1" op="equ"/>
              <dgm:constr type="primFontSz" for="des" forName="parentText_4" refType="primFontSz" refFor="des" refForName="parentText_1" op="equ"/>
              <dgm:constr type="primFontSz" for="des" forName="parentText_5" refType="primFontSz" refFor="des" refForName="parentText_1" op="equ"/>
              <dgm:constr type="primFontSz" for="des" forName="childText_2" refType="primFontSz" refFor="des" refForName="childText_1" op="equ"/>
              <dgm:constr type="primFontSz" for="des" forName="childText_3" refType="primFontSz" refFor="des" refForName="childText_1" op="equ"/>
              <dgm:constr type="primFontSz" for="des" forName="childText_4" refType="primFontSz" refFor="des" refForName="childText_1" op="equ"/>
              <dgm:constr type="primFontSz" for="des" forName="childText_5" refType="primFontSz" refFor="des" refForName="childText_1" op="equ"/>
              <dgm:constr type="l" for="ch" forName="accentShape_5" refType="w" fact="0"/>
              <dgm:constr type="t" for="ch" forName="accentShape_1" refType="h" fact="0"/>
              <dgm:constr type="w" for="ch" forName="accentShape_1" refType="w" fact="0.1759"/>
              <dgm:constr type="h" for="ch" forName="accentShape_1" refType="h" fact="0.9952"/>
              <dgm:constr type="l" for="ch" forName="accentShape_4" refType="w" fact="0.192"/>
              <dgm:constr type="t" for="ch" forName="accentShape_2" refType="h" fact="0.1196"/>
              <dgm:constr type="w" for="ch" forName="accentShape_2" refType="w" fact="0.1759"/>
              <dgm:constr type="h" for="ch" forName="accentShape_2" refType="h" fact="0.876"/>
              <dgm:constr type="l" for="ch" forName="accentShape_3" refType="w" fact="0.384"/>
              <dgm:constr type="t" for="ch" forName="accentShape_3" refType="h" fact="0.2457"/>
              <dgm:constr type="w" for="ch" forName="accentShape_3" refType="w" fact="0.1759"/>
              <dgm:constr type="h" for="ch" forName="accentShape_3" refType="h" fact="0.7499"/>
              <dgm:constr type="l" for="ch" forName="accentShape_2" refType="w" fact="0.5759"/>
              <dgm:constr type="t" for="ch" forName="accentShape_4" refType="h" fact="0.3739"/>
              <dgm:constr type="w" for="ch" forName="accentShape_4" refType="w" fact="0.1759"/>
              <dgm:constr type="h" for="ch" forName="accentShape_4" refType="h" fact="0.6217"/>
              <dgm:constr type="l" for="ch" forName="accentShape_1" refType="w" fact="0.7679"/>
              <dgm:constr type="t" for="ch" forName="accentShape_5" refType="h" fact="0.5"/>
              <dgm:constr type="w" for="ch" forName="accentShape_5" refType="w" fact="0.1759"/>
              <dgm:constr type="h" for="ch" forName="accentShape_5" refType="h" fact="0.4956"/>
              <dgm:constr type="l" for="ch" forName="parentText_5" refType="w" fact="0.125"/>
              <dgm:constr type="t" for="ch" forName="parentText_1" refType="h" fact="0"/>
              <dgm:constr type="w" for="ch" forName="parentText_1" refType="w" refFor="ch" refForName="accentShape_1" fact="0.26"/>
              <dgm:constr type="h" for="ch" forName="parentText_1" refType="h" refFor="ch" refForName="accentShape_1" fact="0.9"/>
              <dgm:constr type="l" for="ch" forName="parentText_4" refType="w" fact="0.317"/>
              <dgm:constr type="t" for="ch" forName="parentText_2" refType="h" fact="0.1196"/>
              <dgm:constr type="w" for="ch" forName="parentText_2" refType="w" refFor="ch" refForName="accentShape_2" fact="0.26"/>
              <dgm:constr type="h" for="ch" forName="parentText_2" refType="h" refFor="ch" refForName="accentShape_2" fact="0.9"/>
              <dgm:constr type="l" for="ch" forName="parentText_3" refType="w" fact="0.509"/>
              <dgm:constr type="t" for="ch" forName="parentText_3" refType="h" fact="0.2457"/>
              <dgm:constr type="w" for="ch" forName="parentText_3" refType="w" refFor="ch" refForName="accentShape_3" fact="0.26"/>
              <dgm:constr type="h" for="ch" forName="parentText_3" refType="h" refFor="ch" refForName="accentShape_3" fact="0.9"/>
              <dgm:constr type="l" for="ch" forName="parentText_2" refType="w" fact="0.7009"/>
              <dgm:constr type="t" for="ch" forName="parentText_4" refType="h" fact="0.3739"/>
              <dgm:constr type="w" for="ch" forName="parentText_4" refType="w" refFor="ch" refForName="accentShape_4" fact="0.26"/>
              <dgm:constr type="h" for="ch" forName="parentText_4" refType="h" refFor="ch" refForName="accentShape_4" fact="0.9"/>
              <dgm:constr type="l" for="ch" forName="parentText_1" refType="w" fact="0.8929"/>
              <dgm:constr type="t" for="ch" forName="parentText_5" refType="h" fact="0.5"/>
              <dgm:constr type="w" for="ch" forName="parentText_5" refType="w" refFor="ch" refForName="accentShape_5" fact="0.26"/>
              <dgm:constr type="h" for="ch" forName="parentText_5" refType="h" refFor="ch" refForName="accentShape_5" fact="0.9"/>
              <dgm:constr type="l" for="ch" forName="childText_5" refType="w" fact="0"/>
              <dgm:constr type="t" for="ch" forName="childText_1" refType="h" fact="0"/>
              <dgm:constr type="w" for="ch" forName="childText_1" refType="w" refFor="ch" refForName="accentShape_1" fact="0.71"/>
              <dgm:constr type="h" for="ch" forName="childText_1" refType="h"/>
              <dgm:constr type="l" for="ch" forName="childText_4" refType="w" fact="0.192"/>
              <dgm:constr type="t" for="ch" forName="childText_2" refType="h" fact="0.1192"/>
              <dgm:constr type="w" for="ch" forName="childText_2" refType="w" refFor="ch" refForName="accentShape_2" fact="0.71"/>
              <dgm:constr type="h" for="ch" forName="childText_2" refType="h" fact="0.876"/>
              <dgm:constr type="l" for="ch" forName="childText_3" refType="w" fact="0.384"/>
              <dgm:constr type="t" for="ch" forName="childText_3" refType="h" fact="0.2457"/>
              <dgm:constr type="w" for="ch" forName="childText_3" refType="w" refFor="ch" refForName="accentShape_3" fact="0.71"/>
              <dgm:constr type="h" for="ch" forName="childText_3" refType="h" fact="0.7499"/>
              <dgm:constr type="l" for="ch" forName="childText_2" refType="w" fact="0.5759"/>
              <dgm:constr type="t" for="ch" forName="childText_4" refType="h" fact="0.3739"/>
              <dgm:constr type="w" for="ch" forName="childText_4" refType="w" refFor="ch" refForName="accentShape_4" fact="0.71"/>
              <dgm:constr type="h" for="ch" forName="childText_4" refType="h" fact="0.6261"/>
              <dgm:constr type="l" for="ch" forName="childText_1" refType="w" fact="0.7679"/>
              <dgm:constr type="t" for="ch" forName="childText_5" refType="h" fact="0.5001"/>
              <dgm:constr type="w" for="ch" forName="childText_5" refType="w" refFor="ch" refForName="accentShape_5" fact="0.71"/>
              <dgm:constr type="h" for="ch" forName="childText_5" refType="h" fact="0.4999"/>
            </dgm:constrLst>
          </dgm:else>
        </dgm:choose>
      </dgm:if>
      <dgm:if name="Name22" axis="ch" ptType="node" func="cnt" op="equ" val="6">
        <dgm:alg type="composite">
          <dgm:param type="ar" val="2.4006"/>
        </dgm:alg>
        <dgm:shape xmlns:r="http://schemas.openxmlformats.org/officeDocument/2006/relationships" r:blip="">
          <dgm:adjLst/>
        </dgm:shape>
        <dgm:choose name="Name23">
          <dgm:if name="Name24" func="var" arg="dir" op="equ" val="norm">
            <dgm:constrLst>
              <dgm:constr type="primFontSz" for="des" forName="childText_1" val="65"/>
              <dgm:constr type="primFontSz" for="des" forName="parentText_1" val="65"/>
              <dgm:constr type="primFontSz" for="des" forName="childText_1" refType="primFontSz" refFor="des" refForName="parentText_1" op="lte"/>
              <dgm:constr type="primFontSz" for="des" forName="childText_2" refType="primFontSz" refFor="des" refForName="parentText_1" op="lte"/>
              <dgm:constr type="primFontSz" for="des" forName="childText_3" refType="primFontSz" refFor="des" refForName="parentText_1" op="lte"/>
              <dgm:constr type="primFontSz" for="des" forName="childText_4" refType="primFontSz" refFor="des" refForName="parentText_1" op="lte"/>
              <dgm:constr type="primFontSz" for="des" forName="childText_5" refType="primFontSz" refFor="des" refForName="parentText_1" op="lte"/>
              <dgm:constr type="primFontSz" for="des" forName="childText_6" refType="primFontSz" refFor="des" refForName="parentText_1" op="lte"/>
              <dgm:constr type="primFontSz" for="des" forName="childText_1" refType="primFontSz" refFor="des" refForName="parentText_2" op="lte"/>
              <dgm:constr type="primFontSz" for="des" forName="childText_2" refType="primFontSz" refFor="des" refForName="parentText_2" op="lte"/>
              <dgm:constr type="primFontSz" for="des" forName="childText_3" refType="primFontSz" refFor="des" refForName="parentText_2" op="lte"/>
              <dgm:constr type="primFontSz" for="des" forName="childText_4" refType="primFontSz" refFor="des" refForName="parentText_2" op="lte"/>
              <dgm:constr type="primFontSz" for="des" forName="childText_5" refType="primFontSz" refFor="des" refForName="parentText_2" op="lte"/>
              <dgm:constr type="primFontSz" for="des" forName="childText_6" refType="primFontSz" refFor="des" refForName="parentText_2" op="lte"/>
              <dgm:constr type="primFontSz" for="des" forName="childText_1" refType="primFontSz" refFor="des" refForName="parentText_3" op="lte"/>
              <dgm:constr type="primFontSz" for="des" forName="childText_2" refType="primFontSz" refFor="des" refForName="parentText_3" op="lte"/>
              <dgm:constr type="primFontSz" for="des" forName="childText_3" refType="primFontSz" refFor="des" refForName="parentText_3" op="lte"/>
              <dgm:constr type="primFontSz" for="des" forName="childText_4" refType="primFontSz" refFor="des" refForName="parentText_3" op="lte"/>
              <dgm:constr type="primFontSz" for="des" forName="childText_5" refType="primFontSz" refFor="des" refForName="parentText_3" op="lte"/>
              <dgm:constr type="primFontSz" for="des" forName="childText_6" refType="primFontSz" refFor="des" refForName="parentText_3" op="lte"/>
              <dgm:constr type="primFontSz" for="des" forName="childText_1" refType="primFontSz" refFor="des" refForName="parentText_4" op="lte"/>
              <dgm:constr type="primFontSz" for="des" forName="childText_2" refType="primFontSz" refFor="des" refForName="parentText_4" op="lte"/>
              <dgm:constr type="primFontSz" for="des" forName="childText_3" refType="primFontSz" refFor="des" refForName="parentText_4" op="lte"/>
              <dgm:constr type="primFontSz" for="des" forName="childText_4" refType="primFontSz" refFor="des" refForName="parentText_4" op="lte"/>
              <dgm:constr type="primFontSz" for="des" forName="childText_5" refType="primFontSz" refFor="des" refForName="parentText_4" op="lte"/>
              <dgm:constr type="primFontSz" for="des" forName="childText_6" refType="primFontSz" refFor="des" refForName="parentText_4" op="lte"/>
              <dgm:constr type="primFontSz" for="des" forName="childText_1" refType="primFontSz" refFor="des" refForName="parentText_5" op="lte"/>
              <dgm:constr type="primFontSz" for="des" forName="childText_2" refType="primFontSz" refFor="des" refForName="parentText_5" op="lte"/>
              <dgm:constr type="primFontSz" for="des" forName="childText_3" refType="primFontSz" refFor="des" refForName="parentText_5" op="lte"/>
              <dgm:constr type="primFontSz" for="des" forName="childText_4" refType="primFontSz" refFor="des" refForName="parentText_5" op="lte"/>
              <dgm:constr type="primFontSz" for="des" forName="childText_5" refType="primFontSz" refFor="des" refForName="parentText_5" op="lte"/>
              <dgm:constr type="primFontSz" for="des" forName="childText_6" refType="primFontSz" refFor="des" refForName="parentText_5" op="lte"/>
              <dgm:constr type="primFontSz" for="des" forName="childText_1" refType="primFontSz" refFor="des" refForName="parentText_6" op="lte"/>
              <dgm:constr type="primFontSz" for="des" forName="childText_2" refType="primFontSz" refFor="des" refForName="parentText_6" op="lte"/>
              <dgm:constr type="primFontSz" for="des" forName="childText_3" refType="primFontSz" refFor="des" refForName="parentText_6" op="lte"/>
              <dgm:constr type="primFontSz" for="des" forName="childText_4" refType="primFontSz" refFor="des" refForName="parentText_6" op="lte"/>
              <dgm:constr type="primFontSz" for="des" forName="childText_5" refType="primFontSz" refFor="des" refForName="parentText_6" op="lte"/>
              <dgm:constr type="primFontSz" for="des" forName="childText_6" refType="primFontSz" refFor="des" refForName="parentText_6" op="lte"/>
              <dgm:constr type="primFontSz" for="des" forName="parentText_2" refType="primFontSz" refFor="des" refForName="parentText_1" op="equ"/>
              <dgm:constr type="primFontSz" for="des" forName="parentText_3" refType="primFontSz" refFor="des" refForName="parentText_1" op="equ"/>
              <dgm:constr type="primFontSz" for="des" forName="parentText_4" refType="primFontSz" refFor="des" refForName="parentText_1" op="equ"/>
              <dgm:constr type="primFontSz" for="des" forName="parentText_5" refType="primFontSz" refFor="des" refForName="parentText_1" op="equ"/>
              <dgm:constr type="primFontSz" for="des" forName="parentText_6" refType="primFontSz" refFor="des" refForName="parentText_1" op="equ"/>
              <dgm:constr type="primFontSz" for="des" forName="childText_2" refType="primFontSz" refFor="des" refForName="childText_1" op="equ"/>
              <dgm:constr type="primFontSz" for="des" forName="childText_3" refType="primFontSz" refFor="des" refForName="childText_1" op="equ"/>
              <dgm:constr type="primFontSz" for="des" forName="childText_4" refType="primFontSz" refFor="des" refForName="childText_1" op="equ"/>
              <dgm:constr type="primFontSz" for="des" forName="childText_5" refType="primFontSz" refFor="des" refForName="childText_1" op="equ"/>
              <dgm:constr type="primFontSz" for="des" forName="childText_6" refType="primFontSz" refFor="des" refForName="childText_1" op="equ"/>
              <dgm:constr type="l" for="ch" forName="accentShape_1" refType="w" fact="0"/>
              <dgm:constr type="t" for="ch" forName="accentShape_1" refType="h" fact="0"/>
              <dgm:constr type="w" for="ch" forName="accentShape_1" refType="w" fact="0.1473"/>
              <dgm:constr type="h" for="ch" forName="accentShape_1" refType="h"/>
              <dgm:constr type="l" for="ch" forName="accentShape_2" refType="w" fact="0.1608"/>
              <dgm:constr type="t" for="ch" forName="accentShape_2" refType="h" fact="0.1"/>
              <dgm:constr type="w" for="ch" forName="accentShape_2" refType="w" fact="0.1473"/>
              <dgm:constr type="h" for="ch" forName="accentShape_2" refType="h" fact="0.9"/>
              <dgm:constr type="l" for="ch" forName="accentShape_3" refType="w" fact="0.3216"/>
              <dgm:constr type="t" for="ch" forName="accentShape_3" refType="h" fact="0.2"/>
              <dgm:constr type="w" for="ch" forName="accentShape_3" refType="w" fact="0.1473"/>
              <dgm:constr type="h" for="ch" forName="accentShape_3" refType="h" fact="0.8"/>
              <dgm:constr type="l" for="ch" forName="accentShape_4" refType="w" fact="0.4824"/>
              <dgm:constr type="t" for="ch" forName="accentShape_4" refType="h" fact="0.3"/>
              <dgm:constr type="w" for="ch" forName="accentShape_4" refType="w" fact="0.1473"/>
              <dgm:constr type="h" for="ch" forName="accentShape_4" refType="h" fact="0.7"/>
              <dgm:constr type="l" for="ch" forName="accentShape_5" refType="w" fact="0.6432"/>
              <dgm:constr type="t" for="ch" forName="accentShape_5" refType="h" fact="0.4"/>
              <dgm:constr type="w" for="ch" forName="accentShape_5" refType="w" fact="0.1473"/>
              <dgm:constr type="h" for="ch" forName="accentShape_5" refType="h" fact="0.6"/>
              <dgm:constr type="l" for="ch" forName="accentShape_6" refType="w" fact="0.8056"/>
              <dgm:constr type="t" for="ch" forName="accentShape_6" refType="h" fact="0.5"/>
              <dgm:constr type="w" for="ch" forName="accentShape_6" refType="w" fact="0.1473"/>
              <dgm:constr type="h" for="ch" forName="accentShape_6" refType="h" fact="0.5"/>
              <dgm:constr type="l" for="ch" forName="childText_1" refType="w" fact="0"/>
              <dgm:constr type="t" for="ch" forName="childText_1" refType="h" fact="0"/>
              <dgm:constr type="w" for="ch" forName="childText_1" refType="w" refFor="ch" refForName="accentShape_1" fact="0.7"/>
              <dgm:constr type="h" for="ch" forName="childText_1" refType="h" refFor="ch" refForName="accentShape_1"/>
              <dgm:constr type="l" for="ch" forName="childText_2" refType="w" fact="0.1608"/>
              <dgm:constr type="t" for="ch" forName="childText_2" refType="h" fact="0.1"/>
              <dgm:constr type="w" for="ch" forName="childText_2" refType="w" refFor="ch" refForName="accentShape_2" fact="0.7"/>
              <dgm:constr type="h" for="ch" forName="childText_2" refType="h" refFor="ch" refForName="accentShape_2"/>
              <dgm:constr type="l" for="ch" forName="childText_3" refType="w" fact="0.3216"/>
              <dgm:constr type="t" for="ch" forName="childText_3" refType="h" fact="0.2"/>
              <dgm:constr type="w" for="ch" forName="childText_3" refType="w" refFor="ch" refForName="accentShape_3" fact="0.7"/>
              <dgm:constr type="h" for="ch" forName="childText_3" refType="h" refFor="ch" refForName="accentShape_3"/>
              <dgm:constr type="l" for="ch" forName="childText_4" refType="w" fact="0.4824"/>
              <dgm:constr type="t" for="ch" forName="childText_4" refType="h" fact="0.3"/>
              <dgm:constr type="w" for="ch" forName="childText_4" refType="w" refFor="ch" refForName="accentShape_4" fact="0.7"/>
              <dgm:constr type="h" for="ch" forName="childText_4" refType="h" refFor="ch" refForName="accentShape_4"/>
              <dgm:constr type="l" for="ch" forName="childText_5" refType="w" fact="0.6432"/>
              <dgm:constr type="t" for="ch" forName="childText_5" refType="h" fact="0.4"/>
              <dgm:constr type="w" for="ch" forName="childText_5" refType="w" refFor="ch" refForName="accentShape_5" fact="0.7"/>
              <dgm:constr type="h" for="ch" forName="childText_5" refType="h" refFor="ch" refForName="accentShape_5"/>
              <dgm:constr type="l" for="ch" forName="childText_6" refType="w" fact="0.8056"/>
              <dgm:constr type="t" for="ch" forName="childText_6" refType="h" fact="0.5"/>
              <dgm:constr type="w" for="ch" forName="childText_6" refType="w" refFor="ch" refForName="accentShape_6" fact="0.7"/>
              <dgm:constr type="h" for="ch" forName="childText_6" refType="h" refFor="ch" refForName="accentShape_6"/>
              <dgm:constr type="l" for="ch" forName="parentText_1" refType="w" fact="0.1045"/>
              <dgm:constr type="t" for="ch" forName="parentText_1" refType="h" fact="0"/>
              <dgm:constr type="w" for="ch" forName="parentText_1" refType="w" refFor="ch" refForName="accentShape_1" fact="0.26"/>
              <dgm:constr type="h" for="ch" forName="parentText_1" refType="h" refFor="ch" refForName="accentShape_1" fact="0.9"/>
              <dgm:constr type="l" for="ch" forName="parentText_2" refType="w" fact="0.2653"/>
              <dgm:constr type="t" for="ch" forName="parentText_2" refType="h" fact="0.1"/>
              <dgm:constr type="w" for="ch" forName="parentText_2" refType="w" refFor="ch" refForName="accentShape_2" fact="0.26"/>
              <dgm:constr type="h" for="ch" forName="parentText_2" refType="h" refFor="ch" refForName="accentShape_2" fact="0.9"/>
              <dgm:constr type="l" for="ch" forName="parentText_3" refType="w" fact="0.4261"/>
              <dgm:constr type="t" for="ch" forName="parentText_3" refType="h" fact="0.2"/>
              <dgm:constr type="w" for="ch" forName="parentText_3" refType="w" refFor="ch" refForName="accentShape_3" fact="0.26"/>
              <dgm:constr type="h" for="ch" forName="parentText_3" refType="h" refFor="ch" refForName="accentShape_3" fact="0.9"/>
              <dgm:constr type="l" for="ch" forName="parentText_4" refType="w" fact="0.5869"/>
              <dgm:constr type="t" for="ch" forName="parentText_4" refType="h" fact="0.3"/>
              <dgm:constr type="w" for="ch" forName="parentText_4" refType="w" refFor="ch" refForName="accentShape_4" fact="0.26"/>
              <dgm:constr type="h" for="ch" forName="parentText_4" refType="h" refFor="ch" refForName="accentShape_4" fact="0.9"/>
              <dgm:constr type="l" for="ch" forName="parentText_5" refType="w" fact="0.7477"/>
              <dgm:constr type="t" for="ch" forName="parentText_5" refType="h" fact="0.4"/>
              <dgm:constr type="w" for="ch" forName="parentText_5" refType="w" refFor="ch" refForName="accentShape_5" fact="0.26"/>
              <dgm:constr type="h" for="ch" forName="parentText_5" refType="h" refFor="ch" refForName="accentShape_5" fact="0.9"/>
              <dgm:constr type="l" for="ch" forName="parentText_6" refType="w" fact="0.9101"/>
              <dgm:constr type="t" for="ch" forName="parentText_6" refType="h" fact="0.5"/>
              <dgm:constr type="w" for="ch" forName="parentText_6" refType="w" refFor="ch" refForName="accentShape_6" fact="0.26"/>
              <dgm:constr type="h" for="ch" forName="parentText_6" refType="h" refFor="ch" refForName="accentShape_6" fact="0.9"/>
            </dgm:constrLst>
          </dgm:if>
          <dgm:else name="Name25">
            <dgm:constrLst>
              <dgm:constr type="primFontSz" for="des" forName="childText_1" val="65"/>
              <dgm:constr type="primFontSz" for="des" forName="parentText_1" val="65"/>
              <dgm:constr type="primFontSz" for="des" forName="childText_1" refType="primFontSz" refFor="des" refForName="parentText_1" op="lte"/>
              <dgm:constr type="primFontSz" for="des" forName="childText_2" refType="primFontSz" refFor="des" refForName="parentText_1" op="lte"/>
              <dgm:constr type="primFontSz" for="des" forName="childText_3" refType="primFontSz" refFor="des" refForName="parentText_1" op="lte"/>
              <dgm:constr type="primFontSz" for="des" forName="childText_4" refType="primFontSz" refFor="des" refForName="parentText_1" op="lte"/>
              <dgm:constr type="primFontSz" for="des" forName="childText_5" refType="primFontSz" refFor="des" refForName="parentText_1" op="lte"/>
              <dgm:constr type="primFontSz" for="des" forName="childText_6" refType="primFontSz" refFor="des" refForName="parentText_1" op="lte"/>
              <dgm:constr type="primFontSz" for="des" forName="childText_1" refType="primFontSz" refFor="des" refForName="parentText_2" op="lte"/>
              <dgm:constr type="primFontSz" for="des" forName="childText_2" refType="primFontSz" refFor="des" refForName="parentText_2" op="lte"/>
              <dgm:constr type="primFontSz" for="des" forName="childText_3" refType="primFontSz" refFor="des" refForName="parentText_2" op="lte"/>
              <dgm:constr type="primFontSz" for="des" forName="childText_4" refType="primFontSz" refFor="des" refForName="parentText_2" op="lte"/>
              <dgm:constr type="primFontSz" for="des" forName="childText_5" refType="primFontSz" refFor="des" refForName="parentText_2" op="lte"/>
              <dgm:constr type="primFontSz" for="des" forName="childText_6" refType="primFontSz" refFor="des" refForName="parentText_2" op="lte"/>
              <dgm:constr type="primFontSz" for="des" forName="childText_1" refType="primFontSz" refFor="des" refForName="parentText_3" op="lte"/>
              <dgm:constr type="primFontSz" for="des" forName="childText_2" refType="primFontSz" refFor="des" refForName="parentText_3" op="lte"/>
              <dgm:constr type="primFontSz" for="des" forName="childText_3" refType="primFontSz" refFor="des" refForName="parentText_3" op="lte"/>
              <dgm:constr type="primFontSz" for="des" forName="childText_4" refType="primFontSz" refFor="des" refForName="parentText_3" op="lte"/>
              <dgm:constr type="primFontSz" for="des" forName="childText_5" refType="primFontSz" refFor="des" refForName="parentText_3" op="lte"/>
              <dgm:constr type="primFontSz" for="des" forName="childText_6" refType="primFontSz" refFor="des" refForName="parentText_3" op="lte"/>
              <dgm:constr type="primFontSz" for="des" forName="childText_1" refType="primFontSz" refFor="des" refForName="parentText_4" op="lte"/>
              <dgm:constr type="primFontSz" for="des" forName="childText_2" refType="primFontSz" refFor="des" refForName="parentText_4" op="lte"/>
              <dgm:constr type="primFontSz" for="des" forName="childText_3" refType="primFontSz" refFor="des" refForName="parentText_4" op="lte"/>
              <dgm:constr type="primFontSz" for="des" forName="childText_4" refType="primFontSz" refFor="des" refForName="parentText_4" op="lte"/>
              <dgm:constr type="primFontSz" for="des" forName="childText_5" refType="primFontSz" refFor="des" refForName="parentText_4" op="lte"/>
              <dgm:constr type="primFontSz" for="des" forName="childText_6" refType="primFontSz" refFor="des" refForName="parentText_4" op="lte"/>
              <dgm:constr type="primFontSz" for="des" forName="childText_1" refType="primFontSz" refFor="des" refForName="parentText_5" op="lte"/>
              <dgm:constr type="primFontSz" for="des" forName="childText_2" refType="primFontSz" refFor="des" refForName="parentText_5" op="lte"/>
              <dgm:constr type="primFontSz" for="des" forName="childText_3" refType="primFontSz" refFor="des" refForName="parentText_5" op="lte"/>
              <dgm:constr type="primFontSz" for="des" forName="childText_4" refType="primFontSz" refFor="des" refForName="parentText_5" op="lte"/>
              <dgm:constr type="primFontSz" for="des" forName="childText_5" refType="primFontSz" refFor="des" refForName="parentText_5" op="lte"/>
              <dgm:constr type="primFontSz" for="des" forName="childText_6" refType="primFontSz" refFor="des" refForName="parentText_5" op="lte"/>
              <dgm:constr type="primFontSz" for="des" forName="childText_1" refType="primFontSz" refFor="des" refForName="parentText_6" op="lte"/>
              <dgm:constr type="primFontSz" for="des" forName="childText_2" refType="primFontSz" refFor="des" refForName="parentText_6" op="lte"/>
              <dgm:constr type="primFontSz" for="des" forName="childText_3" refType="primFontSz" refFor="des" refForName="parentText_6" op="lte"/>
              <dgm:constr type="primFontSz" for="des" forName="childText_4" refType="primFontSz" refFor="des" refForName="parentText_6" op="lte"/>
              <dgm:constr type="primFontSz" for="des" forName="childText_5" refType="primFontSz" refFor="des" refForName="parentText_6" op="lte"/>
              <dgm:constr type="primFontSz" for="des" forName="childText_6" refType="primFontSz" refFor="des" refForName="parentText_6" op="lte"/>
              <dgm:constr type="primFontSz" for="des" forName="parentText_2" refType="primFontSz" refFor="des" refForName="parentText_1" op="equ"/>
              <dgm:constr type="primFontSz" for="des" forName="parentText_3" refType="primFontSz" refFor="des" refForName="parentText_1" op="equ"/>
              <dgm:constr type="primFontSz" for="des" forName="parentText_4" refType="primFontSz" refFor="des" refForName="parentText_1" op="equ"/>
              <dgm:constr type="primFontSz" for="des" forName="parentText_5" refType="primFontSz" refFor="des" refForName="parentText_1" op="equ"/>
              <dgm:constr type="primFontSz" for="des" forName="parentText_6" refType="primFontSz" refFor="des" refForName="parentText_1" op="equ"/>
              <dgm:constr type="primFontSz" for="des" forName="childText_2" refType="primFontSz" refFor="des" refForName="childText_1" op="equ"/>
              <dgm:constr type="primFontSz" for="des" forName="childText_3" refType="primFontSz" refFor="des" refForName="childText_1" op="equ"/>
              <dgm:constr type="primFontSz" for="des" forName="childText_4" refType="primFontSz" refFor="des" refForName="childText_1" op="equ"/>
              <dgm:constr type="primFontSz" for="des" forName="childText_5" refType="primFontSz" refFor="des" refForName="childText_1" op="equ"/>
              <dgm:constr type="primFontSz" for="des" forName="childText_6" refType="primFontSz" refFor="des" refForName="childText_1" op="equ"/>
              <dgm:constr type="l" for="ch" forName="accentShape_6" refType="w" fact="0"/>
              <dgm:constr type="t" for="ch" forName="accentShape_1" refType="h" fact="0"/>
              <dgm:constr type="w" for="ch" forName="accentShape_1" refType="w" fact="0.1473"/>
              <dgm:constr type="h" for="ch" forName="accentShape_1" refType="h"/>
              <dgm:constr type="l" for="ch" forName="accentShape_5" refType="w" fact="0.1608"/>
              <dgm:constr type="t" for="ch" forName="accentShape_2" refType="h" fact="0.1"/>
              <dgm:constr type="w" for="ch" forName="accentShape_2" refType="w" fact="0.1473"/>
              <dgm:constr type="h" for="ch" forName="accentShape_2" refType="h" fact="0.9"/>
              <dgm:constr type="l" for="ch" forName="accentShape_4" refType="w" fact="0.3216"/>
              <dgm:constr type="t" for="ch" forName="accentShape_3" refType="h" fact="0.2"/>
              <dgm:constr type="w" for="ch" forName="accentShape_3" refType="w" fact="0.1473"/>
              <dgm:constr type="h" for="ch" forName="accentShape_3" refType="h" fact="0.8"/>
              <dgm:constr type="l" for="ch" forName="accentShape_3" refType="w" fact="0.4824"/>
              <dgm:constr type="t" for="ch" forName="accentShape_4" refType="h" fact="0.3"/>
              <dgm:constr type="w" for="ch" forName="accentShape_4" refType="w" fact="0.1473"/>
              <dgm:constr type="h" for="ch" forName="accentShape_4" refType="h" fact="0.7"/>
              <dgm:constr type="l" for="ch" forName="accentShape_2" refType="w" fact="0.6432"/>
              <dgm:constr type="t" for="ch" forName="accentShape_5" refType="h" fact="0.4"/>
              <dgm:constr type="w" for="ch" forName="accentShape_5" refType="w" fact="0.1473"/>
              <dgm:constr type="h" for="ch" forName="accentShape_5" refType="h" fact="0.6"/>
              <dgm:constr type="l" for="ch" forName="accentShape_1" refType="w" fact="0.8056"/>
              <dgm:constr type="t" for="ch" forName="accentShape_6" refType="h" fact="0.5"/>
              <dgm:constr type="w" for="ch" forName="accentShape_6" refType="w" fact="0.1473"/>
              <dgm:constr type="h" for="ch" forName="accentShape_6" refType="h" fact="0.5"/>
              <dgm:constr type="l" for="ch" forName="childText_6" refType="w" fact="0"/>
              <dgm:constr type="t" for="ch" forName="childText_1" refType="h" fact="0"/>
              <dgm:constr type="w" for="ch" forName="childText_1" refType="w" refFor="ch" refForName="accentShape_1" fact="0.7"/>
              <dgm:constr type="h" for="ch" forName="childText_1" refType="h" refFor="ch" refForName="accentShape_1"/>
              <dgm:constr type="l" for="ch" forName="childText_5" refType="w" fact="0.1608"/>
              <dgm:constr type="t" for="ch" forName="childText_2" refType="h" fact="0.1"/>
              <dgm:constr type="w" for="ch" forName="childText_2" refType="w" refFor="ch" refForName="accentShape_2" fact="0.7"/>
              <dgm:constr type="h" for="ch" forName="childText_2" refType="h" refFor="ch" refForName="accentShape_2"/>
              <dgm:constr type="l" for="ch" forName="childText_4" refType="w" fact="0.3216"/>
              <dgm:constr type="t" for="ch" forName="childText_3" refType="h" fact="0.2"/>
              <dgm:constr type="w" for="ch" forName="childText_3" refType="w" refFor="ch" refForName="accentShape_3" fact="0.7"/>
              <dgm:constr type="h" for="ch" forName="childText_3" refType="h" refFor="ch" refForName="accentShape_3"/>
              <dgm:constr type="l" for="ch" forName="childText_3" refType="w" fact="0.4824"/>
              <dgm:constr type="t" for="ch" forName="childText_4" refType="h" fact="0.3"/>
              <dgm:constr type="w" for="ch" forName="childText_4" refType="w" refFor="ch" refForName="accentShape_4" fact="0.7"/>
              <dgm:constr type="h" for="ch" forName="childText_4" refType="h" refFor="ch" refForName="accentShape_4"/>
              <dgm:constr type="l" for="ch" forName="childText_2" refType="w" fact="0.6432"/>
              <dgm:constr type="t" for="ch" forName="childText_5" refType="h" fact="0.4"/>
              <dgm:constr type="w" for="ch" forName="childText_5" refType="w" refFor="ch" refForName="accentShape_5" fact="0.7"/>
              <dgm:constr type="h" for="ch" forName="childText_5" refType="h" refFor="ch" refForName="accentShape_5"/>
              <dgm:constr type="l" for="ch" forName="childText_1" refType="w" fact="0.8056"/>
              <dgm:constr type="t" for="ch" forName="childText_6" refType="h" fact="0.5"/>
              <dgm:constr type="w" for="ch" forName="childText_6" refType="w" refFor="ch" refForName="accentShape_6" fact="0.7"/>
              <dgm:constr type="h" for="ch" forName="childText_6" refType="h" refFor="ch" refForName="accentShape_6"/>
              <dgm:constr type="l" for="ch" forName="parentText_6" refType="w" fact="0.1045"/>
              <dgm:constr type="t" for="ch" forName="parentText_1" refType="h" fact="0"/>
              <dgm:constr type="w" for="ch" forName="parentText_1" refType="w" refFor="ch" refForName="accentShape_1" fact="0.26"/>
              <dgm:constr type="h" for="ch" forName="parentText_1" refType="h" refFor="ch" refForName="accentShape_1" fact="0.9"/>
              <dgm:constr type="l" for="ch" forName="parentText_5" refType="w" fact="0.2653"/>
              <dgm:constr type="t" for="ch" forName="parentText_2" refType="h" fact="0.1"/>
              <dgm:constr type="w" for="ch" forName="parentText_2" refType="w" refFor="ch" refForName="accentShape_2" fact="0.26"/>
              <dgm:constr type="h" for="ch" forName="parentText_2" refType="h" refFor="ch" refForName="accentShape_2" fact="0.9"/>
              <dgm:constr type="l" for="ch" forName="parentText_4" refType="w" fact="0.4261"/>
              <dgm:constr type="t" for="ch" forName="parentText_3" refType="h" fact="0.2"/>
              <dgm:constr type="w" for="ch" forName="parentText_3" refType="w" refFor="ch" refForName="accentShape_3" fact="0.26"/>
              <dgm:constr type="h" for="ch" forName="parentText_3" refType="h" refFor="ch" refForName="accentShape_3" fact="0.9"/>
              <dgm:constr type="l" for="ch" forName="parentText_3" refType="w" fact="0.5869"/>
              <dgm:constr type="t" for="ch" forName="parentText_4" refType="h" fact="0.3"/>
              <dgm:constr type="w" for="ch" forName="parentText_4" refType="w" refFor="ch" refForName="accentShape_4" fact="0.26"/>
              <dgm:constr type="h" for="ch" forName="parentText_4" refType="h" refFor="ch" refForName="accentShape_4" fact="0.9"/>
              <dgm:constr type="l" for="ch" forName="parentText_2" refType="w" fact="0.7477"/>
              <dgm:constr type="t" for="ch" forName="parentText_5" refType="h" fact="0.4"/>
              <dgm:constr type="w" for="ch" forName="parentText_5" refType="w" refFor="ch" refForName="accentShape_5" fact="0.26"/>
              <dgm:constr type="h" for="ch" forName="parentText_5" refType="h" refFor="ch" refForName="accentShape_5" fact="0.9"/>
              <dgm:constr type="l" for="ch" forName="parentText_1" refType="w" fact="0.9101"/>
              <dgm:constr type="t" for="ch" forName="parentText_6" refType="h" fact="0.5"/>
              <dgm:constr type="w" for="ch" forName="parentText_6" refType="w" refFor="ch" refForName="accentShape_6" fact="0.26"/>
              <dgm:constr type="h" for="ch" forName="parentText_6" refType="h" refFor="ch" refForName="accentShape_6" fact="0.9"/>
            </dgm:constrLst>
          </dgm:else>
        </dgm:choose>
      </dgm:if>
      <dgm:else name="Name26">
        <dgm:alg type="composite">
          <dgm:param type="ar" val="2.7874"/>
        </dgm:alg>
        <dgm:shape xmlns:r="http://schemas.openxmlformats.org/officeDocument/2006/relationships" r:blip="">
          <dgm:adjLst/>
        </dgm:shape>
        <dgm:choose name="Name27">
          <dgm:if name="Name28" func="var" arg="dir" op="equ" val="norm">
            <dgm:constrLst>
              <dgm:constr type="primFontSz" for="des" forName="childText_1" val="65"/>
              <dgm:constr type="primFontSz" for="des" forName="parentText_1" val="65"/>
              <dgm:constr type="primFontSz" for="des" forName="childText_1" refType="primFontSz" refFor="des" refForName="parentText_1" op="lte"/>
              <dgm:constr type="primFontSz" for="des" forName="childText_2" refType="primFontSz" refFor="des" refForName="parentText_1" op="lte"/>
              <dgm:constr type="primFontSz" for="des" forName="childText_3" refType="primFontSz" refFor="des" refForName="parentText_1" op="lte"/>
              <dgm:constr type="primFontSz" for="des" forName="childText_4" refType="primFontSz" refFor="des" refForName="parentText_1" op="lte"/>
              <dgm:constr type="primFontSz" for="des" forName="childText_5" refType="primFontSz" refFor="des" refForName="parentText_1" op="lte"/>
              <dgm:constr type="primFontSz" for="des" forName="childText_6" refType="primFontSz" refFor="des" refForName="parentText_1" op="lte"/>
              <dgm:constr type="primFontSz" for="des" forName="childText_7" refType="primFontSz" refFor="des" refForName="parentText_1" op="lte"/>
              <dgm:constr type="primFontSz" for="des" forName="childText_1" refType="primFontSz" refFor="des" refForName="parentText_2" op="lte"/>
              <dgm:constr type="primFontSz" for="des" forName="childText_2" refType="primFontSz" refFor="des" refForName="parentText_2" op="lte"/>
              <dgm:constr type="primFontSz" for="des" forName="childText_3" refType="primFontSz" refFor="des" refForName="parentText_2" op="lte"/>
              <dgm:constr type="primFontSz" for="des" forName="childText_4" refType="primFontSz" refFor="des" refForName="parentText_2" op="lte"/>
              <dgm:constr type="primFontSz" for="des" forName="childText_5" refType="primFontSz" refFor="des" refForName="parentText_2" op="lte"/>
              <dgm:constr type="primFontSz" for="des" forName="childText_6" refType="primFontSz" refFor="des" refForName="parentText_2" op="lte"/>
              <dgm:constr type="primFontSz" for="des" forName="childText_7" refType="primFontSz" refFor="des" refForName="parentText_2" op="lte"/>
              <dgm:constr type="primFontSz" for="des" forName="childText_1" refType="primFontSz" refFor="des" refForName="parentText_3" op="lte"/>
              <dgm:constr type="primFontSz" for="des" forName="childText_2" refType="primFontSz" refFor="des" refForName="parentText_3" op="lte"/>
              <dgm:constr type="primFontSz" for="des" forName="childText_3" refType="primFontSz" refFor="des" refForName="parentText_3" op="lte"/>
              <dgm:constr type="primFontSz" for="des" forName="childText_4" refType="primFontSz" refFor="des" refForName="parentText_3" op="lte"/>
              <dgm:constr type="primFontSz" for="des" forName="childText_5" refType="primFontSz" refFor="des" refForName="parentText_3" op="lte"/>
              <dgm:constr type="primFontSz" for="des" forName="childText_6" refType="primFontSz" refFor="des" refForName="parentText_3" op="lte"/>
              <dgm:constr type="primFontSz" for="des" forName="childText_7" refType="primFontSz" refFor="des" refForName="parentText_3" op="lte"/>
              <dgm:constr type="primFontSz" for="des" forName="childText_1" refType="primFontSz" refFor="des" refForName="parentText_4" op="lte"/>
              <dgm:constr type="primFontSz" for="des" forName="childText_2" refType="primFontSz" refFor="des" refForName="parentText_4" op="lte"/>
              <dgm:constr type="primFontSz" for="des" forName="childText_3" refType="primFontSz" refFor="des" refForName="parentText_4" op="lte"/>
              <dgm:constr type="primFontSz" for="des" forName="childText_4" refType="primFontSz" refFor="des" refForName="parentText_4" op="lte"/>
              <dgm:constr type="primFontSz" for="des" forName="childText_5" refType="primFontSz" refFor="des" refForName="parentText_4" op="lte"/>
              <dgm:constr type="primFontSz" for="des" forName="childText_6" refType="primFontSz" refFor="des" refForName="parentText_4" op="lte"/>
              <dgm:constr type="primFontSz" for="des" forName="childText_7" refType="primFontSz" refFor="des" refForName="parentText_4" op="lte"/>
              <dgm:constr type="primFontSz" for="des" forName="childText_1" refType="primFontSz" refFor="des" refForName="parentText_5" op="lte"/>
              <dgm:constr type="primFontSz" for="des" forName="childText_2" refType="primFontSz" refFor="des" refForName="parentText_5" op="lte"/>
              <dgm:constr type="primFontSz" for="des" forName="childText_3" refType="primFontSz" refFor="des" refForName="parentText_5" op="lte"/>
              <dgm:constr type="primFontSz" for="des" forName="childText_4" refType="primFontSz" refFor="des" refForName="parentText_5" op="lte"/>
              <dgm:constr type="primFontSz" for="des" forName="childText_5" refType="primFontSz" refFor="des" refForName="parentText_5" op="lte"/>
              <dgm:constr type="primFontSz" for="des" forName="childText_6" refType="primFontSz" refFor="des" refForName="parentText_5" op="lte"/>
              <dgm:constr type="primFontSz" for="des" forName="childText_7" refType="primFontSz" refFor="des" refForName="parentText_5" op="lte"/>
              <dgm:constr type="primFontSz" for="des" forName="childText_1" refType="primFontSz" refFor="des" refForName="parentText_6" op="lte"/>
              <dgm:constr type="primFontSz" for="des" forName="childText_2" refType="primFontSz" refFor="des" refForName="parentText_6" op="lte"/>
              <dgm:constr type="primFontSz" for="des" forName="childText_3" refType="primFontSz" refFor="des" refForName="parentText_6" op="lte"/>
              <dgm:constr type="primFontSz" for="des" forName="childText_4" refType="primFontSz" refFor="des" refForName="parentText_6" op="lte"/>
              <dgm:constr type="primFontSz" for="des" forName="childText_5" refType="primFontSz" refFor="des" refForName="parentText_6" op="lte"/>
              <dgm:constr type="primFontSz" for="des" forName="childText_6" refType="primFontSz" refFor="des" refForName="parentText_6" op="lte"/>
              <dgm:constr type="primFontSz" for="des" forName="childText_7" refType="primFontSz" refFor="des" refForName="parentText_6" op="lte"/>
              <dgm:constr type="primFontSz" for="des" forName="childText_1" refType="primFontSz" refFor="des" refForName="parentText_7" op="lte"/>
              <dgm:constr type="primFontSz" for="des" forName="childText_2" refType="primFontSz" refFor="des" refForName="parentText_7" op="lte"/>
              <dgm:constr type="primFontSz" for="des" forName="childText_3" refType="primFontSz" refFor="des" refForName="parentText_7" op="lte"/>
              <dgm:constr type="primFontSz" for="des" forName="childText_4" refType="primFontSz" refFor="des" refForName="parentText_7" op="lte"/>
              <dgm:constr type="primFontSz" for="des" forName="childText_5" refType="primFontSz" refFor="des" refForName="parentText_7" op="lte"/>
              <dgm:constr type="primFontSz" for="des" forName="childText_6" refType="primFontSz" refFor="des" refForName="parentText_7" op="lte"/>
              <dgm:constr type="primFontSz" for="des" forName="childText_7" refType="primFontSz" refFor="des" refForName="parentText_7" op="lte"/>
              <dgm:constr type="primFontSz" for="des" forName="parentText_2" refType="primFontSz" refFor="des" refForName="parentText_1" op="equ"/>
              <dgm:constr type="primFontSz" for="des" forName="parentText_3" refType="primFontSz" refFor="des" refForName="parentText_1" op="equ"/>
              <dgm:constr type="primFontSz" for="des" forName="parentText_4" refType="primFontSz" refFor="des" refForName="parentText_1" op="equ"/>
              <dgm:constr type="primFontSz" for="des" forName="parentText_5" refType="primFontSz" refFor="des" refForName="parentText_1" op="equ"/>
              <dgm:constr type="primFontSz" for="des" forName="parentText_6" refType="primFontSz" refFor="des" refForName="parentText_1" op="equ"/>
              <dgm:constr type="primFontSz" for="des" forName="parentText_7" refType="primFontSz" refFor="des" refForName="parentText_1" op="equ"/>
              <dgm:constr type="primFontSz" for="des" forName="childText_2" refType="primFontSz" refFor="des" refForName="childText_1" op="equ"/>
              <dgm:constr type="primFontSz" for="des" forName="childText_3" refType="primFontSz" refFor="des" refForName="childText_1" op="equ"/>
              <dgm:constr type="primFontSz" for="des" forName="childText_4" refType="primFontSz" refFor="des" refForName="childText_1" op="equ"/>
              <dgm:constr type="primFontSz" for="des" forName="childText_5" refType="primFontSz" refFor="des" refForName="childText_1" op="equ"/>
              <dgm:constr type="primFontSz" for="des" forName="childText_6" refType="primFontSz" refFor="des" refForName="childText_1" op="equ"/>
              <dgm:constr type="primFontSz" for="des" forName="childText_7" refType="primFontSz" refFor="des" refForName="childText_1" op="equ"/>
              <dgm:constr type="l" for="ch" forName="accentShape_1" refType="w" fact="0"/>
              <dgm:constr type="t" for="ch" forName="accentShape_1" refType="h" fact="0"/>
              <dgm:constr type="w" for="ch" forName="accentShape_1" refType="w" fact="0.1269"/>
              <dgm:constr type="h" for="ch" forName="accentShape_1" refType="h"/>
              <dgm:constr type="l" for="ch" forName="accentShape_2" refType="w" fact="0.1385"/>
              <dgm:constr type="t" for="ch" forName="accentShape_2" refType="h" fact="0.0833"/>
              <dgm:constr type="w" for="ch" forName="accentShape_2" refType="w" fact="0.1269"/>
              <dgm:constr type="h" for="ch" forName="accentShape_2" refType="h" fact="0.9165"/>
              <dgm:constr type="l" for="ch" forName="accentShape_3" refType="w" fact="0.277"/>
              <dgm:constr type="t" for="ch" forName="accentShape_3" refType="h" fact="0.1666"/>
              <dgm:constr type="w" for="ch" forName="accentShape_3" refType="w" fact="0.1269"/>
              <dgm:constr type="h" for="ch" forName="accentShape_3" refType="h" fact="0.8332"/>
              <dgm:constr type="l" for="ch" forName="accentShape_4" refType="w" fact="0.4155"/>
              <dgm:constr type="t" for="ch" forName="accentShape_4" refType="h" fact="0.2499"/>
              <dgm:constr type="w" for="ch" forName="accentShape_4" refType="w" fact="0.1269"/>
              <dgm:constr type="h" for="ch" forName="accentShape_4" refType="h" fact="0.7499"/>
              <dgm:constr type="l" for="ch" forName="accentShape_5" refType="w" fact="0.5539"/>
              <dgm:constr type="t" for="ch" forName="accentShape_5" refType="h" fact="0.3332"/>
              <dgm:constr type="w" for="ch" forName="accentShape_5" refType="w" fact="0.1269"/>
              <dgm:constr type="h" for="ch" forName="accentShape_5" refType="h" fact="0.6666"/>
              <dgm:constr type="l" for="ch" forName="accentShape_6" refType="w" fact="0.6938"/>
              <dgm:constr type="t" for="ch" forName="accentShape_6" refType="h" fact="0.4165"/>
              <dgm:constr type="w" for="ch" forName="accentShape_6" refType="w" fact="0.1269"/>
              <dgm:constr type="h" for="ch" forName="accentShape_6" refType="h" fact="0.5833"/>
              <dgm:constr type="l" for="ch" forName="accentShape_7" refType="w" fact="0.8326"/>
              <dgm:constr type="t" for="ch" forName="accentShape_7" refType="h" fact="0.5"/>
              <dgm:constr type="w" for="ch" forName="accentShape_7" refType="w" fact="0.1269"/>
              <dgm:constr type="h" for="ch" forName="accentShape_7" refType="h" fact="0.5"/>
              <dgm:constr type="l" for="ch" forName="parentText_1" refType="w" fact="0.0888"/>
              <dgm:constr type="t" for="ch" forName="parentText_1" refType="h" fact="0"/>
              <dgm:constr type="w" for="ch" forName="parentText_1" refType="w" refFor="ch" refForName="accentShape_1" fact="0.26"/>
              <dgm:constr type="h" for="ch" forName="parentText_1" refType="h" refFor="ch" refForName="accentShape_1" fact="0.9"/>
              <dgm:constr type="l" for="ch" forName="parentText_2" refType="w" fact="0.2273"/>
              <dgm:constr type="t" for="ch" forName="parentText_2" refType="h" fact="0.0833"/>
              <dgm:constr type="w" for="ch" forName="parentText_2" refType="w" refFor="ch" refForName="accentShape_2" fact="0.26"/>
              <dgm:constr type="h" for="ch" forName="parentText_2" refType="h" refFor="ch" refForName="accentShape_2" fact="0.9"/>
              <dgm:constr type="l" for="ch" forName="parentText_3" refType="w" fact="0.36583"/>
              <dgm:constr type="t" for="ch" forName="parentText_3" refType="h" fact="0.1666"/>
              <dgm:constr type="w" for="ch" forName="parentText_3" refType="w" refFor="ch" refForName="accentShape_3" fact="0.26"/>
              <dgm:constr type="h" for="ch" forName="parentText_3" refType="h" refFor="ch" refForName="accentShape_3" fact="0.9"/>
              <dgm:constr type="l" for="ch" forName="parentText_4" refType="w" fact="0.5043"/>
              <dgm:constr type="t" for="ch" forName="parentText_4" refType="h" fact="0.2499"/>
              <dgm:constr type="w" for="ch" forName="parentText_4" refType="w" refFor="ch" refForName="accentShape_4" fact="0.26"/>
              <dgm:constr type="h" for="ch" forName="parentText_4" refType="h" refFor="ch" refForName="accentShape_4" fact="0.9"/>
              <dgm:constr type="l" for="ch" forName="parentText_5" refType="w" fact="0.6427"/>
              <dgm:constr type="t" for="ch" forName="parentText_5" refType="h" fact="0.3332"/>
              <dgm:constr type="w" for="ch" forName="parentText_5" refType="w" refFor="ch" refForName="accentShape_5" fact="0.26"/>
              <dgm:constr type="h" for="ch" forName="parentText_5" refType="h" refFor="ch" refForName="accentShape_5" fact="0.9"/>
              <dgm:constr type="l" for="ch" forName="parentText_6" refType="w" fact="0.78263"/>
              <dgm:constr type="t" for="ch" forName="parentText_6" refType="h" fact="0.4165"/>
              <dgm:constr type="w" for="ch" forName="parentText_6" refType="w" refFor="ch" refForName="accentShape_6" fact="0.26"/>
              <dgm:constr type="h" for="ch" forName="parentText_6" refType="h" refFor="ch" refForName="accentShape_6" fact="0.9"/>
              <dgm:constr type="l" for="ch" forName="parentText_7" refType="w" fact="0.92143"/>
              <dgm:constr type="t" for="ch" forName="parentText_7" refType="h" fact="0.5"/>
              <dgm:constr type="w" for="ch" forName="parentText_7" refType="w" refFor="ch" refForName="accentShape_7" fact="0.26"/>
              <dgm:constr type="h" for="ch" forName="parentText_7" refType="h" refFor="ch" refForName="accentShape_7" fact="0.9"/>
              <dgm:constr type="l" for="ch" forName="childText_1" refType="w" fact="0"/>
              <dgm:constr type="t" for="ch" forName="childText_1" refType="h" fact="0"/>
              <dgm:constr type="w" for="ch" forName="childText_1" refType="w" refFor="ch" refForName="accentShape_1" fact="0.7"/>
              <dgm:constr type="h" for="ch" forName="childText_1" refType="h" refFor="ch" refForName="accentShape_1"/>
              <dgm:constr type="l" for="ch" forName="childText_2" refType="w" fact="0.1385"/>
              <dgm:constr type="t" for="ch" forName="childText_2" refType="h" fact="0.0833"/>
              <dgm:constr type="w" for="ch" forName="childText_2" refType="w" refFor="ch" refForName="accentShape_2" fact="0.7"/>
              <dgm:constr type="h" for="ch" forName="childText_2" refType="h" refFor="ch" refForName="accentShape_2"/>
              <dgm:constr type="l" for="ch" forName="childText_3" refType="w" fact="0.277"/>
              <dgm:constr type="t" for="ch" forName="childText_3" refType="h" fact="0.1666"/>
              <dgm:constr type="w" for="ch" forName="childText_3" refType="w" refFor="ch" refForName="accentShape_3" fact="0.7"/>
              <dgm:constr type="h" for="ch" forName="childText_3" refType="h" refFor="ch" refForName="accentShape_3"/>
              <dgm:constr type="l" for="ch" forName="childText_4" refType="w" fact="0.4155"/>
              <dgm:constr type="t" for="ch" forName="childText_4" refType="h" fact="0.2499"/>
              <dgm:constr type="w" for="ch" forName="childText_4" refType="w" refFor="ch" refForName="accentShape_4" fact="0.7"/>
              <dgm:constr type="h" for="ch" forName="childText_4" refType="h" refFor="ch" refForName="accentShape_4"/>
              <dgm:constr type="l" for="ch" forName="childText_5" refType="w" fact="0.5539"/>
              <dgm:constr type="t" for="ch" forName="childText_5" refType="h" fact="0.3332"/>
              <dgm:constr type="w" for="ch" forName="childText_5" refType="w" refFor="ch" refForName="accentShape_5" fact="0.7"/>
              <dgm:constr type="h" for="ch" forName="childText_5" refType="h" refFor="ch" refForName="accentShape_5"/>
              <dgm:constr type="l" for="ch" forName="childText_6" refType="w" fact="0.6938"/>
              <dgm:constr type="t" for="ch" forName="childText_6" refType="h" fact="0.4165"/>
              <dgm:constr type="w" for="ch" forName="childText_6" refType="w" refFor="ch" refForName="accentShape_6" fact="0.7"/>
              <dgm:constr type="h" for="ch" forName="childText_6" refType="h" refFor="ch" refForName="accentShape_6"/>
              <dgm:constr type="l" for="ch" forName="childText_7" refType="w" fact="0.8326"/>
              <dgm:constr type="t" for="ch" forName="childText_7" refType="h" fact="0.5"/>
              <dgm:constr type="w" for="ch" forName="childText_7" refType="w" refFor="ch" refForName="accentShape_7" fact="0.7"/>
              <dgm:constr type="h" for="ch" forName="childText_7" refType="h" refFor="ch" refForName="accentShape_7"/>
            </dgm:constrLst>
          </dgm:if>
          <dgm:else name="Name29">
            <dgm:constrLst>
              <dgm:constr type="primFontSz" for="des" forName="childText_1" val="65"/>
              <dgm:constr type="primFontSz" for="des" forName="parentText_1" val="65"/>
              <dgm:constr type="primFontSz" for="des" forName="childText_1" refType="primFontSz" refFor="des" refForName="parentText_1" op="lte"/>
              <dgm:constr type="primFontSz" for="des" forName="childText_2" refType="primFontSz" refFor="des" refForName="parentText_1" op="lte"/>
              <dgm:constr type="primFontSz" for="des" forName="childText_3" refType="primFontSz" refFor="des" refForName="parentText_1" op="lte"/>
              <dgm:constr type="primFontSz" for="des" forName="childText_4" refType="primFontSz" refFor="des" refForName="parentText_1" op="lte"/>
              <dgm:constr type="primFontSz" for="des" forName="childText_5" refType="primFontSz" refFor="des" refForName="parentText_1" op="lte"/>
              <dgm:constr type="primFontSz" for="des" forName="childText_6" refType="primFontSz" refFor="des" refForName="parentText_1" op="lte"/>
              <dgm:constr type="primFontSz" for="des" forName="childText_7" refType="primFontSz" refFor="des" refForName="parentText_1" op="lte"/>
              <dgm:constr type="primFontSz" for="des" forName="childText_1" refType="primFontSz" refFor="des" refForName="parentText_2" op="lte"/>
              <dgm:constr type="primFontSz" for="des" forName="childText_2" refType="primFontSz" refFor="des" refForName="parentText_2" op="lte"/>
              <dgm:constr type="primFontSz" for="des" forName="childText_3" refType="primFontSz" refFor="des" refForName="parentText_2" op="lte"/>
              <dgm:constr type="primFontSz" for="des" forName="childText_4" refType="primFontSz" refFor="des" refForName="parentText_2" op="lte"/>
              <dgm:constr type="primFontSz" for="des" forName="childText_5" refType="primFontSz" refFor="des" refForName="parentText_2" op="lte"/>
              <dgm:constr type="primFontSz" for="des" forName="childText_6" refType="primFontSz" refFor="des" refForName="parentText_2" op="lte"/>
              <dgm:constr type="primFontSz" for="des" forName="childText_7" refType="primFontSz" refFor="des" refForName="parentText_2" op="lte"/>
              <dgm:constr type="primFontSz" for="des" forName="childText_1" refType="primFontSz" refFor="des" refForName="parentText_3" op="lte"/>
              <dgm:constr type="primFontSz" for="des" forName="childText_2" refType="primFontSz" refFor="des" refForName="parentText_3" op="lte"/>
              <dgm:constr type="primFontSz" for="des" forName="childText_3" refType="primFontSz" refFor="des" refForName="parentText_3" op="lte"/>
              <dgm:constr type="primFontSz" for="des" forName="childText_4" refType="primFontSz" refFor="des" refForName="parentText_3" op="lte"/>
              <dgm:constr type="primFontSz" for="des" forName="childText_5" refType="primFontSz" refFor="des" refForName="parentText_3" op="lte"/>
              <dgm:constr type="primFontSz" for="des" forName="childText_6" refType="primFontSz" refFor="des" refForName="parentText_3" op="lte"/>
              <dgm:constr type="primFontSz" for="des" forName="childText_7" refType="primFontSz" refFor="des" refForName="parentText_3" op="lte"/>
              <dgm:constr type="primFontSz" for="des" forName="childText_1" refType="primFontSz" refFor="des" refForName="parentText_4" op="lte"/>
              <dgm:constr type="primFontSz" for="des" forName="childText_2" refType="primFontSz" refFor="des" refForName="parentText_4" op="lte"/>
              <dgm:constr type="primFontSz" for="des" forName="childText_3" refType="primFontSz" refFor="des" refForName="parentText_4" op="lte"/>
              <dgm:constr type="primFontSz" for="des" forName="childText_4" refType="primFontSz" refFor="des" refForName="parentText_4" op="lte"/>
              <dgm:constr type="primFontSz" for="des" forName="childText_5" refType="primFontSz" refFor="des" refForName="parentText_4" op="lte"/>
              <dgm:constr type="primFontSz" for="des" forName="childText_6" refType="primFontSz" refFor="des" refForName="parentText_4" op="lte"/>
              <dgm:constr type="primFontSz" for="des" forName="childText_7" refType="primFontSz" refFor="des" refForName="parentText_4" op="lte"/>
              <dgm:constr type="primFontSz" for="des" forName="childText_1" refType="primFontSz" refFor="des" refForName="parentText_5" op="lte"/>
              <dgm:constr type="primFontSz" for="des" forName="childText_2" refType="primFontSz" refFor="des" refForName="parentText_5" op="lte"/>
              <dgm:constr type="primFontSz" for="des" forName="childText_3" refType="primFontSz" refFor="des" refForName="parentText_5" op="lte"/>
              <dgm:constr type="primFontSz" for="des" forName="childText_4" refType="primFontSz" refFor="des" refForName="parentText_5" op="lte"/>
              <dgm:constr type="primFontSz" for="des" forName="childText_5" refType="primFontSz" refFor="des" refForName="parentText_5" op="lte"/>
              <dgm:constr type="primFontSz" for="des" forName="childText_6" refType="primFontSz" refFor="des" refForName="parentText_5" op="lte"/>
              <dgm:constr type="primFontSz" for="des" forName="childText_7" refType="primFontSz" refFor="des" refForName="parentText_5" op="lte"/>
              <dgm:constr type="primFontSz" for="des" forName="childText_1" refType="primFontSz" refFor="des" refForName="parentText_6" op="lte"/>
              <dgm:constr type="primFontSz" for="des" forName="childText_2" refType="primFontSz" refFor="des" refForName="parentText_6" op="lte"/>
              <dgm:constr type="primFontSz" for="des" forName="childText_3" refType="primFontSz" refFor="des" refForName="parentText_6" op="lte"/>
              <dgm:constr type="primFontSz" for="des" forName="childText_4" refType="primFontSz" refFor="des" refForName="parentText_6" op="lte"/>
              <dgm:constr type="primFontSz" for="des" forName="childText_5" refType="primFontSz" refFor="des" refForName="parentText_6" op="lte"/>
              <dgm:constr type="primFontSz" for="des" forName="childText_6" refType="primFontSz" refFor="des" refForName="parentText_6" op="lte"/>
              <dgm:constr type="primFontSz" for="des" forName="childText_7" refType="primFontSz" refFor="des" refForName="parentText_6" op="lte"/>
              <dgm:constr type="primFontSz" for="des" forName="childText_1" refType="primFontSz" refFor="des" refForName="parentText_7" op="lte"/>
              <dgm:constr type="primFontSz" for="des" forName="childText_2" refType="primFontSz" refFor="des" refForName="parentText_7" op="lte"/>
              <dgm:constr type="primFontSz" for="des" forName="childText_3" refType="primFontSz" refFor="des" refForName="parentText_7" op="lte"/>
              <dgm:constr type="primFontSz" for="des" forName="childText_4" refType="primFontSz" refFor="des" refForName="parentText_7" op="lte"/>
              <dgm:constr type="primFontSz" for="des" forName="childText_5" refType="primFontSz" refFor="des" refForName="parentText_7" op="lte"/>
              <dgm:constr type="primFontSz" for="des" forName="childText_6" refType="primFontSz" refFor="des" refForName="parentText_7" op="lte"/>
              <dgm:constr type="primFontSz" for="des" forName="childText_7" refType="primFontSz" refFor="des" refForName="parentText_7" op="lte"/>
              <dgm:constr type="primFontSz" for="des" forName="parentText_2" refType="primFontSz" refFor="des" refForName="parentText_1" op="equ"/>
              <dgm:constr type="primFontSz" for="des" forName="parentText_3" refType="primFontSz" refFor="des" refForName="parentText_1" op="equ"/>
              <dgm:constr type="primFontSz" for="des" forName="parentText_4" refType="primFontSz" refFor="des" refForName="parentText_1" op="equ"/>
              <dgm:constr type="primFontSz" for="des" forName="parentText_5" refType="primFontSz" refFor="des" refForName="parentText_1" op="equ"/>
              <dgm:constr type="primFontSz" for="des" forName="parentText_6" refType="primFontSz" refFor="des" refForName="parentText_1" op="equ"/>
              <dgm:constr type="primFontSz" for="des" forName="parentText_7" refType="primFontSz" refFor="des" refForName="parentText_1" op="equ"/>
              <dgm:constr type="primFontSz" for="des" forName="childText_2" refType="primFontSz" refFor="des" refForName="childText_1" op="equ"/>
              <dgm:constr type="primFontSz" for="des" forName="childText_3" refType="primFontSz" refFor="des" refForName="childText_1" op="equ"/>
              <dgm:constr type="primFontSz" for="des" forName="childText_4" refType="primFontSz" refFor="des" refForName="childText_1" op="equ"/>
              <dgm:constr type="primFontSz" for="des" forName="childText_5" refType="primFontSz" refFor="des" refForName="childText_1" op="equ"/>
              <dgm:constr type="primFontSz" for="des" forName="childText_6" refType="primFontSz" refFor="des" refForName="childText_1" op="equ"/>
              <dgm:constr type="primFontSz" for="des" forName="childText_7" refType="primFontSz" refFor="des" refForName="childText_1" op="equ"/>
              <dgm:constr type="l" for="ch" forName="accentShape_7" refType="w" fact="0"/>
              <dgm:constr type="t" for="ch" forName="accentShape_1" refType="h" fact="0"/>
              <dgm:constr type="w" for="ch" forName="accentShape_1" refType="w" fact="0.1269"/>
              <dgm:constr type="h" for="ch" forName="accentShape_1" refType="h"/>
              <dgm:constr type="l" for="ch" forName="accentShape_6" refType="w" fact="0.1385"/>
              <dgm:constr type="t" for="ch" forName="accentShape_2" refType="h" fact="0.0833"/>
              <dgm:constr type="w" for="ch" forName="accentShape_2" refType="w" fact="0.1269"/>
              <dgm:constr type="h" for="ch" forName="accentShape_2" refType="h" fact="0.9165"/>
              <dgm:constr type="l" for="ch" forName="accentShape_5" refType="w" fact="0.277"/>
              <dgm:constr type="t" for="ch" forName="accentShape_3" refType="h" fact="0.1666"/>
              <dgm:constr type="w" for="ch" forName="accentShape_3" refType="w" fact="0.1269"/>
              <dgm:constr type="h" for="ch" forName="accentShape_3" refType="h" fact="0.8332"/>
              <dgm:constr type="l" for="ch" forName="accentShape_4" refType="w" fact="0.4155"/>
              <dgm:constr type="t" for="ch" forName="accentShape_4" refType="h" fact="0.2499"/>
              <dgm:constr type="w" for="ch" forName="accentShape_4" refType="w" fact="0.1269"/>
              <dgm:constr type="h" for="ch" forName="accentShape_4" refType="h" fact="0.7499"/>
              <dgm:constr type="l" for="ch" forName="accentShape_3" refType="w" fact="0.5539"/>
              <dgm:constr type="t" for="ch" forName="accentShape_5" refType="h" fact="0.3332"/>
              <dgm:constr type="w" for="ch" forName="accentShape_5" refType="w" fact="0.1269"/>
              <dgm:constr type="h" for="ch" forName="accentShape_5" refType="h" fact="0.6666"/>
              <dgm:constr type="l" for="ch" forName="accentShape_2" refType="w" fact="0.6938"/>
              <dgm:constr type="t" for="ch" forName="accentShape_6" refType="h" fact="0.4165"/>
              <dgm:constr type="w" for="ch" forName="accentShape_6" refType="w" fact="0.1269"/>
              <dgm:constr type="h" for="ch" forName="accentShape_6" refType="h" fact="0.5833"/>
              <dgm:constr type="l" for="ch" forName="accentShape_1" refType="w" fact="0.8326"/>
              <dgm:constr type="t" for="ch" forName="accentShape_7" refType="h" fact="0.5"/>
              <dgm:constr type="w" for="ch" forName="accentShape_7" refType="w" fact="0.1269"/>
              <dgm:constr type="h" for="ch" forName="accentShape_7" refType="h" fact="0.5"/>
              <dgm:constr type="l" for="ch" forName="parentText_7" refType="w" fact="0.0888"/>
              <dgm:constr type="t" for="ch" forName="parentText_1" refType="h" fact="0"/>
              <dgm:constr type="w" for="ch" forName="parentText_1" refType="w" refFor="ch" refForName="accentShape_1" fact="0.26"/>
              <dgm:constr type="h" for="ch" forName="parentText_1" refType="h" refFor="ch" refForName="accentShape_1" fact="0.9"/>
              <dgm:constr type="l" for="ch" forName="parentText_6" refType="w" fact="0.2273"/>
              <dgm:constr type="t" for="ch" forName="parentText_2" refType="h" fact="0.0833"/>
              <dgm:constr type="w" for="ch" forName="parentText_2" refType="w" refFor="ch" refForName="accentShape_2" fact="0.26"/>
              <dgm:constr type="h" for="ch" forName="parentText_2" refType="h" refFor="ch" refForName="accentShape_2" fact="0.9"/>
              <dgm:constr type="l" for="ch" forName="parentText_5" refType="w" fact="0.36583"/>
              <dgm:constr type="t" for="ch" forName="parentText_3" refType="h" fact="0.1666"/>
              <dgm:constr type="w" for="ch" forName="parentText_3" refType="w" refFor="ch" refForName="accentShape_3" fact="0.26"/>
              <dgm:constr type="h" for="ch" forName="parentText_3" refType="h" refFor="ch" refForName="accentShape_3" fact="0.9"/>
              <dgm:constr type="l" for="ch" forName="parentText_4" refType="w" fact="0.5043"/>
              <dgm:constr type="t" for="ch" forName="parentText_4" refType="h" fact="0.2499"/>
              <dgm:constr type="w" for="ch" forName="parentText_4" refType="w" refFor="ch" refForName="accentShape_4" fact="0.26"/>
              <dgm:constr type="h" for="ch" forName="parentText_4" refType="h" refFor="ch" refForName="accentShape_4" fact="0.9"/>
              <dgm:constr type="l" for="ch" forName="parentText_3" refType="w" fact="0.6427"/>
              <dgm:constr type="t" for="ch" forName="parentText_5" refType="h" fact="0.3332"/>
              <dgm:constr type="w" for="ch" forName="parentText_5" refType="w" refFor="ch" refForName="accentShape_5" fact="0.26"/>
              <dgm:constr type="h" for="ch" forName="parentText_5" refType="h" refFor="ch" refForName="accentShape_5" fact="0.9"/>
              <dgm:constr type="l" for="ch" forName="parentText_2" refType="w" fact="0.78263"/>
              <dgm:constr type="t" for="ch" forName="parentText_6" refType="h" fact="0.4165"/>
              <dgm:constr type="w" for="ch" forName="parentText_6" refType="w" refFor="ch" refForName="accentShape_6" fact="0.26"/>
              <dgm:constr type="h" for="ch" forName="parentText_6" refType="h" refFor="ch" refForName="accentShape_6" fact="0.9"/>
              <dgm:constr type="l" for="ch" forName="parentText_1" refType="w" fact="0.92143"/>
              <dgm:constr type="t" for="ch" forName="parentText_7" refType="h" fact="0.5"/>
              <dgm:constr type="w" for="ch" forName="parentText_7" refType="w" refFor="ch" refForName="accentShape_7" fact="0.26"/>
              <dgm:constr type="h" for="ch" forName="parentText_7" refType="h" refFor="ch" refForName="accentShape_7" fact="0.9"/>
              <dgm:constr type="l" for="ch" forName="childText_7" refType="w" fact="0"/>
              <dgm:constr type="t" for="ch" forName="childText_1" refType="h" fact="0"/>
              <dgm:constr type="w" for="ch" forName="childText_1" refType="w" refFor="ch" refForName="accentShape_1" fact="0.7"/>
              <dgm:constr type="h" for="ch" forName="childText_1" refType="h" refFor="ch" refForName="accentShape_1"/>
              <dgm:constr type="l" for="ch" forName="childText_6" refType="w" fact="0.1385"/>
              <dgm:constr type="t" for="ch" forName="childText_2" refType="h" fact="0.0833"/>
              <dgm:constr type="w" for="ch" forName="childText_2" refType="w" refFor="ch" refForName="accentShape_2" fact="0.7"/>
              <dgm:constr type="h" for="ch" forName="childText_2" refType="h" refFor="ch" refForName="accentShape_2"/>
              <dgm:constr type="l" for="ch" forName="childText_5" refType="w" fact="0.277"/>
              <dgm:constr type="t" for="ch" forName="childText_3" refType="h" fact="0.1666"/>
              <dgm:constr type="w" for="ch" forName="childText_3" refType="w" refFor="ch" refForName="accentShape_3" fact="0.7"/>
              <dgm:constr type="h" for="ch" forName="childText_3" refType="h" refFor="ch" refForName="accentShape_3"/>
              <dgm:constr type="l" for="ch" forName="childText_4" refType="w" fact="0.4155"/>
              <dgm:constr type="t" for="ch" forName="childText_4" refType="h" fact="0.2499"/>
              <dgm:constr type="w" for="ch" forName="childText_4" refType="w" refFor="ch" refForName="accentShape_4" fact="0.7"/>
              <dgm:constr type="h" for="ch" forName="childText_4" refType="h" refFor="ch" refForName="accentShape_4"/>
              <dgm:constr type="l" for="ch" forName="childText_3" refType="w" fact="0.5539"/>
              <dgm:constr type="t" for="ch" forName="childText_5" refType="h" fact="0.3332"/>
              <dgm:constr type="w" for="ch" forName="childText_5" refType="w" refFor="ch" refForName="accentShape_5" fact="0.7"/>
              <dgm:constr type="h" for="ch" forName="childText_5" refType="h" refFor="ch" refForName="accentShape_5"/>
              <dgm:constr type="l" for="ch" forName="childText_2" refType="w" fact="0.6938"/>
              <dgm:constr type="t" for="ch" forName="childText_6" refType="h" fact="0.4165"/>
              <dgm:constr type="w" for="ch" forName="childText_6" refType="w" refFor="ch" refForName="accentShape_6" fact="0.7"/>
              <dgm:constr type="h" for="ch" forName="childText_6" refType="h" refFor="ch" refForName="accentShape_6"/>
              <dgm:constr type="l" for="ch" forName="childText_1" refType="w" fact="0.8326"/>
              <dgm:constr type="t" for="ch" forName="childText_7" refType="h" fact="0.5"/>
              <dgm:constr type="w" for="ch" forName="childText_7" refType="w" refFor="ch" refForName="accentShape_7" fact="0.7"/>
              <dgm:constr type="h" for="ch" forName="childText_7" refType="h" refFor="ch" refForName="accentShape_7"/>
            </dgm:constrLst>
          </dgm:else>
        </dgm:choose>
      </dgm:else>
    </dgm:choose>
    <dgm:forEach name="wrapper" axis="self" ptType="parTrans">
      <dgm:forEach name="accentRepeat" axis="self">
        <dgm:layoutNode name="imageRepeatNode" styleLbl="node1">
          <dgm:alg type="sp"/>
          <dgm:shape xmlns:r="http://schemas.openxmlformats.org/officeDocument/2006/relationships" type="rect" r:blip="" zOrderOff="-10">
            <dgm:adjLst/>
          </dgm:shape>
          <dgm:presOf axis="self"/>
        </dgm:layoutNode>
      </dgm:forEach>
    </dgm:forEach>
    <dgm:forEach name="Name30" axis="ch" ptType="node" cnt="1">
      <dgm:layoutNode name="parentText_1" styleLbl="node1">
        <dgm:varLst>
          <dgm:chMax val="1"/>
          <dgm:chPref val="1"/>
          <dgm:bulletEnabled val="1"/>
        </dgm:varLst>
        <dgm:alg type="tx">
          <dgm:param type="parTxLTRAlign" val="r"/>
          <dgm:param type="shpTxLTRAlignCh" val="r"/>
          <dgm:param type="txAnchorVertCh" val="mid"/>
          <dgm:param type="autoTxRot" val="grav"/>
        </dgm:alg>
        <dgm:shape xmlns:r="http://schemas.openxmlformats.org/officeDocument/2006/relationships" rot="-90" type="rect" r:blip="" hideGeom="1">
          <dgm:adjLst/>
        </dgm:shape>
        <dgm:presOf axis="self" ptType="node"/>
        <dgm:constrLst>
          <dgm:constr type="lMarg" refType="primFontSz" fact="0.3"/>
          <dgm:constr type="rMarg" refType="primFontSz" fact="0.45"/>
          <dgm:constr type="tMarg" refType="primFontSz" fact="0"/>
          <dgm:constr type="bMarg" refType="primFontSz" fact="0.1"/>
        </dgm:constrLst>
        <dgm:ruleLst>
          <dgm:rule type="primFontSz" val="5" fact="NaN" max="NaN"/>
        </dgm:ruleLst>
      </dgm:layoutNode>
      <dgm:layoutNode name="childText_1" styleLbl="node1">
        <dgm:varLst>
          <dgm:chMax val="0"/>
          <dgm:chPref val="0"/>
          <dgm:bulletEnabled val="1"/>
        </dgm:varLst>
        <dgm:alg type="tx">
          <dgm:param type="txAnchorVert" val="t"/>
          <dgm:param type="parTxLTRAlign" val="l"/>
        </dgm:alg>
        <dgm:shape xmlns:r="http://schemas.openxmlformats.org/officeDocument/2006/relationships" type="rect" r:blip="" hideGeom="1">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Shape_1">
        <dgm:alg type="sp"/>
        <dgm:shape xmlns:r="http://schemas.openxmlformats.org/officeDocument/2006/relationships" r:blip="">
          <dgm:adjLst/>
        </dgm:shape>
        <dgm:presOf/>
        <dgm:constrLst/>
        <dgm:forEach name="Name31" ref="accentRepeat"/>
      </dgm:layoutNode>
    </dgm:forEach>
    <dgm:forEach name="Name32" axis="ch" ptType="node" st="2" cnt="1">
      <dgm:layoutNode name="parentText_2">
        <dgm:varLst>
          <dgm:chMax val="1"/>
          <dgm:chPref val="1"/>
          <dgm:bulletEnabled val="1"/>
        </dgm:varLst>
        <dgm:alg type="tx">
          <dgm:param type="parTxLTRAlign" val="r"/>
          <dgm:param type="shpTxLTRAlignCh" val="r"/>
          <dgm:param type="txAnchorVertCh" val="mid"/>
          <dgm:param type="autoTxRot" val="grav"/>
        </dgm:alg>
        <dgm:shape xmlns:r="http://schemas.openxmlformats.org/officeDocument/2006/relationships" rot="-90" type="rect" r:blip="" hideGeom="1">
          <dgm:adjLst/>
        </dgm:shape>
        <dgm:presOf axis="self" ptType="node"/>
        <dgm:constrLst>
          <dgm:constr type="lMarg" refType="primFontSz" fact="0.3"/>
          <dgm:constr type="rMarg" refType="primFontSz" fact="0.45"/>
          <dgm:constr type="tMarg" refType="primFontSz" fact="0"/>
          <dgm:constr type="bMarg" refType="primFontSz" fact="0.1"/>
        </dgm:constrLst>
        <dgm:ruleLst>
          <dgm:rule type="primFontSz" val="5" fact="NaN" max="NaN"/>
        </dgm:ruleLst>
      </dgm:layoutNode>
      <dgm:layoutNode name="childText_2">
        <dgm:varLst>
          <dgm:chMax val="0"/>
          <dgm:chPref val="0"/>
          <dgm:bulletEnabled val="1"/>
        </dgm:varLst>
        <dgm:alg type="tx">
          <dgm:param type="txAnchorVert" val="t"/>
          <dgm:param type="parTxLTRAlign" val="l"/>
        </dgm:alg>
        <dgm:shape xmlns:r="http://schemas.openxmlformats.org/officeDocument/2006/relationships" type="rect" r:blip="" hideGeom="1">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Shape_2">
        <dgm:alg type="sp"/>
        <dgm:shape xmlns:r="http://schemas.openxmlformats.org/officeDocument/2006/relationships" r:blip="">
          <dgm:adjLst/>
        </dgm:shape>
        <dgm:presOf/>
        <dgm:constrLst/>
        <dgm:forEach name="Name33" ref="accentRepeat"/>
      </dgm:layoutNode>
    </dgm:forEach>
    <dgm:forEach name="Name34" axis="ch" ptType="node" st="3" cnt="1">
      <dgm:layoutNode name="parentText_3">
        <dgm:varLst>
          <dgm:chMax val="1"/>
          <dgm:chPref val="1"/>
          <dgm:bulletEnabled val="1"/>
        </dgm:varLst>
        <dgm:alg type="tx">
          <dgm:param type="parTxLTRAlign" val="r"/>
          <dgm:param type="shpTxLTRAlignCh" val="r"/>
          <dgm:param type="txAnchorVertCh" val="mid"/>
          <dgm:param type="autoTxRot" val="grav"/>
        </dgm:alg>
        <dgm:shape xmlns:r="http://schemas.openxmlformats.org/officeDocument/2006/relationships" rot="-90" type="rect" r:blip="" hideGeom="1">
          <dgm:adjLst/>
        </dgm:shape>
        <dgm:presOf axis="self" ptType="node"/>
        <dgm:constrLst>
          <dgm:constr type="lMarg" refType="primFontSz" fact="0.3"/>
          <dgm:constr type="rMarg" refType="primFontSz" fact="0.45"/>
          <dgm:constr type="tMarg" refType="primFontSz" fact="0"/>
          <dgm:constr type="bMarg" refType="primFontSz" fact="0.1"/>
        </dgm:constrLst>
        <dgm:ruleLst>
          <dgm:rule type="primFontSz" val="5" fact="NaN" max="NaN"/>
        </dgm:ruleLst>
      </dgm:layoutNode>
      <dgm:layoutNode name="childText_3">
        <dgm:varLst>
          <dgm:chMax val="0"/>
          <dgm:chPref val="0"/>
          <dgm:bulletEnabled val="1"/>
        </dgm:varLst>
        <dgm:alg type="tx">
          <dgm:param type="txAnchorVert" val="t"/>
          <dgm:param type="parTxLTRAlign" val="l"/>
        </dgm:alg>
        <dgm:shape xmlns:r="http://schemas.openxmlformats.org/officeDocument/2006/relationships" type="rect" r:blip="" hideGeom="1">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Shape_3">
        <dgm:alg type="sp"/>
        <dgm:shape xmlns:r="http://schemas.openxmlformats.org/officeDocument/2006/relationships" r:blip="">
          <dgm:adjLst/>
        </dgm:shape>
        <dgm:presOf/>
        <dgm:constrLst/>
        <dgm:forEach name="Name35" ref="accentRepeat"/>
      </dgm:layoutNode>
    </dgm:forEach>
    <dgm:forEach name="Name36" axis="ch" ptType="node" st="4" cnt="1">
      <dgm:layoutNode name="parentText_4">
        <dgm:varLst>
          <dgm:chMax val="1"/>
          <dgm:chPref val="1"/>
          <dgm:bulletEnabled val="1"/>
        </dgm:varLst>
        <dgm:alg type="tx">
          <dgm:param type="parTxLTRAlign" val="r"/>
          <dgm:param type="shpTxLTRAlignCh" val="r"/>
          <dgm:param type="txAnchorVertCh" val="mid"/>
          <dgm:param type="autoTxRot" val="grav"/>
        </dgm:alg>
        <dgm:shape xmlns:r="http://schemas.openxmlformats.org/officeDocument/2006/relationships" rot="-90" type="rect" r:blip="" hideGeom="1">
          <dgm:adjLst/>
        </dgm:shape>
        <dgm:presOf axis="self" ptType="node"/>
        <dgm:constrLst>
          <dgm:constr type="lMarg" refType="primFontSz" fact="0.3"/>
          <dgm:constr type="rMarg" refType="primFontSz" fact="0.45"/>
          <dgm:constr type="tMarg" refType="primFontSz" fact="0"/>
          <dgm:constr type="bMarg" refType="primFontSz" fact="0.1"/>
        </dgm:constrLst>
        <dgm:ruleLst>
          <dgm:rule type="primFontSz" val="5" fact="NaN" max="NaN"/>
        </dgm:ruleLst>
      </dgm:layoutNode>
      <dgm:layoutNode name="childText_4">
        <dgm:varLst>
          <dgm:chMax val="0"/>
          <dgm:chPref val="0"/>
          <dgm:bulletEnabled val="1"/>
        </dgm:varLst>
        <dgm:alg type="tx">
          <dgm:param type="txAnchorVert" val="t"/>
          <dgm:param type="parTxLTRAlign" val="l"/>
        </dgm:alg>
        <dgm:shape xmlns:r="http://schemas.openxmlformats.org/officeDocument/2006/relationships" type="rect" r:blip="" hideGeom="1">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Shape_4">
        <dgm:alg type="sp"/>
        <dgm:shape xmlns:r="http://schemas.openxmlformats.org/officeDocument/2006/relationships" r:blip="">
          <dgm:adjLst/>
        </dgm:shape>
        <dgm:presOf/>
        <dgm:constrLst/>
        <dgm:forEach name="Name37" ref="accentRepeat"/>
      </dgm:layoutNode>
    </dgm:forEach>
    <dgm:forEach name="Name38" axis="ch" ptType="node" st="5" cnt="1">
      <dgm:layoutNode name="parentText_5">
        <dgm:varLst>
          <dgm:chMax val="1"/>
          <dgm:chPref val="1"/>
          <dgm:bulletEnabled val="1"/>
        </dgm:varLst>
        <dgm:alg type="tx">
          <dgm:param type="parTxLTRAlign" val="r"/>
          <dgm:param type="shpTxLTRAlignCh" val="r"/>
          <dgm:param type="txAnchorVertCh" val="mid"/>
          <dgm:param type="autoTxRot" val="grav"/>
        </dgm:alg>
        <dgm:shape xmlns:r="http://schemas.openxmlformats.org/officeDocument/2006/relationships" rot="-90" type="rect" r:blip="" hideGeom="1">
          <dgm:adjLst/>
        </dgm:shape>
        <dgm:presOf axis="self" ptType="node"/>
        <dgm:constrLst>
          <dgm:constr type="lMarg" refType="primFontSz" fact="0.3"/>
          <dgm:constr type="rMarg" refType="primFontSz" fact="0.45"/>
          <dgm:constr type="tMarg" refType="primFontSz" fact="0"/>
          <dgm:constr type="bMarg" refType="primFontSz" fact="0.1"/>
        </dgm:constrLst>
        <dgm:ruleLst>
          <dgm:rule type="primFontSz" val="5" fact="NaN" max="NaN"/>
        </dgm:ruleLst>
      </dgm:layoutNode>
      <dgm:layoutNode name="childText_5">
        <dgm:varLst>
          <dgm:chMax val="0"/>
          <dgm:chPref val="0"/>
          <dgm:bulletEnabled val="1"/>
        </dgm:varLst>
        <dgm:alg type="tx">
          <dgm:param type="txAnchorVert" val="t"/>
          <dgm:param type="parTxLTRAlign" val="l"/>
        </dgm:alg>
        <dgm:shape xmlns:r="http://schemas.openxmlformats.org/officeDocument/2006/relationships" type="rect" r:blip="" hideGeom="1">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Shape_5">
        <dgm:alg type="sp"/>
        <dgm:shape xmlns:r="http://schemas.openxmlformats.org/officeDocument/2006/relationships" r:blip="">
          <dgm:adjLst/>
        </dgm:shape>
        <dgm:presOf/>
        <dgm:constrLst/>
        <dgm:forEach name="Name39" ref="accentRepeat"/>
      </dgm:layoutNode>
    </dgm:forEach>
    <dgm:forEach name="Name40" axis="ch" ptType="node" st="6" cnt="1">
      <dgm:layoutNode name="parentText_6">
        <dgm:varLst>
          <dgm:chMax val="1"/>
          <dgm:chPref val="1"/>
          <dgm:bulletEnabled val="1"/>
        </dgm:varLst>
        <dgm:alg type="tx">
          <dgm:param type="parTxLTRAlign" val="r"/>
          <dgm:param type="shpTxLTRAlignCh" val="r"/>
          <dgm:param type="txAnchorVertCh" val="mid"/>
          <dgm:param type="autoTxRot" val="grav"/>
        </dgm:alg>
        <dgm:shape xmlns:r="http://schemas.openxmlformats.org/officeDocument/2006/relationships" rot="-90" type="rect" r:blip="" hideGeom="1">
          <dgm:adjLst/>
        </dgm:shape>
        <dgm:presOf axis="self" ptType="node"/>
        <dgm:constrLst>
          <dgm:constr type="lMarg" refType="primFontSz" fact="0.3"/>
          <dgm:constr type="rMarg" refType="primFontSz" fact="0.3"/>
          <dgm:constr type="tMarg" refType="primFontSz" fact="0"/>
          <dgm:constr type="bMarg" refType="primFontSz" fact="0.1"/>
        </dgm:constrLst>
        <dgm:ruleLst>
          <dgm:rule type="primFontSz" val="5" fact="NaN" max="NaN"/>
        </dgm:ruleLst>
      </dgm:layoutNode>
      <dgm:layoutNode name="childText_6">
        <dgm:varLst>
          <dgm:chMax val="0"/>
          <dgm:chPref val="0"/>
          <dgm:bulletEnabled val="1"/>
        </dgm:varLst>
        <dgm:alg type="tx">
          <dgm:param type="txAnchorVert" val="t"/>
          <dgm:param type="parTxLTRAlign" val="l"/>
        </dgm:alg>
        <dgm:shape xmlns:r="http://schemas.openxmlformats.org/officeDocument/2006/relationships" type="rect" r:blip="" hideGeom="1">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Shape_6">
        <dgm:alg type="sp"/>
        <dgm:shape xmlns:r="http://schemas.openxmlformats.org/officeDocument/2006/relationships" r:blip="">
          <dgm:adjLst/>
        </dgm:shape>
        <dgm:presOf/>
        <dgm:constrLst/>
        <dgm:forEach name="Name41" ref="accentRepeat"/>
      </dgm:layoutNode>
    </dgm:forEach>
    <dgm:forEach name="Name42" axis="ch" ptType="node" st="7" cnt="1">
      <dgm:layoutNode name="parentText_7">
        <dgm:varLst>
          <dgm:chMax val="1"/>
          <dgm:chPref val="1"/>
          <dgm:bulletEnabled val="1"/>
        </dgm:varLst>
        <dgm:alg type="tx">
          <dgm:param type="parTxLTRAlign" val="r"/>
          <dgm:param type="shpTxLTRAlignCh" val="r"/>
          <dgm:param type="txAnchorVertCh" val="mid"/>
          <dgm:param type="autoTxRot" val="grav"/>
        </dgm:alg>
        <dgm:shape xmlns:r="http://schemas.openxmlformats.org/officeDocument/2006/relationships" rot="-90" type="rect" r:blip="" hideGeom="1">
          <dgm:adjLst/>
        </dgm:shape>
        <dgm:presOf axis="self" ptType="node"/>
        <dgm:constrLst>
          <dgm:constr type="lMarg" refType="primFontSz" fact="0.3"/>
          <dgm:constr type="rMarg" refType="primFontSz" fact="0.3"/>
          <dgm:constr type="tMarg" refType="primFontSz" fact="0"/>
          <dgm:constr type="bMarg" refType="primFontSz" fact="0.1"/>
        </dgm:constrLst>
        <dgm:ruleLst>
          <dgm:rule type="primFontSz" val="5" fact="NaN" max="NaN"/>
        </dgm:ruleLst>
      </dgm:layoutNode>
      <dgm:layoutNode name="childText_7">
        <dgm:varLst>
          <dgm:chMax val="0"/>
          <dgm:chPref val="0"/>
          <dgm:bulletEnabled val="1"/>
        </dgm:varLst>
        <dgm:alg type="tx">
          <dgm:param type="txAnchorVert" val="t"/>
          <dgm:param type="parTxLTRAlign" val="l"/>
        </dgm:alg>
        <dgm:shape xmlns:r="http://schemas.openxmlformats.org/officeDocument/2006/relationships" type="rect" r:blip="" hideGeom="1">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Shape_7">
        <dgm:alg type="sp"/>
        <dgm:shape xmlns:r="http://schemas.openxmlformats.org/officeDocument/2006/relationships" r:blip="">
          <dgm:adjLst/>
        </dgm:shape>
        <dgm:presOf/>
        <dgm:constrLst/>
        <dgm:forEach name="Name43" ref="accentRepeat"/>
      </dgm:layoutNode>
    </dgm:forEach>
  </dgm:layoutNode>
</dgm:layoutDef>
</file>

<file path=ppt/diagrams/layout36.xml><?xml version="1.0" encoding="utf-8"?>
<dgm:layoutDef xmlns:dgm="http://schemas.openxmlformats.org/drawingml/2006/diagram" xmlns:a="http://schemas.openxmlformats.org/drawingml/2006/main" uniqueId="urn:microsoft.com/office/officeart/2005/8/layout/hList3">
  <dgm:title val=""/>
  <dgm:desc val=""/>
  <dgm:catLst>
    <dgm:cat type="list" pri="1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1" destId="2" srcOrd="0" destOrd="0"/>
        <dgm:cxn modelId="7" srcId="1" destId="3" srcOrd="1" destOrd="0"/>
        <dgm:cxn modelId="8" srcId="1" destId="4" srcOrd="2" destOrd="0"/>
      </dgm:cxnLst>
      <dgm:bg/>
      <dgm:whole/>
    </dgm:dataModel>
  </dgm:sampData>
  <dgm:styleData>
    <dgm:dataModel>
      <dgm:ptLst>
        <dgm:pt modelId="0" type="doc"/>
        <dgm:pt modelId="1"/>
        <dgm:pt modelId="2"/>
        <dgm:pt modelId="3"/>
      </dgm:ptLst>
      <dgm:cxnLst>
        <dgm:cxn modelId="5" srcId="0" destId="1" srcOrd="0" destOrd="0"/>
        <dgm:cxn modelId="6" srcId="1" destId="2" srcOrd="0" destOrd="0"/>
        <dgm:cxn modelId="7" srcId="1" destId="3" srcOrd="1" destOrd="0"/>
      </dgm:cxnLst>
      <dgm:bg/>
      <dgm:whole/>
    </dgm:dataModel>
  </dgm:styleData>
  <dgm:clrData>
    <dgm:dataModel>
      <dgm:ptLst>
        <dgm:pt modelId="0" type="doc"/>
        <dgm:pt modelId="1"/>
        <dgm:pt modelId="2"/>
        <dgm:pt modelId="3"/>
        <dgm:pt modelId="4"/>
        <dgm:pt modelId="5"/>
      </dgm:ptLst>
      <dgm:cxnLst>
        <dgm:cxn modelId="6" srcId="0" destId="1" srcOrd="0" destOrd="0"/>
        <dgm:cxn modelId="7" srcId="1" destId="2" srcOrd="0" destOrd="0"/>
        <dgm:cxn modelId="8" srcId="1" destId="3" srcOrd="1" destOrd="0"/>
        <dgm:cxn modelId="9" srcId="1" destId="4" srcOrd="2" destOrd="0"/>
        <dgm:cxn modelId="10" srcId="1" destId="5" srcOrd="3" destOrd="0"/>
      </dgm:cxnLst>
      <dgm:bg/>
      <dgm:whole/>
    </dgm:dataModel>
  </dgm:clrData>
  <dgm:layoutNode name="composite">
    <dgm:varLst>
      <dgm:chMax val="1"/>
      <dgm:dir/>
      <dgm:resizeHandles val="exact"/>
    </dgm:varLst>
    <dgm:alg type="composite"/>
    <dgm:shape xmlns:r="http://schemas.openxmlformats.org/officeDocument/2006/relationships" r:blip="">
      <dgm:adjLst/>
    </dgm:shape>
    <dgm:presOf/>
    <dgm:constrLst>
      <dgm:constr type="w" for="ch" forName="roof" refType="w"/>
      <dgm:constr type="h" for="ch" forName="roof" refType="h" fact="0.3"/>
      <dgm:constr type="primFontSz" for="ch" forName="roof" val="65"/>
      <dgm:constr type="w" for="ch" forName="pillars" refType="w"/>
      <dgm:constr type="h" for="ch" forName="pillars" refType="h" fact="0.63"/>
      <dgm:constr type="t" for="ch" forName="pillars" refType="h" fact="0.3"/>
      <dgm:constr type="primFontSz" for="des" forName="pillar1" val="65"/>
      <dgm:constr type="primFontSz" for="des" forName="pillarX" refType="primFontSz" refFor="des" refForName="pillar1" op="equ"/>
      <dgm:constr type="w" for="ch" forName="base" refType="w"/>
      <dgm:constr type="h" for="ch" forName="base" refType="h" fact="0.07"/>
      <dgm:constr type="t" for="ch" forName="base" refType="h" fact="0.93"/>
    </dgm:constrLst>
    <dgm:ruleLst/>
    <dgm:forEach name="Name0" axis="ch" ptType="node" cnt="1">
      <dgm:layoutNode name="roof" styleLbl="dkBgShp">
        <dgm:alg type="tx"/>
        <dgm:shape xmlns:r="http://schemas.openxmlformats.org/officeDocument/2006/relationships" type="rect" r:blip="">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illars" styleLbl="node1">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pillar1" refType="w"/>
          <dgm:constr type="h" for="ch" forName="pillar1" refType="h"/>
          <dgm:constr type="w" for="ch" forName="pillarX" refType="w"/>
          <dgm:constr type="h" for="ch" forName="pillarX" refType="h"/>
        </dgm:constrLst>
        <dgm:ruleLst/>
        <dgm:layoutNode name="pillar1" styleLbl="node1">
          <dgm:varLst>
            <dgm:bulletEnabled val="1"/>
          </dgm:varLst>
          <dgm:alg type="tx"/>
          <dgm:shape xmlns:r="http://schemas.openxmlformats.org/officeDocument/2006/relationships" type="rect" r:blip="">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ch" ptType="node" st="2">
          <dgm:layoutNode name="pillarX" styleLbl="node1">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layoutNode>
      <dgm:layoutNode name="base" styleLbl="dkBgShp">
        <dgm:alg type="sp"/>
        <dgm:shape xmlns:r="http://schemas.openxmlformats.org/officeDocument/2006/relationships" type="rect" r:blip="">
          <dgm:adjLst/>
        </dgm:shape>
        <dgm:presOf/>
        <dgm:constrLst/>
        <dgm:ruleLst/>
      </dgm:layoutNode>
    </dgm:forEach>
  </dgm:layoutNode>
</dgm:layoutDef>
</file>

<file path=ppt/diagrams/layout37.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38.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39.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40.xml><?xml version="1.0" encoding="utf-8"?>
<dgm:layoutDef xmlns:dgm="http://schemas.openxmlformats.org/drawingml/2006/diagram" xmlns:a="http://schemas.openxmlformats.org/drawingml/2006/main" uniqueId="urn:microsoft.com/office/officeart/2008/layout/VerticalCircleList">
  <dgm:title val=""/>
  <dgm:desc val=""/>
  <dgm:catLst>
    <dgm:cat type="list" pri="235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41" srcId="1" destId="11" srcOrd="0" destOrd="0"/>
        <dgm:cxn modelId="42" srcId="1" destId="12" srcOrd="1" destOrd="0"/>
        <dgm:cxn modelId="5" srcId="0" destId="2" srcOrd="0" destOrd="0"/>
        <dgm:cxn modelId="51" srcId="2" destId="21" srcOrd="0" destOrd="0"/>
        <dgm:cxn modelId="52" srcId="2" destId="22" srcOrd="1" destOrd="0"/>
      </dgm:cxnLst>
      <dgm:bg/>
      <dgm:whole/>
    </dgm:dataModel>
  </dgm:sampData>
  <dgm:styleData useDef="1">
    <dgm:dataModel>
      <dgm:ptLst/>
      <dgm:bg/>
      <dgm:whole/>
    </dgm:dataModel>
  </dgm:styleData>
  <dgm:clrData useDef="1">
    <dgm:dataModel>
      <dgm:ptLst/>
      <dgm:bg/>
      <dgm:whole/>
    </dgm:dataModel>
  </dgm:clrData>
  <dgm:layoutNode name="Name0">
    <dgm:varLst>
      <dgm:dir/>
    </dgm:varLst>
    <dgm:alg type="lin">
      <dgm:param type="linDir" val="fromT"/>
      <dgm:param type="fallback" val="2D"/>
    </dgm:alg>
    <dgm:shape xmlns:r="http://schemas.openxmlformats.org/officeDocument/2006/relationships" r:blip="">
      <dgm:adjLst/>
    </dgm:shape>
    <dgm:presOf/>
    <dgm:constrLst>
      <dgm:constr type="w" for="ch" forName="withChildren" refType="w"/>
      <dgm:constr type="h" for="ch" forName="withChildren" refType="w" fact="0.909"/>
      <dgm:constr type="w" for="ch" forName="noChildren" refType="w"/>
      <dgm:constr type="h" for="ch" forName="noChildren" refType="w" fact="0.164"/>
      <dgm:constr type="w" for="ch" forName="overlap" val="1"/>
      <dgm:constr type="h" for="ch" forName="overlap" refType="w" refFor="ch" refForName="withChildren" fact="-0.089"/>
      <dgm:constr type="primFontSz" for="des" forName="txLvl1" op="equ" val="65"/>
      <dgm:constr type="primFontSz" for="des" forName="txLvlOnly1" refType="primFontSz" refFor="des" refForName="txLvl1" op="equ"/>
      <dgm:constr type="primFontSz" for="des" forName="txLvl2" refType="primFontSz" refFor="des" refForName="txLvl1" op="equ" fact="0.78"/>
      <dgm:constr type="primFontSz" for="des" forName="txLvl3" refType="primFontSz" refFor="des" refForName="txLvl1" op="equ" fact="0.78"/>
      <dgm:constr type="userF" for="des" forName="lin" refType="primFontSz" refFor="des" refForName="txLvl2" op="equ"/>
    </dgm:constrLst>
    <dgm:forEach name="Name1" axis="ch" ptType="node">
      <dgm:choose name="Name2">
        <dgm:if name="Name3" axis="ch" ptType="node" func="cnt" op="gte" val="1">
          <dgm:layoutNode name="withChildren">
            <dgm:alg type="composite"/>
            <dgm:choose name="Name4">
              <dgm:if name="Name5" func="var" arg="dir" op="equ" val="norm">
                <dgm:constrLst>
                  <dgm:constr type="l" for="ch" forName="bigCircle"/>
                  <dgm:constr type="w" for="ch" forName="bigCircle" refType="h" refFor="ch" refForName="bigCircle"/>
                  <dgm:constr type="t" for="ch" forName="bigCircle"/>
                  <dgm:constr type="h" for="ch" forName="bigCircle" refType="h"/>
                  <dgm:constr type="l" for="ch" forName="medCircle" refType="w" fact="0.043"/>
                  <dgm:constr type="w" for="ch" forName="medCircle" refType="h" refFor="ch" refForName="medCircle"/>
                  <dgm:constr type="t" for="ch" forName="medCircle" refType="h" fact="0.042"/>
                  <dgm:constr type="h" for="ch" forName="medCircle" refType="h" fact="0.18"/>
                  <dgm:constr type="l" for="ch" forName="txLvl1" refType="ctrX" refFor="ch" refForName="medCircle"/>
                  <dgm:constr type="r" for="ch" forName="txLvl1" refType="w"/>
                  <dgm:constr type="h" for="ch" forName="txLvl1" refType="h" refFor="ch" refForName="medCircle"/>
                  <dgm:constr type="t" for="ch" forName="txLvl1" refType="t" refFor="ch" refForName="medCircle"/>
                  <dgm:constr type="l" for="ch" forName="lin" refType="ctrX" refFor="ch" refForName="medCircle"/>
                  <dgm:constr type="r" for="ch" forName="lin" refType="w"/>
                  <dgm:constr type="t" for="ch" forName="lin" refType="h" fact="0.222"/>
                  <dgm:constr type="h" for="ch" forName="lin" refType="h" fact="0.68"/>
                </dgm:constrLst>
              </dgm:if>
              <dgm:else name="Name6">
                <dgm:constrLst>
                  <dgm:constr type="r" for="ch" forName="bigCircle" refType="w"/>
                  <dgm:constr type="w" for="ch" forName="bigCircle" refType="h" refFor="ch" refForName="bigCircle"/>
                  <dgm:constr type="t" for="ch" forName="bigCircle"/>
                  <dgm:constr type="h" for="ch" forName="bigCircle" refType="h"/>
                  <dgm:constr type="r" for="ch" forName="medCircle" refType="w" fact="0.957"/>
                  <dgm:constr type="w" for="ch" forName="medCircle" refType="h" refFor="ch" refForName="medCircle"/>
                  <dgm:constr type="t" for="ch" forName="medCircle" refType="h" fact="0.042"/>
                  <dgm:constr type="h" for="ch" forName="medCircle" refType="h" fact="0.18"/>
                  <dgm:constr type="l" for="ch" forName="txLvl1"/>
                  <dgm:constr type="r" for="ch" forName="txLvl1" refType="ctrX" refFor="ch" refForName="medCircle"/>
                  <dgm:constr type="h" for="ch" forName="txLvl1" refType="h" refFor="ch" refForName="medCircle"/>
                  <dgm:constr type="t" for="ch" forName="txLvl1" refType="t" refFor="ch" refForName="medCircle"/>
                  <dgm:constr type="l" for="ch" forName="lin"/>
                  <dgm:constr type="r" for="ch" forName="lin" refType="ctrX" refFor="ch" refForName="medCircle"/>
                  <dgm:constr type="t" for="ch" forName="lin" refType="h" fact="0.222"/>
                  <dgm:constr type="h" for="ch" forName="lin" refType="h" fact="0.68"/>
                </dgm:constrLst>
              </dgm:else>
            </dgm:choose>
            <dgm:layoutNode name="bigCircle" styleLbl="vennNode1">
              <dgm:alg type="sp"/>
              <dgm:shape xmlns:r="http://schemas.openxmlformats.org/officeDocument/2006/relationships" type="ellipse" r:blip="">
                <dgm:adjLst/>
              </dgm:shape>
              <dgm:presOf/>
              <dgm:constrLst>
                <dgm:constr type="w" refType="h"/>
              </dgm:constrLst>
            </dgm:layoutNode>
            <dgm:layoutNode name="medCircle" styleLbl="vennNode1">
              <dgm:alg type="sp"/>
              <dgm:shape xmlns:r="http://schemas.openxmlformats.org/officeDocument/2006/relationships" type="ellipse" r:blip="">
                <dgm:adjLst/>
              </dgm:shape>
              <dgm:presOf/>
              <dgm:constrLst>
                <dgm:constr type="w" refType="h"/>
              </dgm:constrLst>
            </dgm:layoutNode>
            <dgm:layoutNode name="txLvl1" styleLbl="revTx">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ect" r:blip="">
                <dgm:adjLst/>
              </dgm:shape>
              <dgm:presOf axis="self" ptType="node"/>
              <dgm:constrLst>
                <dgm:constr type="lMarg"/>
                <dgm:constr type="rMarg"/>
                <dgm:constr type="tMarg" refType="primFontSz" fact="0.1"/>
                <dgm:constr type="bMarg" refType="primFontSz" fact="0.1"/>
              </dgm:constrLst>
              <dgm:ruleLst>
                <dgm:rule type="primFontSz" val="5" fact="NaN" max="NaN"/>
              </dgm:ruleLst>
            </dgm:layoutNode>
            <dgm:layoutNode name="lin">
              <dgm:choose name="Name10">
                <dgm:if name="Name11" func="var" arg="dir" op="equ" val="norm">
                  <dgm:alg type="lin">
                    <dgm:param type="linDir" val="fromT"/>
                    <dgm:param type="vertAlign" val="t"/>
                    <dgm:param type="nodeHorzAlign" val="l"/>
                  </dgm:alg>
                </dgm:if>
                <dgm:else name="Name12">
                  <dgm:alg type="lin">
                    <dgm:param type="linDir" val="fromT"/>
                    <dgm:param type="vertAlign" val="t"/>
                    <dgm:param type="nodeHorzAlign" val="r"/>
                  </dgm:alg>
                </dgm:else>
              </dgm:choose>
              <dgm:shape xmlns:r="http://schemas.openxmlformats.org/officeDocument/2006/relationships" r:blip="">
                <dgm:adjLst/>
              </dgm:shape>
              <dgm:presOf/>
              <dgm:constrLst>
                <dgm:constr type="userF"/>
                <dgm:constr type="primFontSz" for="ch" forName="txLvl2" refType="userF"/>
                <dgm:constr type="w" for="ch" forName="txLvl2" refType="w"/>
                <dgm:constr type="h" for="ch" forName="txLvl2" refType="primFontSz" refFor="ch" refForName="txLvl2" fact="0.39"/>
                <dgm:constr type="w" for="ch" forName="txLvl3" refType="w"/>
                <dgm:constr type="h" for="ch" forName="txLvl3" refType="primFontSz" refFor="ch" refForName="txLvl2" fact="0.39"/>
                <dgm:constr type="h" for="ch" forName="smCircle" refType="primFontSz" refFor="ch" refForName="txLvl2" fact="0.14"/>
                <dgm:constr type="h" for="ch" forName="indentDot1" refType="primFontSz" refFor="ch" refForName="txLvl2" fact="0.14"/>
                <dgm:constr type="h" for="ch" forName="indentDot2" refType="primFontSz" refFor="ch" refForName="txLvl2" fact="0.14"/>
                <dgm:constr type="h" for="ch" forName="indentDot3" refType="primFontSz" refFor="ch" refForName="txLvl2" fact="0.14"/>
                <dgm:constr type="w" for="ch" forName="indentDot1" refType="w"/>
                <dgm:constr type="w" for="ch" forName="indentDot2" refType="w"/>
                <dgm:constr type="w" for="ch" forName="indentDot3" refType="w"/>
                <dgm:constr type="userI" for="ch" forName="txLvl3" refType="primFontSz" refFor="ch" refForName="txLvl2" fact="0.14"/>
                <dgm:constr type="userI" for="ch" forName="indentDot1" refType="primFontSz" refFor="ch" refForName="txLvl2" fact="0.14"/>
                <dgm:constr type="userI" for="ch" forName="indentDot2" refType="primFontSz" refFor="ch" refForName="txLvl2" fact="0.14"/>
                <dgm:constr type="userI" for="ch" forName="indentDot3" refType="primFontSz" refFor="ch" refForName="txLvl2" fact="0.14"/>
              </dgm:constrLst>
              <dgm:ruleLst>
                <dgm:rule type="primFontSz" for="ch" forName="txLvl2" val="5" fact="NaN" max="NaN"/>
              </dgm:ruleLst>
              <dgm:forEach name="Name13" axis="ch" ptType="node">
                <dgm:layoutNode name="txLvl2" styleLbl="revTx">
                  <dgm:choose name="Name14">
                    <dgm:if name="Name15" func="var" arg="dir" op="equ" val="norm">
                      <dgm:alg type="tx">
                        <dgm:param type="parTxLTRAlign" val="l"/>
                        <dgm:param type="parTxRTLAlign" val="l"/>
                      </dgm:alg>
                    </dgm:if>
                    <dgm:else name="Name16">
                      <dgm:alg type="tx">
                        <dgm:param type="parTxLTRAlign" val="r"/>
                        <dgm:param type="parTxRTLAlign" val="r"/>
                      </dgm:alg>
                    </dgm:else>
                  </dgm:choose>
                  <dgm:shape xmlns:r="http://schemas.openxmlformats.org/officeDocument/2006/relationships" type="rect" r:blip="">
                    <dgm:adjLst/>
                  </dgm:shape>
                  <dgm:presOf axis="self" ptType="node"/>
                  <dgm:constrLst>
                    <dgm:constr type="lMarg"/>
                    <dgm:constr type="rMarg"/>
                    <dgm:constr type="tMarg" refType="primFontSz" fact="0.1"/>
                    <dgm:constr type="bMarg" refType="primFontSz" fact="0.1"/>
                  </dgm:constrLst>
                  <dgm:ruleLst>
                    <dgm:rule type="h" val="INF" fact="NaN" max="NaN"/>
                  </dgm:ruleLst>
                </dgm:layoutNode>
                <dgm:forEach name="Name17" axis="ch" ptType="node" cnt="1">
                  <dgm:layoutNode name="indentDot1">
                    <dgm:alg type="composite"/>
                    <dgm:shape xmlns:r="http://schemas.openxmlformats.org/officeDocument/2006/relationships" r:blip="">
                      <dgm:adjLst/>
                    </dgm:shape>
                    <dgm:presOf/>
                    <dgm:choose name="Name18">
                      <dgm:if name="Name19" func="var" arg="dir" op="equ" val="norm">
                        <dgm:constrLst>
                          <dgm:constr type="userI"/>
                          <dgm:constr type="w" for="ch" forName="gap1" refType="userI" fact="3"/>
                          <dgm:constr type="w" for="ch" forName="smCircle1" refType="h"/>
                          <dgm:constr type="l" for="ch" forName="smCircle1" refType="r" refFor="ch" refForName="gap1"/>
                        </dgm:constrLst>
                      </dgm:if>
                      <dgm:else name="Name20">
                        <dgm:constrLst>
                          <dgm:constr type="userI"/>
                          <dgm:constr type="w" for="ch" forName="gap1" refType="userI" fact="3"/>
                          <dgm:constr type="w" for="ch" forName="smCircle1" refType="h"/>
                          <dgm:constr type="r" for="ch" forName="smCircle1" refType="l" refFor="ch" refForName="gap1"/>
                        </dgm:constrLst>
                      </dgm:else>
                    </dgm:choose>
                    <dgm:layoutNode name="gap1">
                      <dgm:alg type="sp"/>
                      <dgm:shape xmlns:r="http://schemas.openxmlformats.org/officeDocument/2006/relationships" type="rect" r:blip="" hideGeom="1">
                        <dgm:adjLst/>
                      </dgm:shape>
                      <dgm:presOf/>
                    </dgm:layoutNode>
                    <dgm:layoutNode name="smCircle1" styleLbl="vennNode1">
                      <dgm:alg type="sp"/>
                      <dgm:shape xmlns:r="http://schemas.openxmlformats.org/officeDocument/2006/relationships" type="ellipse" r:blip="">
                        <dgm:adjLst/>
                      </dgm:shape>
                      <dgm:presOf/>
                      <dgm:constrLst>
                        <dgm:constr type="w" refType="h"/>
                      </dgm:constrLst>
                    </dgm:layoutNode>
                  </dgm:layoutNode>
                </dgm:forEach>
                <dgm:forEach name="Name21" axis="ch" ptType="node">
                  <dgm:layoutNode name="txLvl3" styleLbl="revTx">
                    <dgm:varLst>
                      <dgm:bulletEnabled val="1"/>
                    </dgm:varLst>
                    <dgm:choose name="Name22">
                      <dgm:if name="Name23" func="var" arg="dir" op="equ" val="norm">
                        <dgm:alg type="tx">
                          <dgm:param type="parTxLTRAlign" val="l"/>
                          <dgm:param type="parTxRTLAlign" val="l"/>
                          <dgm:param type="shpTxLTRAlignCh" val="l"/>
                          <dgm:param type="shpTxRTLAlignCh" val="l"/>
                        </dgm:alg>
                      </dgm:if>
                      <dgm:else name="Name24">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hoose name="Name25">
                      <dgm:if name="Name26" func="var" arg="dir" op="equ" val="norm">
                        <dgm:constrLst>
                          <dgm:constr type="userI"/>
                          <dgm:constr type="lMarg" refType="userI" fact="8.504"/>
                          <dgm:constr type="rMarg"/>
                          <dgm:constr type="tMarg" refType="primFontSz" fact="0.1"/>
                          <dgm:constr type="bMarg" refType="primFontSz" fact="0.1"/>
                        </dgm:constrLst>
                      </dgm:if>
                      <dgm:else name="Name27">
                        <dgm:constrLst>
                          <dgm:constr type="userI"/>
                          <dgm:constr type="lMarg"/>
                          <dgm:constr type="rMarg" refType="userI" fact="8.504"/>
                          <dgm:constr type="tMarg" refType="primFontSz" fact="0.1"/>
                          <dgm:constr type="bMarg" refType="primFontSz" fact="0.1"/>
                        </dgm:constrLst>
                      </dgm:else>
                    </dgm:choose>
                    <dgm:ruleLst>
                      <dgm:rule type="h" val="INF" fact="NaN" max="NaN"/>
                    </dgm:ruleLst>
                  </dgm:layoutNode>
                  <dgm:forEach name="Name28" axis="followSib" ptType="sibTrans" cnt="1">
                    <dgm:layoutNode name="indentDot2">
                      <dgm:alg type="composite"/>
                      <dgm:shape xmlns:r="http://schemas.openxmlformats.org/officeDocument/2006/relationships" r:blip="">
                        <dgm:adjLst/>
                      </dgm:shape>
                      <dgm:presOf/>
                      <dgm:choose name="Name29">
                        <dgm:if name="Name30" func="var" arg="dir" op="equ" val="norm">
                          <dgm:constrLst>
                            <dgm:constr type="userI"/>
                            <dgm:constr type="w" for="ch" forName="gap2" refType="userI" fact="3"/>
                            <dgm:constr type="w" for="ch" forName="smCircle2" refType="h"/>
                            <dgm:constr type="l" for="ch" forName="smCircle2" refType="r" refFor="ch" refForName="gap2"/>
                          </dgm:constrLst>
                        </dgm:if>
                        <dgm:else name="Name31">
                          <dgm:constrLst>
                            <dgm:constr type="userI"/>
                            <dgm:constr type="w" for="ch" forName="gap2" refType="userI" fact="3"/>
                            <dgm:constr type="w" for="ch" forName="smCircle2" refType="h"/>
                            <dgm:constr type="r" for="ch" forName="smCircle2" refType="l" refFor="ch" refForName="gap2"/>
                          </dgm:constrLst>
                        </dgm:else>
                      </dgm:choose>
                      <dgm:layoutNode name="gap2">
                        <dgm:alg type="sp"/>
                        <dgm:shape xmlns:r="http://schemas.openxmlformats.org/officeDocument/2006/relationships" type="rect" r:blip="" hideGeom="1">
                          <dgm:adjLst/>
                        </dgm:shape>
                        <dgm:presOf/>
                      </dgm:layoutNode>
                      <dgm:layoutNode name="smCircle2" styleLbl="vennNode1">
                        <dgm:alg type="sp"/>
                        <dgm:shape xmlns:r="http://schemas.openxmlformats.org/officeDocument/2006/relationships" type="ellipse" r:blip="">
                          <dgm:adjLst/>
                        </dgm:shape>
                        <dgm:presOf/>
                        <dgm:constrLst>
                          <dgm:constr type="w" refType="h"/>
                        </dgm:constrLst>
                      </dgm:layoutNode>
                    </dgm:layoutNode>
                  </dgm:forEach>
                </dgm:forEach>
                <dgm:choose name="Name32">
                  <dgm:if name="Name33" axis="ch" ptType="node" func="cnt" op="gte" val="1">
                    <dgm:forEach name="Name34" axis="followSib" ptType="sibTrans" cnt="1">
                      <dgm:layoutNode name="indentDot3">
                        <dgm:alg type="composite"/>
                        <dgm:shape xmlns:r="http://schemas.openxmlformats.org/officeDocument/2006/relationships" r:blip="">
                          <dgm:adjLst/>
                        </dgm:shape>
                        <dgm:presOf/>
                        <dgm:choose name="Name35">
                          <dgm:if name="Name36" func="var" arg="dir" op="equ" val="norm">
                            <dgm:constrLst>
                              <dgm:constr type="userI"/>
                              <dgm:constr type="w" for="ch" forName="gap3" refType="userI" fact="3"/>
                              <dgm:constr type="w" for="ch" forName="smCircle3" refType="h"/>
                              <dgm:constr type="l" for="ch" forName="smCircle3" refType="r" refFor="ch" refForName="gap3"/>
                            </dgm:constrLst>
                          </dgm:if>
                          <dgm:else name="Name37">
                            <dgm:constrLst>
                              <dgm:constr type="userI"/>
                              <dgm:constr type="w" for="ch" forName="gap3" refType="userI" fact="3"/>
                              <dgm:constr type="w" for="ch" forName="smCircle3" refType="h"/>
                              <dgm:constr type="r" for="ch" forName="smCircle3" refType="l" refFor="ch" refForName="gap3"/>
                            </dgm:constrLst>
                          </dgm:else>
                        </dgm:choose>
                        <dgm:layoutNode name="gap3">
                          <dgm:alg type="sp"/>
                          <dgm:shape xmlns:r="http://schemas.openxmlformats.org/officeDocument/2006/relationships" type="rect" r:blip="" hideGeom="1">
                            <dgm:adjLst/>
                          </dgm:shape>
                          <dgm:presOf/>
                        </dgm:layoutNode>
                        <dgm:layoutNode name="smCircle3" styleLbl="vennNode1">
                          <dgm:alg type="sp"/>
                          <dgm:shape xmlns:r="http://schemas.openxmlformats.org/officeDocument/2006/relationships" type="ellipse" r:blip="">
                            <dgm:adjLst/>
                          </dgm:shape>
                          <dgm:presOf/>
                          <dgm:constrLst>
                            <dgm:constr type="w" refType="h"/>
                          </dgm:constrLst>
                        </dgm:layoutNode>
                      </dgm:layoutNode>
                    </dgm:forEach>
                  </dgm:if>
                  <dgm:else name="Name38">
                    <dgm:forEach name="Name39" axis="followSib" ptType="sibTrans" cnt="1">
                      <dgm:layoutNode name="smCircle" styleLbl="vennNode1">
                        <dgm:alg type="sp"/>
                        <dgm:shape xmlns:r="http://schemas.openxmlformats.org/officeDocument/2006/relationships" type="ellipse" r:blip="">
                          <dgm:adjLst/>
                        </dgm:shape>
                        <dgm:presOf/>
                        <dgm:constrLst>
                          <dgm:constr type="w" refType="h"/>
                        </dgm:constrLst>
                      </dgm:layoutNode>
                    </dgm:forEach>
                  </dgm:else>
                </dgm:choose>
              </dgm:forEach>
            </dgm:layoutNode>
          </dgm:layoutNode>
          <dgm:choose name="Name40">
            <dgm:if name="Name41" axis="followSib ch" ptType="node node" cnt="1 0" func="cnt" op="gte" val="1">
              <dgm:layoutNode name="overlap">
                <dgm:alg type="sp"/>
                <dgm:shape xmlns:r="http://schemas.openxmlformats.org/officeDocument/2006/relationships" r:blip="">
                  <dgm:adjLst/>
                </dgm:shape>
                <dgm:presOf/>
              </dgm:layoutNode>
            </dgm:if>
            <dgm:else name="Name42"/>
          </dgm:choose>
        </dgm:if>
        <dgm:else name="Name43">
          <dgm:layoutNode name="noChildren">
            <dgm:alg type="composite"/>
            <dgm:choose name="Name44">
              <dgm:if name="Name45" func="var" arg="dir" op="equ" val="norm">
                <dgm:constrLst>
                  <dgm:constr type="l" for="ch" forName="gap"/>
                  <dgm:constr type="w" for="ch" forName="gap" refType="w" fact="0.043"/>
                  <dgm:constr type="h" for="ch" forName="gap" refType="h"/>
                  <dgm:constr type="t" for="ch" forName="gap"/>
                  <dgm:constr type="l" for="ch" forName="medCircle2" refType="r" refFor="ch" refForName="gap"/>
                  <dgm:constr type="w" for="ch" forName="medCircle2" refType="h" refFor="ch" refForName="medCircle2"/>
                  <dgm:constr type="t" for="ch" forName="medCircle2"/>
                  <dgm:constr type="h" for="ch" forName="medCircle2" refType="h"/>
                  <dgm:constr type="l" for="ch" forName="txLvlOnly1" refType="ctrX" refFor="ch" refForName="medCircle2"/>
                  <dgm:constr type="r" for="ch" forName="txLvlOnly1" refType="w"/>
                  <dgm:constr type="h" for="ch" forName="txLvlOnly1" refType="h"/>
                  <dgm:constr type="t" for="ch" forName="txLvlOnly1"/>
                </dgm:constrLst>
              </dgm:if>
              <dgm:else name="Name46">
                <dgm:constrLst>
                  <dgm:constr type="r" for="ch" forName="gap" refType="w"/>
                  <dgm:constr type="w" for="ch" forName="gap" refType="w" fact="0.043"/>
                  <dgm:constr type="h" for="ch" forName="gap" refType="h"/>
                  <dgm:constr type="t" for="ch" forName="gap"/>
                  <dgm:constr type="r" for="ch" forName="medCircle2" refType="l" refFor="ch" refForName="gap"/>
                  <dgm:constr type="w" for="ch" forName="medCircle2" refType="h" refFor="ch" refForName="medCircle2"/>
                  <dgm:constr type="t" for="ch" forName="medCircle2"/>
                  <dgm:constr type="h" for="ch" forName="medCircle2" refType="h"/>
                  <dgm:constr type="l" for="ch" forName="txLvlOnly1"/>
                  <dgm:constr type="r" for="ch" forName="txLvlOnly1" refType="ctrX" refFor="ch" refForName="medCircle2"/>
                  <dgm:constr type="h" for="ch" forName="txLvlOnly1" refType="h"/>
                  <dgm:constr type="t" for="ch" forName="txLvlOnly1"/>
                </dgm:constrLst>
              </dgm:else>
            </dgm:choose>
            <dgm:layoutNode name="gap">
              <dgm:alg type="sp"/>
              <dgm:shape xmlns:r="http://schemas.openxmlformats.org/officeDocument/2006/relationships" r:blip="">
                <dgm:adjLst/>
              </dgm:shape>
              <dgm:presOf/>
            </dgm:layoutNode>
            <dgm:layoutNode name="medCircle2" styleLbl="vennNode1">
              <dgm:alg type="sp"/>
              <dgm:shape xmlns:r="http://schemas.openxmlformats.org/officeDocument/2006/relationships" type="ellipse" r:blip="">
                <dgm:adjLst/>
              </dgm:shape>
              <dgm:presOf/>
              <dgm:constrLst>
                <dgm:constr type="w" refType="h"/>
              </dgm:constrLst>
            </dgm:layoutNode>
            <dgm:layoutNode name="txLvlOnly1" styleLbl="revTx">
              <dgm:choose name="Name47">
                <dgm:if name="Name48" func="var" arg="dir" op="equ" val="norm">
                  <dgm:alg type="tx">
                    <dgm:param type="parTxLTRAlign" val="l"/>
                    <dgm:param type="parTxRTLAlign" val="l"/>
                  </dgm:alg>
                </dgm:if>
                <dgm:else name="Name49">
                  <dgm:alg type="tx">
                    <dgm:param type="parTxLTRAlign" val="r"/>
                    <dgm:param type="parTxRTLAlign" val="r"/>
                  </dgm:alg>
                </dgm:else>
              </dgm:choose>
              <dgm:shape xmlns:r="http://schemas.openxmlformats.org/officeDocument/2006/relationships" type="rect" r:blip="">
                <dgm:adjLst/>
              </dgm:shape>
              <dgm:presOf axis="self" ptType="node"/>
              <dgm:constrLst>
                <dgm:constr type="lMarg"/>
                <dgm:constr type="rMarg"/>
                <dgm:constr type="tMarg" refType="primFontSz" fact="0.1"/>
                <dgm:constr type="bMarg" refType="primFontSz" fact="0.1"/>
              </dgm:constrLst>
              <dgm:ruleLst>
                <dgm:rule type="primFontSz" val="5" fact="NaN" max="NaN"/>
              </dgm:ruleLst>
            </dgm:layoutNode>
          </dgm:layoutNode>
        </dgm:else>
      </dgm:choose>
    </dgm:forEach>
  </dgm:layoutNode>
</dgm:layoutDef>
</file>

<file path=ppt/diagrams/layout41.xml><?xml version="1.0" encoding="utf-8"?>
<dgm:layoutDef xmlns:dgm="http://schemas.openxmlformats.org/drawingml/2006/diagram" xmlns:a="http://schemas.openxmlformats.org/drawingml/2006/main" uniqueId="urn:microsoft.com/office/officeart/2005/8/layout/architecture">
  <dgm:title val="Architecture Layout"/>
  <dgm:desc val="Use to show hierarchical relationships that build from the bottom up. This layout works well for showing architectural components or objects that build on other objects."/>
  <dgm:catLst>
    <dgm:cat type="hierarchy" pri="4500"/>
    <dgm:cat type="list" pri="24500"/>
    <dgm:cat type="relationship" pri="10500"/>
    <dgm:cat type="officeonline" pri="7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b"/>
        </dgm:alg>
      </dgm:if>
      <dgm:else name="Name3">
        <dgm:alg type="lin">
          <dgm:param type="linDir" val="fromR"/>
          <dgm:param type="nodeVertAlign" val="b"/>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B"/>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b"/>
              </dgm:alg>
            </dgm:if>
            <dgm:else name="Name10">
              <dgm:alg type="lin">
                <dgm:param type="linDir" val="fromR"/>
                <dgm:param type="nodeVertAlign" val="b"/>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B"/>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b"/>
                    </dgm:alg>
                  </dgm:if>
                  <dgm:else name="Name17">
                    <dgm:alg type="lin">
                      <dgm:param type="linDir" val="fromR"/>
                      <dgm:param type="nodeVertAlign" val="b"/>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B"/>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b"/>
                          </dgm:alg>
                        </dgm:if>
                        <dgm:else name="Name24">
                          <dgm:alg type="lin">
                            <dgm:param type="linDir" val="fromR"/>
                            <dgm:param type="nodeVertAlign" val="b"/>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B"/>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b"/>
                                </dgm:alg>
                              </dgm:if>
                              <dgm:else name="Name30">
                                <dgm:alg type="lin">
                                  <dgm:param type="linDir" val="fromR"/>
                                  <dgm:param type="nodeVertAlign" val="b"/>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4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3.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44.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45.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6.xml><?xml version="1.0" encoding="utf-8"?>
<dgm:layoutDef xmlns:dgm="http://schemas.openxmlformats.org/drawingml/2006/diagram" xmlns:a="http://schemas.openxmlformats.org/drawingml/2006/main" uniqueId="urn:microsoft.com/office/officeart/2005/8/layout/hProcess10">
  <dgm:title val=""/>
  <dgm:desc val=""/>
  <dgm:catLst>
    <dgm:cat type="process" pri="3000"/>
    <dgm:cat type="picture" pri="30000"/>
    <dgm:cat type="pictureconvert" pri="3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op="equ" fact="0.3333"/>
      <dgm:constr type="primFontSz" for="des" forName="txNode" op="equ" val="65"/>
      <dgm:constr type="primFontSz" for="des" forName="connTx" op="equ" val="55"/>
      <dgm:constr type="primFontSz" for="des" forName="connTx" refType="primFontSz" refFor="des" refForName="txNode" op="lte" fact="0.8"/>
    </dgm:constrLst>
    <dgm:ruleLst/>
    <dgm:forEach name="Name4" axis="ch" ptType="node">
      <dgm:layoutNode name="composite">
        <dgm:alg type="composite"/>
        <dgm:shape xmlns:r="http://schemas.openxmlformats.org/officeDocument/2006/relationships" r:blip="">
          <dgm:adjLst/>
        </dgm:shape>
        <dgm:presOf/>
        <dgm:choose name="Name5">
          <dgm:if name="Name6" func="var" arg="dir" op="equ" val="norm">
            <dgm:constrLst>
              <dgm:constr type="l" for="ch" forName="imagSh"/>
              <dgm:constr type="w" for="ch" forName="imagSh" refType="w" fact="0.86"/>
              <dgm:constr type="t" for="ch" forName="imagSh"/>
              <dgm:constr type="h" for="ch" forName="imagSh" refType="w" refFor="ch" refForName="imagSh"/>
              <dgm:constr type="l" for="ch" forName="txNode" refType="w" fact="0.14"/>
              <dgm:constr type="w" for="ch" forName="txNode" refType="w" refFor="ch" refForName="imagSh"/>
              <dgm:constr type="t" for="ch" forName="txNode" refType="h" refFor="ch" refForName="imagSh" fact="0.6"/>
              <dgm:constr type="h" for="ch" forName="txNode" refType="h" refFor="ch" refForName="imagSh"/>
            </dgm:constrLst>
          </dgm:if>
          <dgm:else name="Name7">
            <dgm:constrLst>
              <dgm:constr type="l" for="ch" forName="imagSh" refType="w" fact="0.14"/>
              <dgm:constr type="w" for="ch" forName="imagSh" refType="w" fact="0.86"/>
              <dgm:constr type="t" for="ch" forName="imagSh"/>
              <dgm:constr type="h" for="ch" forName="imagSh" refType="w" refFor="ch" refForName="imagSh"/>
              <dgm:constr type="l" for="ch" forName="txNode"/>
              <dgm:constr type="w" for="ch" forName="txNode" refType="w" refFor="ch" refForName="imagSh"/>
              <dgm:constr type="t" for="ch" forName="txNode" refType="h" refFor="ch" refForName="imagSh" fact="0.6"/>
              <dgm:constr type="h" for="ch" forName="txNode" refType="h" refFor="ch" refForName="imagSh"/>
            </dgm:constrLst>
          </dgm:else>
        </dgm:choose>
        <dgm:ruleLst/>
        <dgm:layoutNode name="imagSh" styleLbl="bgImgPlace1">
          <dgm:alg type="sp"/>
          <dgm:shape xmlns:r="http://schemas.openxmlformats.org/officeDocument/2006/relationships" type="roundRect" r:blip="" blipPhldr="1">
            <dgm:adjLst>
              <dgm:adj idx="1" val="0.1"/>
            </dgm:adjLst>
          </dgm:shape>
          <dgm:presOf/>
          <dgm:constrLst/>
          <dgm:ruleLst/>
        </dgm:layoutNode>
        <dgm:layoutNode name="txNode" styleLbl="node1">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sibTransForEach" axis="followSib" ptType="sibTrans" cnt="1">
        <dgm:layoutNode name="sibTrans">
          <dgm:alg type="conn">
            <dgm:param type="begPts" val="auto"/>
            <dgm:param type="endPts" val="auto"/>
            <dgm:param type="srcNode" val="imagSh"/>
            <dgm:param type="dstNode" val="imagSh"/>
          </dgm:alg>
          <dgm:shape xmlns:r="http://schemas.openxmlformats.org/officeDocument/2006/relationships" type="conn" r:blip="">
            <dgm:adjLst/>
          </dgm:shape>
          <dgm:presOf axis="self"/>
          <dgm:constrLst>
            <dgm:constr type="h" refType="w" fact="0.62"/>
            <dgm:constr type="connDist"/>
            <dgm:constr type="begPad" refType="connDist" fact="0.35"/>
            <dgm:constr type="endPad" refType="connDist" fact="0.3"/>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7.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layout48.xml><?xml version="1.0" encoding="utf-8"?>
<dgm:layoutDef xmlns:dgm="http://schemas.openxmlformats.org/drawingml/2006/diagram" xmlns:a="http://schemas.openxmlformats.org/drawingml/2006/main" uniqueId="urn:microsoft.com/office/officeart/2008/layout/IncreasingCircleProcess">
  <dgm:title val=""/>
  <dgm:desc val=""/>
  <dgm:catLst>
    <dgm:cat type="list" pri="8300"/>
    <dgm:cat type="process" pri="43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clrData>
  <dgm:layoutNode name="Name0">
    <dgm:varLst>
      <dgm:chMax val="7"/>
      <dgm:chPref val="7"/>
      <dgm:dir/>
      <dgm:animOne val="branch"/>
      <dgm:animLvl val="lvl"/>
    </dgm:varLst>
    <dgm:choose name="Name1">
      <dgm:if name="Name2" func="var" arg="dir" op="equ" val="norm">
        <dgm:alg type="lin">
          <dgm:param type="linDir" val="fromL"/>
          <dgm:param type="horzAlign" val="ctr"/>
          <dgm:param type="vertAlign" val="t"/>
        </dgm:alg>
      </dgm:if>
      <dgm:else name="Name3">
        <dgm:alg type="lin">
          <dgm:param type="linDir" val="fromR"/>
          <dgm:param type="horzAlign" val="ctr"/>
          <dgm:param type="vertAlign" val="t"/>
        </dgm:alg>
      </dgm:else>
    </dgm:choose>
    <dgm:shape xmlns:r="http://schemas.openxmlformats.org/officeDocument/2006/relationships" r:blip="">
      <dgm:adjLst/>
    </dgm:shape>
    <dgm:constrLst>
      <dgm:constr type="primFontSz" for="des" forName="Child" val="65"/>
      <dgm:constr type="primFontSz" for="des" forName="Parent" val="65"/>
      <dgm:constr type="primFontSz" for="des" forName="Child" refType="primFontSz" refFor="des" refForName="Parent" op="lte"/>
      <dgm:constr type="w" for="ch" forName="composite" refType="w"/>
      <dgm:constr type="h" for="ch" forName="composite" refType="h"/>
      <dgm:constr type="sp" refType="w" refFor="ch" refForName="composite" op="equ" fact="0.05"/>
      <dgm:constr type="w" for="ch" forName="sibTrans" refType="h" refFor="ch" refForName="composite" op="equ" fact="0.04"/>
    </dgm:constrLst>
    <dgm:forEach name="nodesForEach" axis="ch" ptType="node" cnt="7">
      <dgm:layoutNode name="composite">
        <dgm:alg type="composite">
          <dgm:param type="ar" val="0.8"/>
        </dgm:alg>
        <dgm:choose name="Name4">
          <dgm:if name="Name5" func="var" arg="dir" op="equ" val="norm">
            <dgm:constrLst>
              <dgm:constr type="l" for="ch" forName="Child" refType="w" fact="0.29"/>
              <dgm:constr type="t" for="ch" forName="Child" refType="h" fact="0.192"/>
              <dgm:constr type="w" for="ch" forName="Child" refType="w" fact="0.71"/>
              <dgm:constr type="h" for="ch" forName="Child" refType="h" fact="0.808"/>
              <dgm:constr type="l" for="ch" forName="Parent" refType="w" fact="0.29"/>
              <dgm:constr type="t" for="ch" forName="Parent" refType="h" fact="0"/>
              <dgm:constr type="w" for="ch" forName="Parent" refType="w" fact="0.71"/>
              <dgm:constr type="h" for="ch" forName="Parent" refType="h" fact="0.192"/>
              <dgm:constr type="l" for="ch" forName="BackAccent" refType="w" fact="0"/>
              <dgm:constr type="t" for="ch" forName="BackAccent" refType="h" fact="0"/>
              <dgm:constr type="w" for="ch" forName="BackAccent" refType="w" fact="0.24"/>
              <dgm:constr type="h" for="ch" forName="BackAccent" refType="h" fact="0.192"/>
              <dgm:constr type="l" for="ch" forName="Accent" refType="w" fact="0.024"/>
              <dgm:constr type="t" for="ch" forName="Accent" refType="h" fact="0.0192"/>
              <dgm:constr type="w" for="ch" forName="Accent" refType="w" fact="0.192"/>
              <dgm:constr type="h" for="ch" forName="Accent" refType="h" fact="0.1536"/>
            </dgm:constrLst>
          </dgm:if>
          <dgm:else name="Name6">
            <dgm:constrLst>
              <dgm:constr type="r" for="ch" forName="Child" refType="w" fact="0.71"/>
              <dgm:constr type="t" for="ch" forName="Child" refType="h" fact="0.192"/>
              <dgm:constr type="w" for="ch" forName="Child" refType="w" fact="0.71"/>
              <dgm:constr type="h" for="ch" forName="Child" refType="h" fact="0.808"/>
              <dgm:constr type="r" for="ch" forName="Parent" refType="w" fact="0.71"/>
              <dgm:constr type="t" for="ch" forName="Parent" refType="h" fact="0"/>
              <dgm:constr type="w" for="ch" forName="Parent" refType="w" fact="0.71"/>
              <dgm:constr type="h" for="ch" forName="Parent" refType="h" fact="0.192"/>
              <dgm:constr type="r" for="ch" forName="BackAccent" refType="w"/>
              <dgm:constr type="t" for="ch" forName="BackAccent" refType="h" fact="0"/>
              <dgm:constr type="w" for="ch" forName="BackAccent" refType="w" fact="0.24"/>
              <dgm:constr type="h" for="ch" forName="BackAccent" refType="h" fact="0.192"/>
              <dgm:constr type="r" for="ch" forName="Accent" refType="w" fact="0.976"/>
              <dgm:constr type="t" for="ch" forName="Accent" refType="h" fact="0.0192"/>
              <dgm:constr type="w" for="ch" forName="Accent" refType="w" fact="0.192"/>
              <dgm:constr type="h" for="ch" forName="Accent" refType="h" fact="0.1536"/>
            </dgm:constrLst>
          </dgm:else>
        </dgm:choose>
        <dgm:layoutNode name="BackAccent" styleLbl="bgShp">
          <dgm:alg type="sp"/>
          <dgm:shape xmlns:r="http://schemas.openxmlformats.org/officeDocument/2006/relationships" type="ellipse" r:blip="">
            <dgm:adjLst/>
          </dgm:shape>
          <dgm:presOf/>
        </dgm:layoutNode>
        <dgm:layoutNode name="Accent" styleLbl="alignNode1">
          <dgm:alg type="sp"/>
          <dgm:choose name="Name7">
            <dgm:if name="Name8" axis="precedSib" ptType="node" func="cnt" op="equ" val="0">
              <dgm:choose name="Name9">
                <dgm:if name="Name10" axis="followSib" ptType="node" func="cnt" op="equ" val="0">
                  <dgm:shape xmlns:r="http://schemas.openxmlformats.org/officeDocument/2006/relationships" type="chord" r:blip="">
                    <dgm:adjLst>
                      <dgm:adj idx="1" val="-90"/>
                      <dgm:adj idx="2" val="-90"/>
                    </dgm:adjLst>
                  </dgm:shape>
                </dgm:if>
                <dgm:if name="Name11" axis="followSib" ptType="node" func="cnt" op="equ" val="1">
                  <dgm:shape xmlns:r="http://schemas.openxmlformats.org/officeDocument/2006/relationships" type="chord" r:blip="">
                    <dgm:adjLst>
                      <dgm:adj idx="1" val="0"/>
                      <dgm:adj idx="2" val="180"/>
                    </dgm:adjLst>
                  </dgm:shape>
                </dgm:if>
                <dgm:if name="Name12" axis="followSib" ptType="node" func="cnt" op="equ" val="2">
                  <dgm:shape xmlns:r="http://schemas.openxmlformats.org/officeDocument/2006/relationships" type="chord" r:blip="">
                    <dgm:adjLst>
                      <dgm:adj idx="1" val="19.4712"/>
                      <dgm:adj idx="2" val="160.5288"/>
                    </dgm:adjLst>
                  </dgm:shape>
                </dgm:if>
                <dgm:if name="Name13" axis="followSib" ptType="node" func="cnt" op="equ" val="3">
                  <dgm:shape xmlns:r="http://schemas.openxmlformats.org/officeDocument/2006/relationships" type="chord" r:blip="">
                    <dgm:adjLst>
                      <dgm:adj idx="1" val="30"/>
                      <dgm:adj idx="2" val="150"/>
                    </dgm:adjLst>
                  </dgm:shape>
                </dgm:if>
                <dgm:if name="Name14" axis="followSib" ptType="node" func="cnt" op="equ" val="4">
                  <dgm:shape xmlns:r="http://schemas.openxmlformats.org/officeDocument/2006/relationships" type="chord" r:blip="">
                    <dgm:adjLst>
                      <dgm:adj idx="1" val="38.8699"/>
                      <dgm:adj idx="2" val="143.1301"/>
                    </dgm:adjLst>
                  </dgm:shape>
                </dgm:if>
                <dgm:if name="Name15" axis="followSib" ptType="node" func="cnt" op="equ" val="5">
                  <dgm:shape xmlns:r="http://schemas.openxmlformats.org/officeDocument/2006/relationships" type="chord" r:blip="">
                    <dgm:adjLst>
                      <dgm:adj idx="1" val="41.8103"/>
                      <dgm:adj idx="2" val="138.1897"/>
                    </dgm:adjLst>
                  </dgm:shape>
                </dgm:if>
                <dgm:else name="Name16">
                  <dgm:shape xmlns:r="http://schemas.openxmlformats.org/officeDocument/2006/relationships" type="chord" r:blip="">
                    <dgm:adjLst>
                      <dgm:adj idx="1" val="45.5847"/>
                      <dgm:adj idx="2" val="134.4153"/>
                    </dgm:adjLst>
                  </dgm:shape>
                </dgm:else>
              </dgm:choose>
            </dgm:if>
            <dgm:if name="Name17" axis="precedSib" ptType="node" func="cnt" op="equ" val="1">
              <dgm:choose name="Name18">
                <dgm:if name="Name19" axis="followSib" ptType="node" func="cnt" op="equ" val="0">
                  <dgm:shape xmlns:r="http://schemas.openxmlformats.org/officeDocument/2006/relationships" type="chord" r:blip="">
                    <dgm:adjLst>
                      <dgm:adj idx="1" val="-90"/>
                      <dgm:adj idx="2" val="-90"/>
                    </dgm:adjLst>
                  </dgm:shape>
                </dgm:if>
                <dgm:if name="Name20" axis="followSib" ptType="node" func="cnt" op="equ" val="1">
                  <dgm:shape xmlns:r="http://schemas.openxmlformats.org/officeDocument/2006/relationships" type="chord" r:blip="">
                    <dgm:adjLst>
                      <dgm:adj idx="1" val="-19.4712"/>
                      <dgm:adj idx="2" val="-160.5288"/>
                    </dgm:adjLst>
                  </dgm:shape>
                </dgm:if>
                <dgm:if name="Name21" axis="followSib" ptType="node" func="cnt" op="equ" val="2">
                  <dgm:shape xmlns:r="http://schemas.openxmlformats.org/officeDocument/2006/relationships" type="chord" r:blip="">
                    <dgm:adjLst>
                      <dgm:adj idx="1" val="0"/>
                      <dgm:adj idx="2" val="180"/>
                    </dgm:adjLst>
                  </dgm:shape>
                </dgm:if>
                <dgm:if name="Name22" axis="followSib" ptType="node" func="cnt" op="equ" val="3">
                  <dgm:shape xmlns:r="http://schemas.openxmlformats.org/officeDocument/2006/relationships" type="chord" r:blip="">
                    <dgm:adjLst>
                      <dgm:adj idx="1" val="11.537"/>
                      <dgm:adj idx="2" val="168.463"/>
                    </dgm:adjLst>
                  </dgm:shape>
                </dgm:if>
                <dgm:if name="Name23" axis="followSib" ptType="node" func="cnt" op="equ" val="4">
                  <dgm:shape xmlns:r="http://schemas.openxmlformats.org/officeDocument/2006/relationships" type="chord" r:blip="">
                    <dgm:adjLst>
                      <dgm:adj idx="1" val="19.4712"/>
                      <dgm:adj idx="2" val="160.5288"/>
                    </dgm:adjLst>
                  </dgm:shape>
                </dgm:if>
                <dgm:else name="Name24">
                  <dgm:shape xmlns:r="http://schemas.openxmlformats.org/officeDocument/2006/relationships" type="chord" r:blip="">
                    <dgm:adjLst>
                      <dgm:adj idx="1" val="25.3769"/>
                      <dgm:adj idx="2" val="154.6231"/>
                    </dgm:adjLst>
                  </dgm:shape>
                </dgm:else>
              </dgm:choose>
            </dgm:if>
            <dgm:if name="Name25" axis="precedSib" ptType="node" func="cnt" op="equ" val="2">
              <dgm:choose name="Name26">
                <dgm:if name="Name27" axis="followSib" ptType="node" func="cnt" op="equ" val="0">
                  <dgm:shape xmlns:r="http://schemas.openxmlformats.org/officeDocument/2006/relationships" type="chord" r:blip="">
                    <dgm:adjLst>
                      <dgm:adj idx="1" val="-90"/>
                      <dgm:adj idx="2" val="-90"/>
                    </dgm:adjLst>
                  </dgm:shape>
                </dgm:if>
                <dgm:if name="Name28" axis="followSib" ptType="node" func="cnt" op="equ" val="1">
                  <dgm:shape xmlns:r="http://schemas.openxmlformats.org/officeDocument/2006/relationships" type="chord" r:blip="">
                    <dgm:adjLst>
                      <dgm:adj idx="1" val="-30"/>
                      <dgm:adj idx="2" val="-150"/>
                    </dgm:adjLst>
                  </dgm:shape>
                </dgm:if>
                <dgm:if name="Name29" axis="followSib" ptType="node" func="cnt" op="equ" val="2">
                  <dgm:shape xmlns:r="http://schemas.openxmlformats.org/officeDocument/2006/relationships" type="chord" r:blip="">
                    <dgm:adjLst>
                      <dgm:adj idx="1" val="-11.537"/>
                      <dgm:adj idx="2" val="-168.463"/>
                    </dgm:adjLst>
                  </dgm:shape>
                </dgm:if>
                <dgm:if name="Name30" axis="followSib" ptType="node" func="cnt" op="equ" val="3">
                  <dgm:shape xmlns:r="http://schemas.openxmlformats.org/officeDocument/2006/relationships" type="chord" r:blip="">
                    <dgm:adjLst>
                      <dgm:adj idx="1" val="0"/>
                      <dgm:adj idx="2" val="180"/>
                    </dgm:adjLst>
                  </dgm:shape>
                </dgm:if>
                <dgm:else name="Name31">
                  <dgm:shape xmlns:r="http://schemas.openxmlformats.org/officeDocument/2006/relationships" type="chord" r:blip="">
                    <dgm:adjLst>
                      <dgm:adj idx="1" val="8.2133"/>
                      <dgm:adj idx="2" val="171.7867"/>
                    </dgm:adjLst>
                  </dgm:shape>
                </dgm:else>
              </dgm:choose>
            </dgm:if>
            <dgm:if name="Name32" axis="precedSib" ptType="node" func="cnt" op="equ" val="3">
              <dgm:choose name="Name33">
                <dgm:if name="Name34" axis="followSib" ptType="node" func="cnt" op="equ" val="0">
                  <dgm:shape xmlns:r="http://schemas.openxmlformats.org/officeDocument/2006/relationships" type="chord" r:blip="">
                    <dgm:adjLst>
                      <dgm:adj idx="1" val="-90"/>
                      <dgm:adj idx="2" val="-90"/>
                    </dgm:adjLst>
                  </dgm:shape>
                </dgm:if>
                <dgm:if name="Name35" axis="followSib" ptType="node" func="cnt" op="equ" val="1">
                  <dgm:shape xmlns:r="http://schemas.openxmlformats.org/officeDocument/2006/relationships" type="chord" r:blip="">
                    <dgm:adjLst>
                      <dgm:adj idx="1" val="-38.8699"/>
                      <dgm:adj idx="2" val="-143.1301"/>
                    </dgm:adjLst>
                  </dgm:shape>
                </dgm:if>
                <dgm:if name="Name36" axis="followSib" ptType="node" func="cnt" op="equ" val="2">
                  <dgm:shape xmlns:r="http://schemas.openxmlformats.org/officeDocument/2006/relationships" type="chord" r:blip="">
                    <dgm:adjLst>
                      <dgm:adj idx="1" val="-19.4712"/>
                      <dgm:adj idx="2" val="-160.5288"/>
                    </dgm:adjLst>
                  </dgm:shape>
                </dgm:if>
                <dgm:else name="Name37">
                  <dgm:shape xmlns:r="http://schemas.openxmlformats.org/officeDocument/2006/relationships" type="chord" r:blip="">
                    <dgm:adjLst>
                      <dgm:adj idx="1" val="-8.2133"/>
                      <dgm:adj idx="2" val="-171.7867"/>
                    </dgm:adjLst>
                  </dgm:shape>
                </dgm:else>
              </dgm:choose>
            </dgm:if>
            <dgm:if name="Name38" axis="precedSib" ptType="node" func="cnt" op="equ" val="4">
              <dgm:choose name="Name39">
                <dgm:if name="Name40" axis="followSib" ptType="node" func="cnt" op="equ" val="0">
                  <dgm:shape xmlns:r="http://schemas.openxmlformats.org/officeDocument/2006/relationships" type="chord" r:blip="">
                    <dgm:adjLst>
                      <dgm:adj idx="1" val="-90"/>
                      <dgm:adj idx="2" val="-90"/>
                    </dgm:adjLst>
                  </dgm:shape>
                </dgm:if>
                <dgm:if name="Name41" axis="followSib" ptType="node" func="cnt" op="equ" val="1">
                  <dgm:shape xmlns:r="http://schemas.openxmlformats.org/officeDocument/2006/relationships" type="chord" r:blip="">
                    <dgm:adjLst>
                      <dgm:adj idx="1" val="-41.8103"/>
                      <dgm:adj idx="2" val="-138.1897"/>
                    </dgm:adjLst>
                  </dgm:shape>
                </dgm:if>
                <dgm:else name="Name42">
                  <dgm:shape xmlns:r="http://schemas.openxmlformats.org/officeDocument/2006/relationships" type="chord" r:blip="">
                    <dgm:adjLst>
                      <dgm:adj idx="1" val="-25.3769"/>
                      <dgm:adj idx="2" val="-154.6231"/>
                    </dgm:adjLst>
                  </dgm:shape>
                </dgm:else>
              </dgm:choose>
            </dgm:if>
            <dgm:if name="Name43" axis="precedSib" ptType="node" func="cnt" op="equ" val="5">
              <dgm:choose name="Name44">
                <dgm:if name="Name45" axis="followSib" ptType="node" func="cnt" op="equ" val="0">
                  <dgm:shape xmlns:r="http://schemas.openxmlformats.org/officeDocument/2006/relationships" type="chord" r:blip="">
                    <dgm:adjLst>
                      <dgm:adj idx="1" val="-90"/>
                      <dgm:adj idx="2" val="-90"/>
                    </dgm:adjLst>
                  </dgm:shape>
                </dgm:if>
                <dgm:else name="Name46">
                  <dgm:shape xmlns:r="http://schemas.openxmlformats.org/officeDocument/2006/relationships" type="chord" r:blip="">
                    <dgm:adjLst>
                      <dgm:adj idx="1" val="-45.5847"/>
                      <dgm:adj idx="2" val="-134.4153"/>
                    </dgm:adjLst>
                  </dgm:shape>
                </dgm:else>
              </dgm:choose>
            </dgm:if>
            <dgm:else name="Name47">
              <dgm:shape xmlns:r="http://schemas.openxmlformats.org/officeDocument/2006/relationships" type="chord" r:blip="">
                <dgm:adjLst>
                  <dgm:adj idx="1" val="-90"/>
                  <dgm:adj idx="2" val="-90"/>
                </dgm:adjLst>
              </dgm:shape>
            </dgm:else>
          </dgm:choose>
          <dgm:presOf/>
        </dgm:layoutNode>
        <dgm:layoutNode name="Child" styleLbl="revTx">
          <dgm:varLst>
            <dgm:chMax val="0"/>
            <dgm:chPref val="0"/>
            <dgm:bulletEnabled val="1"/>
          </dgm:varLst>
          <dgm:choose name="Name48">
            <dgm:if name="Name49" func="var" arg="dir" op="equ" val="norm">
              <dgm:alg type="tx">
                <dgm:param type="parTxLTRAlign" val="l"/>
                <dgm:param type="parTxRTLAlign" val="l"/>
                <dgm:param type="txAnchorVert" val="t"/>
              </dgm:alg>
            </dgm:if>
            <dgm:else name="Name50">
              <dgm:alg type="tx">
                <dgm:param type="parTxLTRAlign" val="r"/>
                <dgm:param type="parTxRTLAlign" val="r"/>
                <dgm:param type="txAnchorVert" val="t"/>
              </dgm:alg>
            </dgm:else>
          </dgm:choose>
          <dgm:choose name="Name51">
            <dgm:if name="Name52" axis="ch" ptType="node" func="cnt" op="gte" val="1">
              <dgm:shape xmlns:r="http://schemas.openxmlformats.org/officeDocument/2006/relationships" type="rect" r:blip="">
                <dgm:adjLst/>
              </dgm:shape>
            </dgm:if>
            <dgm:else name="Name53">
              <dgm:shape xmlns:r="http://schemas.openxmlformats.org/officeDocument/2006/relationships" type="rect" r:blip="" hideGeom="1">
                <dgm:adjLst/>
              </dgm:shape>
            </dgm:else>
          </dgm:choose>
          <dgm:choose name="Name54">
            <dgm:if name="Name55" axis="ch" ptType="node" func="cnt" op="gte" val="1">
              <dgm:presOf axis="des" ptType="node"/>
            </dgm:if>
            <dgm:else name="Name56">
              <dgm:presOf/>
            </dgm:else>
          </dgm:choos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Parent" styleLbl="revTx">
          <dgm:varLst>
            <dgm:chMax val="1"/>
            <dgm:chPref val="1"/>
            <dgm:bulletEnabled val="1"/>
          </dgm:varLst>
          <dgm:choose name="Name57">
            <dgm:if name="Name58" func="var" arg="dir" op="equ" val="norm">
              <dgm:alg type="tx">
                <dgm:param type="parTxLTRAlign" val="l"/>
                <dgm:param type="parTxRTLAlign" val="l"/>
                <dgm:param type="shpTxLTRAlignCh" val="l"/>
                <dgm:param type="shpTxRTLAlignCh" val="l"/>
                <dgm:param type="txAnchorVert" val="b"/>
                <dgm:param type="txAnchorVertCh" val="b"/>
              </dgm:alg>
            </dgm:if>
            <dgm:else name="Name59">
              <dgm:alg type="tx">
                <dgm:param type="parTxLTRAlign" val="r"/>
                <dgm:param type="parTxRTLAlign" val="r"/>
                <dgm:param type="shpTxLTRAlignCh" val="r"/>
                <dgm:param type="shpTxRTLAlignCh" val="r"/>
                <dgm:param type="txAnchorVert" val="b"/>
                <dgm:param type="txAnchorVertCh" val="b"/>
              </dgm:alg>
            </dgm:else>
          </dgm:choose>
          <dgm:shape xmlns:r="http://schemas.openxmlformats.org/officeDocument/2006/relationships" type="rect" r:blip="">
            <dgm:adjLst/>
          </dgm:shape>
          <dgm:presOf axis="self" ptType="nod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49.xml><?xml version="1.0" encoding="utf-8"?>
<dgm:layoutDef xmlns:dgm="http://schemas.openxmlformats.org/drawingml/2006/diagram" xmlns:a="http://schemas.openxmlformats.org/drawingml/2006/main" uniqueId="urn:microsoft.com/office/officeart/2009/3/layout/PieProcess">
  <dgm:title val=""/>
  <dgm:desc val=""/>
  <dgm:catLst>
    <dgm:cat type="list" pri="8600"/>
    <dgm:cat type="process" pri="4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One val="branch"/>
      <dgm:animLvl val="lvl"/>
    </dgm:varLst>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constrLst>
      <dgm:constr type="primFontSz" for="des" forName="Parent" val="65"/>
      <dgm:constr type="primFontSz" for="des" forName="Child" refType="primFontSz" refFor="des" refForName="Parent" op="lte"/>
      <dgm:constr type="w" for="ch" forName="composite" refType="w"/>
      <dgm:constr type="h" for="ch" forName="composite" refType="h"/>
      <dgm:constr type="w" for="ch" forName="ParentComposite" refType="w" fact="0.5"/>
      <dgm:constr type="h" for="ch" forName="ParentComposite" refType="h"/>
      <dgm:constr type="w" for="ch" forName="negSibTrans" refType="h" refFor="ch" refForName="composite" fact="-0.075"/>
      <dgm:constr type="w" for="ch" forName="sibTrans" refType="w" refFor="ch" refForName="composite" fact="0.0425"/>
    </dgm:constrLst>
    <dgm:forEach name="nodesForEach" axis="ch" ptType="node" cnt="7">
      <dgm:layoutNode name="ParentComposite">
        <dgm:alg type="composite">
          <dgm:param type="ar" val="0.25"/>
        </dgm:alg>
        <dgm:shape xmlns:r="http://schemas.openxmlformats.org/officeDocument/2006/relationships" r:blip="">
          <dgm:adjLst/>
        </dgm:shape>
        <dgm:choose name="Name4">
          <dgm:if name="Name5" func="var" arg="dir" op="equ" val="norm">
            <dgm:constrLst>
              <dgm:constr type="l" for="ch" forName="Parent" refType="w" fact="0"/>
              <dgm:constr type="t" for="ch" forName="Parent" refType="h" fact="0.275"/>
              <dgm:constr type="w" for="ch" forName="Parent" refType="w" fact="0.6"/>
              <dgm:constr type="h" for="ch" forName="Parent" refType="h" fact="0.725"/>
              <dgm:constr type="l" for="ch" forName="Chord" refType="w" fact="0"/>
              <dgm:constr type="t" for="ch" forName="Chord" refType="h" fact="0"/>
              <dgm:constr type="w" for="ch" forName="Chord" refType="w"/>
              <dgm:constr type="h" for="ch" forName="Chord" refType="h" fact="0.25"/>
              <dgm:constr type="l" for="ch" forName="Pie" refType="w" fact="0.1"/>
              <dgm:constr type="t" for="ch" forName="Pie" refType="h" fact="0.025"/>
              <dgm:constr type="w" for="ch" forName="Pie" refType="w" fact="0.8"/>
              <dgm:constr type="h" for="ch" forName="Pie" refType="h" fact="0.2"/>
            </dgm:constrLst>
          </dgm:if>
          <dgm:else name="Name6">
            <dgm:constrLst>
              <dgm:constr type="r" for="ch" forName="Parent" refType="w"/>
              <dgm:constr type="t" for="ch" forName="Parent" refType="h" fact="0.275"/>
              <dgm:constr type="w" for="ch" forName="Parent" refType="w" fact="0.6"/>
              <dgm:constr type="h" for="ch" forName="Parent" refType="h" fact="0.725"/>
              <dgm:constr type="r" for="ch" forName="Chord" refType="w"/>
              <dgm:constr type="t" for="ch" forName="Chord" refType="h" fact="0"/>
              <dgm:constr type="w" for="ch" forName="Chord" refType="w"/>
              <dgm:constr type="h" for="ch" forName="Chord" refType="h" fact="0.25"/>
              <dgm:constr type="r" for="ch" forName="Pie" refType="w" fact="0.9"/>
              <dgm:constr type="t" for="ch" forName="Pie" refType="h" fact="0.025"/>
              <dgm:constr type="w" for="ch" forName="Pie" refType="w" fact="0.8"/>
              <dgm:constr type="h" for="ch" forName="Pie" refType="h" fact="0.2"/>
            </dgm:constrLst>
          </dgm:else>
        </dgm:choose>
        <dgm:layoutNode name="Chord" styleLbl="bgShp">
          <dgm:alg type="sp"/>
          <dgm:choose name="Name7">
            <dgm:if name="Name8" func="var" arg="dir" op="equ" val="norm">
              <dgm:shape xmlns:r="http://schemas.openxmlformats.org/officeDocument/2006/relationships" type="chord" r:blip="">
                <dgm:adjLst>
                  <dgm:adj idx="1" val="80"/>
                  <dgm:adj idx="2" val="-80"/>
                </dgm:adjLst>
              </dgm:shape>
            </dgm:if>
            <dgm:else name="Name9">
              <dgm:shape xmlns:r="http://schemas.openxmlformats.org/officeDocument/2006/relationships" rot="180" type="chord" r:blip="">
                <dgm:adjLst>
                  <dgm:adj idx="1" val="80"/>
                  <dgm:adj idx="2" val="-80"/>
                </dgm:adjLst>
              </dgm:shape>
            </dgm:else>
          </dgm:choose>
          <dgm:presOf/>
        </dgm:layoutNode>
        <dgm:layoutNode name="Pie" styleLbl="alignNode1">
          <dgm:alg type="sp"/>
          <dgm:choose name="Name10">
            <dgm:if name="Name11" func="var" arg="dir" op="equ" val="norm">
              <dgm:choose name="Name12">
                <dgm:if name="Name13" axis="precedSib" ptType="node" func="cnt" op="equ" val="0">
                  <dgm:choose name="Name14">
                    <dgm:if name="Name15" axis="followSib" ptType="node" func="cnt" op="equ" val="0">
                      <dgm:shape xmlns:r="http://schemas.openxmlformats.org/officeDocument/2006/relationships" type="pie" r:blip="">
                        <dgm:adjLst>
                          <dgm:adj idx="1" val="90"/>
                          <dgm:adj idx="2" val="-90"/>
                        </dgm:adjLst>
                      </dgm:shape>
                    </dgm:if>
                    <dgm:if name="Name16" axis="followSib" ptType="node" func="cnt" op="equ" val="1">
                      <dgm:shape xmlns:r="http://schemas.openxmlformats.org/officeDocument/2006/relationships" type="pie" r:blip="">
                        <dgm:adjLst>
                          <dgm:adj idx="1" val="180"/>
                          <dgm:adj idx="2" val="-90"/>
                        </dgm:adjLst>
                      </dgm:shape>
                    </dgm:if>
                    <dgm:if name="Name17" axis="followSib" ptType="node" func="cnt" op="equ" val="2">
                      <dgm:shape xmlns:r="http://schemas.openxmlformats.org/officeDocument/2006/relationships" type="pie" r:blip="">
                        <dgm:adjLst>
                          <dgm:adj idx="1" val="-150"/>
                          <dgm:adj idx="2" val="-90"/>
                        </dgm:adjLst>
                      </dgm:shape>
                    </dgm:if>
                    <dgm:if name="Name18" axis="followSib" ptType="node" func="cnt" op="equ" val="3">
                      <dgm:shape xmlns:r="http://schemas.openxmlformats.org/officeDocument/2006/relationships" type="pie" r:blip="">
                        <dgm:adjLst>
                          <dgm:adj idx="1" val="-135"/>
                          <dgm:adj idx="2" val="-90"/>
                        </dgm:adjLst>
                      </dgm:shape>
                    </dgm:if>
                    <dgm:if name="Name19" axis="followSib" ptType="node" func="cnt" op="equ" val="4">
                      <dgm:shape xmlns:r="http://schemas.openxmlformats.org/officeDocument/2006/relationships" type="pie" r:blip="">
                        <dgm:adjLst>
                          <dgm:adj idx="1" val="-126"/>
                          <dgm:adj idx="2" val="-90"/>
                        </dgm:adjLst>
                      </dgm:shape>
                    </dgm:if>
                    <dgm:if name="Name20" axis="followSib" ptType="node" func="cnt" op="equ" val="5">
                      <dgm:shape xmlns:r="http://schemas.openxmlformats.org/officeDocument/2006/relationships" type="pie" r:blip="">
                        <dgm:adjLst>
                          <dgm:adj idx="1" val="-120"/>
                          <dgm:adj idx="2" val="-90"/>
                        </dgm:adjLst>
                      </dgm:shape>
                    </dgm:if>
                    <dgm:else name="Name21">
                      <dgm:shape xmlns:r="http://schemas.openxmlformats.org/officeDocument/2006/relationships" type="pie" r:blip="">
                        <dgm:adjLst>
                          <dgm:adj idx="1" val="-115.7143"/>
                          <dgm:adj idx="2" val="-90"/>
                        </dgm:adjLst>
                      </dgm:shape>
                    </dgm:else>
                  </dgm:choose>
                </dgm:if>
                <dgm:if name="Name22" axis="precedSib" ptType="node" func="cnt" op="equ" val="1">
                  <dgm:choose name="Name23">
                    <dgm:if name="Name24" axis="followSib" ptType="node" func="cnt" op="equ" val="0">
                      <dgm:shape xmlns:r="http://schemas.openxmlformats.org/officeDocument/2006/relationships" type="pie" r:blip="">
                        <dgm:adjLst>
                          <dgm:adj idx="1" val="90"/>
                          <dgm:adj idx="2" val="-90"/>
                        </dgm:adjLst>
                      </dgm:shape>
                    </dgm:if>
                    <dgm:if name="Name25" axis="followSib" ptType="node" func="cnt" op="equ" val="1">
                      <dgm:shape xmlns:r="http://schemas.openxmlformats.org/officeDocument/2006/relationships" type="pie" r:blip="">
                        <dgm:adjLst>
                          <dgm:adj idx="1" val="150"/>
                          <dgm:adj idx="2" val="-90"/>
                        </dgm:adjLst>
                      </dgm:shape>
                    </dgm:if>
                    <dgm:if name="Name26" axis="followSib" ptType="node" func="cnt" op="equ" val="2">
                      <dgm:shape xmlns:r="http://schemas.openxmlformats.org/officeDocument/2006/relationships" type="pie" r:blip="">
                        <dgm:adjLst>
                          <dgm:adj idx="1" val="180"/>
                          <dgm:adj idx="2" val="-90"/>
                        </dgm:adjLst>
                      </dgm:shape>
                    </dgm:if>
                    <dgm:if name="Name27" axis="followSib" ptType="node" func="cnt" op="equ" val="3">
                      <dgm:shape xmlns:r="http://schemas.openxmlformats.org/officeDocument/2006/relationships" type="pie" r:blip="">
                        <dgm:adjLst>
                          <dgm:adj idx="1" val="-162"/>
                          <dgm:adj idx="2" val="-90"/>
                        </dgm:adjLst>
                      </dgm:shape>
                    </dgm:if>
                    <dgm:if name="Name28" axis="followSib" ptType="node" func="cnt" op="equ" val="4">
                      <dgm:shape xmlns:r="http://schemas.openxmlformats.org/officeDocument/2006/relationships" type="pie" r:blip="">
                        <dgm:adjLst>
                          <dgm:adj idx="1" val="-150"/>
                          <dgm:adj idx="2" val="-90"/>
                        </dgm:adjLst>
                      </dgm:shape>
                    </dgm:if>
                    <dgm:else name="Name29">
                      <dgm:shape xmlns:r="http://schemas.openxmlformats.org/officeDocument/2006/relationships" type="pie" r:blip="">
                        <dgm:adjLst>
                          <dgm:adj idx="1" val="-141.4286"/>
                          <dgm:adj idx="2" val="-90"/>
                        </dgm:adjLst>
                      </dgm:shape>
                    </dgm:else>
                  </dgm:choose>
                </dgm:if>
                <dgm:if name="Name30" axis="precedSib" ptType="node" func="cnt" op="equ" val="2">
                  <dgm:choose name="Name31">
                    <dgm:if name="Name32" axis="followSib" ptType="node" func="cnt" op="equ" val="0">
                      <dgm:shape xmlns:r="http://schemas.openxmlformats.org/officeDocument/2006/relationships" type="pie" r:blip="">
                        <dgm:adjLst>
                          <dgm:adj idx="1" val="90"/>
                          <dgm:adj idx="2" val="-90"/>
                        </dgm:adjLst>
                      </dgm:shape>
                    </dgm:if>
                    <dgm:if name="Name33" axis="followSib" ptType="node" func="cnt" op="equ" val="1">
                      <dgm:shape xmlns:r="http://schemas.openxmlformats.org/officeDocument/2006/relationships" type="pie" r:blip="">
                        <dgm:adjLst>
                          <dgm:adj idx="1" val="135"/>
                          <dgm:adj idx="2" val="-90"/>
                        </dgm:adjLst>
                      </dgm:shape>
                    </dgm:if>
                    <dgm:if name="Name34" axis="followSib" ptType="node" func="cnt" op="equ" val="2">
                      <dgm:shape xmlns:r="http://schemas.openxmlformats.org/officeDocument/2006/relationships" type="pie" r:blip="">
                        <dgm:adjLst>
                          <dgm:adj idx="1" val="162"/>
                          <dgm:adj idx="2" val="-90"/>
                        </dgm:adjLst>
                      </dgm:shape>
                    </dgm:if>
                    <dgm:if name="Name35" axis="followSib" ptType="node" func="cnt" op="equ" val="3">
                      <dgm:shape xmlns:r="http://schemas.openxmlformats.org/officeDocument/2006/relationships" type="pie" r:blip="">
                        <dgm:adjLst>
                          <dgm:adj idx="1" val="180"/>
                          <dgm:adj idx="2" val="-90"/>
                        </dgm:adjLst>
                      </dgm:shape>
                    </dgm:if>
                    <dgm:else name="Name36">
                      <dgm:shape xmlns:r="http://schemas.openxmlformats.org/officeDocument/2006/relationships" type="pie" r:blip="">
                        <dgm:adjLst>
                          <dgm:adj idx="1" val="-167.1429"/>
                          <dgm:adj idx="2" val="-90"/>
                        </dgm:adjLst>
                      </dgm:shape>
                    </dgm:else>
                  </dgm:choose>
                </dgm:if>
                <dgm:if name="Name37" axis="precedSib" ptType="node" func="cnt" op="equ" val="3">
                  <dgm:choose name="Name38">
                    <dgm:if name="Name39" axis="followSib" ptType="node" func="cnt" op="equ" val="0">
                      <dgm:shape xmlns:r="http://schemas.openxmlformats.org/officeDocument/2006/relationships" type="pie" r:blip="">
                        <dgm:adjLst>
                          <dgm:adj idx="1" val="90"/>
                          <dgm:adj idx="2" val="-90"/>
                        </dgm:adjLst>
                      </dgm:shape>
                    </dgm:if>
                    <dgm:if name="Name40" axis="followSib" ptType="node" func="cnt" op="equ" val="1">
                      <dgm:shape xmlns:r="http://schemas.openxmlformats.org/officeDocument/2006/relationships" type="pie" r:blip="">
                        <dgm:adjLst>
                          <dgm:adj idx="1" val="126"/>
                          <dgm:adj idx="2" val="-90"/>
                        </dgm:adjLst>
                      </dgm:shape>
                    </dgm:if>
                    <dgm:if name="Name41" axis="followSib" ptType="node" func="cnt" op="equ" val="2">
                      <dgm:shape xmlns:r="http://schemas.openxmlformats.org/officeDocument/2006/relationships" type="pie" r:blip="">
                        <dgm:adjLst>
                          <dgm:adj idx="1" val="150"/>
                          <dgm:adj idx="2" val="-90"/>
                        </dgm:adjLst>
                      </dgm:shape>
                    </dgm:if>
                    <dgm:else name="Name42">
                      <dgm:shape xmlns:r="http://schemas.openxmlformats.org/officeDocument/2006/relationships" type="pie" r:blip="">
                        <dgm:adjLst>
                          <dgm:adj idx="1" val="167.1429"/>
                          <dgm:adj idx="2" val="-90"/>
                        </dgm:adjLst>
                      </dgm:shape>
                    </dgm:else>
                  </dgm:choose>
                </dgm:if>
                <dgm:if name="Name43" axis="precedSib" ptType="node" func="cnt" op="equ" val="4">
                  <dgm:choose name="Name44">
                    <dgm:if name="Name45" axis="followSib" ptType="node" func="cnt" op="equ" val="0">
                      <dgm:shape xmlns:r="http://schemas.openxmlformats.org/officeDocument/2006/relationships" type="pie" r:blip="">
                        <dgm:adjLst>
                          <dgm:adj idx="1" val="90"/>
                          <dgm:adj idx="2" val="-90"/>
                        </dgm:adjLst>
                      </dgm:shape>
                    </dgm:if>
                    <dgm:if name="Name46" axis="followSib" ptType="node" func="cnt" op="equ" val="1">
                      <dgm:shape xmlns:r="http://schemas.openxmlformats.org/officeDocument/2006/relationships" type="pie" r:blip="">
                        <dgm:adjLst>
                          <dgm:adj idx="1" val="120"/>
                          <dgm:adj idx="2" val="-90"/>
                        </dgm:adjLst>
                      </dgm:shape>
                    </dgm:if>
                    <dgm:else name="Name47">
                      <dgm:shape xmlns:r="http://schemas.openxmlformats.org/officeDocument/2006/relationships" type="pie" r:blip="">
                        <dgm:adjLst>
                          <dgm:adj idx="1" val="141.4286"/>
                          <dgm:adj idx="2" val="-90"/>
                        </dgm:adjLst>
                      </dgm:shape>
                    </dgm:else>
                  </dgm:choose>
                </dgm:if>
                <dgm:if name="Name48" axis="precedSib" ptType="node" func="cnt" op="equ" val="5">
                  <dgm:choose name="Name49">
                    <dgm:if name="Name50" axis="followSib" ptType="node" func="cnt" op="equ" val="0">
                      <dgm:shape xmlns:r="http://schemas.openxmlformats.org/officeDocument/2006/relationships" type="pie" r:blip="">
                        <dgm:adjLst>
                          <dgm:adj idx="1" val="90"/>
                          <dgm:adj idx="2" val="-90"/>
                        </dgm:adjLst>
                      </dgm:shape>
                    </dgm:if>
                    <dgm:else name="Name51">
                      <dgm:shape xmlns:r="http://schemas.openxmlformats.org/officeDocument/2006/relationships" type="pie" r:blip="">
                        <dgm:adjLst>
                          <dgm:adj idx="1" val="115.7143"/>
                          <dgm:adj idx="2" val="-90"/>
                        </dgm:adjLst>
                      </dgm:shape>
                    </dgm:else>
                  </dgm:choose>
                </dgm:if>
                <dgm:else name="Name52">
                  <dgm:shape xmlns:r="http://schemas.openxmlformats.org/officeDocument/2006/relationships" type="pie" r:blip="">
                    <dgm:adjLst>
                      <dgm:adj idx="1" val="90"/>
                      <dgm:adj idx="2" val="-90"/>
                    </dgm:adjLst>
                  </dgm:shape>
                </dgm:else>
              </dgm:choose>
            </dgm:if>
            <dgm:else name="Name53">
              <dgm:choose name="Name54">
                <dgm:if name="Name55" axis="precedSib" ptType="node" func="cnt" op="equ" val="0">
                  <dgm:choose name="Name56">
                    <dgm:if name="Name57" axis="followSib" ptType="node" func="cnt" op="equ" val="0">
                      <dgm:shape xmlns:r="http://schemas.openxmlformats.org/officeDocument/2006/relationships" rot="180" type="pie" r:blip="">
                        <dgm:adjLst>
                          <dgm:adj idx="1" val="90"/>
                          <dgm:adj idx="2" val="-90"/>
                        </dgm:adjLst>
                      </dgm:shape>
                    </dgm:if>
                    <dgm:if name="Name58" axis="followSib" ptType="node" func="cnt" op="equ" val="1">
                      <dgm:shape xmlns:r="http://schemas.openxmlformats.org/officeDocument/2006/relationships" rot="180" type="pie" r:blip="">
                        <dgm:adjLst>
                          <dgm:adj idx="1" val="90"/>
                          <dgm:adj idx="2" val="180"/>
                        </dgm:adjLst>
                      </dgm:shape>
                    </dgm:if>
                    <dgm:if name="Name59" axis="followSib" ptType="node" func="cnt" op="equ" val="2">
                      <dgm:shape xmlns:r="http://schemas.openxmlformats.org/officeDocument/2006/relationships" rot="180" type="pie" r:blip="">
                        <dgm:adjLst>
                          <dgm:adj idx="1" val="90"/>
                          <dgm:adj idx="2" val="150"/>
                        </dgm:adjLst>
                      </dgm:shape>
                    </dgm:if>
                    <dgm:if name="Name60" axis="followSib" ptType="node" func="cnt" op="equ" val="3">
                      <dgm:shape xmlns:r="http://schemas.openxmlformats.org/officeDocument/2006/relationships" rot="180" type="pie" r:blip="">
                        <dgm:adjLst>
                          <dgm:adj idx="1" val="90"/>
                          <dgm:adj idx="2" val="135"/>
                        </dgm:adjLst>
                      </dgm:shape>
                    </dgm:if>
                    <dgm:if name="Name61" axis="followSib" ptType="node" func="cnt" op="equ" val="4">
                      <dgm:shape xmlns:r="http://schemas.openxmlformats.org/officeDocument/2006/relationships" rot="180" type="pie" r:blip="">
                        <dgm:adjLst>
                          <dgm:adj idx="1" val="90"/>
                          <dgm:adj idx="2" val="126"/>
                        </dgm:adjLst>
                      </dgm:shape>
                    </dgm:if>
                    <dgm:if name="Name62" axis="followSib" ptType="node" func="cnt" op="equ" val="5">
                      <dgm:shape xmlns:r="http://schemas.openxmlformats.org/officeDocument/2006/relationships" rot="180" type="pie" r:blip="">
                        <dgm:adjLst>
                          <dgm:adj idx="1" val="90"/>
                          <dgm:adj idx="2" val="120"/>
                        </dgm:adjLst>
                      </dgm:shape>
                    </dgm:if>
                    <dgm:else name="Name63">
                      <dgm:shape xmlns:r="http://schemas.openxmlformats.org/officeDocument/2006/relationships" rot="180" type="pie" r:blip="">
                        <dgm:adjLst>
                          <dgm:adj idx="1" val="90"/>
                          <dgm:adj idx="2" val="115.7143"/>
                        </dgm:adjLst>
                      </dgm:shape>
                    </dgm:else>
                  </dgm:choose>
                </dgm:if>
                <dgm:if name="Name64" axis="precedSib" ptType="node" func="cnt" op="equ" val="1">
                  <dgm:choose name="Name65">
                    <dgm:if name="Name66" axis="followSib" ptType="node" func="cnt" op="equ" val="0">
                      <dgm:shape xmlns:r="http://schemas.openxmlformats.org/officeDocument/2006/relationships" rot="180" type="pie" r:blip="">
                        <dgm:adjLst>
                          <dgm:adj idx="1" val="90"/>
                          <dgm:adj idx="2" val="-90"/>
                        </dgm:adjLst>
                      </dgm:shape>
                    </dgm:if>
                    <dgm:if name="Name67" axis="followSib" ptType="node" func="cnt" op="equ" val="1">
                      <dgm:shape xmlns:r="http://schemas.openxmlformats.org/officeDocument/2006/relationships" rot="180" type="pie" r:blip="">
                        <dgm:adjLst>
                          <dgm:adj idx="1" val="90"/>
                          <dgm:adj idx="2" val="-150"/>
                        </dgm:adjLst>
                      </dgm:shape>
                    </dgm:if>
                    <dgm:if name="Name68" axis="followSib" ptType="node" func="cnt" op="equ" val="2">
                      <dgm:shape xmlns:r="http://schemas.openxmlformats.org/officeDocument/2006/relationships" rot="180" type="pie" r:blip="">
                        <dgm:adjLst>
                          <dgm:adj idx="1" val="90"/>
                          <dgm:adj idx="2" val="180"/>
                        </dgm:adjLst>
                      </dgm:shape>
                    </dgm:if>
                    <dgm:if name="Name69" axis="followSib" ptType="node" func="cnt" op="equ" val="3">
                      <dgm:shape xmlns:r="http://schemas.openxmlformats.org/officeDocument/2006/relationships" rot="180" type="pie" r:blip="">
                        <dgm:adjLst>
                          <dgm:adj idx="1" val="90"/>
                          <dgm:adj idx="2" val="162"/>
                        </dgm:adjLst>
                      </dgm:shape>
                    </dgm:if>
                    <dgm:if name="Name70" axis="followSib" ptType="node" func="cnt" op="equ" val="4">
                      <dgm:shape xmlns:r="http://schemas.openxmlformats.org/officeDocument/2006/relationships" rot="180" type="pie" r:blip="">
                        <dgm:adjLst>
                          <dgm:adj idx="1" val="90"/>
                          <dgm:adj idx="2" val="150"/>
                        </dgm:adjLst>
                      </dgm:shape>
                    </dgm:if>
                    <dgm:else name="Name71">
                      <dgm:shape xmlns:r="http://schemas.openxmlformats.org/officeDocument/2006/relationships" rot="180" type="pie" r:blip="">
                        <dgm:adjLst>
                          <dgm:adj idx="1" val="90"/>
                          <dgm:adj idx="2" val="141.4286"/>
                        </dgm:adjLst>
                      </dgm:shape>
                    </dgm:else>
                  </dgm:choose>
                </dgm:if>
                <dgm:if name="Name72" axis="precedSib" ptType="node" func="cnt" op="equ" val="2">
                  <dgm:choose name="Name73">
                    <dgm:if name="Name74" axis="followSib" ptType="node" func="cnt" op="equ" val="0">
                      <dgm:shape xmlns:r="http://schemas.openxmlformats.org/officeDocument/2006/relationships" rot="180" type="pie" r:blip="">
                        <dgm:adjLst>
                          <dgm:adj idx="1" val="90"/>
                          <dgm:adj idx="2" val="-90"/>
                        </dgm:adjLst>
                      </dgm:shape>
                    </dgm:if>
                    <dgm:if name="Name75" axis="followSib" ptType="node" func="cnt" op="equ" val="1">
                      <dgm:shape xmlns:r="http://schemas.openxmlformats.org/officeDocument/2006/relationships" rot="180" type="pie" r:blip="">
                        <dgm:adjLst>
                          <dgm:adj idx="1" val="90"/>
                          <dgm:adj idx="2" val="-135"/>
                        </dgm:adjLst>
                      </dgm:shape>
                    </dgm:if>
                    <dgm:if name="Name76" axis="followSib" ptType="node" func="cnt" op="equ" val="2">
                      <dgm:shape xmlns:r="http://schemas.openxmlformats.org/officeDocument/2006/relationships" rot="180" type="pie" r:blip="">
                        <dgm:adjLst>
                          <dgm:adj idx="1" val="90"/>
                          <dgm:adj idx="2" val="-162"/>
                        </dgm:adjLst>
                      </dgm:shape>
                    </dgm:if>
                    <dgm:if name="Name77" axis="followSib" ptType="node" func="cnt" op="equ" val="3">
                      <dgm:shape xmlns:r="http://schemas.openxmlformats.org/officeDocument/2006/relationships" rot="180" type="pie" r:blip="">
                        <dgm:adjLst>
                          <dgm:adj idx="1" val="90"/>
                          <dgm:adj idx="2" val="180"/>
                        </dgm:adjLst>
                      </dgm:shape>
                    </dgm:if>
                    <dgm:else name="Name78">
                      <dgm:shape xmlns:r="http://schemas.openxmlformats.org/officeDocument/2006/relationships" rot="180" type="pie" r:blip="">
                        <dgm:adjLst>
                          <dgm:adj idx="1" val="90"/>
                          <dgm:adj idx="2" val="167.1429"/>
                        </dgm:adjLst>
                      </dgm:shape>
                    </dgm:else>
                  </dgm:choose>
                </dgm:if>
                <dgm:if name="Name79" axis="precedSib" ptType="node" func="cnt" op="equ" val="3">
                  <dgm:choose name="Name80">
                    <dgm:if name="Name81" axis="followSib" ptType="node" func="cnt" op="equ" val="0">
                      <dgm:shape xmlns:r="http://schemas.openxmlformats.org/officeDocument/2006/relationships" rot="180" type="pie" r:blip="">
                        <dgm:adjLst>
                          <dgm:adj idx="1" val="90"/>
                          <dgm:adj idx="2" val="-90"/>
                        </dgm:adjLst>
                      </dgm:shape>
                    </dgm:if>
                    <dgm:if name="Name82" axis="followSib" ptType="node" func="cnt" op="equ" val="1">
                      <dgm:shape xmlns:r="http://schemas.openxmlformats.org/officeDocument/2006/relationships" rot="180" type="pie" r:blip="">
                        <dgm:adjLst>
                          <dgm:adj idx="1" val="90"/>
                          <dgm:adj idx="2" val="-126"/>
                        </dgm:adjLst>
                      </dgm:shape>
                    </dgm:if>
                    <dgm:if name="Name83" axis="followSib" ptType="node" func="cnt" op="equ" val="2">
                      <dgm:shape xmlns:r="http://schemas.openxmlformats.org/officeDocument/2006/relationships" rot="180" type="pie" r:blip="">
                        <dgm:adjLst>
                          <dgm:adj idx="1" val="90"/>
                          <dgm:adj idx="2" val="-150"/>
                        </dgm:adjLst>
                      </dgm:shape>
                    </dgm:if>
                    <dgm:else name="Name84">
                      <dgm:shape xmlns:r="http://schemas.openxmlformats.org/officeDocument/2006/relationships" rot="180" type="pie" r:blip="">
                        <dgm:adjLst>
                          <dgm:adj idx="1" val="90"/>
                          <dgm:adj idx="2" val="-167.1429"/>
                        </dgm:adjLst>
                      </dgm:shape>
                    </dgm:else>
                  </dgm:choose>
                </dgm:if>
                <dgm:if name="Name85" axis="precedSib" ptType="node" func="cnt" op="equ" val="4">
                  <dgm:choose name="Name86">
                    <dgm:if name="Name87" axis="followSib" ptType="node" func="cnt" op="equ" val="0">
                      <dgm:shape xmlns:r="http://schemas.openxmlformats.org/officeDocument/2006/relationships" rot="180" type="pie" r:blip="">
                        <dgm:adjLst>
                          <dgm:adj idx="1" val="90"/>
                          <dgm:adj idx="2" val="-90"/>
                        </dgm:adjLst>
                      </dgm:shape>
                    </dgm:if>
                    <dgm:if name="Name88" axis="followSib" ptType="node" func="cnt" op="equ" val="1">
                      <dgm:shape xmlns:r="http://schemas.openxmlformats.org/officeDocument/2006/relationships" rot="180" type="pie" r:blip="">
                        <dgm:adjLst>
                          <dgm:adj idx="1" val="90"/>
                          <dgm:adj idx="2" val="-120"/>
                        </dgm:adjLst>
                      </dgm:shape>
                    </dgm:if>
                    <dgm:else name="Name89">
                      <dgm:shape xmlns:r="http://schemas.openxmlformats.org/officeDocument/2006/relationships" rot="180" type="pie" r:blip="">
                        <dgm:adjLst>
                          <dgm:adj idx="1" val="90"/>
                          <dgm:adj idx="2" val="-141.4286"/>
                        </dgm:adjLst>
                      </dgm:shape>
                    </dgm:else>
                  </dgm:choose>
                </dgm:if>
                <dgm:if name="Name90" axis="precedSib" ptType="node" func="cnt" op="equ" val="5">
                  <dgm:choose name="Name91">
                    <dgm:if name="Name92" axis="followSib" ptType="node" func="cnt" op="equ" val="0">
                      <dgm:shape xmlns:r="http://schemas.openxmlformats.org/officeDocument/2006/relationships" rot="180" type="pie" r:blip="">
                        <dgm:adjLst>
                          <dgm:adj idx="1" val="90"/>
                          <dgm:adj idx="2" val="-90"/>
                        </dgm:adjLst>
                      </dgm:shape>
                    </dgm:if>
                    <dgm:else name="Name93">
                      <dgm:shape xmlns:r="http://schemas.openxmlformats.org/officeDocument/2006/relationships" rot="180" type="pie" r:blip="">
                        <dgm:adjLst>
                          <dgm:adj idx="1" val="90"/>
                          <dgm:adj idx="2" val="-115.7143"/>
                        </dgm:adjLst>
                      </dgm:shape>
                    </dgm:else>
                  </dgm:choose>
                </dgm:if>
                <dgm:else name="Name94">
                  <dgm:shape xmlns:r="http://schemas.openxmlformats.org/officeDocument/2006/relationships" rot="180" type="pie" r:blip="">
                    <dgm:adjLst>
                      <dgm:adj idx="1" val="90"/>
                      <dgm:adj idx="2" val="-90"/>
                    </dgm:adjLst>
                  </dgm:shape>
                </dgm:else>
              </dgm:choose>
            </dgm:else>
          </dgm:choose>
          <dgm:presOf/>
        </dgm:layoutNode>
        <dgm:layoutNode name="Parent" styleLbl="revTx">
          <dgm:varLst>
            <dgm:chMax val="1"/>
            <dgm:chPref val="1"/>
            <dgm:bulletEnabled val="1"/>
          </dgm:varLst>
          <dgm:choose name="Name95">
            <dgm:if name="Name96" func="var" arg="dir" op="equ" val="norm">
              <dgm:alg type="tx">
                <dgm:param type="parTxLTRAlign" val="r"/>
                <dgm:param type="parTxRTLAlign" val="r"/>
                <dgm:param type="shpTxLTRAlignCh" val="r"/>
                <dgm:param type="shpTxRTLAlignCh" val="r"/>
                <dgm:param type="txAnchorVert" val="b"/>
                <dgm:param type="autoTxRot" val="grav"/>
              </dgm:alg>
            </dgm:if>
            <dgm:else name="Name97">
              <dgm:alg type="tx">
                <dgm:param type="parTxLTRAlign" val="l"/>
                <dgm:param type="parTxRTLAlign" val="l"/>
                <dgm:param type="shpTxLTRAlignCh" val="l"/>
                <dgm:param type="shpTxRTLAlignCh" val="l"/>
                <dgm:param type="txAnchorVert" val="b"/>
                <dgm:param type="autoTxRot" val="grav"/>
              </dgm:alg>
            </dgm:else>
          </dgm:choose>
          <dgm:choose name="Name98">
            <dgm:if name="Name99" func="var" arg="dir" op="equ" val="norm">
              <dgm:shape xmlns:r="http://schemas.openxmlformats.org/officeDocument/2006/relationships" rot="-90" type="rect" r:blip="">
                <dgm:adjLst/>
              </dgm:shape>
            </dgm:if>
            <dgm:else name="Name100">
              <dgm:shape xmlns:r="http://schemas.openxmlformats.org/officeDocument/2006/relationships" rot="90" type="rect" r:blip="">
                <dgm:adjLst/>
              </dgm:shape>
            </dgm:else>
          </dgm:choose>
          <dgm:presOf axis="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layoutNode>
      <dgm:choose name="Name101">
        <dgm:if name="Name102" axis="ch" ptType="node" func="cnt" op="gte" val="1">
          <dgm:forEach name="negSibTransForEach" axis="ch" ptType="sibTrans" hideLastTrans="0" cnt="1">
            <dgm:layoutNode name="negSibTrans">
              <dgm:alg type="sp"/>
              <dgm:shape xmlns:r="http://schemas.openxmlformats.org/officeDocument/2006/relationships" r:blip="">
                <dgm:adjLst/>
              </dgm:shape>
            </dgm:layoutNode>
          </dgm:forEach>
          <dgm:layoutNode name="composite">
            <dgm:alg type="composite">
              <dgm:param type="ar" val="0.5"/>
            </dgm:alg>
            <dgm:shape xmlns:r="http://schemas.openxmlformats.org/officeDocument/2006/relationships" r:blip="">
              <dgm:adjLst/>
            </dgm:shape>
            <dgm:choose name="Name103">
              <dgm:if name="Name104" func="var" arg="dir" op="equ" val="norm">
                <dgm:constrLst>
                  <dgm:constr type="l" for="ch" forName="Child" refType="w" fact="0"/>
                  <dgm:constr type="t" for="ch" forName="Child" refType="h" fact="0"/>
                  <dgm:constr type="w" for="ch" forName="Child" refType="w"/>
                  <dgm:constr type="h" for="ch" forName="Child" refType="h"/>
                </dgm:constrLst>
              </dgm:if>
              <dgm:else name="Name105">
                <dgm:constrLst>
                  <dgm:constr type="r" for="ch" forName="Child" refType="w"/>
                  <dgm:constr type="t" for="ch" forName="Child" refType="h" fact="0"/>
                  <dgm:constr type="w" for="ch" forName="Child" refType="w"/>
                  <dgm:constr type="h" for="ch" forName="Child" refType="h"/>
                </dgm:constrLst>
              </dgm:else>
            </dgm:choose>
            <dgm:ruleLst/>
            <dgm:layoutNode name="Child" styleLbl="revTx">
              <dgm:varLst>
                <dgm:chMax val="0"/>
                <dgm:chPref val="0"/>
                <dgm:bulletEnabled val="1"/>
              </dgm:varLst>
              <dgm:choose name="Name106">
                <dgm:if name="Name107" func="var" arg="dir" op="equ" val="norm">
                  <dgm:alg type="tx">
                    <dgm:param type="parTxLTRAlign" val="l"/>
                    <dgm:param type="parTxRTLAlign" val="r"/>
                    <dgm:param type="txAnchorVert" val="t"/>
                  </dgm:alg>
                </dgm:if>
                <dgm:else name="Name108">
                  <dgm:alg type="tx">
                    <dgm:param type="parTxLTRAlign" val="r"/>
                    <dgm:param type="parTxRTLAlign" val="l"/>
                    <dgm:param type="txAnchorVert" val="t"/>
                  </dgm:alg>
                </dgm:else>
              </dgm:choose>
              <dgm:shape xmlns:r="http://schemas.openxmlformats.org/officeDocument/2006/relationships" type="rect" r:blip="">
                <dgm:adjLst/>
              </dgm:shape>
              <dgm:presOf axis="des"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if>
        <dgm:else name="Name109"/>
      </dgm:choose>
    </dgm:forEach>
  </dgm:layoutNode>
</dgm:layoutDef>
</file>

<file path=ppt/diagrams/layout50.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51.xml><?xml version="1.0" encoding="utf-8"?>
<dgm:layoutDef xmlns:dgm="http://schemas.openxmlformats.org/drawingml/2006/diagram" xmlns:a="http://schemas.openxmlformats.org/drawingml/2006/main" uniqueId="urn:microsoft.com/office/officeart/2009/3/layout/IncreasingArrowsProcess">
  <dgm:title val=""/>
  <dgm:desc val=""/>
  <dgm:catLst>
    <dgm:cat type="process" pri="5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clrData>
  <dgm:layoutNode name="Name0">
    <dgm:varLst>
      <dgm:chMax val="5"/>
      <dgm:chPref val="5"/>
      <dgm:dir/>
      <dgm:animLvl val="lvl"/>
    </dgm:varLst>
    <dgm:shape xmlns:r="http://schemas.openxmlformats.org/officeDocument/2006/relationships" r:blip="">
      <dgm:adjLst/>
    </dgm:shape>
    <dgm:choose name="Name1">
      <dgm:if name="Name2" axis="ch" ptType="node" func="cnt" op="equ" val="1">
        <dgm:choose name="Name3">
          <dgm:if name="Name4" axis="ch ch" ptType="node node" func="cnt" op="equ" val="0">
            <dgm:alg type="composite">
              <dgm:param type="ar" val="6.8662"/>
            </dgm:alg>
            <dgm:choose name="Name5">
              <dgm:if name="Name6" func="var" arg="dir" op="equ" val="norm">
                <dgm:constrLst>
                  <dgm:constr type="primFontSz" for="des" forName="parentText1" val="65"/>
                  <dgm:constr type="l" for="ch" forName="parentText1" refType="w" fact="0"/>
                  <dgm:constr type="t" for="ch" forName="parentText1" refType="h" fact="0"/>
                  <dgm:constr type="w" for="ch" forName="parentText1" refType="w"/>
                  <dgm:constr type="h" for="ch" forName="parentText1" refType="h"/>
                </dgm:constrLst>
              </dgm:if>
              <dgm:else name="Name7">
                <dgm:constrLst>
                  <dgm:constr type="primFontSz" for="des" forName="parentText1" val="65"/>
                  <dgm:constr type="l" for="ch" forName="parentText1" refType="w" fact="0"/>
                  <dgm:constr type="t" for="ch" forName="parentText1" refType="h" fact="0"/>
                  <dgm:constr type="w" for="ch" forName="parentText1" refType="w"/>
                  <dgm:constr type="h" for="ch" forName="parentText1" refType="h"/>
                </dgm:constrLst>
              </dgm:else>
            </dgm:choose>
          </dgm:if>
          <dgm:else name="Name8">
            <dgm:alg type="composite">
              <dgm:param type="ar" val="1.9864"/>
            </dgm:alg>
            <dgm:choose name="Name9">
              <dgm:if name="Name10" func="var" arg="dir" op="equ" val="norm">
                <dgm:constrLst>
                  <dgm:constr type="primFontSz" for="des" forName="childText1" val="65"/>
                  <dgm:constr type="primFontSz" for="des" forName="parentText1" val="65"/>
                  <dgm:constr type="primFontSz" for="des" forName="childText1" refType="primFontSz" refFor="des" refForName="parentText1" op="lte"/>
                  <dgm:constr type="l" for="ch" forName="parentText1" refType="w" fact="0"/>
                  <dgm:constr type="t" for="ch" forName="parentText1" refType="h" fact="0"/>
                  <dgm:constr type="w" for="ch" forName="parentText1" refType="w"/>
                  <dgm:constr type="h" for="ch" forName="parentText1" refType="h" fact="0.2893"/>
                  <dgm:constr type="l" for="ch" forName="childText1" refType="w" fact="0"/>
                  <dgm:constr type="t" for="ch" forName="childText1" refType="h" fact="0.224"/>
                  <dgm:constr type="w" for="ch" forName="childText1" refType="w" fact="0.9241"/>
                  <dgm:constr type="h" for="ch" forName="childText1" refType="h" fact="0.776"/>
                </dgm:constrLst>
              </dgm:if>
              <dgm:else name="Name11">
                <dgm:constrLst>
                  <dgm:constr type="primFontSz" for="des" forName="childText1" val="65"/>
                  <dgm:constr type="primFontSz" for="des" forName="parentText1" val="65"/>
                  <dgm:constr type="primFontSz" for="des" forName="childText1" refType="primFontSz" refFor="des" refForName="parentText1" op="lte"/>
                  <dgm:constr type="l" for="ch" forName="parentText1" refType="w" fact="0"/>
                  <dgm:constr type="t" for="ch" forName="parentText1" refType="h" fact="0"/>
                  <dgm:constr type="w" for="ch" forName="parentText1" refType="w"/>
                  <dgm:constr type="h" for="ch" forName="parentText1" refType="h" fact="0.2893"/>
                  <dgm:constr type="l" for="ch" forName="childText1" refType="w" fact="0.076"/>
                  <dgm:constr type="t" for="ch" forName="childText1" refType="h" fact="0.224"/>
                  <dgm:constr type="w" for="ch" forName="childText1" refType="w" fact="0.9241"/>
                  <dgm:constr type="h" for="ch" forName="childText1" refType="h" fact="0.776"/>
                </dgm:constrLst>
              </dgm:else>
            </dgm:choose>
          </dgm:else>
        </dgm:choose>
      </dgm:if>
      <dgm:if name="Name12" axis="ch" ptType="node" func="cnt" op="equ" val="2">
        <dgm:choose name="Name13">
          <dgm:if name="Name14" axis="ch ch" ptType="node node" func="cnt" op="equ" val="0">
            <dgm:alg type="composite">
              <dgm:param type="ar" val="5.1498"/>
            </dgm:alg>
            <dgm:choose name="Name15">
              <dgm:if name="Name16" func="var" arg="dir" op="equ" val="norm">
                <dgm:constrLst>
                  <dgm:constr type="primFontSz" for="des" forName="parentText1" val="65"/>
                  <dgm:constr type="primFontSz" for="des" forName="parentText2" refType="primFontSz" refFor="des" refForName="parentText1" op="equ"/>
                  <dgm:constr type="l" for="ch" forName="parentText1" refType="w" fact="0"/>
                  <dgm:constr type="t" for="ch" forName="parentText1" refType="h" fact="0"/>
                  <dgm:constr type="w" for="ch" forName="parentText1" refType="w"/>
                  <dgm:constr type="h" for="ch" forName="parentText1" refType="h" fact="0.7501"/>
                  <dgm:constr type="l" for="ch" forName="parentText2" refType="w" fact="0.462"/>
                  <dgm:constr type="t" for="ch" forName="parentText2" refType="h" fact="0.2499"/>
                  <dgm:constr type="w" for="ch" forName="parentText2" refType="w" fact="0.538"/>
                  <dgm:constr type="h" for="ch" forName="parentText2" refType="h" fact="0.7501"/>
                </dgm:constrLst>
              </dgm:if>
              <dgm:else name="Name17">
                <dgm:constrLst>
                  <dgm:constr type="primFontSz" for="des" forName="parentText1" val="65"/>
                  <dgm:constr type="primFontSz" for="des" forName="parentText2" refType="primFontSz" refFor="des" refForName="parentText1" op="equ"/>
                  <dgm:constr type="l" for="ch" forName="parentText1" refType="w" fact="0"/>
                  <dgm:constr type="t" for="ch" forName="parentText1" refType="h" fact="0"/>
                  <dgm:constr type="w" for="ch" forName="parentText1" refType="w"/>
                  <dgm:constr type="h" for="ch" forName="parentText1" refType="h" fact="0.7501"/>
                  <dgm:constr type="l" for="ch" forName="parentText2" refType="w" fact="0"/>
                  <dgm:constr type="t" for="ch" forName="parentText2" refType="h" fact="0.2499"/>
                  <dgm:constr type="w" for="ch" forName="parentText2" refType="w" fact="0.538"/>
                  <dgm:constr type="h" for="ch" forName="parentText2" refType="h" fact="0.7501"/>
                </dgm:constrLst>
              </dgm:else>
            </dgm:choose>
          </dgm:if>
          <dgm:else name="Name18">
            <dgm:alg type="composite">
              <dgm:param type="ar" val="2.0563"/>
            </dgm:alg>
            <dgm:choose name="Name19">
              <dgm:if name="Name2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parentText2" refType="primFontSz" refFor="des" refForName="parentText1" op="equ"/>
                  <dgm:constr type="primFontSz" for="des" forName="childText2" refType="primFontSz" refFor="des" refForName="childText1" op="equ"/>
                  <dgm:constr type="l" for="ch" forName="parentText1" refType="w" fact="0"/>
                  <dgm:constr type="t" for="ch" forName="parentText1" refType="h" fact="0"/>
                  <dgm:constr type="w" for="ch" forName="parentText1" refType="w"/>
                  <dgm:constr type="h" for="ch" forName="parentText1" refType="h" fact="0.2995"/>
                  <dgm:constr type="l" for="ch" forName="parentText2" refType="w" fact="0.462"/>
                  <dgm:constr type="t" for="ch" forName="parentText2" refType="h" fact="0.0998"/>
                  <dgm:constr type="w" for="ch" forName="parentText2" refType="w" fact="0.538"/>
                  <dgm:constr type="h" for="ch" forName="parentText2" refType="h" fact="0.2995"/>
                  <dgm:constr type="l" for="ch" forName="childText1" refType="w" fact="0"/>
                  <dgm:constr type="t" for="ch" forName="childText1" refType="h" fact="0.2317"/>
                  <dgm:constr type="w" for="ch" forName="childText1" refType="w" fact="0.462"/>
                  <dgm:constr type="h" for="ch" forName="childText1" refType="h" fact="0.6685"/>
                  <dgm:constr type="l" for="ch" forName="childText2" refType="w" fact="0.462"/>
                  <dgm:constr type="t" for="ch" forName="childText2" refType="h" fact="0.3315"/>
                  <dgm:constr type="w" for="ch" forName="childText2" refType="w" fact="0.462"/>
                  <dgm:constr type="h" for="ch" forName="childText2" refType="h" fact="0.6685"/>
                </dgm:constrLst>
              </dgm:if>
              <dgm:else name="Name2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parentText2" refType="primFontSz" refFor="des" refForName="parentText1" op="equ"/>
                  <dgm:constr type="primFontSz" for="des" forName="childText2" refType="primFontSz" refFor="des" refForName="childText1" op="equ"/>
                  <dgm:constr type="l" for="ch" forName="parentText1" refType="w" fact="0"/>
                  <dgm:constr type="t" for="ch" forName="parentText1" refType="h" fact="0"/>
                  <dgm:constr type="w" for="ch" forName="parentText1" refType="w"/>
                  <dgm:constr type="h" for="ch" forName="parentText1" refType="h" fact="0.2995"/>
                  <dgm:constr type="l" for="ch" forName="parentText2" refType="w" fact="0"/>
                  <dgm:constr type="t" for="ch" forName="parentText2" refType="h" fact="0.0998"/>
                  <dgm:constr type="w" for="ch" forName="parentText2" refType="w" fact="0.538"/>
                  <dgm:constr type="h" for="ch" forName="parentText2" refType="h" fact="0.2995"/>
                  <dgm:constr type="l" for="ch" forName="childText1" refType="w" fact="0.538"/>
                  <dgm:constr type="t" for="ch" forName="childText1" refType="h" fact="0.2317"/>
                  <dgm:constr type="w" for="ch" forName="childText1" refType="w" fact="0.462"/>
                  <dgm:constr type="h" for="ch" forName="childText1" refType="h" fact="0.6685"/>
                  <dgm:constr type="l" for="ch" forName="childText2" refType="w" fact="0.076"/>
                  <dgm:constr type="t" for="ch" forName="childText2" refType="h" fact="0.3315"/>
                  <dgm:constr type="w" for="ch" forName="childText2" refType="w" fact="0.462"/>
                  <dgm:constr type="h" for="ch" forName="childText2" refType="h" fact="0.6685"/>
                </dgm:constrLst>
              </dgm:else>
            </dgm:choose>
          </dgm:else>
        </dgm:choose>
      </dgm:if>
      <dgm:if name="Name22" axis="ch" ptType="node" func="cnt" op="equ" val="3">
        <dgm:choose name="Name23">
          <dgm:if name="Name24" axis="ch ch" ptType="node node" func="cnt" op="equ" val="0">
            <dgm:alg type="composite">
              <dgm:param type="ar" val="4.1198"/>
            </dgm:alg>
            <dgm:choose name="Name25">
              <dgm:if name="Name2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l" for="ch" forName="parentText1" refType="w" fact="0"/>
                  <dgm:constr type="t" for="ch" forName="parentText1" refType="h" fact="0"/>
                  <dgm:constr type="w" for="ch" forName="parentText1" refType="w"/>
                  <dgm:constr type="h" for="ch" forName="parentText1" refType="h" fact="0.6"/>
                  <dgm:constr type="l" for="ch" forName="parentText2" refType="w" fact="0.308"/>
                  <dgm:constr type="t" for="ch" forName="parentText2" refType="h" fact="0.2"/>
                  <dgm:constr type="w" for="ch" forName="parentText2" refType="w" fact="0.692"/>
                  <dgm:constr type="h" for="ch" forName="parentText2" refType="h" fact="0.6"/>
                  <dgm:constr type="l" for="ch" forName="parentText3" refType="w" fact="0.616"/>
                  <dgm:constr type="t" for="ch" forName="parentText3" refType="h" fact="0.4"/>
                  <dgm:constr type="w" for="ch" forName="parentText3" refType="w" fact="0.384"/>
                  <dgm:constr type="h" for="ch" forName="parentText3" refType="h" fact="0.6"/>
                </dgm:constrLst>
              </dgm:if>
              <dgm:else name="Name2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l" for="ch" forName="parentText1" refType="w" fact="0"/>
                  <dgm:constr type="t" for="ch" forName="parentText1" refType="h" fact="0"/>
                  <dgm:constr type="w" for="ch" forName="parentText1" refType="w"/>
                  <dgm:constr type="h" for="ch" forName="parentText1" refType="h" fact="0.6"/>
                  <dgm:constr type="l" for="ch" forName="parentText2" refType="w" fact="0"/>
                  <dgm:constr type="t" for="ch" forName="parentText2" refType="h" fact="0.2"/>
                  <dgm:constr type="w" for="ch" forName="parentText2" refType="w" fact="0.692"/>
                  <dgm:constr type="h" for="ch" forName="parentText2" refType="h" fact="0.6"/>
                  <dgm:constr type="l" for="ch" forName="parentText3" refType="w" fact="0"/>
                  <dgm:constr type="t" for="ch" forName="parentText3" refType="h" fact="0.4"/>
                  <dgm:constr type="w" for="ch" forName="parentText3" refType="w" fact="0.384"/>
                  <dgm:constr type="h" for="ch" forName="parentText3" refType="h" fact="0.6"/>
                </dgm:constrLst>
              </dgm:else>
            </dgm:choose>
          </dgm:if>
          <dgm:else name="Name28">
            <dgm:alg type="composite">
              <dgm:param type="ar" val="2.0702"/>
            </dgm:alg>
            <dgm:choose name="Name29">
              <dgm:if name="Name3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parentText2" refType="primFontSz" refFor="des" refForName="parentText1" op="equ"/>
                  <dgm:constr type="primFontSz" for="des" forName="parentText3"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l" for="ch" forName="childText1" refType="w" fact="0"/>
                  <dgm:constr type="t" for="ch" forName="childText1" refType="h" fact="0.2325"/>
                  <dgm:constr type="w" for="ch" forName="childText1" refType="w" fact="0.308"/>
                  <dgm:constr type="h" for="ch" forName="childText1" refType="h" fact="0.5808"/>
                  <dgm:constr type="l" for="ch" forName="childText2" refType="w" fact="0.308"/>
                  <dgm:constr type="t" for="ch" forName="childText2" refType="h" fact="0.333"/>
                  <dgm:constr type="w" for="ch" forName="childText2" refType="w" fact="0.308"/>
                  <dgm:constr type="h" for="ch" forName="childText2" refType="h" fact="0.5808"/>
                  <dgm:constr type="l" for="ch" forName="childText3" refType="w" fact="0.616"/>
                  <dgm:constr type="t" for="ch" forName="childText3" refType="h" fact="0.4335"/>
                  <dgm:constr type="w" for="ch" forName="childText3" refType="w" fact="0.308"/>
                  <dgm:constr type="h" for="ch" forName="childText3" refType="h" fact="0.5723"/>
                  <dgm:constr type="l" for="ch" forName="parentText1" refType="w" fact="0"/>
                  <dgm:constr type="t" for="ch" forName="parentText1" refType="h" fact="0"/>
                  <dgm:constr type="w" for="ch" forName="parentText1" refType="w"/>
                  <dgm:constr type="h" for="ch" forName="parentText1" refType="h" fact="0.3015"/>
                  <dgm:constr type="l" for="ch" forName="parentText2" refType="w" fact="0.308"/>
                  <dgm:constr type="t" for="ch" forName="parentText2" refType="h" fact="0.1005"/>
                  <dgm:constr type="w" for="ch" forName="parentText2" refType="w" fact="0.692"/>
                  <dgm:constr type="h" for="ch" forName="parentText2" refType="h" fact="0.3015"/>
                  <dgm:constr type="l" for="ch" forName="parentText3" refType="w" fact="0.616"/>
                  <dgm:constr type="t" for="ch" forName="parentText3" refType="h" fact="0.201"/>
                  <dgm:constr type="w" for="ch" forName="parentText3" refType="w" fact="0.384"/>
                  <dgm:constr type="h" for="ch" forName="parentText3" refType="h" fact="0.3015"/>
                </dgm:constrLst>
              </dgm:if>
              <dgm:else name="Name3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parentText2" refType="primFontSz" refFor="des" refForName="parentText1" op="equ"/>
                  <dgm:constr type="primFontSz" for="des" forName="parentText3"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l" for="ch" forName="childText1" refType="w" fact="0.692"/>
                  <dgm:constr type="t" for="ch" forName="childText1" refType="h" fact="0.2325"/>
                  <dgm:constr type="w" for="ch" forName="childText1" refType="w" fact="0.308"/>
                  <dgm:constr type="h" for="ch" forName="childText1" refType="h" fact="0.5808"/>
                  <dgm:constr type="l" for="ch" forName="childText2" refType="w" fact="0.384"/>
                  <dgm:constr type="t" for="ch" forName="childText2" refType="h" fact="0.333"/>
                  <dgm:constr type="w" for="ch" forName="childText2" refType="w" fact="0.308"/>
                  <dgm:constr type="h" for="ch" forName="childText2" refType="h" fact="0.5808"/>
                  <dgm:constr type="l" for="ch" forName="childText3" refType="w" fact="0.076"/>
                  <dgm:constr type="t" for="ch" forName="childText3" refType="h" fact="0.4335"/>
                  <dgm:constr type="w" for="ch" forName="childText3" refType="w" fact="0.308"/>
                  <dgm:constr type="h" for="ch" forName="childText3" refType="h" fact="0.5723"/>
                  <dgm:constr type="l" for="ch" forName="parentText1" refType="w" fact="0"/>
                  <dgm:constr type="t" for="ch" forName="parentText1" refType="h" fact="0"/>
                  <dgm:constr type="w" for="ch" forName="parentText1" refType="w"/>
                  <dgm:constr type="h" for="ch" forName="parentText1" refType="h" fact="0.3015"/>
                  <dgm:constr type="l" for="ch" forName="parentText2" refType="w" fact="0"/>
                  <dgm:constr type="t" for="ch" forName="parentText2" refType="h" fact="0.1005"/>
                  <dgm:constr type="w" for="ch" forName="parentText2" refType="w" fact="0.692"/>
                  <dgm:constr type="h" for="ch" forName="parentText2" refType="h" fact="0.3015"/>
                  <dgm:constr type="l" for="ch" forName="parentText3" refType="w" fact="0"/>
                  <dgm:constr type="t" for="ch" forName="parentText3" refType="h" fact="0.201"/>
                  <dgm:constr type="w" for="ch" forName="parentText3" refType="w" fact="0.384"/>
                  <dgm:constr type="h" for="ch" forName="parentText3" refType="h" fact="0.3015"/>
                </dgm:constrLst>
              </dgm:else>
            </dgm:choose>
          </dgm:else>
        </dgm:choose>
      </dgm:if>
      <dgm:if name="Name32" axis="ch" ptType="node" func="cnt" op="equ" val="4">
        <dgm:choose name="Name33">
          <dgm:if name="Name34" axis="ch ch" ptType="node node" func="cnt" op="equ" val="0">
            <dgm:alg type="composite">
              <dgm:param type="ar" val="3.435"/>
            </dgm:alg>
            <dgm:choose name="Name35">
              <dgm:if name="Name3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l" for="ch" forName="parentText1" refType="w" fact="0"/>
                  <dgm:constr type="t" for="ch" forName="parentText1" refType="h" fact="0"/>
                  <dgm:constr type="w" for="ch" forName="parentText1" refType="w"/>
                  <dgm:constr type="h" for="ch" forName="parentText1" refType="h" fact="0.5001"/>
                  <dgm:constr type="l" for="ch" forName="parentText2" refType="w" fact="0.2305"/>
                  <dgm:constr type="t" for="ch" forName="parentText2" refType="h" fact="0.1666"/>
                  <dgm:constr type="w" for="ch" forName="parentText2" refType="w" fact="0.7695"/>
                  <dgm:constr type="h" for="ch" forName="parentText2" refType="h" fact="0.5001"/>
                  <dgm:constr type="l" for="ch" forName="parentText3" refType="w" fact="0.461"/>
                  <dgm:constr type="t" for="ch" forName="parentText3" refType="h" fact="0.3333"/>
                  <dgm:constr type="w" for="ch" forName="parentText3" refType="w" fact="0.539"/>
                  <dgm:constr type="h" for="ch" forName="parentText3" refType="h" fact="0.5001"/>
                  <dgm:constr type="l" for="ch" forName="parentText4" refType="w" fact="0.6915"/>
                  <dgm:constr type="t" for="ch" forName="parentText4" refType="h" fact="0.4999"/>
                  <dgm:constr type="w" for="ch" forName="parentText4" refType="w" fact="0.3085"/>
                  <dgm:constr type="h" for="ch" forName="parentText4" refType="h" fact="0.5001"/>
                </dgm:constrLst>
              </dgm:if>
              <dgm:else name="Name3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l" for="ch" forName="parentText1" refType="w" fact="0"/>
                  <dgm:constr type="t" for="ch" forName="parentText1" refType="h" fact="0"/>
                  <dgm:constr type="w" for="ch" forName="parentText1" refType="w"/>
                  <dgm:constr type="h" for="ch" forName="parentText1" refType="h" fact="0.5001"/>
                  <dgm:constr type="l" for="ch" forName="parentText2" refType="w" fact="0"/>
                  <dgm:constr type="t" for="ch" forName="parentText2" refType="h" fact="0.1666"/>
                  <dgm:constr type="w" for="ch" forName="parentText2" refType="w" fact="0.7695"/>
                  <dgm:constr type="h" for="ch" forName="parentText2" refType="h" fact="0.5001"/>
                  <dgm:constr type="l" for="ch" forName="parentText3" refType="w" fact="0"/>
                  <dgm:constr type="t" for="ch" forName="parentText3" refType="h" fact="0.3333"/>
                  <dgm:constr type="w" for="ch" forName="parentText3" refType="w" fact="0.539"/>
                  <dgm:constr type="h" for="ch" forName="parentText3" refType="h" fact="0.5001"/>
                  <dgm:constr type="l" for="ch" forName="parentText4" refType="w" fact="0"/>
                  <dgm:constr type="t" for="ch" forName="parentText4" refType="h" fact="0.4999"/>
                  <dgm:constr type="w" for="ch" forName="parentText4" refType="w" fact="0.3085"/>
                  <dgm:constr type="h" for="ch" forName="parentText4" refType="h" fact="0.5001"/>
                </dgm:constrLst>
              </dgm:else>
            </dgm:choose>
          </dgm:if>
          <dgm:else name="Name38">
            <dgm:alg type="composite">
              <dgm:param type="ar" val="1.9377"/>
            </dgm:alg>
            <dgm:choose name="Name39">
              <dgm:if name="Name4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l" for="ch" forName="childText1" refType="w" fact="0"/>
                  <dgm:constr type="t" for="ch" forName="childText1" refType="h" fact="0.218"/>
                  <dgm:constr type="w" for="ch" forName="childText1" refType="w" fact="0.2305"/>
                  <dgm:constr type="h" for="ch" forName="childText1" refType="h" fact="0.5218"/>
                  <dgm:constr type="l" for="ch" forName="childText2" refType="w" fact="0.2305"/>
                  <dgm:constr type="t" for="ch" forName="childText2" refType="h" fact="0.312"/>
                  <dgm:constr type="w" for="ch" forName="childText2" refType="w" fact="0.2305"/>
                  <dgm:constr type="h" for="ch" forName="childText2" refType="h" fact="0.5085"/>
                  <dgm:constr type="l" for="ch" forName="childText3" refType="w" fact="0.461"/>
                  <dgm:constr type="t" for="ch" forName="childText3" refType="h" fact="0.406"/>
                  <dgm:constr type="w" for="ch" forName="childText3" refType="w" fact="0.2305"/>
                  <dgm:constr type="h" for="ch" forName="childText3" refType="h" fact="0.5119"/>
                  <dgm:constr type="l" for="ch" forName="childText4" refType="w" fact="0.6915"/>
                  <dgm:constr type="t" for="ch" forName="childText4" refType="h" fact="0.5"/>
                  <dgm:constr type="w" for="ch" forName="childText4" refType="w" fact="0.2326"/>
                  <dgm:constr type="h" for="ch" forName="childText4" refType="h" fact="0.5179"/>
                  <dgm:constr type="l" for="ch" forName="parentText1" refType="w" fact="0"/>
                  <dgm:constr type="t" for="ch" forName="parentText1" refType="h" fact="0"/>
                  <dgm:constr type="w" for="ch" forName="parentText1" refType="w"/>
                  <dgm:constr type="h" for="ch" forName="parentText1" refType="h" fact="0.2821"/>
                  <dgm:constr type="l" for="ch" forName="parentText2" refType="w" fact="0.2305"/>
                  <dgm:constr type="t" for="ch" forName="parentText2" refType="h" fact="0.094"/>
                  <dgm:constr type="w" for="ch" forName="parentText2" refType="w" fact="0.7695"/>
                  <dgm:constr type="h" for="ch" forName="parentText2" refType="h" fact="0.2821"/>
                  <dgm:constr type="l" for="ch" forName="parentText3" refType="w" fact="0.461"/>
                  <dgm:constr type="t" for="ch" forName="parentText3" refType="h" fact="0.188"/>
                  <dgm:constr type="w" for="ch" forName="parentText3" refType="w" fact="0.539"/>
                  <dgm:constr type="h" for="ch" forName="parentText3" refType="h" fact="0.2821"/>
                  <dgm:constr type="l" for="ch" forName="parentText4" refType="w" fact="0.6915"/>
                  <dgm:constr type="t" for="ch" forName="parentText4" refType="h" fact="0.282"/>
                  <dgm:constr type="w" for="ch" forName="parentText4" refType="w" fact="0.3085"/>
                  <dgm:constr type="h" for="ch" forName="parentText4" refType="h" fact="0.2821"/>
                </dgm:constrLst>
              </dgm:if>
              <dgm:else name="Name4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l" for="ch" forName="childText1" refType="w" fact="0.7695"/>
                  <dgm:constr type="t" for="ch" forName="childText1" refType="h" fact="0.218"/>
                  <dgm:constr type="w" for="ch" forName="childText1" refType="w" fact="0.2305"/>
                  <dgm:constr type="h" for="ch" forName="childText1" refType="h" fact="0.5218"/>
                  <dgm:constr type="l" for="ch" forName="childText2" refType="w" fact="0.539"/>
                  <dgm:constr type="t" for="ch" forName="childText2" refType="h" fact="0.312"/>
                  <dgm:constr type="w" for="ch" forName="childText2" refType="w" fact="0.2305"/>
                  <dgm:constr type="h" for="ch" forName="childText2" refType="h" fact="0.5085"/>
                  <dgm:constr type="l" for="ch" forName="childText3" refType="w" fact="0.3085"/>
                  <dgm:constr type="t" for="ch" forName="childText3" refType="h" fact="0.406"/>
                  <dgm:constr type="w" for="ch" forName="childText3" refType="w" fact="0.2305"/>
                  <dgm:constr type="h" for="ch" forName="childText3" refType="h" fact="0.5119"/>
                  <dgm:constr type="l" for="ch" forName="childText4" refType="w" fact="0.076"/>
                  <dgm:constr type="t" for="ch" forName="childText4" refType="h" fact="0.5"/>
                  <dgm:constr type="w" for="ch" forName="childText4" refType="w" fact="0.2346"/>
                  <dgm:constr type="h" for="ch" forName="childText4" refType="h" fact="0.5179"/>
                  <dgm:constr type="l" for="ch" forName="parentText1" refType="w" fact="0"/>
                  <dgm:constr type="t" for="ch" forName="parentText1" refType="h" fact="0"/>
                  <dgm:constr type="w" for="ch" forName="parentText1" refType="w"/>
                  <dgm:constr type="h" for="ch" forName="parentText1" refType="h" fact="0.2821"/>
                  <dgm:constr type="l" for="ch" forName="parentText2" refType="w" fact="0"/>
                  <dgm:constr type="t" for="ch" forName="parentText2" refType="h" fact="0.094"/>
                  <dgm:constr type="w" for="ch" forName="parentText2" refType="w" fact="0.7695"/>
                  <dgm:constr type="h" for="ch" forName="parentText2" refType="h" fact="0.2821"/>
                  <dgm:constr type="l" for="ch" forName="parentText3" refType="w" fact="0"/>
                  <dgm:constr type="t" for="ch" forName="parentText3" refType="h" fact="0.188"/>
                  <dgm:constr type="w" for="ch" forName="parentText3" refType="w" fact="0.539"/>
                  <dgm:constr type="h" for="ch" forName="parentText3" refType="h" fact="0.2821"/>
                  <dgm:constr type="l" for="ch" forName="parentText4" refType="w" fact="0"/>
                  <dgm:constr type="t" for="ch" forName="parentText4" refType="h" fact="0.282"/>
                  <dgm:constr type="w" for="ch" forName="parentText4" refType="w" fact="0.3085"/>
                  <dgm:constr type="h" for="ch" forName="parentText4" refType="h" fact="0.2821"/>
                </dgm:constrLst>
              </dgm:else>
            </dgm:choose>
          </dgm:else>
        </dgm:choose>
      </dgm:if>
      <dgm:else name="Name42">
        <dgm:choose name="Name43">
          <dgm:if name="Name44" axis="ch ch" ptType="node node" func="cnt" op="equ" val="0">
            <dgm:alg type="composite">
              <dgm:param type="ar" val="2.9463"/>
            </dgm:alg>
            <dgm:choose name="Name45">
              <dgm:if name="Name4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l" for="ch" forName="parentText1" refType="w" fact="0"/>
                  <dgm:constr type="t" for="ch" forName="parentText1" refType="h" fact="0"/>
                  <dgm:constr type="w" for="ch" forName="parentText1" refType="w"/>
                  <dgm:constr type="h" for="ch" forName="parentText1" refType="h" fact="0.4285"/>
                  <dgm:constr type="l" for="ch" forName="parentText2" refType="w" fact="0.1848"/>
                  <dgm:constr type="t" for="ch" forName="parentText2" refType="h" fact="0.1429"/>
                  <dgm:constr type="w" for="ch" forName="parentText2" refType="w" fact="0.8152"/>
                  <dgm:constr type="h" for="ch" forName="parentText2" refType="h" fact="0.4285"/>
                  <dgm:constr type="l" for="ch" forName="parentText3" refType="w" fact="0.3696"/>
                  <dgm:constr type="t" for="ch" forName="parentText3" refType="h" fact="0.2858"/>
                  <dgm:constr type="w" for="ch" forName="parentText3" refType="w" fact="0.6304"/>
                  <dgm:constr type="h" for="ch" forName="parentText3" refType="h" fact="0.4285"/>
                  <dgm:constr type="l" for="ch" forName="parentText4" refType="w" fact="0.5545"/>
                  <dgm:constr type="t" for="ch" forName="parentText4" refType="h" fact="0.4286"/>
                  <dgm:constr type="w" for="ch" forName="parentText4" refType="w" fact="0.4455"/>
                  <dgm:constr type="h" for="ch" forName="parentText4" refType="h" fact="0.4285"/>
                  <dgm:constr type="l" for="ch" forName="parentText5" refType="w" fact="0.7393"/>
                  <dgm:constr type="t" for="ch" forName="parentText5" refType="h" fact="0.5715"/>
                  <dgm:constr type="w" for="ch" forName="parentText5" refType="w" fact="0.2607"/>
                  <dgm:constr type="h" for="ch" forName="parentText5" refType="h" fact="0.4285"/>
                </dgm:constrLst>
              </dgm:if>
              <dgm:else name="Name4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l" for="ch" forName="parentText1" refType="w" fact="0"/>
                  <dgm:constr type="t" for="ch" forName="parentText1" refType="h" fact="0"/>
                  <dgm:constr type="w" for="ch" forName="parentText1" refType="w"/>
                  <dgm:constr type="h" for="ch" forName="parentText1" refType="h" fact="0.4285"/>
                  <dgm:constr type="l" for="ch" forName="parentText2" refType="w" fact="0"/>
                  <dgm:constr type="t" for="ch" forName="parentText2" refType="h" fact="0.1429"/>
                  <dgm:constr type="w" for="ch" forName="parentText2" refType="w" fact="0.8152"/>
                  <dgm:constr type="h" for="ch" forName="parentText2" refType="h" fact="0.4285"/>
                  <dgm:constr type="l" for="ch" forName="parentText3" refType="w" fact="0"/>
                  <dgm:constr type="t" for="ch" forName="parentText3" refType="h" fact="0.2858"/>
                  <dgm:constr type="w" for="ch" forName="parentText3" refType="w" fact="0.6304"/>
                  <dgm:constr type="h" for="ch" forName="parentText3" refType="h" fact="0.4285"/>
                  <dgm:constr type="l" for="ch" forName="parentText4" refType="w" fact="0"/>
                  <dgm:constr type="t" for="ch" forName="parentText4" refType="h" fact="0.4286"/>
                  <dgm:constr type="w" for="ch" forName="parentText4" refType="w" fact="0.4455"/>
                  <dgm:constr type="h" for="ch" forName="parentText4" refType="h" fact="0.4285"/>
                  <dgm:constr type="l" for="ch" forName="parentText5" refType="w" fact="0"/>
                  <dgm:constr type="t" for="ch" forName="parentText5" refType="h" fact="0.5715"/>
                  <dgm:constr type="w" for="ch" forName="parentText5" refType="w" fact="0.2607"/>
                  <dgm:constr type="h" for="ch" forName="parentText5" refType="h" fact="0.4285"/>
                </dgm:constrLst>
              </dgm:else>
            </dgm:choose>
          </dgm:if>
          <dgm:else name="Name48">
            <dgm:alg type="composite">
              <dgm:param type="ar" val="1.7837"/>
            </dgm:alg>
            <dgm:choose name="Name49">
              <dgm:if name="Name5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5"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5"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5"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childText5" refType="primFontSz" refFor="des" refForName="parentText4" op="lte"/>
                  <dgm:constr type="primFontSz" for="des" forName="childText1" refType="primFontSz" refFor="des" refForName="parentText5" op="lte"/>
                  <dgm:constr type="primFontSz" for="des" forName="childText2" refType="primFontSz" refFor="des" refForName="parentText5" op="lte"/>
                  <dgm:constr type="primFontSz" for="des" forName="childText3" refType="primFontSz" refFor="des" refForName="parentText5" op="lte"/>
                  <dgm:constr type="primFontSz" for="des" forName="childText4" refType="primFontSz" refFor="des" refForName="parentText5" op="lte"/>
                  <dgm:constr type="primFontSz" for="des" forName="childText5" refType="primFontSz" refFor="des" refForName="parentText5"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primFontSz" for="des" forName="childText5" refType="primFontSz" refFor="des" refForName="childText1" op="equ"/>
                  <dgm:constr type="l" for="ch" forName="childText1" refType="w" fact="0"/>
                  <dgm:constr type="t" for="ch" forName="childText1" refType="h" fact="0.1997"/>
                  <dgm:constr type="w" for="ch" forName="childText1" refType="w" fact="0.18482"/>
                  <dgm:constr type="h" for="ch" forName="childText1" refType="h" fact="0.4763"/>
                  <dgm:constr type="l" for="ch" forName="childText2" refType="w" fact="0.1848"/>
                  <dgm:constr type="t" for="ch" forName="childText2" refType="h" fact="0.2862"/>
                  <dgm:constr type="w" for="ch" forName="childText2" refType="w" fact="0.18482"/>
                  <dgm:constr type="h" for="ch" forName="childText2" refType="h" fact="0.4763"/>
                  <dgm:constr type="l" for="ch" forName="childText3" refType="w" fact="0.3696"/>
                  <dgm:constr type="t" for="ch" forName="childText3" refType="h" fact="0.3727"/>
                  <dgm:constr type="w" for="ch" forName="childText3" refType="w" fact="0.18482"/>
                  <dgm:constr type="h" for="ch" forName="childText3" refType="h" fact="0.4763"/>
                  <dgm:constr type="l" for="ch" forName="childText4" refType="w" fact="0.5545"/>
                  <dgm:constr type="t" for="ch" forName="childText4" refType="h" fact="0.4592"/>
                  <dgm:constr type="w" for="ch" forName="childText4" refType="w" fact="0.18482"/>
                  <dgm:constr type="h" for="ch" forName="childText4" refType="h" fact="0.4763"/>
                  <dgm:constr type="l" for="ch" forName="childText5" refType="w" fact="0.7393"/>
                  <dgm:constr type="t" for="ch" forName="childText5" refType="h" fact="0.5457"/>
                  <dgm:constr type="w" for="ch" forName="childText5" refType="w" fact="0.18482"/>
                  <dgm:constr type="h" for="ch" forName="childText5" refType="h" fact="0.4763"/>
                  <dgm:constr type="l" for="ch" forName="parentText1" refType="w" fact="0"/>
                  <dgm:constr type="t" for="ch" forName="parentText1" refType="h" fact="0"/>
                  <dgm:constr type="w" for="ch" forName="parentText1" refType="w"/>
                  <dgm:constr type="h" for="ch" forName="parentText1" refType="h" fact="0.2594"/>
                  <dgm:constr type="l" for="ch" forName="parentText2" refType="w" fact="0.1848"/>
                  <dgm:constr type="t" for="ch" forName="parentText2" refType="h" fact="0.0865"/>
                  <dgm:constr type="w" for="ch" forName="parentText2" refType="w" fact="0.8152"/>
                  <dgm:constr type="h" for="ch" forName="parentText2" refType="h" fact="0.2594"/>
                  <dgm:constr type="l" for="ch" forName="parentText3" refType="w" fact="0.3696"/>
                  <dgm:constr type="t" for="ch" forName="parentText3" refType="h" fact="0.173"/>
                  <dgm:constr type="w" for="ch" forName="parentText3" refType="w" fact="0.6304"/>
                  <dgm:constr type="h" for="ch" forName="parentText3" refType="h" fact="0.2594"/>
                  <dgm:constr type="l" for="ch" forName="parentText4" refType="w" fact="0.5545"/>
                  <dgm:constr type="t" for="ch" forName="parentText4" refType="h" fact="0.2595"/>
                  <dgm:constr type="w" for="ch" forName="parentText4" refType="w" fact="0.4455"/>
                  <dgm:constr type="h" for="ch" forName="parentText4" refType="h" fact="0.2594"/>
                  <dgm:constr type="l" for="ch" forName="parentText5" refType="w" fact="0.7393"/>
                  <dgm:constr type="t" for="ch" forName="parentText5" refType="h" fact="0.346"/>
                  <dgm:constr type="w" for="ch" forName="parentText5" refType="w" fact="0.2607"/>
                  <dgm:constr type="h" for="ch" forName="parentText5" refType="h" fact="0.2594"/>
                </dgm:constrLst>
              </dgm:if>
              <dgm:else name="Name5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5"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5"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5"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childText5" refType="primFontSz" refFor="des" refForName="parentText4" op="lte"/>
                  <dgm:constr type="primFontSz" for="des" forName="childText1" refType="primFontSz" refFor="des" refForName="parentText5" op="lte"/>
                  <dgm:constr type="primFontSz" for="des" forName="childText2" refType="primFontSz" refFor="des" refForName="parentText5" op="lte"/>
                  <dgm:constr type="primFontSz" for="des" forName="childText3" refType="primFontSz" refFor="des" refForName="parentText5" op="lte"/>
                  <dgm:constr type="primFontSz" for="des" forName="childText4" refType="primFontSz" refFor="des" refForName="parentText5" op="lte"/>
                  <dgm:constr type="primFontSz" for="des" forName="childText5" refType="primFontSz" refFor="des" refForName="parentText5"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primFontSz" for="des" forName="childText5" refType="primFontSz" refFor="des" refForName="childText1" op="equ"/>
                  <dgm:constr type="l" for="ch" forName="childText1" refType="w" fact="0.81518"/>
                  <dgm:constr type="t" for="ch" forName="childText1" refType="h" fact="0.1997"/>
                  <dgm:constr type="w" for="ch" forName="childText1" refType="w" fact="0.18482"/>
                  <dgm:constr type="h" for="ch" forName="childText1" refType="h" fact="0.4763"/>
                  <dgm:constr type="l" for="ch" forName="childText2" refType="w" fact="0.63036"/>
                  <dgm:constr type="t" for="ch" forName="childText2" refType="h" fact="0.2862"/>
                  <dgm:constr type="w" for="ch" forName="childText2" refType="w" fact="0.18482"/>
                  <dgm:constr type="h" for="ch" forName="childText2" refType="h" fact="0.4763"/>
                  <dgm:constr type="l" for="ch" forName="childText3" refType="w" fact="0.44554"/>
                  <dgm:constr type="t" for="ch" forName="childText3" refType="h" fact="0.3727"/>
                  <dgm:constr type="w" for="ch" forName="childText3" refType="w" fact="0.18482"/>
                  <dgm:constr type="h" for="ch" forName="childText3" refType="h" fact="0.4763"/>
                  <dgm:constr type="l" for="ch" forName="childText4" refType="w" fact="0.26072"/>
                  <dgm:constr type="t" for="ch" forName="childText4" refType="h" fact="0.4592"/>
                  <dgm:constr type="w" for="ch" forName="childText4" refType="w" fact="0.18482"/>
                  <dgm:constr type="h" for="ch" forName="childText4" refType="h" fact="0.4763"/>
                  <dgm:constr type="l" for="ch" forName="childText5" refType="w" fact="0.0759"/>
                  <dgm:constr type="t" for="ch" forName="childText5" refType="h" fact="0.5457"/>
                  <dgm:constr type="w" for="ch" forName="childText5" refType="w" fact="0.18482"/>
                  <dgm:constr type="h" for="ch" forName="childText5" refType="h" fact="0.4763"/>
                  <dgm:constr type="l" for="ch" forName="parentText1" refType="w" fact="0"/>
                  <dgm:constr type="t" for="ch" forName="parentText1" refType="h" fact="0"/>
                  <dgm:constr type="w" for="ch" forName="parentText1" refType="w"/>
                  <dgm:constr type="h" for="ch" forName="parentText1" refType="h" fact="0.2594"/>
                  <dgm:constr type="l" for="ch" forName="parentText2" refType="w" fact="0"/>
                  <dgm:constr type="t" for="ch" forName="parentText2" refType="h" fact="0.0865"/>
                  <dgm:constr type="w" for="ch" forName="parentText2" refType="w" fact="0.8152"/>
                  <dgm:constr type="h" for="ch" forName="parentText2" refType="h" fact="0.2594"/>
                  <dgm:constr type="l" for="ch" forName="parentText3" refType="w" fact="0"/>
                  <dgm:constr type="t" for="ch" forName="parentText3" refType="h" fact="0.173"/>
                  <dgm:constr type="w" for="ch" forName="parentText3" refType="w" fact="0.6304"/>
                  <dgm:constr type="h" for="ch" forName="parentText3" refType="h" fact="0.2594"/>
                  <dgm:constr type="l" for="ch" forName="parentText4" refType="w" fact="0"/>
                  <dgm:constr type="t" for="ch" forName="parentText4" refType="h" fact="0.2595"/>
                  <dgm:constr type="w" for="ch" forName="parentText4" refType="w" fact="0.4455"/>
                  <dgm:constr type="h" for="ch" forName="parentText4" refType="h" fact="0.2594"/>
                  <dgm:constr type="l" for="ch" forName="parentText5" refType="w" fact="0"/>
                  <dgm:constr type="t" for="ch" forName="parentText5" refType="h" fact="0.346"/>
                  <dgm:constr type="w" for="ch" forName="parentText5" refType="w" fact="0.2607"/>
                  <dgm:constr type="h" for="ch" forName="parentText5" refType="h" fact="0.2594"/>
                </dgm:constrLst>
              </dgm:else>
            </dgm:choose>
          </dgm:else>
        </dgm:choose>
      </dgm:else>
    </dgm:choose>
    <dgm:forEach name="Name52" axis="ch" ptType="node" cnt="1">
      <dgm:layoutNode name="parentText1" styleLbl="node1">
        <dgm:varLst>
          <dgm:chMax/>
          <dgm:chPref val="3"/>
          <dgm:bulletEnabled val="1"/>
        </dgm:varLst>
        <dgm:choose name="Name53">
          <dgm:if name="Name54"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55">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56">
        <dgm:if name="Name57" axis="ch" ptType="node" func="cnt" op="gte" val="1">
          <dgm:layoutNode name="childText1"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dgm:forEach>
    <dgm:forEach name="Name59" axis="ch" ptType="node" st="2" cnt="1">
      <dgm:layoutNode name="parentText2" styleLbl="node1">
        <dgm:varLst>
          <dgm:chMax/>
          <dgm:chPref val="3"/>
          <dgm:bulletEnabled val="1"/>
        </dgm:varLst>
        <dgm:choose name="Name60">
          <dgm:if name="Name61"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62">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63">
        <dgm:if name="Name64" axis="ch" ptType="node" func="cnt" op="gte" val="1">
          <dgm:layoutNode name="childText2"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5"/>
      </dgm:choose>
    </dgm:forEach>
    <dgm:forEach name="Name66" axis="ch" ptType="node" st="3" cnt="1">
      <dgm:layoutNode name="parentText3" styleLbl="node1">
        <dgm:varLst>
          <dgm:chMax/>
          <dgm:chPref val="3"/>
          <dgm:bulletEnabled val="1"/>
        </dgm:varLst>
        <dgm:choose name="Name67">
          <dgm:if name="Name68"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69">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70">
        <dgm:if name="Name71" axis="ch" ptType="node" func="cnt" op="gte" val="1">
          <dgm:layoutNode name="childText3"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forEach>
    <dgm:forEach name="Name73" axis="ch" ptType="node" st="4" cnt="1">
      <dgm:layoutNode name="parentText4" styleLbl="node1">
        <dgm:varLst>
          <dgm:chMax/>
          <dgm:chPref val="3"/>
          <dgm:bulletEnabled val="1"/>
        </dgm:varLst>
        <dgm:choose name="Name74">
          <dgm:if name="Name75"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76">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77">
        <dgm:if name="Name78" axis="ch" ptType="node" func="cnt" op="gte" val="1">
          <dgm:layoutNode name="childText4"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dgm:forEach>
    <dgm:forEach name="Name80" axis="ch" ptType="node" st="5" cnt="1">
      <dgm:layoutNode name="parentText5" styleLbl="node1">
        <dgm:varLst>
          <dgm:chMax/>
          <dgm:chPref val="3"/>
          <dgm:bulletEnabled val="1"/>
        </dgm:varLst>
        <dgm:choose name="Name81">
          <dgm:if name="Name82"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83">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84">
        <dgm:if name="Name85" axis="ch" ptType="node" func="cnt" op="gte" val="1">
          <dgm:layoutNode name="childText5"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6"/>
      </dgm:choose>
    </dgm:forEach>
  </dgm:layoutNode>
</dgm:layoutDef>
</file>

<file path=ppt/diagrams/layout52.xml><?xml version="1.0" encoding="utf-8"?>
<dgm:layoutDef xmlns:dgm="http://schemas.openxmlformats.org/drawingml/2006/diagram" xmlns:a="http://schemas.openxmlformats.org/drawingml/2006/main" uniqueId="urn:microsoft.com/office/officeart/2011/layout/InterconnectedBlockProcess">
  <dgm:title val="Interconnected Block Process"/>
  <dgm:desc val="Use to show sequential steps in a process. Works best with small amounts of Level 1 text and medium amounts of Level 2 text."/>
  <dgm:catLst>
    <dgm:cat type="process" pri="5500"/>
    <dgm:cat type="officeonline" pri="3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 modelId="70" srcId="0" destId="40" srcOrd="2" destOrd="0"/>
        <dgm:cxn modelId="42" srcId="40" destId="41" srcOrd="0" destOrd="0"/>
      </dgm:cxnLst>
      <dgm:bg/>
      <dgm:whole/>
    </dgm:dataModel>
  </dgm:clrData>
  <dgm:layoutNode name="Name0">
    <dgm:varLst>
      <dgm:chMax val="7"/>
      <dgm:chPref val="5"/>
      <dgm:dir/>
      <dgm:animOne val="branch"/>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127"/>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5"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Accent1" refType="w" fact="0"/>
              <dgm:constr type="t" for="ch" forName="ChildAccent1" refType="h" fact="0.1613"/>
              <dgm:constr type="w" for="ch" forName="ChildAccent1" refType="w" fact="0.5"/>
              <dgm:constr type="h" for="ch" forName="ChildAccent1" refType="h" fact="0.7742"/>
              <dgm:constr type="l" for="ch" forName="Child1" refType="w" fact="0.0635"/>
              <dgm:constr type="t" for="ch" forName="Child1" refType="h" fact="0.1613"/>
              <dgm:constr type="w" for="ch" forName="Child1" refType="w" fact="0.4365"/>
              <dgm:constr type="h" for="ch" forName="Child1" refType="h" fact="0.7742"/>
              <dgm:constr type="l" for="ch" forName="Parent1" refType="w" fact="0"/>
              <dgm:constr type="t" for="ch" forName="Parent1" refType="h" fact="0.0323"/>
              <dgm:constr type="w" for="ch" forName="Parent1" refType="w" fact="0.5"/>
              <dgm:constr type="h" for="ch" forName="Parent1" refType="h" fact="0.129"/>
              <dgm:constr type="l" for="ch" forName="ChildAccent2" refType="w" fact="0.5"/>
              <dgm:constr type="t" for="ch" forName="ChildAccent2" refType="h" fact="0.1613"/>
              <dgm:constr type="w" for="ch" forName="ChildAccent2" refType="w" fact="0.5"/>
              <dgm:constr type="h" for="ch" forName="ChildAccent2" refType="h" fact="0.8387"/>
              <dgm:constr type="l" for="ch" forName="Child2" refType="w" fact="0.5635"/>
              <dgm:constr type="t" for="ch" forName="Child2" refType="h" fact="0.1613"/>
              <dgm:constr type="w" for="ch" forName="Child2" refType="w" fact="0.4365"/>
              <dgm:constr type="h" for="ch" forName="Child2" refType="h" fact="0.8387"/>
              <dgm:constr type="l" for="ch" forName="Parent2" refType="w" fact="0.5"/>
              <dgm:constr type="t" for="ch" forName="Parent2" refType="h" fact="0"/>
              <dgm:constr type="w" for="ch" forName="Parent2" refType="w" fact="0.5"/>
              <dgm:constr type="h" for="ch" forName="Parent2" refType="h" fact="0.1613"/>
            </dgm:constrLst>
          </dgm:if>
          <dgm:if name="Name6"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Accent1" refType="w" fact="0"/>
              <dgm:constr type="t" for="ch" forName="ChildAccent1" refType="h" fact="0.1757"/>
              <dgm:constr type="w" for="ch" forName="ChildAccent1" refType="w" fact="0.3333"/>
              <dgm:constr type="h" for="ch" forName="ChildAccent1" refType="h" fact="0.7066"/>
              <dgm:constr type="l" for="ch" forName="Child1" refType="w" fact="0.0423"/>
              <dgm:constr type="t" for="ch" forName="Child1" refType="h" fact="0.1757"/>
              <dgm:constr type="w" for="ch" forName="Child1" refType="w" fact="0.291"/>
              <dgm:constr type="h" for="ch" forName="Child1" refType="h" fact="0.7066"/>
              <dgm:constr type="l" for="ch" forName="Parent1" refType="w" fact="0"/>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Child2" refType="w" fact="0.3756"/>
              <dgm:constr type="t" for="ch" forName="Child2" refType="h" fact="0.1757"/>
              <dgm:constr type="w" for="ch" forName="Child2" refType="w" fact="0.291"/>
              <dgm:constr type="h" for="ch" forName="Child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6667"/>
              <dgm:constr type="t" for="ch" forName="ChildAccent3" refType="h" fact="0.1757"/>
              <dgm:constr type="w" for="ch" forName="ChildAccent3" refType="w" fact="0.3333"/>
              <dgm:constr type="h" for="ch" forName="ChildAccent3" refType="h" fact="0.8243"/>
              <dgm:constr type="l" for="ch" forName="Child3" refType="w" fact="0.709"/>
              <dgm:constr type="t" for="ch" forName="Child3" refType="h" fact="0.1757"/>
              <dgm:constr type="w" for="ch" forName="Child3" refType="w" fact="0.291"/>
              <dgm:constr type="h" for="ch" forName="Child3" refType="h" fact="0.8243"/>
              <dgm:constr type="l" for="ch" forName="Parent3" refType="w" fact="0.6667"/>
              <dgm:constr type="t" for="ch" forName="Parent3" refType="h" fact="0"/>
              <dgm:constr type="w" for="ch" forName="Parent3" refType="w" fact="0.3333"/>
              <dgm:constr type="h" for="ch" forName="Parent3" refType="h" fact="0.176"/>
            </dgm:constrLst>
          </dgm:if>
          <dgm:if name="Name7"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Accent1" refType="w" fact="0"/>
              <dgm:constr type="t" for="ch" forName="ChildAccent1" refType="h" fact="0.1892"/>
              <dgm:constr type="w" for="ch" forName="ChildAccent1" refType="w" fact="0.25"/>
              <dgm:constr type="h" for="ch" forName="ChildAccent1" refType="h" fact="0.6486"/>
              <dgm:constr type="l" for="ch" forName="Child1" refType="w" fact="0.0317"/>
              <dgm:constr type="t" for="ch" forName="Child1" refType="h" fact="0.1892"/>
              <dgm:constr type="w" for="ch" forName="Child1" refType="w" fact="0.2183"/>
              <dgm:constr type="h" for="ch" forName="Child1" refType="h" fact="0.6486"/>
              <dgm:constr type="l" for="ch" forName="Parent1" refType="w" fact="0"/>
              <dgm:constr type="t" for="ch" forName="Parent1" refType="h" fact="0.0811"/>
              <dgm:constr type="w" for="ch" forName="Parent1" refType="w" fact="0.25"/>
              <dgm:constr type="h" for="ch" forName="Parent1" refType="h" fact="0.1081"/>
              <dgm:constr type="l" for="ch" forName="ChildAccent2" refType="w" fact="0.25"/>
              <dgm:constr type="t" for="ch" forName="ChildAccent2" refType="h" fact="0.1892"/>
              <dgm:constr type="w" for="ch" forName="ChildAccent2" refType="w" fact="0.25"/>
              <dgm:constr type="h" for="ch" forName="ChildAccent2" refType="h" fact="0.7027"/>
              <dgm:constr type="l" for="ch" forName="Child2" refType="w" fact="0.2817"/>
              <dgm:constr type="t" for="ch" forName="Child2" refType="h" fact="0.1892"/>
              <dgm:constr type="w" for="ch" forName="Child2" refType="w" fact="0.2183"/>
              <dgm:constr type="h" for="ch" forName="Child2" refType="h" fact="0.7027"/>
              <dgm:constr type="l" for="ch" forName="Parent2" refType="w" fact="0.25"/>
              <dgm:constr type="t" for="ch" forName="Parent2" refType="h" fact="0.0541"/>
              <dgm:constr type="w" for="ch" forName="Parent2" refType="w" fact="0.25"/>
              <dgm:constr type="h" for="ch" forName="Parent2" refType="h" fact="0.1351"/>
              <dgm:constr type="l" for="ch" forName="ChildAccent3" refType="w" fact="0.5"/>
              <dgm:constr type="t" for="ch" forName="ChildAccent3" refType="h" fact="0.1892"/>
              <dgm:constr type="w" for="ch" forName="ChildAccent3" refType="w" fact="0.25"/>
              <dgm:constr type="h" for="ch" forName="ChildAccent3" refType="h" fact="0.7568"/>
              <dgm:constr type="l" for="ch" forName="Child3" refType="w" fact="0.5317"/>
              <dgm:constr type="t" for="ch" forName="Child3" refType="h" fact="0.1892"/>
              <dgm:constr type="w" for="ch" forName="Child3" refType="w" fact="0.2183"/>
              <dgm:constr type="h" for="ch" forName="Child3" refType="h" fact="0.7568"/>
              <dgm:constr type="l" for="ch" forName="Parent3" refType="w" fact="0.5"/>
              <dgm:constr type="t" for="ch" forName="Parent3" refType="h" fact="0.0275"/>
              <dgm:constr type="w" for="ch" forName="Parent3" refType="w" fact="0.25"/>
              <dgm:constr type="h" for="ch" forName="Parent3" refType="h" fact="0.1622"/>
              <dgm:constr type="l" for="ch" forName="ChildAccent4" refType="w" fact="0.75"/>
              <dgm:constr type="t" for="ch" forName="ChildAccent4" refType="h" fact="0.1892"/>
              <dgm:constr type="w" for="ch" forName="ChildAccent4" refType="w" fact="0.25"/>
              <dgm:constr type="h" for="ch" forName="ChildAccent4" refType="h" fact="0.8108"/>
              <dgm:constr type="l" for="ch" forName="Child4" refType="w" fact="0.7817"/>
              <dgm:constr type="t" for="ch" forName="Child4" refType="h" fact="0.1892"/>
              <dgm:constr type="w" for="ch" forName="Child4" refType="w" fact="0.2183"/>
              <dgm:constr type="h" for="ch" forName="Child4" refType="h" fact="0.8108"/>
              <dgm:constr type="l" for="ch" forName="Parent4" refType="w" fact="0.75"/>
              <dgm:constr type="t" for="ch" forName="Parent4" refType="h" fact="0"/>
              <dgm:constr type="w" for="ch" forName="Parent4" refType="w" fact="0.25"/>
              <dgm:constr type="h" for="ch" forName="Parent4" refType="h" fact="0.1892"/>
            </dgm:constrLst>
          </dgm:if>
          <dgm:if name="Name8"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Accent1" refType="w" fact="0"/>
              <dgm:constr type="t" for="ch" forName="ChildAccent1" refType="h" fact="0.2"/>
              <dgm:constr type="w" for="ch" forName="ChildAccent1" refType="w" fact="0.2001"/>
              <dgm:constr type="h" for="ch" forName="ChildAccent1" refType="h" fact="0.6"/>
              <dgm:constr type="l" for="ch" forName="Child1" refType="w" fact="0.0254"/>
              <dgm:constr type="t" for="ch" forName="Child1" refType="h" fact="0.2"/>
              <dgm:constr type="w" for="ch" forName="Child1" refType="w" fact="0.1747"/>
              <dgm:constr type="h" for="ch" forName="Child1" refType="h" fact="0.6"/>
              <dgm:constr type="l" for="ch" forName="Parent1" refType="w" fact="0"/>
              <dgm:constr type="t" for="ch" forName="Parent1" refType="h" fact="0.1"/>
              <dgm:constr type="w" for="ch" forName="Parent1" refType="w" fact="0.2001"/>
              <dgm:constr type="h" for="ch" forName="Parent1" refType="h" fact="0.1"/>
              <dgm:constr type="l" for="ch" forName="ChildAccent2" refType="w" fact="0.2001"/>
              <dgm:constr type="t" for="ch" forName="ChildAccent2" refType="h" fact="0.2"/>
              <dgm:constr type="w" for="ch" forName="ChildAccent2" refType="w" fact="0.2001"/>
              <dgm:constr type="h" for="ch" forName="ChildAccent2" refType="h" fact="0.65"/>
              <dgm:constr type="l" for="ch" forName="Child2" refType="w" fact="0.2255"/>
              <dgm:constr type="t" for="ch" forName="Child2" refType="h" fact="0.2"/>
              <dgm:constr type="w" for="ch" forName="Child2" refType="w" fact="0.1747"/>
              <dgm:constr type="h" for="ch" forName="Child2" refType="h" fact="0.65"/>
              <dgm:constr type="l" for="ch" forName="Parent2" refType="w" fact="0.2001"/>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Child3" refType="w" fact="0.4256"/>
              <dgm:constr type="t" for="ch" forName="Child3" refType="h" fact="0.2"/>
              <dgm:constr type="w" for="ch" forName="Child3" refType="w" fact="0.1747"/>
              <dgm:constr type="h" for="ch" forName="Child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6003"/>
              <dgm:constr type="t" for="ch" forName="ChildAccent4" refType="h" fact="0.2"/>
              <dgm:constr type="w" for="ch" forName="ChildAccent4" refType="w" fact="0.2001"/>
              <dgm:constr type="h" for="ch" forName="ChildAccent4" refType="h" fact="0.75"/>
              <dgm:constr type="l" for="ch" forName="Child4" refType="w" fact="0.6257"/>
              <dgm:constr type="t" for="ch" forName="Child4" refType="h" fact="0.2"/>
              <dgm:constr type="w" for="ch" forName="Child4" refType="w" fact="0.1747"/>
              <dgm:constr type="h" for="ch" forName="Child4" refType="h" fact="0.75"/>
              <dgm:constr type="l" for="ch" forName="Parent4" refType="w" fact="0.6003"/>
              <dgm:constr type="t" for="ch" forName="Parent4" refType="h" fact="0.025"/>
              <dgm:constr type="w" for="ch" forName="Parent4" refType="w" fact="0.2001"/>
              <dgm:constr type="h" for="ch" forName="Parent4" refType="h" fact="0.175"/>
              <dgm:constr type="l" for="ch" forName="ChildAccent5" refType="w" fact="0.7999"/>
              <dgm:constr type="t" for="ch" forName="ChildAccent5" refType="h" fact="0.2"/>
              <dgm:constr type="w" for="ch" forName="ChildAccent5" refType="w" fact="0.2001"/>
              <dgm:constr type="h" for="ch" forName="ChildAccent5" refType="h" fact="0.8"/>
              <dgm:constr type="l" for="ch" forName="Child5" refType="w" fact="0.8253"/>
              <dgm:constr type="t" for="ch" forName="Child5" refType="h" fact="0.2"/>
              <dgm:constr type="w" for="ch" forName="Child5" refType="w" fact="0.1747"/>
              <dgm:constr type="h" for="ch" forName="Child5" refType="h" fact="0.8"/>
              <dgm:constr type="l" for="ch" forName="Parent5" refType="w" fact="0.7999"/>
              <dgm:constr type="t" for="ch" forName="Parent5" refType="h" fact="0"/>
              <dgm:constr type="w" for="ch" forName="Parent5" refType="w" fact="0.2001"/>
              <dgm:constr type="h" for="ch" forName="Parent5" refType="h" fact="0.2"/>
            </dgm:constrLst>
          </dgm:if>
          <dgm:if name="Name9"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Accent1" refType="w" fact="0"/>
              <dgm:constr type="t" for="ch" forName="ChildAccent1" refType="h" fact="0.2087"/>
              <dgm:constr type="w" for="ch" forName="ChildAccent1" refType="w" fact="0.167"/>
              <dgm:constr type="h" for="ch" forName="ChildAccent1" refType="h" fact="0.5586"/>
              <dgm:constr type="l" for="ch" forName="Child1" refType="w" fact="0.0212"/>
              <dgm:constr type="t" for="ch" forName="Child1" refType="h" fact="0.2087"/>
              <dgm:constr type="w" for="ch" forName="Child1" refType="w" fact="0.1458"/>
              <dgm:constr type="h" for="ch" forName="Child1" refType="h" fact="0.5586"/>
              <dgm:constr type="l" for="ch" forName="Parent1" refType="w" fact="0"/>
              <dgm:constr type="t" for="ch" forName="Parent1" refType="h" fact="0.1156"/>
              <dgm:constr type="w" for="ch" forName="Parent1" refType="w" fact="0.167"/>
              <dgm:constr type="h" for="ch" forName="Parent1" refType="h" fact="0.0931"/>
              <dgm:constr type="l" for="ch" forName="ChildAccent2" refType="w" fact="0.167"/>
              <dgm:constr type="t" for="ch" forName="ChildAccent2" refType="h" fact="0.2087"/>
              <dgm:constr type="w" for="ch" forName="ChildAccent2" refType="w" fact="0.167"/>
              <dgm:constr type="h" for="ch" forName="ChildAccent2" refType="h" fact="0.6051"/>
              <dgm:constr type="l" for="ch" forName="Child2" refType="w" fact="0.1888"/>
              <dgm:constr type="t" for="ch" forName="Child2" refType="h" fact="0.2087"/>
              <dgm:constr type="w" for="ch" forName="Child2" refType="w" fact="0.1458"/>
              <dgm:constr type="h" for="ch" forName="Child2" refType="h" fact="0.6051"/>
              <dgm:constr type="l" for="ch" forName="Parent2" refType="w" fact="0.167"/>
              <dgm:constr type="t" for="ch" forName="Parent2" refType="h" fact="0.0923"/>
              <dgm:constr type="w" for="ch" forName="Parent2" refType="w" fact="0.167"/>
              <dgm:constr type="h" for="ch" forName="Parent2" refType="h" fact="0.1164"/>
              <dgm:constr type="l" for="ch" forName="ChildAccent3" refType="w" fact="0.3339"/>
              <dgm:constr type="t" for="ch" forName="ChildAccent3" refType="h" fact="0.2087"/>
              <dgm:constr type="w" for="ch" forName="ChildAccent3" refType="w" fact="0.167"/>
              <dgm:constr type="h" for="ch" forName="ChildAccent3" refType="h" fact="0.6517"/>
              <dgm:constr type="l" for="ch" forName="Child3" refType="w" fact="0.3551"/>
              <dgm:constr type="t" for="ch" forName="Child3" refType="h" fact="0.2087"/>
              <dgm:constr type="w" for="ch" forName="Child3" refType="w" fact="0.1458"/>
              <dgm:constr type="h" for="ch" forName="Child3" refType="h" fact="0.6517"/>
              <dgm:constr type="l" for="ch" forName="Parent3" refType="w" fact="0.3339"/>
              <dgm:constr type="t" for="ch" forName="Parent3" refType="h" fact="0.0698"/>
              <dgm:constr type="w" for="ch" forName="Parent3" refType="w" fact="0.167"/>
              <dgm:constr type="h" for="ch" forName="Parent3" refType="h" fact="0.1396"/>
              <dgm:constr type="l" for="ch" forName="ChildAccent4" refType="w" fact="0.5009"/>
              <dgm:constr type="t" for="ch" forName="ChildAccent4" refType="h" fact="0.2087"/>
              <dgm:constr type="w" for="ch" forName="ChildAccent4" refType="w" fact="0.167"/>
              <dgm:constr type="h" for="ch" forName="ChildAccent4" refType="h" fact="0.6982"/>
              <dgm:constr type="l" for="ch" forName="Child4" refType="w" fact="0.5221"/>
              <dgm:constr type="t" for="ch" forName="Child4" refType="h" fact="0.2087"/>
              <dgm:constr type="w" for="ch" forName="Child4" refType="w" fact="0.1458"/>
              <dgm:constr type="h" for="ch" forName="Child4" refType="h" fact="0.6982"/>
              <dgm:constr type="l" for="ch" forName="Parent4" refType="w" fact="0.501"/>
              <dgm:constr type="t" for="ch" forName="Parent4" refType="h" fact="0.0458"/>
              <dgm:constr type="w" for="ch" forName="Parent4" refType="w" fact="0.167"/>
              <dgm:constr type="h" for="ch" forName="Parent4" refType="h" fact="0.1629"/>
              <dgm:constr type="l" for="ch" forName="ChildAccent5" refType="w" fact="0.6674"/>
              <dgm:constr type="t" for="ch" forName="ChildAccent5" refType="h" fact="0.2087"/>
              <dgm:constr type="w" for="ch" forName="ChildAccent5" refType="w" fact="0.167"/>
              <dgm:constr type="h" for="ch" forName="ChildAccent5" refType="h" fact="0.7448"/>
              <dgm:constr type="l" for="ch" forName="Child5" refType="w" fact="0.6886"/>
              <dgm:constr type="t" for="ch" forName="Child5" refType="h" fact="0.2087"/>
              <dgm:constr type="w" for="ch" forName="Child5" refType="w" fact="0.1458"/>
              <dgm:constr type="h" for="ch" forName="Child5" refType="h" fact="0.7448"/>
              <dgm:constr type="l" for="ch" forName="Parent5" refType="w" fact="0.668"/>
              <dgm:constr type="t" for="ch" forName="Parent5" refType="h" fact="0.0225"/>
              <dgm:constr type="w" for="ch" forName="Parent5" refType="w" fact="0.167"/>
              <dgm:constr type="h" for="ch" forName="Parent5" refType="h" fact="0.1862"/>
              <dgm:constr type="l" for="ch" forName="ChildAccent6" refType="w" fact="0.833"/>
              <dgm:constr type="t" for="ch" forName="ChildAccent6" refType="h" fact="0.2087"/>
              <dgm:constr type="w" for="ch" forName="ChildAccent6" refType="w" fact="0.167"/>
              <dgm:constr type="h" for="ch" forName="ChildAccent6" refType="h" fact="0.7913"/>
              <dgm:constr type="l" for="ch" forName="Child6" refType="w" fact="0.8542"/>
              <dgm:constr type="t" for="ch" forName="Child6" refType="h" fact="0.2087"/>
              <dgm:constr type="w" for="ch" forName="Child6" refType="w" fact="0.1458"/>
              <dgm:constr type="h" for="ch" forName="Child6" refType="h" fact="0.7913"/>
              <dgm:constr type="l" for="ch" forName="Parent6" refType="w" fact="0.835"/>
              <dgm:constr type="t" for="ch" forName="Parent6" refType="h" fact="0"/>
              <dgm:constr type="w" for="ch" forName="Parent6" refType="w" fact="0.165"/>
              <dgm:constr type="h" for="ch" forName="Parent6" refType="h" fact="0.2095"/>
            </dgm:constrLst>
          </dgm:if>
          <dgm:else name="Name10">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Accent1" refType="w" fact="0"/>
              <dgm:constr type="t" for="ch" forName="ChildAccent1" refType="h" fact="0.2168"/>
              <dgm:constr type="w" for="ch" forName="ChildAccent1" refType="w" fact="0.1432"/>
              <dgm:constr type="h" for="ch" forName="ChildAccent1" refType="h" fact="0.5221"/>
              <dgm:constr type="l" for="ch" forName="Child1" refType="w" fact="0.0182"/>
              <dgm:constr type="t" for="ch" forName="Child1" refType="h" fact="0.2168"/>
              <dgm:constr type="w" for="ch" forName="Child1" refType="w" fact="0.125"/>
              <dgm:constr type="h" for="ch" forName="Child1" refType="h" fact="0.5221"/>
              <dgm:constr type="l" for="ch" forName="Parent1" refType="w" fact="0"/>
              <dgm:constr type="t" for="ch" forName="Parent1" refType="h" fact="0.1298"/>
              <dgm:constr type="w" for="ch" forName="Parent1" refType="w" fact="0.1432"/>
              <dgm:constr type="h" for="ch" forName="Parent1" refType="h" fact="0.087"/>
              <dgm:constr type="l" for="ch" forName="ChildAccent2" refType="w" fact="0.1432"/>
              <dgm:constr type="t" for="ch" forName="ChildAccent2" refType="h" fact="0.2168"/>
              <dgm:constr type="w" for="ch" forName="ChildAccent2" refType="w" fact="0.1432"/>
              <dgm:constr type="h" for="ch" forName="ChildAccent2" refType="h" fact="0.5656"/>
              <dgm:constr type="l" for="ch" forName="Child2" refType="w" fact="0.1614"/>
              <dgm:constr type="t" for="ch" forName="Child2" refType="h" fact="0.2168"/>
              <dgm:constr type="w" for="ch" forName="Child2" refType="w" fact="0.125"/>
              <dgm:constr type="h" for="ch" forName="Child2" refType="h" fact="0.5656"/>
              <dgm:constr type="l" for="ch" forName="Parent2" refType="w" fact="0.1432"/>
              <dgm:constr type="t" for="ch" forName="Parent2" refType="h" fact="0.108"/>
              <dgm:constr type="w" for="ch" forName="Parent2" refType="w" fact="0.1432"/>
              <dgm:constr type="h" for="ch" forName="Parent2" refType="h" fact="0.1088"/>
              <dgm:constr type="l" for="ch" forName="ChildAccent3" refType="w" fact="0.2865"/>
              <dgm:constr type="t" for="ch" forName="ChildAccent3" refType="h" fact="0.2168"/>
              <dgm:constr type="w" for="ch" forName="ChildAccent3" refType="w" fact="0.1432"/>
              <dgm:constr type="h" for="ch" forName="ChildAccent3" refType="h" fact="0.6091"/>
              <dgm:constr type="l" for="ch" forName="Child3" refType="w" fact="0.3047"/>
              <dgm:constr type="t" for="ch" forName="Child3" refType="h" fact="0.2168"/>
              <dgm:constr type="w" for="ch" forName="Child3" refType="w" fact="0.125"/>
              <dgm:constr type="h" for="ch" forName="Child3" refType="h" fact="0.6091"/>
              <dgm:constr type="l" for="ch" forName="Parent3" refType="w" fact="0.2865"/>
              <dgm:constr type="t" for="ch" forName="Parent3" refType="h" fact="0.087"/>
              <dgm:constr type="w" for="ch" forName="Parent3" refType="w" fact="0.143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Child4" refType="w" fact="0.4479"/>
              <dgm:constr type="t" for="ch" forName="Child4" refType="h" fact="0.2168"/>
              <dgm:constr type="w" for="ch" forName="Child4" refType="w" fact="0.125"/>
              <dgm:constr type="h" for="ch" forName="Child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5726"/>
              <dgm:constr type="t" for="ch" forName="ChildAccent5" refType="h" fact="0.2168"/>
              <dgm:constr type="w" for="ch" forName="ChildAccent5" refType="w" fact="0.1432"/>
              <dgm:constr type="h" for="ch" forName="ChildAccent5" refType="h" fact="0.6962"/>
              <dgm:constr type="l" for="ch" forName="Child5" refType="w" fact="0.5908"/>
              <dgm:constr type="t" for="ch" forName="Child5" refType="h" fact="0.2168"/>
              <dgm:constr type="w" for="ch" forName="Child5" refType="w" fact="0.125"/>
              <dgm:constr type="h" for="ch" forName="Child5" refType="h" fact="0.6962"/>
              <dgm:constr type="l" for="ch" forName="Parent5" refType="w" fact="0.5726"/>
              <dgm:constr type="t" for="ch" forName="Parent5" refType="h" fact="0.0428"/>
              <dgm:constr type="w" for="ch" forName="Parent5" refType="w" fact="0.1432"/>
              <dgm:constr type="h" for="ch" forName="Parent5" refType="h" fact="0.174"/>
              <dgm:constr type="l" for="ch" forName="ChildAccent6" refType="w" fact="0.7147"/>
              <dgm:constr type="t" for="ch" forName="ChildAccent6" refType="h" fact="0.2168"/>
              <dgm:constr type="w" for="ch" forName="ChildAccent6" refType="w" fact="0.1432"/>
              <dgm:constr type="h" for="ch" forName="ChildAccent6" refType="h" fact="0.7397"/>
              <dgm:constr type="l" for="ch" forName="Child6" refType="w" fact="0.7329"/>
              <dgm:constr type="t" for="ch" forName="Child6" refType="h" fact="0.2168"/>
              <dgm:constr type="w" for="ch" forName="Child6" refType="w" fact="0.125"/>
              <dgm:constr type="h" for="ch" forName="Child6" refType="h" fact="0.7397"/>
              <dgm:constr type="l" for="ch" forName="Parent6" refType="w" fact="0.716"/>
              <dgm:constr type="t" for="ch" forName="Parent6" refType="h" fact="0.0217"/>
              <dgm:constr type="w" for="ch" forName="Parent6" refType="w" fact="0.1424"/>
              <dgm:constr type="h" for="ch" forName="Parent6" refType="h" fact="0.1958"/>
              <dgm:constr type="l" for="ch" forName="ChildAccent7" refType="w" fact="0.8568"/>
              <dgm:constr type="t" for="ch" forName="ChildAccent7" refType="h" fact="0.2168"/>
              <dgm:constr type="w" for="ch" forName="ChildAccent7" refType="w" fact="0.1432"/>
              <dgm:constr type="h" for="ch" forName="ChildAccent7" refType="h" fact="0.7832"/>
              <dgm:constr type="l" for="ch" forName="Child7" refType="w" fact="0.875"/>
              <dgm:constr type="t" for="ch" forName="Child7" refType="h" fact="0.2168"/>
              <dgm:constr type="w" for="ch" forName="Child7" refType="w" fact="0.125"/>
              <dgm:constr type="h" for="ch" forName="Child7" refType="h" fact="0.7832"/>
              <dgm:constr type="l" for="ch" forName="Parent7" refType="w" fact="0.8577"/>
              <dgm:constr type="t" for="ch" forName="Parent7" refType="h" fact="0"/>
              <dgm:constr type="w" for="ch" forName="Parent7" refType="w" fact="0.1423"/>
              <dgm:constr type="h" for="ch" forName="Parent7" refType="h" fact="0.2175"/>
            </dgm:constrLst>
          </dgm:else>
        </dgm:choose>
      </dgm:if>
      <dgm:else name="Name11">
        <dgm:choose name="Name12">
          <dgm:if name="Name13"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14"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2" refType="w" fact="0"/>
              <dgm:constr type="t" for="ch" forName="Child2" refType="h" fact="0.1613"/>
              <dgm:constr type="w" for="ch" forName="Child2" refType="w" fact="0.4365"/>
              <dgm:constr type="h" for="ch" forName="Child2" refType="h" fact="0.8387"/>
              <dgm:constr type="l" for="ch" forName="Child1" refType="w" fact="0.5"/>
              <dgm:constr type="t" for="ch" forName="Child1" refType="h" fact="0.1613"/>
              <dgm:constr type="w" for="ch" forName="Child1" refType="w" fact="0.4365"/>
              <dgm:constr type="h" for="ch" forName="Child1" refType="h" fact="0.7742"/>
              <dgm:constr type="l" for="ch" forName="ChildAccent1" refType="w" fact="0.5"/>
              <dgm:constr type="t" for="ch" forName="ChildAccent1" refType="h" fact="0.1613"/>
              <dgm:constr type="w" for="ch" forName="ChildAccent1" refType="w" fact="0.5"/>
              <dgm:constr type="h" for="ch" forName="ChildAccent1" refType="h" fact="0.7742"/>
              <dgm:constr type="l" for="ch" forName="Parent1" refType="w" fact="0.5"/>
              <dgm:constr type="t" for="ch" forName="Parent1" refType="h" fact="0.0323"/>
              <dgm:constr type="w" for="ch" forName="Parent1" refType="w" fact="0.5"/>
              <dgm:constr type="h" for="ch" forName="Parent1" refType="h" fact="0.129"/>
              <dgm:constr type="l" for="ch" forName="ChildAccent2" refType="w" fact="0"/>
              <dgm:constr type="t" for="ch" forName="ChildAccent2" refType="h" fact="0.1613"/>
              <dgm:constr type="w" for="ch" forName="ChildAccent2" refType="w" fact="0.5"/>
              <dgm:constr type="h" for="ch" forName="ChildAccent2" refType="h" fact="0.8387"/>
              <dgm:constr type="l" for="ch" forName="Parent2" refType="w" fact="0"/>
              <dgm:constr type="t" for="ch" forName="Parent2" refType="h" fact="0"/>
              <dgm:constr type="w" for="ch" forName="Parent2" refType="w" fact="0.5"/>
              <dgm:constr type="h" for="ch" forName="Parent2" refType="h" fact="0.1613"/>
            </dgm:constrLst>
          </dgm:if>
          <dgm:if name="Name15"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3" refType="w" fact="0"/>
              <dgm:constr type="t" for="ch" forName="Child3" refType="h" fact="0.1757"/>
              <dgm:constr type="w" for="ch" forName="Child3" refType="w" fact="0.291"/>
              <dgm:constr type="h" for="ch" forName="Child3" refType="h" fact="0.8243"/>
              <dgm:constr type="l" for="ch" forName="Child2" refType="w" fact="0.3333"/>
              <dgm:constr type="t" for="ch" forName="Child2" refType="h" fact="0.1757"/>
              <dgm:constr type="w" for="ch" forName="Child2" refType="w" fact="0.291"/>
              <dgm:constr type="h" for="ch" forName="Child2" refType="h" fact="0.7655"/>
              <dgm:constr type="l" for="ch" forName="Child1" refType="w" fact="0.6667"/>
              <dgm:constr type="t" for="ch" forName="Child1" refType="h" fact="0.1757"/>
              <dgm:constr type="w" for="ch" forName="Child1" refType="w" fact="0.291"/>
              <dgm:constr type="h" for="ch" forName="Child1" refType="h" fact="0.7066"/>
              <dgm:constr type="l" for="ch" forName="ChildAccent1" refType="w" fact="0.6667"/>
              <dgm:constr type="t" for="ch" forName="ChildAccent1" refType="h" fact="0.1757"/>
              <dgm:constr type="w" for="ch" forName="ChildAccent1" refType="w" fact="0.3333"/>
              <dgm:constr type="h" for="ch" forName="ChildAccent1" refType="h" fact="0.7066"/>
              <dgm:constr type="l" for="ch" forName="Parent1" refType="w" fact="0.6667"/>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
              <dgm:constr type="t" for="ch" forName="ChildAccent3" refType="h" fact="0.1757"/>
              <dgm:constr type="w" for="ch" forName="ChildAccent3" refType="w" fact="0.3333"/>
              <dgm:constr type="h" for="ch" forName="ChildAccent3" refType="h" fact="0.8243"/>
              <dgm:constr type="l" for="ch" forName="Parent3" refType="w" fact="0"/>
              <dgm:constr type="t" for="ch" forName="Parent3" refType="h" fact="0"/>
              <dgm:constr type="w" for="ch" forName="Parent3" refType="w" fact="0.3333"/>
              <dgm:constr type="h" for="ch" forName="Parent3" refType="h" fact="0.176"/>
            </dgm:constrLst>
          </dgm:if>
          <dgm:if name="Name16"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4" refType="w" fact="0"/>
              <dgm:constr type="t" for="ch" forName="Child4" refType="h" fact="0.1892"/>
              <dgm:constr type="w" for="ch" forName="Child4" refType="w" fact="0.2183"/>
              <dgm:constr type="h" for="ch" forName="Child4" refType="h" fact="0.8108"/>
              <dgm:constr type="l" for="ch" forName="Child3" refType="w" fact="0.25"/>
              <dgm:constr type="t" for="ch" forName="Child3" refType="h" fact="0.1892"/>
              <dgm:constr type="w" for="ch" forName="Child3" refType="w" fact="0.2183"/>
              <dgm:constr type="h" for="ch" forName="Child3" refType="h" fact="0.7568"/>
              <dgm:constr type="l" for="ch" forName="Child2" refType="w" fact="0.5"/>
              <dgm:constr type="t" for="ch" forName="Child2" refType="h" fact="0.1892"/>
              <dgm:constr type="w" for="ch" forName="Child2" refType="w" fact="0.2183"/>
              <dgm:constr type="h" for="ch" forName="Child2" refType="h" fact="0.7027"/>
              <dgm:constr type="l" for="ch" forName="Child1" refType="w" fact="0.75"/>
              <dgm:constr type="t" for="ch" forName="Child1" refType="h" fact="0.1892"/>
              <dgm:constr type="w" for="ch" forName="Child1" refType="w" fact="0.2183"/>
              <dgm:constr type="h" for="ch" forName="Child1" refType="h" fact="0.6486"/>
              <dgm:constr type="l" for="ch" forName="ChildAccent1" refType="w" fact="0.75"/>
              <dgm:constr type="t" for="ch" forName="ChildAccent1" refType="h" fact="0.1892"/>
              <dgm:constr type="w" for="ch" forName="ChildAccent1" refType="w" fact="0.25"/>
              <dgm:constr type="h" for="ch" forName="ChildAccent1" refType="h" fact="0.6486"/>
              <dgm:constr type="l" for="ch" forName="Parent1" refType="w" fact="0.75"/>
              <dgm:constr type="t" for="ch" forName="Parent1" refType="h" fact="0.0811"/>
              <dgm:constr type="w" for="ch" forName="Parent1" refType="w" fact="0.25"/>
              <dgm:constr type="h" for="ch" forName="Parent1" refType="h" fact="0.1081"/>
              <dgm:constr type="l" for="ch" forName="ChildAccent2" refType="w" fact="0.5"/>
              <dgm:constr type="t" for="ch" forName="ChildAccent2" refType="h" fact="0.1892"/>
              <dgm:constr type="w" for="ch" forName="ChildAccent2" refType="w" fact="0.25"/>
              <dgm:constr type="h" for="ch" forName="ChildAccent2" refType="h" fact="0.7027"/>
              <dgm:constr type="l" for="ch" forName="Parent2" refType="w" fact="0.5"/>
              <dgm:constr type="t" for="ch" forName="Parent2" refType="h" fact="0.0541"/>
              <dgm:constr type="w" for="ch" forName="Parent2" refType="w" fact="0.25"/>
              <dgm:constr type="h" for="ch" forName="Parent2" refType="h" fact="0.1351"/>
              <dgm:constr type="l" for="ch" forName="ChildAccent3" refType="w" fact="0.25"/>
              <dgm:constr type="t" for="ch" forName="ChildAccent3" refType="h" fact="0.1892"/>
              <dgm:constr type="w" for="ch" forName="ChildAccent3" refType="w" fact="0.25"/>
              <dgm:constr type="h" for="ch" forName="ChildAccent3" refType="h" fact="0.7568"/>
              <dgm:constr type="l" for="ch" forName="Parent3" refType="w" fact="0.25"/>
              <dgm:constr type="t" for="ch" forName="Parent3" refType="h" fact="0.0279"/>
              <dgm:constr type="w" for="ch" forName="Parent3" refType="w" fact="0.25"/>
              <dgm:constr type="h" for="ch" forName="Parent3" refType="h" fact="0.161"/>
              <dgm:constr type="l" for="ch" forName="ChildAccent4" refType="w" fact="0"/>
              <dgm:constr type="t" for="ch" forName="ChildAccent4" refType="h" fact="0.1892"/>
              <dgm:constr type="w" for="ch" forName="ChildAccent4" refType="w" fact="0.25"/>
              <dgm:constr type="h" for="ch" forName="ChildAccent4" refType="h" fact="0.8108"/>
              <dgm:constr type="l" for="ch" forName="Parent4" refType="w" fact="0"/>
              <dgm:constr type="t" for="ch" forName="Parent4" refType="h" fact="0"/>
              <dgm:constr type="w" for="ch" forName="Parent4" refType="w" fact="0.25"/>
              <dgm:constr type="h" for="ch" forName="Parent4" refType="h" fact="0.1892"/>
            </dgm:constrLst>
          </dgm:if>
          <dgm:if name="Name17"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5" refType="w" fact="0"/>
              <dgm:constr type="t" for="ch" forName="Child5" refType="h" fact="0.2"/>
              <dgm:constr type="w" for="ch" forName="Child5" refType="w" fact="0.1747"/>
              <dgm:constr type="h" for="ch" forName="Child5" refType="h" fact="0.8"/>
              <dgm:constr type="l" for="ch" forName="Child4" refType="w" fact="0.2001"/>
              <dgm:constr type="t" for="ch" forName="Child4" refType="h" fact="0.2"/>
              <dgm:constr type="w" for="ch" forName="Child4" refType="w" fact="0.1747"/>
              <dgm:constr type="h" for="ch" forName="Child4" refType="h" fact="0.75"/>
              <dgm:constr type="l" for="ch" forName="Child3" refType="w" fact="0.4002"/>
              <dgm:constr type="t" for="ch" forName="Child3" refType="h" fact="0.2"/>
              <dgm:constr type="w" for="ch" forName="Child3" refType="w" fact="0.1747"/>
              <dgm:constr type="h" for="ch" forName="Child3" refType="h" fact="0.7"/>
              <dgm:constr type="l" for="ch" forName="Child2" refType="w" fact="0.6003"/>
              <dgm:constr type="t" for="ch" forName="Child2" refType="h" fact="0.2"/>
              <dgm:constr type="w" for="ch" forName="Child2" refType="w" fact="0.1747"/>
              <dgm:constr type="h" for="ch" forName="Child2" refType="h" fact="0.65"/>
              <dgm:constr type="l" for="ch" forName="Child1" refType="w" fact="0.7999"/>
              <dgm:constr type="t" for="ch" forName="Child1" refType="h" fact="0.2"/>
              <dgm:constr type="w" for="ch" forName="Child1" refType="w" fact="0.1747"/>
              <dgm:constr type="h" for="ch" forName="Child1" refType="h" fact="0.6"/>
              <dgm:constr type="l" for="ch" forName="ChildAccent1" refType="w" fact="0.7999"/>
              <dgm:constr type="t" for="ch" forName="ChildAccent1" refType="h" fact="0.2"/>
              <dgm:constr type="w" for="ch" forName="ChildAccent1" refType="w" fact="0.2001"/>
              <dgm:constr type="h" for="ch" forName="ChildAccent1" refType="h" fact="0.6"/>
              <dgm:constr type="l" for="ch" forName="Parent1" refType="w" fact="0.7999"/>
              <dgm:constr type="t" for="ch" forName="Parent1" refType="h" fact="0.1"/>
              <dgm:constr type="w" for="ch" forName="Parent1" refType="w" fact="0.2001"/>
              <dgm:constr type="h" for="ch" forName="Parent1" refType="h" fact="0.1"/>
              <dgm:constr type="l" for="ch" forName="ChildAccent2" refType="w" fact="0.6003"/>
              <dgm:constr type="t" for="ch" forName="ChildAccent2" refType="h" fact="0.2"/>
              <dgm:constr type="w" for="ch" forName="ChildAccent2" refType="w" fact="0.2001"/>
              <dgm:constr type="h" for="ch" forName="ChildAccent2" refType="h" fact="0.65"/>
              <dgm:constr type="l" for="ch" forName="Parent2" refType="w" fact="0.6003"/>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2001"/>
              <dgm:constr type="t" for="ch" forName="ChildAccent4" refType="h" fact="0.2"/>
              <dgm:constr type="w" for="ch" forName="ChildAccent4" refType="w" fact="0.2001"/>
              <dgm:constr type="h" for="ch" forName="ChildAccent4" refType="h" fact="0.75"/>
              <dgm:constr type="l" for="ch" forName="Parent4" refType="w" fact="0.2001"/>
              <dgm:constr type="t" for="ch" forName="Parent4" refType="h" fact="0.025"/>
              <dgm:constr type="w" for="ch" forName="Parent4" refType="w" fact="0.2001"/>
              <dgm:constr type="h" for="ch" forName="Parent4" refType="h" fact="0.175"/>
              <dgm:constr type="l" for="ch" forName="ChildAccent5" refType="w" fact="0"/>
              <dgm:constr type="t" for="ch" forName="ChildAccent5" refType="h" fact="0.2"/>
              <dgm:constr type="w" for="ch" forName="ChildAccent5" refType="w" fact="0.2001"/>
              <dgm:constr type="h" for="ch" forName="ChildAccent5" refType="h" fact="0.8"/>
              <dgm:constr type="l" for="ch" forName="Parent5" refType="w" fact="0"/>
              <dgm:constr type="t" for="ch" forName="Parent5" refType="h" fact="0"/>
              <dgm:constr type="w" for="ch" forName="Parent5" refType="w" fact="0.2001"/>
              <dgm:constr type="h" for="ch" forName="Parent5" refType="h" fact="0.2"/>
            </dgm:constrLst>
          </dgm:if>
          <dgm:if name="Name18"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6" refType="w" fact="0"/>
              <dgm:constr type="t" for="ch" forName="Child6" refType="h" fact="0.2087"/>
              <dgm:constr type="w" for="ch" forName="Child6" refType="w" fact="0.1458"/>
              <dgm:constr type="h" for="ch" forName="Child6" refType="h" fact="0.7913"/>
              <dgm:constr type="l" for="ch" forName="Child5" refType="w" fact="0.167"/>
              <dgm:constr type="t" for="ch" forName="Child5" refType="h" fact="0.2087"/>
              <dgm:constr type="w" for="ch" forName="Child5" refType="w" fact="0.1458"/>
              <dgm:constr type="h" for="ch" forName="Child5" refType="h" fact="0.7448"/>
              <dgm:constr type="l" for="ch" forName="Child4" refType="w" fact="0.3339"/>
              <dgm:constr type="t" for="ch" forName="Child4" refType="h" fact="0.2087"/>
              <dgm:constr type="w" for="ch" forName="Child4" refType="w" fact="0.1458"/>
              <dgm:constr type="h" for="ch" forName="Child4" refType="h" fact="0.6982"/>
              <dgm:constr type="l" for="ch" forName="Child3" refType="w" fact="0.5009"/>
              <dgm:constr type="t" for="ch" forName="Child3" refType="h" fact="0.2087"/>
              <dgm:constr type="w" for="ch" forName="Child3" refType="w" fact="0.1458"/>
              <dgm:constr type="h" for="ch" forName="Child3" refType="h" fact="0.6517"/>
              <dgm:constr type="l" for="ch" forName="Child2" refType="w" fact="0.6674"/>
              <dgm:constr type="t" for="ch" forName="Child2" refType="h" fact="0.2087"/>
              <dgm:constr type="w" for="ch" forName="Child2" refType="w" fact="0.1458"/>
              <dgm:constr type="h" for="ch" forName="Child2" refType="h" fact="0.6051"/>
              <dgm:constr type="l" for="ch" forName="Child1" refType="w" fact="0.833"/>
              <dgm:constr type="t" for="ch" forName="Child1" refType="h" fact="0.2087"/>
              <dgm:constr type="w" for="ch" forName="Child1" refType="w" fact="0.1458"/>
              <dgm:constr type="h" for="ch" forName="Child1" refType="h" fact="0.5586"/>
              <dgm:constr type="l" for="ch" forName="ChildAccent1" refType="w" fact="0.833"/>
              <dgm:constr type="t" for="ch" forName="ChildAccent1" refType="h" fact="0.2087"/>
              <dgm:constr type="w" for="ch" forName="ChildAccent1" refType="w" fact="0.167"/>
              <dgm:constr type="h" for="ch" forName="ChildAccent1" refType="h" fact="0.5586"/>
              <dgm:constr type="l" for="ch" forName="Parent1" refType="w" fact="0.833"/>
              <dgm:constr type="t" for="ch" forName="Parent1" refType="h" fact="0.1156"/>
              <dgm:constr type="w" for="ch" forName="Parent1" refType="w" fact="0.167"/>
              <dgm:constr type="h" for="ch" forName="Parent1" refType="h" fact="0.0931"/>
              <dgm:constr type="l" for="ch" forName="ChildAccent2" refType="w" fact="0.6674"/>
              <dgm:constr type="t" for="ch" forName="ChildAccent2" refType="h" fact="0.2087"/>
              <dgm:constr type="w" for="ch" forName="ChildAccent2" refType="w" fact="0.167"/>
              <dgm:constr type="h" for="ch" forName="ChildAccent2" refType="h" fact="0.6051"/>
              <dgm:constr type="l" for="ch" forName="Parent2" refType="w" fact="0.6674"/>
              <dgm:constr type="t" for="ch" forName="Parent2" refType="h" fact="0.0923"/>
              <dgm:constr type="w" for="ch" forName="Parent2" refType="w" fact="0.165"/>
              <dgm:constr type="h" for="ch" forName="Parent2" refType="h" fact="0.1164"/>
              <dgm:constr type="l" for="ch" forName="ChildAccent3" refType="w" fact="0.5009"/>
              <dgm:constr type="t" for="ch" forName="ChildAccent3" refType="h" fact="0.2087"/>
              <dgm:constr type="w" for="ch" forName="ChildAccent3" refType="w" fact="0.167"/>
              <dgm:constr type="h" for="ch" forName="ChildAccent3" refType="h" fact="0.6517"/>
              <dgm:constr type="l" for="ch" forName="Parent3" refType="w" fact="0.5009"/>
              <dgm:constr type="t" for="ch" forName="Parent3" refType="h" fact="0.0698"/>
              <dgm:constr type="w" for="ch" forName="Parent3" refType="w" fact="0.166"/>
              <dgm:constr type="h" for="ch" forName="Parent3" refType="h" fact="0.1396"/>
              <dgm:constr type="l" for="ch" forName="ChildAccent4" refType="w" fact="0.3339"/>
              <dgm:constr type="t" for="ch" forName="ChildAccent4" refType="h" fact="0.2087"/>
              <dgm:constr type="w" for="ch" forName="ChildAccent4" refType="w" fact="0.167"/>
              <dgm:constr type="h" for="ch" forName="ChildAccent4" refType="h" fact="0.6982"/>
              <dgm:constr type="l" for="ch" forName="Parent4" refType="w" fact="0.3339"/>
              <dgm:constr type="t" for="ch" forName="Parent4" refType="h" fact="0.0458"/>
              <dgm:constr type="w" for="ch" forName="Parent4" refType="w" fact="0.167"/>
              <dgm:constr type="h" for="ch" forName="Parent4" refType="h" fact="0.1629"/>
              <dgm:constr type="l" for="ch" forName="ChildAccent5" refType="w" fact="0.167"/>
              <dgm:constr type="t" for="ch" forName="ChildAccent5" refType="h" fact="0.2087"/>
              <dgm:constr type="w" for="ch" forName="ChildAccent5" refType="w" fact="0.167"/>
              <dgm:constr type="h" for="ch" forName="ChildAccent5" refType="h" fact="0.7448"/>
              <dgm:constr type="l" for="ch" forName="Parent5" refType="w" fact="0.167"/>
              <dgm:constr type="t" for="ch" forName="Parent5" refType="h" fact="0.0225"/>
              <dgm:constr type="w" for="ch" forName="Parent5" refType="w" fact="0.167"/>
              <dgm:constr type="h" for="ch" forName="Parent5" refType="h" fact="0.1862"/>
              <dgm:constr type="l" for="ch" forName="ChildAccent6" refType="w" fact="0"/>
              <dgm:constr type="t" for="ch" forName="ChildAccent6" refType="h" fact="0.2087"/>
              <dgm:constr type="w" for="ch" forName="ChildAccent6" refType="w" fact="0.167"/>
              <dgm:constr type="h" for="ch" forName="ChildAccent6" refType="h" fact="0.7913"/>
              <dgm:constr type="l" for="ch" forName="Parent6" refType="w" fact="0"/>
              <dgm:constr type="t" for="ch" forName="Parent6" refType="h" fact="0"/>
              <dgm:constr type="w" for="ch" forName="Parent6" refType="w" fact="0.167"/>
              <dgm:constr type="h" for="ch" forName="Parent6" refType="h" fact="0.2095"/>
            </dgm:constrLst>
          </dgm:if>
          <dgm:else name="Name19">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7" refType="w" fact="0"/>
              <dgm:constr type="t" for="ch" forName="Child7" refType="h" fact="0.2168"/>
              <dgm:constr type="w" for="ch" forName="Child7" refType="w" fact="0.125"/>
              <dgm:constr type="h" for="ch" forName="Child7" refType="h" fact="0.7832"/>
              <dgm:constr type="l" for="ch" forName="Child6" refType="w" fact="0.1432"/>
              <dgm:constr type="t" for="ch" forName="Child6" refType="h" fact="0.2168"/>
              <dgm:constr type="w" for="ch" forName="Child6" refType="w" fact="0.125"/>
              <dgm:constr type="h" for="ch" forName="Child6" refType="h" fact="0.7397"/>
              <dgm:constr type="l" for="ch" forName="Child5" refType="w" fact="0.2865"/>
              <dgm:constr type="t" for="ch" forName="Child5" refType="h" fact="0.2168"/>
              <dgm:constr type="w" for="ch" forName="Child5" refType="w" fact="0.125"/>
              <dgm:constr type="h" for="ch" forName="Child5" refType="h" fact="0.6962"/>
              <dgm:constr type="l" for="ch" forName="Child4" refType="w" fact="0.4297"/>
              <dgm:constr type="t" for="ch" forName="Child4" refType="h" fact="0.2168"/>
              <dgm:constr type="w" for="ch" forName="Child4" refType="w" fact="0.125"/>
              <dgm:constr type="h" for="ch" forName="Child4" refType="h" fact="0.6526"/>
              <dgm:constr type="l" for="ch" forName="Child3" refType="w" fact="0.5726"/>
              <dgm:constr type="t" for="ch" forName="Child3" refType="h" fact="0.2168"/>
              <dgm:constr type="w" for="ch" forName="Child3" refType="w" fact="0.125"/>
              <dgm:constr type="h" for="ch" forName="Child3" refType="h" fact="0.6091"/>
              <dgm:constr type="l" for="ch" forName="Child2" refType="w" fact="0.7147"/>
              <dgm:constr type="t" for="ch" forName="Child2" refType="h" fact="0.2168"/>
              <dgm:constr type="w" for="ch" forName="Child2" refType="w" fact="0.125"/>
              <dgm:constr type="h" for="ch" forName="Child2" refType="h" fact="0.5656"/>
              <dgm:constr type="l" for="ch" forName="Child1" refType="w" fact="0.8568"/>
              <dgm:constr type="t" for="ch" forName="Child1" refType="h" fact="0.2168"/>
              <dgm:constr type="w" for="ch" forName="Child1" refType="w" fact="0.125"/>
              <dgm:constr type="h" for="ch" forName="Child1" refType="h" fact="0.5221"/>
              <dgm:constr type="l" for="ch" forName="ChildAccent1" refType="w" fact="0.8568"/>
              <dgm:constr type="t" for="ch" forName="ChildAccent1" refType="h" fact="0.2168"/>
              <dgm:constr type="w" for="ch" forName="ChildAccent1" refType="w" fact="0.1432"/>
              <dgm:constr type="h" for="ch" forName="ChildAccent1" refType="h" fact="0.5221"/>
              <dgm:constr type="l" for="ch" forName="Parent1" refType="w" fact="0.8568"/>
              <dgm:constr type="t" for="ch" forName="Parent1" refType="h" fact="0.1298"/>
              <dgm:constr type="w" for="ch" forName="Parent1" refType="w" fact="0.1432"/>
              <dgm:constr type="h" for="ch" forName="Parent1" refType="h" fact="0.087"/>
              <dgm:constr type="l" for="ch" forName="ChildAccent2" refType="w" fact="0.7147"/>
              <dgm:constr type="t" for="ch" forName="ChildAccent2" refType="h" fact="0.2168"/>
              <dgm:constr type="w" for="ch" forName="ChildAccent2" refType="w" fact="0.1432"/>
              <dgm:constr type="h" for="ch" forName="ChildAccent2" refType="h" fact="0.5656"/>
              <dgm:constr type="l" for="ch" forName="Parent2" refType="w" fact="0.7147"/>
              <dgm:constr type="t" for="ch" forName="Parent2" refType="h" fact="0.108"/>
              <dgm:constr type="w" for="ch" forName="Parent2" refType="w" fact="0.1425"/>
              <dgm:constr type="h" for="ch" forName="Parent2" refType="h" fact="0.1088"/>
              <dgm:constr type="l" for="ch" forName="ChildAccent3" refType="w" fact="0.5726"/>
              <dgm:constr type="t" for="ch" forName="ChildAccent3" refType="h" fact="0.2168"/>
              <dgm:constr type="w" for="ch" forName="ChildAccent3" refType="w" fact="0.1432"/>
              <dgm:constr type="h" for="ch" forName="ChildAccent3" refType="h" fact="0.6091"/>
              <dgm:constr type="l" for="ch" forName="Parent3" refType="w" fact="0.5726"/>
              <dgm:constr type="t" for="ch" forName="Parent3" refType="h" fact="0.087"/>
              <dgm:constr type="w" for="ch" forName="Parent3" refType="w" fact="0.14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2865"/>
              <dgm:constr type="t" for="ch" forName="ChildAccent5" refType="h" fact="0.2168"/>
              <dgm:constr type="w" for="ch" forName="ChildAccent5" refType="w" fact="0.1432"/>
              <dgm:constr type="h" for="ch" forName="ChildAccent5" refType="h" fact="0.6962"/>
              <dgm:constr type="l" for="ch" forName="Parent5" refType="w" fact="0.2865"/>
              <dgm:constr type="t" for="ch" forName="Parent5" refType="h" fact="0.0428"/>
              <dgm:constr type="w" for="ch" forName="Parent5" refType="w" fact="0.1432"/>
              <dgm:constr type="h" for="ch" forName="Parent5" refType="h" fact="0.174"/>
              <dgm:constr type="l" for="ch" forName="ChildAccent6" refType="w" fact="0.1432"/>
              <dgm:constr type="t" for="ch" forName="ChildAccent6" refType="h" fact="0.2168"/>
              <dgm:constr type="w" for="ch" forName="ChildAccent6" refType="w" fact="0.1432"/>
              <dgm:constr type="h" for="ch" forName="ChildAccent6" refType="h" fact="0.7397"/>
              <dgm:constr type="l" for="ch" forName="Parent6" refType="w" fact="0.1432"/>
              <dgm:constr type="t" for="ch" forName="Parent6" refType="h" fact="0.0217"/>
              <dgm:constr type="w" for="ch" forName="Parent6" refType="w" fact="0.1432"/>
              <dgm:constr type="h" for="ch" forName="Parent6" refType="h" fact="0.1958"/>
              <dgm:constr type="l" for="ch" forName="ChildAccent7" refType="w" fact="0"/>
              <dgm:constr type="t" for="ch" forName="ChildAccent7" refType="h" fact="0.2168"/>
              <dgm:constr type="w" for="ch" forName="ChildAccent7" refType="w" fact="0.1432"/>
              <dgm:constr type="h" for="ch" forName="ChildAccent7" refType="h" fact="0.7832"/>
              <dgm:constr type="l" for="ch" forName="Parent7" refType="w" fact="0"/>
              <dgm:constr type="t" for="ch" forName="Parent7" refType="h" fact="0"/>
              <dgm:constr type="w" for="ch" forName="Parent7" refType="w" fact="0.1432"/>
              <dgm:constr type="h" for="ch" forName="Parent7" refType="h" fact="0.2175"/>
            </dgm:constrLst>
          </dgm:else>
        </dgm:choose>
      </dgm:else>
    </dgm:choose>
    <dgm:forEach name="wrapper" axis="self" ptType="parTrans">
      <dgm:forEach name="accentRepeat" axis="self">
        <dgm:layoutNode name="ChildAccent" styleLbl="alignImgPlace1">
          <dgm:alg type="sp"/>
          <dgm:choose name="Name20">
            <dgm:if name="Name21" axis="followSib" ptType="node" func="cnt" op="equ" val="0">
              <dgm:shape xmlns:r="http://schemas.openxmlformats.org/officeDocument/2006/relationships" type="wedgeRectCallout" r:blip="">
                <dgm:adjLst>
                  <dgm:adj idx="1" val="0"/>
                  <dgm:adj idx="2" val="0"/>
                </dgm:adjLst>
              </dgm:shape>
            </dgm:if>
            <dgm:else name="Name22">
              <dgm:choose name="Name23">
                <dgm:if name="Name24" axis="precedSib" ptType="node" func="cnt" op="equ" val="6">
                  <dgm:shape xmlns:r="http://schemas.openxmlformats.org/officeDocument/2006/relationships" type="wedgeRectCallout" r:blip="">
                    <dgm:adjLst>
                      <dgm:adj idx="1" val="0"/>
                      <dgm:adj idx="2" val="0"/>
                    </dgm:adjLst>
                  </dgm:shape>
                </dgm:if>
                <dgm:else name="Name25">
                  <dgm:choose name="Name26">
                    <dgm:if name="Name27" func="var" arg="dir" op="equ" val="norm">
                      <dgm:shape xmlns:r="http://schemas.openxmlformats.org/officeDocument/2006/relationships" type="wedgeRectCallout" r:blip="">
                        <dgm:adjLst>
                          <dgm:adj idx="1" val="0.625"/>
                          <dgm:adj idx="2" val="0.2083"/>
                        </dgm:adjLst>
                      </dgm:shape>
                    </dgm:if>
                    <dgm:else name="Name28">
                      <dgm:shape xmlns:r="http://schemas.openxmlformats.org/officeDocument/2006/relationships" type="wedgeRectCallout" r:blip="">
                        <dgm:adjLst>
                          <dgm:adj idx="1" val="-0.625"/>
                          <dgm:adj idx="2" val="0.2083"/>
                        </dgm:adjLst>
                      </dgm:shape>
                    </dgm:else>
                  </dgm:choose>
                </dgm:else>
              </dgm:choose>
            </dgm:else>
          </dgm:choose>
          <dgm:presOf axis="des" ptType="node"/>
        </dgm:layoutNode>
      </dgm:forEach>
    </dgm:forEach>
    <dgm:forEach name="Name29" axis="ch" ptType="node" st="7" cnt="1">
      <dgm:layoutNode name="ChildAccent7">
        <dgm:alg type="sp"/>
        <dgm:shape xmlns:r="http://schemas.openxmlformats.org/officeDocument/2006/relationships" r:blip="">
          <dgm:adjLst/>
        </dgm:shape>
        <dgm:presOf/>
        <dgm:constrLst/>
        <dgm:forEach name="Name30" ref="accentRepeat"/>
      </dgm:layoutNode>
      <dgm:layoutNode name="Child7" styleLbl="revTx">
        <dgm:varLst>
          <dgm:chMax val="0"/>
          <dgm:chPref val="0"/>
          <dgm:bulletEnabled val="1"/>
        </dgm:varLst>
        <dgm:choose name="Name31">
          <dgm:if name="Name32" func="var" arg="dir" op="equ" val="norm">
            <dgm:alg type="tx">
              <dgm:param type="parTxLTRAlign" val="r"/>
              <dgm:param type="shpTxLTRAlignCh" val="r"/>
              <dgm:param type="txAnchorVert" val="t"/>
            </dgm:alg>
          </dgm:if>
          <dgm:else name="Name3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7"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4" axis="ch" ptType="node" st="6" cnt="1">
      <dgm:layoutNode name="ChildAccent6">
        <dgm:alg type="sp"/>
        <dgm:shape xmlns:r="http://schemas.openxmlformats.org/officeDocument/2006/relationships" r:blip="">
          <dgm:adjLst/>
        </dgm:shape>
        <dgm:presOf/>
        <dgm:constrLst/>
        <dgm:forEach name="Name35" ref="accentRepeat"/>
      </dgm:layoutNode>
      <dgm:layoutNode name="Child6" styleLbl="revTx">
        <dgm:varLst>
          <dgm:chMax val="0"/>
          <dgm:chPref val="0"/>
          <dgm:bulletEnabled val="1"/>
        </dgm:varLst>
        <dgm:choose name="Name36">
          <dgm:if name="Name37" func="var" arg="dir" op="equ" val="norm">
            <dgm:alg type="tx">
              <dgm:param type="parTxLTRAlign" val="r"/>
              <dgm:param type="shpTxLTRAlignCh" val="r"/>
              <dgm:param type="txAnchorVert" val="t"/>
            </dgm:alg>
          </dgm:if>
          <dgm:else name="Name3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6"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9" axis="ch" ptType="node" st="5" cnt="1">
      <dgm:layoutNode name="ChildAccent5">
        <dgm:alg type="sp"/>
        <dgm:shape xmlns:r="http://schemas.openxmlformats.org/officeDocument/2006/relationships" r:blip="">
          <dgm:adjLst/>
        </dgm:shape>
        <dgm:presOf/>
        <dgm:constrLst/>
        <dgm:forEach name="Name40" ref="accentRepeat"/>
      </dgm:layoutNode>
      <dgm:layoutNode name="Child5" styleLbl="revTx">
        <dgm:varLst>
          <dgm:chMax val="0"/>
          <dgm:chPref val="0"/>
          <dgm:bulletEnabled val="1"/>
        </dgm:varLst>
        <dgm:choose name="Name41">
          <dgm:if name="Name42" func="var" arg="dir" op="equ" val="norm">
            <dgm:alg type="tx">
              <dgm:param type="parTxLTRAlign" val="r"/>
              <dgm:param type="shpTxLTRAlignCh" val="r"/>
              <dgm:param type="txAnchorVert" val="t"/>
            </dgm:alg>
          </dgm:if>
          <dgm:else name="Name4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5"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4" axis="ch" ptType="node" st="4" cnt="1">
      <dgm:layoutNode name="ChildAccent4">
        <dgm:alg type="sp"/>
        <dgm:shape xmlns:r="http://schemas.openxmlformats.org/officeDocument/2006/relationships" r:blip="">
          <dgm:adjLst/>
        </dgm:shape>
        <dgm:presOf/>
        <dgm:constrLst/>
        <dgm:forEach name="Name45" ref="accentRepeat"/>
      </dgm:layoutNode>
      <dgm:layoutNode name="Child4" styleLbl="revTx">
        <dgm:varLst>
          <dgm:chMax val="0"/>
          <dgm:chPref val="0"/>
          <dgm:bulletEnabled val="1"/>
        </dgm:varLst>
        <dgm:choose name="Name46">
          <dgm:if name="Name47" func="var" arg="dir" op="equ" val="norm">
            <dgm:alg type="tx">
              <dgm:param type="parTxLTRAlign" val="r"/>
              <dgm:param type="shpTxLTRAlignCh" val="r"/>
              <dgm:param type="txAnchorVert" val="t"/>
            </dgm:alg>
          </dgm:if>
          <dgm:else name="Name4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4"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9" axis="ch" ptType="node" st="3" cnt="1">
      <dgm:layoutNode name="ChildAccent3">
        <dgm:alg type="sp"/>
        <dgm:shape xmlns:r="http://schemas.openxmlformats.org/officeDocument/2006/relationships" r:blip="">
          <dgm:adjLst/>
        </dgm:shape>
        <dgm:presOf/>
        <dgm:constrLst/>
        <dgm:forEach name="Name50" ref="accentRepeat"/>
      </dgm:layoutNode>
      <dgm:layoutNode name="Child3" styleLbl="revTx">
        <dgm:varLst>
          <dgm:chMax val="0"/>
          <dgm:chPref val="0"/>
          <dgm:bulletEnabled val="1"/>
        </dgm:varLst>
        <dgm:choose name="Name51">
          <dgm:if name="Name52" func="var" arg="dir" op="equ" val="norm">
            <dgm:alg type="tx">
              <dgm:param type="parTxLTRAlign" val="r"/>
              <dgm:param type="shpTxLTRAlignCh" val="r"/>
              <dgm:param type="txAnchorVert" val="t"/>
            </dgm:alg>
          </dgm:if>
          <dgm:else name="Name5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3"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4" axis="ch" ptType="node" st="2" cnt="1">
      <dgm:layoutNode name="ChildAccent2">
        <dgm:alg type="sp"/>
        <dgm:shape xmlns:r="http://schemas.openxmlformats.org/officeDocument/2006/relationships" r:blip="">
          <dgm:adjLst/>
        </dgm:shape>
        <dgm:presOf/>
        <dgm:constrLst/>
        <dgm:forEach name="Name55" ref="accentRepeat"/>
      </dgm:layoutNode>
      <dgm:layoutNode name="Child2" styleLbl="revTx">
        <dgm:varLst>
          <dgm:chMax val="0"/>
          <dgm:chPref val="0"/>
          <dgm:bulletEnabled val="1"/>
        </dgm:varLst>
        <dgm:choose name="Name56">
          <dgm:if name="Name57" func="var" arg="dir" op="equ" val="norm">
            <dgm:alg type="tx">
              <dgm:param type="parTxLTRAlign" val="r"/>
              <dgm:param type="shpTxLTRAlignCh" val="r"/>
              <dgm:param type="txAnchorVert" val="t"/>
            </dgm:alg>
          </dgm:if>
          <dgm:else name="Name5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2"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9" axis="ch" ptType="node" cnt="1">
      <dgm:layoutNode name="ChildAccent1">
        <dgm:alg type="sp"/>
        <dgm:shape xmlns:r="http://schemas.openxmlformats.org/officeDocument/2006/relationships" r:blip="">
          <dgm:adjLst/>
        </dgm:shape>
        <dgm:presOf/>
        <dgm:constrLst/>
        <dgm:forEach name="Name60" ref="accentRepeat"/>
      </dgm:layoutNode>
      <dgm:layoutNode name="Child1" styleLbl="revTx">
        <dgm:varLst>
          <dgm:chMax val="0"/>
          <dgm:chPref val="0"/>
          <dgm:bulletEnabled val="1"/>
        </dgm:varLst>
        <dgm:choose name="Name61">
          <dgm:if name="Name62" func="var" arg="dir" op="equ" val="norm">
            <dgm:alg type="tx">
              <dgm:param type="parTxLTRAlign" val="r"/>
              <dgm:param type="shpTxLTRAlignCh" val="r"/>
              <dgm:param type="txAnchorVert" val="t"/>
            </dgm:alg>
          </dgm:if>
          <dgm:else name="Name6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1"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layoutNode>
</dgm:layoutDef>
</file>

<file path=ppt/diagrams/layout53.xml><?xml version="1.0" encoding="utf-8"?>
<dgm:layoutDef xmlns:dgm="http://schemas.openxmlformats.org/drawingml/2006/diagram" xmlns:a="http://schemas.openxmlformats.org/drawingml/2006/main" uniqueId="urn:microsoft.com/office/officeart/2005/8/layout/hProcess3">
  <dgm:title val=""/>
  <dgm:desc val=""/>
  <dgm:catLst>
    <dgm:cat type="process" pri="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chOrder="t">
    <dgm:varLst>
      <dgm:dir/>
      <dgm:animLvl val="lvl"/>
      <dgm:resizeHandles val="exact"/>
    </dgm:varLst>
    <dgm:alg type="composite"/>
    <dgm:shape xmlns:r="http://schemas.openxmlformats.org/officeDocument/2006/relationships" r:blip="">
      <dgm:adjLst/>
    </dgm:shape>
    <dgm:presOf/>
    <dgm:constrLst>
      <dgm:constr type="w" for="ch" forName="dummy" refType="w"/>
      <dgm:constr type="h" for="ch" forName="dummy" refType="h"/>
      <dgm:constr type="h" for="ch" forName="dummy" refType="w" refFor="ch" refForName="dummy" op="lte" fact="0.4"/>
      <dgm:constr type="ctrX" for="ch" forName="dummy" refType="w" fact="0.5"/>
      <dgm:constr type="ctrY" for="ch" forName="dummy" refType="h" fact="0.5"/>
      <dgm:constr type="w" for="ch" forName="linH" refType="w"/>
      <dgm:constr type="h" for="ch" forName="linH" refType="h"/>
      <dgm:constr type="ctrX" for="ch" forName="linH" refType="w" fact="0.5"/>
      <dgm:constr type="ctrY" for="ch" forName="linH" refType="h" fact="0.5"/>
      <dgm:constr type="userP" for="ch" forName="linH" refType="h" refFor="ch" refForName="dummy" fact="0.25"/>
      <dgm:constr type="userT" for="des" forName="parTx" refType="w" refFor="ch" refForName="dummy" fact="0.2"/>
    </dgm:constrLst>
    <dgm:ruleLst/>
    <dgm:layoutNode name="dummy">
      <dgm:alg type="sp"/>
      <dgm:shape xmlns:r="http://schemas.openxmlformats.org/officeDocument/2006/relationships" r:blip="">
        <dgm:adjLst/>
      </dgm:shape>
      <dgm:presOf/>
      <dgm:constrLst/>
      <dgm:ruleLst/>
    </dgm:layoutNode>
    <dgm:layoutNode name="linH">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primFontSz" for="des" forName="parTx" val="65"/>
        <dgm:constr type="primFontSz" for="des" forName="desTx" refType="primFontSz" refFor="des" refForName="parTx" op="equ"/>
        <dgm:constr type="h" for="des" forName="parTx" refType="primFontSz" refFor="des" refForName="parTx"/>
        <dgm:constr type="h" for="des" forName="desTx" refType="primFontSz" refFor="des" refForName="parTx" fact="0.5"/>
        <dgm:constr type="h" for="des" forName="parTx" op="equ"/>
        <dgm:constr type="h" for="des" forName="desTx" op="equ"/>
        <dgm:constr type="h" for="ch" forName="backgroundArrow" refType="primFontSz" refFor="des" refForName="parTx" fact="2"/>
        <dgm:constr type="h" for="ch" forName="backgroundArrow" refType="h" refFor="des" refForName="parTx" op="lte" fact="2"/>
        <dgm:constr type="h" for="ch" forName="backgroundArrow" refType="h" refFor="des" refForName="parTx" op="gte" fact="2"/>
        <dgm:constr type="h" for="des" forName="spVertical1" refType="primFontSz" refFor="des" refForName="parTx" fact="0.5"/>
        <dgm:constr type="h" for="des" forName="spVertical1" refType="h" refFor="des" refForName="parTx" op="lte" fact="0.5"/>
        <dgm:constr type="h" for="des" forName="spVertical1" refType="h" refFor="des" refForName="parTx" op="gte" fact="0.5"/>
        <dgm:constr type="h" for="des" forName="spVertical2" refType="primFontSz" refFor="des" refForName="parTx" fact="0.5"/>
        <dgm:constr type="h" for="des" forName="spVertical2" refType="h" refFor="des" refForName="parTx" op="lte" fact="0.5"/>
        <dgm:constr type="h" for="des" forName="spVertical2" refType="h" refFor="des" refForName="parTx" op="gte" fact="0.5"/>
        <dgm:constr type="h" for="des" forName="spVertical3" refType="primFontSz" refFor="des" refForName="parTx" fact="-0.4"/>
        <dgm:constr type="h" for="des" forName="spVertical3" refType="h" refFor="des" refForName="parTx" op="lte" fact="-0.4"/>
        <dgm:constr type="h" for="des" forName="spVertical3" refType="h" refFor="des" refForName="parTx" op="gte" fact="-0.4"/>
        <dgm:constr type="w" for="ch" forName="backgroundArrow" refType="w"/>
        <dgm:constr type="w" for="ch" forName="negArrow" refType="w" fact="-1"/>
        <dgm:constr type="w" for="ch" forName="linV" refType="w"/>
        <dgm:constr type="w" for="ch" forName="space" refType="w" refFor="ch" refForName="linV" fact="0.2"/>
        <dgm:constr type="w" for="ch" forName="padding1" refType="w" fact="0.08"/>
        <dgm:constr type="userP"/>
        <dgm:constr type="w" for="ch" forName="padding2" refType="userP"/>
      </dgm:constrLst>
      <dgm:ruleLst>
        <dgm:rule type="w" for="ch" forName="linV" val="0" fact="NaN" max="NaN"/>
        <dgm:rule type="primFontSz" for="des" forName="parTx" val="5" fact="NaN" max="NaN"/>
      </dgm:ruleLst>
      <dgm:layoutNode name="padding1">
        <dgm:alg type="sp"/>
        <dgm:shape xmlns:r="http://schemas.openxmlformats.org/officeDocument/2006/relationships" r:blip="">
          <dgm:adjLst/>
        </dgm:shape>
        <dgm:presOf/>
        <dgm:constrLst/>
        <dgm:ruleLst/>
      </dgm:layoutNode>
      <dgm:forEach name="Name4" axis="ch" ptType="node">
        <dgm:layoutNode name="linV">
          <dgm:alg type="lin">
            <dgm:param type="linDir" val="fromT"/>
          </dgm:alg>
          <dgm:shape xmlns:r="http://schemas.openxmlformats.org/officeDocument/2006/relationships" r:blip="">
            <dgm:adjLst/>
          </dgm:shape>
          <dgm:presOf/>
          <dgm:constrLst>
            <dgm:constr type="w" for="ch" forName="spVertical1" refType="w"/>
            <dgm:constr type="w" for="ch" forName="parTx" refType="w"/>
            <dgm:constr type="w" for="ch" forName="spVertical2" refType="w"/>
            <dgm:constr type="w" for="ch" forName="spVertical3" refType="w"/>
            <dgm:constr type="w" for="ch" forName="desTx" refType="w"/>
          </dgm:constrLst>
          <dgm:ruleLst/>
          <dgm:layoutNode name="spVertical1">
            <dgm:alg type="sp"/>
            <dgm:shape xmlns:r="http://schemas.openxmlformats.org/officeDocument/2006/relationships" r:blip="">
              <dgm:adjLst/>
            </dgm:shape>
            <dgm:presOf/>
            <dgm:constrLst/>
            <dgm:ruleLst/>
          </dgm:layoutNode>
          <dgm:layoutNode name="parTx" styleLbl="revTx">
            <dgm:varLst>
              <dgm:chMax val="0"/>
              <dgm:chPref val="0"/>
              <dgm:bulletEnabled val="1"/>
            </dgm:varLst>
            <dgm:choose name="Name5">
              <dgm:if name="Name6" axis="root des" ptType="all node" func="maxDepth" op="gt" val="1">
                <dgm:alg type="tx">
                  <dgm:param type="parTxLTRAlign" val="l"/>
                  <dgm:param type="parTxRTLAlign" val="r"/>
                </dgm:alg>
              </dgm:if>
              <dgm:else name="Name7">
                <dgm:alg type="tx">
                  <dgm:param type="parTxLTRAlign" val="ctr"/>
                  <dgm:param type="parTxRTLAlign" val="ctr"/>
                </dgm:alg>
              </dgm:else>
            </dgm:choose>
            <dgm:shape xmlns:r="http://schemas.openxmlformats.org/officeDocument/2006/relationships" type="rect" r:blip="">
              <dgm:adjLst/>
            </dgm:shape>
            <dgm:presOf axis="self" ptType="node"/>
            <dgm:choose name="Name8">
              <dgm:if name="Name9" func="var" arg="dir" op="equ" val="norm">
                <dgm:constrLst>
                  <dgm:constr type="userT"/>
                  <dgm:constr type="h" refType="userT" op="lte"/>
                  <dgm:constr type="tMarg" refType="primFontSz" fact="0.8"/>
                  <dgm:constr type="bMarg" refType="tMarg"/>
                  <dgm:constr type="lMarg"/>
                  <dgm:constr type="rMarg"/>
                </dgm:constrLst>
              </dgm:if>
              <dgm:else name="Name10">
                <dgm:constrLst>
                  <dgm:constr type="userT"/>
                  <dgm:constr type="h" refType="userT" op="lte"/>
                  <dgm:constr type="tMarg" refType="primFontSz" fact="0.8"/>
                  <dgm:constr type="bMarg" refType="tMarg"/>
                  <dgm:constr type="lMarg"/>
                  <dgm:constr type="rMarg"/>
                </dgm:constrLst>
              </dgm:else>
            </dgm:choose>
            <dgm:ruleLst>
              <dgm:rule type="h" val="INF" fact="NaN" max="NaN"/>
            </dgm:ruleLst>
          </dgm:layoutNode>
          <dgm:layoutNode name="spVertical2">
            <dgm:alg type="sp"/>
            <dgm:shape xmlns:r="http://schemas.openxmlformats.org/officeDocument/2006/relationships" r:blip="">
              <dgm:adjLst/>
            </dgm:shape>
            <dgm:presOf/>
            <dgm:constrLst/>
            <dgm:ruleLst/>
          </dgm:layoutNode>
          <dgm:layoutNode name="spVertical3">
            <dgm:alg type="sp"/>
            <dgm:shape xmlns:r="http://schemas.openxmlformats.org/officeDocument/2006/relationships" r:blip="">
              <dgm:adjLst/>
            </dgm:shape>
            <dgm:presOf/>
            <dgm:constrLst/>
            <dgm:ruleLst/>
          </dgm:layoutNode>
          <dgm:choose name="Name11">
            <dgm:if name="Name12" axis="ch" ptType="node" func="cnt" op="gte" val="1">
              <dgm:layoutNode name="desTx" styleLbl="revTx">
                <dgm:varLst>
                  <dgm:bulletEnabled val="1"/>
                </dgm:varLst>
                <dgm:alg type="tx">
                  <dgm:param type="stBulletLvl" val="1"/>
                </dgm:alg>
                <dgm:shape xmlns:r="http://schemas.openxmlformats.org/officeDocument/2006/relationships" type="rect" r:blip="">
                  <dgm:adjLst/>
                </dgm:shape>
                <dgm:presOf axis="des" ptType="node"/>
                <dgm:constrLst>
                  <dgm:constr type="tMarg"/>
                  <dgm:constr type="bMarg"/>
                  <dgm:constr type="rMarg"/>
                  <dgm:constr type="lMarg"/>
                </dgm:constrLst>
                <dgm:ruleLst>
                  <dgm:rule type="h" val="INF" fact="NaN" max="NaN"/>
                </dgm:ruleLst>
              </dgm:layoutNode>
            </dgm:if>
            <dgm:else name="Name13"/>
          </dgm:choose>
        </dgm:layoutNod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name="padding2">
        <dgm:alg type="sp"/>
        <dgm:shape xmlns:r="http://schemas.openxmlformats.org/officeDocument/2006/relationships" r:blip="">
          <dgm:adjLst/>
        </dgm:shape>
        <dgm:presOf/>
        <dgm:constrLst/>
        <dgm:ruleLst/>
      </dgm:layoutNode>
      <dgm:layoutNode name="negArrow">
        <dgm:alg type="sp"/>
        <dgm:shape xmlns:r="http://schemas.openxmlformats.org/officeDocument/2006/relationships" r:blip="">
          <dgm:adjLst/>
        </dgm:shape>
        <dgm:presOf/>
        <dgm:constrLst/>
        <dgm:ruleLst/>
      </dgm:layoutNode>
      <dgm:layoutNode name="backgroundArrow" styleLbl="node1">
        <dgm:alg type="sp"/>
        <dgm:choose name="Name15">
          <dgm:if name="Name16" func="var" arg="dir" op="equ" val="norm">
            <dgm:shape xmlns:r="http://schemas.openxmlformats.org/officeDocument/2006/relationships" type="rightArrow" r:blip="">
              <dgm:adjLst/>
            </dgm:shape>
          </dgm:if>
          <dgm:else name="Name17">
            <dgm:shape xmlns:r="http://schemas.openxmlformats.org/officeDocument/2006/relationships" type="leftArrow" r:blip="">
              <dgm:adjLst/>
            </dgm:shape>
          </dgm:else>
        </dgm:choose>
        <dgm:presOf/>
        <dgm:constrLst/>
        <dgm:ruleLst/>
      </dgm:layoutNode>
    </dgm:layoutNode>
  </dgm:layoutNode>
</dgm:layoutDef>
</file>

<file path=ppt/diagrams/layout54.xml><?xml version="1.0" encoding="utf-8"?>
<dgm:layoutDef xmlns:dgm="http://schemas.openxmlformats.org/drawingml/2006/diagram" xmlns:a="http://schemas.openxmlformats.org/drawingml/2006/main" uniqueId="urn:microsoft.com/office/officeart/2011/layout/ConvergingText">
  <dgm:title val="Converging Text"/>
  <dgm:desc val="Use to show multiple steps or parts that merge into a whole. Limited to one Level 1 shape that contains text and a maximum of five Level 2 shapes."/>
  <dgm:catLst>
    <dgm:cat type="process" pri="6500"/>
    <dgm:cat type="officeonline" pri="5000"/>
  </dgm:catLst>
  <dgm:samp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sampData>
  <dgm:style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styleData>
  <dgm:clr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clrData>
  <dgm:layoutNode name="Name0">
    <dgm:varLst>
      <dgm:chMax/>
      <dgm:chPref val="1"/>
      <dgm:dir/>
      <dgm:animOne val="branch"/>
      <dgm:animLvl val="lvl"/>
      <dgm:resizeHandles/>
    </dgm:varLst>
    <dgm:choose name="Name1">
      <dgm:if name="Name2" func="var" arg="dir" op="equ" val="norm">
        <dgm:alg type="lin">
          <dgm:param type="linDir" val="fromL"/>
          <dgm:param type="vertAlign" val="mid"/>
          <dgm:param type="nodeVertAlign" val="mid"/>
          <dgm:param type="horzAlign" val="ctr"/>
        </dgm:alg>
      </dgm:if>
      <dgm:else name="Name3">
        <dgm:alg type="lin">
          <dgm:param type="linDir" val="fromR"/>
          <dgm:param type="vertAlign" val="mid"/>
          <dgm:param type="nodeVertAlign" val="mid"/>
          <dgm:param type="horzAlign" val="ctr"/>
        </dgm:alg>
      </dgm:else>
    </dgm:choose>
    <dgm:shape xmlns:r="http://schemas.openxmlformats.org/officeDocument/2006/relationships" r:blip="">
      <dgm:adjLst/>
    </dgm:shape>
    <dgm:constrLst>
      <dgm:constr type="primFontSz" for="des" forName="Parent" op="equ" val="65"/>
      <dgm:constr type="primFontSz" for="des" forName="Child1" op="equ" val="65"/>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w" for="ch" forName="composite" refType="w"/>
      <dgm:constr type="h" for="ch" forName="composite" refType="h"/>
      <dgm:constr type="sp" refType="w" refFor="ch" refForName="composite" op="equ" fact="0.05"/>
      <dgm:constr type="w" for="ch" forName="sibTrans" refType="w" refFor="ch" refForName="composite" op="equ" fact="0.05"/>
      <dgm:constr type="h" for="ch" forName="sibTrans" refType="w" refFor="ch" refForName="sibTrans" op="equ"/>
    </dgm:constrLst>
    <dgm:forEach name="nodesForEach" axis="ch" ptType="node">
      <dgm:layoutNode name="composite">
        <dgm:choose name="Name4">
          <dgm:if name="Name5" func="var" arg="dir" op="equ" val="norm">
            <dgm:choose name="Name6">
              <dgm:if name="Name7" axis="ch" ptType="node" func="cnt" op="equ" val="0">
                <dgm:alg type="composite">
                  <dgm:param type="ar" val="2.1059"/>
                </dgm:alg>
                <dgm:constrLst>
                  <dgm:constr type="l" for="ch" forName="Parent" refType="w" fact="0"/>
                  <dgm:constr type="t" for="ch" forName="Parent" refType="h" fact="0"/>
                  <dgm:constr type="w" for="ch" forName="Parent" refType="w" fact="0.4749"/>
                  <dgm:constr type="h" for="ch" forName="Parent" refType="h"/>
                  <dgm:constr type="l" for="ch" forName="ParentAccent1" refType="w" fact="0.9531"/>
                  <dgm:constr type="t" for="ch" forName="ParentAccent1" refType="h" fact="0.4506"/>
                  <dgm:constr type="w" for="ch" forName="ParentAccent1" refType="w" fact="0.0469"/>
                  <dgm:constr type="h" for="ch" forName="ParentAccent1" refType="h" fact="0.0988"/>
                  <dgm:constr type="l" for="ch" forName="ParentAccent2" refType="w" fact="0.8734"/>
                  <dgm:constr type="t" for="ch" forName="ParentAccent2" refType="h" fact="0.4506"/>
                  <dgm:constr type="w" for="ch" forName="ParentAccent2" refType="w" fact="0.0469"/>
                  <dgm:constr type="h" for="ch" forName="ParentAccent2" refType="h" fact="0.0988"/>
                  <dgm:constr type="l" for="ch" forName="ParentAccent3" refType="w" fact="0.7937"/>
                  <dgm:constr type="t" for="ch" forName="ParentAccent3" refType="h" fact="0.4506"/>
                  <dgm:constr type="w" for="ch" forName="ParentAccent3" refType="w" fact="0.0469"/>
                  <dgm:constr type="h" for="ch" forName="ParentAccent3" refType="h" fact="0.0988"/>
                  <dgm:constr type="l" for="ch" forName="ParentAccent4" refType="w" fact="0.714"/>
                  <dgm:constr type="t" for="ch" forName="ParentAccent4" refType="h" fact="0.4506"/>
                  <dgm:constr type="w" for="ch" forName="ParentAccent4" refType="w" fact="0.0469"/>
                  <dgm:constr type="h" for="ch" forName="ParentAccent4" refType="h" fact="0.0988"/>
                  <dgm:constr type="l" for="ch" forName="ParentAccent5" refType="w" fact="0.6343"/>
                  <dgm:constr type="t" for="ch" forName="ParentAccent5" refType="h" fact="0.4506"/>
                  <dgm:constr type="w" for="ch" forName="ParentAccent5" refType="w" fact="0.0469"/>
                  <dgm:constr type="h" for="ch" forName="ParentAccent5" refType="h" fact="0.0988"/>
                  <dgm:constr type="l" for="ch" forName="ParentAccent6" refType="w" fact="0.5076"/>
                  <dgm:constr type="t" for="ch" forName="ParentAccent6" refType="h" fact="0.4012"/>
                  <dgm:constr type="w" for="ch" forName="ParentAccent6" refType="w" fact="0.0939"/>
                  <dgm:constr type="h" for="ch" forName="ParentAccent6" refType="h" fact="0.1976"/>
                  <dgm:constr type="l" for="ch" forName="ParentAccent7" refType="w" fact="0.8766"/>
                  <dgm:constr type="t" for="ch" forName="ParentAccent7" refType="h" fact="0.2465"/>
                  <dgm:constr type="w" for="ch" forName="ParentAccent7" refType="w" fact="0.0469"/>
                  <dgm:constr type="h" for="ch" forName="ParentAccent7" refType="h" fact="0.0988"/>
                  <dgm:constr type="l" for="ch" forName="ParentAccent8" refType="w" fact="0.8766"/>
                  <dgm:constr type="t" for="ch" forName="ParentAccent8" refType="h" fact="0.6562"/>
                  <dgm:constr type="w" for="ch" forName="ParentAccent8" refType="w" fact="0.0469"/>
                  <dgm:constr type="h" for="ch" forName="ParentAccent8" refType="h" fact="0.0988"/>
                  <dgm:constr type="l" for="ch" forName="ParentAccent9" refType="w" fact="0.9185"/>
                  <dgm:constr type="t" for="ch" forName="ParentAccent9" refType="h" fact="0.3353"/>
                  <dgm:constr type="w" for="ch" forName="ParentAccent9" refType="w" fact="0.0469"/>
                  <dgm:constr type="h" for="ch" forName="ParentAccent9" refType="h" fact="0.0988"/>
                  <dgm:constr type="l" for="ch" forName="ParentAccent10" refType="w" fact="0.9213"/>
                  <dgm:constr type="t" for="ch" forName="ParentAccent10" refType="h" fact="0.5679"/>
                  <dgm:constr type="w" for="ch" forName="ParentAccent10" refType="w" fact="0.0469"/>
                  <dgm:constr type="h" for="ch" forName="ParentAccent10" refType="h" fact="0.0988"/>
                </dgm:constrLst>
              </dgm:if>
              <dgm:if name="Name8" axis="ch" ptType="node" func="cnt" op="equ" val="1">
                <dgm:alg type="composite">
                  <dgm:param type="ar" val="3.4411"/>
                </dgm:alg>
                <dgm:constrLst>
                  <dgm:constr type="l" for="ch" forName="Child1Accent1" refType="w" fact="0.284"/>
                  <dgm:constr type="t" for="ch" forName="Child1Accent1" refType="h" fact="0.4012"/>
                  <dgm:constr type="w" for="ch" forName="Child1Accent1" refType="w" fact="0.0574"/>
                  <dgm:constr type="h" for="ch" forName="Child1Accent1" refType="h" fact="0.1976"/>
                  <dgm:constr type="l" for="ch" forName="Child1Accent2" refType="w" fact="0.2272"/>
                  <dgm:constr type="t" for="ch" forName="Child1Accent2" refType="h" fact="0.4506"/>
                  <dgm:constr type="w" for="ch" forName="Child1Accent2" refType="w" fact="0.0287"/>
                  <dgm:constr type="h" for="ch" forName="Child1Accent2" refType="h" fact="0.0988"/>
                  <dgm:constr type="l" for="ch" forName="Child1Accent3" refType="w" fact="0.1705"/>
                  <dgm:constr type="t" for="ch" forName="Child1Accent3" refType="h" fact="0.4506"/>
                  <dgm:constr type="w" for="ch" forName="Child1Accent3" refType="w" fact="0.0287"/>
                  <dgm:constr type="h" for="ch" forName="Child1Accent3" refType="h" fact="0.0988"/>
                  <dgm:constr type="l" for="ch" forName="Child1Accent4" refType="w" fact="0.1137"/>
                  <dgm:constr type="t" for="ch" forName="Child1Accent4" refType="h" fact="0.4506"/>
                  <dgm:constr type="w" for="ch" forName="Child1Accent4" refType="w" fact="0.0287"/>
                  <dgm:constr type="h" for="ch" forName="Child1Accent4" refType="h" fact="0.0988"/>
                  <dgm:constr type="l" for="ch" forName="Child1Accent5" refType="w" fact="0.057"/>
                  <dgm:constr type="t" for="ch" forName="Child1Accent5" refType="h" fact="0.4506"/>
                  <dgm:constr type="w" for="ch" forName="Child1Accent5" refType="w" fact="0.0287"/>
                  <dgm:constr type="h" for="ch" forName="Child1Accent5" refType="h" fact="0.0988"/>
                  <dgm:constr type="l" for="ch" forName="Child1Accent6" refType="w" fact="0.0002"/>
                  <dgm:constr type="t" for="ch" forName="Child1Accent6" refType="h" fact="0.4506"/>
                  <dgm:constr type="w" for="ch" forName="Child1Accent6" refType="w" fact="0.0287"/>
                  <dgm:constr type="h" for="ch" forName="Child1Accent6" refType="h" fact="0.0988"/>
                  <dgm:constr type="l" for="ch" forName="Child1Accent7" refType="w" fact="0"/>
                  <dgm:constr type="t" for="ch" forName="Child1Accent7" refType="h" fact="0"/>
                  <dgm:constr type="w" for="ch" forName="Child1Accent7" refType="w" fact="0"/>
                  <dgm:constr type="h" for="ch" forName="Child1Accent7" refType="h" fact="0"/>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l" for="ch" forName="ParentAccent1" refType="w" fact="0.9713"/>
                  <dgm:constr type="t" for="ch" forName="ParentAccent1" refType="h" fact="0.4506"/>
                  <dgm:constr type="w" for="ch" forName="ParentAccent1" refType="w" fact="0.0287"/>
                  <dgm:constr type="h" for="ch" forName="ParentAccent1" refType="h" fact="0.0988"/>
                  <dgm:constr type="l" for="ch" forName="ParentAccent2" refType="w" fact="0.9187"/>
                  <dgm:constr type="t" for="ch" forName="ParentAccent2" refType="h" fact="0.4506"/>
                  <dgm:constr type="w" for="ch" forName="ParentAccent2" refType="w" fact="0.0287"/>
                  <dgm:constr type="h" for="ch" forName="ParentAccent2" refType="h" fact="0.0988"/>
                  <dgm:constr type="l" for="ch" forName="ParentAccent3" refType="w" fact="0.8661"/>
                  <dgm:constr type="t" for="ch" forName="ParentAccent3" refType="h" fact="0.4506"/>
                  <dgm:constr type="w" for="ch" forName="ParentAccent3" refType="w" fact="0.0287"/>
                  <dgm:constr type="h" for="ch" forName="ParentAccent3" refType="h" fact="0.0988"/>
                  <dgm:constr type="l" for="ch" forName="ParentAccent4" refType="w" fact="0.8136"/>
                  <dgm:constr type="t" for="ch" forName="ParentAccent4" refType="h" fact="0.4506"/>
                  <dgm:constr type="w" for="ch" forName="ParentAccent4" refType="w" fact="0.0287"/>
                  <dgm:constr type="h" for="ch" forName="ParentAccent4" refType="h" fact="0.0988"/>
                  <dgm:constr type="l" for="ch" forName="ParentAccent5" refType="w" fact="0.761"/>
                  <dgm:constr type="t" for="ch" forName="ParentAccent5" refType="h" fact="0.4506"/>
                  <dgm:constr type="w" for="ch" forName="ParentAccent5" refType="w" fact="0.0287"/>
                  <dgm:constr type="h" for="ch" forName="ParentAccent5" refType="h" fact="0.0988"/>
                  <dgm:constr type="l" for="ch" forName="ParentAccent6" refType="w" fact="0.6797"/>
                  <dgm:constr type="t" for="ch" forName="ParentAccent6" refType="h" fact="0.4012"/>
                  <dgm:constr type="w" for="ch" forName="ParentAccent6" refType="w" fact="0.0574"/>
                  <dgm:constr type="h" for="ch" forName="ParentAccent6" refType="h" fact="0.1976"/>
                  <dgm:constr type="l" for="ch" forName="ParentAccent7" refType="w" fact="0.9245"/>
                  <dgm:constr type="t" for="ch" forName="ParentAccent7" refType="h" fact="0.2465"/>
                  <dgm:constr type="w" for="ch" forName="ParentAccent7" refType="w" fact="0.0287"/>
                  <dgm:constr type="h" for="ch" forName="ParentAccent7" refType="h" fact="0.0988"/>
                  <dgm:constr type="l" for="ch" forName="ParentAccent8" refType="w" fact="0.9245"/>
                  <dgm:constr type="t" for="ch" forName="ParentAccent8" refType="h" fact="0.6562"/>
                  <dgm:constr type="w" for="ch" forName="ParentAccent8" refType="w" fact="0.0287"/>
                  <dgm:constr type="h" for="ch" forName="ParentAccent8" refType="h" fact="0.0988"/>
                  <dgm:constr type="l" for="ch" forName="ParentAccent9" refType="w" fact="0.9501"/>
                  <dgm:constr type="t" for="ch" forName="ParentAccent9" refType="h" fact="0.3353"/>
                  <dgm:constr type="w" for="ch" forName="ParentAccent9" refType="w" fact="0.0287"/>
                  <dgm:constr type="h" for="ch" forName="ParentAccent9" refType="h" fact="0.0988"/>
                  <dgm:constr type="l" for="ch" forName="ParentAccent10" refType="w" fact="0.9518"/>
                  <dgm:constr type="t" for="ch" forName="ParentAccent10" refType="h" fact="0.5679"/>
                  <dgm:constr type="w" for="ch" forName="ParentAccent10" refType="w" fact="0.0287"/>
                  <dgm:constr type="h" for="ch" forName="ParentAccent10" refType="h" fact="0.0988"/>
                  <dgm:constr type="l" for="ch" forName="Child1" refType="w" fact="0"/>
                  <dgm:constr type="t" for="ch" forName="Child1" refType="h" fact="0.1978"/>
                  <dgm:constr type="w" for="ch" forName="Child1" refType="w" fact="0.2544"/>
                  <dgm:constr type="h" for="ch" forName="Child1" refType="h" fact="0.2541"/>
                  <dgm:constr type="l" for="ch" forName="Parent" refType="w" fact="0.3653"/>
                  <dgm:constr type="t" for="ch" forName="Parent" refType="h" fact="0"/>
                  <dgm:constr type="w" for="ch" forName="Parent" refType="w" fact="0.2906"/>
                  <dgm:constr type="h" for="ch" forName="Parent" refType="h"/>
                </dgm:constrLst>
              </dgm:if>
              <dgm:if name="Name9" axis="ch" ptType="node" func="cnt" op="equ" val="2">
                <dgm:alg type="composite">
                  <dgm:param type="ar" val="2.1185"/>
                </dgm:alg>
                <dgm:constrLst>
                  <dgm:constr type="l" for="ch" forName="Child1Accent1" refType="w" fact="0.3436"/>
                  <dgm:constr type="t" for="ch" forName="Child1Accent1" refType="h" fact="0.2211"/>
                  <dgm:constr type="w" for="ch" forName="Child1Accent1" refType="w" fact="0.0574"/>
                  <dgm:constr type="h" for="ch" forName="Child1Accent1" refType="h" fact="0.1217"/>
                  <dgm:constr type="l" for="ch" forName="Child1Accent2" refType="w" fact="0.3068"/>
                  <dgm:constr type="t" for="ch" forName="Child1Accent2" refType="h" fact="0.1569"/>
                  <dgm:constr type="w" for="ch" forName="Child1Accent2" refType="w" fact="0.0287"/>
                  <dgm:constr type="h" for="ch" forName="Child1Accent2" refType="h" fact="0.0608"/>
                  <dgm:constr type="l" for="ch" forName="Child1Accent3" refType="w" fact="0.2455"/>
                  <dgm:constr type="t" for="ch" forName="Child1Accent3" refType="h" fact="0.1569"/>
                  <dgm:constr type="w" for="ch" forName="Child1Accent3" refType="w" fact="0.0287"/>
                  <dgm:constr type="h" for="ch" forName="Child1Accent3" refType="h" fact="0.0608"/>
                  <dgm:constr type="l" for="ch" forName="Child1Accent4" refType="w" fact="0.1842"/>
                  <dgm:constr type="t" for="ch" forName="Child1Accent4" refType="h" fact="0.1569"/>
                  <dgm:constr type="w" for="ch" forName="Child1Accent4" refType="w" fact="0.0287"/>
                  <dgm:constr type="h" for="ch" forName="Child1Accent4" refType="h" fact="0.0608"/>
                  <dgm:constr type="l" for="ch" forName="Child1Accent5" refType="w" fact="0.1229"/>
                  <dgm:constr type="t" for="ch" forName="Child1Accent5" refType="h" fact="0.1569"/>
                  <dgm:constr type="w" for="ch" forName="Child1Accent5" refType="w" fact="0.0287"/>
                  <dgm:constr type="h" for="ch" forName="Child1Accent5" refType="h" fact="0.0608"/>
                  <dgm:constr type="l" for="ch" forName="Child1Accent6" refType="w" fact="0.0615"/>
                  <dgm:constr type="t" for="ch" forName="Child1Accent6" refType="h" fact="0.1569"/>
                  <dgm:constr type="w" for="ch" forName="Child1Accent6" refType="w" fact="0.0287"/>
                  <dgm:constr type="h" for="ch" forName="Child1Accent6" refType="h" fact="0.0608"/>
                  <dgm:constr type="l" for="ch" forName="Child1Accent7" refType="w" fact="0.0002"/>
                  <dgm:constr type="t" for="ch" forName="Child1Accent7" refType="h" fact="0.1569"/>
                  <dgm:constr type="w" for="ch" forName="Child1Accent7" refType="w" fact="0.0287"/>
                  <dgm:constr type="h" for="ch" forName="Child1Accent7" refType="h" fact="0.0608"/>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l" for="ch" forName="Child2Accent1" refType="w" fact="0.3436"/>
                  <dgm:constr type="t" for="ch" forName="Child2Accent1" refType="h" fact="0.8153"/>
                  <dgm:constr type="w" for="ch" forName="Child2Accent1" refType="w" fact="0.0574"/>
                  <dgm:constr type="h" for="ch" forName="Child2Accent1" refType="h" fact="0.1217"/>
                  <dgm:constr type="l" for="ch" forName="Child2Accent2" refType="w" fact="0.3068"/>
                  <dgm:constr type="t" for="ch" forName="Child2Accent2" refType="h" fact="0.9392"/>
                  <dgm:constr type="w" for="ch" forName="Child2Accent2" refType="w" fact="0.0287"/>
                  <dgm:constr type="h" for="ch" forName="Child2Accent2" refType="h" fact="0.0608"/>
                  <dgm:constr type="l" for="ch" forName="Child2Accent3" refType="w" fact="0.2455"/>
                  <dgm:constr type="t" for="ch" forName="Child2Accent3" refType="h" fact="0.9392"/>
                  <dgm:constr type="w" for="ch" forName="Child2Accent3" refType="w" fact="0.0287"/>
                  <dgm:constr type="h" for="ch" forName="Child2Accent3" refType="h" fact="0.0608"/>
                  <dgm:constr type="l" for="ch" forName="Child2Accent4" refType="w" fact="0.1842"/>
                  <dgm:constr type="t" for="ch" forName="Child2Accent4" refType="h" fact="0.9392"/>
                  <dgm:constr type="w" for="ch" forName="Child2Accent4" refType="w" fact="0.0287"/>
                  <dgm:constr type="h" for="ch" forName="Child2Accent4" refType="h" fact="0.0608"/>
                  <dgm:constr type="l" for="ch" forName="Child2Accent5" refType="w" fact="0.1229"/>
                  <dgm:constr type="t" for="ch" forName="Child2Accent5" refType="h" fact="0.9392"/>
                  <dgm:constr type="w" for="ch" forName="Child2Accent5" refType="w" fact="0.0287"/>
                  <dgm:constr type="h" for="ch" forName="Child2Accent5" refType="h" fact="0.0608"/>
                  <dgm:constr type="l" for="ch" forName="Child2Accent6" refType="w" fact="0.0615"/>
                  <dgm:constr type="t" for="ch" forName="Child2Accent6" refType="h" fact="0.9392"/>
                  <dgm:constr type="w" for="ch" forName="Child2Accent6" refType="w" fact="0.0287"/>
                  <dgm:constr type="h" for="ch" forName="Child2Accent6" refType="h" fact="0.0608"/>
                  <dgm:constr type="l" for="ch" forName="Child2Accent7" refType="w" fact="0.0002"/>
                  <dgm:constr type="t" for="ch" forName="Child2Accent7" refType="h" fact="0.9392"/>
                  <dgm:constr type="w" for="ch" forName="Child2Accent7" refType="w" fact="0.0287"/>
                  <dgm:constr type="h" for="ch" forName="Child2Accent7" refType="h" fact="0.0608"/>
                  <dgm:constr type="l" for="ch" forName="ParentAccent1" refType="w" fact="0.9713"/>
                  <dgm:constr type="t" for="ch" forName="ParentAccent1" refType="h" fact="0.5511"/>
                  <dgm:constr type="w" for="ch" forName="ParentAccent1" refType="w" fact="0.0287"/>
                  <dgm:constr type="h" for="ch" forName="ParentAccent1" refType="h" fact="0.0608"/>
                  <dgm:constr type="l" for="ch" forName="ParentAccent2" refType="w" fact="0.9187"/>
                  <dgm:constr type="t" for="ch" forName="ParentAccent2" refType="h" fact="0.5511"/>
                  <dgm:constr type="w" for="ch" forName="ParentAccent2" refType="w" fact="0.0287"/>
                  <dgm:constr type="h" for="ch" forName="ParentAccent2" refType="h" fact="0.0608"/>
                  <dgm:constr type="l" for="ch" forName="ParentAccent3" refType="w" fact="0.8661"/>
                  <dgm:constr type="t" for="ch" forName="ParentAccent3" refType="h" fact="0.5511"/>
                  <dgm:constr type="w" for="ch" forName="ParentAccent3" refType="w" fact="0.0287"/>
                  <dgm:constr type="h" for="ch" forName="ParentAccent3" refType="h" fact="0.0608"/>
                  <dgm:constr type="l" for="ch" forName="ParentAccent4" refType="w" fact="0.8136"/>
                  <dgm:constr type="t" for="ch" forName="ParentAccent4" refType="h" fact="0.5511"/>
                  <dgm:constr type="w" for="ch" forName="ParentAccent4" refType="w" fact="0.0287"/>
                  <dgm:constr type="h" for="ch" forName="ParentAccent4" refType="h" fact="0.0608"/>
                  <dgm:constr type="l" for="ch" forName="ParentAccent5" refType="w" fact="0.761"/>
                  <dgm:constr type="t" for="ch" forName="ParentAccent5" refType="h" fact="0.5511"/>
                  <dgm:constr type="w" for="ch" forName="ParentAccent5" refType="w" fact="0.0287"/>
                  <dgm:constr type="h" for="ch" forName="ParentAccent5" refType="h" fact="0.0608"/>
                  <dgm:constr type="l" for="ch" forName="ParentAccent6" refType="w" fact="0.6797"/>
                  <dgm:constr type="t" for="ch" forName="ParentAccent6" refType="h" fact="0.5207"/>
                  <dgm:constr type="w" for="ch" forName="ParentAccent6" refType="w" fact="0.0574"/>
                  <dgm:constr type="h" for="ch" forName="ParentAccent6" refType="h" fact="0.1217"/>
                  <dgm:constr type="l" for="ch" forName="ParentAccent7" refType="w" fact="0.9245"/>
                  <dgm:constr type="t" for="ch" forName="ParentAccent7" refType="h" fact="0.4255"/>
                  <dgm:constr type="w" for="ch" forName="ParentAccent7" refType="w" fact="0.0287"/>
                  <dgm:constr type="h" for="ch" forName="ParentAccent7" refType="h" fact="0.0608"/>
                  <dgm:constr type="l" for="ch" forName="ParentAccent8" refType="w" fact="0.9245"/>
                  <dgm:constr type="t" for="ch" forName="ParentAccent8" refType="h" fact="0.6776"/>
                  <dgm:constr type="w" for="ch" forName="ParentAccent8" refType="w" fact="0.0287"/>
                  <dgm:constr type="h" for="ch" forName="ParentAccent8" refType="h" fact="0.0608"/>
                  <dgm:constr type="l" for="ch" forName="ParentAccent9" refType="w" fact="0.9501"/>
                  <dgm:constr type="t" for="ch" forName="ParentAccent9" refType="h" fact="0.4801"/>
                  <dgm:constr type="w" for="ch" forName="ParentAccent9" refType="w" fact="0.0287"/>
                  <dgm:constr type="h" for="ch" forName="ParentAccent9" refType="h" fact="0.0608"/>
                  <dgm:constr type="l" for="ch" forName="ParentAccent10" refType="w" fact="0.9518"/>
                  <dgm:constr type="t" for="ch" forName="ParentAccent10" refType="h" fact="0.6233"/>
                  <dgm:constr type="w" for="ch" forName="ParentAccent10" refType="w" fact="0.0287"/>
                  <dgm:constr type="h" for="ch" forName="ParentAccent10" refType="h" fact="0.0608"/>
                  <dgm:constr type="l" for="ch" forName="Child2" refType="w" fact="0"/>
                  <dgm:constr type="t" for="ch" forName="Child2" refType="h" fact="0.7822"/>
                  <dgm:constr type="w" for="ch" forName="Child2" refType="w" fact="0.3364"/>
                  <dgm:constr type="h" for="ch" forName="Child2" refType="h" fact="0.1564"/>
                  <dgm:constr type="l" for="ch" forName="Child1" refType="w" fact="0"/>
                  <dgm:constr type="t" for="ch" forName="Child1" refType="h" fact="0"/>
                  <dgm:constr type="w" for="ch" forName="Child1" refType="w" fact="0.3364"/>
                  <dgm:constr type="h" for="ch" forName="Child1" refType="h" fact="0.1564"/>
                  <dgm:constr type="l" for="ch" forName="Parent" refType="w" fact="0.3653"/>
                  <dgm:constr type="t" for="ch" forName="Parent" refType="h" fact="0.2737"/>
                  <dgm:constr type="w" for="ch" forName="Parent" refType="w" fact="0.2906"/>
                  <dgm:constr type="h" for="ch" forName="Parent" refType="h" fact="0.6157"/>
                </dgm:constrLst>
              </dgm:if>
              <dgm:if name="Name10" axis="ch" ptType="node" func="cnt" op="equ" val="3">
                <dgm:alg type="composite">
                  <dgm:param type="ar" val="2.1185"/>
                </dgm:alg>
                <dgm:constrLst>
                  <dgm:constr type="l" for="ch" forName="Child1Accent1" refType="w" fact="0.3436"/>
                  <dgm:constr type="t" for="ch" forName="Child1Accent1" refType="h" fact="0.2211"/>
                  <dgm:constr type="w" for="ch" forName="Child1Accent1" refType="w" fact="0.0574"/>
                  <dgm:constr type="h" for="ch" forName="Child1Accent1" refType="h" fact="0.1217"/>
                  <dgm:constr type="l" for="ch" forName="Child1Accent2" refType="w" fact="0.3068"/>
                  <dgm:constr type="t" for="ch" forName="Child1Accent2" refType="h" fact="0.1569"/>
                  <dgm:constr type="w" for="ch" forName="Child1Accent2" refType="w" fact="0.0287"/>
                  <dgm:constr type="h" for="ch" forName="Child1Accent2" refType="h" fact="0.0608"/>
                  <dgm:constr type="l" for="ch" forName="Child1Accent3" refType="w" fact="0.2455"/>
                  <dgm:constr type="t" for="ch" forName="Child1Accent3" refType="h" fact="0.1569"/>
                  <dgm:constr type="w" for="ch" forName="Child1Accent3" refType="w" fact="0.0287"/>
                  <dgm:constr type="h" for="ch" forName="Child1Accent3" refType="h" fact="0.0608"/>
                  <dgm:constr type="l" for="ch" forName="Child1Accent4" refType="w" fact="0.1842"/>
                  <dgm:constr type="t" for="ch" forName="Child1Accent4" refType="h" fact="0.1569"/>
                  <dgm:constr type="w" for="ch" forName="Child1Accent4" refType="w" fact="0.0287"/>
                  <dgm:constr type="h" for="ch" forName="Child1Accent4" refType="h" fact="0.0608"/>
                  <dgm:constr type="l" for="ch" forName="Child1Accent5" refType="w" fact="0.1229"/>
                  <dgm:constr type="t" for="ch" forName="Child1Accent5" refType="h" fact="0.1569"/>
                  <dgm:constr type="w" for="ch" forName="Child1Accent5" refType="w" fact="0.0287"/>
                  <dgm:constr type="h" for="ch" forName="Child1Accent5" refType="h" fact="0.0608"/>
                  <dgm:constr type="l" for="ch" forName="Child2Accent1" refType="w" fact="0.284"/>
                  <dgm:constr type="t" for="ch" forName="Child2Accent1" refType="h" fact="0.5207"/>
                  <dgm:constr type="w" for="ch" forName="Child2Accent1" refType="w" fact="0.0574"/>
                  <dgm:constr type="h" for="ch" forName="Child2Accent1" refType="h" fact="0.1217"/>
                  <dgm:constr type="l" for="ch" forName="Child2Accent2" refType="w" fact="0.2272"/>
                  <dgm:constr type="t" for="ch" forName="Child2Accent2" refType="h" fact="0.5511"/>
                  <dgm:constr type="w" for="ch" forName="Child2Accent2" refType="w" fact="0.0287"/>
                  <dgm:constr type="h" for="ch" forName="Child2Accent2" refType="h" fact="0.0608"/>
                  <dgm:constr type="l" for="ch" forName="Child2Accent3" refType="w" fact="0.1705"/>
                  <dgm:constr type="t" for="ch" forName="Child2Accent3" refType="h" fact="0.5511"/>
                  <dgm:constr type="w" for="ch" forName="Child2Accent3" refType="w" fact="0.0287"/>
                  <dgm:constr type="h" for="ch" forName="Child2Accent3" refType="h" fact="0.0608"/>
                  <dgm:constr type="l" for="ch" forName="Child2Accent4" refType="w" fact="0.1137"/>
                  <dgm:constr type="t" for="ch" forName="Child2Accent4" refType="h" fact="0.5511"/>
                  <dgm:constr type="w" for="ch" forName="Child2Accent4" refType="w" fact="0.0287"/>
                  <dgm:constr type="h" for="ch" forName="Child2Accent4" refType="h" fact="0.0608"/>
                  <dgm:constr type="l" for="ch" forName="Child1Accent6" refType="w" fact="0.0615"/>
                  <dgm:constr type="t" for="ch" forName="Child1Accent6" refType="h" fact="0.1569"/>
                  <dgm:constr type="w" for="ch" forName="Child1Accent6" refType="w" fact="0.0287"/>
                  <dgm:constr type="h" for="ch" forName="Child1Accent6" refType="h" fact="0.0608"/>
                  <dgm:constr type="l" for="ch" forName="Child2Accent5" refType="w" fact="0.057"/>
                  <dgm:constr type="t" for="ch" forName="Child2Accent5" refType="h" fact="0.5511"/>
                  <dgm:constr type="w" for="ch" forName="Child2Accent5" refType="w" fact="0.0287"/>
                  <dgm:constr type="h" for="ch" forName="Child2Accent5" refType="h" fact="0.0608"/>
                  <dgm:constr type="l" for="ch" forName="Child1Accent7" refType="w" fact="0.0002"/>
                  <dgm:constr type="t" for="ch" forName="Child1Accent7" refType="h" fact="0.1569"/>
                  <dgm:constr type="w" for="ch" forName="Child1Accent7" refType="w" fact="0.0287"/>
                  <dgm:constr type="h" for="ch" forName="Child1Accent7" refType="h" fact="0.0608"/>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l" for="ch" forName="Child2Accent6" refType="w" fact="0.0002"/>
                  <dgm:constr type="t" for="ch" forName="Child2Accent6" refType="h" fact="0.5511"/>
                  <dgm:constr type="w" for="ch" forName="Child2Accent6" refType="w" fact="0.0287"/>
                  <dgm:constr type="h" for="ch" forName="Child2Accent6" refType="h" fact="0.0608"/>
                  <dgm:constr type="l" for="ch" forName="Child2Accent7" refType="w" fact="0"/>
                  <dgm:constr type="t" for="ch" forName="Child2Accent7" refType="h" fact="0"/>
                  <dgm:constr type="w" for="ch" forName="Child2Accent7" refType="w" fact="0"/>
                  <dgm:constr type="h" for="ch" forName="Child2Accent7" refType="h" fact="0"/>
                  <dgm:constr type="l" for="ch" forName="Child3Accent1" refType="w" fact="0.3436"/>
                  <dgm:constr type="t" for="ch" forName="Child3Accent1" refType="h" fact="0.8153"/>
                  <dgm:constr type="w" for="ch" forName="Child3Accent1" refType="w" fact="0.0574"/>
                  <dgm:constr type="h" for="ch" forName="Child3Accent1" refType="h" fact="0.1217"/>
                  <dgm:constr type="l" for="ch" forName="Child3Accent2" refType="w" fact="0.3068"/>
                  <dgm:constr type="t" for="ch" forName="Child3Accent2" refType="h" fact="0.9392"/>
                  <dgm:constr type="w" for="ch" forName="Child3Accent2" refType="w" fact="0.0287"/>
                  <dgm:constr type="h" for="ch" forName="Child3Accent2" refType="h" fact="0.0608"/>
                  <dgm:constr type="l" for="ch" forName="Child3Accent3" refType="w" fact="0.2455"/>
                  <dgm:constr type="t" for="ch" forName="Child3Accent3" refType="h" fact="0.9392"/>
                  <dgm:constr type="w" for="ch" forName="Child3Accent3" refType="w" fact="0.0287"/>
                  <dgm:constr type="h" for="ch" forName="Child3Accent3" refType="h" fact="0.0608"/>
                  <dgm:constr type="l" for="ch" forName="Child3Accent4" refType="w" fact="0.1842"/>
                  <dgm:constr type="t" for="ch" forName="Child3Accent4" refType="h" fact="0.9392"/>
                  <dgm:constr type="w" for="ch" forName="Child3Accent4" refType="w" fact="0.0287"/>
                  <dgm:constr type="h" for="ch" forName="Child3Accent4" refType="h" fact="0.0608"/>
                  <dgm:constr type="l" for="ch" forName="Child3Accent5" refType="w" fact="0.1229"/>
                  <dgm:constr type="t" for="ch" forName="Child3Accent5" refType="h" fact="0.9392"/>
                  <dgm:constr type="w" for="ch" forName="Child3Accent5" refType="w" fact="0.0287"/>
                  <dgm:constr type="h" for="ch" forName="Child3Accent5" refType="h" fact="0.0608"/>
                  <dgm:constr type="l" for="ch" forName="Child3Accent6" refType="w" fact="0.0615"/>
                  <dgm:constr type="t" for="ch" forName="Child3Accent6" refType="h" fact="0.9392"/>
                  <dgm:constr type="w" for="ch" forName="Child3Accent6" refType="w" fact="0.0287"/>
                  <dgm:constr type="h" for="ch" forName="Child3Accent6" refType="h" fact="0.0608"/>
                  <dgm:constr type="l" for="ch" forName="Child3Accent7" refType="w" fact="0.0002"/>
                  <dgm:constr type="t" for="ch" forName="Child3Accent7" refType="h" fact="0.9392"/>
                  <dgm:constr type="w" for="ch" forName="Child3Accent7" refType="w" fact="0.0287"/>
                  <dgm:constr type="h" for="ch" forName="Child3Accent7" refType="h" fact="0.0608"/>
                  <dgm:constr type="l" for="ch" forName="ParentAccent1" refType="w" fact="0.9713"/>
                  <dgm:constr type="t" for="ch" forName="ParentAccent1" refType="h" fact="0.5511"/>
                  <dgm:constr type="w" for="ch" forName="ParentAccent1" refType="w" fact="0.0287"/>
                  <dgm:constr type="h" for="ch" forName="ParentAccent1" refType="h" fact="0.0608"/>
                  <dgm:constr type="l" for="ch" forName="ParentAccent2" refType="w" fact="0.9187"/>
                  <dgm:constr type="t" for="ch" forName="ParentAccent2" refType="h" fact="0.5511"/>
                  <dgm:constr type="w" for="ch" forName="ParentAccent2" refType="w" fact="0.0287"/>
                  <dgm:constr type="h" for="ch" forName="ParentAccent2" refType="h" fact="0.0608"/>
                  <dgm:constr type="l" for="ch" forName="ParentAccent3" refType="w" fact="0.8661"/>
                  <dgm:constr type="t" for="ch" forName="ParentAccent3" refType="h" fact="0.5511"/>
                  <dgm:constr type="w" for="ch" forName="ParentAccent3" refType="w" fact="0.0287"/>
                  <dgm:constr type="h" for="ch" forName="ParentAccent3" refType="h" fact="0.0608"/>
                  <dgm:constr type="l" for="ch" forName="ParentAccent4" refType="w" fact="0.8136"/>
                  <dgm:constr type="t" for="ch" forName="ParentAccent4" refType="h" fact="0.5511"/>
                  <dgm:constr type="w" for="ch" forName="ParentAccent4" refType="w" fact="0.0287"/>
                  <dgm:constr type="h" for="ch" forName="ParentAccent4" refType="h" fact="0.0608"/>
                  <dgm:constr type="l" for="ch" forName="ParentAccent5" refType="w" fact="0.761"/>
                  <dgm:constr type="t" for="ch" forName="ParentAccent5" refType="h" fact="0.5511"/>
                  <dgm:constr type="w" for="ch" forName="ParentAccent5" refType="w" fact="0.0287"/>
                  <dgm:constr type="h" for="ch" forName="ParentAccent5" refType="h" fact="0.0608"/>
                  <dgm:constr type="l" for="ch" forName="ParentAccent6" refType="w" fact="0.6797"/>
                  <dgm:constr type="t" for="ch" forName="ParentAccent6" refType="h" fact="0.5207"/>
                  <dgm:constr type="w" for="ch" forName="ParentAccent6" refType="w" fact="0.0574"/>
                  <dgm:constr type="h" for="ch" forName="ParentAccent6" refType="h" fact="0.1217"/>
                  <dgm:constr type="l" for="ch" forName="ParentAccent7" refType="w" fact="0.9245"/>
                  <dgm:constr type="t" for="ch" forName="ParentAccent7" refType="h" fact="0.4255"/>
                  <dgm:constr type="w" for="ch" forName="ParentAccent7" refType="w" fact="0.0287"/>
                  <dgm:constr type="h" for="ch" forName="ParentAccent7" refType="h" fact="0.0608"/>
                  <dgm:constr type="l" for="ch" forName="ParentAccent8" refType="w" fact="0.9245"/>
                  <dgm:constr type="t" for="ch" forName="ParentAccent8" refType="h" fact="0.6776"/>
                  <dgm:constr type="w" for="ch" forName="ParentAccent8" refType="w" fact="0.0287"/>
                  <dgm:constr type="h" for="ch" forName="ParentAccent8" refType="h" fact="0.0608"/>
                  <dgm:constr type="l" for="ch" forName="ParentAccent9" refType="w" fact="0.9501"/>
                  <dgm:constr type="t" for="ch" forName="ParentAccent9" refType="h" fact="0.4801"/>
                  <dgm:constr type="w" for="ch" forName="ParentAccent9" refType="w" fact="0.0287"/>
                  <dgm:constr type="h" for="ch" forName="ParentAccent9" refType="h" fact="0.0608"/>
                  <dgm:constr type="l" for="ch" forName="ParentAccent10" refType="w" fact="0.9518"/>
                  <dgm:constr type="t" for="ch" forName="ParentAccent10" refType="h" fact="0.6233"/>
                  <dgm:constr type="w" for="ch" forName="ParentAccent10" refType="w" fact="0.0287"/>
                  <dgm:constr type="h" for="ch" forName="ParentAccent10" refType="h" fact="0.0608"/>
                  <dgm:constr type="l" for="ch" forName="Child3" refType="w" fact="0"/>
                  <dgm:constr type="t" for="ch" forName="Child3" refType="h" fact="0.7822"/>
                  <dgm:constr type="w" for="ch" forName="Child3" refType="w" fact="0.3364"/>
                  <dgm:constr type="h" for="ch" forName="Child3" refType="h" fact="0.1564"/>
                  <dgm:constr type="l" for="ch" forName="Child2" refType="w" fact="0"/>
                  <dgm:constr type="t" for="ch" forName="Child2" refType="h" fact="0.3955"/>
                  <dgm:constr type="w" for="ch" forName="Child2" refType="w" fact="0.2544"/>
                  <dgm:constr type="h" for="ch" forName="Child2" refType="h" fact="0.1564"/>
                  <dgm:constr type="l" for="ch" forName="Child1" refType="w" fact="0"/>
                  <dgm:constr type="t" for="ch" forName="Child1" refType="h" fact="0"/>
                  <dgm:constr type="w" for="ch" forName="Child1" refType="w" fact="0.3364"/>
                  <dgm:constr type="h" for="ch" forName="Child1" refType="h" fact="0.1564"/>
                  <dgm:constr type="l" for="ch" forName="Parent" refType="w" fact="0.3653"/>
                  <dgm:constr type="t" for="ch" forName="Parent" refType="h" fact="0.2737"/>
                  <dgm:constr type="w" for="ch" forName="Parent" refType="w" fact="0.2906"/>
                  <dgm:constr type="h" for="ch" forName="Parent" refType="h" fact="0.6157"/>
                </dgm:constrLst>
              </dgm:if>
              <dgm:if name="Name11" axis="ch" ptType="node" func="cnt" op="equ" val="4">
                <dgm:alg type="composite">
                  <dgm:param type="ar" val="1.8304"/>
                </dgm:alg>
                <dgm:constrLst>
                  <dgm:constr type="l" for="ch" forName="Parent" refType="w" fact="0.3771"/>
                  <dgm:constr type="t" for="ch" forName="Parent" refType="h" fact="0.2946"/>
                  <dgm:constr type="w" for="ch" forName="Parent" refType="w" fact="0.2862"/>
                  <dgm:constr type="h" for="ch" forName="Parent" refType="h" fact="0.5239"/>
                  <dgm:constr type="l" for="ch" forName="Child1Accent1" refType="w" fact="0.3904"/>
                  <dgm:constr type="t" for="ch" forName="Child1Accent1" refType="h" fact="0.2104"/>
                  <dgm:constr type="w" for="ch" forName="Child1Accent1" refType="w" fact="0.0566"/>
                  <dgm:constr type="h" for="ch" forName="Child1Accent1" refType="h" fact="0.1035"/>
                  <dgm:constr type="l" for="ch" forName="Child1Accent3" refType="w" fact="0.3001"/>
                  <dgm:constr type="t" for="ch" forName="Child1Accent3" refType="h" fact="0.128"/>
                  <dgm:constr type="w" for="ch" forName="Child1Accent3" refType="w" fact="0.0283"/>
                  <dgm:constr type="h" for="ch" forName="Child1Accent3" refType="h" fact="0.0518"/>
                  <dgm:constr type="l" for="ch" forName="Child1Accent4" refType="w" fact="0.2418"/>
                  <dgm:constr type="t" for="ch" forName="Child1Accent4" refType="h" fact="0.128"/>
                  <dgm:constr type="w" for="ch" forName="Child1Accent4" refType="w" fact="0.0283"/>
                  <dgm:constr type="h" for="ch" forName="Child1Accent4" refType="h" fact="0.0518"/>
                  <dgm:constr type="l" for="ch" forName="Child1Accent5" refType="w" fact="0.1835"/>
                  <dgm:constr type="t" for="ch" forName="Child1Accent5" refType="h" fact="0.128"/>
                  <dgm:constr type="w" for="ch" forName="Child1Accent5" refType="w" fact="0.0283"/>
                  <dgm:constr type="h" for="ch" forName="Child1Accent5" refType="h" fact="0.0518"/>
                  <dgm:constr type="l" for="ch" forName="Child1Accent6" refType="w" fact="0.1252"/>
                  <dgm:constr type="t" for="ch" forName="Child1Accent6" refType="h" fact="0.128"/>
                  <dgm:constr type="w" for="ch" forName="Child1Accent6" refType="w" fact="0.0283"/>
                  <dgm:constr type="h" for="ch" forName="Child1Accent6" refType="h" fact="0.0518"/>
                  <dgm:constr type="l" for="ch" forName="Child3Accent1" refType="w" fact="0.3158"/>
                  <dgm:constr type="t" for="ch" forName="Child3Accent1" refType="h" fact="0.6212"/>
                  <dgm:constr type="w" for="ch" forName="Child3Accent1" refType="w" fact="0.0566"/>
                  <dgm:constr type="h" for="ch" forName="Child3Accent1" refType="h" fact="0.1035"/>
                  <dgm:constr type="l" for="ch" forName="Child3Accent2" refType="w" fact="0.2689"/>
                  <dgm:constr type="t" for="ch" forName="Child3Accent2" refType="h" fact="0.6828"/>
                  <dgm:constr type="w" for="ch" forName="Child3Accent2" refType="w" fact="0.0283"/>
                  <dgm:constr type="h" for="ch" forName="Child3Accent2" refType="h" fact="0.0518"/>
                  <dgm:constr type="l" for="ch" forName="Child3Accent4" refType="w" fact="0.1614"/>
                  <dgm:constr type="t" for="ch" forName="Child3Accent4" refType="h" fact="0.6828"/>
                  <dgm:constr type="w" for="ch" forName="Child3Accent4" refType="w" fact="0.0283"/>
                  <dgm:constr type="h" for="ch" forName="Child3Accent4" refType="h" fact="0.0518"/>
                  <dgm:constr type="l" for="ch" forName="Child3Accent5" refType="w" fact="0.1077"/>
                  <dgm:constr type="t" for="ch" forName="Child3Accent5" refType="h" fact="0.6828"/>
                  <dgm:constr type="w" for="ch" forName="Child3Accent5" refType="w" fact="0.0283"/>
                  <dgm:constr type="h" for="ch" forName="Child3Accent5" refType="h" fact="0.0518"/>
                  <dgm:constr type="l" for="ch" forName="Child1Accent7" refType="w" fact="0.0668"/>
                  <dgm:constr type="t" for="ch" forName="Child1Accent7" refType="h" fact="0.128"/>
                  <dgm:constr type="w" for="ch" forName="Child1Accent7" refType="w" fact="0.0283"/>
                  <dgm:constr type="h" for="ch" forName="Child1Accent7" refType="h" fact="0.0518"/>
                  <dgm:constr type="l" for="ch" forName="Child3Accent6" refType="w" fact="0.0539"/>
                  <dgm:constr type="t" for="ch" forName="Child3Accent6" refType="h" fact="0.6828"/>
                  <dgm:constr type="w" for="ch" forName="Child3Accent6" refType="w" fact="0.0283"/>
                  <dgm:constr type="h" for="ch" forName="Child3Accent6" refType="h" fact="0.0518"/>
                  <dgm:constr type="l" for="ch" forName="Child1Accent8" refType="w" fact="0.0085"/>
                  <dgm:constr type="t" for="ch" forName="Child1Accent8" refType="h" fact="0.128"/>
                  <dgm:constr type="w" for="ch" forName="Child1Accent8" refType="w" fact="0.0283"/>
                  <dgm:constr type="h" for="ch" forName="Child1Accent8" refType="h" fact="0.0518"/>
                  <dgm:constr type="l" for="ch" forName="Child1Accent9" refType="w" fact="0"/>
                  <dgm:constr type="t" for="ch" forName="Child1Accent9" refType="h" fact="0"/>
                  <dgm:constr type="w" for="ch" forName="Child1Accent9" refType="w" fact="0"/>
                  <dgm:constr type="h" for="ch" forName="Child1Accent9" refType="h" fact="0"/>
                  <dgm:constr type="l" for="ch" forName="Child3Accent7" refType="w" fact="0.0002"/>
                  <dgm:constr type="t" for="ch" forName="Child3Accent7" refType="h" fact="0.6828"/>
                  <dgm:constr type="w" for="ch" forName="Child3Accent7" refType="w" fact="0.0283"/>
                  <dgm:constr type="h" for="ch" forName="Child3Accent7" refType="h" fact="0.0518"/>
                  <dgm:constr type="l" for="ch" forName="Child4Accent1" refType="w" fact="0.3904"/>
                  <dgm:constr type="t" for="ch" forName="Child4Accent1" refType="h" fact="0.8"/>
                  <dgm:constr type="w" for="ch" forName="Child4Accent1" refType="w" fact="0.0566"/>
                  <dgm:constr type="h" for="ch" forName="Child4Accent1" refType="h" fact="0.1035"/>
                  <dgm:constr type="l" for="ch" forName="Child4Accent3" refType="w" fact="0.2998"/>
                  <dgm:constr type="t" for="ch" forName="Child4Accent3" refType="h" fact="0.9482"/>
                  <dgm:constr type="w" for="ch" forName="Child4Accent3" refType="w" fact="0.0283"/>
                  <dgm:constr type="h" for="ch" forName="Child4Accent3" refType="h" fact="0.0518"/>
                  <dgm:constr type="l" for="ch" forName="Child4Accent4" refType="w" fact="0.2415"/>
                  <dgm:constr type="t" for="ch" forName="Child4Accent4" refType="h" fact="0.9482"/>
                  <dgm:constr type="w" for="ch" forName="Child4Accent4" refType="w" fact="0.0283"/>
                  <dgm:constr type="h" for="ch" forName="Child4Accent4" refType="h" fact="0.0518"/>
                  <dgm:constr type="l" for="ch" forName="Child4Accent5" refType="w" fact="0.1833"/>
                  <dgm:constr type="t" for="ch" forName="Child4Accent5" refType="h" fact="0.9482"/>
                  <dgm:constr type="w" for="ch" forName="Child4Accent5" refType="w" fact="0.0283"/>
                  <dgm:constr type="h" for="ch" forName="Child4Accent5" refType="h" fact="0.0518"/>
                  <dgm:constr type="l" for="ch" forName="Child4Accent6" refType="w" fact="0.1251"/>
                  <dgm:constr type="t" for="ch" forName="Child4Accent6" refType="h" fact="0.9482"/>
                  <dgm:constr type="w" for="ch" forName="Child4Accent6" refType="w" fact="0.0283"/>
                  <dgm:constr type="h" for="ch" forName="Child4Accent6" refType="h" fact="0.0518"/>
                  <dgm:constr type="l" for="ch" forName="Child4Accent7" refType="w" fact="0.0668"/>
                  <dgm:constr type="t" for="ch" forName="Child4Accent7" refType="h" fact="0.9482"/>
                  <dgm:constr type="w" for="ch" forName="Child4Accent7" refType="w" fact="0.0283"/>
                  <dgm:constr type="h" for="ch" forName="Child4Accent7" refType="h" fact="0.0518"/>
                  <dgm:constr type="l" for="ch" forName="Child4Accent8" refType="w" fact="0.0086"/>
                  <dgm:constr type="t" for="ch" forName="Child4Accent8" refType="h" fact="0.9482"/>
                  <dgm:constr type="w" for="ch" forName="Child4Accent8" refType="w" fact="0.0283"/>
                  <dgm:constr type="h" for="ch" forName="Child4Accent8" refType="h" fact="0.0518"/>
                  <dgm:constr type="l" for="ch" forName="Child2Accent1" refType="w" fact="0.3158"/>
                  <dgm:constr type="t" for="ch" forName="Child2Accent1" refType="h" fact="0.3725"/>
                  <dgm:constr type="w" for="ch" forName="Child2Accent1" refType="w" fact="0.0566"/>
                  <dgm:constr type="h" for="ch" forName="Child2Accent1" refType="h" fact="0.1035"/>
                  <dgm:constr type="l" for="ch" forName="Child4Accent2" refType="w" fact="0.358"/>
                  <dgm:constr type="t" for="ch" forName="Child4Accent2" refType="h" fact="0.8993"/>
                  <dgm:constr type="w" for="ch" forName="Child4Accent2" refType="w" fact="0.0283"/>
                  <dgm:constr type="h" for="ch" forName="Child4Accent2" refType="h" fact="0.0518"/>
                  <dgm:constr type="l" for="ch" forName="Child1Accent2" refType="w" fact="0.3585"/>
                  <dgm:constr type="t" for="ch" forName="Child1Accent2" refType="h" fact="0.162"/>
                  <dgm:constr type="w" for="ch" forName="Child1Accent2" refType="w" fact="0.0283"/>
                  <dgm:constr type="h" for="ch" forName="Child1Accent2" refType="h" fact="0.0518"/>
                  <dgm:constr type="l" for="ch" forName="Child3Accent3" refType="w" fact="0.2151"/>
                  <dgm:constr type="t" for="ch" forName="Child3Accent3" refType="h" fact="0.6828"/>
                  <dgm:constr type="w" for="ch" forName="Child3Accent3" refType="w" fact="0.0283"/>
                  <dgm:constr type="h" for="ch" forName="Child3Accent3" refType="h" fact="0.0518"/>
                  <dgm:constr type="l" for="ch" forName="Child2Accent2" refType="w" fact="0.2689"/>
                  <dgm:constr type="t" for="ch" forName="Child2Accent2" refType="h" fact="0.3937"/>
                  <dgm:constr type="w" for="ch" forName="Child2Accent2" refType="w" fact="0.0283"/>
                  <dgm:constr type="h" for="ch" forName="Child2Accent2" refType="h" fact="0.0518"/>
                  <dgm:constr type="l" for="ch" forName="Child2Accent4" refType="w" fact="0.1614"/>
                  <dgm:constr type="t" for="ch" forName="Child2Accent4" refType="h" fact="0.3937"/>
                  <dgm:constr type="w" for="ch" forName="Child2Accent4" refType="w" fact="0.0283"/>
                  <dgm:constr type="h" for="ch" forName="Child2Accent4" refType="h" fact="0.0518"/>
                  <dgm:constr type="l" for="ch" forName="Child2Accent5" refType="w" fact="0.1077"/>
                  <dgm:constr type="t" for="ch" forName="Child2Accent5" refType="h" fact="0.3937"/>
                  <dgm:constr type="w" for="ch" forName="Child2Accent5" refType="w" fact="0.0283"/>
                  <dgm:constr type="h" for="ch" forName="Child2Accent5" refType="h" fact="0.0518"/>
                  <dgm:constr type="l" for="ch" forName="Child2Accent6" refType="w" fact="0.0539"/>
                  <dgm:constr type="t" for="ch" forName="Child2Accent6" refType="h" fact="0.3937"/>
                  <dgm:constr type="w" for="ch" forName="Child2Accent6" refType="w" fact="0.0283"/>
                  <dgm:constr type="h" for="ch" forName="Child2Accent6" refType="h" fact="0.0518"/>
                  <dgm:constr type="l" for="ch" forName="Child2Accent7" refType="w" fact="0.0002"/>
                  <dgm:constr type="t" for="ch" forName="Child2Accent7" refType="h" fact="0.3937"/>
                  <dgm:constr type="w" for="ch" forName="Child2Accent7" refType="w" fact="0.0283"/>
                  <dgm:constr type="h" for="ch" forName="Child2Accent7" refType="h" fact="0.0518"/>
                  <dgm:constr type="l" for="ch" forName="Child2Accent3" refType="w" fact="0.2151"/>
                  <dgm:constr type="t" for="ch" forName="Child2Accent3" refType="h" fact="0.3937"/>
                  <dgm:constr type="w" for="ch" forName="Child2Accent3" refType="w" fact="0.0283"/>
                  <dgm:constr type="h" for="ch" forName="Child2Accent3" refType="h" fact="0.0518"/>
                  <dgm:constr type="l" for="ch" forName="ParentAccent1" refType="w" fact="0.9717"/>
                  <dgm:constr type="t" for="ch" forName="ParentAccent1" refType="h" fact="0.5316"/>
                  <dgm:constr type="w" for="ch" forName="ParentAccent1" refType="w" fact="0.0283"/>
                  <dgm:constr type="h" for="ch" forName="ParentAccent1" refType="h" fact="0.0518"/>
                  <dgm:constr type="l" for="ch" forName="ParentAccent2" refType="w" fact="0.9199"/>
                  <dgm:constr type="t" for="ch" forName="ParentAccent2" refType="h" fact="0.5316"/>
                  <dgm:constr type="w" for="ch" forName="ParentAccent2" refType="w" fact="0.0283"/>
                  <dgm:constr type="h" for="ch" forName="ParentAccent2" refType="h" fact="0.0518"/>
                  <dgm:constr type="l" for="ch" forName="ParentAccent3" refType="w" fact="0.8682"/>
                  <dgm:constr type="t" for="ch" forName="ParentAccent3" refType="h" fact="0.5316"/>
                  <dgm:constr type="w" for="ch" forName="ParentAccent3" refType="w" fact="0.0283"/>
                  <dgm:constr type="h" for="ch" forName="ParentAccent3" refType="h" fact="0.0518"/>
                  <dgm:constr type="l" for="ch" forName="ParentAccent4" refType="w" fact="0.8164"/>
                  <dgm:constr type="t" for="ch" forName="ParentAccent4" refType="h" fact="0.5316"/>
                  <dgm:constr type="w" for="ch" forName="ParentAccent4" refType="w" fact="0.0283"/>
                  <dgm:constr type="h" for="ch" forName="ParentAccent4" refType="h" fact="0.0518"/>
                  <dgm:constr type="l" for="ch" forName="ParentAccent5" refType="w" fact="0.7646"/>
                  <dgm:constr type="t" for="ch" forName="ParentAccent5" refType="h" fact="0.5316"/>
                  <dgm:constr type="w" for="ch" forName="ParentAccent5" refType="w" fact="0.0283"/>
                  <dgm:constr type="h" for="ch" forName="ParentAccent5" refType="h" fact="0.0518"/>
                  <dgm:constr type="l" for="ch" forName="ParentAccent6" refType="w" fact="0.6846"/>
                  <dgm:constr type="t" for="ch" forName="ParentAccent6" refType="h" fact="0.5057"/>
                  <dgm:constr type="w" for="ch" forName="ParentAccent6" refType="w" fact="0.0566"/>
                  <dgm:constr type="h" for="ch" forName="ParentAccent6" refType="h" fact="0.1035"/>
                  <dgm:constr type="l" for="ch" forName="ParentAccent7" refType="w" fact="0.9256"/>
                  <dgm:constr type="t" for="ch" forName="ParentAccent7" refType="h" fact="0.4247"/>
                  <dgm:constr type="w" for="ch" forName="ParentAccent7" refType="w" fact="0.0283"/>
                  <dgm:constr type="h" for="ch" forName="ParentAccent7" refType="h" fact="0.0518"/>
                  <dgm:constr type="l" for="ch" forName="ParentAccent8" refType="w" fact="0.9256"/>
                  <dgm:constr type="t" for="ch" forName="ParentAccent8" refType="h" fact="0.6392"/>
                  <dgm:constr type="w" for="ch" forName="ParentAccent8" refType="w" fact="0.0283"/>
                  <dgm:constr type="h" for="ch" forName="ParentAccent8" refType="h" fact="0.0518"/>
                  <dgm:constr type="l" for="ch" forName="ParentAccent9" refType="w" fact="0.9509"/>
                  <dgm:constr type="t" for="ch" forName="ParentAccent9" refType="h" fact="0.4712"/>
                  <dgm:constr type="w" for="ch" forName="ParentAccent9" refType="w" fact="0.0283"/>
                  <dgm:constr type="h" for="ch" forName="ParentAccent9" refType="h" fact="0.0518"/>
                  <dgm:constr type="l" for="ch" forName="ParentAccent10" refType="w" fact="0.9525"/>
                  <dgm:constr type="t" for="ch" forName="ParentAccent10" refType="h" fact="0.593"/>
                  <dgm:constr type="w" for="ch" forName="ParentAccent10" refType="w" fact="0.0283"/>
                  <dgm:constr type="h" for="ch" forName="ParentAccent10" refType="h" fact="0.0518"/>
                  <dgm:constr type="l" for="ch" forName="Child4" refType="w" fact="0.0081"/>
                  <dgm:constr type="t" for="ch" forName="Child4" refType="h" fact="0.8184"/>
                  <dgm:constr type="w" for="ch" forName="Child4" refType="w" fact="0.3192"/>
                  <dgm:constr type="h" for="ch" forName="Child4" refType="h" fact="0.1294"/>
                  <dgm:constr type="l" for="ch" forName="Child3" refType="w" fact="0"/>
                  <dgm:constr type="t" for="ch" forName="Child3" refType="h" fact="0.5547"/>
                  <dgm:constr type="w" for="ch" forName="Child3" refType="w" fact="0.297"/>
                  <dgm:constr type="h" for="ch" forName="Child3" refType="h" fact="0.1294"/>
                  <dgm:constr type="l" for="ch" forName="Child2" refType="w" fact="0"/>
                  <dgm:constr type="t" for="ch" forName="Child2" refType="h" fact="0.2662"/>
                  <dgm:constr type="w" for="ch" forName="Child2" refType="w" fact="0.297"/>
                  <dgm:constr type="h" for="ch" forName="Child2" refType="h" fact="0.1294"/>
                  <dgm:constr type="l" for="ch" forName="Child1" refType="w" fact="0.0081"/>
                  <dgm:constr type="t" for="ch" forName="Child1" refType="h" fact="0"/>
                  <dgm:constr type="w" for="ch" forName="Child1" refType="w" fact="0.3192"/>
                  <dgm:constr type="h" for="ch" forName="Child1" refType="h" fact="0.1294"/>
                </dgm:constrLst>
              </dgm:if>
              <dgm:else name="Name12">
                <dgm:alg type="composite">
                  <dgm:param type="ar" val="1.3278"/>
                </dgm:alg>
                <dgm:constrLst>
                  <dgm:constr type="l" for="ch" forName="Child2Accent1" refType="w" fact="0.3436"/>
                  <dgm:constr type="t" for="ch" forName="Child2Accent1" refType="h" fact="0.3184"/>
                  <dgm:constr type="w" for="ch" forName="Child2Accent1" refType="w" fact="0.0574"/>
                  <dgm:constr type="h" for="ch" forName="Child2Accent1" refType="h" fact="0.0763"/>
                  <dgm:constr type="l" for="ch" forName="Child2Accent2" refType="w" fact="0.3068"/>
                  <dgm:constr type="t" for="ch" forName="Child2Accent2" refType="h" fact="0.2781"/>
                  <dgm:constr type="w" for="ch" forName="Child2Accent2" refType="w" fact="0.0287"/>
                  <dgm:constr type="h" for="ch" forName="Child2Accent2" refType="h" fact="0.0381"/>
                  <dgm:constr type="l" for="ch" forName="Child2Accent3" refType="w" fact="0.2455"/>
                  <dgm:constr type="t" for="ch" forName="Child2Accent3" refType="h" fact="0.2781"/>
                  <dgm:constr type="w" for="ch" forName="Child2Accent3" refType="w" fact="0.0287"/>
                  <dgm:constr type="h" for="ch" forName="Child2Accent3" refType="h" fact="0.0381"/>
                  <dgm:constr type="l" for="ch" forName="Child2Accent4" refType="w" fact="0.1842"/>
                  <dgm:constr type="t" for="ch" forName="Child2Accent4" refType="h" fact="0.2781"/>
                  <dgm:constr type="w" for="ch" forName="Child2Accent4" refType="w" fact="0.0287"/>
                  <dgm:constr type="h" for="ch" forName="Child2Accent4" refType="h" fact="0.0381"/>
                  <dgm:constr type="l" for="ch" forName="Child2Accent5" refType="w" fact="0.1229"/>
                  <dgm:constr type="t" for="ch" forName="Child2Accent5" refType="h" fact="0.2781"/>
                  <dgm:constr type="w" for="ch" forName="Child2Accent5" refType="w" fact="0.0287"/>
                  <dgm:constr type="h" for="ch" forName="Child2Accent5" refType="h" fact="0.0381"/>
                  <dgm:constr type="l" for="ch" forName="Child3Accent1" refType="w" fact="0.284"/>
                  <dgm:constr type="t" for="ch" forName="Child3Accent1" refType="h" fact="0.5061"/>
                  <dgm:constr type="w" for="ch" forName="Child3Accent1" refType="w" fact="0.0574"/>
                  <dgm:constr type="h" for="ch" forName="Child3Accent1" refType="h" fact="0.0763"/>
                  <dgm:constr type="l" for="ch" forName="Child3Accent2" refType="w" fact="0.2272"/>
                  <dgm:constr type="t" for="ch" forName="Child3Accent2" refType="h" fact="0.5252"/>
                  <dgm:constr type="w" for="ch" forName="Child3Accent2" refType="w" fact="0.0287"/>
                  <dgm:constr type="h" for="ch" forName="Child3Accent2" refType="h" fact="0.0381"/>
                  <dgm:constr type="l" for="ch" forName="Child3Accent3" refType="w" fact="0.1705"/>
                  <dgm:constr type="t" for="ch" forName="Child3Accent3" refType="h" fact="0.5252"/>
                  <dgm:constr type="w" for="ch" forName="Child3Accent3" refType="w" fact="0.0287"/>
                  <dgm:constr type="h" for="ch" forName="Child3Accent3" refType="h" fact="0.0381"/>
                  <dgm:constr type="l" for="ch" forName="Child3Accent4" refType="w" fact="0.1137"/>
                  <dgm:constr type="t" for="ch" forName="Child3Accent4" refType="h" fact="0.5252"/>
                  <dgm:constr type="w" for="ch" forName="Child3Accent4" refType="w" fact="0.0287"/>
                  <dgm:constr type="h" for="ch" forName="Child3Accent4" refType="h" fact="0.0381"/>
                  <dgm:constr type="l" for="ch" forName="Child2Accent6" refType="w" fact="0.0615"/>
                  <dgm:constr type="t" for="ch" forName="Child2Accent6" refType="h" fact="0.2781"/>
                  <dgm:constr type="w" for="ch" forName="Child2Accent6" refType="w" fact="0.0287"/>
                  <dgm:constr type="h" for="ch" forName="Child2Accent6" refType="h" fact="0.0381"/>
                  <dgm:constr type="l" for="ch" forName="Child3Accent5" refType="w" fact="0.057"/>
                  <dgm:constr type="t" for="ch" forName="Child3Accent5" refType="h" fact="0.5252"/>
                  <dgm:constr type="w" for="ch" forName="Child3Accent5" refType="w" fact="0.0287"/>
                  <dgm:constr type="h" for="ch" forName="Child3Accent5" refType="h" fact="0.0381"/>
                  <dgm:constr type="l" for="ch" forName="Child2Accent7" refType="w" fact="0.0002"/>
                  <dgm:constr type="t" for="ch" forName="Child2Accent7" refType="h" fact="0.2781"/>
                  <dgm:constr type="w" for="ch" forName="Child2Accent7" refType="w" fact="0.0287"/>
                  <dgm:constr type="h" for="ch" forName="Child2Accent7" refType="h" fact="0.0381"/>
                  <dgm:constr type="l" for="ch" forName="Child3Accent6" refType="w" fact="0.0002"/>
                  <dgm:constr type="t" for="ch" forName="Child3Accent6" refType="h" fact="0.5252"/>
                  <dgm:constr type="w" for="ch" forName="Child3Accent6" refType="w" fact="0.0287"/>
                  <dgm:constr type="h" for="ch" forName="Child3Accent6" refType="h" fact="0.0381"/>
                  <dgm:constr type="l" for="ch" forName="Child3Accent7" refType="w" fact="0"/>
                  <dgm:constr type="t" for="ch" forName="Child3Accent7" refType="h" fact="0"/>
                  <dgm:constr type="w" for="ch" forName="Child3Accent7" refType="w" fact="0"/>
                  <dgm:constr type="h" for="ch" forName="Child3Accent7" refType="h" fact="0"/>
                  <dgm:constr type="l" for="ch" forName="Child4Accent1" refType="w" fact="0.3436"/>
                  <dgm:constr type="t" for="ch" forName="Child4Accent1" refType="h" fact="0.6908"/>
                  <dgm:constr type="w" for="ch" forName="Child4Accent1" refType="w" fact="0.0574"/>
                  <dgm:constr type="h" for="ch" forName="Child4Accent1" refType="h" fact="0.0763"/>
                  <dgm:constr type="l" for="ch" forName="Child4Accent2" refType="w" fact="0.3068"/>
                  <dgm:constr type="t" for="ch" forName="Child4Accent2" refType="h" fact="0.7684"/>
                  <dgm:constr type="w" for="ch" forName="Child4Accent2" refType="w" fact="0.0287"/>
                  <dgm:constr type="h" for="ch" forName="Child4Accent2" refType="h" fact="0.0381"/>
                  <dgm:constr type="l" for="ch" forName="Child4Accent3" refType="w" fact="0.2455"/>
                  <dgm:constr type="t" for="ch" forName="Child4Accent3" refType="h" fact="0.7684"/>
                  <dgm:constr type="w" for="ch" forName="Child4Accent3" refType="w" fact="0.0287"/>
                  <dgm:constr type="h" for="ch" forName="Child4Accent3" refType="h" fact="0.0381"/>
                  <dgm:constr type="l" for="ch" forName="Child4Accent4" refType="w" fact="0.1842"/>
                  <dgm:constr type="t" for="ch" forName="Child4Accent4" refType="h" fact="0.7684"/>
                  <dgm:constr type="w" for="ch" forName="Child4Accent4" refType="w" fact="0.0287"/>
                  <dgm:constr type="h" for="ch" forName="Child4Accent4" refType="h" fact="0.0381"/>
                  <dgm:constr type="l" for="ch" forName="Child4Accent5" refType="w" fact="0.1229"/>
                  <dgm:constr type="t" for="ch" forName="Child4Accent5" refType="h" fact="0.7684"/>
                  <dgm:constr type="w" for="ch" forName="Child4Accent5" refType="w" fact="0.0287"/>
                  <dgm:constr type="h" for="ch" forName="Child4Accent5" refType="h" fact="0.0381"/>
                  <dgm:constr type="l" for="ch" forName="Child4Accent6" refType="w" fact="0.0615"/>
                  <dgm:constr type="t" for="ch" forName="Child4Accent6" refType="h" fact="0.7684"/>
                  <dgm:constr type="w" for="ch" forName="Child4Accent6" refType="w" fact="0.0287"/>
                  <dgm:constr type="h" for="ch" forName="Child4Accent6" refType="h" fact="0.0381"/>
                  <dgm:constr type="l" for="ch" forName="Child4Accent7" refType="w" fact="0.0002"/>
                  <dgm:constr type="t" for="ch" forName="Child4Accent7" refType="h" fact="0.7684"/>
                  <dgm:constr type="w" for="ch" forName="Child4Accent7" refType="w" fact="0.0287"/>
                  <dgm:constr type="h" for="ch" forName="Child4Accent7" refType="h" fact="0.0381"/>
                  <dgm:constr type="l" for="ch" forName="Child4Accent8" refType="w" fact="0"/>
                  <dgm:constr type="t" for="ch" forName="Child4Accent8" refType="h" fact="0"/>
                  <dgm:constr type="w" for="ch" forName="Child4Accent8" refType="w" fact="0"/>
                  <dgm:constr type="h" for="ch" forName="Child4Accent8" refType="h" fact="0"/>
                  <dgm:constr type="l" for="ch" forName="ParentAccent1" refType="w" fact="0.9713"/>
                  <dgm:constr type="t" for="ch" forName="ParentAccent1" refType="h" fact="0.5252"/>
                  <dgm:constr type="w" for="ch" forName="ParentAccent1" refType="w" fact="0.0287"/>
                  <dgm:constr type="h" for="ch" forName="ParentAccent1" refType="h" fact="0.0381"/>
                  <dgm:constr type="l" for="ch" forName="ParentAccent2" refType="w" fact="0.9187"/>
                  <dgm:constr type="t" for="ch" forName="ParentAccent2" refType="h" fact="0.5252"/>
                  <dgm:constr type="w" for="ch" forName="ParentAccent2" refType="w" fact="0.0287"/>
                  <dgm:constr type="h" for="ch" forName="ParentAccent2" refType="h" fact="0.0381"/>
                  <dgm:constr type="l" for="ch" forName="ParentAccent3" refType="w" fact="0.8661"/>
                  <dgm:constr type="t" for="ch" forName="ParentAccent3" refType="h" fact="0.5252"/>
                  <dgm:constr type="w" for="ch" forName="ParentAccent3" refType="w" fact="0.0287"/>
                  <dgm:constr type="h" for="ch" forName="ParentAccent3" refType="h" fact="0.0381"/>
                  <dgm:constr type="l" for="ch" forName="ParentAccent4" refType="w" fact="0.8136"/>
                  <dgm:constr type="t" for="ch" forName="ParentAccent4" refType="h" fact="0.5252"/>
                  <dgm:constr type="w" for="ch" forName="ParentAccent4" refType="w" fact="0.0287"/>
                  <dgm:constr type="h" for="ch" forName="ParentAccent4" refType="h" fact="0.0381"/>
                  <dgm:constr type="l" for="ch" forName="ParentAccent5" refType="w" fact="0.761"/>
                  <dgm:constr type="t" for="ch" forName="ParentAccent5" refType="h" fact="0.5252"/>
                  <dgm:constr type="w" for="ch" forName="ParentAccent5" refType="w" fact="0.0287"/>
                  <dgm:constr type="h" for="ch" forName="ParentAccent5" refType="h" fact="0.0381"/>
                  <dgm:constr type="l" for="ch" forName="ParentAccent6" refType="w" fact="0.6797"/>
                  <dgm:constr type="t" for="ch" forName="ParentAccent6" refType="h" fact="0.5061"/>
                  <dgm:constr type="w" for="ch" forName="ParentAccent6" refType="w" fact="0.0574"/>
                  <dgm:constr type="h" for="ch" forName="ParentAccent6" refType="h" fact="0.0763"/>
                  <dgm:constr type="l" for="ch" forName="ParentAccent7" refType="w" fact="0.9245"/>
                  <dgm:constr type="t" for="ch" forName="ParentAccent7" refType="h" fact="0.4464"/>
                  <dgm:constr type="w" for="ch" forName="ParentAccent7" refType="w" fact="0.0287"/>
                  <dgm:constr type="h" for="ch" forName="ParentAccent7" refType="h" fact="0.0381"/>
                  <dgm:constr type="l" for="ch" forName="ParentAccent8" refType="w" fact="0.9245"/>
                  <dgm:constr type="t" for="ch" forName="ParentAccent8" refType="h" fact="0.6045"/>
                  <dgm:constr type="w" for="ch" forName="ParentAccent8" refType="w" fact="0.0287"/>
                  <dgm:constr type="h" for="ch" forName="ParentAccent8" refType="h" fact="0.0381"/>
                  <dgm:constr type="l" for="ch" forName="ParentAccent9" refType="w" fact="0.9501"/>
                  <dgm:constr type="t" for="ch" forName="ParentAccent9" refType="h" fact="0.4807"/>
                  <dgm:constr type="w" for="ch" forName="ParentAccent9" refType="w" fact="0.0287"/>
                  <dgm:constr type="h" for="ch" forName="ParentAccent9" refType="h" fact="0.0381"/>
                  <dgm:constr type="l" for="ch" forName="ParentAccent10" refType="w" fact="0.9518"/>
                  <dgm:constr type="t" for="ch" forName="ParentAccent10" refType="h" fact="0.5705"/>
                  <dgm:constr type="w" for="ch" forName="ParentAccent10" refType="w" fact="0.0287"/>
                  <dgm:constr type="h" for="ch" forName="ParentAccent10" refType="h" fact="0.0381"/>
                  <dgm:constr type="l" for="ch" forName="Child1Accent1" refType="w" fact="0.4819"/>
                  <dgm:constr type="t" for="ch" forName="Child1Accent1" refType="h" fact="0.2457"/>
                  <dgm:constr type="w" for="ch" forName="Child1Accent1" refType="w" fact="0.0574"/>
                  <dgm:constr type="h" for="ch" forName="Child1Accent1" refType="h" fact="0.0763"/>
                  <dgm:constr type="l" for="ch" forName="Child1Accent4" refType="w" fact="0.3653"/>
                  <dgm:constr type="t" for="ch" forName="Child1Accent4" refType="h" fact="0.097"/>
                  <dgm:constr type="w" for="ch" forName="Child1Accent4" refType="w" fact="0.0287"/>
                  <dgm:constr type="h" for="ch" forName="Child1Accent4" refType="h" fact="0.0381"/>
                  <dgm:constr type="l" for="ch" forName="Child1Accent5" refType="w" fact="0.304"/>
                  <dgm:constr type="t" for="ch" forName="Child1Accent5" refType="h" fact="0.097"/>
                  <dgm:constr type="w" for="ch" forName="Child1Accent5" refType="w" fact="0.0287"/>
                  <dgm:constr type="h" for="ch" forName="Child1Accent5" refType="h" fact="0.0381"/>
                  <dgm:constr type="l" for="ch" forName="Child1Accent6" refType="w" fact="0.2426"/>
                  <dgm:constr type="t" for="ch" forName="Child1Accent6" refType="h" fact="0.097"/>
                  <dgm:constr type="w" for="ch" forName="Child1Accent6" refType="w" fact="0.0287"/>
                  <dgm:constr type="h" for="ch" forName="Child1Accent6" refType="h" fact="0.0381"/>
                  <dgm:constr type="l" for="ch" forName="Child1Accent7" refType="w" fact="0.1813"/>
                  <dgm:constr type="t" for="ch" forName="Child1Accent7" refType="h" fact="0.097"/>
                  <dgm:constr type="w" for="ch" forName="Child1Accent7" refType="w" fact="0.0287"/>
                  <dgm:constr type="h" for="ch" forName="Child1Accent7" refType="h" fact="0.0381"/>
                  <dgm:constr type="l" for="ch" forName="Child1Accent8" refType="w" fact="0.12"/>
                  <dgm:constr type="t" for="ch" forName="Child1Accent8" refType="h" fact="0.097"/>
                  <dgm:constr type="w" for="ch" forName="Child1Accent8" refType="w" fact="0.0287"/>
                  <dgm:constr type="h" for="ch" forName="Child1Accent8" refType="h" fact="0.0381"/>
                  <dgm:constr type="l" for="ch" forName="Child1Accent9" refType="w" fact="0.0587"/>
                  <dgm:constr type="t" for="ch" forName="Child1Accent9" refType="h" fact="0.097"/>
                  <dgm:constr type="w" for="ch" forName="Child1Accent9" refType="w" fact="0.0287"/>
                  <dgm:constr type="h" for="ch" forName="Child1Accent9" refType="h" fact="0.0381"/>
                  <dgm:constr type="l" for="ch" forName="Child5Accent1" refType="w" fact="0.4819"/>
                  <dgm:constr type="t" for="ch" forName="Child5Accent1" refType="h" fact="0.7601"/>
                  <dgm:constr type="w" for="ch" forName="Child5Accent1" refType="w" fact="0.0574"/>
                  <dgm:constr type="h" for="ch" forName="Child5Accent1" refType="h" fact="0.0763"/>
                  <dgm:constr type="l" for="ch" forName="Child5Accent4" refType="w" fact="0.3653"/>
                  <dgm:constr type="t" for="ch" forName="Child5Accent4" refType="h" fact="0.9619"/>
                  <dgm:constr type="w" for="ch" forName="Child5Accent4" refType="w" fact="0.0287"/>
                  <dgm:constr type="h" for="ch" forName="Child5Accent4" refType="h" fact="0.0381"/>
                  <dgm:constr type="l" for="ch" forName="Child5Accent5" refType="w" fact="0.304"/>
                  <dgm:constr type="t" for="ch" forName="Child5Accent5" refType="h" fact="0.9619"/>
                  <dgm:constr type="w" for="ch" forName="Child5Accent5" refType="w" fact="0.0287"/>
                  <dgm:constr type="h" for="ch" forName="Child5Accent5" refType="h" fact="0.0381"/>
                  <dgm:constr type="l" for="ch" forName="Child5Accent6" refType="w" fact="0.2426"/>
                  <dgm:constr type="t" for="ch" forName="Child5Accent6" refType="h" fact="0.9619"/>
                  <dgm:constr type="w" for="ch" forName="Child5Accent6" refType="w" fact="0.0287"/>
                  <dgm:constr type="h" for="ch" forName="Child5Accent6" refType="h" fact="0.0381"/>
                  <dgm:constr type="l" for="ch" forName="Child5Accent7" refType="w" fact="0.1813"/>
                  <dgm:constr type="t" for="ch" forName="Child5Accent7" refType="h" fact="0.9619"/>
                  <dgm:constr type="w" for="ch" forName="Child5Accent7" refType="w" fact="0.0287"/>
                  <dgm:constr type="h" for="ch" forName="Child5Accent7" refType="h" fact="0.0381"/>
                  <dgm:constr type="l" for="ch" forName="Child5Accent8" refType="w" fact="0.12"/>
                  <dgm:constr type="t" for="ch" forName="Child5Accent8" refType="h" fact="0.9619"/>
                  <dgm:constr type="w" for="ch" forName="Child5Accent8" refType="w" fact="0.0287"/>
                  <dgm:constr type="h" for="ch" forName="Child5Accent8" refType="h" fact="0.0381"/>
                  <dgm:constr type="l" for="ch" forName="Child5Accent9" refType="w" fact="0.0587"/>
                  <dgm:constr type="t" for="ch" forName="Child5Accent9" refType="h" fact="0.9619"/>
                  <dgm:constr type="w" for="ch" forName="Child5Accent9" refType="w" fact="0.0287"/>
                  <dgm:constr type="h" for="ch" forName="Child5Accent9" refType="h" fact="0.0381"/>
                  <dgm:constr type="l" for="ch" forName="Child5Accent2" refType="w" fact="0.453"/>
                  <dgm:constr type="t" for="ch" forName="Child5Accent2" refType="h" fact="0.8375"/>
                  <dgm:constr type="w" for="ch" forName="Child5Accent2" refType="w" fact="0.0287"/>
                  <dgm:constr type="h" for="ch" forName="Child5Accent2" refType="h" fact="0.0381"/>
                  <dgm:constr type="l" for="ch" forName="Child5Accent3" refType="w" fact="0.4118"/>
                  <dgm:constr type="t" for="ch" forName="Child5Accent3" refType="h" fact="0.8991"/>
                  <dgm:constr type="w" for="ch" forName="Child5Accent3" refType="w" fact="0.0287"/>
                  <dgm:constr type="h" for="ch" forName="Child5Accent3" refType="h" fact="0.0381"/>
                  <dgm:constr type="l" for="ch" forName="Child1Accent2" refType="w" fact="0.4458"/>
                  <dgm:constr type="t" for="ch" forName="Child1Accent2" refType="h" fact="0.2004"/>
                  <dgm:constr type="w" for="ch" forName="Child1Accent2" refType="w" fact="0.0287"/>
                  <dgm:constr type="h" for="ch" forName="Child1Accent2" refType="h" fact="0.0381"/>
                  <dgm:constr type="l" for="ch" forName="Child1Accent3" refType="w" fact="0.4054"/>
                  <dgm:constr type="t" for="ch" forName="Child1Accent3" refType="h" fact="0.1445"/>
                  <dgm:constr type="w" for="ch" forName="Child1Accent3" refType="w" fact="0.0287"/>
                  <dgm:constr type="h" for="ch" forName="Child1Accent3" refType="h" fact="0.0381"/>
                  <dgm:constr type="l" for="ch" forName="Child5" refType="w" fact="0.0581"/>
                  <dgm:constr type="t" for="ch" forName="Child5" refType="h" fact="0.8635"/>
                  <dgm:constr type="w" for="ch" forName="Child5" refType="w" fact="0.3364"/>
                  <dgm:constr type="h" for="ch" forName="Child5" refType="h" fact="0.0981"/>
                  <dgm:constr type="l" for="ch" forName="Child4" refType="w" fact="0"/>
                  <dgm:constr type="t" for="ch" forName="Child4" refType="h" fact="0.6701"/>
                  <dgm:constr type="w" for="ch" forName="Child4" refType="w" fact="0.3364"/>
                  <dgm:constr type="h" for="ch" forName="Child4" refType="h" fact="0.0981"/>
                  <dgm:constr type="l" for="ch" forName="Child3" refType="w" fact="0"/>
                  <dgm:constr type="t" for="ch" forName="Child3" refType="h" fact="0.4276"/>
                  <dgm:constr type="w" for="ch" forName="Child3" refType="w" fact="0.2544"/>
                  <dgm:constr type="h" for="ch" forName="Child3" refType="h" fact="0.0981"/>
                  <dgm:constr type="l" for="ch" forName="Child2" refType="w" fact="0"/>
                  <dgm:constr type="t" for="ch" forName="Child2" refType="h" fact="0.1798"/>
                  <dgm:constr type="w" for="ch" forName="Child2" refType="w" fact="0.3364"/>
                  <dgm:constr type="h" for="ch" forName="Child2" refType="h" fact="0.0981"/>
                  <dgm:constr type="l" for="ch" forName="Child1" refType="w" fact="0.0581"/>
                  <dgm:constr type="t" for="ch" forName="Child1" refType="h" fact="0"/>
                  <dgm:constr type="w" for="ch" forName="Child1" refType="w" fact="0.3364"/>
                  <dgm:constr type="h" for="ch" forName="Child1" refType="h" fact="0.0981"/>
                  <dgm:constr type="l" for="ch" forName="Parent" refType="w" fact="0.3653"/>
                  <dgm:constr type="t" for="ch" forName="Parent" refType="h" fact="0.3513"/>
                  <dgm:constr type="w" for="ch" forName="Parent" refType="w" fact="0.2906"/>
                  <dgm:constr type="h" for="ch" forName="Parent" refType="h" fact="0.3859"/>
                </dgm:constrLst>
              </dgm:else>
            </dgm:choose>
          </dgm:if>
          <dgm:else name="Name13">
            <dgm:choose name="Name14">
              <dgm:if name="Name15" axis="ch" ptType="node" func="cnt" op="equ" val="0">
                <dgm:alg type="composite">
                  <dgm:param type="ar" val="2.1059"/>
                </dgm:alg>
                <dgm:constrLst>
                  <dgm:constr type="r" for="ch" forName="Parent" refType="w"/>
                  <dgm:constr type="t" for="ch" forName="Parent" refType="h" fact="0"/>
                  <dgm:constr type="w" for="ch" forName="Parent" refType="w" fact="0.4749"/>
                  <dgm:constr type="h" for="ch" forName="Parent" refType="h"/>
                  <dgm:constr type="r" for="ch" forName="ParentAccent1" refType="w" fact="0.0469"/>
                  <dgm:constr type="t" for="ch" forName="ParentAccent1" refType="h" fact="0.4506"/>
                  <dgm:constr type="w" for="ch" forName="ParentAccent1" refType="w" fact="0.0469"/>
                  <dgm:constr type="h" for="ch" forName="ParentAccent1" refType="h" fact="0.0988"/>
                  <dgm:constr type="r" for="ch" forName="ParentAccent2" refType="w" fact="0.1266"/>
                  <dgm:constr type="t" for="ch" forName="ParentAccent2" refType="h" fact="0.4506"/>
                  <dgm:constr type="w" for="ch" forName="ParentAccent2" refType="w" fact="0.0469"/>
                  <dgm:constr type="h" for="ch" forName="ParentAccent2" refType="h" fact="0.0988"/>
                  <dgm:constr type="r" for="ch" forName="ParentAccent3" refType="w" fact="0.2063"/>
                  <dgm:constr type="t" for="ch" forName="ParentAccent3" refType="h" fact="0.4506"/>
                  <dgm:constr type="w" for="ch" forName="ParentAccent3" refType="w" fact="0.0469"/>
                  <dgm:constr type="h" for="ch" forName="ParentAccent3" refType="h" fact="0.0988"/>
                  <dgm:constr type="r" for="ch" forName="ParentAccent4" refType="w" fact="0.286"/>
                  <dgm:constr type="t" for="ch" forName="ParentAccent4" refType="h" fact="0.4506"/>
                  <dgm:constr type="w" for="ch" forName="ParentAccent4" refType="w" fact="0.0469"/>
                  <dgm:constr type="h" for="ch" forName="ParentAccent4" refType="h" fact="0.0988"/>
                  <dgm:constr type="r" for="ch" forName="ParentAccent5" refType="w" fact="0.3657"/>
                  <dgm:constr type="t" for="ch" forName="ParentAccent5" refType="h" fact="0.4506"/>
                  <dgm:constr type="w" for="ch" forName="ParentAccent5" refType="w" fact="0.0469"/>
                  <dgm:constr type="h" for="ch" forName="ParentAccent5" refType="h" fact="0.0988"/>
                  <dgm:constr type="r" for="ch" forName="ParentAccent6" refType="w" fact="0.4924"/>
                  <dgm:constr type="t" for="ch" forName="ParentAccent6" refType="h" fact="0.4012"/>
                  <dgm:constr type="w" for="ch" forName="ParentAccent6" refType="w" fact="0.0939"/>
                  <dgm:constr type="h" for="ch" forName="ParentAccent6" refType="h" fact="0.1976"/>
                  <dgm:constr type="r" for="ch" forName="ParentAccent7" refType="w" fact="0.1234"/>
                  <dgm:constr type="t" for="ch" forName="ParentAccent7" refType="h" fact="0.2465"/>
                  <dgm:constr type="w" for="ch" forName="ParentAccent7" refType="w" fact="0.0469"/>
                  <dgm:constr type="h" for="ch" forName="ParentAccent7" refType="h" fact="0.0988"/>
                  <dgm:constr type="r" for="ch" forName="ParentAccent8" refType="w" fact="0.1234"/>
                  <dgm:constr type="t" for="ch" forName="ParentAccent8" refType="h" fact="0.6562"/>
                  <dgm:constr type="w" for="ch" forName="ParentAccent8" refType="w" fact="0.0469"/>
                  <dgm:constr type="h" for="ch" forName="ParentAccent8" refType="h" fact="0.0988"/>
                  <dgm:constr type="r" for="ch" forName="ParentAccent9" refType="w" fact="0.0815"/>
                  <dgm:constr type="t" for="ch" forName="ParentAccent9" refType="h" fact="0.3353"/>
                  <dgm:constr type="w" for="ch" forName="ParentAccent9" refType="w" fact="0.0469"/>
                  <dgm:constr type="h" for="ch" forName="ParentAccent9" refType="h" fact="0.0988"/>
                  <dgm:constr type="r" for="ch" forName="ParentAccent10" refType="w" fact="0.0787"/>
                  <dgm:constr type="t" for="ch" forName="ParentAccent10" refType="h" fact="0.5679"/>
                  <dgm:constr type="w" for="ch" forName="ParentAccent10" refType="w" fact="0.0469"/>
                  <dgm:constr type="h" for="ch" forName="ParentAccent10" refType="h" fact="0.0988"/>
                </dgm:constrLst>
              </dgm:if>
              <dgm:if name="Name16" axis="ch" ptType="node" func="cnt" op="equ" val="1">
                <dgm:alg type="composite">
                  <dgm:param type="ar" val="3.4411"/>
                </dgm:alg>
                <dgm:constrLst>
                  <dgm:constr type="primFontSz" for="des" forName="Child1" val="65"/>
                  <dgm:constr type="primFontSz" for="des" forName="Child1" refType="primFontSz" refFor="des" refForName="Parent" op="lte"/>
                  <dgm:constr type="r" for="ch" forName="Child1Accent1" refType="w" fact="0.716"/>
                  <dgm:constr type="t" for="ch" forName="Child1Accent1" refType="h" fact="0.4012"/>
                  <dgm:constr type="w" for="ch" forName="Child1Accent1" refType="w" fact="0.0574"/>
                  <dgm:constr type="h" for="ch" forName="Child1Accent1" refType="h" fact="0.1976"/>
                  <dgm:constr type="r" for="ch" forName="Child1Accent2" refType="w" fact="0.7728"/>
                  <dgm:constr type="t" for="ch" forName="Child1Accent2" refType="h" fact="0.4506"/>
                  <dgm:constr type="w" for="ch" forName="Child1Accent2" refType="w" fact="0.0287"/>
                  <dgm:constr type="h" for="ch" forName="Child1Accent2" refType="h" fact="0.0988"/>
                  <dgm:constr type="r" for="ch" forName="Child1Accent3" refType="w" fact="0.8295"/>
                  <dgm:constr type="t" for="ch" forName="Child1Accent3" refType="h" fact="0.4506"/>
                  <dgm:constr type="w" for="ch" forName="Child1Accent3" refType="w" fact="0.0287"/>
                  <dgm:constr type="h" for="ch" forName="Child1Accent3" refType="h" fact="0.0988"/>
                  <dgm:constr type="r" for="ch" forName="Child1Accent4" refType="w" fact="0.8863"/>
                  <dgm:constr type="t" for="ch" forName="Child1Accent4" refType="h" fact="0.4506"/>
                  <dgm:constr type="w" for="ch" forName="Child1Accent4" refType="w" fact="0.0287"/>
                  <dgm:constr type="h" for="ch" forName="Child1Accent4" refType="h" fact="0.0988"/>
                  <dgm:constr type="r" for="ch" forName="Child1Accent5" refType="w" fact="0.943"/>
                  <dgm:constr type="t" for="ch" forName="Child1Accent5" refType="h" fact="0.4506"/>
                  <dgm:constr type="w" for="ch" forName="Child1Accent5" refType="w" fact="0.0287"/>
                  <dgm:constr type="h" for="ch" forName="Child1Accent5" refType="h" fact="0.0988"/>
                  <dgm:constr type="r" for="ch" forName="Child1Accent6" refType="w" fact="0.9998"/>
                  <dgm:constr type="t" for="ch" forName="Child1Accent6" refType="h" fact="0.4506"/>
                  <dgm:constr type="w" for="ch" forName="Child1Accent6" refType="w" fact="0.0287"/>
                  <dgm:constr type="h" for="ch" forName="Child1Accent6" refType="h" fact="0.0988"/>
                  <dgm:constr type="l" for="ch" forName="Child1Accent7" refType="w" fact="0"/>
                  <dgm:constr type="t" for="ch" forName="Child1Accent7" refType="h" fact="0"/>
                  <dgm:constr type="w" for="ch" forName="Child1Accent7" refType="w" fact="0"/>
                  <dgm:constr type="h" for="ch" forName="Child1Accent7" refType="h" fact="0"/>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r" for="ch" forName="ParentAccent1" refType="w" fact="0.0287"/>
                  <dgm:constr type="t" for="ch" forName="ParentAccent1" refType="h" fact="0.4506"/>
                  <dgm:constr type="w" for="ch" forName="ParentAccent1" refType="w" fact="0.0287"/>
                  <dgm:constr type="h" for="ch" forName="ParentAccent1" refType="h" fact="0.0988"/>
                  <dgm:constr type="r" for="ch" forName="ParentAccent2" refType="w" fact="0.0813"/>
                  <dgm:constr type="t" for="ch" forName="ParentAccent2" refType="h" fact="0.4506"/>
                  <dgm:constr type="w" for="ch" forName="ParentAccent2" refType="w" fact="0.0287"/>
                  <dgm:constr type="h" for="ch" forName="ParentAccent2" refType="h" fact="0.0988"/>
                  <dgm:constr type="r" for="ch" forName="ParentAccent3" refType="w" fact="0.1339"/>
                  <dgm:constr type="t" for="ch" forName="ParentAccent3" refType="h" fact="0.4506"/>
                  <dgm:constr type="w" for="ch" forName="ParentAccent3" refType="w" fact="0.0287"/>
                  <dgm:constr type="h" for="ch" forName="ParentAccent3" refType="h" fact="0.0988"/>
                  <dgm:constr type="r" for="ch" forName="ParentAccent4" refType="w" fact="0.1864"/>
                  <dgm:constr type="t" for="ch" forName="ParentAccent4" refType="h" fact="0.4506"/>
                  <dgm:constr type="w" for="ch" forName="ParentAccent4" refType="w" fact="0.0287"/>
                  <dgm:constr type="h" for="ch" forName="ParentAccent4" refType="h" fact="0.0988"/>
                  <dgm:constr type="r" for="ch" forName="ParentAccent5" refType="w" fact="0.239"/>
                  <dgm:constr type="t" for="ch" forName="ParentAccent5" refType="h" fact="0.4506"/>
                  <dgm:constr type="w" for="ch" forName="ParentAccent5" refType="w" fact="0.0287"/>
                  <dgm:constr type="h" for="ch" forName="ParentAccent5" refType="h" fact="0.0988"/>
                  <dgm:constr type="r" for="ch" forName="ParentAccent6" refType="w" fact="0.3203"/>
                  <dgm:constr type="t" for="ch" forName="ParentAccent6" refType="h" fact="0.4012"/>
                  <dgm:constr type="w" for="ch" forName="ParentAccent6" refType="w" fact="0.0574"/>
                  <dgm:constr type="h" for="ch" forName="ParentAccent6" refType="h" fact="0.1976"/>
                  <dgm:constr type="r" for="ch" forName="ParentAccent7" refType="w" fact="0.0755"/>
                  <dgm:constr type="t" for="ch" forName="ParentAccent7" refType="h" fact="0.2465"/>
                  <dgm:constr type="w" for="ch" forName="ParentAccent7" refType="w" fact="0.0287"/>
                  <dgm:constr type="h" for="ch" forName="ParentAccent7" refType="h" fact="0.0988"/>
                  <dgm:constr type="r" for="ch" forName="ParentAccent8" refType="w" fact="0.0755"/>
                  <dgm:constr type="t" for="ch" forName="ParentAccent8" refType="h" fact="0.6562"/>
                  <dgm:constr type="w" for="ch" forName="ParentAccent8" refType="w" fact="0.0287"/>
                  <dgm:constr type="h" for="ch" forName="ParentAccent8" refType="h" fact="0.0988"/>
                  <dgm:constr type="r" for="ch" forName="ParentAccent9" refType="w" fact="0.0499"/>
                  <dgm:constr type="t" for="ch" forName="ParentAccent9" refType="h" fact="0.3353"/>
                  <dgm:constr type="w" for="ch" forName="ParentAccent9" refType="w" fact="0.0287"/>
                  <dgm:constr type="h" for="ch" forName="ParentAccent9" refType="h" fact="0.0988"/>
                  <dgm:constr type="r" for="ch" forName="ParentAccent10" refType="w" fact="0.0482"/>
                  <dgm:constr type="t" for="ch" forName="ParentAccent10" refType="h" fact="0.5679"/>
                  <dgm:constr type="w" for="ch" forName="ParentAccent10" refType="w" fact="0.0287"/>
                  <dgm:constr type="h" for="ch" forName="ParentAccent10" refType="h" fact="0.0988"/>
                  <dgm:constr type="r" for="ch" forName="Child1" refType="w"/>
                  <dgm:constr type="t" for="ch" forName="Child1" refType="h" fact="0.1978"/>
                  <dgm:constr type="w" for="ch" forName="Child1" refType="w" fact="0.2544"/>
                  <dgm:constr type="h" for="ch" forName="Child1" refType="h" fact="0.2541"/>
                  <dgm:constr type="r" for="ch" forName="Parent" refType="w" fact="0.6347"/>
                  <dgm:constr type="t" for="ch" forName="Parent" refType="h" fact="0"/>
                  <dgm:constr type="w" for="ch" forName="Parent" refType="w" fact="0.2906"/>
                  <dgm:constr type="h" for="ch" forName="Parent" refType="h"/>
                </dgm:constrLst>
              </dgm:if>
              <dgm:if name="Name17" axis="ch" ptType="node" func="cnt" op="equ" val="2">
                <dgm:alg type="composite">
                  <dgm:param type="ar" val="2.1185"/>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Child1Accent1" refType="w" fact="0.6564"/>
                  <dgm:constr type="t" for="ch" forName="Child1Accent1" refType="h" fact="0.2211"/>
                  <dgm:constr type="w" for="ch" forName="Child1Accent1" refType="w" fact="0.0574"/>
                  <dgm:constr type="h" for="ch" forName="Child1Accent1" refType="h" fact="0.1217"/>
                  <dgm:constr type="r" for="ch" forName="Child1Accent2" refType="w" fact="0.6932"/>
                  <dgm:constr type="t" for="ch" forName="Child1Accent2" refType="h" fact="0.1569"/>
                  <dgm:constr type="w" for="ch" forName="Child1Accent2" refType="w" fact="0.0287"/>
                  <dgm:constr type="h" for="ch" forName="Child1Accent2" refType="h" fact="0.0608"/>
                  <dgm:constr type="r" for="ch" forName="Child1Accent3" refType="w" fact="0.7545"/>
                  <dgm:constr type="t" for="ch" forName="Child1Accent3" refType="h" fact="0.1569"/>
                  <dgm:constr type="w" for="ch" forName="Child1Accent3" refType="w" fact="0.0287"/>
                  <dgm:constr type="h" for="ch" forName="Child1Accent3" refType="h" fact="0.0608"/>
                  <dgm:constr type="r" for="ch" forName="Child1Accent4" refType="w" fact="0.8158"/>
                  <dgm:constr type="t" for="ch" forName="Child1Accent4" refType="h" fact="0.1569"/>
                  <dgm:constr type="w" for="ch" forName="Child1Accent4" refType="w" fact="0.0287"/>
                  <dgm:constr type="h" for="ch" forName="Child1Accent4" refType="h" fact="0.0608"/>
                  <dgm:constr type="r" for="ch" forName="Child1Accent5" refType="w" fact="0.8771"/>
                  <dgm:constr type="t" for="ch" forName="Child1Accent5" refType="h" fact="0.1569"/>
                  <dgm:constr type="w" for="ch" forName="Child1Accent5" refType="w" fact="0.0287"/>
                  <dgm:constr type="h" for="ch" forName="Child1Accent5" refType="h" fact="0.0608"/>
                  <dgm:constr type="r" for="ch" forName="Child1Accent6" refType="w" fact="0.9385"/>
                  <dgm:constr type="t" for="ch" forName="Child1Accent6" refType="h" fact="0.1569"/>
                  <dgm:constr type="w" for="ch" forName="Child1Accent6" refType="w" fact="0.0287"/>
                  <dgm:constr type="h" for="ch" forName="Child1Accent6" refType="h" fact="0.0608"/>
                  <dgm:constr type="r" for="ch" forName="Child1Accent7" refType="w" fact="0.9998"/>
                  <dgm:constr type="t" for="ch" forName="Child1Accent7" refType="h" fact="0.1569"/>
                  <dgm:constr type="w" for="ch" forName="Child1Accent7" refType="w" fact="0.0287"/>
                  <dgm:constr type="h" for="ch" forName="Child1Accent7" refType="h" fact="0.0608"/>
                  <dgm:constr type="l" for="ch" forName="Child1Accent8" refType="w" fact="0"/>
                  <dgm:constr type="t" for="ch" forName="Child1Accent8" refType="h" fact="0"/>
                  <dgm:constr type="w" for="ch" forName="Child1Accent8" refType="w" fact="0"/>
                  <dgm:constr type="h" for="ch" forName="Child1Accent8" refType="h" fact="0"/>
                  <dgm:constr type="l" for="ch" forName="Child1Accent9" refType="w" fact="0"/>
                  <dgm:constr type="t" for="ch" forName="Child1Accent9" refType="h" fact="0"/>
                  <dgm:constr type="w" for="ch" forName="Child1Accent9" refType="w" fact="0"/>
                  <dgm:constr type="h" for="ch" forName="Child1Accent9" refType="h" fact="0"/>
                  <dgm:constr type="r" for="ch" forName="Child2Accent1" refType="w" fact="0.6564"/>
                  <dgm:constr type="t" for="ch" forName="Child2Accent1" refType="h" fact="0.8153"/>
                  <dgm:constr type="w" for="ch" forName="Child2Accent1" refType="w" fact="0.0574"/>
                  <dgm:constr type="h" for="ch" forName="Child2Accent1" refType="h" fact="0.1217"/>
                  <dgm:constr type="r" for="ch" forName="Child2Accent2" refType="w" fact="0.6932"/>
                  <dgm:constr type="t" for="ch" forName="Child2Accent2" refType="h" fact="0.9392"/>
                  <dgm:constr type="w" for="ch" forName="Child2Accent2" refType="w" fact="0.0287"/>
                  <dgm:constr type="h" for="ch" forName="Child2Accent2" refType="h" fact="0.0608"/>
                  <dgm:constr type="r" for="ch" forName="Child2Accent3" refType="w" fact="0.7545"/>
                  <dgm:constr type="t" for="ch" forName="Child2Accent3" refType="h" fact="0.9392"/>
                  <dgm:constr type="w" for="ch" forName="Child2Accent3" refType="w" fact="0.0287"/>
                  <dgm:constr type="h" for="ch" forName="Child2Accent3" refType="h" fact="0.0608"/>
                  <dgm:constr type="r" for="ch" forName="Child2Accent4" refType="w" fact="0.8158"/>
                  <dgm:constr type="t" for="ch" forName="Child2Accent4" refType="h" fact="0.9392"/>
                  <dgm:constr type="w" for="ch" forName="Child2Accent4" refType="w" fact="0.0287"/>
                  <dgm:constr type="h" for="ch" forName="Child2Accent4" refType="h" fact="0.0608"/>
                  <dgm:constr type="r" for="ch" forName="Child2Accent5" refType="w" fact="0.8771"/>
                  <dgm:constr type="t" for="ch" forName="Child2Accent5" refType="h" fact="0.9392"/>
                  <dgm:constr type="w" for="ch" forName="Child2Accent5" refType="w" fact="0.0287"/>
                  <dgm:constr type="h" for="ch" forName="Child2Accent5" refType="h" fact="0.0608"/>
                  <dgm:constr type="r" for="ch" forName="Child2Accent6" refType="w" fact="0.9385"/>
                  <dgm:constr type="t" for="ch" forName="Child2Accent6" refType="h" fact="0.9392"/>
                  <dgm:constr type="w" for="ch" forName="Child2Accent6" refType="w" fact="0.0287"/>
                  <dgm:constr type="h" for="ch" forName="Child2Accent6" refType="h" fact="0.0608"/>
                  <dgm:constr type="r" for="ch" forName="Child2Accent7" refType="w" fact="0.9998"/>
                  <dgm:constr type="t" for="ch" forName="Child2Accent7" refType="h" fact="0.9392"/>
                  <dgm:constr type="w" for="ch" forName="Child2Accent7" refType="w" fact="0.0287"/>
                  <dgm:constr type="h" for="ch" forName="Child2Accent7" refType="h" fact="0.0608"/>
                  <dgm:constr type="r" for="ch" forName="ParentAccent1" refType="w" fact="0.0287"/>
                  <dgm:constr type="t" for="ch" forName="ParentAccent1" refType="h" fact="0.5511"/>
                  <dgm:constr type="w" for="ch" forName="ParentAccent1" refType="w" fact="0.0287"/>
                  <dgm:constr type="h" for="ch" forName="ParentAccent1" refType="h" fact="0.0608"/>
                  <dgm:constr type="r" for="ch" forName="ParentAccent2" refType="w" fact="0.0813"/>
                  <dgm:constr type="t" for="ch" forName="ParentAccent2" refType="h" fact="0.5511"/>
                  <dgm:constr type="w" for="ch" forName="ParentAccent2" refType="w" fact="0.0287"/>
                  <dgm:constr type="h" for="ch" forName="ParentAccent2" refType="h" fact="0.0608"/>
                  <dgm:constr type="r" for="ch" forName="ParentAccent3" refType="w" fact="0.1339"/>
                  <dgm:constr type="t" for="ch" forName="ParentAccent3" refType="h" fact="0.5511"/>
                  <dgm:constr type="w" for="ch" forName="ParentAccent3" refType="w" fact="0.0287"/>
                  <dgm:constr type="h" for="ch" forName="ParentAccent3" refType="h" fact="0.0608"/>
                  <dgm:constr type="r" for="ch" forName="ParentAccent4" refType="w" fact="0.1864"/>
                  <dgm:constr type="t" for="ch" forName="ParentAccent4" refType="h" fact="0.5511"/>
                  <dgm:constr type="w" for="ch" forName="ParentAccent4" refType="w" fact="0.0287"/>
                  <dgm:constr type="h" for="ch" forName="ParentAccent4" refType="h" fact="0.0608"/>
                  <dgm:constr type="r" for="ch" forName="ParentAccent5" refType="w" fact="0.239"/>
                  <dgm:constr type="t" for="ch" forName="ParentAccent5" refType="h" fact="0.5511"/>
                  <dgm:constr type="w" for="ch" forName="ParentAccent5" refType="w" fact="0.0287"/>
                  <dgm:constr type="h" for="ch" forName="ParentAccent5" refType="h" fact="0.0608"/>
                  <dgm:constr type="r" for="ch" forName="ParentAccent6" refType="w" fact="0.3203"/>
                  <dgm:constr type="t" for="ch" forName="ParentAccent6" refType="h" fact="0.5207"/>
                  <dgm:constr type="w" for="ch" forName="ParentAccent6" refType="w" fact="0.0574"/>
                  <dgm:constr type="h" for="ch" forName="ParentAccent6" refType="h" fact="0.1217"/>
                  <dgm:constr type="r" for="ch" forName="ParentAccent7" refType="w" fact="0.0755"/>
                  <dgm:constr type="t" for="ch" forName="ParentAccent7" refType="h" fact="0.4255"/>
                  <dgm:constr type="w" for="ch" forName="ParentAccent7" refType="w" fact="0.0287"/>
                  <dgm:constr type="h" for="ch" forName="ParentAccent7" refType="h" fact="0.0608"/>
                  <dgm:constr type="r" for="ch" forName="ParentAccent8" refType="w" fact="0.0755"/>
                  <dgm:constr type="t" for="ch" forName="ParentAccent8" refType="h" fact="0.6776"/>
                  <dgm:constr type="w" for="ch" forName="ParentAccent8" refType="w" fact="0.0287"/>
                  <dgm:constr type="h" for="ch" forName="ParentAccent8" refType="h" fact="0.0608"/>
                  <dgm:constr type="r" for="ch" forName="ParentAccent9" refType="w" fact="0.0499"/>
                  <dgm:constr type="t" for="ch" forName="ParentAccent9" refType="h" fact="0.4801"/>
                  <dgm:constr type="w" for="ch" forName="ParentAccent9" refType="w" fact="0.0287"/>
                  <dgm:constr type="h" for="ch" forName="ParentAccent9" refType="h" fact="0.0608"/>
                  <dgm:constr type="r" for="ch" forName="ParentAccent10" refType="w" fact="0.0482"/>
                  <dgm:constr type="t" for="ch" forName="ParentAccent10" refType="h" fact="0.6233"/>
                  <dgm:constr type="w" for="ch" forName="ParentAccent10" refType="w" fact="0.0287"/>
                  <dgm:constr type="h" for="ch" forName="ParentAccent10" refType="h" fact="0.0608"/>
                  <dgm:constr type="r" for="ch" forName="Child2" refType="w"/>
                  <dgm:constr type="t" for="ch" forName="Child2" refType="h" fact="0.7822"/>
                  <dgm:constr type="w" for="ch" forName="Child2" refType="w" fact="0.3364"/>
                  <dgm:constr type="h" for="ch" forName="Child2" refType="h" fact="0.1564"/>
                  <dgm:constr type="r" for="ch" forName="Child1" refType="w"/>
                  <dgm:constr type="t" for="ch" forName="Child1" refType="h" fact="0"/>
                  <dgm:constr type="w" for="ch" forName="Child1" refType="w" fact="0.3364"/>
                  <dgm:constr type="h" for="ch" forName="Child1" refType="h" fact="0.1564"/>
                  <dgm:constr type="r" for="ch" forName="Parent" refType="w" fact="0.6347"/>
                  <dgm:constr type="t" for="ch" forName="Parent" refType="h" fact="0.2737"/>
                  <dgm:constr type="w" for="ch" forName="Parent" refType="w" fact="0.2906"/>
                  <dgm:constr type="h" for="ch" forName="Parent" refType="h" fact="0.6157"/>
                </dgm:constrLst>
              </dgm:if>
              <dgm:if name="Name18" axis="ch" ptType="node" func="cnt" op="equ" val="3">
                <dgm:alg type="composite">
                  <dgm:param type="ar" val="2.1185"/>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Child1Accent1" refType="w" fact="0.6564"/>
                  <dgm:constr type="t" for="ch" forName="Child1Accent1" refType="h" fact="0.2211"/>
                  <dgm:constr type="w" for="ch" forName="Child1Accent1" refType="w" fact="0.0574"/>
                  <dgm:constr type="h" for="ch" forName="Child1Accent1" refType="h" fact="0.1217"/>
                  <dgm:constr type="r" for="ch" forName="Child1Accent2" refType="w" fact="0.6932"/>
                  <dgm:constr type="t" for="ch" forName="Child1Accent2" refType="h" fact="0.1569"/>
                  <dgm:constr type="w" for="ch" forName="Child1Accent2" refType="w" fact="0.0287"/>
                  <dgm:constr type="h" for="ch" forName="Child1Accent2" refType="h" fact="0.0608"/>
                  <dgm:constr type="r" for="ch" forName="Child1Accent3" refType="w" fact="0.7545"/>
                  <dgm:constr type="t" for="ch" forName="Child1Accent3" refType="h" fact="0.1569"/>
                  <dgm:constr type="w" for="ch" forName="Child1Accent3" refType="w" fact="0.0287"/>
                  <dgm:constr type="h" for="ch" forName="Child1Accent3" refType="h" fact="0.0608"/>
                  <dgm:constr type="r" for="ch" forName="Child1Accent4" refType="w" fact="0.8158"/>
                  <dgm:constr type="t" for="ch" forName="Child1Accent4" refType="h" fact="0.1569"/>
                  <dgm:constr type="w" for="ch" forName="Child1Accent4" refType="w" fact="0.0287"/>
                  <dgm:constr type="h" for="ch" forName="Child1Accent4" refType="h" fact="0.0608"/>
                  <dgm:constr type="r" for="ch" forName="Child1Accent5" refType="w" fact="0.8771"/>
                  <dgm:constr type="t" for="ch" forName="Child1Accent5" refType="h" fact="0.1569"/>
                  <dgm:constr type="w" for="ch" forName="Child1Accent5" refType="w" fact="0.0287"/>
                  <dgm:constr type="h" for="ch" forName="Child1Accent5" refType="h" fact="0.0608"/>
                  <dgm:constr type="r" for="ch" forName="Child1Accent6" refType="w" fact="0.9385"/>
                  <dgm:constr type="t" for="ch" forName="Child1Accent6" refType="h" fact="0.1569"/>
                  <dgm:constr type="w" for="ch" forName="Child1Accent6" refType="w" fact="0.0287"/>
                  <dgm:constr type="h" for="ch" forName="Child1Accent6" refType="h" fact="0.0608"/>
                  <dgm:constr type="r" for="ch" forName="Child1Accent7" refType="w" fact="0.9998"/>
                  <dgm:constr type="t" for="ch" forName="Child1Accent7" refType="h" fact="0.1569"/>
                  <dgm:constr type="w" for="ch" forName="Child1Accent7" refType="w" fact="0.0287"/>
                  <dgm:constr type="h" for="ch" forName="Child1Accent7" refType="h" fact="0.0608"/>
                  <dgm:constr type="r" for="ch" forName="Child1Accent8" refType="w" fact="0"/>
                  <dgm:constr type="t" for="ch" forName="Child1Accent8" refType="h" fact="0"/>
                  <dgm:constr type="w" for="ch" forName="Child1Accent8" refType="w" fact="0"/>
                  <dgm:constr type="h" for="ch" forName="Child1Accent8" refType="h" fact="0"/>
                  <dgm:constr type="r" for="ch" forName="Child1Accent9" refType="w" fact="0"/>
                  <dgm:constr type="t" for="ch" forName="Child1Accent9" refType="h" fact="0"/>
                  <dgm:constr type="w" for="ch" forName="Child1Accent9" refType="w" fact="0"/>
                  <dgm:constr type="h" for="ch" forName="Child1Accent9" refType="h" fact="0"/>
                  <dgm:constr type="r" for="ch" forName="Child2Accent1" refType="w" fact="0.716"/>
                  <dgm:constr type="t" for="ch" forName="Child2Accent1" refType="h" fact="0.5207"/>
                  <dgm:constr type="w" for="ch" forName="Child2Accent1" refType="w" fact="0.0574"/>
                  <dgm:constr type="h" for="ch" forName="Child2Accent1" refType="h" fact="0.1217"/>
                  <dgm:constr type="r" for="ch" forName="Child2Accent2" refType="w" fact="0.7728"/>
                  <dgm:constr type="t" for="ch" forName="Child2Accent2" refType="h" fact="0.5511"/>
                  <dgm:constr type="w" for="ch" forName="Child2Accent2" refType="w" fact="0.0287"/>
                  <dgm:constr type="h" for="ch" forName="Child2Accent2" refType="h" fact="0.0608"/>
                  <dgm:constr type="r" for="ch" forName="Child2Accent3" refType="w" fact="0.8295"/>
                  <dgm:constr type="t" for="ch" forName="Child2Accent3" refType="h" fact="0.5511"/>
                  <dgm:constr type="w" for="ch" forName="Child2Accent3" refType="w" fact="0.0287"/>
                  <dgm:constr type="h" for="ch" forName="Child2Accent3" refType="h" fact="0.0608"/>
                  <dgm:constr type="r" for="ch" forName="Child2Accent4" refType="w" fact="0.8863"/>
                  <dgm:constr type="t" for="ch" forName="Child2Accent4" refType="h" fact="0.5511"/>
                  <dgm:constr type="w" for="ch" forName="Child2Accent4" refType="w" fact="0.0287"/>
                  <dgm:constr type="h" for="ch" forName="Child2Accent4" refType="h" fact="0.0608"/>
                  <dgm:constr type="r" for="ch" forName="Child2Accent5" refType="w" fact="0.943"/>
                  <dgm:constr type="t" for="ch" forName="Child2Accent5" refType="h" fact="0.5511"/>
                  <dgm:constr type="w" for="ch" forName="Child2Accent5" refType="w" fact="0.0287"/>
                  <dgm:constr type="h" for="ch" forName="Child2Accent5" refType="h" fact="0.0608"/>
                  <dgm:constr type="r" for="ch" forName="Child2Accent6" refType="w" fact="0.9998"/>
                  <dgm:constr type="t" for="ch" forName="Child2Accent6" refType="h" fact="0.5511"/>
                  <dgm:constr type="w" for="ch" forName="Child2Accent6" refType="w" fact="0.0287"/>
                  <dgm:constr type="h" for="ch" forName="Child2Accent6" refType="h" fact="0.0608"/>
                  <dgm:constr type="r" for="ch" forName="Child2Accent7" refType="w" fact="0"/>
                  <dgm:constr type="t" for="ch" forName="Child2Accent7" refType="h" fact="0"/>
                  <dgm:constr type="w" for="ch" forName="Child2Accent7" refType="w" fact="0"/>
                  <dgm:constr type="h" for="ch" forName="Child2Accent7" refType="h" fact="0"/>
                  <dgm:constr type="r" for="ch" forName="Child3Accent1" refType="w" fact="0.6564"/>
                  <dgm:constr type="t" for="ch" forName="Child3Accent1" refType="h" fact="0.8153"/>
                  <dgm:constr type="w" for="ch" forName="Child3Accent1" refType="w" fact="0.0574"/>
                  <dgm:constr type="h" for="ch" forName="Child3Accent1" refType="h" fact="0.1217"/>
                  <dgm:constr type="r" for="ch" forName="Child3Accent2" refType="w" fact="0.6932"/>
                  <dgm:constr type="t" for="ch" forName="Child3Accent2" refType="h" fact="0.9392"/>
                  <dgm:constr type="w" for="ch" forName="Child3Accent2" refType="w" fact="0.0287"/>
                  <dgm:constr type="h" for="ch" forName="Child3Accent2" refType="h" fact="0.0608"/>
                  <dgm:constr type="r" for="ch" forName="Child3Accent3" refType="w" fact="0.7545"/>
                  <dgm:constr type="t" for="ch" forName="Child3Accent3" refType="h" fact="0.9392"/>
                  <dgm:constr type="w" for="ch" forName="Child3Accent3" refType="w" fact="0.0287"/>
                  <dgm:constr type="h" for="ch" forName="Child3Accent3" refType="h" fact="0.0608"/>
                  <dgm:constr type="r" for="ch" forName="Child3Accent4" refType="w" fact="0.8158"/>
                  <dgm:constr type="t" for="ch" forName="Child3Accent4" refType="h" fact="0.9392"/>
                  <dgm:constr type="w" for="ch" forName="Child3Accent4" refType="w" fact="0.0287"/>
                  <dgm:constr type="h" for="ch" forName="Child3Accent4" refType="h" fact="0.0608"/>
                  <dgm:constr type="r" for="ch" forName="Child3Accent5" refType="w" fact="0.8771"/>
                  <dgm:constr type="t" for="ch" forName="Child3Accent5" refType="h" fact="0.9392"/>
                  <dgm:constr type="w" for="ch" forName="Child3Accent5" refType="w" fact="0.0287"/>
                  <dgm:constr type="h" for="ch" forName="Child3Accent5" refType="h" fact="0.0608"/>
                  <dgm:constr type="r" for="ch" forName="Child3Accent6" refType="w" fact="0.9385"/>
                  <dgm:constr type="t" for="ch" forName="Child3Accent6" refType="h" fact="0.9392"/>
                  <dgm:constr type="w" for="ch" forName="Child3Accent6" refType="w" fact="0.0287"/>
                  <dgm:constr type="h" for="ch" forName="Child3Accent6" refType="h" fact="0.0608"/>
                  <dgm:constr type="r" for="ch" forName="Child3Accent7" refType="w" fact="0.9998"/>
                  <dgm:constr type="t" for="ch" forName="Child3Accent7" refType="h" fact="0.9392"/>
                  <dgm:constr type="w" for="ch" forName="Child3Accent7" refType="w" fact="0.0287"/>
                  <dgm:constr type="h" for="ch" forName="Child3Accent7" refType="h" fact="0.0608"/>
                  <dgm:constr type="r" for="ch" forName="ParentAccent1" refType="w" fact="0.0287"/>
                  <dgm:constr type="t" for="ch" forName="ParentAccent1" refType="h" fact="0.5511"/>
                  <dgm:constr type="w" for="ch" forName="ParentAccent1" refType="w" fact="0.0287"/>
                  <dgm:constr type="h" for="ch" forName="ParentAccent1" refType="h" fact="0.0608"/>
                  <dgm:constr type="r" for="ch" forName="ParentAccent2" refType="w" fact="0.0813"/>
                  <dgm:constr type="t" for="ch" forName="ParentAccent2" refType="h" fact="0.5511"/>
                  <dgm:constr type="w" for="ch" forName="ParentAccent2" refType="w" fact="0.0287"/>
                  <dgm:constr type="h" for="ch" forName="ParentAccent2" refType="h" fact="0.0608"/>
                  <dgm:constr type="r" for="ch" forName="ParentAccent3" refType="w" fact="0.1339"/>
                  <dgm:constr type="t" for="ch" forName="ParentAccent3" refType="h" fact="0.5511"/>
                  <dgm:constr type="w" for="ch" forName="ParentAccent3" refType="w" fact="0.0287"/>
                  <dgm:constr type="h" for="ch" forName="ParentAccent3" refType="h" fact="0.0608"/>
                  <dgm:constr type="r" for="ch" forName="ParentAccent4" refType="w" fact="0.1864"/>
                  <dgm:constr type="t" for="ch" forName="ParentAccent4" refType="h" fact="0.5511"/>
                  <dgm:constr type="w" for="ch" forName="ParentAccent4" refType="w" fact="0.0287"/>
                  <dgm:constr type="h" for="ch" forName="ParentAccent4" refType="h" fact="0.0608"/>
                  <dgm:constr type="r" for="ch" forName="ParentAccent5" refType="w" fact="0.239"/>
                  <dgm:constr type="t" for="ch" forName="ParentAccent5" refType="h" fact="0.5511"/>
                  <dgm:constr type="w" for="ch" forName="ParentAccent5" refType="w" fact="0.0287"/>
                  <dgm:constr type="h" for="ch" forName="ParentAccent5" refType="h" fact="0.0608"/>
                  <dgm:constr type="r" for="ch" forName="ParentAccent6" refType="w" fact="0.3203"/>
                  <dgm:constr type="t" for="ch" forName="ParentAccent6" refType="h" fact="0.5207"/>
                  <dgm:constr type="w" for="ch" forName="ParentAccent6" refType="w" fact="0.0574"/>
                  <dgm:constr type="h" for="ch" forName="ParentAccent6" refType="h" fact="0.1217"/>
                  <dgm:constr type="r" for="ch" forName="ParentAccent7" refType="w" fact="0.0755"/>
                  <dgm:constr type="t" for="ch" forName="ParentAccent7" refType="h" fact="0.4255"/>
                  <dgm:constr type="w" for="ch" forName="ParentAccent7" refType="w" fact="0.0287"/>
                  <dgm:constr type="h" for="ch" forName="ParentAccent7" refType="h" fact="0.0608"/>
                  <dgm:constr type="r" for="ch" forName="ParentAccent8" refType="w" fact="0.0755"/>
                  <dgm:constr type="t" for="ch" forName="ParentAccent8" refType="h" fact="0.6776"/>
                  <dgm:constr type="w" for="ch" forName="ParentAccent8" refType="w" fact="0.0287"/>
                  <dgm:constr type="h" for="ch" forName="ParentAccent8" refType="h" fact="0.0608"/>
                  <dgm:constr type="r" for="ch" forName="ParentAccent9" refType="w" fact="0.0499"/>
                  <dgm:constr type="t" for="ch" forName="ParentAccent9" refType="h" fact="0.4801"/>
                  <dgm:constr type="w" for="ch" forName="ParentAccent9" refType="w" fact="0.0287"/>
                  <dgm:constr type="h" for="ch" forName="ParentAccent9" refType="h" fact="0.0608"/>
                  <dgm:constr type="r" for="ch" forName="ParentAccent10" refType="w" fact="0.0482"/>
                  <dgm:constr type="t" for="ch" forName="ParentAccent10" refType="h" fact="0.6233"/>
                  <dgm:constr type="w" for="ch" forName="ParentAccent10" refType="w" fact="0.0287"/>
                  <dgm:constr type="h" for="ch" forName="ParentAccent10" refType="h" fact="0.0608"/>
                  <dgm:constr type="r" for="ch" forName="Child3" refType="w"/>
                  <dgm:constr type="t" for="ch" forName="Child3" refType="h" fact="0.7822"/>
                  <dgm:constr type="w" for="ch" forName="Child3" refType="w" fact="0.3364"/>
                  <dgm:constr type="h" for="ch" forName="Child3" refType="h" fact="0.1564"/>
                  <dgm:constr type="r" for="ch" forName="Child2" refType="w"/>
                  <dgm:constr type="t" for="ch" forName="Child2" refType="h" fact="0.3955"/>
                  <dgm:constr type="w" for="ch" forName="Child2" refType="w" fact="0.2544"/>
                  <dgm:constr type="h" for="ch" forName="Child2" refType="h" fact="0.1564"/>
                  <dgm:constr type="r" for="ch" forName="Child1" refType="w"/>
                  <dgm:constr type="t" for="ch" forName="Child1" refType="h" fact="0"/>
                  <dgm:constr type="w" for="ch" forName="Child1" refType="w" fact="0.3364"/>
                  <dgm:constr type="h" for="ch" forName="Child1" refType="h" fact="0.1564"/>
                  <dgm:constr type="r" for="ch" forName="Parent" refType="w" fact="0.6347"/>
                  <dgm:constr type="t" for="ch" forName="Parent" refType="h" fact="0.2737"/>
                  <dgm:constr type="w" for="ch" forName="Parent" refType="w" fact="0.2906"/>
                  <dgm:constr type="h" for="ch" forName="Parent" refType="h" fact="0.6157"/>
                </dgm:constrLst>
              </dgm:if>
              <dgm:if name="Name19" axis="ch" ptType="node" func="cnt" op="equ" val="4">
                <dgm:alg type="composite">
                  <dgm:param type="ar" val="1.8304"/>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 refType="w" fact="0.6229"/>
                  <dgm:constr type="t" for="ch" forName="Parent" refType="h" fact="0.2946"/>
                  <dgm:constr type="w" for="ch" forName="Parent" refType="w" fact="0.2862"/>
                  <dgm:constr type="h" for="ch" forName="Parent" refType="h" fact="0.5239"/>
                  <dgm:constr type="r" for="ch" forName="Child1Accent1" refType="w" fact="0.6096"/>
                  <dgm:constr type="t" for="ch" forName="Child1Accent1" refType="h" fact="0.2104"/>
                  <dgm:constr type="w" for="ch" forName="Child1Accent1" refType="w" fact="0.0566"/>
                  <dgm:constr type="h" for="ch" forName="Child1Accent1" refType="h" fact="0.1035"/>
                  <dgm:constr type="r" for="ch" forName="Child1Accent3" refType="w" fact="0.6999"/>
                  <dgm:constr type="t" for="ch" forName="Child1Accent3" refType="h" fact="0.128"/>
                  <dgm:constr type="w" for="ch" forName="Child1Accent3" refType="w" fact="0.0283"/>
                  <dgm:constr type="h" for="ch" forName="Child1Accent3" refType="h" fact="0.0518"/>
                  <dgm:constr type="r" for="ch" forName="Child1Accent4" refType="w" fact="0.7582"/>
                  <dgm:constr type="t" for="ch" forName="Child1Accent4" refType="h" fact="0.128"/>
                  <dgm:constr type="w" for="ch" forName="Child1Accent4" refType="w" fact="0.0283"/>
                  <dgm:constr type="h" for="ch" forName="Child1Accent4" refType="h" fact="0.0518"/>
                  <dgm:constr type="r" for="ch" forName="Child1Accent5" refType="w" fact="0.8165"/>
                  <dgm:constr type="t" for="ch" forName="Child1Accent5" refType="h" fact="0.128"/>
                  <dgm:constr type="w" for="ch" forName="Child1Accent5" refType="w" fact="0.0283"/>
                  <dgm:constr type="h" for="ch" forName="Child1Accent5" refType="h" fact="0.0518"/>
                  <dgm:constr type="r" for="ch" forName="Child1Accent6" refType="w" fact="0.8748"/>
                  <dgm:constr type="t" for="ch" forName="Child1Accent6" refType="h" fact="0.128"/>
                  <dgm:constr type="w" for="ch" forName="Child1Accent6" refType="w" fact="0.0283"/>
                  <dgm:constr type="h" for="ch" forName="Child1Accent6" refType="h" fact="0.0518"/>
                  <dgm:constr type="r" for="ch" forName="Child3Accent1" refType="w" fact="0.6842"/>
                  <dgm:constr type="t" for="ch" forName="Child3Accent1" refType="h" fact="0.6212"/>
                  <dgm:constr type="w" for="ch" forName="Child3Accent1" refType="w" fact="0.0566"/>
                  <dgm:constr type="h" for="ch" forName="Child3Accent1" refType="h" fact="0.1035"/>
                  <dgm:constr type="r" for="ch" forName="Child3Accent2" refType="w" fact="0.7311"/>
                  <dgm:constr type="t" for="ch" forName="Child3Accent2" refType="h" fact="0.6828"/>
                  <dgm:constr type="w" for="ch" forName="Child3Accent2" refType="w" fact="0.0283"/>
                  <dgm:constr type="h" for="ch" forName="Child3Accent2" refType="h" fact="0.0518"/>
                  <dgm:constr type="r" for="ch" forName="Child3Accent4" refType="w" fact="0.8386"/>
                  <dgm:constr type="t" for="ch" forName="Child3Accent4" refType="h" fact="0.6828"/>
                  <dgm:constr type="w" for="ch" forName="Child3Accent4" refType="w" fact="0.0283"/>
                  <dgm:constr type="h" for="ch" forName="Child3Accent4" refType="h" fact="0.0518"/>
                  <dgm:constr type="r" for="ch" forName="Child3Accent5" refType="w" fact="0.8923"/>
                  <dgm:constr type="t" for="ch" forName="Child3Accent5" refType="h" fact="0.6828"/>
                  <dgm:constr type="w" for="ch" forName="Child3Accent5" refType="w" fact="0.0283"/>
                  <dgm:constr type="h" for="ch" forName="Child3Accent5" refType="h" fact="0.0518"/>
                  <dgm:constr type="r" for="ch" forName="Child1Accent7" refType="w" fact="0.9332"/>
                  <dgm:constr type="t" for="ch" forName="Child1Accent7" refType="h" fact="0.128"/>
                  <dgm:constr type="w" for="ch" forName="Child1Accent7" refType="w" fact="0.0283"/>
                  <dgm:constr type="h" for="ch" forName="Child1Accent7" refType="h" fact="0.0518"/>
                  <dgm:constr type="r" for="ch" forName="Child3Accent6" refType="w" fact="0.9461"/>
                  <dgm:constr type="t" for="ch" forName="Child3Accent6" refType="h" fact="0.6828"/>
                  <dgm:constr type="w" for="ch" forName="Child3Accent6" refType="w" fact="0.0283"/>
                  <dgm:constr type="h" for="ch" forName="Child3Accent6" refType="h" fact="0.0518"/>
                  <dgm:constr type="r" for="ch" forName="Child1Accent8" refType="w" fact="0.9915"/>
                  <dgm:constr type="t" for="ch" forName="Child1Accent8" refType="h" fact="0.128"/>
                  <dgm:constr type="w" for="ch" forName="Child1Accent8" refType="w" fact="0.0283"/>
                  <dgm:constr type="h" for="ch" forName="Child1Accent8" refType="h" fact="0.0518"/>
                  <dgm:constr type="r" for="ch" forName="Child1Accent9" refType="w" fact="0"/>
                  <dgm:constr type="t" for="ch" forName="Child1Accent9" refType="h" fact="0"/>
                  <dgm:constr type="w" for="ch" forName="Child1Accent9" refType="w" fact="0"/>
                  <dgm:constr type="h" for="ch" forName="Child1Accent9" refType="h" fact="0"/>
                  <dgm:constr type="r" for="ch" forName="Child3Accent7" refType="w" fact="0.9998"/>
                  <dgm:constr type="t" for="ch" forName="Child3Accent7" refType="h" fact="0.6828"/>
                  <dgm:constr type="w" for="ch" forName="Child3Accent7" refType="w" fact="0.0283"/>
                  <dgm:constr type="h" for="ch" forName="Child3Accent7" refType="h" fact="0.0518"/>
                  <dgm:constr type="r" for="ch" forName="Child4Accent1" refType="w" fact="0.6096"/>
                  <dgm:constr type="t" for="ch" forName="Child4Accent1" refType="h" fact="0.8"/>
                  <dgm:constr type="w" for="ch" forName="Child4Accent1" refType="w" fact="0.0566"/>
                  <dgm:constr type="h" for="ch" forName="Child4Accent1" refType="h" fact="0.1035"/>
                  <dgm:constr type="r" for="ch" forName="Child4Accent3" refType="w" fact="0.7002"/>
                  <dgm:constr type="t" for="ch" forName="Child4Accent3" refType="h" fact="0.9482"/>
                  <dgm:constr type="w" for="ch" forName="Child4Accent3" refType="w" fact="0.0283"/>
                  <dgm:constr type="h" for="ch" forName="Child4Accent3" refType="h" fact="0.0518"/>
                  <dgm:constr type="r" for="ch" forName="Child4Accent4" refType="w" fact="0.7585"/>
                  <dgm:constr type="t" for="ch" forName="Child4Accent4" refType="h" fact="0.9482"/>
                  <dgm:constr type="w" for="ch" forName="Child4Accent4" refType="w" fact="0.0283"/>
                  <dgm:constr type="h" for="ch" forName="Child4Accent4" refType="h" fact="0.0518"/>
                  <dgm:constr type="r" for="ch" forName="Child4Accent5" refType="w" fact="0.8167"/>
                  <dgm:constr type="t" for="ch" forName="Child4Accent5" refType="h" fact="0.9482"/>
                  <dgm:constr type="w" for="ch" forName="Child4Accent5" refType="w" fact="0.0283"/>
                  <dgm:constr type="h" for="ch" forName="Child4Accent5" refType="h" fact="0.0518"/>
                  <dgm:constr type="r" for="ch" forName="Child4Accent6" refType="w" fact="0.8749"/>
                  <dgm:constr type="t" for="ch" forName="Child4Accent6" refType="h" fact="0.9482"/>
                  <dgm:constr type="w" for="ch" forName="Child4Accent6" refType="w" fact="0.0283"/>
                  <dgm:constr type="h" for="ch" forName="Child4Accent6" refType="h" fact="0.0518"/>
                  <dgm:constr type="r" for="ch" forName="Child4Accent7" refType="w" fact="0.9332"/>
                  <dgm:constr type="t" for="ch" forName="Child4Accent7" refType="h" fact="0.9482"/>
                  <dgm:constr type="w" for="ch" forName="Child4Accent7" refType="w" fact="0.0283"/>
                  <dgm:constr type="h" for="ch" forName="Child4Accent7" refType="h" fact="0.0518"/>
                  <dgm:constr type="r" for="ch" forName="Child4Accent8" refType="w" fact="0.9914"/>
                  <dgm:constr type="t" for="ch" forName="Child4Accent8" refType="h" fact="0.9482"/>
                  <dgm:constr type="w" for="ch" forName="Child4Accent8" refType="w" fact="0.0283"/>
                  <dgm:constr type="h" for="ch" forName="Child4Accent8" refType="h" fact="0.0518"/>
                  <dgm:constr type="r" for="ch" forName="Child2Accent1" refType="w" fact="0.6842"/>
                  <dgm:constr type="t" for="ch" forName="Child2Accent1" refType="h" fact="0.3725"/>
                  <dgm:constr type="w" for="ch" forName="Child2Accent1" refType="w" fact="0.0566"/>
                  <dgm:constr type="h" for="ch" forName="Child2Accent1" refType="h" fact="0.1035"/>
                  <dgm:constr type="r" for="ch" forName="Child4Accent2" refType="w" fact="0.642"/>
                  <dgm:constr type="t" for="ch" forName="Child4Accent2" refType="h" fact="0.8993"/>
                  <dgm:constr type="w" for="ch" forName="Child4Accent2" refType="w" fact="0.0283"/>
                  <dgm:constr type="h" for="ch" forName="Child4Accent2" refType="h" fact="0.0518"/>
                  <dgm:constr type="r" for="ch" forName="Child1Accent2" refType="w" fact="0.6415"/>
                  <dgm:constr type="t" for="ch" forName="Child1Accent2" refType="h" fact="0.162"/>
                  <dgm:constr type="w" for="ch" forName="Child1Accent2" refType="w" fact="0.0283"/>
                  <dgm:constr type="h" for="ch" forName="Child1Accent2" refType="h" fact="0.0518"/>
                  <dgm:constr type="r" for="ch" forName="Child3Accent3" refType="w" fact="0.7849"/>
                  <dgm:constr type="t" for="ch" forName="Child3Accent3" refType="h" fact="0.6828"/>
                  <dgm:constr type="w" for="ch" forName="Child3Accent3" refType="w" fact="0.0283"/>
                  <dgm:constr type="h" for="ch" forName="Child3Accent3" refType="h" fact="0.0518"/>
                  <dgm:constr type="r" for="ch" forName="Child2Accent2" refType="w" fact="0.7311"/>
                  <dgm:constr type="t" for="ch" forName="Child2Accent2" refType="h" fact="0.3937"/>
                  <dgm:constr type="w" for="ch" forName="Child2Accent2" refType="w" fact="0.0283"/>
                  <dgm:constr type="h" for="ch" forName="Child2Accent2" refType="h" fact="0.0518"/>
                  <dgm:constr type="r" for="ch" forName="Child2Accent4" refType="w" fact="0.8386"/>
                  <dgm:constr type="t" for="ch" forName="Child2Accent4" refType="h" fact="0.3937"/>
                  <dgm:constr type="w" for="ch" forName="Child2Accent4" refType="w" fact="0.0283"/>
                  <dgm:constr type="h" for="ch" forName="Child2Accent4" refType="h" fact="0.0518"/>
                  <dgm:constr type="r" for="ch" forName="Child2Accent5" refType="w" fact="0.8923"/>
                  <dgm:constr type="t" for="ch" forName="Child2Accent5" refType="h" fact="0.3937"/>
                  <dgm:constr type="w" for="ch" forName="Child2Accent5" refType="w" fact="0.0283"/>
                  <dgm:constr type="h" for="ch" forName="Child2Accent5" refType="h" fact="0.0518"/>
                  <dgm:constr type="r" for="ch" forName="Child2Accent6" refType="w" fact="0.9461"/>
                  <dgm:constr type="t" for="ch" forName="Child2Accent6" refType="h" fact="0.3937"/>
                  <dgm:constr type="w" for="ch" forName="Child2Accent6" refType="w" fact="0.0283"/>
                  <dgm:constr type="h" for="ch" forName="Child2Accent6" refType="h" fact="0.0518"/>
                  <dgm:constr type="r" for="ch" forName="Child2Accent7" refType="w" fact="0.9998"/>
                  <dgm:constr type="t" for="ch" forName="Child2Accent7" refType="h" fact="0.3937"/>
                  <dgm:constr type="w" for="ch" forName="Child2Accent7" refType="w" fact="0.0283"/>
                  <dgm:constr type="h" for="ch" forName="Child2Accent7" refType="h" fact="0.0518"/>
                  <dgm:constr type="r" for="ch" forName="Child2Accent3" refType="w" fact="0.7849"/>
                  <dgm:constr type="t" for="ch" forName="Child2Accent3" refType="h" fact="0.3937"/>
                  <dgm:constr type="w" for="ch" forName="Child2Accent3" refType="w" fact="0.0283"/>
                  <dgm:constr type="h" for="ch" forName="Child2Accent3" refType="h" fact="0.0518"/>
                  <dgm:constr type="r" for="ch" forName="ParentAccent1" refType="w" fact="0.0283"/>
                  <dgm:constr type="t" for="ch" forName="ParentAccent1" refType="h" fact="0.5316"/>
                  <dgm:constr type="w" for="ch" forName="ParentAccent1" refType="w" fact="0.0283"/>
                  <dgm:constr type="h" for="ch" forName="ParentAccent1" refType="h" fact="0.0518"/>
                  <dgm:constr type="r" for="ch" forName="ParentAccent2" refType="w" fact="0.0801"/>
                  <dgm:constr type="t" for="ch" forName="ParentAccent2" refType="h" fact="0.5316"/>
                  <dgm:constr type="w" for="ch" forName="ParentAccent2" refType="w" fact="0.0283"/>
                  <dgm:constr type="h" for="ch" forName="ParentAccent2" refType="h" fact="0.0518"/>
                  <dgm:constr type="r" for="ch" forName="ParentAccent3" refType="w" fact="0.1318"/>
                  <dgm:constr type="t" for="ch" forName="ParentAccent3" refType="h" fact="0.5316"/>
                  <dgm:constr type="w" for="ch" forName="ParentAccent3" refType="w" fact="0.0283"/>
                  <dgm:constr type="h" for="ch" forName="ParentAccent3" refType="h" fact="0.0518"/>
                  <dgm:constr type="r" for="ch" forName="ParentAccent4" refType="w" fact="0.1836"/>
                  <dgm:constr type="t" for="ch" forName="ParentAccent4" refType="h" fact="0.5316"/>
                  <dgm:constr type="w" for="ch" forName="ParentAccent4" refType="w" fact="0.0283"/>
                  <dgm:constr type="h" for="ch" forName="ParentAccent4" refType="h" fact="0.0518"/>
                  <dgm:constr type="r" for="ch" forName="ParentAccent5" refType="w" fact="0.2354"/>
                  <dgm:constr type="t" for="ch" forName="ParentAccent5" refType="h" fact="0.5316"/>
                  <dgm:constr type="w" for="ch" forName="ParentAccent5" refType="w" fact="0.0283"/>
                  <dgm:constr type="h" for="ch" forName="ParentAccent5" refType="h" fact="0.0518"/>
                  <dgm:constr type="r" for="ch" forName="ParentAccent6" refType="w" fact="0.3154"/>
                  <dgm:constr type="t" for="ch" forName="ParentAccent6" refType="h" fact="0.5057"/>
                  <dgm:constr type="w" for="ch" forName="ParentAccent6" refType="w" fact="0.0566"/>
                  <dgm:constr type="h" for="ch" forName="ParentAccent6" refType="h" fact="0.1035"/>
                  <dgm:constr type="r" for="ch" forName="ParentAccent7" refType="w" fact="0.0744"/>
                  <dgm:constr type="t" for="ch" forName="ParentAccent7" refType="h" fact="0.4247"/>
                  <dgm:constr type="w" for="ch" forName="ParentAccent7" refType="w" fact="0.0283"/>
                  <dgm:constr type="h" for="ch" forName="ParentAccent7" refType="h" fact="0.0518"/>
                  <dgm:constr type="r" for="ch" forName="ParentAccent8" refType="w" fact="0.0744"/>
                  <dgm:constr type="t" for="ch" forName="ParentAccent8" refType="h" fact="0.6392"/>
                  <dgm:constr type="w" for="ch" forName="ParentAccent8" refType="w" fact="0.0283"/>
                  <dgm:constr type="h" for="ch" forName="ParentAccent8" refType="h" fact="0.0518"/>
                  <dgm:constr type="r" for="ch" forName="ParentAccent9" refType="w" fact="0.0491"/>
                  <dgm:constr type="t" for="ch" forName="ParentAccent9" refType="h" fact="0.4712"/>
                  <dgm:constr type="w" for="ch" forName="ParentAccent9" refType="w" fact="0.0283"/>
                  <dgm:constr type="h" for="ch" forName="ParentAccent9" refType="h" fact="0.0518"/>
                  <dgm:constr type="r" for="ch" forName="ParentAccent10" refType="w" fact="0.0475"/>
                  <dgm:constr type="t" for="ch" forName="ParentAccent10" refType="h" fact="0.593"/>
                  <dgm:constr type="w" for="ch" forName="ParentAccent10" refType="w" fact="0.0283"/>
                  <dgm:constr type="h" for="ch" forName="ParentAccent10" refType="h" fact="0.0518"/>
                  <dgm:constr type="r" for="ch" forName="Child4" refType="w" fact="0.9919"/>
                  <dgm:constr type="t" for="ch" forName="Child4" refType="h" fact="0.8184"/>
                  <dgm:constr type="w" for="ch" forName="Child4" refType="w" fact="0.3192"/>
                  <dgm:constr type="h" for="ch" forName="Child4" refType="h" fact="0.1294"/>
                  <dgm:constr type="r" for="ch" forName="Child3" refType="w"/>
                  <dgm:constr type="t" for="ch" forName="Child3" refType="h" fact="0.5547"/>
                  <dgm:constr type="w" for="ch" forName="Child3" refType="w" fact="0.297"/>
                  <dgm:constr type="h" for="ch" forName="Child3" refType="h" fact="0.1294"/>
                  <dgm:constr type="r" for="ch" forName="Child2" refType="w"/>
                  <dgm:constr type="t" for="ch" forName="Child2" refType="h" fact="0.2662"/>
                  <dgm:constr type="w" for="ch" forName="Child2" refType="w" fact="0.297"/>
                  <dgm:constr type="h" for="ch" forName="Child2" refType="h" fact="0.1294"/>
                  <dgm:constr type="r" for="ch" forName="Child1" refType="w" fact="0.9919"/>
                  <dgm:constr type="t" for="ch" forName="Child1" refType="h" fact="0"/>
                  <dgm:constr type="w" for="ch" forName="Child1" refType="w" fact="0.3192"/>
                  <dgm:constr type="h" for="ch" forName="Child1" refType="h" fact="0.1294"/>
                </dgm:constrLst>
              </dgm:if>
              <dgm:else name="Name20">
                <dgm:alg type="composite">
                  <dgm:param type="ar" val="1.3278"/>
                </dgm:alg>
                <dgm:constrLst>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Child2Accent1" refType="w" fact="0.6564"/>
                  <dgm:constr type="t" for="ch" forName="Child2Accent1" refType="h" fact="0.3184"/>
                  <dgm:constr type="w" for="ch" forName="Child2Accent1" refType="w" fact="0.0574"/>
                  <dgm:constr type="h" for="ch" forName="Child2Accent1" refType="h" fact="0.0763"/>
                  <dgm:constr type="r" for="ch" forName="Child2Accent2" refType="w" fact="0.6932"/>
                  <dgm:constr type="t" for="ch" forName="Child2Accent2" refType="h" fact="0.2781"/>
                  <dgm:constr type="w" for="ch" forName="Child2Accent2" refType="w" fact="0.0287"/>
                  <dgm:constr type="h" for="ch" forName="Child2Accent2" refType="h" fact="0.0381"/>
                  <dgm:constr type="r" for="ch" forName="Child2Accent3" refType="w" fact="0.7545"/>
                  <dgm:constr type="t" for="ch" forName="Child2Accent3" refType="h" fact="0.2781"/>
                  <dgm:constr type="w" for="ch" forName="Child2Accent3" refType="w" fact="0.0287"/>
                  <dgm:constr type="h" for="ch" forName="Child2Accent3" refType="h" fact="0.0381"/>
                  <dgm:constr type="r" for="ch" forName="Child2Accent4" refType="w" fact="0.8158"/>
                  <dgm:constr type="t" for="ch" forName="Child2Accent4" refType="h" fact="0.2781"/>
                  <dgm:constr type="w" for="ch" forName="Child2Accent4" refType="w" fact="0.0287"/>
                  <dgm:constr type="h" for="ch" forName="Child2Accent4" refType="h" fact="0.0381"/>
                  <dgm:constr type="r" for="ch" forName="Child2Accent5" refType="w" fact="0.8771"/>
                  <dgm:constr type="t" for="ch" forName="Child2Accent5" refType="h" fact="0.2781"/>
                  <dgm:constr type="w" for="ch" forName="Child2Accent5" refType="w" fact="0.0287"/>
                  <dgm:constr type="h" for="ch" forName="Child2Accent5" refType="h" fact="0.0381"/>
                  <dgm:constr type="r" for="ch" forName="Child2Accent6" refType="w" fact="0.9385"/>
                  <dgm:constr type="t" for="ch" forName="Child2Accent6" refType="h" fact="0.2781"/>
                  <dgm:constr type="w" for="ch" forName="Child2Accent6" refType="w" fact="0.0287"/>
                  <dgm:constr type="h" for="ch" forName="Child2Accent6" refType="h" fact="0.0381"/>
                  <dgm:constr type="r" for="ch" forName="Child2Accent7" refType="w" fact="0.9998"/>
                  <dgm:constr type="t" for="ch" forName="Child2Accent7" refType="h" fact="0.2781"/>
                  <dgm:constr type="w" for="ch" forName="Child2Accent7" refType="w" fact="0.0287"/>
                  <dgm:constr type="h" for="ch" forName="Child2Accent7" refType="h" fact="0.0381"/>
                  <dgm:constr type="r" for="ch" forName="Child3Accent1" refType="w" fact="0.716"/>
                  <dgm:constr type="t" for="ch" forName="Child3Accent1" refType="h" fact="0.5061"/>
                  <dgm:constr type="w" for="ch" forName="Child3Accent1" refType="w" fact="0.0574"/>
                  <dgm:constr type="h" for="ch" forName="Child3Accent1" refType="h" fact="0.0763"/>
                  <dgm:constr type="r" for="ch" forName="Child3Accent2" refType="w" fact="0.7728"/>
                  <dgm:constr type="t" for="ch" forName="Child3Accent2" refType="h" fact="0.5252"/>
                  <dgm:constr type="w" for="ch" forName="Child3Accent2" refType="w" fact="0.0287"/>
                  <dgm:constr type="h" for="ch" forName="Child3Accent2" refType="h" fact="0.0381"/>
                  <dgm:constr type="r" for="ch" forName="Child3Accent3" refType="w" fact="0.8295"/>
                  <dgm:constr type="t" for="ch" forName="Child3Accent3" refType="h" fact="0.5252"/>
                  <dgm:constr type="w" for="ch" forName="Child3Accent3" refType="w" fact="0.0287"/>
                  <dgm:constr type="h" for="ch" forName="Child3Accent3" refType="h" fact="0.0381"/>
                  <dgm:constr type="r" for="ch" forName="Child3Accent4" refType="w" fact="0.8863"/>
                  <dgm:constr type="t" for="ch" forName="Child3Accent4" refType="h" fact="0.5252"/>
                  <dgm:constr type="w" for="ch" forName="Child3Accent4" refType="w" fact="0.0287"/>
                  <dgm:constr type="h" for="ch" forName="Child3Accent4" refType="h" fact="0.0381"/>
                  <dgm:constr type="r" for="ch" forName="Child3Accent5" refType="w" fact="0.943"/>
                  <dgm:constr type="t" for="ch" forName="Child3Accent5" refType="h" fact="0.5252"/>
                  <dgm:constr type="w" for="ch" forName="Child3Accent5" refType="w" fact="0.0287"/>
                  <dgm:constr type="h" for="ch" forName="Child3Accent5" refType="h" fact="0.0381"/>
                  <dgm:constr type="r" for="ch" forName="Child3Accent6" refType="w" fact="0.9998"/>
                  <dgm:constr type="t" for="ch" forName="Child3Accent6" refType="h" fact="0.5252"/>
                  <dgm:constr type="w" for="ch" forName="Child3Accent6" refType="w" fact="0.0287"/>
                  <dgm:constr type="h" for="ch" forName="Child3Accent6" refType="h" fact="0.0381"/>
                  <dgm:constr type="r" for="ch" forName="Child3Accent7" refType="w" fact="0"/>
                  <dgm:constr type="t" for="ch" forName="Child3Accent7" refType="h" fact="0"/>
                  <dgm:constr type="w" for="ch" forName="Child3Accent7" refType="w" fact="0"/>
                  <dgm:constr type="h" for="ch" forName="Child3Accent7" refType="h" fact="0"/>
                  <dgm:constr type="r" for="ch" forName="Child4Accent1" refType="w" fact="0.6564"/>
                  <dgm:constr type="t" for="ch" forName="Child4Accent1" refType="h" fact="0.6908"/>
                  <dgm:constr type="w" for="ch" forName="Child4Accent1" refType="w" fact="0.0574"/>
                  <dgm:constr type="h" for="ch" forName="Child4Accent1" refType="h" fact="0.0763"/>
                  <dgm:constr type="r" for="ch" forName="Child4Accent2" refType="w" fact="0.6932"/>
                  <dgm:constr type="t" for="ch" forName="Child4Accent2" refType="h" fact="0.7684"/>
                  <dgm:constr type="w" for="ch" forName="Child4Accent2" refType="w" fact="0.0287"/>
                  <dgm:constr type="h" for="ch" forName="Child4Accent2" refType="h" fact="0.0381"/>
                  <dgm:constr type="r" for="ch" forName="Child4Accent3" refType="w" fact="0.7545"/>
                  <dgm:constr type="t" for="ch" forName="Child4Accent3" refType="h" fact="0.7684"/>
                  <dgm:constr type="w" for="ch" forName="Child4Accent3" refType="w" fact="0.0287"/>
                  <dgm:constr type="h" for="ch" forName="Child4Accent3" refType="h" fact="0.0381"/>
                  <dgm:constr type="r" for="ch" forName="Child4Accent4" refType="w" fact="0.8158"/>
                  <dgm:constr type="t" for="ch" forName="Child4Accent4" refType="h" fact="0.7684"/>
                  <dgm:constr type="w" for="ch" forName="Child4Accent4" refType="w" fact="0.0287"/>
                  <dgm:constr type="h" for="ch" forName="Child4Accent4" refType="h" fact="0.0381"/>
                  <dgm:constr type="r" for="ch" forName="Child4Accent5" refType="w" fact="0.8771"/>
                  <dgm:constr type="t" for="ch" forName="Child4Accent5" refType="h" fact="0.7684"/>
                  <dgm:constr type="w" for="ch" forName="Child4Accent5" refType="w" fact="0.0287"/>
                  <dgm:constr type="h" for="ch" forName="Child4Accent5" refType="h" fact="0.0381"/>
                  <dgm:constr type="r" for="ch" forName="Child4Accent6" refType="w" fact="0.9385"/>
                  <dgm:constr type="t" for="ch" forName="Child4Accent6" refType="h" fact="0.7684"/>
                  <dgm:constr type="w" for="ch" forName="Child4Accent6" refType="w" fact="0.0287"/>
                  <dgm:constr type="h" for="ch" forName="Child4Accent6" refType="h" fact="0.0381"/>
                  <dgm:constr type="r" for="ch" forName="Child4Accent7" refType="w" fact="0.9998"/>
                  <dgm:constr type="t" for="ch" forName="Child4Accent7" refType="h" fact="0.7684"/>
                  <dgm:constr type="w" for="ch" forName="Child4Accent7" refType="w" fact="0.0287"/>
                  <dgm:constr type="h" for="ch" forName="Child4Accent7" refType="h" fact="0.0381"/>
                  <dgm:constr type="r" for="ch" forName="Child4Accent8" refType="w" fact="0"/>
                  <dgm:constr type="t" for="ch" forName="Child4Accent8" refType="h" fact="0"/>
                  <dgm:constr type="w" for="ch" forName="Child4Accent8" refType="w" fact="0"/>
                  <dgm:constr type="h" for="ch" forName="Child4Accent8" refType="h" fact="0"/>
                  <dgm:constr type="r" for="ch" forName="ParentAccent1" refType="w" fact="0.0287"/>
                  <dgm:constr type="t" for="ch" forName="ParentAccent1" refType="h" fact="0.5252"/>
                  <dgm:constr type="w" for="ch" forName="ParentAccent1" refType="w" fact="0.0287"/>
                  <dgm:constr type="h" for="ch" forName="ParentAccent1" refType="h" fact="0.0381"/>
                  <dgm:constr type="r" for="ch" forName="ParentAccent2" refType="w" fact="0.0813"/>
                  <dgm:constr type="t" for="ch" forName="ParentAccent2" refType="h" fact="0.5252"/>
                  <dgm:constr type="w" for="ch" forName="ParentAccent2" refType="w" fact="0.0287"/>
                  <dgm:constr type="h" for="ch" forName="ParentAccent2" refType="h" fact="0.0381"/>
                  <dgm:constr type="r" for="ch" forName="ParentAccent3" refType="w" fact="0.1339"/>
                  <dgm:constr type="t" for="ch" forName="ParentAccent3" refType="h" fact="0.5252"/>
                  <dgm:constr type="w" for="ch" forName="ParentAccent3" refType="w" fact="0.0287"/>
                  <dgm:constr type="h" for="ch" forName="ParentAccent3" refType="h" fact="0.0381"/>
                  <dgm:constr type="r" for="ch" forName="ParentAccent4" refType="w" fact="0.1864"/>
                  <dgm:constr type="t" for="ch" forName="ParentAccent4" refType="h" fact="0.5252"/>
                  <dgm:constr type="w" for="ch" forName="ParentAccent4" refType="w" fact="0.0287"/>
                  <dgm:constr type="h" for="ch" forName="ParentAccent4" refType="h" fact="0.0381"/>
                  <dgm:constr type="r" for="ch" forName="ParentAccent5" refType="w" fact="0.239"/>
                  <dgm:constr type="t" for="ch" forName="ParentAccent5" refType="h" fact="0.5252"/>
                  <dgm:constr type="w" for="ch" forName="ParentAccent5" refType="w" fact="0.0287"/>
                  <dgm:constr type="h" for="ch" forName="ParentAccent5" refType="h" fact="0.0381"/>
                  <dgm:constr type="r" for="ch" forName="ParentAccent6" refType="w" fact="0.3203"/>
                  <dgm:constr type="t" for="ch" forName="ParentAccent6" refType="h" fact="0.5061"/>
                  <dgm:constr type="w" for="ch" forName="ParentAccent6" refType="w" fact="0.0574"/>
                  <dgm:constr type="h" for="ch" forName="ParentAccent6" refType="h" fact="0.0763"/>
                  <dgm:constr type="r" for="ch" forName="ParentAccent7" refType="w" fact="0.0755"/>
                  <dgm:constr type="t" for="ch" forName="ParentAccent7" refType="h" fact="0.4464"/>
                  <dgm:constr type="w" for="ch" forName="ParentAccent7" refType="w" fact="0.0287"/>
                  <dgm:constr type="h" for="ch" forName="ParentAccent7" refType="h" fact="0.0381"/>
                  <dgm:constr type="r" for="ch" forName="ParentAccent8" refType="w" fact="0.0755"/>
                  <dgm:constr type="t" for="ch" forName="ParentAccent8" refType="h" fact="0.6045"/>
                  <dgm:constr type="w" for="ch" forName="ParentAccent8" refType="w" fact="0.0287"/>
                  <dgm:constr type="h" for="ch" forName="ParentAccent8" refType="h" fact="0.0381"/>
                  <dgm:constr type="r" for="ch" forName="ParentAccent9" refType="w" fact="0.0499"/>
                  <dgm:constr type="t" for="ch" forName="ParentAccent9" refType="h" fact="0.4807"/>
                  <dgm:constr type="w" for="ch" forName="ParentAccent9" refType="w" fact="0.0287"/>
                  <dgm:constr type="h" for="ch" forName="ParentAccent9" refType="h" fact="0.0381"/>
                  <dgm:constr type="r" for="ch" forName="ParentAccent10" refType="w" fact="0.0482"/>
                  <dgm:constr type="t" for="ch" forName="ParentAccent10" refType="h" fact="0.5705"/>
                  <dgm:constr type="w" for="ch" forName="ParentAccent10" refType="w" fact="0.0287"/>
                  <dgm:constr type="h" for="ch" forName="ParentAccent10" refType="h" fact="0.0381"/>
                  <dgm:constr type="r" for="ch" forName="Child1Accent1" refType="w" fact="0.5181"/>
                  <dgm:constr type="t" for="ch" forName="Child1Accent1" refType="h" fact="0.2457"/>
                  <dgm:constr type="w" for="ch" forName="Child1Accent1" refType="w" fact="0.0574"/>
                  <dgm:constr type="h" for="ch" forName="Child1Accent1" refType="h" fact="0.0763"/>
                  <dgm:constr type="r" for="ch" forName="Child1Accent2" refType="w" fact="0.5542"/>
                  <dgm:constr type="t" for="ch" forName="Child1Accent2" refType="h" fact="0.2004"/>
                  <dgm:constr type="w" for="ch" forName="Child1Accent2" refType="w" fact="0.0287"/>
                  <dgm:constr type="h" for="ch" forName="Child1Accent2" refType="h" fact="0.0381"/>
                  <dgm:constr type="r" for="ch" forName="Child1Accent3" refType="w" fact="0.5946"/>
                  <dgm:constr type="t" for="ch" forName="Child1Accent3" refType="h" fact="0.1445"/>
                  <dgm:constr type="w" for="ch" forName="Child1Accent3" refType="w" fact="0.0287"/>
                  <dgm:constr type="h" for="ch" forName="Child1Accent3" refType="h" fact="0.0381"/>
                  <dgm:constr type="r" for="ch" forName="Child1Accent4" refType="w" fact="0.6347"/>
                  <dgm:constr type="t" for="ch" forName="Child1Accent4" refType="h" fact="0.097"/>
                  <dgm:constr type="w" for="ch" forName="Child1Accent4" refType="w" fact="0.0287"/>
                  <dgm:constr type="h" for="ch" forName="Child1Accent4" refType="h" fact="0.0381"/>
                  <dgm:constr type="r" for="ch" forName="Child1Accent5" refType="w" fact="0.696"/>
                  <dgm:constr type="t" for="ch" forName="Child1Accent5" refType="h" fact="0.097"/>
                  <dgm:constr type="w" for="ch" forName="Child1Accent5" refType="w" fact="0.0287"/>
                  <dgm:constr type="h" for="ch" forName="Child1Accent5" refType="h" fact="0.0381"/>
                  <dgm:constr type="r" for="ch" forName="Child1Accent6" refType="w" fact="0.7574"/>
                  <dgm:constr type="t" for="ch" forName="Child1Accent6" refType="h" fact="0.097"/>
                  <dgm:constr type="w" for="ch" forName="Child1Accent6" refType="w" fact="0.0287"/>
                  <dgm:constr type="h" for="ch" forName="Child1Accent6" refType="h" fact="0.0381"/>
                  <dgm:constr type="r" for="ch" forName="Child1Accent7" refType="w" fact="0.8187"/>
                  <dgm:constr type="t" for="ch" forName="Child1Accent7" refType="h" fact="0.097"/>
                  <dgm:constr type="w" for="ch" forName="Child1Accent7" refType="w" fact="0.0287"/>
                  <dgm:constr type="h" for="ch" forName="Child1Accent7" refType="h" fact="0.0381"/>
                  <dgm:constr type="r" for="ch" forName="Child1Accent8" refType="w" fact="0.88"/>
                  <dgm:constr type="t" for="ch" forName="Child1Accent8" refType="h" fact="0.097"/>
                  <dgm:constr type="w" for="ch" forName="Child1Accent8" refType="w" fact="0.0287"/>
                  <dgm:constr type="h" for="ch" forName="Child1Accent8" refType="h" fact="0.0381"/>
                  <dgm:constr type="r" for="ch" forName="Child1Accent9" refType="w" fact="0.9413"/>
                  <dgm:constr type="t" for="ch" forName="Child1Accent9" refType="h" fact="0.097"/>
                  <dgm:constr type="w" for="ch" forName="Child1Accent9" refType="w" fact="0.0287"/>
                  <dgm:constr type="h" for="ch" forName="Child1Accent9" refType="h" fact="0.0381"/>
                  <dgm:constr type="r" for="ch" forName="Child5Accent1" refType="w" fact="0.5181"/>
                  <dgm:constr type="t" for="ch" forName="Child5Accent1" refType="h" fact="0.7601"/>
                  <dgm:constr type="w" for="ch" forName="Child5Accent1" refType="w" fact="0.0574"/>
                  <dgm:constr type="h" for="ch" forName="Child5Accent1" refType="h" fact="0.0763"/>
                  <dgm:constr type="r" for="ch" forName="Child5Accent2" refType="w" fact="0.547"/>
                  <dgm:constr type="t" for="ch" forName="Child5Accent2" refType="h" fact="0.8375"/>
                  <dgm:constr type="w" for="ch" forName="Child5Accent2" refType="w" fact="0.0287"/>
                  <dgm:constr type="h" for="ch" forName="Child5Accent2" refType="h" fact="0.0381"/>
                  <dgm:constr type="r" for="ch" forName="Child5Accent3" refType="w" fact="0.5882"/>
                  <dgm:constr type="t" for="ch" forName="Child5Accent3" refType="h" fact="0.8991"/>
                  <dgm:constr type="w" for="ch" forName="Child5Accent3" refType="w" fact="0.0287"/>
                  <dgm:constr type="h" for="ch" forName="Child5Accent3" refType="h" fact="0.0381"/>
                  <dgm:constr type="r" for="ch" forName="Child5Accent4" refType="w" fact="0.6347"/>
                  <dgm:constr type="t" for="ch" forName="Child5Accent4" refType="h" fact="0.9619"/>
                  <dgm:constr type="w" for="ch" forName="Child5Accent4" refType="w" fact="0.0287"/>
                  <dgm:constr type="h" for="ch" forName="Child5Accent4" refType="h" fact="0.0381"/>
                  <dgm:constr type="r" for="ch" forName="Child5Accent5" refType="w" fact="0.696"/>
                  <dgm:constr type="t" for="ch" forName="Child5Accent5" refType="h" fact="0.9619"/>
                  <dgm:constr type="w" for="ch" forName="Child5Accent5" refType="w" fact="0.0287"/>
                  <dgm:constr type="h" for="ch" forName="Child5Accent5" refType="h" fact="0.0381"/>
                  <dgm:constr type="r" for="ch" forName="Child5Accent6" refType="w" fact="0.7574"/>
                  <dgm:constr type="t" for="ch" forName="Child5Accent6" refType="h" fact="0.9619"/>
                  <dgm:constr type="w" for="ch" forName="Child5Accent6" refType="w" fact="0.0287"/>
                  <dgm:constr type="h" for="ch" forName="Child5Accent6" refType="h" fact="0.0381"/>
                  <dgm:constr type="r" for="ch" forName="Child5Accent7" refType="w" fact="0.8187"/>
                  <dgm:constr type="t" for="ch" forName="Child5Accent7" refType="h" fact="0.9619"/>
                  <dgm:constr type="w" for="ch" forName="Child5Accent7" refType="w" fact="0.0287"/>
                  <dgm:constr type="h" for="ch" forName="Child5Accent7" refType="h" fact="0.0381"/>
                  <dgm:constr type="r" for="ch" forName="Child5Accent8" refType="w" fact="0.88"/>
                  <dgm:constr type="t" for="ch" forName="Child5Accent8" refType="h" fact="0.9619"/>
                  <dgm:constr type="w" for="ch" forName="Child5Accent8" refType="w" fact="0.0287"/>
                  <dgm:constr type="h" for="ch" forName="Child5Accent8" refType="h" fact="0.0381"/>
                  <dgm:constr type="r" for="ch" forName="Child5Accent9" refType="w" fact="0.9423"/>
                  <dgm:constr type="t" for="ch" forName="Child5Accent9" refType="h" fact="0.9619"/>
                  <dgm:constr type="w" for="ch" forName="Child5Accent9" refType="w" fact="0.0287"/>
                  <dgm:constr type="h" for="ch" forName="Child5Accent9" refType="h" fact="0.0381"/>
                  <dgm:constr type="r" for="ch" forName="Child5" refType="w" fact="0.9419"/>
                  <dgm:constr type="t" for="ch" forName="Child5" refType="h" fact="0.8635"/>
                  <dgm:constr type="w" for="ch" forName="Child5" refType="w" fact="0.3364"/>
                  <dgm:constr type="h" for="ch" forName="Child5" refType="h" fact="0.0981"/>
                  <dgm:constr type="r" for="ch" forName="Child4" refType="w"/>
                  <dgm:constr type="t" for="ch" forName="Child4" refType="h" fact="0.6701"/>
                  <dgm:constr type="w" for="ch" forName="Child4" refType="w" fact="0.3364"/>
                  <dgm:constr type="h" for="ch" forName="Child4" refType="h" fact="0.0981"/>
                  <dgm:constr type="r" for="ch" forName="Child3" refType="w"/>
                  <dgm:constr type="t" for="ch" forName="Child3" refType="h" fact="0.4276"/>
                  <dgm:constr type="w" for="ch" forName="Child3" refType="w" fact="0.2544"/>
                  <dgm:constr type="h" for="ch" forName="Child3" refType="h" fact="0.0981"/>
                  <dgm:constr type="r" for="ch" forName="Child2" refType="w"/>
                  <dgm:constr type="t" for="ch" forName="Child2" refType="h" fact="0.1798"/>
                  <dgm:constr type="w" for="ch" forName="Child2" refType="w" fact="0.3364"/>
                  <dgm:constr type="h" for="ch" forName="Child2" refType="h" fact="0.0981"/>
                  <dgm:constr type="r" for="ch" forName="Child1" refType="w" fact="0.9419"/>
                  <dgm:constr type="t" for="ch" forName="Child1" refType="h" fact="0"/>
                  <dgm:constr type="w" for="ch" forName="Child1" refType="w" fact="0.3364"/>
                  <dgm:constr type="h" for="ch" forName="Child1" refType="h" fact="0.0981"/>
                  <dgm:constr type="r" for="ch" forName="Parent" refType="w" fact="0.6347"/>
                  <dgm:constr type="t" for="ch" forName="Parent" refType="h" fact="0.3513"/>
                  <dgm:constr type="w" for="ch" forName="Parent" refType="w" fact="0.2906"/>
                  <dgm:constr type="h" for="ch" forName="Parent" refType="h" fact="0.3859"/>
                </dgm:constrLst>
              </dgm:else>
            </dgm:choose>
          </dgm:else>
        </dgm:choose>
        <dgm:layoutNode name="ParentAccent1" styleLbl="alignNode1">
          <dgm:alg type="sp"/>
          <dgm:shape xmlns:r="http://schemas.openxmlformats.org/officeDocument/2006/relationships" type="ellipse" r:blip="">
            <dgm:adjLst/>
          </dgm:shape>
          <dgm:presOf/>
        </dgm:layoutNode>
        <dgm:layoutNode name="ParentAccent2" styleLbl="alignNode1">
          <dgm:alg type="sp"/>
          <dgm:shape xmlns:r="http://schemas.openxmlformats.org/officeDocument/2006/relationships" type="ellipse" r:blip="">
            <dgm:adjLst/>
          </dgm:shape>
          <dgm:presOf/>
        </dgm:layoutNode>
        <dgm:layoutNode name="ParentAccent3" styleLbl="alignNode1">
          <dgm:alg type="sp"/>
          <dgm:shape xmlns:r="http://schemas.openxmlformats.org/officeDocument/2006/relationships" type="ellipse" r:blip="">
            <dgm:adjLst/>
          </dgm:shape>
          <dgm:presOf/>
        </dgm:layoutNode>
        <dgm:layoutNode name="ParentAccent4" styleLbl="alignNode1">
          <dgm:alg type="sp"/>
          <dgm:shape xmlns:r="http://schemas.openxmlformats.org/officeDocument/2006/relationships" type="ellipse" r:blip="">
            <dgm:adjLst/>
          </dgm:shape>
          <dgm:presOf/>
        </dgm:layoutNode>
        <dgm:layoutNode name="ParentAccent5" styleLbl="alignNode1">
          <dgm:alg type="sp"/>
          <dgm:shape xmlns:r="http://schemas.openxmlformats.org/officeDocument/2006/relationships" type="ellipse" r:blip="">
            <dgm:adjLst/>
          </dgm:shape>
          <dgm:presOf/>
        </dgm:layoutNode>
        <dgm:layoutNode name="ParentAccent6" styleLbl="alignNode1">
          <dgm:alg type="sp"/>
          <dgm:shape xmlns:r="http://schemas.openxmlformats.org/officeDocument/2006/relationships" type="ellipse" r:blip="">
            <dgm:adjLst/>
          </dgm:shape>
          <dgm:presOf/>
        </dgm:layoutNode>
        <dgm:layoutNode name="ParentAccent7" styleLbl="alignNode1">
          <dgm:alg type="sp"/>
          <dgm:shape xmlns:r="http://schemas.openxmlformats.org/officeDocument/2006/relationships" type="ellipse" r:blip="">
            <dgm:adjLst/>
          </dgm:shape>
          <dgm:presOf/>
        </dgm:layoutNode>
        <dgm:layoutNode name="ParentAccent8" styleLbl="alignNode1">
          <dgm:alg type="sp"/>
          <dgm:shape xmlns:r="http://schemas.openxmlformats.org/officeDocument/2006/relationships" type="ellipse" r:blip="">
            <dgm:adjLst/>
          </dgm:shape>
          <dgm:presOf/>
        </dgm:layoutNode>
        <dgm:layoutNode name="ParentAccent9" styleLbl="alignNode1">
          <dgm:alg type="sp"/>
          <dgm:shape xmlns:r="http://schemas.openxmlformats.org/officeDocument/2006/relationships" type="ellipse" r:blip="">
            <dgm:adjLst/>
          </dgm:shape>
          <dgm:presOf/>
        </dgm:layoutNode>
        <dgm:layoutNode name="ParentAccent10" styleLbl="alignNode1">
          <dgm:alg type="sp"/>
          <dgm:shape xmlns:r="http://schemas.openxmlformats.org/officeDocument/2006/relationships" type="ellipse" r:blip="">
            <dgm:adjLst/>
          </dgm:shape>
          <dgm:presOf/>
        </dgm:layoutNode>
        <dgm:layoutNode name="Parent" styleLbl="alignNode1">
          <dgm:varLst>
            <dgm:chMax val="5"/>
            <dgm:chPref val="3"/>
            <dgm:bulletEnabled val="1"/>
          </dgm:varLst>
          <dgm:alg type="tx"/>
          <dgm:shape xmlns:r="http://schemas.openxmlformats.org/officeDocument/2006/relationships" type="ellipse"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name="Name21" axis="ch" ptType="node" cnt="1">
          <dgm:layoutNode name="Child1Accent1" styleLbl="alignNode1">
            <dgm:alg type="sp"/>
            <dgm:shape xmlns:r="http://schemas.openxmlformats.org/officeDocument/2006/relationships" type="ellipse" r:blip="">
              <dgm:adjLst/>
            </dgm:shape>
            <dgm:presOf/>
          </dgm:layoutNode>
          <dgm:layoutNode name="Child1Accent2" styleLbl="alignNode1">
            <dgm:alg type="sp"/>
            <dgm:shape xmlns:r="http://schemas.openxmlformats.org/officeDocument/2006/relationships" type="ellipse" r:blip="">
              <dgm:adjLst/>
            </dgm:shape>
            <dgm:presOf/>
          </dgm:layoutNode>
          <dgm:layoutNode name="Child1Accent3" styleLbl="alignNode1">
            <dgm:alg type="sp"/>
            <dgm:shape xmlns:r="http://schemas.openxmlformats.org/officeDocument/2006/relationships" type="ellipse" r:blip="">
              <dgm:adjLst/>
            </dgm:shape>
            <dgm:presOf/>
          </dgm:layoutNode>
          <dgm:layoutNode name="Child1Accent4" styleLbl="alignNode1">
            <dgm:alg type="sp"/>
            <dgm:shape xmlns:r="http://schemas.openxmlformats.org/officeDocument/2006/relationships" type="ellipse" r:blip="">
              <dgm:adjLst/>
            </dgm:shape>
            <dgm:presOf/>
          </dgm:layoutNode>
          <dgm:layoutNode name="Child1Accent5" styleLbl="alignNode1">
            <dgm:alg type="sp"/>
            <dgm:shape xmlns:r="http://schemas.openxmlformats.org/officeDocument/2006/relationships" type="ellipse" r:blip="">
              <dgm:adjLst/>
            </dgm:shape>
            <dgm:presOf/>
          </dgm:layoutNode>
          <dgm:layoutNode name="Child1Accent6" styleLbl="alignNode1">
            <dgm:alg type="sp"/>
            <dgm:shape xmlns:r="http://schemas.openxmlformats.org/officeDocument/2006/relationships" type="ellipse" r:blip="">
              <dgm:adjLst/>
            </dgm:shape>
            <dgm:presOf/>
          </dgm:layoutNode>
          <dgm:layoutNode name="Child1Accent7" styleLbl="alignNode1">
            <dgm:alg type="sp"/>
            <dgm:shape xmlns:r="http://schemas.openxmlformats.org/officeDocument/2006/relationships" type="ellipse" r:blip="">
              <dgm:adjLst/>
            </dgm:shape>
            <dgm:presOf/>
          </dgm:layoutNode>
          <dgm:layoutNode name="Child1Accent8" styleLbl="alignNode1">
            <dgm:alg type="sp"/>
            <dgm:shape xmlns:r="http://schemas.openxmlformats.org/officeDocument/2006/relationships" type="ellipse" r:blip="">
              <dgm:adjLst/>
            </dgm:shape>
            <dgm:presOf/>
          </dgm:layoutNode>
          <dgm:layoutNode name="Child1Accent9" styleLbl="alignNode1">
            <dgm:alg type="sp"/>
            <dgm:shape xmlns:r="http://schemas.openxmlformats.org/officeDocument/2006/relationships" type="ellipse" r:blip="">
              <dgm:adjLst/>
            </dgm:shape>
            <dgm:presOf/>
          </dgm:layoutNode>
          <dgm:layoutNode name="Child1"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2" axis="ch" ptType="node" st="2" cnt="1">
          <dgm:layoutNode name="Child2Accent1" styleLbl="alignNode1">
            <dgm:alg type="sp"/>
            <dgm:shape xmlns:r="http://schemas.openxmlformats.org/officeDocument/2006/relationships" type="ellipse" r:blip="">
              <dgm:adjLst/>
            </dgm:shape>
            <dgm:presOf/>
          </dgm:layoutNode>
          <dgm:layoutNode name="Child2Accent2" styleLbl="alignNode1">
            <dgm:alg type="sp"/>
            <dgm:shape xmlns:r="http://schemas.openxmlformats.org/officeDocument/2006/relationships" type="ellipse" r:blip="">
              <dgm:adjLst/>
            </dgm:shape>
            <dgm:presOf/>
          </dgm:layoutNode>
          <dgm:layoutNode name="Child2Accent3" styleLbl="alignNode1">
            <dgm:alg type="sp"/>
            <dgm:shape xmlns:r="http://schemas.openxmlformats.org/officeDocument/2006/relationships" type="ellipse" r:blip="">
              <dgm:adjLst/>
            </dgm:shape>
            <dgm:presOf/>
          </dgm:layoutNode>
          <dgm:layoutNode name="Child2Accent4" styleLbl="alignNode1">
            <dgm:alg type="sp"/>
            <dgm:shape xmlns:r="http://schemas.openxmlformats.org/officeDocument/2006/relationships" type="ellipse" r:blip="">
              <dgm:adjLst/>
            </dgm:shape>
            <dgm:presOf/>
          </dgm:layoutNode>
          <dgm:layoutNode name="Child2Accent5" styleLbl="alignNode1">
            <dgm:alg type="sp"/>
            <dgm:shape xmlns:r="http://schemas.openxmlformats.org/officeDocument/2006/relationships" type="ellipse" r:blip="">
              <dgm:adjLst/>
            </dgm:shape>
            <dgm:presOf/>
          </dgm:layoutNode>
          <dgm:layoutNode name="Child2Accent6" styleLbl="alignNode1">
            <dgm:alg type="sp"/>
            <dgm:shape xmlns:r="http://schemas.openxmlformats.org/officeDocument/2006/relationships" type="ellipse" r:blip="">
              <dgm:adjLst/>
            </dgm:shape>
            <dgm:presOf/>
          </dgm:layoutNode>
          <dgm:layoutNode name="Child2Accent7" styleLbl="alignNode1">
            <dgm:alg type="sp"/>
            <dgm:shape xmlns:r="http://schemas.openxmlformats.org/officeDocument/2006/relationships" type="ellipse" r:blip="">
              <dgm:adjLst/>
            </dgm:shape>
            <dgm:presOf/>
          </dgm:layoutNode>
          <dgm:layoutNode name="Child2"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3" axis="ch" ptType="node" st="3" cnt="1">
          <dgm:layoutNode name="Child3Accent1" styleLbl="alignNode1">
            <dgm:alg type="sp"/>
            <dgm:shape xmlns:r="http://schemas.openxmlformats.org/officeDocument/2006/relationships" type="ellipse" r:blip="">
              <dgm:adjLst/>
            </dgm:shape>
            <dgm:presOf/>
          </dgm:layoutNode>
          <dgm:layoutNode name="Child3Accent2" styleLbl="alignNode1">
            <dgm:alg type="sp"/>
            <dgm:shape xmlns:r="http://schemas.openxmlformats.org/officeDocument/2006/relationships" type="ellipse" r:blip="">
              <dgm:adjLst/>
            </dgm:shape>
            <dgm:presOf/>
          </dgm:layoutNode>
          <dgm:layoutNode name="Child3Accent3" styleLbl="alignNode1">
            <dgm:alg type="sp"/>
            <dgm:shape xmlns:r="http://schemas.openxmlformats.org/officeDocument/2006/relationships" type="ellipse" r:blip="">
              <dgm:adjLst/>
            </dgm:shape>
            <dgm:presOf/>
          </dgm:layoutNode>
          <dgm:layoutNode name="Child3Accent4" styleLbl="alignNode1">
            <dgm:alg type="sp"/>
            <dgm:shape xmlns:r="http://schemas.openxmlformats.org/officeDocument/2006/relationships" type="ellipse" r:blip="">
              <dgm:adjLst/>
            </dgm:shape>
            <dgm:presOf/>
          </dgm:layoutNode>
          <dgm:layoutNode name="Child3Accent5" styleLbl="alignNode1">
            <dgm:alg type="sp"/>
            <dgm:shape xmlns:r="http://schemas.openxmlformats.org/officeDocument/2006/relationships" type="ellipse" r:blip="">
              <dgm:adjLst/>
            </dgm:shape>
            <dgm:presOf/>
          </dgm:layoutNode>
          <dgm:layoutNode name="Child3Accent6" styleLbl="alignNode1">
            <dgm:alg type="sp"/>
            <dgm:shape xmlns:r="http://schemas.openxmlformats.org/officeDocument/2006/relationships" type="ellipse" r:blip="">
              <dgm:adjLst/>
            </dgm:shape>
            <dgm:presOf/>
          </dgm:layoutNode>
          <dgm:layoutNode name="Child3Accent7" styleLbl="alignNode1">
            <dgm:alg type="sp"/>
            <dgm:shape xmlns:r="http://schemas.openxmlformats.org/officeDocument/2006/relationships" type="ellipse" r:blip="">
              <dgm:adjLst/>
            </dgm:shape>
            <dgm:presOf/>
          </dgm:layoutNode>
          <dgm:layoutNode name="Child3"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4" axis="ch" ptType="node" st="4" cnt="1">
          <dgm:layoutNode name="Child4Accent1" styleLbl="alignNode1">
            <dgm:alg type="sp"/>
            <dgm:shape xmlns:r="http://schemas.openxmlformats.org/officeDocument/2006/relationships" type="ellipse" r:blip="">
              <dgm:adjLst/>
            </dgm:shape>
            <dgm:presOf/>
          </dgm:layoutNode>
          <dgm:layoutNode name="Child4Accent2" styleLbl="alignNode1">
            <dgm:alg type="sp"/>
            <dgm:shape xmlns:r="http://schemas.openxmlformats.org/officeDocument/2006/relationships" type="ellipse" r:blip="">
              <dgm:adjLst/>
            </dgm:shape>
            <dgm:presOf/>
          </dgm:layoutNode>
          <dgm:layoutNode name="Child4Accent3" styleLbl="alignNode1">
            <dgm:alg type="sp"/>
            <dgm:shape xmlns:r="http://schemas.openxmlformats.org/officeDocument/2006/relationships" type="ellipse" r:blip="">
              <dgm:adjLst/>
            </dgm:shape>
            <dgm:presOf/>
          </dgm:layoutNode>
          <dgm:layoutNode name="Child4Accent4" styleLbl="alignNode1">
            <dgm:alg type="sp"/>
            <dgm:shape xmlns:r="http://schemas.openxmlformats.org/officeDocument/2006/relationships" type="ellipse" r:blip="">
              <dgm:adjLst/>
            </dgm:shape>
            <dgm:presOf/>
          </dgm:layoutNode>
          <dgm:layoutNode name="Child4Accent5" styleLbl="alignNode1">
            <dgm:alg type="sp"/>
            <dgm:shape xmlns:r="http://schemas.openxmlformats.org/officeDocument/2006/relationships" type="ellipse" r:blip="">
              <dgm:adjLst/>
            </dgm:shape>
            <dgm:presOf/>
          </dgm:layoutNode>
          <dgm:layoutNode name="Child4Accent6" styleLbl="alignNode1">
            <dgm:alg type="sp"/>
            <dgm:shape xmlns:r="http://schemas.openxmlformats.org/officeDocument/2006/relationships" type="ellipse" r:blip="">
              <dgm:adjLst/>
            </dgm:shape>
            <dgm:presOf/>
          </dgm:layoutNode>
          <dgm:layoutNode name="Child4Accent7" styleLbl="alignNode1">
            <dgm:alg type="sp"/>
            <dgm:shape xmlns:r="http://schemas.openxmlformats.org/officeDocument/2006/relationships" type="ellipse" r:blip="">
              <dgm:adjLst/>
            </dgm:shape>
            <dgm:presOf/>
          </dgm:layoutNode>
          <dgm:layoutNode name="Child4Accent8" styleLbl="alignNode1">
            <dgm:alg type="sp"/>
            <dgm:shape xmlns:r="http://schemas.openxmlformats.org/officeDocument/2006/relationships" type="ellipse" r:blip="">
              <dgm:adjLst/>
            </dgm:shape>
            <dgm:presOf/>
          </dgm:layoutNode>
          <dgm:layoutNode name="Child4"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forEach name="Name25" axis="ch" ptType="node" st="5" cnt="1">
          <dgm:layoutNode name="Child5Accent1" styleLbl="alignNode1">
            <dgm:alg type="sp"/>
            <dgm:shape xmlns:r="http://schemas.openxmlformats.org/officeDocument/2006/relationships" type="ellipse" r:blip="">
              <dgm:adjLst/>
            </dgm:shape>
            <dgm:presOf/>
          </dgm:layoutNode>
          <dgm:layoutNode name="Child5Accent2" styleLbl="alignNode1">
            <dgm:alg type="sp"/>
            <dgm:shape xmlns:r="http://schemas.openxmlformats.org/officeDocument/2006/relationships" type="ellipse" r:blip="">
              <dgm:adjLst/>
            </dgm:shape>
            <dgm:presOf/>
          </dgm:layoutNode>
          <dgm:layoutNode name="Child5Accent3" styleLbl="alignNode1">
            <dgm:alg type="sp"/>
            <dgm:shape xmlns:r="http://schemas.openxmlformats.org/officeDocument/2006/relationships" type="ellipse" r:blip="">
              <dgm:adjLst/>
            </dgm:shape>
            <dgm:presOf/>
          </dgm:layoutNode>
          <dgm:layoutNode name="Child5Accent4" styleLbl="alignNode1">
            <dgm:alg type="sp"/>
            <dgm:shape xmlns:r="http://schemas.openxmlformats.org/officeDocument/2006/relationships" type="ellipse" r:blip="">
              <dgm:adjLst/>
            </dgm:shape>
            <dgm:presOf/>
          </dgm:layoutNode>
          <dgm:layoutNode name="Child5Accent5" styleLbl="alignNode1">
            <dgm:alg type="sp"/>
            <dgm:shape xmlns:r="http://schemas.openxmlformats.org/officeDocument/2006/relationships" type="ellipse" r:blip="">
              <dgm:adjLst/>
            </dgm:shape>
            <dgm:presOf/>
          </dgm:layoutNode>
          <dgm:layoutNode name="Child5Accent6" styleLbl="alignNode1">
            <dgm:alg type="sp"/>
            <dgm:shape xmlns:r="http://schemas.openxmlformats.org/officeDocument/2006/relationships" type="ellipse" r:blip="">
              <dgm:adjLst/>
            </dgm:shape>
            <dgm:presOf/>
          </dgm:layoutNode>
          <dgm:layoutNode name="Child5Accent7" styleLbl="alignNode1">
            <dgm:alg type="sp"/>
            <dgm:shape xmlns:r="http://schemas.openxmlformats.org/officeDocument/2006/relationships" type="ellipse" r:blip="">
              <dgm:adjLst/>
            </dgm:shape>
            <dgm:presOf/>
          </dgm:layoutNode>
          <dgm:layoutNode name="Child5Accent8" styleLbl="alignNode1">
            <dgm:alg type="sp"/>
            <dgm:shape xmlns:r="http://schemas.openxmlformats.org/officeDocument/2006/relationships" type="ellipse" r:blip="">
              <dgm:adjLst/>
            </dgm:shape>
            <dgm:presOf/>
          </dgm:layoutNode>
          <dgm:layoutNode name="Child5Accent9" styleLbl="alignNode1">
            <dgm:alg type="sp"/>
            <dgm:shape xmlns:r="http://schemas.openxmlformats.org/officeDocument/2006/relationships" type="ellipse" r:blip="">
              <dgm:adjLst/>
            </dgm:shape>
            <dgm:presOf/>
          </dgm:layoutNode>
          <dgm:layoutNode name="Child5" styleLbl="revTx">
            <dgm:varLst>
              <dgm:chMax/>
              <dgm:chPref val="0"/>
              <dgm:bulletEnabled val="1"/>
            </dgm:varLst>
            <dgm:alg type="tx">
              <dgm:param type="parTxLTR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forEach>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55.xml><?xml version="1.0" encoding="utf-8"?>
<dgm:layoutDef xmlns:dgm="http://schemas.openxmlformats.org/drawingml/2006/diagram" xmlns:a="http://schemas.openxmlformats.org/drawingml/2006/main" uniqueId="urn:microsoft.com/office/officeart/2005/8/layout/hProcess6">
  <dgm:title val=""/>
  <dgm:desc val=""/>
  <dgm:catLst>
    <dgm:cat type="process"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theList">
    <dgm:varLst>
      <dgm:dir/>
      <dgm:animLvl val="lvl"/>
      <dgm:resizeHandles val="exact"/>
    </dgm:varLst>
    <dgm:choose name="Name0">
      <dgm:if name="Name1" func="var" arg="dir" op="equ" val="norm">
        <dgm:alg type="lin">
          <dgm:param type="linDir" val="fromL"/>
          <dgm:param type="nodeHorzAlign" val="l"/>
        </dgm:alg>
      </dgm:if>
      <dgm:else name="Name2">
        <dgm:alg type="lin">
          <dgm:param type="linDir" val="fromR"/>
          <dgm:param type="nodeHorzAlign" val="r"/>
        </dgm:alg>
      </dgm:else>
    </dgm:choose>
    <dgm:shape xmlns:r="http://schemas.openxmlformats.org/officeDocument/2006/relationships" r:blip="">
      <dgm:adjLst/>
    </dgm:shape>
    <dgm:presOf/>
    <dgm:constrLst>
      <dgm:constr type="w" for="ch" forName="compNode" refType="w"/>
      <dgm:constr type="h" for="ch" forName="compNode" refType="w" refFor="ch" refForName="compNode" fact="0.7"/>
      <dgm:constr type="ctrY" for="ch" forName="compNode" refType="h" fact="0.5"/>
      <dgm:constr type="w" for="ch" forName="aSpace" refType="w" fact="0.05"/>
      <dgm:constr type="primFontSz" for="des" forName="childTextHidden" op="equ" val="65"/>
      <dgm:constr type="primFontSz" for="des" forName="parentText" op="equ"/>
    </dgm:constrLst>
    <dgm:ruleLst/>
    <dgm:forEach name="aNodeForEach" axis="ch" ptType="node">
      <dgm:layoutNode name="compNode">
        <dgm:alg type="composite">
          <dgm:param type="ar" val="1.43"/>
        </dgm:alg>
        <dgm:shape xmlns:r="http://schemas.openxmlformats.org/officeDocument/2006/relationships" r:blip="">
          <dgm:adjLst/>
        </dgm:shape>
        <dgm:presOf/>
        <dgm:choose name="Name3">
          <dgm:if name="Name4" func="var" arg="dir" op="equ" val="norm">
            <dgm:constrLst>
              <dgm:constr type="w" for="ch" forName="childTextVisible" refType="w" fact="0.8"/>
              <dgm:constr type="h" for="ch" forName="childTextVisible" refType="h"/>
              <dgm:constr type="r" for="ch" forName="childTextVisible" refType="w"/>
              <dgm:constr type="w" for="ch" forName="childTextHidden" refType="w" fact="0.6"/>
              <dgm:constr type="h" for="ch" forName="childTextHidden" refType="h"/>
              <dgm:constr type="r" for="ch" forName="childTextHidden" refType="w"/>
              <dgm:constr type="l" for="ch" forName="parentText"/>
              <dgm:constr type="w" for="ch" forName="parentText" refType="w" fact="0.4"/>
              <dgm:constr type="h" for="ch" forName="parentText" refType="w" refFor="ch" refForName="parentText" op="equ"/>
              <dgm:constr type="ctrY" for="ch" forName="parentText" refType="h" fact="0.5"/>
            </dgm:constrLst>
          </dgm:if>
          <dgm:else name="Name5">
            <dgm:constrLst>
              <dgm:constr type="w" for="ch" forName="childTextVisible" refType="w" fact="0.8"/>
              <dgm:constr type="h" for="ch" forName="childTextVisible" refType="h"/>
              <dgm:constr type="l" for="ch" forName="childTextVisible"/>
              <dgm:constr type="w" for="ch" forName="childTextHidden" refType="w" fact="0.6"/>
              <dgm:constr type="h" for="ch" forName="childTextHidden" refType="h"/>
              <dgm:constr type="l" for="ch" forName="childTextHidden"/>
              <dgm:constr type="r" for="ch" forName="parentText" refType="w"/>
              <dgm:constr type="w" for="ch" forName="parentText" refType="w" fact="0.4"/>
              <dgm:constr type="h" for="ch" forName="parentText" refType="w" refFor="ch" refForName="parentText" op="equ"/>
              <dgm:constr type="ctrY" for="ch" forName="parentText" refType="h" fact="0.5"/>
            </dgm:constrLst>
          </dgm:else>
        </dgm:choose>
        <dgm:ruleLst/>
        <dgm:layoutNode name="noGeometry">
          <dgm:alg type="sp"/>
          <dgm:shape xmlns:r="http://schemas.openxmlformats.org/officeDocument/2006/relationships" r:blip="">
            <dgm:adjLst/>
          </dgm:shape>
          <dgm:presOf/>
          <dgm:constrLst/>
          <dgm:ruleLst/>
        </dgm:layoutNode>
        <dgm:layoutNode name="childTextVisible" styleLbl="bgAccFollowNode1">
          <dgm:varLst>
            <dgm:bulletEnabled val="1"/>
          </dgm:varLst>
          <dgm:alg type="sp"/>
          <dgm:choose name="Name6">
            <dgm:if name="Name7" func="var" arg="dir" op="equ" val="norm">
              <dgm:shape xmlns:r="http://schemas.openxmlformats.org/officeDocument/2006/relationships" type="rightArrow" r:blip="">
                <dgm:adjLst>
                  <dgm:adj idx="1" val="0.7"/>
                  <dgm:adj idx="2" val="0.5"/>
                </dgm:adjLst>
              </dgm:shape>
            </dgm:if>
            <dgm:else name="Name8">
              <dgm:shape xmlns:r="http://schemas.openxmlformats.org/officeDocument/2006/relationships" type="leftArrow" r:blip="">
                <dgm:adjLst>
                  <dgm:adj idx="1" val="0.7"/>
                  <dgm:adj idx="2" val="0.5"/>
                </dgm:adjLst>
              </dgm:shape>
            </dgm:else>
          </dgm:choose>
          <dgm:presOf axis="des" ptType="node"/>
          <dgm:constrLst/>
          <dgm:ruleLst/>
        </dgm:layoutNode>
        <dgm:layoutNode name="childTextHidden" styleLbl="bgAccFollowNode1">
          <dgm:choose name="Name9">
            <dgm:if name="Name10" axis="des followSib" ptType="node node" st="1 1" cnt="1 0" func="cnt" op="gte" val="1">
              <dgm:alg type="tx">
                <dgm:param type="stBulletLvl" val="1"/>
                <dgm:param type="txAnchorVertCh" val="mid"/>
              </dgm:alg>
            </dgm:if>
            <dgm:else name="Name11">
              <dgm:alg type="tx">
                <dgm:param type="stBulletLvl" val="2"/>
                <dgm:param type="txAnchorVertCh" val="mid"/>
              </dgm:alg>
            </dgm:else>
          </dgm:choose>
          <dgm:choose name="Name12">
            <dgm:if name="Name13" func="var" arg="dir" op="equ" val="norm">
              <dgm:shape xmlns:r="http://schemas.openxmlformats.org/officeDocument/2006/relationships" type="rightArrow" r:blip="" hideGeom="1">
                <dgm:adjLst>
                  <dgm:adj idx="1" val="0.7"/>
                  <dgm:adj idx="2" val="0.5"/>
                </dgm:adjLst>
              </dgm:shape>
            </dgm:if>
            <dgm:else name="Name14">
              <dgm:shape xmlns:r="http://schemas.openxmlformats.org/officeDocument/2006/relationships" type="leftArrow" r:blip="" hideGeom="1">
                <dgm:adjLst>
                  <dgm:adj idx="1" val="0.7"/>
                  <dgm:adj idx="2" val="0.5"/>
                </dgm:adjLst>
              </dgm:shape>
            </dgm:else>
          </dgm:choose>
          <dgm:presOf axis="des" ptType="node"/>
          <dgm:constrLst>
            <dgm:constr type="secFontSz" refType="primFontSz"/>
            <dgm:constr type="tMarg" refType="primFontSz" fact="0.05"/>
            <dgm:constr type="bMarg" refType="primFontSz" fact="0.05"/>
            <dgm:constr type="rMarg" refType="primFontSz" fact="0.1"/>
            <dgm:constr type="lMarg" refType="primFontSz" fact="0.2"/>
          </dgm:constrLst>
          <dgm:ruleLst>
            <dgm:rule type="primFontSz" val="5" fact="NaN" max="NaN"/>
          </dgm:ruleLst>
        </dgm:layoutNode>
        <dgm:layoutNode name="parentText" styleLbl="node1">
          <dgm:varLst>
            <dgm:chMax val="1"/>
            <dgm:bulletEnabled val="1"/>
          </dgm:varLst>
          <dgm:alg type="tx"/>
          <dgm:shape xmlns:r="http://schemas.openxmlformats.org/officeDocument/2006/relationships" type="ellipse" r:blip="">
            <dgm:adjLst/>
          </dgm:shape>
          <dgm:presOf axis="self"/>
          <dgm:constrLst>
            <dgm:constr type="primFontSz" val="65"/>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choose name="Name15">
        <dgm:if name="Name16" axis="self" ptType="node" func="revPos" op="gte" val="2">
          <dgm:layoutNode name="aSpace">
            <dgm:alg type="sp"/>
            <dgm:shape xmlns:r="http://schemas.openxmlformats.org/officeDocument/2006/relationships" r:blip="">
              <dgm:adjLst/>
            </dgm:shape>
            <dgm:presOf/>
            <dgm:constrLst/>
            <dgm:ruleLst/>
          </dgm:layoutNode>
        </dgm:if>
        <dgm:else name="Name17"/>
      </dgm:choose>
    </dgm:forEach>
  </dgm:layoutNode>
</dgm:layoutDef>
</file>

<file path=ppt/diagrams/layout56.xml><?xml version="1.0" encoding="utf-8"?>
<dgm:layoutDef xmlns:dgm="http://schemas.openxmlformats.org/drawingml/2006/diagram" xmlns:a="http://schemas.openxmlformats.org/drawingml/2006/main" uniqueId="urn:microsoft.com/office/officeart/2008/layout/CircleAccentTimeline">
  <dgm:title val=""/>
  <dgm:desc val=""/>
  <dgm:catLst>
    <dgm:cat type="process" pri="75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41" srcId="1" destId="11" srcOrd="0" destOrd="0"/>
        <dgm:cxn modelId="42" srcId="1" destId="12" srcOrd="1" destOrd="0"/>
        <dgm:cxn modelId="5" srcId="0" destId="2" srcOrd="0" destOrd="0"/>
        <dgm:cxn modelId="51" srcId="2" destId="21" srcOrd="0" destOrd="0"/>
        <dgm:cxn modelId="52" srcId="2" destId="22" srcOrd="1"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41" srcId="1" destId="11" srcOrd="0" destOrd="0"/>
        <dgm:cxn modelId="5" srcId="0" destId="2" srcOrd="0" destOrd="0"/>
        <dgm:cxn modelId="51"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41" srcId="1" destId="11" srcOrd="0" destOrd="0"/>
        <dgm:cxn modelId="5" srcId="0" destId="2" srcOrd="0" destOrd="0"/>
        <dgm:cxn modelId="51" srcId="2" destId="21" srcOrd="0" destOrd="0"/>
      </dgm:cxnLst>
      <dgm:bg/>
      <dgm:whole/>
    </dgm:dataModel>
  </dgm:clrData>
  <dgm:layoutNode name="Name0">
    <dgm:varLst>
      <dgm:dir/>
    </dgm:varLst>
    <dgm:choose name="Name1">
      <dgm:if name="Name2" func="var" arg="dir" op="equ" val="norm">
        <dgm:alg type="lin">
          <dgm:param type="fallback" val="2D"/>
          <dgm:param type="nodeVertAlign" val="b"/>
        </dgm:alg>
      </dgm:if>
      <dgm:else name="Name3">
        <dgm:alg type="lin">
          <dgm:param type="fallback" val="2D"/>
          <dgm:param type="nodeVertAlign" val="b"/>
          <dgm:param type="linDir" val="fromR"/>
        </dgm:alg>
      </dgm:else>
    </dgm:choose>
    <dgm:shape xmlns:r="http://schemas.openxmlformats.org/officeDocument/2006/relationships" r:blip="">
      <dgm:adjLst/>
    </dgm:shape>
    <dgm:constrLst>
      <dgm:constr type="h" for="ch" forName="parComposite" refType="h"/>
      <dgm:constr type="w" for="ch" forName="parComposite" refType="h" refFor="ch" refForName="parComposite" fact="0.4986"/>
      <dgm:constr type="h" for="ch" forName="desComposite" refType="h" fact="0.8722"/>
      <dgm:constr type="w" for="ch" forName="desComposite" refType="h" refFor="ch" refForName="desComposite" fact="0.6056"/>
      <dgm:constr type="w" for="ch" forName="parBackupNorm" refType="w" refFor="ch" refForName="parComposite" fact="-0.3369"/>
      <dgm:constr type="w" for="ch" forName="parBackupRTL" refType="w" refFor="ch" refForName="parComposite" fact="-0.3369"/>
      <dgm:constr type="w" for="ch" forName="parBackupRev" refType="w" refFor="ch" refForName="parComposite" fact="0"/>
      <dgm:constr type="w" for="ch" forName="desBackupLeftNorm" refType="w" refFor="ch" refForName="desComposite" fact="-0.3376"/>
      <dgm:constr type="w" for="ch" forName="desBackupLeftRev" refType="w" refFor="ch" refForName="desComposite" fact="-0.3376"/>
      <dgm:constr type="w" for="ch" forName="desBackupRightNorm" refType="w" refFor="ch" refForName="desComposite" fact="-0.3376"/>
      <dgm:constr type="w" for="ch" forName="desBackupRightRev" refType="w" refFor="ch" refForName="desComposite" fact="-0.3376"/>
      <dgm:constr type="w" for="ch" forName="parSpace" refType="w" refFor="ch" refForName="parComposite" fact="0.05"/>
      <dgm:constr type="w" for="ch" forName="desSpace" refType="w" refFor="ch" refForName="parComposite" fact="0.05"/>
      <dgm:constr type="primFontSz" for="des" forName="parTx" op="equ" val="65"/>
      <dgm:constr type="primFontSz" for="des" forName="chTx" refType="primFontSz" refFor="des" refForName="parTx" op="lte" val="65"/>
      <dgm:constr type="primFontSz" for="des" forName="desTx" refType="primFontSz" refFor="des" refForName="chTx" op="lte" val="65"/>
      <dgm:constr type="primFontSz" for="des" forName="desTx" refType="primFontSz" refFor="des" refForName="parTx" op="lte"/>
    </dgm:constrLst>
    <dgm:forEach name="Name4" axis="ch" ptType="node">
      <dgm:layoutNode name="parComposite">
        <dgm:alg type="composite"/>
        <dgm:shape xmlns:r="http://schemas.openxmlformats.org/officeDocument/2006/relationships" r:blip="">
          <dgm:adjLst/>
        </dgm:shape>
        <dgm:choose name="Name5">
          <dgm:if name="Name6" func="var" arg="dir" op="equ" val="norm">
            <dgm:constrLst>
              <dgm:constr type="l" for="ch" forName="parBigCircle"/>
              <dgm:constr type="ctrY" for="ch" forName="parBigCircle" refType="h" fact="0.5639"/>
              <dgm:constr type="w" for="ch" forName="parBigCircle" refType="w" fact="0.6631"/>
              <dgm:constr type="h" for="ch" forName="parBigCircle" refType="w" refFor="ch" refForName="parBigCircle"/>
              <dgm:constr type="r" for="ch" forName="parTx" refType="w"/>
              <dgm:constr type="t" for="ch" forName="parTx"/>
              <dgm:constr type="w" for="ch" forName="parTx" refType="w" fact="0.7084"/>
              <dgm:constr type="h" for="ch" forName="parTx" refType="h" fact="0.4562"/>
              <dgm:constr type="t" for="ch" forName="bSpace" refType="ctrY" refFor="ch" refForName="parBigCircle"/>
              <dgm:constr type="b" for="ch" forName="bSpace" refType="h"/>
              <dgm:constr type="l" for="ch" forName="bSpace"/>
              <dgm:constr type="w" for="ch" forName="bSpace" val="1"/>
            </dgm:constrLst>
          </dgm:if>
          <dgm:else name="Name7">
            <dgm:constrLst>
              <dgm:constr type="r" for="ch" forName="parBigCircle" refType="w"/>
              <dgm:constr type="ctrY" for="ch" forName="parBigCircle" refType="h" fact="0.5639"/>
              <dgm:constr type="w" for="ch" forName="parBigCircle" refType="w" fact="0.6631"/>
              <dgm:constr type="h" for="ch" forName="parBigCircle" refType="w" refFor="ch" refForName="parBigCircle"/>
              <dgm:constr type="l" for="ch" forName="parTx" fact="0"/>
              <dgm:constr type="t" for="ch" forName="parTx"/>
              <dgm:constr type="w" for="ch" forName="parTx" refType="w" fact="0.7084"/>
              <dgm:constr type="h" for="ch" forName="parTx" refType="h" fact="0.4562"/>
              <dgm:constr type="t" for="ch" forName="bSpace" refType="ctrY" refFor="ch" refForName="parBigCircle"/>
              <dgm:constr type="b" for="ch" forName="bSpace" refType="h"/>
              <dgm:constr type="r" for="ch" forName="bSpace"/>
              <dgm:constr type="w" for="ch" forName="bSpace" val="1"/>
            </dgm:constrLst>
          </dgm:else>
        </dgm:choose>
        <dgm:layoutNode name="parBigCircle" styleLbl="node0">
          <dgm:alg type="sp"/>
          <dgm:shape xmlns:r="http://schemas.openxmlformats.org/officeDocument/2006/relationships" type="donut" r:blip="">
            <dgm:adjLst>
              <dgm:adj idx="1" val="0.2"/>
            </dgm:adjLst>
          </dgm:shape>
          <dgm:presOf/>
          <dgm:constrLst>
            <dgm:constr type="h" refType="w" op="equ"/>
          </dgm:constrLst>
        </dgm:layoutNode>
        <dgm:layoutNode name="parTx" styleLbl="revTx">
          <dgm:choose name="Name8">
            <dgm:if name="Name9" func="var" arg="dir" op="equ" val="norm">
              <dgm:alg type="tx">
                <dgm:param type="autoTxRot" val="grav"/>
                <dgm:param type="parTxLTRAlign" val="l"/>
              </dgm:alg>
              <dgm:shape xmlns:r="http://schemas.openxmlformats.org/officeDocument/2006/relationships" rot="295" type="rect" r:blip="">
                <dgm:adjLst/>
              </dgm:shape>
              <dgm:presOf axis="self" ptType="node"/>
              <dgm:constrLst>
                <dgm:constr type="lMarg" refType="primFontSz" fact="0.2"/>
                <dgm:constr type="rMarg"/>
                <dgm:constr type="tMarg"/>
                <dgm:constr type="bMarg"/>
              </dgm:constrLst>
            </dgm:if>
            <dgm:else name="Name10">
              <dgm:alg type="tx">
                <dgm:param type="autoTxRot" val="grav"/>
                <dgm:param type="parTxLTRAlign" val="r"/>
              </dgm:alg>
              <dgm:shape xmlns:r="http://schemas.openxmlformats.org/officeDocument/2006/relationships" rot="65" type="rect" r:blip="">
                <dgm:adjLst/>
              </dgm:shape>
              <dgm:presOf axis="self" ptType="node"/>
              <dgm:constrLst>
                <dgm:constr type="lMarg"/>
                <dgm:constr type="rMarg" refType="primFontSz" fact="0.2"/>
                <dgm:constr type="tMarg"/>
                <dgm:constr type="bMarg"/>
              </dgm:constrLst>
            </dgm:else>
          </dgm:choose>
          <dgm:ruleLst>
            <dgm:rule type="primFontSz" val="5" fact="NaN" max="NaN"/>
          </dgm:ruleLst>
        </dgm:layoutNode>
        <dgm:layoutNode name="bSpace">
          <dgm:alg type="sp"/>
          <dgm:shape xmlns:r="http://schemas.openxmlformats.org/officeDocument/2006/relationships" r:blip="">
            <dgm:adjLst/>
          </dgm:shape>
          <dgm:presOf/>
        </dgm:layoutNode>
      </dgm:layoutNode>
      <dgm:choose name="Name11">
        <dgm:if name="Name12" func="var" arg="dir" op="equ" val="norm">
          <dgm:layoutNode name="parBackupNorm">
            <dgm:alg type="sp"/>
            <dgm:shape xmlns:r="http://schemas.openxmlformats.org/officeDocument/2006/relationships" r:blip="">
              <dgm:adjLst/>
            </dgm:shape>
            <dgm:presOf/>
          </dgm:layoutNode>
        </dgm:if>
        <dgm:else name="Name13">
          <dgm:layoutNode name="parBackupRTL">
            <dgm:alg type="sp"/>
            <dgm:shape xmlns:r="http://schemas.openxmlformats.org/officeDocument/2006/relationships" r:blip="">
              <dgm:adjLst/>
            </dgm:shape>
            <dgm:presOf/>
          </dgm:layoutNode>
        </dgm:else>
      </dgm:choose>
      <dgm:forEach name="Name14" axis="followSib" ptType="sibTrans" hideLastTrans="0" cnt="1">
        <dgm:layoutNode name="parSpace">
          <dgm:alg type="sp"/>
          <dgm:shape xmlns:r="http://schemas.openxmlformats.org/officeDocument/2006/relationships" r:blip="">
            <dgm:adjLst/>
          </dgm:shape>
          <dgm:presOf/>
        </dgm:layoutNode>
      </dgm:forEach>
      <dgm:forEach name="Name15" axis="ch" ptType="node">
        <dgm:choose name="Name16">
          <dgm:if name="Name17" func="var" arg="dir" op="equ" val="norm">
            <dgm:layoutNode name="desBackupLeftNorm">
              <dgm:alg type="sp"/>
              <dgm:shape xmlns:r="http://schemas.openxmlformats.org/officeDocument/2006/relationships" r:blip="">
                <dgm:adjLst/>
              </dgm:shape>
              <dgm:presOf/>
            </dgm:layoutNode>
          </dgm:if>
          <dgm:else name="Name18">
            <dgm:choose name="Name19">
              <dgm:if name="Name20" axis="self" ptType="node" func="pos" op="equ" val="1">
                <dgm:layoutNode name="desBackupRightRev">
                  <dgm:alg type="sp"/>
                  <dgm:shape xmlns:r="http://schemas.openxmlformats.org/officeDocument/2006/relationships" r:blip="">
                    <dgm:adjLst/>
                  </dgm:shape>
                  <dgm:presOf/>
                </dgm:layoutNode>
              </dgm:if>
              <dgm:else name="Name21"/>
            </dgm:choose>
          </dgm:else>
        </dgm:choose>
        <dgm:layoutNode name="desComposite">
          <dgm:alg type="composite"/>
          <dgm:shape xmlns:r="http://schemas.openxmlformats.org/officeDocument/2006/relationships" r:blip="">
            <dgm:adjLst/>
          </dgm:shape>
          <dgm:choose name="Name22">
            <dgm:if name="Name23" func="var" arg="dir" op="equ" val="norm">
              <dgm:constrLst>
                <dgm:constr type="ctrX" for="ch" forName="desCircle" refType="w" fact="0.5"/>
                <dgm:constr type="ctrY" for="ch" forName="desCircle" refType="h" fact="0.5"/>
                <dgm:constr type="w" for="ch" forName="desCircle" refType="w" fact="0.3249"/>
                <dgm:constr type="h" for="ch" forName="desCircle" refType="w" refFor="ch" refForName="desCircle"/>
                <dgm:constr type="l" for="ch" forName="chTx"/>
                <dgm:constr type="b" for="ch" forName="chTx" refType="h"/>
                <dgm:constr type="w" for="ch" forName="chTx" refType="w" fact="0.5786"/>
                <dgm:constr type="h" for="ch" forName="chTx" refType="h" fact="0.4525"/>
                <dgm:constr type="r" for="ch" forName="desTx" refType="w"/>
                <dgm:constr type="t" for="ch" forName="desTx"/>
                <dgm:constr type="w" for="ch" forName="desTx" refType="w" fact="0.5786"/>
                <dgm:constr type="h" for="ch" forName="desTx" refType="h" fact="0.4525"/>
              </dgm:constrLst>
            </dgm:if>
            <dgm:else name="Name24">
              <dgm:constrLst>
                <dgm:constr type="ctrX" for="ch" forName="desCircle" refType="w" fact="0.5"/>
                <dgm:constr type="ctrY" for="ch" forName="desCircle" refType="h" fact="0.5"/>
                <dgm:constr type="w" for="ch" forName="desCircle" refType="w" fact="0.3249"/>
                <dgm:constr type="h" for="ch" forName="desCircle" refType="w" refFor="ch" refForName="desCircle"/>
                <dgm:constr type="r" for="ch" forName="chTx" refType="w"/>
                <dgm:constr type="b" for="ch" forName="chTx" refType="h"/>
                <dgm:constr type="w" for="ch" forName="chTx" refType="w" fact="0.5786"/>
                <dgm:constr type="h" for="ch" forName="chTx" refType="h" fact="0.4525"/>
                <dgm:constr type="l" for="ch" forName="desTx"/>
                <dgm:constr type="t" for="ch" forName="desTx"/>
                <dgm:constr type="w" for="ch" forName="desTx" refType="w" fact="0.5786"/>
                <dgm:constr type="h" for="ch" forName="desTx" refType="h" fact="0.4525"/>
              </dgm:constrLst>
            </dgm:else>
          </dgm:choose>
          <dgm:layoutNode name="desCircle" styleLbl="node1">
            <dgm:alg type="sp"/>
            <dgm:shape xmlns:r="http://schemas.openxmlformats.org/officeDocument/2006/relationships" type="ellipse" r:blip="">
              <dgm:adjLst/>
            </dgm:shape>
            <dgm:presOf/>
            <dgm:constrLst>
              <dgm:constr type="h" refType="w" op="equ"/>
            </dgm:constrLst>
          </dgm:layoutNode>
          <dgm:layoutNode name="chTx" styleLbl="revTx">
            <dgm:choose name="Name25">
              <dgm:if name="Name26" func="var" arg="dir" op="equ" val="norm">
                <dgm:alg type="tx">
                  <dgm:param type="autoTxRot" val="grav"/>
                  <dgm:param type="parTxLTRAlign" val="r"/>
                  <dgm:param type="txAnchorVert" val="mid"/>
                  <dgm:param type="txAnchorVertCh" val="mid"/>
                </dgm:alg>
                <dgm:shape xmlns:r="http://schemas.openxmlformats.org/officeDocument/2006/relationships" rot="295" type="rect" r:blip="">
                  <dgm:adjLst/>
                </dgm:shape>
                <dgm:presOf axis="self" ptType="node"/>
              </dgm:if>
              <dgm:else name="Name27">
                <dgm:alg type="tx">
                  <dgm:param type="autoTxRot" val="grav"/>
                  <dgm:param type="parTxLTRAlign" val="l"/>
                  <dgm:param type="txAnchorVert" val="mid"/>
                  <dgm:param type="txAnchorVertCh" val="mid"/>
                </dgm:alg>
                <dgm:shape xmlns:r="http://schemas.openxmlformats.org/officeDocument/2006/relationships" rot="65" type="rect" r:blip="">
                  <dgm:adjLst/>
                </dgm:shape>
                <dgm:presOf axis="self" ptType="node"/>
              </dgm:else>
            </dgm:choose>
            <dgm:choose name="Name28">
              <dgm:if name="Name29" func="var" arg="dir" op="equ" val="norm">
                <dgm:constrLst>
                  <dgm:constr type="lMarg"/>
                  <dgm:constr type="rMarg" refType="primFontSz" fact="0.2"/>
                  <dgm:constr type="tMarg"/>
                  <dgm:constr type="bMarg"/>
                </dgm:constrLst>
              </dgm:if>
              <dgm:else name="Name30">
                <dgm:constrLst>
                  <dgm:constr type="rMarg"/>
                  <dgm:constr type="lMarg" refType="primFontSz" fact="0.2"/>
                  <dgm:constr type="tMarg"/>
                  <dgm:constr type="bMarg"/>
                </dgm:constrLst>
              </dgm:else>
            </dgm:choose>
            <dgm:ruleLst>
              <dgm:rule type="primFontSz" val="5" fact="NaN" max="NaN"/>
            </dgm:ruleLst>
          </dgm:layoutNode>
          <dgm:layoutNode name="desTx" styleLbl="revTx">
            <dgm:varLst>
              <dgm:bulletEnabled val="1"/>
            </dgm:varLst>
            <dgm:choose name="Name31">
              <dgm:if name="Name32" func="var" arg="dir" op="equ" val="norm">
                <dgm:alg type="tx">
                  <dgm:param type="autoTxRot" val="grav"/>
                  <dgm:param type="parTxLTRAlign" val="l"/>
                  <dgm:param type="shpTxLTRAlignCh" val="l"/>
                  <dgm:param type="stBulletLvl" val="1"/>
                  <dgm:param type="txAnchorVert" val="mid"/>
                </dgm:alg>
                <dgm:shape xmlns:r="http://schemas.openxmlformats.org/officeDocument/2006/relationships" rot="295" type="rect" r:blip="">
                  <dgm:adjLst/>
                </dgm:shape>
                <dgm:presOf axis="des" ptType="node"/>
              </dgm:if>
              <dgm:else name="Name33">
                <dgm:alg type="tx">
                  <dgm:param type="autoTxRot" val="grav"/>
                  <dgm:param type="parTxLTRAlign" val="r"/>
                  <dgm:param type="shpTxLTRAlignCh" val="r"/>
                  <dgm:param type="stBulletLvl" val="1"/>
                  <dgm:param type="txAnchorVert" val="mid"/>
                </dgm:alg>
                <dgm:shape xmlns:r="http://schemas.openxmlformats.org/officeDocument/2006/relationships" rot="65" type="rect" r:blip="">
                  <dgm:adjLst/>
                </dgm:shape>
                <dgm:presOf axis="des" ptType="node"/>
              </dgm:else>
            </dgm:choose>
            <dgm:choose name="Name34">
              <dgm:if name="Name35" func="var" arg="dir" op="equ" val="norm">
                <dgm:constrLst>
                  <dgm:constr type="rMarg"/>
                  <dgm:constr type="lMarg" refType="primFontSz" fact="0.2"/>
                  <dgm:constr type="tMarg"/>
                  <dgm:constr type="bMarg"/>
                </dgm:constrLst>
              </dgm:if>
              <dgm:else name="Name36">
                <dgm:constrLst>
                  <dgm:constr type="lMarg"/>
                  <dgm:constr type="rMarg" refType="primFontSz" fact="0.2"/>
                  <dgm:constr type="tMarg"/>
                  <dgm:constr type="bMarg"/>
                </dgm:constrLst>
              </dgm:else>
            </dgm:choose>
            <dgm:ruleLst>
              <dgm:rule type="primFontSz" val="5" fact="NaN" max="NaN"/>
            </dgm:ruleLst>
          </dgm:layoutNode>
        </dgm:layoutNode>
        <dgm:layoutNode name="desBackupRightNorm">
          <dgm:alg type="sp"/>
          <dgm:shape xmlns:r="http://schemas.openxmlformats.org/officeDocument/2006/relationships" r:blip="">
            <dgm:adjLst/>
          </dgm:shape>
          <dgm:presOf/>
        </dgm:layoutNode>
        <dgm:choose name="Name37">
          <dgm:if name="Name38" func="var" arg="dir" op="neq" val="norm">
            <dgm:choose name="Name39">
              <dgm:if name="Name40" axis="self" ptType="node" func="revPos" op="neq" val="1">
                <dgm:layoutNode name="desBackupLeftRev">
                  <dgm:alg type="sp"/>
                  <dgm:shape xmlns:r="http://schemas.openxmlformats.org/officeDocument/2006/relationships" r:blip="">
                    <dgm:adjLst/>
                  </dgm:shape>
                  <dgm:presOf/>
                </dgm:layoutNode>
              </dgm:if>
              <dgm:else name="Name41"/>
            </dgm:choose>
          </dgm:if>
          <dgm:else name="Name42"/>
        </dgm:choose>
        <dgm:forEach name="Name43" axis="followSib" ptType="sibTrans" hideLastTrans="0" cnt="1">
          <dgm:layoutNode name="desSpace">
            <dgm:alg type="sp"/>
            <dgm:shape xmlns:r="http://schemas.openxmlformats.org/officeDocument/2006/relationships" r:blip="">
              <dgm:adjLst/>
            </dgm:shape>
            <dgm:presOf/>
          </dgm:layoutNode>
        </dgm:forEach>
      </dgm:forEach>
      <dgm:choose name="Name44">
        <dgm:if name="Name45" func="var" arg="dir" op="neq" val="norm">
          <dgm:layoutNode name="parBackupRev">
            <dgm:alg type="sp"/>
            <dgm:shape xmlns:r="http://schemas.openxmlformats.org/officeDocument/2006/relationships" r:blip="">
              <dgm:adjLst/>
            </dgm:shape>
            <dgm:presOf/>
          </dgm:layoutNode>
        </dgm:if>
        <dgm:else name="Name46"/>
      </dgm:choose>
    </dgm:forEach>
  </dgm:layoutNode>
</dgm:layoutDef>
</file>

<file path=ppt/diagrams/layout57.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58.xml><?xml version="1.0" encoding="utf-8"?>
<dgm:layoutDef xmlns:dgm="http://schemas.openxmlformats.org/drawingml/2006/diagram" xmlns:a="http://schemas.openxmlformats.org/drawingml/2006/main" uniqueId="urn:microsoft.com/office/officeart/2011/layout/CircleProcess">
  <dgm:title val="Circle Process"/>
  <dgm:desc val="Use to show sequential steps in a process. Limited to eleven Level 1 shapes with an unlimited number of Level 2 shapes. Works best with small amounts of text. Unused text does not appear, but remains available if you switch layouts."/>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fgAcc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59.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60.xml><?xml version="1.0" encoding="utf-8"?>
<dgm:layoutDef xmlns:dgm="http://schemas.openxmlformats.org/drawingml/2006/diagram" xmlns:a="http://schemas.openxmlformats.org/drawingml/2006/main" uniqueId="urn:microsoft.com/office/officeart/2005/8/layout/chevronAccent+Icon">
  <dgm:title val="Chevron Accent Process"/>
  <dgm:desc val="Use to show sequential steps in a task, process, or workflow, or to emphasize movement or direction. Works best with minimal Level 1 and Level 2 text."/>
  <dgm:catLst>
    <dgm:cat type="process" pri="9500"/>
    <dgm:cat type="officeonline" pri="2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osite" refType="w"/>
      <dgm:constr type="primFontSz" for="des" forName="txNode" op="equ" val="65"/>
      <dgm:constr type="w" for="ch" forName="compositeSpace" refType="w" refFor="ch" refForName="composite" fact="0.028"/>
    </dgm:constrLst>
    <dgm:ruleLst/>
    <dgm:forEach name="Name4" axis="ch" ptType="node">
      <dgm:layoutNode name="composite">
        <dgm:alg type="composite"/>
        <dgm:shape xmlns:r="http://schemas.openxmlformats.org/officeDocument/2006/relationships" r:blip="">
          <dgm:adjLst/>
        </dgm:shape>
        <dgm:presOf/>
        <dgm:choose name="Name5">
          <dgm:if name="Name6" func="var" arg="dir" op="equ" val="norm">
            <dgm:constrLst>
              <dgm:constr type="l" for="ch" forName="bgChev"/>
              <dgm:constr type="w" for="ch" forName="bgChev" refType="w" fact="0.9"/>
              <dgm:constr type="t" for="ch" forName="bgChev"/>
              <dgm:constr type="h" for="ch" forName="bgChev" refType="w" refFor="ch" refForName="bgChev" fact="0.386"/>
              <dgm:constr type="l" for="ch" forName="txNode" refType="w" fact="0.24"/>
              <dgm:constr type="w" for="ch" forName="txNode" refType="w" fact="0.76"/>
              <dgm:constr type="t" for="ch" forName="txNode" refType="h" refFor="ch" refForName="bgChev" fact="0.25"/>
              <dgm:constr type="h" for="ch" forName="txNode" refType="h" refFor="ch" refForName="bgChev"/>
            </dgm:constrLst>
          </dgm:if>
          <dgm:else name="Name7">
            <dgm:constrLst>
              <dgm:constr type="l" for="ch" forName="bgChev" refType="w" fact="0.1"/>
              <dgm:constr type="w" for="ch" forName="bgChev" refType="w" fact="0.9"/>
              <dgm:constr type="t" for="ch" forName="bgChev"/>
              <dgm:constr type="h" for="ch" forName="bgChev" refType="w" refFor="ch" refForName="bgChev" fact="0.386"/>
              <dgm:constr type="l" for="ch" forName="txNode"/>
              <dgm:constr type="w" for="ch" forName="txNode" refType="w" fact="0.76"/>
              <dgm:constr type="t" for="ch" forName="txNode" refType="h" refFor="ch" refForName="bgChev" fact="0.25"/>
              <dgm:constr type="h" for="ch" forName="txNode" refType="h" refFor="ch" refForName="bgChev"/>
            </dgm:constrLst>
          </dgm:else>
        </dgm:choose>
        <dgm:ruleLst/>
        <dgm:layoutNode name="bgChev" styleLbl="node1">
          <dgm:alg type="sp"/>
          <dgm:choose name="Name8">
            <dgm:if name="Name9" func="var" arg="dir" op="equ" val="norm">
              <dgm:shape xmlns:r="http://schemas.openxmlformats.org/officeDocument/2006/relationships" type="chevron" r:blip="">
                <dgm:adjLst>
                  <dgm:adj idx="1" val="0.4"/>
                </dgm:adjLst>
              </dgm:shape>
            </dgm:if>
            <dgm:else name="Name10">
              <dgm:shape xmlns:r="http://schemas.openxmlformats.org/officeDocument/2006/relationships" rot="180" type="chevron" r:blip="">
                <dgm:adjLst>
                  <dgm:adj idx="1" val="0.4"/>
                </dgm:adjLst>
              </dgm:shape>
            </dgm:else>
          </dgm:choose>
          <dgm:presOf/>
          <dgm:constrLst/>
        </dgm:layoutNode>
        <dgm:layoutNode name="txNode" styleLbl="fgAcc1">
          <dgm:varLst>
            <dgm:bulletEnabled val="1"/>
          </dgm:varLst>
          <dgm:alg type="tx"/>
          <dgm:shape xmlns:r="http://schemas.openxmlformats.org/officeDocument/2006/relationships" type="roundRect" r:blip="">
            <dgm:adjLst>
              <dgm:adj idx="1" val="0.1"/>
            </dgm:adjLst>
          </dgm:shape>
          <dgm:presOf axis="desOrSelf" ptType="node"/>
          <dgm:ruleLst>
            <dgm:rule type="primFontSz" val="5" fact="NaN" max="NaN"/>
          </dgm:ruleLst>
        </dgm:layoutNode>
      </dgm:layoutNode>
      <dgm:forEach name="Name11" axis="followSib" ptType="sibTrans" cnt="1">
        <dgm:layoutNode name="compositeSpace">
          <dgm:alg type="sp"/>
          <dgm:shape xmlns:r="http://schemas.openxmlformats.org/officeDocument/2006/relationships" r:blip="">
            <dgm:adjLst/>
          </dgm:shape>
          <dgm:presOf axis="self"/>
          <dgm:constrLst/>
          <dgm:ruleLst/>
        </dgm:layoutNode>
      </dgm:forEach>
    </dgm:forEach>
  </dgm:layoutNode>
</dgm:layoutDef>
</file>

<file path=ppt/diagrams/layout6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62.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layout6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64.xml><?xml version="1.0" encoding="utf-8"?>
<dgm:layoutDef xmlns:dgm="http://schemas.openxmlformats.org/drawingml/2006/diagram" xmlns:a="http://schemas.openxmlformats.org/drawingml/2006/main" uniqueId="urn:microsoft.com/office/officeart/2009/3/layout/SubStepProcess">
  <dgm:title val=""/>
  <dgm:desc val=""/>
  <dgm:catLst>
    <dgm:cat type="process" pri="12250"/>
  </dgm:catLst>
  <dgm:sampData>
    <dgm:dataModel>
      <dgm:ptLst>
        <dgm:pt modelId="0" type="doc"/>
        <dgm:pt modelId="1">
          <dgm:prSet phldr="1"/>
        </dgm:pt>
        <dgm:pt modelId="11">
          <dgm:prSet phldr="1"/>
        </dgm:pt>
        <dgm:pt modelId="12">
          <dgm:prSet phldr="1"/>
        </dgm:pt>
        <dgm:pt modelId="2">
          <dgm:prSet phldr="1"/>
        </dgm:pt>
        <dgm:pt modelId="3">
          <dgm:prSet phldr="1"/>
        </dgm:pt>
      </dgm:ptLst>
      <dgm:cxnLst>
        <dgm:cxn modelId="6" srcId="0" destId="1" srcOrd="0" destOrd="0"/>
        <dgm:cxn modelId="61" srcId="1" destId="11" srcOrd="0" destOrd="0"/>
        <dgm:cxn modelId="62" srcId="1" destId="12" srcOrd="1" destOrd="0"/>
        <dgm:cxn modelId="7" srcId="0" destId="2" srcOrd="0" destOrd="0"/>
        <dgm:cxn modelId="8" srcId="0" destId="3" srcOrd="0" destOrd="0"/>
      </dgm:cxnLst>
      <dgm:bg/>
      <dgm:whole/>
    </dgm:dataModel>
  </dgm:sampData>
  <dgm:styleData>
    <dgm:dataModel>
      <dgm:ptLst>
        <dgm:pt modelId="0" type="doc"/>
        <dgm:pt modelId="1">
          <dgm:prSet phldr="1"/>
        </dgm:pt>
        <dgm:pt modelId="11">
          <dgm:prSet phldr="1"/>
        </dgm:pt>
        <dgm:pt modelId="12">
          <dgm:prSet phldr="1"/>
        </dgm:pt>
        <dgm:pt modelId="2">
          <dgm:prSet phldr="1"/>
        </dgm:pt>
      </dgm:ptLst>
      <dgm:cxnLst>
        <dgm:cxn modelId="4" srcId="0" destId="1" srcOrd="0" destOrd="0"/>
        <dgm:cxn modelId="41" srcId="1" destId="11" srcOrd="0" destOrd="0"/>
        <dgm:cxn modelId="42" srcId="1" destId="12" srcOrd="1" destOrd="0"/>
        <dgm:cxn modelId="5" srcId="0" destId="2" srcOrd="0" destOrd="0"/>
      </dgm:cxnLst>
      <dgm:bg/>
      <dgm:whole/>
    </dgm:dataModel>
  </dgm:styleData>
  <dgm:clrData>
    <dgm:dataModel>
      <dgm:ptLst>
        <dgm:pt modelId="0" type="doc"/>
        <dgm:pt modelId="1">
          <dgm:prSet phldr="1"/>
        </dgm:pt>
        <dgm:pt modelId="11">
          <dgm:prSet phldr="1"/>
        </dgm:pt>
        <dgm:pt modelId="12">
          <dgm:prSet phldr="1"/>
        </dgm:pt>
        <dgm:pt modelId="2">
          <dgm:prSet phldr="1"/>
        </dgm:pt>
        <dgm:pt modelId="3">
          <dgm:prSet phldr="1"/>
        </dgm:pt>
        <dgm:pt modelId="4">
          <dgm:prSet phldr="1"/>
        </dgm:pt>
      </dgm:ptLst>
      <dgm:cxnLst>
        <dgm:cxn modelId="8" srcId="0" destId="1" srcOrd="0" destOrd="0"/>
        <dgm:cxn modelId="81" srcId="1" destId="11" srcOrd="0" destOrd="0"/>
        <dgm:cxn modelId="82" srcId="1" destId="12" srcOrd="1" destOrd="0"/>
        <dgm:cxn modelId="9" srcId="0" destId="2" srcOrd="0" destOrd="0"/>
        <dgm:cxn modelId="10" srcId="0" destId="3" srcOrd="0" destOrd="0"/>
        <dgm:cxn modelId="11" srcId="0" destId="4" srcOrd="0" destOrd="0"/>
      </dgm:cxnLst>
      <dgm:bg/>
      <dgm:whole/>
    </dgm:dataModel>
  </dgm:clrData>
  <dgm:layoutNode name="Name0">
    <dgm:varLst>
      <dgm:chMax val="7"/>
      <dgm:dir/>
      <dgm:animOne val="branch"/>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parTx1" refType="w"/>
      <dgm:constr type="w" for="ch" forName="chLin1" refType="w" refFor="ch" refForName="parTx1" fact="1.38"/>
      <dgm:constr type="h" for="ch" forName="chLin1" refType="h"/>
      <dgm:constr type="w" for="ch" forName="spPre1" refType="w" fact="0.27"/>
      <dgm:constr type="w" for="ch" forName="spPost1" refType="w" fact="0.27"/>
      <dgm:constr type="h" for="ch" forName="spPre1" refType="h"/>
      <dgm:constr type="h" for="ch" forName="spPost1" refType="h"/>
      <dgm:constr type="primFontSz" for="ch" forName="parTx1" val="65"/>
      <dgm:constr type="primFontSz" for="des" forName="desTx1" refType="primFontSz" refFor="ch" refForName="parTx1" fact="0.78"/>
      <dgm:constr type="primFontSz" for="des" forName="desTx1" op="equ"/>
      <dgm:constr type="w" for="ch" forName="parTx2" refType="w"/>
      <dgm:constr type="w" for="ch" forName="chLin2" refType="w" refFor="ch" refForName="parTx2" fact="1.38"/>
      <dgm:constr type="h" for="ch" forName="chLin2" refType="h"/>
      <dgm:constr type="w" for="ch" forName="spPre2" refType="w" fact="0.54"/>
      <dgm:constr type="w" for="ch" forName="spPost2" refType="w" fact="0.54"/>
      <dgm:constr type="h" for="ch" forName="spPre2" refType="h"/>
      <dgm:constr type="h" for="ch" forName="spPost2" refType="h"/>
      <dgm:constr type="primFontSz" for="ch" forName="parTx2" refType="primFontSz" refFor="ch" refForName="parTx1" op="equ"/>
      <dgm:constr type="primFontSz" for="des" forName="desTx2" refType="primFontSz" refFor="des" refForName="desTx1" op="equ"/>
      <dgm:constr type="w" for="ch" forName="parTx3" refType="w"/>
      <dgm:constr type="w" for="ch" forName="chLin3" refType="w" refFor="ch" refForName="parTx3" fact="1.38"/>
      <dgm:constr type="h" for="ch" forName="chLin3" refType="h"/>
      <dgm:constr type="w" for="ch" forName="spPre3" refType="w" fact="0.54"/>
      <dgm:constr type="w" for="ch" forName="spPost3" refType="w" fact="0.54"/>
      <dgm:constr type="h" for="ch" forName="spPre3" refType="h"/>
      <dgm:constr type="h" for="ch" forName="spPost3" refType="h"/>
      <dgm:constr type="primFontSz" for="ch" forName="parTx3" refType="primFontSz" refFor="ch" refForName="parTx1" op="equ"/>
      <dgm:constr type="primFontSz" for="des" forName="desTx3" refType="primFontSz" refFor="des" refForName="desTx1" op="equ"/>
      <dgm:constr type="w" for="ch" forName="parTx4" refType="w"/>
      <dgm:constr type="w" for="ch" forName="chLin4" refType="w" refFor="ch" refForName="parTx4" fact="1.38"/>
      <dgm:constr type="h" for="ch" forName="chLin4" refType="h"/>
      <dgm:constr type="w" for="ch" forName="spPre4" refType="w" fact="0.54"/>
      <dgm:constr type="w" for="ch" forName="spPost4" refType="w" fact="0.54"/>
      <dgm:constr type="h" for="ch" forName="spPre4" refType="h"/>
      <dgm:constr type="h" for="ch" forName="spPost4" refType="h"/>
      <dgm:constr type="primFontSz" for="ch" forName="parTx4" refType="primFontSz" refFor="ch" refForName="parTx1" op="equ"/>
      <dgm:constr type="primFontSz" for="des" forName="desTx4" refType="primFontSz" refFor="des" refForName="desTx1" op="equ"/>
      <dgm:constr type="w" for="ch" forName="parTx5" refType="w"/>
      <dgm:constr type="w" for="ch" forName="chLin5" refType="w" refFor="ch" refForName="parTx5" fact="1.38"/>
      <dgm:constr type="h" for="ch" forName="chLin5" refType="h"/>
      <dgm:constr type="w" for="ch" forName="spPre5" refType="w" fact="0.54"/>
      <dgm:constr type="w" for="ch" forName="spPost5" refType="w" fact="0.54"/>
      <dgm:constr type="h" for="ch" forName="spPre5" refType="h"/>
      <dgm:constr type="h" for="ch" forName="spPost5" refType="h"/>
      <dgm:constr type="primFontSz" for="ch" forName="parTx5" refType="primFontSz" refFor="ch" refForName="parTx1" op="equ"/>
      <dgm:constr type="primFontSz" for="des" forName="desTx5" refType="primFontSz" refFor="des" refForName="desTx1" op="equ"/>
      <dgm:constr type="w" for="ch" forName="parTx6" refType="w"/>
      <dgm:constr type="w" for="ch" forName="chLin6" refType="w" refFor="ch" refForName="parTx6" fact="1.38"/>
      <dgm:constr type="h" for="ch" forName="chLin6" refType="h"/>
      <dgm:constr type="w" for="ch" forName="spPre6" refType="w" fact="0.54"/>
      <dgm:constr type="w" for="ch" forName="spPost6" refType="w" fact="0.54"/>
      <dgm:constr type="h" for="ch" forName="spPre6" refType="h"/>
      <dgm:constr type="h" for="ch" forName="spPost6" refType="h"/>
      <dgm:constr type="primFontSz" for="ch" forName="parTx6" refType="primFontSz" refFor="ch" refForName="parTx1" op="equ"/>
      <dgm:constr type="primFontSz" for="des" forName="desTx6" refType="primFontSz" refFor="des" refForName="desTx1" op="equ"/>
      <dgm:constr type="w" for="ch" forName="parTx7" refType="w"/>
      <dgm:constr type="w" for="ch" forName="chLin7" refType="w" refFor="ch" refForName="parTx7" fact="1.38"/>
      <dgm:constr type="h" for="ch" forName="chLin7" refType="h"/>
      <dgm:constr type="w" for="ch" forName="spPre7" refType="w" fact="0.54"/>
      <dgm:constr type="w" for="ch" forName="spPost7" refType="w" fact="0.54"/>
      <dgm:constr type="h" for="ch" forName="spPre7" refType="h"/>
      <dgm:constr type="h" for="ch" forName="spPost7" refType="h"/>
      <dgm:constr type="primFontSz" for="ch" forName="parTx7" refType="primFontSz" refFor="ch" refForName="parTx1" op="equ"/>
      <dgm:constr type="primFontSz" for="des" forName="desTx7" refType="primFontSz" refFor="des" refForName="desTx1" op="equ"/>
    </dgm:constrLst>
    <dgm:forEach name="Name4" axis="ch" ptType="node">
      <dgm:choose name="Name5">
        <dgm:if name="Name6" axis="self" ptType="node" func="pos" op="equ" val="1">
          <dgm:layoutNode name="parTx1" styleLbl="node1">
            <dgm:alg type="tx"/>
            <dgm:shape xmlns:r="http://schemas.openxmlformats.org/officeDocument/2006/relationships" type="ellipse" r:blip="">
              <dgm:adjLst/>
            </dgm:shape>
            <dgm:presOf axis="self" ptType="node"/>
            <dgm:constrLst>
              <dgm:constr type="h" refType="w"/>
              <dgm:constr type="w" refType="h" op="lte"/>
              <dgm:constr type="tMarg"/>
              <dgm:constr type="bMarg"/>
              <dgm:constr type="lMarg"/>
              <dgm:constr type="rMarg"/>
            </dgm:constrLst>
            <dgm:ruleLst>
              <dgm:rule type="primFontSz" val="5" fact="NaN" max="NaN"/>
            </dgm:ruleLst>
          </dgm:layoutNode>
          <dgm:choose name="Name7">
            <dgm:if name="Name8" axis="ch" ptType="node" func="cnt" op="gte" val="1">
              <dgm:layoutNode name="spPre1">
                <dgm:alg type="sp"/>
                <dgm:shape xmlns:r="http://schemas.openxmlformats.org/officeDocument/2006/relationships" r:blip="">
                  <dgm:adjLst/>
                </dgm:shape>
              </dgm:layoutNode>
              <dgm:layoutNode name="chLin1">
                <dgm:alg type="lin">
                  <dgm:param type="linDir" val="fromT"/>
                </dgm:alg>
                <dgm:shape xmlns:r="http://schemas.openxmlformats.org/officeDocument/2006/relationships" r:blip="">
                  <dgm:adjLst/>
                </dgm:shape>
                <dgm:presOf/>
                <dgm:constrLst>
                  <dgm:constr type="w" for="ch" forName="txAndLines1" refType="w" fact="0.77"/>
                  <dgm:constr type="w" for="ch" forName="top1" refType="w" refFor="ch" refForName="txAndLines1" fact="0.78"/>
                </dgm:constrLst>
                <dgm:forEach name="Name9" axis="ch">
                  <dgm:forEach name="Name10" axis="self" ptType="parTrans">
                    <dgm:layoutNode name="Name11" styleLbl="parChTrans1D1">
                      <dgm:choose name="Name12">
                        <dgm:if name="Name13" func="var" arg="dir" op="equ" val="norm">
                          <dgm:alg type="conn">
                            <dgm:param type="dim" val="1D"/>
                            <dgm:param type="begPts" val="midR"/>
                            <dgm:param type="endSty" val="noArr"/>
                            <dgm:param type="dstNode" val="anchor1"/>
                          </dgm:alg>
                        </dgm:if>
                        <dgm:else name="Name14">
                          <dgm:alg type="conn">
                            <dgm:param type="dim" val="1D"/>
                            <dgm:param type="begPts" val="midL"/>
                            <dgm:param type="endSty" val="noArr"/>
                            <dgm:param type="srcNode" val="parTx1"/>
                            <dgm:param type="dstNode" val="anchor1"/>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forEach name="Name15" axis="self" ptType="node">
                    <dgm:choose name="Name16">
                      <dgm:if name="Name17" axis="par ch" ptType="node node" func="cnt" op="equ" val="1">
                        <dgm:layoutNode name="top1">
                          <dgm:alg type="sp"/>
                          <dgm:shape xmlns:r="http://schemas.openxmlformats.org/officeDocument/2006/relationships" r:blip="">
                            <dgm:adjLst/>
                          </dgm:shape>
                          <dgm:constrLst>
                            <dgm:constr type="h" refType="w" fact="0.6"/>
                          </dgm:constrLst>
                        </dgm:layoutNode>
                      </dgm:if>
                      <dgm:else name="Name18"/>
                    </dgm:choose>
                    <dgm:layoutNode name="txAndLines1">
                      <dgm:choose name="Name19">
                        <dgm:if name="Name20" func="var" arg="dir" op="equ" val="norm">
                          <dgm:alg type="lin"/>
                        </dgm:if>
                        <dgm:else name="Name21">
                          <dgm:alg type="lin">
                            <dgm:param type="linDir" val="fromR"/>
                          </dgm:alg>
                        </dgm:else>
                      </dgm:choose>
                      <dgm:shape xmlns:r="http://schemas.openxmlformats.org/officeDocument/2006/relationships" r:blip="">
                        <dgm:adjLst/>
                      </dgm:shape>
                      <dgm:presOf/>
                      <dgm:choose name="Name22">
                        <dgm:if name="Name23" axis="root ch" ptType="all node" func="cnt" op="gte" val="2">
                          <dgm:constrLst>
                            <dgm:constr type="w" for="ch" forName="anchor1" refType="w"/>
                            <dgm:constr type="w" for="ch" forName="backup1" refType="w" fact="-1"/>
                            <dgm:constr type="w" for="ch" forName="preLine1" refType="w" fact="0.11"/>
                            <dgm:constr type="w" for="ch" forName="desTx1" refType="w" fact="0.78"/>
                            <dgm:constr type="w" for="ch" forName="postLine1" refType="w" fact="0.11"/>
                          </dgm:constrLst>
                        </dgm:if>
                        <dgm:else name="Name24">
                          <dgm:constrLst>
                            <dgm:constr type="w" for="ch" forName="anchor1" refType="w" fact="0.89"/>
                            <dgm:constr type="w" for="ch" forName="backup1" refType="w" fact="-0.89"/>
                            <dgm:constr type="w" for="ch" forName="preLine1" refType="w" fact="0.11"/>
                            <dgm:constr type="w" for="ch" forName="desTx1" refType="w" fact="0.78"/>
                          </dgm:constrLst>
                        </dgm:else>
                      </dgm:choose>
                      <dgm:layoutNode name="anchor1" moveWith="desTx1">
                        <dgm:alg type="sp"/>
                        <dgm:shape xmlns:r="http://schemas.openxmlformats.org/officeDocument/2006/relationships" r:blip="">
                          <dgm:adjLst/>
                        </dgm:shape>
                      </dgm:layoutNode>
                      <dgm:layoutNode name="backup1" moveWith="desTx1">
                        <dgm:alg type="sp"/>
                        <dgm:shape xmlns:r="http://schemas.openxmlformats.org/officeDocument/2006/relationships" r:blip="">
                          <dgm:adjLst/>
                        </dgm:shape>
                      </dgm:layoutNode>
                      <dgm:layoutNode name="preLine1" styleLbl="parChTrans1D1" moveWith="desTx1">
                        <dgm:alg type="sp"/>
                        <dgm:shape xmlns:r="http://schemas.openxmlformats.org/officeDocument/2006/relationships" type="line" r:blip="">
                          <dgm:adjLst/>
                        </dgm:shape>
                        <dgm:presOf/>
                      </dgm:layoutNode>
                      <dgm:layoutNode name="desTx1" styleLbl="revTx">
                        <dgm:varLst>
                          <dgm:bulletEnabled val="1"/>
                        </dgm:varLst>
                        <dgm:alg type="tx"/>
                        <dgm:shape xmlns:r="http://schemas.openxmlformats.org/officeDocument/2006/relationships" type="rect" r:blip="" hideGeom="1">
                          <dgm:adjLst/>
                        </dgm:shape>
                        <dgm:presOf axis="desOrSelf" ptType="node"/>
                        <dgm:constrLst>
                          <dgm:constr type="h" refType="w" fact="0.6"/>
                        </dgm:constrLst>
                        <dgm:ruleLst>
                          <dgm:rule type="primFontSz" val="5" fact="NaN" max="NaN"/>
                        </dgm:ruleLst>
                      </dgm:layoutNode>
                      <dgm:choose name="Name25">
                        <dgm:if name="Name26" axis="root ch" ptType="all node" func="cnt" op="gte" val="2">
                          <dgm:layoutNode name="postLine1" styleLbl="parChTrans1D1" moveWith="desTx1">
                            <dgm:alg type="sp"/>
                            <dgm:shape xmlns:r="http://schemas.openxmlformats.org/officeDocument/2006/relationships" type="line" r:blip="">
                              <dgm:adjLst/>
                            </dgm:shape>
                            <dgm:presOf/>
                          </dgm:layoutNode>
                        </dgm:if>
                        <dgm:else name="Name27"/>
                      </dgm:choose>
                    </dgm:layoutNode>
                  </dgm:forEach>
                  <dgm:choose name="Name28">
                    <dgm:if name="Name29" axis="root ch" ptType="all node" func="cnt" op="gte" val="2">
                      <dgm:forEach name="Name30" axis="self" ptType="parTrans">
                        <dgm:layoutNode name="Name31" styleLbl="parChTrans1D1">
                          <dgm:choose name="Name32">
                            <dgm:if name="Name33" func="var" arg="dir" op="equ" val="norm">
                              <dgm:alg type="conn">
                                <dgm:param type="dim" val="1D"/>
                                <dgm:param type="begPts" val="midL"/>
                                <dgm:param type="srcNode" val="parTx2"/>
                                <dgm:param type="endSty" val="noArr"/>
                                <dgm:param type="dstNode" val="anchor1"/>
                              </dgm:alg>
                            </dgm:if>
                            <dgm:else name="Name34">
                              <dgm:alg type="conn">
                                <dgm:param type="dim" val="1D"/>
                                <dgm:param type="begPts" val="midR"/>
                                <dgm:param type="endSty" val="noArr"/>
                                <dgm:param type="srcNode" val="parTx2"/>
                                <dgm:param type="dstNode" val="anchor1"/>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if>
                    <dgm:else name="Name35"/>
                  </dgm:choose>
                </dgm:forEach>
              </dgm:layoutNode>
              <dgm:choose name="Name36">
                <dgm:if name="Name37" axis="root ch" ptType="all node" func="cnt" op="gte" val="2">
                  <dgm:layoutNode name="spPost1">
                    <dgm:alg type="sp"/>
                    <dgm:shape xmlns:r="http://schemas.openxmlformats.org/officeDocument/2006/relationships" r:blip="">
                      <dgm:adjLst/>
                    </dgm:shape>
                  </dgm:layoutNode>
                </dgm:if>
                <dgm:else name="Name38"/>
              </dgm:choose>
            </dgm:if>
            <dgm:else name="Name39"/>
          </dgm:choose>
        </dgm:if>
        <dgm:if name="Name40" axis="self" ptType="node" func="pos" op="equ" val="2">
          <dgm:layoutNode name="parTx2" styleLbl="node1">
            <dgm:alg type="tx"/>
            <dgm:shape xmlns:r="http://schemas.openxmlformats.org/officeDocument/2006/relationships" type="ellipse" r:blip="">
              <dgm:adjLst/>
            </dgm:shape>
            <dgm:presOf axis="self" ptType="node"/>
            <dgm:constrLst>
              <dgm:constr type="h" refType="w"/>
              <dgm:constr type="w" refType="h" op="lte"/>
              <dgm:constr type="tMarg"/>
              <dgm:constr type="bMarg"/>
              <dgm:constr type="lMarg"/>
              <dgm:constr type="rMarg"/>
            </dgm:constrLst>
            <dgm:ruleLst>
              <dgm:rule type="primFontSz" val="5" fact="NaN" max="NaN"/>
            </dgm:ruleLst>
          </dgm:layoutNode>
          <dgm:choose name="Name41">
            <dgm:if name="Name42" axis="ch" ptType="node" func="cnt" op="gte" val="1">
              <dgm:layoutNode name="spPre2">
                <dgm:alg type="sp"/>
                <dgm:shape xmlns:r="http://schemas.openxmlformats.org/officeDocument/2006/relationships" r:blip="">
                  <dgm:adjLst/>
                </dgm:shape>
              </dgm:layoutNode>
              <dgm:layoutNode name="chLin2">
                <dgm:alg type="lin">
                  <dgm:param type="linDir" val="fromT"/>
                </dgm:alg>
                <dgm:shape xmlns:r="http://schemas.openxmlformats.org/officeDocument/2006/relationships" r:blip="">
                  <dgm:adjLst/>
                </dgm:shape>
                <dgm:presOf/>
                <dgm:constrLst>
                  <dgm:constr type="w" for="ch" forName="txAndLines2" refType="w" fact="0.77"/>
                  <dgm:constr type="w" for="ch" forName="top2" refType="w" refFor="ch" refForName="txAndLines2" fact="0.78"/>
                </dgm:constrLst>
                <dgm:forEach name="Name43" axis="ch">
                  <dgm:forEach name="Name44" axis="self" ptType="parTrans">
                    <dgm:layoutNode name="Name45" styleLbl="parChTrans1D1">
                      <dgm:choose name="Name46">
                        <dgm:if name="Name47" func="var" arg="dir" op="equ" val="norm">
                          <dgm:alg type="conn">
                            <dgm:param type="dim" val="1D"/>
                            <dgm:param type="begPts" val="midR"/>
                            <dgm:param type="endSty" val="noArr"/>
                            <dgm:param type="dstNode" val="anchor2"/>
                          </dgm:alg>
                        </dgm:if>
                        <dgm:else name="Name48">
                          <dgm:alg type="conn">
                            <dgm:param type="dim" val="1D"/>
                            <dgm:param type="begPts" val="midL"/>
                            <dgm:param type="endSty" val="noArr"/>
                            <dgm:param type="srcNode" val="parTx2"/>
                            <dgm:param type="dstNode" val="anchor2"/>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forEach name="Name49" axis="self" ptType="node">
                    <dgm:choose name="Name50">
                      <dgm:if name="Name51" axis="par ch" ptType="node node" func="cnt" op="equ" val="1">
                        <dgm:layoutNode name="top2">
                          <dgm:alg type="sp"/>
                          <dgm:shape xmlns:r="http://schemas.openxmlformats.org/officeDocument/2006/relationships" r:blip="">
                            <dgm:adjLst/>
                          </dgm:shape>
                          <dgm:constrLst>
                            <dgm:constr type="h" refType="w" fact="0.6"/>
                          </dgm:constrLst>
                        </dgm:layoutNode>
                      </dgm:if>
                      <dgm:else name="Name52"/>
                    </dgm:choose>
                    <dgm:layoutNode name="txAndLines2">
                      <dgm:choose name="Name53">
                        <dgm:if name="Name54" func="var" arg="dir" op="equ" val="norm">
                          <dgm:alg type="lin"/>
                        </dgm:if>
                        <dgm:else name="Name55">
                          <dgm:alg type="lin">
                            <dgm:param type="linDir" val="fromR"/>
                          </dgm:alg>
                        </dgm:else>
                      </dgm:choose>
                      <dgm:shape xmlns:r="http://schemas.openxmlformats.org/officeDocument/2006/relationships" r:blip="">
                        <dgm:adjLst/>
                      </dgm:shape>
                      <dgm:presOf/>
                      <dgm:choose name="Name56">
                        <dgm:if name="Name57" axis="root ch" ptType="all node" func="cnt" op="gte" val="3">
                          <dgm:constrLst>
                            <dgm:constr type="w" for="ch" forName="anchor2" refType="w"/>
                            <dgm:constr type="w" for="ch" forName="backup2" refType="w" fact="-1"/>
                            <dgm:constr type="w" for="ch" forName="preLine2" refType="w" fact="0.11"/>
                            <dgm:constr type="w" for="ch" forName="desTx2" refType="w" fact="0.78"/>
                            <dgm:constr type="w" for="ch" forName="postLine2" refType="w" fact="0.11"/>
                          </dgm:constrLst>
                        </dgm:if>
                        <dgm:else name="Name58">
                          <dgm:constrLst>
                            <dgm:constr type="w" for="ch" forName="anchor2" refType="w" fact="0.89"/>
                            <dgm:constr type="w" for="ch" forName="backup2" refType="w" fact="-0.89"/>
                            <dgm:constr type="w" for="ch" forName="preLine2" refType="w" fact="0.11"/>
                            <dgm:constr type="w" for="ch" forName="desTx2" refType="w" fact="0.78"/>
                          </dgm:constrLst>
                        </dgm:else>
                      </dgm:choose>
                      <dgm:layoutNode name="anchor2" moveWith="desTx2">
                        <dgm:alg type="sp"/>
                        <dgm:shape xmlns:r="http://schemas.openxmlformats.org/officeDocument/2006/relationships" r:blip="">
                          <dgm:adjLst/>
                        </dgm:shape>
                      </dgm:layoutNode>
                      <dgm:layoutNode name="backup2" moveWith="desTx2">
                        <dgm:alg type="sp"/>
                        <dgm:shape xmlns:r="http://schemas.openxmlformats.org/officeDocument/2006/relationships" r:blip="">
                          <dgm:adjLst/>
                        </dgm:shape>
                      </dgm:layoutNode>
                      <dgm:layoutNode name="preLine2" styleLbl="parChTrans1D1" moveWith="desTx2">
                        <dgm:alg type="sp"/>
                        <dgm:shape xmlns:r="http://schemas.openxmlformats.org/officeDocument/2006/relationships" type="line" r:blip="">
                          <dgm:adjLst/>
                        </dgm:shape>
                        <dgm:presOf/>
                      </dgm:layoutNode>
                      <dgm:layoutNode name="desTx2" styleLbl="revTx">
                        <dgm:varLst>
                          <dgm:bulletEnabled val="1"/>
                        </dgm:varLst>
                        <dgm:alg type="tx"/>
                        <dgm:shape xmlns:r="http://schemas.openxmlformats.org/officeDocument/2006/relationships" type="rect" r:blip="" hideGeom="1">
                          <dgm:adjLst/>
                        </dgm:shape>
                        <dgm:presOf axis="desOrSelf" ptType="node"/>
                        <dgm:constrLst>
                          <dgm:constr type="h" refType="w" fact="0.6"/>
                        </dgm:constrLst>
                        <dgm:ruleLst>
                          <dgm:rule type="primFontSz" val="5" fact="NaN" max="NaN"/>
                        </dgm:ruleLst>
                      </dgm:layoutNode>
                      <dgm:choose name="Name59">
                        <dgm:if name="Name60" axis="root ch" ptType="all node" func="cnt" op="gte" val="3">
                          <dgm:layoutNode name="postLine2" styleLbl="parChTrans1D1" moveWith="desTx2">
                            <dgm:alg type="sp"/>
                            <dgm:shape xmlns:r="http://schemas.openxmlformats.org/officeDocument/2006/relationships" type="line" r:blip="">
                              <dgm:adjLst/>
                            </dgm:shape>
                            <dgm:presOf/>
                          </dgm:layoutNode>
                        </dgm:if>
                        <dgm:else name="Name61"/>
                      </dgm:choose>
                    </dgm:layoutNode>
                  </dgm:forEach>
                  <dgm:choose name="Name62">
                    <dgm:if name="Name63" axis="root ch" ptType="all node" func="cnt" op="gte" val="3">
                      <dgm:forEach name="Name64" axis="self" ptType="parTrans">
                        <dgm:layoutNode name="Name65" styleLbl="parChTrans1D1">
                          <dgm:choose name="Name66">
                            <dgm:if name="Name67" func="var" arg="dir" op="equ" val="norm">
                              <dgm:alg type="conn">
                                <dgm:param type="dim" val="1D"/>
                                <dgm:param type="begPts" val="midL"/>
                                <dgm:param type="srcNode" val="parTx3"/>
                                <dgm:param type="endSty" val="noArr"/>
                                <dgm:param type="dstNode" val="anchor2"/>
                              </dgm:alg>
                            </dgm:if>
                            <dgm:else name="Name68">
                              <dgm:alg type="conn">
                                <dgm:param type="dim" val="1D"/>
                                <dgm:param type="begPts" val="midR"/>
                                <dgm:param type="endSty" val="noArr"/>
                                <dgm:param type="srcNode" val="parTx3"/>
                                <dgm:param type="dstNode" val="anchor2"/>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if>
                    <dgm:else name="Name69"/>
                  </dgm:choose>
                </dgm:forEach>
              </dgm:layoutNode>
              <dgm:choose name="Name70">
                <dgm:if name="Name71" axis="root ch" ptType="all node" func="cnt" op="gte" val="3">
                  <dgm:layoutNode name="spPost2">
                    <dgm:alg type="sp"/>
                    <dgm:shape xmlns:r="http://schemas.openxmlformats.org/officeDocument/2006/relationships" r:blip="">
                      <dgm:adjLst/>
                    </dgm:shape>
                  </dgm:layoutNode>
                </dgm:if>
                <dgm:else name="Name72"/>
              </dgm:choose>
            </dgm:if>
            <dgm:else name="Name73"/>
          </dgm:choose>
        </dgm:if>
        <dgm:if name="Name74" axis="self" ptType="node" func="pos" op="equ" val="3">
          <dgm:layoutNode name="parTx3" styleLbl="node1">
            <dgm:alg type="tx"/>
            <dgm:shape xmlns:r="http://schemas.openxmlformats.org/officeDocument/2006/relationships" type="ellipse" r:blip="">
              <dgm:adjLst/>
            </dgm:shape>
            <dgm:presOf axis="self" ptType="node"/>
            <dgm:constrLst>
              <dgm:constr type="h" refType="w"/>
              <dgm:constr type="w" refType="h" op="lte"/>
              <dgm:constr type="tMarg"/>
              <dgm:constr type="bMarg"/>
              <dgm:constr type="lMarg"/>
              <dgm:constr type="rMarg"/>
            </dgm:constrLst>
            <dgm:ruleLst>
              <dgm:rule type="primFontSz" val="5" fact="NaN" max="NaN"/>
            </dgm:ruleLst>
          </dgm:layoutNode>
          <dgm:choose name="Name75">
            <dgm:if name="Name76" axis="ch" ptType="node" func="cnt" op="gte" val="1">
              <dgm:layoutNode name="spPre3">
                <dgm:alg type="sp"/>
                <dgm:shape xmlns:r="http://schemas.openxmlformats.org/officeDocument/2006/relationships" r:blip="">
                  <dgm:adjLst/>
                </dgm:shape>
              </dgm:layoutNode>
              <dgm:layoutNode name="chLin3">
                <dgm:alg type="lin">
                  <dgm:param type="linDir" val="fromT"/>
                </dgm:alg>
                <dgm:shape xmlns:r="http://schemas.openxmlformats.org/officeDocument/2006/relationships" r:blip="">
                  <dgm:adjLst/>
                </dgm:shape>
                <dgm:presOf/>
                <dgm:constrLst>
                  <dgm:constr type="w" for="ch" forName="txAndLines3" refType="w" fact="0.77"/>
                  <dgm:constr type="w" for="ch" forName="top3" refType="w" refFor="ch" refForName="txAndLines3" fact="0.78"/>
                </dgm:constrLst>
                <dgm:forEach name="Name77" axis="ch">
                  <dgm:forEach name="Name78" axis="self" ptType="parTrans">
                    <dgm:layoutNode name="Name79" styleLbl="parChTrans1D1">
                      <dgm:choose name="Name80">
                        <dgm:if name="Name81" func="var" arg="dir" op="equ" val="norm">
                          <dgm:alg type="conn">
                            <dgm:param type="dim" val="1D"/>
                            <dgm:param type="begPts" val="midR"/>
                            <dgm:param type="endSty" val="noArr"/>
                            <dgm:param type="dstNode" val="anchor3"/>
                          </dgm:alg>
                        </dgm:if>
                        <dgm:else name="Name82">
                          <dgm:alg type="conn">
                            <dgm:param type="dim" val="1D"/>
                            <dgm:param type="begPts" val="midL"/>
                            <dgm:param type="endSty" val="noArr"/>
                            <dgm:param type="srcNode" val="parTx3"/>
                            <dgm:param type="dstNode" val="anchor3"/>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forEach name="Name83" axis="self" ptType="node">
                    <dgm:choose name="Name84">
                      <dgm:if name="Name85" axis="par ch" ptType="node node" func="cnt" op="equ" val="1">
                        <dgm:layoutNode name="top3">
                          <dgm:alg type="sp"/>
                          <dgm:shape xmlns:r="http://schemas.openxmlformats.org/officeDocument/2006/relationships" r:blip="">
                            <dgm:adjLst/>
                          </dgm:shape>
                          <dgm:constrLst>
                            <dgm:constr type="h" refType="w" fact="0.6"/>
                          </dgm:constrLst>
                        </dgm:layoutNode>
                      </dgm:if>
                      <dgm:else name="Name86"/>
                    </dgm:choose>
                    <dgm:layoutNode name="txAndLines3">
                      <dgm:choose name="Name87">
                        <dgm:if name="Name88" func="var" arg="dir" op="equ" val="norm">
                          <dgm:alg type="lin"/>
                        </dgm:if>
                        <dgm:else name="Name89">
                          <dgm:alg type="lin">
                            <dgm:param type="linDir" val="fromR"/>
                          </dgm:alg>
                        </dgm:else>
                      </dgm:choose>
                      <dgm:shape xmlns:r="http://schemas.openxmlformats.org/officeDocument/2006/relationships" r:blip="">
                        <dgm:adjLst/>
                      </dgm:shape>
                      <dgm:presOf/>
                      <dgm:choose name="Name90">
                        <dgm:if name="Name91" axis="root ch" ptType="all node" func="cnt" op="gte" val="4">
                          <dgm:constrLst>
                            <dgm:constr type="w" for="ch" forName="anchor3" refType="w"/>
                            <dgm:constr type="w" for="ch" forName="backup3" refType="w" fact="-1"/>
                            <dgm:constr type="w" for="ch" forName="preLine3" refType="w" fact="0.11"/>
                            <dgm:constr type="w" for="ch" forName="desTx3" refType="w" fact="0.78"/>
                            <dgm:constr type="w" for="ch" forName="postLine3" refType="w" fact="0.11"/>
                          </dgm:constrLst>
                        </dgm:if>
                        <dgm:else name="Name92">
                          <dgm:constrLst>
                            <dgm:constr type="w" for="ch" forName="anchor3" refType="w" fact="0.89"/>
                            <dgm:constr type="w" for="ch" forName="backup3" refType="w" fact="-0.89"/>
                            <dgm:constr type="w" for="ch" forName="preLine3" refType="w" fact="0.11"/>
                            <dgm:constr type="w" for="ch" forName="desTx3" refType="w" fact="0.78"/>
                          </dgm:constrLst>
                        </dgm:else>
                      </dgm:choose>
                      <dgm:layoutNode name="anchor3" moveWith="desTx3">
                        <dgm:alg type="sp"/>
                        <dgm:shape xmlns:r="http://schemas.openxmlformats.org/officeDocument/2006/relationships" r:blip="">
                          <dgm:adjLst/>
                        </dgm:shape>
                      </dgm:layoutNode>
                      <dgm:layoutNode name="backup3" moveWith="desTx3">
                        <dgm:alg type="sp"/>
                        <dgm:shape xmlns:r="http://schemas.openxmlformats.org/officeDocument/2006/relationships" r:blip="">
                          <dgm:adjLst/>
                        </dgm:shape>
                      </dgm:layoutNode>
                      <dgm:layoutNode name="preLine3" styleLbl="parChTrans1D1" moveWith="desTx3">
                        <dgm:alg type="sp"/>
                        <dgm:shape xmlns:r="http://schemas.openxmlformats.org/officeDocument/2006/relationships" type="line" r:blip="">
                          <dgm:adjLst/>
                        </dgm:shape>
                        <dgm:presOf/>
                      </dgm:layoutNode>
                      <dgm:layoutNode name="desTx3" styleLbl="revTx">
                        <dgm:varLst>
                          <dgm:bulletEnabled val="1"/>
                        </dgm:varLst>
                        <dgm:alg type="tx"/>
                        <dgm:shape xmlns:r="http://schemas.openxmlformats.org/officeDocument/2006/relationships" type="rect" r:blip="" hideGeom="1">
                          <dgm:adjLst/>
                        </dgm:shape>
                        <dgm:presOf axis="desOrSelf" ptType="node"/>
                        <dgm:constrLst>
                          <dgm:constr type="h" refType="w" fact="0.6"/>
                        </dgm:constrLst>
                        <dgm:ruleLst>
                          <dgm:rule type="primFontSz" val="5" fact="NaN" max="NaN"/>
                        </dgm:ruleLst>
                      </dgm:layoutNode>
                      <dgm:choose name="Name93">
                        <dgm:if name="Name94" axis="root ch" ptType="all node" func="cnt" op="gte" val="4">
                          <dgm:layoutNode name="postLine3" styleLbl="parChTrans1D1" moveWith="desTx3">
                            <dgm:alg type="sp"/>
                            <dgm:shape xmlns:r="http://schemas.openxmlformats.org/officeDocument/2006/relationships" type="line" r:blip="">
                              <dgm:adjLst/>
                            </dgm:shape>
                            <dgm:presOf/>
                          </dgm:layoutNode>
                        </dgm:if>
                        <dgm:else name="Name95"/>
                      </dgm:choose>
                    </dgm:layoutNode>
                  </dgm:forEach>
                  <dgm:choose name="Name96">
                    <dgm:if name="Name97" axis="root ch" ptType="all node" func="cnt" op="gte" val="4">
                      <dgm:forEach name="Name98" axis="self" ptType="parTrans">
                        <dgm:layoutNode name="Name99" styleLbl="parChTrans1D1">
                          <dgm:choose name="Name100">
                            <dgm:if name="Name101" func="var" arg="dir" op="equ" val="norm">
                              <dgm:alg type="conn">
                                <dgm:param type="dim" val="1D"/>
                                <dgm:param type="begPts" val="midL"/>
                                <dgm:param type="srcNode" val="parTx4"/>
                                <dgm:param type="endSty" val="noArr"/>
                                <dgm:param type="dstNode" val="anchor3"/>
                              </dgm:alg>
                            </dgm:if>
                            <dgm:else name="Name102">
                              <dgm:alg type="conn">
                                <dgm:param type="dim" val="1D"/>
                                <dgm:param type="begPts" val="midR"/>
                                <dgm:param type="endSty" val="noArr"/>
                                <dgm:param type="srcNode" val="parTx4"/>
                                <dgm:param type="dstNode" val="anchor3"/>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if>
                    <dgm:else name="Name103"/>
                  </dgm:choose>
                </dgm:forEach>
              </dgm:layoutNode>
              <dgm:choose name="Name104">
                <dgm:if name="Name105" axis="root ch" ptType="all node" func="cnt" op="gte" val="4">
                  <dgm:layoutNode name="spPost3">
                    <dgm:alg type="sp"/>
                    <dgm:shape xmlns:r="http://schemas.openxmlformats.org/officeDocument/2006/relationships" r:blip="">
                      <dgm:adjLst/>
                    </dgm:shape>
                  </dgm:layoutNode>
                </dgm:if>
                <dgm:else name="Name106"/>
              </dgm:choose>
            </dgm:if>
            <dgm:else name="Name107"/>
          </dgm:choose>
        </dgm:if>
        <dgm:if name="Name108" axis="self" ptType="node" func="pos" op="equ" val="4">
          <dgm:layoutNode name="parTx4" styleLbl="node1">
            <dgm:alg type="tx"/>
            <dgm:shape xmlns:r="http://schemas.openxmlformats.org/officeDocument/2006/relationships" type="ellipse" r:blip="">
              <dgm:adjLst/>
            </dgm:shape>
            <dgm:presOf axis="self" ptType="node"/>
            <dgm:constrLst>
              <dgm:constr type="h" refType="w"/>
              <dgm:constr type="w" refType="h" op="lte"/>
              <dgm:constr type="tMarg"/>
              <dgm:constr type="bMarg"/>
              <dgm:constr type="lMarg"/>
              <dgm:constr type="rMarg"/>
            </dgm:constrLst>
            <dgm:ruleLst>
              <dgm:rule type="primFontSz" val="5" fact="NaN" max="NaN"/>
            </dgm:ruleLst>
          </dgm:layoutNode>
          <dgm:choose name="Name109">
            <dgm:if name="Name110" axis="ch" ptType="node" func="cnt" op="gte" val="1">
              <dgm:layoutNode name="spPre4">
                <dgm:alg type="sp"/>
                <dgm:shape xmlns:r="http://schemas.openxmlformats.org/officeDocument/2006/relationships" r:blip="">
                  <dgm:adjLst/>
                </dgm:shape>
              </dgm:layoutNode>
              <dgm:layoutNode name="chLin4">
                <dgm:alg type="lin">
                  <dgm:param type="linDir" val="fromT"/>
                </dgm:alg>
                <dgm:shape xmlns:r="http://schemas.openxmlformats.org/officeDocument/2006/relationships" r:blip="">
                  <dgm:adjLst/>
                </dgm:shape>
                <dgm:presOf/>
                <dgm:constrLst>
                  <dgm:constr type="w" for="ch" forName="txAndLines4" refType="w" fact="0.77"/>
                  <dgm:constr type="w" for="ch" forName="top4" refType="w" refFor="ch" refForName="txAndLines4" fact="0.78"/>
                </dgm:constrLst>
                <dgm:forEach name="Name111" axis="ch">
                  <dgm:forEach name="Name112" axis="self" ptType="parTrans">
                    <dgm:layoutNode name="Name113" styleLbl="parChTrans1D1">
                      <dgm:choose name="Name114">
                        <dgm:if name="Name115" func="var" arg="dir" op="equ" val="norm">
                          <dgm:alg type="conn">
                            <dgm:param type="dim" val="1D"/>
                            <dgm:param type="begPts" val="midR"/>
                            <dgm:param type="endSty" val="noArr"/>
                            <dgm:param type="dstNode" val="anchor4"/>
                          </dgm:alg>
                        </dgm:if>
                        <dgm:else name="Name116">
                          <dgm:alg type="conn">
                            <dgm:param type="dim" val="1D"/>
                            <dgm:param type="begPts" val="midL"/>
                            <dgm:param type="endSty" val="noArr"/>
                            <dgm:param type="srcNode" val="parTx4"/>
                            <dgm:param type="dstNode" val="anchor4"/>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forEach name="Name117" axis="self" ptType="node">
                    <dgm:choose name="Name118">
                      <dgm:if name="Name119" axis="par ch" ptType="node node" func="cnt" op="equ" val="1">
                        <dgm:layoutNode name="top4">
                          <dgm:alg type="sp"/>
                          <dgm:shape xmlns:r="http://schemas.openxmlformats.org/officeDocument/2006/relationships" r:blip="">
                            <dgm:adjLst/>
                          </dgm:shape>
                          <dgm:constrLst>
                            <dgm:constr type="h" refType="w" fact="0.6"/>
                          </dgm:constrLst>
                        </dgm:layoutNode>
                      </dgm:if>
                      <dgm:else name="Name120"/>
                    </dgm:choose>
                    <dgm:layoutNode name="txAndLines4">
                      <dgm:choose name="Name121">
                        <dgm:if name="Name122" func="var" arg="dir" op="equ" val="norm">
                          <dgm:alg type="lin"/>
                        </dgm:if>
                        <dgm:else name="Name123">
                          <dgm:alg type="lin">
                            <dgm:param type="linDir" val="fromR"/>
                          </dgm:alg>
                        </dgm:else>
                      </dgm:choose>
                      <dgm:shape xmlns:r="http://schemas.openxmlformats.org/officeDocument/2006/relationships" r:blip="">
                        <dgm:adjLst/>
                      </dgm:shape>
                      <dgm:presOf/>
                      <dgm:choose name="Name124">
                        <dgm:if name="Name125" axis="root ch" ptType="all node" func="cnt" op="gte" val="5">
                          <dgm:constrLst>
                            <dgm:constr type="w" for="ch" forName="anchor4" refType="w"/>
                            <dgm:constr type="w" for="ch" forName="backup4" refType="w" fact="-1"/>
                            <dgm:constr type="w" for="ch" forName="preLine4" refType="w" fact="0.11"/>
                            <dgm:constr type="w" for="ch" forName="desTx4" refType="w" fact="0.78"/>
                            <dgm:constr type="w" for="ch" forName="postLine4" refType="w" fact="0.11"/>
                          </dgm:constrLst>
                        </dgm:if>
                        <dgm:else name="Name126">
                          <dgm:constrLst>
                            <dgm:constr type="w" for="ch" forName="anchor4" refType="w" fact="0.89"/>
                            <dgm:constr type="w" for="ch" forName="backup4" refType="w" fact="-0.89"/>
                            <dgm:constr type="w" for="ch" forName="preLine4" refType="w" fact="0.11"/>
                            <dgm:constr type="w" for="ch" forName="desTx4" refType="w" fact="0.78"/>
                          </dgm:constrLst>
                        </dgm:else>
                      </dgm:choose>
                      <dgm:layoutNode name="anchor4" moveWith="desTx4">
                        <dgm:alg type="sp"/>
                        <dgm:shape xmlns:r="http://schemas.openxmlformats.org/officeDocument/2006/relationships" r:blip="">
                          <dgm:adjLst/>
                        </dgm:shape>
                      </dgm:layoutNode>
                      <dgm:layoutNode name="backup4" moveWith="desTx4">
                        <dgm:alg type="sp"/>
                        <dgm:shape xmlns:r="http://schemas.openxmlformats.org/officeDocument/2006/relationships" r:blip="">
                          <dgm:adjLst/>
                        </dgm:shape>
                      </dgm:layoutNode>
                      <dgm:layoutNode name="preLine4" styleLbl="parChTrans1D1" moveWith="desTx4">
                        <dgm:alg type="sp"/>
                        <dgm:shape xmlns:r="http://schemas.openxmlformats.org/officeDocument/2006/relationships" type="line" r:blip="">
                          <dgm:adjLst/>
                        </dgm:shape>
                        <dgm:presOf/>
                      </dgm:layoutNode>
                      <dgm:layoutNode name="desTx4" styleLbl="revTx">
                        <dgm:varLst>
                          <dgm:bulletEnabled val="1"/>
                        </dgm:varLst>
                        <dgm:alg type="tx"/>
                        <dgm:shape xmlns:r="http://schemas.openxmlformats.org/officeDocument/2006/relationships" type="rect" r:blip="" hideGeom="1">
                          <dgm:adjLst/>
                        </dgm:shape>
                        <dgm:presOf axis="desOrSelf" ptType="node"/>
                        <dgm:constrLst>
                          <dgm:constr type="h" refType="w" fact="0.6"/>
                        </dgm:constrLst>
                        <dgm:ruleLst>
                          <dgm:rule type="primFontSz" val="5" fact="NaN" max="NaN"/>
                        </dgm:ruleLst>
                      </dgm:layoutNode>
                      <dgm:choose name="Name127">
                        <dgm:if name="Name128" axis="root ch" ptType="all node" func="cnt" op="gte" val="5">
                          <dgm:layoutNode name="postLine4" styleLbl="parChTrans1D1" moveWith="desTx4">
                            <dgm:alg type="sp"/>
                            <dgm:shape xmlns:r="http://schemas.openxmlformats.org/officeDocument/2006/relationships" type="line" r:blip="">
                              <dgm:adjLst/>
                            </dgm:shape>
                            <dgm:presOf/>
                          </dgm:layoutNode>
                        </dgm:if>
                        <dgm:else name="Name129"/>
                      </dgm:choose>
                    </dgm:layoutNode>
                  </dgm:forEach>
                  <dgm:choose name="Name130">
                    <dgm:if name="Name131" axis="root ch" ptType="all node" func="cnt" op="gte" val="5">
                      <dgm:forEach name="Name132" axis="self" ptType="parTrans">
                        <dgm:layoutNode name="Name133" styleLbl="parChTrans1D1">
                          <dgm:choose name="Name134">
                            <dgm:if name="Name135" func="var" arg="dir" op="equ" val="norm">
                              <dgm:alg type="conn">
                                <dgm:param type="dim" val="1D"/>
                                <dgm:param type="begPts" val="midL"/>
                                <dgm:param type="srcNode" val="parTx5"/>
                                <dgm:param type="endSty" val="noArr"/>
                                <dgm:param type="dstNode" val="anchor4"/>
                              </dgm:alg>
                            </dgm:if>
                            <dgm:else name="Name136">
                              <dgm:alg type="conn">
                                <dgm:param type="dim" val="1D"/>
                                <dgm:param type="begPts" val="midR"/>
                                <dgm:param type="endSty" val="noArr"/>
                                <dgm:param type="srcNode" val="parTx5"/>
                                <dgm:param type="dstNode" val="anchor4"/>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if>
                    <dgm:else name="Name137"/>
                  </dgm:choose>
                </dgm:forEach>
              </dgm:layoutNode>
              <dgm:choose name="Name138">
                <dgm:if name="Name139" axis="root ch" ptType="all node" func="cnt" op="gte" val="5">
                  <dgm:layoutNode name="spPost4">
                    <dgm:alg type="sp"/>
                    <dgm:shape xmlns:r="http://schemas.openxmlformats.org/officeDocument/2006/relationships" r:blip="">
                      <dgm:adjLst/>
                    </dgm:shape>
                  </dgm:layoutNode>
                </dgm:if>
                <dgm:else name="Name140"/>
              </dgm:choose>
            </dgm:if>
            <dgm:else name="Name141"/>
          </dgm:choose>
        </dgm:if>
        <dgm:if name="Name142" axis="self" ptType="node" func="pos" op="equ" val="5">
          <dgm:layoutNode name="parTx5" styleLbl="node1">
            <dgm:alg type="tx"/>
            <dgm:shape xmlns:r="http://schemas.openxmlformats.org/officeDocument/2006/relationships" type="ellipse" r:blip="">
              <dgm:adjLst/>
            </dgm:shape>
            <dgm:presOf axis="self" ptType="node"/>
            <dgm:constrLst>
              <dgm:constr type="h" refType="w"/>
              <dgm:constr type="w" refType="h" op="lte"/>
              <dgm:constr type="tMarg"/>
              <dgm:constr type="bMarg"/>
              <dgm:constr type="lMarg"/>
              <dgm:constr type="rMarg"/>
            </dgm:constrLst>
            <dgm:ruleLst>
              <dgm:rule type="primFontSz" val="5" fact="NaN" max="NaN"/>
            </dgm:ruleLst>
          </dgm:layoutNode>
          <dgm:choose name="Name143">
            <dgm:if name="Name144" axis="ch" ptType="node" func="cnt" op="gte" val="1">
              <dgm:layoutNode name="spPre5">
                <dgm:alg type="sp"/>
                <dgm:shape xmlns:r="http://schemas.openxmlformats.org/officeDocument/2006/relationships" r:blip="">
                  <dgm:adjLst/>
                </dgm:shape>
              </dgm:layoutNode>
              <dgm:layoutNode name="chLin5">
                <dgm:alg type="lin">
                  <dgm:param type="linDir" val="fromT"/>
                </dgm:alg>
                <dgm:shape xmlns:r="http://schemas.openxmlformats.org/officeDocument/2006/relationships" r:blip="">
                  <dgm:adjLst/>
                </dgm:shape>
                <dgm:presOf/>
                <dgm:constrLst>
                  <dgm:constr type="w" for="ch" forName="txAndLines5" refType="w" fact="0.77"/>
                  <dgm:constr type="w" for="ch" forName="top5" refType="w" refFor="ch" refForName="txAndLines5" fact="0.78"/>
                </dgm:constrLst>
                <dgm:forEach name="Name145" axis="ch">
                  <dgm:forEach name="Name146" axis="self" ptType="parTrans">
                    <dgm:layoutNode name="Name147" styleLbl="parChTrans1D1">
                      <dgm:choose name="Name148">
                        <dgm:if name="Name149" func="var" arg="dir" op="equ" val="norm">
                          <dgm:alg type="conn">
                            <dgm:param type="dim" val="1D"/>
                            <dgm:param type="begPts" val="midR"/>
                            <dgm:param type="endSty" val="noArr"/>
                            <dgm:param type="dstNode" val="anchor5"/>
                          </dgm:alg>
                        </dgm:if>
                        <dgm:else name="Name150">
                          <dgm:alg type="conn">
                            <dgm:param type="dim" val="1D"/>
                            <dgm:param type="begPts" val="midL"/>
                            <dgm:param type="endSty" val="noArr"/>
                            <dgm:param type="srcNode" val="parTx5"/>
                            <dgm:param type="dstNode" val="anchor5"/>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forEach name="Name151" axis="self" ptType="node">
                    <dgm:choose name="Name152">
                      <dgm:if name="Name153" axis="par ch" ptType="node node" func="cnt" op="equ" val="1">
                        <dgm:layoutNode name="top5">
                          <dgm:alg type="sp"/>
                          <dgm:shape xmlns:r="http://schemas.openxmlformats.org/officeDocument/2006/relationships" r:blip="">
                            <dgm:adjLst/>
                          </dgm:shape>
                          <dgm:constrLst>
                            <dgm:constr type="h" refType="w" fact="0.6"/>
                          </dgm:constrLst>
                        </dgm:layoutNode>
                      </dgm:if>
                      <dgm:else name="Name154"/>
                    </dgm:choose>
                    <dgm:layoutNode name="txAndLines5">
                      <dgm:choose name="Name155">
                        <dgm:if name="Name156" func="var" arg="dir" op="equ" val="norm">
                          <dgm:alg type="lin"/>
                        </dgm:if>
                        <dgm:else name="Name157">
                          <dgm:alg type="lin">
                            <dgm:param type="linDir" val="fromR"/>
                          </dgm:alg>
                        </dgm:else>
                      </dgm:choose>
                      <dgm:shape xmlns:r="http://schemas.openxmlformats.org/officeDocument/2006/relationships" r:blip="">
                        <dgm:adjLst/>
                      </dgm:shape>
                      <dgm:presOf/>
                      <dgm:choose name="Name158">
                        <dgm:if name="Name159" axis="root ch" ptType="all node" func="cnt" op="gte" val="6">
                          <dgm:constrLst>
                            <dgm:constr type="w" for="ch" forName="anchor5" refType="w"/>
                            <dgm:constr type="w" for="ch" forName="backup5" refType="w" fact="-1"/>
                            <dgm:constr type="w" for="ch" forName="preLine5" refType="w" fact="0.11"/>
                            <dgm:constr type="w" for="ch" forName="desTx5" refType="w" fact="0.78"/>
                            <dgm:constr type="w" for="ch" forName="postLine5" refType="w" fact="0.11"/>
                          </dgm:constrLst>
                        </dgm:if>
                        <dgm:else name="Name160">
                          <dgm:constrLst>
                            <dgm:constr type="w" for="ch" forName="anchor5" refType="w" fact="0.89"/>
                            <dgm:constr type="w" for="ch" forName="backup5" refType="w" fact="-0.89"/>
                            <dgm:constr type="w" for="ch" forName="preLine5" refType="w" fact="0.11"/>
                            <dgm:constr type="w" for="ch" forName="desTx5" refType="w" fact="0.78"/>
                          </dgm:constrLst>
                        </dgm:else>
                      </dgm:choose>
                      <dgm:layoutNode name="anchor5" moveWith="desTx5">
                        <dgm:alg type="sp"/>
                        <dgm:shape xmlns:r="http://schemas.openxmlformats.org/officeDocument/2006/relationships" r:blip="">
                          <dgm:adjLst/>
                        </dgm:shape>
                      </dgm:layoutNode>
                      <dgm:layoutNode name="backup5" moveWith="desTx5">
                        <dgm:alg type="sp"/>
                        <dgm:shape xmlns:r="http://schemas.openxmlformats.org/officeDocument/2006/relationships" r:blip="">
                          <dgm:adjLst/>
                        </dgm:shape>
                      </dgm:layoutNode>
                      <dgm:layoutNode name="preLine5" styleLbl="parChTrans1D1" moveWith="desTx5">
                        <dgm:alg type="sp"/>
                        <dgm:shape xmlns:r="http://schemas.openxmlformats.org/officeDocument/2006/relationships" type="line" r:blip="">
                          <dgm:adjLst/>
                        </dgm:shape>
                        <dgm:presOf/>
                      </dgm:layoutNode>
                      <dgm:layoutNode name="desTx5" styleLbl="revTx">
                        <dgm:varLst>
                          <dgm:bulletEnabled val="1"/>
                        </dgm:varLst>
                        <dgm:alg type="tx"/>
                        <dgm:shape xmlns:r="http://schemas.openxmlformats.org/officeDocument/2006/relationships" type="rect" r:blip="" hideGeom="1">
                          <dgm:adjLst/>
                        </dgm:shape>
                        <dgm:presOf axis="desOrSelf" ptType="node"/>
                        <dgm:constrLst>
                          <dgm:constr type="h" refType="w" fact="0.6"/>
                        </dgm:constrLst>
                        <dgm:ruleLst>
                          <dgm:rule type="primFontSz" val="5" fact="NaN" max="NaN"/>
                        </dgm:ruleLst>
                      </dgm:layoutNode>
                      <dgm:choose name="Name161">
                        <dgm:if name="Name162" axis="root ch" ptType="all node" func="cnt" op="gte" val="6">
                          <dgm:layoutNode name="postLine5" styleLbl="parChTrans1D1" moveWith="desTx5">
                            <dgm:alg type="sp"/>
                            <dgm:shape xmlns:r="http://schemas.openxmlformats.org/officeDocument/2006/relationships" type="line" r:blip="">
                              <dgm:adjLst/>
                            </dgm:shape>
                            <dgm:presOf/>
                          </dgm:layoutNode>
                        </dgm:if>
                        <dgm:else name="Name163"/>
                      </dgm:choose>
                    </dgm:layoutNode>
                  </dgm:forEach>
                  <dgm:choose name="Name164">
                    <dgm:if name="Name165" axis="root ch" ptType="all node" func="cnt" op="gte" val="6">
                      <dgm:forEach name="Name166" axis="self" ptType="parTrans">
                        <dgm:layoutNode name="Name167" styleLbl="parChTrans1D1">
                          <dgm:choose name="Name168">
                            <dgm:if name="Name169" func="var" arg="dir" op="equ" val="norm">
                              <dgm:alg type="conn">
                                <dgm:param type="dim" val="1D"/>
                                <dgm:param type="begPts" val="midL"/>
                                <dgm:param type="srcNode" val="parTx6"/>
                                <dgm:param type="endSty" val="noArr"/>
                                <dgm:param type="dstNode" val="anchor5"/>
                              </dgm:alg>
                            </dgm:if>
                            <dgm:else name="Name170">
                              <dgm:alg type="conn">
                                <dgm:param type="dim" val="1D"/>
                                <dgm:param type="begPts" val="midR"/>
                                <dgm:param type="endSty" val="noArr"/>
                                <dgm:param type="srcNode" val="parTx6"/>
                                <dgm:param type="dstNode" val="anchor5"/>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if>
                    <dgm:else name="Name171"/>
                  </dgm:choose>
                </dgm:forEach>
              </dgm:layoutNode>
              <dgm:choose name="Name172">
                <dgm:if name="Name173" axis="root ch" ptType="all node" func="cnt" op="gte" val="6">
                  <dgm:layoutNode name="spPost5">
                    <dgm:alg type="sp"/>
                    <dgm:shape xmlns:r="http://schemas.openxmlformats.org/officeDocument/2006/relationships" r:blip="">
                      <dgm:adjLst/>
                    </dgm:shape>
                  </dgm:layoutNode>
                </dgm:if>
                <dgm:else name="Name174"/>
              </dgm:choose>
            </dgm:if>
            <dgm:else name="Name175"/>
          </dgm:choose>
        </dgm:if>
        <dgm:if name="Name176" axis="self" ptType="node" func="pos" op="equ" val="6">
          <dgm:layoutNode name="parTx6" styleLbl="node1">
            <dgm:alg type="tx"/>
            <dgm:shape xmlns:r="http://schemas.openxmlformats.org/officeDocument/2006/relationships" type="ellipse" r:blip="">
              <dgm:adjLst/>
            </dgm:shape>
            <dgm:presOf axis="self" ptType="node"/>
            <dgm:constrLst>
              <dgm:constr type="h" refType="w"/>
              <dgm:constr type="w" refType="h" op="lte"/>
              <dgm:constr type="tMarg"/>
              <dgm:constr type="bMarg"/>
              <dgm:constr type="lMarg"/>
              <dgm:constr type="rMarg"/>
            </dgm:constrLst>
            <dgm:ruleLst>
              <dgm:rule type="primFontSz" val="5" fact="NaN" max="NaN"/>
            </dgm:ruleLst>
          </dgm:layoutNode>
          <dgm:choose name="Name177">
            <dgm:if name="Name178" axis="ch" ptType="node" func="cnt" op="gte" val="1">
              <dgm:layoutNode name="spPre6">
                <dgm:alg type="sp"/>
                <dgm:shape xmlns:r="http://schemas.openxmlformats.org/officeDocument/2006/relationships" r:blip="">
                  <dgm:adjLst/>
                </dgm:shape>
              </dgm:layoutNode>
              <dgm:layoutNode name="chLin6">
                <dgm:alg type="lin">
                  <dgm:param type="linDir" val="fromT"/>
                </dgm:alg>
                <dgm:shape xmlns:r="http://schemas.openxmlformats.org/officeDocument/2006/relationships" r:blip="">
                  <dgm:adjLst/>
                </dgm:shape>
                <dgm:presOf/>
                <dgm:constrLst>
                  <dgm:constr type="w" for="ch" forName="txAndLines6" refType="w" fact="0.77"/>
                  <dgm:constr type="w" for="ch" forName="top6" refType="w" refFor="ch" refForName="txAndLines6" fact="0.78"/>
                </dgm:constrLst>
                <dgm:forEach name="Name179" axis="ch">
                  <dgm:forEach name="Name180" axis="self" ptType="parTrans">
                    <dgm:layoutNode name="Name181" styleLbl="parChTrans1D1">
                      <dgm:choose name="Name182">
                        <dgm:if name="Name183" func="var" arg="dir" op="equ" val="norm">
                          <dgm:alg type="conn">
                            <dgm:param type="dim" val="1D"/>
                            <dgm:param type="begPts" val="midR"/>
                            <dgm:param type="endSty" val="noArr"/>
                            <dgm:param type="dstNode" val="anchor6"/>
                          </dgm:alg>
                        </dgm:if>
                        <dgm:else name="Name184">
                          <dgm:alg type="conn">
                            <dgm:param type="dim" val="1D"/>
                            <dgm:param type="begPts" val="midL"/>
                            <dgm:param type="endSty" val="noArr"/>
                            <dgm:param type="srcNode" val="parTx6"/>
                            <dgm:param type="dstNode" val="anchor6"/>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forEach name="Name185" axis="self" ptType="node">
                    <dgm:choose name="Name186">
                      <dgm:if name="Name187" axis="par ch" ptType="node node" func="cnt" op="equ" val="1">
                        <dgm:layoutNode name="top6">
                          <dgm:alg type="sp"/>
                          <dgm:shape xmlns:r="http://schemas.openxmlformats.org/officeDocument/2006/relationships" r:blip="">
                            <dgm:adjLst/>
                          </dgm:shape>
                          <dgm:constrLst>
                            <dgm:constr type="h" refType="w" fact="0.6"/>
                          </dgm:constrLst>
                        </dgm:layoutNode>
                      </dgm:if>
                      <dgm:else name="Name188"/>
                    </dgm:choose>
                    <dgm:layoutNode name="txAndLines6">
                      <dgm:choose name="Name189">
                        <dgm:if name="Name190" func="var" arg="dir" op="equ" val="norm">
                          <dgm:alg type="lin"/>
                        </dgm:if>
                        <dgm:else name="Name191">
                          <dgm:alg type="lin">
                            <dgm:param type="linDir" val="fromR"/>
                          </dgm:alg>
                        </dgm:else>
                      </dgm:choose>
                      <dgm:shape xmlns:r="http://schemas.openxmlformats.org/officeDocument/2006/relationships" r:blip="">
                        <dgm:adjLst/>
                      </dgm:shape>
                      <dgm:presOf/>
                      <dgm:choose name="Name192">
                        <dgm:if name="Name193" axis="root ch" ptType="all node" func="cnt" op="gte" val="7">
                          <dgm:constrLst>
                            <dgm:constr type="w" for="ch" forName="anchor6" refType="w"/>
                            <dgm:constr type="w" for="ch" forName="backup6" refType="w" fact="-1"/>
                            <dgm:constr type="w" for="ch" forName="preLine6" refType="w" fact="0.11"/>
                            <dgm:constr type="w" for="ch" forName="desTx6" refType="w" fact="0.78"/>
                            <dgm:constr type="w" for="ch" forName="postLine6" refType="w" fact="0.11"/>
                          </dgm:constrLst>
                        </dgm:if>
                        <dgm:else name="Name194">
                          <dgm:constrLst>
                            <dgm:constr type="w" for="ch" forName="anchor6" refType="w" fact="0.89"/>
                            <dgm:constr type="w" for="ch" forName="backup6" refType="w" fact="-0.89"/>
                            <dgm:constr type="w" for="ch" forName="preLine6" refType="w" fact="0.11"/>
                            <dgm:constr type="w" for="ch" forName="desTx6" refType="w" fact="0.78"/>
                          </dgm:constrLst>
                        </dgm:else>
                      </dgm:choose>
                      <dgm:layoutNode name="anchor6" moveWith="desTx6">
                        <dgm:alg type="sp"/>
                        <dgm:shape xmlns:r="http://schemas.openxmlformats.org/officeDocument/2006/relationships" r:blip="">
                          <dgm:adjLst/>
                        </dgm:shape>
                      </dgm:layoutNode>
                      <dgm:layoutNode name="backup6" moveWith="desTx6">
                        <dgm:alg type="sp"/>
                        <dgm:shape xmlns:r="http://schemas.openxmlformats.org/officeDocument/2006/relationships" r:blip="">
                          <dgm:adjLst/>
                        </dgm:shape>
                      </dgm:layoutNode>
                      <dgm:layoutNode name="preLine6" styleLbl="parChTrans1D1" moveWith="desTx6">
                        <dgm:alg type="sp"/>
                        <dgm:shape xmlns:r="http://schemas.openxmlformats.org/officeDocument/2006/relationships" type="line" r:blip="">
                          <dgm:adjLst/>
                        </dgm:shape>
                        <dgm:presOf/>
                      </dgm:layoutNode>
                      <dgm:layoutNode name="desTx6" styleLbl="revTx">
                        <dgm:varLst>
                          <dgm:bulletEnabled val="1"/>
                        </dgm:varLst>
                        <dgm:alg type="tx"/>
                        <dgm:shape xmlns:r="http://schemas.openxmlformats.org/officeDocument/2006/relationships" type="rect" r:blip="" hideGeom="1">
                          <dgm:adjLst/>
                        </dgm:shape>
                        <dgm:presOf axis="desOrSelf" ptType="node"/>
                        <dgm:constrLst>
                          <dgm:constr type="h" refType="w" fact="0.6"/>
                        </dgm:constrLst>
                        <dgm:ruleLst>
                          <dgm:rule type="primFontSz" val="5" fact="NaN" max="NaN"/>
                        </dgm:ruleLst>
                      </dgm:layoutNode>
                      <dgm:choose name="Name195">
                        <dgm:if name="Name196" axis="root ch" ptType="all node" func="cnt" op="gte" val="7">
                          <dgm:layoutNode name="postLine6" styleLbl="parChTrans1D1" moveWith="desTx6">
                            <dgm:alg type="sp"/>
                            <dgm:shape xmlns:r="http://schemas.openxmlformats.org/officeDocument/2006/relationships" type="line" r:blip="">
                              <dgm:adjLst/>
                            </dgm:shape>
                            <dgm:presOf/>
                          </dgm:layoutNode>
                        </dgm:if>
                        <dgm:else name="Name197"/>
                      </dgm:choose>
                    </dgm:layoutNode>
                  </dgm:forEach>
                  <dgm:choose name="Name198">
                    <dgm:if name="Name199" axis="root ch" ptType="all node" func="cnt" op="gte" val="7">
                      <dgm:forEach name="Name200" axis="self" ptType="parTrans">
                        <dgm:layoutNode name="Name201" styleLbl="parChTrans1D1">
                          <dgm:choose name="Name202">
                            <dgm:if name="Name203" func="var" arg="dir" op="equ" val="norm">
                              <dgm:alg type="conn">
                                <dgm:param type="dim" val="1D"/>
                                <dgm:param type="begPts" val="midL"/>
                                <dgm:param type="srcNode" val="parTx7"/>
                                <dgm:param type="endSty" val="noArr"/>
                                <dgm:param type="dstNode" val="anchor6"/>
                              </dgm:alg>
                            </dgm:if>
                            <dgm:else name="Name204">
                              <dgm:alg type="conn">
                                <dgm:param type="dim" val="1D"/>
                                <dgm:param type="begPts" val="midR"/>
                                <dgm:param type="endSty" val="noArr"/>
                                <dgm:param type="srcNode" val="parTx7"/>
                                <dgm:param type="dstNode" val="anchor6"/>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if>
                    <dgm:else name="Name205"/>
                  </dgm:choose>
                </dgm:forEach>
              </dgm:layoutNode>
              <dgm:choose name="Name206">
                <dgm:if name="Name207" axis="root ch" ptType="all node" func="cnt" op="gte" val="7">
                  <dgm:layoutNode name="spPost6">
                    <dgm:alg type="sp"/>
                    <dgm:shape xmlns:r="http://schemas.openxmlformats.org/officeDocument/2006/relationships" r:blip="">
                      <dgm:adjLst/>
                    </dgm:shape>
                  </dgm:layoutNode>
                </dgm:if>
                <dgm:else name="Name208"/>
              </dgm:choose>
            </dgm:if>
            <dgm:else name="Name209"/>
          </dgm:choose>
        </dgm:if>
        <dgm:if name="Name210" axis="self" ptType="node" func="pos" op="equ" val="7">
          <dgm:layoutNode name="parTx7" styleLbl="node1">
            <dgm:alg type="tx"/>
            <dgm:shape xmlns:r="http://schemas.openxmlformats.org/officeDocument/2006/relationships" type="ellipse" r:blip="">
              <dgm:adjLst/>
            </dgm:shape>
            <dgm:presOf axis="self" ptType="node"/>
            <dgm:constrLst>
              <dgm:constr type="h" refType="w"/>
              <dgm:constr type="w" refType="h" op="lte"/>
              <dgm:constr type="tMarg"/>
              <dgm:constr type="bMarg"/>
              <dgm:constr type="lMarg"/>
              <dgm:constr type="rMarg"/>
            </dgm:constrLst>
            <dgm:ruleLst>
              <dgm:rule type="primFontSz" val="5" fact="NaN" max="NaN"/>
            </dgm:ruleLst>
          </dgm:layoutNode>
          <dgm:choose name="Name211">
            <dgm:if name="Name212" axis="ch" ptType="node" func="cnt" op="gte" val="1">
              <dgm:layoutNode name="spPre7">
                <dgm:alg type="sp"/>
                <dgm:shape xmlns:r="http://schemas.openxmlformats.org/officeDocument/2006/relationships" r:blip="">
                  <dgm:adjLst/>
                </dgm:shape>
              </dgm:layoutNode>
              <dgm:layoutNode name="chLin7">
                <dgm:alg type="lin">
                  <dgm:param type="linDir" val="fromT"/>
                </dgm:alg>
                <dgm:shape xmlns:r="http://schemas.openxmlformats.org/officeDocument/2006/relationships" r:blip="">
                  <dgm:adjLst/>
                </dgm:shape>
                <dgm:presOf/>
                <dgm:constrLst>
                  <dgm:constr type="w" for="ch" forName="txAndLines7" refType="w" fact="0.77"/>
                  <dgm:constr type="w" for="ch" forName="top7" refType="w" refFor="ch" refForName="txAndLines7" fact="0.78"/>
                </dgm:constrLst>
                <dgm:forEach name="Name213" axis="ch">
                  <dgm:forEach name="Name214" axis="self" ptType="parTrans">
                    <dgm:layoutNode name="Name215" styleLbl="parChTrans1D1">
                      <dgm:choose name="Name216">
                        <dgm:if name="Name217" func="var" arg="dir" op="equ" val="norm">
                          <dgm:alg type="conn">
                            <dgm:param type="dim" val="1D"/>
                            <dgm:param type="begPts" val="midR"/>
                            <dgm:param type="endSty" val="noArr"/>
                            <dgm:param type="dstNode" val="anchor7"/>
                          </dgm:alg>
                        </dgm:if>
                        <dgm:else name="Name218">
                          <dgm:alg type="conn">
                            <dgm:param type="dim" val="1D"/>
                            <dgm:param type="begPts" val="midL"/>
                            <dgm:param type="endSty" val="noArr"/>
                            <dgm:param type="srcNode" val="parTx7"/>
                            <dgm:param type="dstNode" val="anchor7"/>
                          </dgm:alg>
                        </dgm:else>
                      </dgm:choose>
                      <dgm:shape xmlns:r="http://schemas.openxmlformats.org/officeDocument/2006/relationships" type="conn" r:blip="">
                        <dgm:adjLst/>
                      </dgm:shape>
                      <dgm:presOf/>
                      <dgm:constrLst>
                        <dgm:constr type="connDist"/>
                        <dgm:constr type="begPad" refType="connDist" fact="0.11"/>
                        <dgm:constr type="endPad"/>
                      </dgm:constrLst>
                    </dgm:layoutNode>
                  </dgm:forEach>
                  <dgm:forEach name="Name219" axis="self" ptType="node">
                    <dgm:choose name="Name220">
                      <dgm:if name="Name221" axis="par ch" ptType="node node" func="cnt" op="equ" val="1">
                        <dgm:layoutNode name="top7">
                          <dgm:alg type="sp"/>
                          <dgm:shape xmlns:r="http://schemas.openxmlformats.org/officeDocument/2006/relationships" r:blip="">
                            <dgm:adjLst/>
                          </dgm:shape>
                          <dgm:constrLst>
                            <dgm:constr type="h" refType="w" fact="0.6"/>
                          </dgm:constrLst>
                        </dgm:layoutNode>
                      </dgm:if>
                      <dgm:else name="Name222"/>
                    </dgm:choose>
                    <dgm:layoutNode name="txAndLines7">
                      <dgm:choose name="Name223">
                        <dgm:if name="Name224" func="var" arg="dir" op="equ" val="norm">
                          <dgm:alg type="lin"/>
                        </dgm:if>
                        <dgm:else name="Name225">
                          <dgm:alg type="lin">
                            <dgm:param type="linDir" val="fromR"/>
                          </dgm:alg>
                        </dgm:else>
                      </dgm:choose>
                      <dgm:shape xmlns:r="http://schemas.openxmlformats.org/officeDocument/2006/relationships" r:blip="">
                        <dgm:adjLst/>
                      </dgm:shape>
                      <dgm:presOf/>
                      <dgm:constrLst>
                        <dgm:constr type="w" for="ch" forName="anchor7" refType="w" fact="0.89"/>
                        <dgm:constr type="w" for="ch" forName="backup7" refType="w" fact="-0.89"/>
                        <dgm:constr type="w" for="ch" forName="preLine7" refType="w" fact="0.11"/>
                        <dgm:constr type="w" for="ch" forName="desTx7" refType="w" fact="0.78"/>
                      </dgm:constrLst>
                      <dgm:layoutNode name="anchor7" moveWith="desTx7">
                        <dgm:alg type="sp"/>
                        <dgm:shape xmlns:r="http://schemas.openxmlformats.org/officeDocument/2006/relationships" r:blip="">
                          <dgm:adjLst/>
                        </dgm:shape>
                      </dgm:layoutNode>
                      <dgm:layoutNode name="backup7" moveWith="desTx7">
                        <dgm:alg type="sp"/>
                        <dgm:shape xmlns:r="http://schemas.openxmlformats.org/officeDocument/2006/relationships" r:blip="">
                          <dgm:adjLst/>
                        </dgm:shape>
                      </dgm:layoutNode>
                      <dgm:layoutNode name="preLine7" styleLbl="parChTrans1D1" moveWith="desTx7">
                        <dgm:alg type="sp"/>
                        <dgm:shape xmlns:r="http://schemas.openxmlformats.org/officeDocument/2006/relationships" type="line" r:blip="">
                          <dgm:adjLst/>
                        </dgm:shape>
                        <dgm:presOf/>
                      </dgm:layoutNode>
                      <dgm:layoutNode name="desTx7" styleLbl="revTx">
                        <dgm:varLst>
                          <dgm:bulletEnabled val="1"/>
                        </dgm:varLst>
                        <dgm:alg type="tx"/>
                        <dgm:shape xmlns:r="http://schemas.openxmlformats.org/officeDocument/2006/relationships" type="rect" r:blip="" hideGeom="1">
                          <dgm:adjLst/>
                        </dgm:shape>
                        <dgm:presOf axis="desOrSelf" ptType="node"/>
                        <dgm:constrLst>
                          <dgm:constr type="h" refType="w" fact="0.6"/>
                        </dgm:constrLst>
                        <dgm:ruleLst>
                          <dgm:rule type="primFontSz" val="5" fact="NaN" max="NaN"/>
                        </dgm:ruleLst>
                      </dgm:layoutNode>
                    </dgm:layoutNode>
                  </dgm:forEach>
                </dgm:forEach>
              </dgm:layoutNode>
            </dgm:if>
            <dgm:else name="Name226"/>
          </dgm:choose>
        </dgm:if>
        <dgm:else name="Name227"/>
      </dgm:choose>
    </dgm:forEach>
  </dgm:layoutNode>
</dgm:layoutDef>
</file>

<file path=ppt/diagrams/layout65.xml><?xml version="1.0" encoding="utf-8"?>
<dgm:layoutDef xmlns:dgm="http://schemas.openxmlformats.org/drawingml/2006/diagram" xmlns:a="http://schemas.openxmlformats.org/drawingml/2006/main" uniqueId="urn:microsoft.com/office/officeart/2009/3/layout/PhasedProcess">
  <dgm:title val=""/>
  <dgm:desc val=""/>
  <dgm:catLst>
    <dgm:cat type="process" pri="12500"/>
  </dgm:catLst>
  <dgm:samp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30">
          <dgm:prSet phldr="1"/>
        </dgm:pt>
        <dgm:pt modelId="31">
          <dgm:prSet phldr="1"/>
        </dgm:pt>
      </dgm:ptLst>
      <dgm:cxnLst>
        <dgm:cxn modelId="40" srcId="0" destId="10" srcOrd="0" destOrd="0"/>
        <dgm:cxn modelId="16" srcId="10" destId="11" srcOrd="0" destOrd="0"/>
        <dgm:cxn modelId="17" srcId="10" destId="12" srcOrd="1" destOrd="0"/>
        <dgm:cxn modelId="18" srcId="10" destId="13" srcOrd="2" destOrd="0"/>
        <dgm:cxn modelId="50" srcId="0" destId="20" srcOrd="1" destOrd="0"/>
        <dgm:cxn modelId="60" srcId="0" destId="30" srcOrd="2" destOrd="0"/>
        <dgm:cxn modelId="32" srcId="30" destId="31" srcOrd="0" destOrd="0"/>
        <dgm:cxn modelId="26" srcId="20" destId="21" srcOrd="0" destOrd="0"/>
        <dgm:cxn modelId="27" srcId="20" destId="22" srcOrd="1" destOrd="0"/>
      </dgm:cxnLst>
      <dgm:bg/>
      <dgm:whole/>
    </dgm:dataModel>
  </dgm:sampData>
  <dgm:style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30">
          <dgm:prSet phldr="1"/>
        </dgm:pt>
        <dgm:pt modelId="31">
          <dgm:prSet phldr="1"/>
        </dgm:pt>
      </dgm:ptLst>
      <dgm:cxnLst>
        <dgm:cxn modelId="40" srcId="0" destId="10" srcOrd="0" destOrd="0"/>
        <dgm:cxn modelId="16" srcId="10" destId="11" srcOrd="0" destOrd="0"/>
        <dgm:cxn modelId="17" srcId="10" destId="12" srcOrd="1" destOrd="0"/>
        <dgm:cxn modelId="18" srcId="10" destId="13" srcOrd="2" destOrd="0"/>
        <dgm:cxn modelId="50" srcId="0" destId="20" srcOrd="1" destOrd="0"/>
        <dgm:cxn modelId="60" srcId="0" destId="30" srcOrd="2" destOrd="0"/>
        <dgm:cxn modelId="32" srcId="30" destId="31" srcOrd="0" destOrd="0"/>
        <dgm:cxn modelId="26" srcId="20" destId="21" srcOrd="0" destOrd="0"/>
        <dgm:cxn modelId="27" srcId="20" destId="22" srcOrd="1"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30">
          <dgm:prSet phldr="1"/>
        </dgm:pt>
        <dgm:pt modelId="31">
          <dgm:prSet phldr="1"/>
        </dgm:pt>
      </dgm:ptLst>
      <dgm:cxnLst>
        <dgm:cxn modelId="40" srcId="0" destId="10" srcOrd="0" destOrd="0"/>
        <dgm:cxn modelId="16" srcId="10" destId="11" srcOrd="0" destOrd="0"/>
        <dgm:cxn modelId="17" srcId="10" destId="12" srcOrd="1" destOrd="0"/>
        <dgm:cxn modelId="18" srcId="10" destId="13" srcOrd="2" destOrd="0"/>
        <dgm:cxn modelId="50" srcId="0" destId="20" srcOrd="1" destOrd="0"/>
        <dgm:cxn modelId="60" srcId="0" destId="30" srcOrd="2" destOrd="0"/>
        <dgm:cxn modelId="32" srcId="30" destId="31" srcOrd="0" destOrd="0"/>
        <dgm:cxn modelId="26" srcId="20" destId="21" srcOrd="0" destOrd="0"/>
        <dgm:cxn modelId="27" srcId="20" destId="22" srcOrd="1" destOrd="0"/>
      </dgm:cxnLst>
      <dgm:bg/>
      <dgm:whole/>
    </dgm:dataModel>
  </dgm:clrData>
  <dgm:layoutNode name="Name0">
    <dgm:varLst>
      <dgm:chMax val="3"/>
      <dgm:chPref val="3"/>
      <dgm:bulletEnabled val="1"/>
      <dgm:dir/>
      <dgm:animLvl val="lvl"/>
    </dgm:varLst>
    <dgm:shape xmlns:r="http://schemas.openxmlformats.org/officeDocument/2006/relationships" r:blip="">
      <dgm:adjLst/>
    </dgm:shape>
    <dgm:choose name="Name1">
      <dgm:if name="Name2" axis="ch" ptType="node" func="cnt" op="gte" val="3">
        <dgm:alg type="composite">
          <dgm:param type="ar" val="2.8316"/>
        </dgm:alg>
        <dgm:choose name="Name3">
          <dgm:if name="Name4" func="var" arg="dir" op="equ" val="norm">
            <dgm:constrLst>
              <dgm:constr type="primFontSz" for="des" forName="parentText1" val="65"/>
              <dgm:constr type="primFontSz" for="des" forName="childText1_1" val="65"/>
              <dgm:constr type="primFontSz" for="des" forName="circ1Tx" val="65"/>
              <dgm:constr type="primFontSz" for="des" forName="parentText2" refType="primFontSz" refFor="des" refForName="parentText1" op="equ"/>
              <dgm:constr type="primFontSz" for="des" forName="parentText3" refType="primFontSz" refFor="des" refForName="parentText1" op="equ"/>
              <dgm:constr type="primFontSz" for="des" forName="childText1_1" refType="primFontSz" refFor="des" refForName="parentText1" op="lte"/>
              <dgm:constr type="primFontSz" for="des" forName="childText1_2" refType="primFontSz" refFor="des" refForName="parentText1" op="lte"/>
              <dgm:constr type="primFontSz" for="des" forName="childText1_3" refType="primFontSz" refFor="des" refForName="parentText1" op="lte"/>
              <dgm:constr type="primFontSz" for="des" forName="childText1_4" refType="primFontSz" refFor="des" refForName="parentText1" op="lte"/>
              <dgm:constr type="primFontSz" for="des" forName="childText1_1" refType="primFontSz" refFor="des" refForName="parentText2" op="lte"/>
              <dgm:constr type="primFontSz" for="des" forName="childText1_2" refType="primFontSz" refFor="des" refForName="parentText2" op="lte"/>
              <dgm:constr type="primFontSz" for="des" forName="childText1_3" refType="primFontSz" refFor="des" refForName="parentText2" op="lte"/>
              <dgm:constr type="primFontSz" for="des" forName="childText1_4" refType="primFontSz" refFor="des" refForName="parentText2" op="lte"/>
              <dgm:constr type="primFontSz" for="des" forName="childText1_1" refType="primFontSz" refFor="des" refForName="parentText3" op="lte"/>
              <dgm:constr type="primFontSz" for="des" forName="childText1_2" refType="primFontSz" refFor="des" refForName="parentText3" op="lte"/>
              <dgm:constr type="primFontSz" for="des" forName="childText1_3" refType="primFontSz" refFor="des" refForName="parentText3" op="lte"/>
              <dgm:constr type="primFontSz" for="des" forName="childText1_4" refType="primFontSz" refFor="des" refForName="parentText3" op="lte"/>
              <dgm:constr type="primFontSz" for="des" forName="circ1Tx" refType="primFontSz" refFor="des" refForName="parentText1" op="lte"/>
              <dgm:constr type="primFontSz" for="des" forName="circ2Tx" refType="primFontSz" refFor="des" refForName="parentText1" op="lte"/>
              <dgm:constr type="primFontSz" for="des" forName="circ3Tx" refType="primFontSz" refFor="des" refForName="parentText1" op="lte"/>
              <dgm:constr type="primFontSz" for="des" forName="circ4Tx" refType="primFontSz" refFor="des" refForName="parentText1" op="lte"/>
              <dgm:constr type="primFontSz" for="des" forName="circ1Tx" refType="primFontSz" refFor="des" refForName="parentText2" op="lte"/>
              <dgm:constr type="primFontSz" for="des" forName="circ2Tx" refType="primFontSz" refFor="des" refForName="parentText2" op="lte"/>
              <dgm:constr type="primFontSz" for="des" forName="circ3Tx" refType="primFontSz" refFor="des" refForName="parentText2" op="lte"/>
              <dgm:constr type="primFontSz" for="des" forName="circ4Tx" refType="primFontSz" refFor="des" refForName="parentText2" op="lte"/>
              <dgm:constr type="primFontSz" for="des" forName="circ1Tx" refType="primFontSz" refFor="des" refForName="parentText3" op="lte"/>
              <dgm:constr type="primFontSz" for="des" forName="circ2Tx" refType="primFontSz" refFor="des" refForName="parentText3" op="lte"/>
              <dgm:constr type="primFontSz" for="des" forName="circ3Tx" refType="primFontSz" refFor="des" refForName="parentText3" op="lte"/>
              <dgm:constr type="primFontSz" for="des" forName="circ4Tx" refType="primFontSz" refFor="des" refForName="parentText3" op="lte"/>
              <dgm:constr type="primFontSz" for="des" forName="rightChild" refType="primFontSz" refFor="des" refForName="parentText1" op="lte"/>
              <dgm:constr type="primFontSz" for="des" forName="rightChild" refType="primFontSz" refFor="des" refForName="parentText2" op="lte"/>
              <dgm:constr type="primFontSz" for="des" forName="rightChild" refType="primFontSz" refFor="des" refForName="parentText3" op="lte"/>
              <dgm:constr type="primFontSz" for="des" forName="childText1_2" refType="primFontSz" refFor="des" refForName="childText1_1" op="equ"/>
              <dgm:constr type="primFontSz" for="des" forName="childText1_3" refType="primFontSz" refFor="des" refForName="childText1_1" op="equ"/>
              <dgm:constr type="primFontSz" for="des" forName="childText1_4" refType="primFontSz" refFor="des" refForName="childText1_1" op="equ"/>
              <dgm:constr type="primFontSz" for="des" forName="circ2Tx" refType="primFontSz" refFor="des" refForName="circ1Tx" op="equ"/>
              <dgm:constr type="primFontSz" for="des" forName="circ3Tx" refType="primFontSz" refFor="des" refForName="circ1Tx" op="equ"/>
              <dgm:constr type="primFontSz" for="des" forName="circ4Tx" refType="primFontSz" refFor="des" refForName="circ1Tx" op="equ"/>
              <dgm:constr type="l" for="ch" forName="leftComposite" refType="w" fact="0.0567"/>
              <dgm:constr type="t" for="ch" forName="leftComposite" refType="h" fact="0.1159"/>
              <dgm:constr type="w" for="ch" forName="leftComposite" refType="w" fact="0.2455"/>
              <dgm:constr type="h" for="ch" forName="leftComposite" refType="h" fact="0.6953"/>
              <dgm:constr type="l" for="ch" forName="middleComposite" refType="w" fact="0.365"/>
              <dgm:constr type="t" for="ch" forName="middleComposite" refType="h" fact="0.1545"/>
              <dgm:constr type="w" for="ch" forName="middleComposite" refType="w" fact="0.2728"/>
              <dgm:constr type="h" for="ch" forName="middleComposite" refType="h" fact="0.6567"/>
              <dgm:constr type="l" for="ch" forName="arc1" refType="w" fact="0"/>
              <dgm:constr type="t" for="ch" forName="arc1" refType="h" fact="0"/>
              <dgm:constr type="w" for="ch" forName="arc1" refType="w" fact="0.3305"/>
              <dgm:constr type="h" for="ch" forName="arc1" refType="h" fact="0.9357"/>
              <dgm:constr type="l" for="ch" forName="arc2" refType="w" fact="0.3295"/>
              <dgm:constr type="t" for="ch" forName="arc2" refType="h" fact="0"/>
              <dgm:constr type="w" for="ch" forName="arc2" refType="w" fact="0.3305"/>
              <dgm:constr type="h" for="ch" forName="arc2" refType="h" fact="0.9357"/>
              <dgm:constr type="l" for="ch" forName="arc3" refType="w" fact="0.3401"/>
              <dgm:constr type="t" for="ch" forName="arc3" refType="h" fact="0"/>
              <dgm:constr type="w" for="ch" forName="arc3" refType="w" fact="0.3305"/>
              <dgm:constr type="h" for="ch" forName="arc3" refType="h" fact="0.9357"/>
              <dgm:constr type="l" for="ch" forName="arc4" refType="w" fact="0.6695"/>
              <dgm:constr type="t" for="ch" forName="arc4" refType="h" fact="0"/>
              <dgm:constr type="w" for="ch" forName="arc4" refType="w" fact="0.3305"/>
              <dgm:constr type="h" for="ch" forName="arc4" refType="h" fact="0.9357"/>
              <dgm:constr type="l" for="ch" forName="rightChild" refType="w" fact="0.713"/>
              <dgm:constr type="t" for="ch" forName="rightChild" refType="h" fact="0.1934"/>
              <dgm:constr type="w" for="ch" forName="rightChild" refType="w" fact="0.193"/>
              <dgm:constr type="h" for="ch" forName="rightChild" refType="h" fact="0.5464"/>
              <dgm:constr type="l" for="ch" forName="parentText1" refType="w" fact="0.0621"/>
              <dgm:constr type="t" for="ch" forName="parentText1" refType="h" fact="0.8128"/>
              <dgm:constr type="w" for="ch" forName="parentText1" refType="w" fact="0.2509"/>
              <dgm:constr type="h" for="ch" forName="parentText1" refType="h" fact="0.1872"/>
              <dgm:constr type="l" for="ch" forName="parentText2" refType="w" fact="0.3792"/>
              <dgm:constr type="t" for="ch" forName="parentText2" refType="h" fact="0.8128"/>
              <dgm:constr type="w" for="ch" forName="parentText2" refType="w" fact="0.2509"/>
              <dgm:constr type="h" for="ch" forName="parentText2" refType="h" fact="0.1872"/>
              <dgm:constr type="l" for="ch" forName="parentText3" refType="w" fact="0.6845"/>
              <dgm:constr type="t" for="ch" forName="parentText3" refType="h" fact="0.8128"/>
              <dgm:constr type="w" for="ch" forName="parentText3" refType="w" fact="0.2509"/>
              <dgm:constr type="h" for="ch" forName="parentText3" refType="h" fact="0.1872"/>
            </dgm:constrLst>
          </dgm:if>
          <dgm:else name="Name5">
            <dgm:constrLst>
              <dgm:constr type="primFontSz" for="des" forName="parentText1" val="65"/>
              <dgm:constr type="primFontSz" for="des" forName="childText1_1" val="65"/>
              <dgm:constr type="primFontSz" for="des" forName="circ1Tx" val="65"/>
              <dgm:constr type="primFontSz" for="des" forName="parentText2" refType="primFontSz" refFor="des" refForName="parentText1" op="equ"/>
              <dgm:constr type="primFontSz" for="des" forName="parentText3" refType="primFontSz" refFor="des" refForName="parentText1" op="equ"/>
              <dgm:constr type="primFontSz" for="des" forName="childText1_1" refType="primFontSz" refFor="des" refForName="parentText1" op="lte"/>
              <dgm:constr type="primFontSz" for="des" forName="childText1_2" refType="primFontSz" refFor="des" refForName="parentText1" op="lte"/>
              <dgm:constr type="primFontSz" for="des" forName="childText1_3" refType="primFontSz" refFor="des" refForName="parentText1" op="lte"/>
              <dgm:constr type="primFontSz" for="des" forName="childText1_4" refType="primFontSz" refFor="des" refForName="parentText1" op="lte"/>
              <dgm:constr type="primFontSz" for="des" forName="childText1_1" refType="primFontSz" refFor="des" refForName="parentText2" op="lte"/>
              <dgm:constr type="primFontSz" for="des" forName="childText1_2" refType="primFontSz" refFor="des" refForName="parentText2" op="lte"/>
              <dgm:constr type="primFontSz" for="des" forName="childText1_3" refType="primFontSz" refFor="des" refForName="parentText2" op="lte"/>
              <dgm:constr type="primFontSz" for="des" forName="childText1_4" refType="primFontSz" refFor="des" refForName="parentText2" op="lte"/>
              <dgm:constr type="primFontSz" for="des" forName="childText1_1" refType="primFontSz" refFor="des" refForName="parentText3" op="lte"/>
              <dgm:constr type="primFontSz" for="des" forName="childText1_2" refType="primFontSz" refFor="des" refForName="parentText3" op="lte"/>
              <dgm:constr type="primFontSz" for="des" forName="childText1_3" refType="primFontSz" refFor="des" refForName="parentText3" op="lte"/>
              <dgm:constr type="primFontSz" for="des" forName="childText1_4" refType="primFontSz" refFor="des" refForName="parentText3" op="lte"/>
              <dgm:constr type="primFontSz" for="des" forName="circ1Tx" refType="primFontSz" refFor="des" refForName="parentText1" op="lte"/>
              <dgm:constr type="primFontSz" for="des" forName="circ2Tx" refType="primFontSz" refFor="des" refForName="parentText1" op="lte"/>
              <dgm:constr type="primFontSz" for="des" forName="circ3Tx" refType="primFontSz" refFor="des" refForName="parentText1" op="lte"/>
              <dgm:constr type="primFontSz" for="des" forName="circ4Tx" refType="primFontSz" refFor="des" refForName="parentText1" op="lte"/>
              <dgm:constr type="primFontSz" for="des" forName="circ1Tx" refType="primFontSz" refFor="des" refForName="parentText2" op="lte"/>
              <dgm:constr type="primFontSz" for="des" forName="circ2Tx" refType="primFontSz" refFor="des" refForName="parentText2" op="lte"/>
              <dgm:constr type="primFontSz" for="des" forName="circ3Tx" refType="primFontSz" refFor="des" refForName="parentText2" op="lte"/>
              <dgm:constr type="primFontSz" for="des" forName="circ4Tx" refType="primFontSz" refFor="des" refForName="parentText2" op="lte"/>
              <dgm:constr type="primFontSz" for="des" forName="circ1Tx" refType="primFontSz" refFor="des" refForName="parentText3" op="lte"/>
              <dgm:constr type="primFontSz" for="des" forName="circ2Tx" refType="primFontSz" refFor="des" refForName="parentText3" op="lte"/>
              <dgm:constr type="primFontSz" for="des" forName="circ3Tx" refType="primFontSz" refFor="des" refForName="parentText3" op="lte"/>
              <dgm:constr type="primFontSz" for="des" forName="circ4Tx" refType="primFontSz" refFor="des" refForName="parentText3" op="lte"/>
              <dgm:constr type="primFontSz" for="des" forName="rightChild" refType="primFontSz" refFor="des" refForName="parentText1" op="lte"/>
              <dgm:constr type="primFontSz" for="des" forName="rightChild" refType="primFontSz" refFor="des" refForName="parentText2" op="lte"/>
              <dgm:constr type="primFontSz" for="des" forName="rightChild" refType="primFontSz" refFor="des" refForName="parentText3" op="lte"/>
              <dgm:constr type="primFontSz" for="des" forName="childText1_2" refType="primFontSz" refFor="des" refForName="childText1_1" op="equ"/>
              <dgm:constr type="primFontSz" for="des" forName="childText1_3" refType="primFontSz" refFor="des" refForName="childText1_1" op="equ"/>
              <dgm:constr type="primFontSz" for="des" forName="childText1_4" refType="primFontSz" refFor="des" refForName="childText1_1" op="equ"/>
              <dgm:constr type="primFontSz" for="des" forName="circ2Tx" refType="primFontSz" refFor="des" refForName="circ1Tx" op="equ"/>
              <dgm:constr type="primFontSz" for="des" forName="circ3Tx" refType="primFontSz" refFor="des" refForName="circ1Tx" op="equ"/>
              <dgm:constr type="primFontSz" for="des" forName="circ4Tx" refType="primFontSz" refFor="des" refForName="circ1Tx" op="equ"/>
              <dgm:constr type="l" for="ch" forName="leftComposite" refType="w" fact="0.72"/>
              <dgm:constr type="t" for="ch" forName="leftComposite" refType="h" fact="0.1159"/>
              <dgm:constr type="w" for="ch" forName="leftComposite" refType="w" fact="0.2455"/>
              <dgm:constr type="h" for="ch" forName="leftComposite" refType="h" fact="0.6953"/>
              <dgm:constr type="l" for="ch" forName="middleComposite" refType="w" fact="0.365"/>
              <dgm:constr type="t" for="ch" forName="middleComposite" refType="h" fact="0.1545"/>
              <dgm:constr type="w" for="ch" forName="middleComposite" refType="w" fact="0.2728"/>
              <dgm:constr type="h" for="ch" forName="middleComposite" refType="h" fact="0.6567"/>
              <dgm:constr type="l" for="ch" forName="rightChild" refType="w" fact="0.09"/>
              <dgm:constr type="t" for="ch" forName="rightChild" refType="h" fact="0.1934"/>
              <dgm:constr type="w" for="ch" forName="rightChild" refType="w" fact="0.193"/>
              <dgm:constr type="h" for="ch" forName="rightChild" refType="h" fact="0.5464"/>
              <dgm:constr type="l" for="ch" forName="arc1" refType="w" fact="0"/>
              <dgm:constr type="t" for="ch" forName="arc1" refType="h" fact="0"/>
              <dgm:constr type="w" for="ch" forName="arc1" refType="w" fact="0.3305"/>
              <dgm:constr type="h" for="ch" forName="arc1" refType="h" fact="0.9357"/>
              <dgm:constr type="l" for="ch" forName="arc2" refType="w" fact="0.3295"/>
              <dgm:constr type="t" for="ch" forName="arc2" refType="h" fact="0"/>
              <dgm:constr type="w" for="ch" forName="arc2" refType="w" fact="0.3305"/>
              <dgm:constr type="h" for="ch" forName="arc2" refType="h" fact="0.9357"/>
              <dgm:constr type="l" for="ch" forName="arc3" refType="w" fact="0.3401"/>
              <dgm:constr type="t" for="ch" forName="arc3" refType="h" fact="0"/>
              <dgm:constr type="w" for="ch" forName="arc3" refType="w" fact="0.3305"/>
              <dgm:constr type="h" for="ch" forName="arc3" refType="h" fact="0.9357"/>
              <dgm:constr type="l" for="ch" forName="arc4" refType="w" fact="0.6695"/>
              <dgm:constr type="t" for="ch" forName="arc4" refType="h" fact="0"/>
              <dgm:constr type="w" for="ch" forName="arc4" refType="w" fact="0.3305"/>
              <dgm:constr type="h" for="ch" forName="arc4" refType="h" fact="0.9357"/>
              <dgm:constr type="l" for="ch" forName="parentText1" refType="w" fact="0.7"/>
              <dgm:constr type="t" for="ch" forName="parentText1" refType="h" fact="0.8128"/>
              <dgm:constr type="w" for="ch" forName="parentText1" refType="w" fact="0.2509"/>
              <dgm:constr type="h" for="ch" forName="parentText1" refType="h" fact="0.1872"/>
              <dgm:constr type="l" for="ch" forName="parentText2" refType="w" fact="0.3792"/>
              <dgm:constr type="t" for="ch" forName="parentText2" refType="h" fact="0.8128"/>
              <dgm:constr type="w" for="ch" forName="parentText2" refType="w" fact="0.2509"/>
              <dgm:constr type="h" for="ch" forName="parentText2" refType="h" fact="0.1872"/>
              <dgm:constr type="l" for="ch" forName="parentText3" refType="w" fact="0.062"/>
              <dgm:constr type="t" for="ch" forName="parentText3" refType="h" fact="0.8128"/>
              <dgm:constr type="w" for="ch" forName="parentText3" refType="w" fact="0.2509"/>
              <dgm:constr type="h" for="ch" forName="parentText3" refType="h" fact="0.1872"/>
            </dgm:constrLst>
          </dgm:else>
        </dgm:choose>
      </dgm:if>
      <dgm:if name="Name6" axis="ch" ptType="node" func="cnt" op="gte" val="2">
        <dgm:alg type="composite">
          <dgm:param type="ar" val="1.8986"/>
        </dgm:alg>
        <dgm:choose name="Name7">
          <dgm:if name="Name8" func="var" arg="dir" op="equ" val="norm">
            <dgm:constrLst>
              <dgm:constr type="primFontSz" for="des" forName="parentText1" val="65"/>
              <dgm:constr type="primFontSz" for="des" forName="childText1_1" val="65"/>
              <dgm:constr type="primFontSz" for="des" forName="circ1Tx" val="65"/>
              <dgm:constr type="primFontSz" for="des" forName="parentText2" refType="primFontSz" refFor="des" refForName="parentText1" op="equ"/>
              <dgm:constr type="primFontSz" for="des" forName="childText1_1" refType="primFontSz" refFor="des" refForName="parentText1" op="lte"/>
              <dgm:constr type="primFontSz" for="des" forName="childText1_2" refType="primFontSz" refFor="des" refForName="parentText1" op="lte"/>
              <dgm:constr type="primFontSz" for="des" forName="childText1_3" refType="primFontSz" refFor="des" refForName="parentText1" op="lte"/>
              <dgm:constr type="primFontSz" for="des" forName="childText1_4" refType="primFontSz" refFor="des" refForName="parentText1" op="lte"/>
              <dgm:constr type="primFontSz" for="des" forName="childText1_1" refType="primFontSz" refFor="des" refForName="parentText2" op="lte"/>
              <dgm:constr type="primFontSz" for="des" forName="childText1_2" refType="primFontSz" refFor="des" refForName="parentText2" op="lte"/>
              <dgm:constr type="primFontSz" for="des" forName="childText1_3" refType="primFontSz" refFor="des" refForName="parentText2" op="lte"/>
              <dgm:constr type="primFontSz" for="des" forName="childText1_4" refType="primFontSz" refFor="des" refForName="parentText2" op="lte"/>
              <dgm:constr type="primFontSz" for="des" forName="childText1_1" refType="primFontSz" refFor="des" refForName="parentText3" op="lte"/>
              <dgm:constr type="primFontSz" for="des" forName="childText1_2" refType="primFontSz" refFor="des" refForName="parentText3" op="lte"/>
              <dgm:constr type="primFontSz" for="des" forName="childText1_3" refType="primFontSz" refFor="des" refForName="parentText3" op="lte"/>
              <dgm:constr type="primFontSz" for="des" forName="childText1_4" refType="primFontSz" refFor="des" refForName="parentText3" op="lte"/>
              <dgm:constr type="primFontSz" for="des" forName="circ1Tx" refType="primFontSz" refFor="des" refForName="parentText1" op="lte"/>
              <dgm:constr type="primFontSz" for="des" forName="circ2Tx" refType="primFontSz" refFor="des" refForName="parentText1" op="lte"/>
              <dgm:constr type="primFontSz" for="des" forName="circ3Tx" refType="primFontSz" refFor="des" refForName="parentText1" op="lte"/>
              <dgm:constr type="primFontSz" for="des" forName="circ4Tx" refType="primFontSz" refFor="des" refForName="parentText1" op="lte"/>
              <dgm:constr type="primFontSz" for="des" forName="circ1Tx" refType="primFontSz" refFor="des" refForName="parentText2" op="lte"/>
              <dgm:constr type="primFontSz" for="des" forName="circ2Tx" refType="primFontSz" refFor="des" refForName="parentText2" op="lte"/>
              <dgm:constr type="primFontSz" for="des" forName="circ3Tx" refType="primFontSz" refFor="des" refForName="parentText2" op="lte"/>
              <dgm:constr type="primFontSz" for="des" forName="circ4Tx" refType="primFontSz" refFor="des" refForName="parentText2" op="lte"/>
              <dgm:constr type="primFontSz" for="des" forName="circ1Tx" refType="primFontSz" refFor="des" refForName="parentText3" op="lte"/>
              <dgm:constr type="primFontSz" for="des" forName="circ2Tx" refType="primFontSz" refFor="des" refForName="parentText3" op="lte"/>
              <dgm:constr type="primFontSz" for="des" forName="circ3Tx" refType="primFontSz" refFor="des" refForName="parentText3" op="lte"/>
              <dgm:constr type="primFontSz" for="des" forName="circ4Tx" refType="primFontSz" refFor="des" refForName="parentText3" op="lte"/>
              <dgm:constr type="primFontSz" for="des" forName="childText1_2" refType="primFontSz" refFor="des" refForName="childText1_1" op="equ"/>
              <dgm:constr type="primFontSz" for="des" forName="childText1_3" refType="primFontSz" refFor="des" refForName="childText1_1" op="equ"/>
              <dgm:constr type="primFontSz" for="des" forName="childText1_4" refType="primFontSz" refFor="des" refForName="childText1_1" op="equ"/>
              <dgm:constr type="primFontSz" for="des" forName="circ2Tx" refType="primFontSz" refFor="des" refForName="circ1Tx" op="equ"/>
              <dgm:constr type="primFontSz" for="des" forName="circ3Tx" refType="primFontSz" refFor="des" refForName="circ1Tx" op="equ"/>
              <dgm:constr type="primFontSz" for="des" forName="circ4Tx" refType="primFontSz" refFor="des" refForName="circ1Tx" op="equ"/>
              <dgm:constr type="l" for="ch" forName="leftComposite" refType="w" fact="0.0941"/>
              <dgm:constr type="t" for="ch" forName="leftComposite" refType="h" fact="0.1159"/>
              <dgm:constr type="w" for="ch" forName="leftComposite" refType="w" fact="0.3469"/>
              <dgm:constr type="h" for="ch" forName="leftComposite" refType="h" fact="0.6953"/>
              <dgm:constr type="l" for="ch" forName="middleComposite" refType="w" fact="0.5782"/>
              <dgm:constr type="t" for="ch" forName="middleComposite" refType="h" fact="0.1159"/>
              <dgm:constr type="w" for="ch" forName="middleComposite" refType="w" fact="0.3389"/>
              <dgm:constr type="h" for="ch" forName="middleComposite" refType="h" fact="0.6567"/>
              <dgm:constr type="l" for="ch" forName="arc1" refType="w" fact="0"/>
              <dgm:constr type="t" for="ch" forName="arc1" refType="h" fact="0"/>
              <dgm:constr type="w" for="ch" forName="arc1" refType="w" fact="0.4928"/>
              <dgm:constr type="h" for="ch" forName="arc1" refType="h" fact="0.9357"/>
              <dgm:constr type="l" for="ch" forName="arc3" refType="w" fact="0.5072"/>
              <dgm:constr type="t" for="ch" forName="arc3" refType="h" fact="0"/>
              <dgm:constr type="w" for="ch" forName="arc3" refType="w" fact="0.4928"/>
              <dgm:constr type="h" for="ch" forName="arc3" refType="h" fact="0.9357"/>
              <dgm:constr type="l" for="ch" forName="parentText1" refType="w" fact="0.0926"/>
              <dgm:constr type="t" for="ch" forName="parentText1" refType="h" fact="0.8128"/>
              <dgm:constr type="w" for="ch" forName="parentText1" refType="w" fact="0.3742"/>
              <dgm:constr type="h" for="ch" forName="parentText1" refType="h" fact="0.1872"/>
              <dgm:constr type="l" for="ch" forName="parentText2" refType="w" fact="0.5655"/>
              <dgm:constr type="t" for="ch" forName="parentText2" refType="h" fact="0.8128"/>
              <dgm:constr type="w" for="ch" forName="parentText2" refType="w" fact="0.3742"/>
              <dgm:constr type="h" for="ch" forName="parentText2" refType="h" fact="0.1872"/>
            </dgm:constrLst>
          </dgm:if>
          <dgm:else name="Name9">
            <dgm:constrLst>
              <dgm:constr type="primFontSz" for="des" forName="parentText1" val="65"/>
              <dgm:constr type="primFontSz" for="des" forName="childText1_1" val="65"/>
              <dgm:constr type="primFontSz" for="des" forName="circ1Tx" val="65"/>
              <dgm:constr type="primFontSz" for="des" forName="parentText2" refType="primFontSz" refFor="des" refForName="parentText1" op="equ"/>
              <dgm:constr type="primFontSz" for="des" forName="childText1_1" refType="primFontSz" refFor="des" refForName="parentText1" op="lte"/>
              <dgm:constr type="primFontSz" for="des" forName="childText1_2" refType="primFontSz" refFor="des" refForName="parentText1" op="lte"/>
              <dgm:constr type="primFontSz" for="des" forName="childText1_3" refType="primFontSz" refFor="des" refForName="parentText1" op="lte"/>
              <dgm:constr type="primFontSz" for="des" forName="childText1_4" refType="primFontSz" refFor="des" refForName="parentText1" op="lte"/>
              <dgm:constr type="primFontSz" for="des" forName="childText1_1" refType="primFontSz" refFor="des" refForName="parentText2" op="lte"/>
              <dgm:constr type="primFontSz" for="des" forName="childText1_2" refType="primFontSz" refFor="des" refForName="parentText2" op="lte"/>
              <dgm:constr type="primFontSz" for="des" forName="childText1_3" refType="primFontSz" refFor="des" refForName="parentText2" op="lte"/>
              <dgm:constr type="primFontSz" for="des" forName="childText1_4" refType="primFontSz" refFor="des" refForName="parentText2" op="lte"/>
              <dgm:constr type="primFontSz" for="des" forName="childText1_1" refType="primFontSz" refFor="des" refForName="parentText3" op="lte"/>
              <dgm:constr type="primFontSz" for="des" forName="childText1_2" refType="primFontSz" refFor="des" refForName="parentText3" op="lte"/>
              <dgm:constr type="primFontSz" for="des" forName="childText1_3" refType="primFontSz" refFor="des" refForName="parentText3" op="lte"/>
              <dgm:constr type="primFontSz" for="des" forName="childText1_4" refType="primFontSz" refFor="des" refForName="parentText3" op="lte"/>
              <dgm:constr type="primFontSz" for="des" forName="circ1Tx" refType="primFontSz" refFor="des" refForName="parentText1" op="lte"/>
              <dgm:constr type="primFontSz" for="des" forName="circ2Tx" refType="primFontSz" refFor="des" refForName="parentText1" op="lte"/>
              <dgm:constr type="primFontSz" for="des" forName="circ3Tx" refType="primFontSz" refFor="des" refForName="parentText1" op="lte"/>
              <dgm:constr type="primFontSz" for="des" forName="circ4Tx" refType="primFontSz" refFor="des" refForName="parentText1" op="lte"/>
              <dgm:constr type="primFontSz" for="des" forName="circ1Tx" refType="primFontSz" refFor="des" refForName="parentText2" op="lte"/>
              <dgm:constr type="primFontSz" for="des" forName="circ2Tx" refType="primFontSz" refFor="des" refForName="parentText2" op="lte"/>
              <dgm:constr type="primFontSz" for="des" forName="circ3Tx" refType="primFontSz" refFor="des" refForName="parentText2" op="lte"/>
              <dgm:constr type="primFontSz" for="des" forName="circ4Tx" refType="primFontSz" refFor="des" refForName="parentText2" op="lte"/>
              <dgm:constr type="primFontSz" for="des" forName="circ1Tx" refType="primFontSz" refFor="des" refForName="parentText3" op="lte"/>
              <dgm:constr type="primFontSz" for="des" forName="circ2Tx" refType="primFontSz" refFor="des" refForName="parentText3" op="lte"/>
              <dgm:constr type="primFontSz" for="des" forName="circ3Tx" refType="primFontSz" refFor="des" refForName="parentText3" op="lte"/>
              <dgm:constr type="primFontSz" for="des" forName="circ4Tx" refType="primFontSz" refFor="des" refForName="parentText3" op="lte"/>
              <dgm:constr type="primFontSz" for="des" forName="childText1_2" refType="primFontSz" refFor="des" refForName="childText1_1" op="equ"/>
              <dgm:constr type="primFontSz" for="des" forName="childText1_3" refType="primFontSz" refFor="des" refForName="childText1_1" op="equ"/>
              <dgm:constr type="primFontSz" for="des" forName="childText1_4" refType="primFontSz" refFor="des" refForName="childText1_1" op="equ"/>
              <dgm:constr type="primFontSz" for="des" forName="circ2Tx" refType="primFontSz" refFor="des" refForName="circ1Tx" op="equ"/>
              <dgm:constr type="primFontSz" for="des" forName="circ3Tx" refType="primFontSz" refFor="des" refForName="circ1Tx" op="equ"/>
              <dgm:constr type="primFontSz" for="des" forName="circ4Tx" refType="primFontSz" refFor="des" refForName="circ1Tx" op="equ"/>
              <dgm:constr type="l" for="ch" forName="leftComposite" refType="w" fact="0.592"/>
              <dgm:constr type="t" for="ch" forName="leftComposite" refType="h" fact="0.1159"/>
              <dgm:constr type="w" for="ch" forName="leftComposite" refType="w" fact="0.3469"/>
              <dgm:constr type="h" for="ch" forName="leftComposite" refType="h" fact="0.6953"/>
              <dgm:constr type="l" for="ch" forName="middleComposite" refType="w" fact="0.0941"/>
              <dgm:constr type="t" for="ch" forName="middleComposite" refType="h" fact="0.1159"/>
              <dgm:constr type="w" for="ch" forName="middleComposite" refType="w" fact="0.3389"/>
              <dgm:constr type="h" for="ch" forName="middleComposite" refType="h" fact="0.6567"/>
              <dgm:constr type="l" for="ch" forName="arc1" refType="w" fact="0"/>
              <dgm:constr type="t" for="ch" forName="arc1" refType="h" fact="0"/>
              <dgm:constr type="w" for="ch" forName="arc1" refType="w" fact="0.4928"/>
              <dgm:constr type="h" for="ch" forName="arc1" refType="h" fact="0.9357"/>
              <dgm:constr type="l" for="ch" forName="arc3" refType="w" fact="0.5072"/>
              <dgm:constr type="t" for="ch" forName="arc3" refType="h" fact="0"/>
              <dgm:constr type="w" for="ch" forName="arc3" refType="w" fact="0.4928"/>
              <dgm:constr type="h" for="ch" forName="arc3" refType="h" fact="0.9357"/>
              <dgm:constr type="l" for="ch" forName="parentText2" refType="w" fact="0.0926"/>
              <dgm:constr type="t" for="ch" forName="parentText2" refType="h" fact="0.8128"/>
              <dgm:constr type="w" for="ch" forName="parentText2" refType="w" fact="0.3742"/>
              <dgm:constr type="h" for="ch" forName="parentText2" refType="h" fact="0.1872"/>
              <dgm:constr type="l" for="ch" forName="parentText1" refType="w" fact="0.5655"/>
              <dgm:constr type="t" for="ch" forName="parentText1" refType="h" fact="0.8128"/>
              <dgm:constr type="w" for="ch" forName="parentText1" refType="w" fact="0.3742"/>
              <dgm:constr type="h" for="ch" forName="parentText1" refType="h" fact="0.1872"/>
            </dgm:constrLst>
          </dgm:else>
        </dgm:choose>
      </dgm:if>
      <dgm:else name="Name10">
        <dgm:alg type="composite">
          <dgm:param type="ar" val="0.8036"/>
        </dgm:alg>
        <dgm:constrLst>
          <dgm:constr type="primFontSz" for="des" forName="parentText1" val="65"/>
          <dgm:constr type="primFontSz" for="des" forName="childText1_1" val="65"/>
          <dgm:constr type="primFontSz" for="des" forName="childText1_1" refType="primFontSz" refFor="des" refForName="parentText1" op="lte"/>
          <dgm:constr type="primFontSz" for="des" forName="childText1_2" refType="primFontSz" refFor="des" refForName="parentText1" op="lte"/>
          <dgm:constr type="primFontSz" for="des" forName="childText1_3" refType="primFontSz" refFor="des" refForName="parentText1" op="lte"/>
          <dgm:constr type="primFontSz" for="des" forName="childText1_4" refType="primFontSz" refFor="des" refForName="parentText1" op="lte"/>
          <dgm:constr type="primFontSz" for="des" forName="childText1_1" refType="primFontSz" refFor="des" refForName="parentText2" op="lte"/>
          <dgm:constr type="primFontSz" for="des" forName="childText1_2" refType="primFontSz" refFor="des" refForName="parentText2" op="lte"/>
          <dgm:constr type="primFontSz" for="des" forName="childText1_3" refType="primFontSz" refFor="des" refForName="parentText2" op="lte"/>
          <dgm:constr type="primFontSz" for="des" forName="childText1_4" refType="primFontSz" refFor="des" refForName="parentText2" op="lte"/>
          <dgm:constr type="primFontSz" for="des" forName="childText1_1" refType="primFontSz" refFor="des" refForName="parentText3" op="lte"/>
          <dgm:constr type="primFontSz" for="des" forName="childText1_2" refType="primFontSz" refFor="des" refForName="parentText3" op="lte"/>
          <dgm:constr type="primFontSz" for="des" forName="childText1_3" refType="primFontSz" refFor="des" refForName="parentText3" op="lte"/>
          <dgm:constr type="primFontSz" for="des" forName="childText1_4" refType="primFontSz" refFor="des" refForName="parentText3" op="lte"/>
          <dgm:constr type="primFontSz" for="des" forName="childText1_2" refType="primFontSz" refFor="des" refForName="childText1_1" op="equ"/>
          <dgm:constr type="primFontSz" for="des" forName="childText1_3" refType="primFontSz" refFor="des" refForName="childText1_1" op="equ"/>
          <dgm:constr type="primFontSz" for="des" forName="childText1_4" refType="primFontSz" refFor="des" refForName="childText1_1" op="equ"/>
          <dgm:constr type="l" for="ch" forName="leftComposite" refType="w" fact="0"/>
          <dgm:constr type="t" for="ch" forName="leftComposite" refType="h" fact="0.1159"/>
          <dgm:constr type="w" for="ch" forName="leftComposite" refType="w"/>
          <dgm:constr type="h" for="ch" forName="leftComposite" refType="h" fact="0.6953"/>
          <dgm:constr type="l" for="ch" forName="parentText1" refType="w" fact="0"/>
          <dgm:constr type="t" for="ch" forName="parentText1" refType="h" fact="0.8128"/>
          <dgm:constr type="w" for="ch" forName="parentText1" refType="w"/>
          <dgm:constr type="h" for="ch" forName="parentText1" refType="h" fact="0.1872"/>
        </dgm:constrLst>
      </dgm:else>
    </dgm:choose>
    <dgm:choose name="Name11">
      <dgm:if name="Name12" axis="ch" ptType="node" func="cnt" op="gte" val="1">
        <dgm:choose name="Name13">
          <dgm:if name="Name14" axis="ch" ptType="node" func="cnt" op="gte" val="2">
            <dgm:layoutNode name="arc1">
              <dgm:alg type="sp"/>
              <dgm:shape xmlns:r="http://schemas.openxmlformats.org/officeDocument/2006/relationships" rot="90" type="blockArc" r:blip="">
                <dgm:adjLst>
                  <dgm:adj idx="1" val="-135"/>
                  <dgm:adj idx="2" val="-45"/>
                  <dgm:adj idx="3" val="0.0496"/>
                </dgm:adjLst>
              </dgm:shape>
              <dgm:presOf/>
            </dgm:layoutNode>
            <dgm:layoutNode name="arc3">
              <dgm:alg type="sp"/>
              <dgm:shape xmlns:r="http://schemas.openxmlformats.org/officeDocument/2006/relationships" rot="270" type="blockArc" r:blip="">
                <dgm:adjLst>
                  <dgm:adj idx="1" val="-135"/>
                  <dgm:adj idx="2" val="-45"/>
                  <dgm:adj idx="3" val="0.0496"/>
                </dgm:adjLst>
              </dgm:shape>
              <dgm:presOf/>
            </dgm:layoutNode>
            <dgm:layoutNode name="parentText2" styleLbl="revTx">
              <dgm:varLst>
                <dgm:chMax val="4"/>
                <dgm:chPref val="3"/>
                <dgm:bulletEnabled val="1"/>
              </dgm:varLst>
              <dgm:alg type="tx"/>
              <dgm:shape xmlns:r="http://schemas.openxmlformats.org/officeDocument/2006/relationships" type="rect" r:blip="">
                <dgm:adjLst/>
              </dgm:shape>
              <dgm:presOf axis="ch 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5"/>
        </dgm:choose>
        <dgm:choose name="Name16">
          <dgm:if name="Name17" axis="ch" ptType="node" func="cnt" op="gte" val="3">
            <dgm:layoutNode name="arc2">
              <dgm:alg type="sp"/>
              <dgm:shape xmlns:r="http://schemas.openxmlformats.org/officeDocument/2006/relationships" rot="90" type="blockArc" r:blip="">
                <dgm:adjLst>
                  <dgm:adj idx="1" val="-135"/>
                  <dgm:adj idx="2" val="-45"/>
                  <dgm:adj idx="3" val="0.0496"/>
                </dgm:adjLst>
              </dgm:shape>
              <dgm:presOf/>
            </dgm:layoutNode>
            <dgm:layoutNode name="arc4">
              <dgm:alg type="sp"/>
              <dgm:shape xmlns:r="http://schemas.openxmlformats.org/officeDocument/2006/relationships" rot="270" type="blockArc" r:blip="">
                <dgm:adjLst>
                  <dgm:adj idx="1" val="-135"/>
                  <dgm:adj idx="2" val="-45"/>
                  <dgm:adj idx="3" val="0.0496"/>
                </dgm:adjLst>
              </dgm:shape>
              <dgm:presOf/>
            </dgm:layoutNode>
            <dgm:layoutNode name="parentText3" styleLbl="revTx">
              <dgm:varLst>
                <dgm:chMax val="1"/>
                <dgm:chPref val="1"/>
                <dgm:bulletEnabled val="1"/>
              </dgm:varLst>
              <dgm:alg type="tx"/>
              <dgm:shape xmlns:r="http://schemas.openxmlformats.org/officeDocument/2006/relationships" type="rect" r:blip="">
                <dgm:adjLst/>
              </dgm:shape>
              <dgm:presOf axis="ch 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8"/>
        </dgm:choose>
      </dgm:if>
      <dgm:else name="Name19"/>
    </dgm:choose>
    <dgm:layoutNode name="middleComposite">
      <dgm:choose name="Name20">
        <dgm:if name="Name21" axis="ch ch" ptType="node node" st="2 1" cnt="1 0" func="cnt" op="lte" val="1">
          <dgm:alg type="composite">
            <dgm:param type="ar" val="1"/>
          </dgm:alg>
        </dgm:if>
        <dgm:if name="Name22" axis="ch ch" ptType="node node" st="2 1" cnt="1 0" func="cnt" op="equ" val="2">
          <dgm:alg type="composite">
            <dgm:param type="ar" val="1.792"/>
          </dgm:alg>
        </dgm:if>
        <dgm:if name="Name23" axis="ch ch" ptType="node node" st="2 1" cnt="1 0" func="cnt" op="equ" val="3">
          <dgm:alg type="composite">
            <dgm:param type="ar" val="1"/>
          </dgm:alg>
        </dgm:if>
        <dgm:else name="Name24">
          <dgm:alg type="composite">
            <dgm:param type="ar" val="1"/>
          </dgm:alg>
        </dgm:else>
      </dgm:choose>
      <dgm:shape xmlns:r="http://schemas.openxmlformats.org/officeDocument/2006/relationships" r:blip="">
        <dgm:adjLst/>
      </dgm:shape>
      <dgm:presOf/>
      <dgm:choose name="Name25">
        <dgm:if name="Name26" axis="ch ch" ptType="node node" st="2 1" cnt="1 0" func="cnt" op="lte" val="1">
          <dgm:constrLst>
            <dgm:constr type="ctrX" for="ch" forName="circ1" refType="w" fact="0.5"/>
            <dgm:constr type="ctrY" for="ch" forName="circ1" refType="h" fact="0.5"/>
            <dgm:constr type="w" for="ch" forName="circ1" refType="w"/>
            <dgm:constr type="h" for="ch" forName="circ1" refType="h"/>
            <dgm:constr type="l" for="ch" forName="circ1Tx" refType="w" fact="0.2"/>
            <dgm:constr type="t" for="ch" forName="circ1Tx" refType="h" fact="0.1"/>
            <dgm:constr type="w" for="ch" forName="circ1Tx" refType="w" fact="0.6"/>
            <dgm:constr type="h" for="ch" forName="circ1Tx" refType="h" fact="0.8"/>
          </dgm:constrLst>
        </dgm:if>
        <dgm:if name="Name27" axis="ch ch" ptType="node node" st="2 1" cnt="1 0"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Lst>
        </dgm:if>
        <dgm:if name="Name28" axis="ch ch" ptType="node node" st="2 1" cnt="1 0"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Lst>
        </dgm:if>
        <dgm:else name="Name29">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Lst>
        </dgm:else>
      </dgm:choose>
      <dgm:ruleLst/>
      <dgm:forEach name="Name30" axis="ch ch" ptType="node node" st="2 1" cnt="1 1">
        <dgm:layoutNode name="circ1" styleLbl="vennNode1">
          <dgm:alg type="sp"/>
          <dgm:shape xmlns:r="http://schemas.openxmlformats.org/officeDocument/2006/relationships" type="ellipse" r:blip="">
            <dgm:adjLst/>
          </dgm:shape>
          <dgm:presOf axis="desOrSelf" ptType="node"/>
          <dgm:constrLst/>
          <dgm:ruleLst/>
        </dgm:layoutNode>
        <dgm:layoutNode name="circ1Tx" styleLbl="revTx">
          <dgm:varLst>
            <dgm:chMax val="0"/>
            <dgm:chPref val="0"/>
          </dgm:varLst>
          <dgm:alg type="tx">
            <dgm:param type="txAnchorHorzCh" val="ctr"/>
            <dgm:param type="txAnchorVertCh" val="mid"/>
          </dgm:alg>
          <dgm:shape xmlns:r="http://schemas.openxmlformats.org/officeDocument/2006/relationships" type="rect" r:blip="" hideGeom="1">
            <dgm:adjLst/>
          </dgm:shape>
          <dgm:presOf axis="desOrSelf" ptType="node"/>
          <dgm:constrLst>
            <dgm:constr type="tMarg"/>
            <dgm:constr type="bMarg"/>
            <dgm:constr type="lMarg"/>
            <dgm:constr type="rMarg"/>
            <dgm:constr type="primFontSz" val="20"/>
          </dgm:constrLst>
          <dgm:ruleLst>
            <dgm:rule type="primFontSz" val="5" fact="NaN" max="NaN"/>
          </dgm:ruleLst>
        </dgm:layoutNode>
      </dgm:forEach>
      <dgm:forEach name="Name31" axis="ch ch" ptType="node node" st="2 2" cnt="1 1">
        <dgm:layoutNode name="circ2" styleLbl="vennNode1">
          <dgm:alg type="sp"/>
          <dgm:shape xmlns:r="http://schemas.openxmlformats.org/officeDocument/2006/relationships" type="ellipse" r:blip="">
            <dgm:adjLst/>
          </dgm:shape>
          <dgm:presOf axis="desOrSelf" ptType="node"/>
          <dgm:constrLst/>
          <dgm:ruleLst/>
        </dgm:layoutNode>
        <dgm:layoutNode name="circ2Tx" styleLbl="revTx">
          <dgm:varLst>
            <dgm:chMax val="0"/>
            <dgm:chPref val="0"/>
          </dgm:varLst>
          <dgm:alg type="tx">
            <dgm:param type="txAnchorHorzCh" val="ctr"/>
            <dgm:param type="txAnchorVertCh" val="mid"/>
          </dgm:alg>
          <dgm:shape xmlns:r="http://schemas.openxmlformats.org/officeDocument/2006/relationships" type="rect" r:blip="" hideGeom="1">
            <dgm:adjLst/>
          </dgm:shape>
          <dgm:presOf axis="desOrSelf" ptType="node"/>
          <dgm:constrLst>
            <dgm:constr type="tMarg"/>
            <dgm:constr type="bMarg"/>
            <dgm:constr type="lMarg"/>
            <dgm:constr type="rMarg"/>
            <dgm:constr type="primFontSz" val="20"/>
          </dgm:constrLst>
          <dgm:ruleLst>
            <dgm:rule type="primFontSz" val="5" fact="NaN" max="NaN"/>
          </dgm:ruleLst>
        </dgm:layoutNode>
      </dgm:forEach>
      <dgm:forEach name="Name32" axis="ch ch" ptType="node node" st="2 3" cnt="1 1">
        <dgm:layoutNode name="circ3" styleLbl="vennNode1">
          <dgm:alg type="sp"/>
          <dgm:shape xmlns:r="http://schemas.openxmlformats.org/officeDocument/2006/relationships" type="ellipse" r:blip="">
            <dgm:adjLst/>
          </dgm:shape>
          <dgm:presOf axis="desOrSelf" ptType="node"/>
          <dgm:constrLst/>
          <dgm:ruleLst/>
        </dgm:layoutNode>
        <dgm:layoutNode name="circ3Tx" styleLbl="revTx">
          <dgm:varLst>
            <dgm:chMax val="0"/>
            <dgm:chPref val="0"/>
          </dgm:varLst>
          <dgm:alg type="tx">
            <dgm:param type="txAnchorHorzCh" val="ctr"/>
            <dgm:param type="txAnchorVertCh" val="mid"/>
          </dgm:alg>
          <dgm:shape xmlns:r="http://schemas.openxmlformats.org/officeDocument/2006/relationships" type="rect" r:blip="" hideGeom="1">
            <dgm:adjLst/>
          </dgm:shape>
          <dgm:presOf axis="desOrSelf" ptType="node"/>
          <dgm:constrLst>
            <dgm:constr type="tMarg"/>
            <dgm:constr type="bMarg"/>
            <dgm:constr type="lMarg"/>
            <dgm:constr type="rMarg"/>
            <dgm:constr type="primFontSz" val="20"/>
          </dgm:constrLst>
          <dgm:ruleLst>
            <dgm:rule type="primFontSz" val="5" fact="NaN" max="NaN"/>
          </dgm:ruleLst>
        </dgm:layoutNode>
      </dgm:forEach>
      <dgm:forEach name="Name33" axis="ch ch" ptType="node node" st="2 4" cnt="1 1">
        <dgm:layoutNode name="circ4" styleLbl="vennNode1">
          <dgm:alg type="sp"/>
          <dgm:shape xmlns:r="http://schemas.openxmlformats.org/officeDocument/2006/relationships" type="ellipse" r:blip="">
            <dgm:adjLst/>
          </dgm:shape>
          <dgm:presOf axis="desOrSelf" ptType="nod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presOf axis="desOrSelf" ptType="node"/>
          <dgm:constrLst>
            <dgm:constr type="tMarg"/>
            <dgm:constr type="bMarg"/>
            <dgm:constr type="lMarg"/>
            <dgm:constr type="rMarg"/>
            <dgm:constr type="primFontSz" val="20"/>
          </dgm:constrLst>
          <dgm:ruleLst>
            <dgm:rule type="primFontSz" val="5" fact="NaN" max="NaN"/>
          </dgm:ruleLst>
        </dgm:layoutNode>
      </dgm:forEach>
    </dgm:layoutNode>
    <dgm:layoutNode name="leftComposite">
      <dgm:choose name="Name34">
        <dgm:if name="Name35" axis="ch ch" ptType="node node" st="1 1" cnt="1 0" func="cnt" op="lte" val="1">
          <dgm:alg type="composite">
            <dgm:param type="ar" val="1.3085"/>
          </dgm:alg>
          <dgm:constrLst>
            <dgm:constr type="l" for="ch" forName="childText1_1" refType="w" fact="0.2124"/>
            <dgm:constr type="t" for="ch" forName="childText1_1" refType="h" fact="0"/>
            <dgm:constr type="w" for="ch" forName="childText1_1" refType="w" fact="0.5759"/>
            <dgm:constr type="h" for="ch" forName="childText1_1" refType="h" fact="0.7535"/>
            <dgm:constr type="l" for="ch" forName="ellipse1" refType="w" fact="0"/>
            <dgm:constr type="t" for="ch" forName="ellipse1" refType="h" fact="0.63"/>
            <dgm:constr type="w" for="ch" forName="ellipse1" refType="w" fact="0.2828"/>
            <dgm:constr type="h" for="ch" forName="ellipse1" refType="h" fact="0.37"/>
            <dgm:constr type="l" for="ch" forName="ellipse2" refType="w" fact="0.82"/>
            <dgm:constr type="t" for="ch" forName="ellipse2" refType="h" fact="0.17"/>
            <dgm:constr type="w" for="ch" forName="ellipse2" refType="w" fact="0.1645"/>
            <dgm:constr type="h" for="ch" forName="ellipse2" refType="h" fact="0.2153"/>
          </dgm:constrLst>
        </dgm:if>
        <dgm:if name="Name36" axis="ch ch" ptType="node node" st="1 1" cnt="1 0" func="cnt" op="equ" val="2">
          <dgm:alg type="composite">
            <dgm:param type="ar" val="0.8917"/>
          </dgm:alg>
          <dgm:constrLst>
            <dgm:constr type="l" for="ch" forName="childText1_1" refType="w" fact="0.1864"/>
            <dgm:constr type="t" for="ch" forName="childText1_1" refType="h" fact="0"/>
            <dgm:constr type="w" for="ch" forName="childText1_1" refType="w" fact="0.5055"/>
            <dgm:constr type="h" for="ch" forName="childText1_1" refType="h" fact="0.4507"/>
            <dgm:constr type="l" for="ch" forName="childText1_2" refType="w" fact="0.4945"/>
            <dgm:constr type="t" for="ch" forName="childText1_2" refType="h" fact="0.3929"/>
            <dgm:constr type="w" for="ch" forName="childText1_2" refType="w" fact="0.5055"/>
            <dgm:constr type="h" for="ch" forName="childText1_2" refType="h" fact="0.4507"/>
            <dgm:constr type="l" for="ch" forName="ellipse1" refType="w" fact="0"/>
            <dgm:constr type="t" for="ch" forName="ellipse1" refType="h" fact="0.3768"/>
            <dgm:constr type="w" for="ch" forName="ellipse1" refType="w" fact="0.2482"/>
            <dgm:constr type="h" for="ch" forName="ellipse1" refType="h" fact="0.2213"/>
            <dgm:constr type="l" for="ch" forName="ellipse3" refType="w" fact="0.5474"/>
            <dgm:constr type="t" for="ch" forName="ellipse3" refType="h" fact="0.8712"/>
            <dgm:constr type="w" for="ch" forName="ellipse3" refType="w" fact="0.1444"/>
            <dgm:constr type="h" for="ch" forName="ellipse3" refType="h" fact="0.1288"/>
            <dgm:constr type="l" for="ch" forName="ellipse2" refType="w" fact="0.7333"/>
            <dgm:constr type="t" for="ch" forName="ellipse2" refType="h" fact="0.0887"/>
            <dgm:constr type="w" for="ch" forName="ellipse2" refType="w" fact="0.1444"/>
            <dgm:constr type="h" for="ch" forName="ellipse2" refType="h" fact="0.1288"/>
          </dgm:constrLst>
        </dgm:if>
        <dgm:if name="Name37" axis="ch ch" ptType="node node" st="1 1" cnt="1 0" func="cnt" op="equ" val="3">
          <dgm:alg type="composite">
            <dgm:param type="ar" val="1.0811"/>
          </dgm:alg>
          <dgm:constrLst>
            <dgm:constr type="l" for="ch" forName="childText1_3" refType="w" fact="0.1649"/>
            <dgm:constr type="t" for="ch" forName="childText1_3" refType="h" fact="0.5389"/>
            <dgm:constr type="w" for="ch" forName="childText1_3" refType="w" fact="0.4265"/>
            <dgm:constr type="h" for="ch" forName="childText1_3" refType="h" fact="0.4611"/>
            <dgm:constr type="l" for="ch" forName="childText1_1" refType="w" fact="0.1573"/>
            <dgm:constr type="t" for="ch" forName="childText1_1" refType="h" fact="0"/>
            <dgm:constr type="w" for="ch" forName="childText1_1" refType="w" fact="0.4265"/>
            <dgm:constr type="h" for="ch" forName="childText1_1" refType="h" fact="0.4611"/>
            <dgm:constr type="l" for="ch" forName="childText1_2" refType="w" fact="0.5735"/>
            <dgm:constr type="t" for="ch" forName="childText1_2" refType="h" fact="0.2754"/>
            <dgm:constr type="w" for="ch" forName="childText1_2" refType="w" fact="0.4265"/>
            <dgm:constr type="h" for="ch" forName="childText1_2" refType="h" fact="0.4611"/>
            <dgm:constr type="l" for="ch" forName="ellipse1" refType="w" fact="0"/>
            <dgm:constr type="t" for="ch" forName="ellipse1" refType="h" fact="0.3855"/>
            <dgm:constr type="w" for="ch" forName="ellipse1" refType="w" fact="0.2095"/>
            <dgm:constr type="h" for="ch" forName="ellipse1" refType="h" fact="0.2264"/>
            <dgm:constr type="l" for="ch" forName="ellipse3" refType="w" fact="0.6181"/>
            <dgm:constr type="t" for="ch" forName="ellipse3" refType="h" fact="0.7647"/>
            <dgm:constr type="w" for="ch" forName="ellipse3" refType="w" fact="0.1219"/>
            <dgm:constr type="h" for="ch" forName="ellipse3" refType="h" fact="0.1317"/>
            <dgm:constr type="l" for="ch" forName="ellipse2" refType="w" fact="0.6188"/>
            <dgm:constr type="t" for="ch" forName="ellipse2" refType="h" fact="0.0907"/>
            <dgm:constr type="w" for="ch" forName="ellipse2" refType="w" fact="0.1219"/>
            <dgm:constr type="h" for="ch" forName="ellipse2" refType="h" fact="0.1317"/>
          </dgm:constrLst>
        </dgm:if>
        <dgm:else name="Name38">
          <dgm:alg type="composite">
            <dgm:param type="ar" val="0.9472"/>
          </dgm:alg>
          <dgm:constrLst>
            <dgm:constr type="l" for="ch" forName="childText1_3" refType="w" fact="0"/>
            <dgm:constr type="t" for="ch" forName="childText1_3" refType="h" fact="0.6035"/>
            <dgm:constr type="w" for="ch" forName="childText1_3" refType="w" fact="0.4186"/>
            <dgm:constr type="h" for="ch" forName="childText1_3" refType="h" fact="0.3965"/>
            <dgm:constr type="l" for="ch" forName="childText1_1" refType="w" fact="0.0981"/>
            <dgm:constr type="t" for="ch" forName="childText1_1" refType="h" fact="0"/>
            <dgm:constr type="w" for="ch" forName="childText1_1" refType="w" fact="0.4186"/>
            <dgm:constr type="h" for="ch" forName="childText1_1" refType="h" fact="0.3965"/>
            <dgm:constr type="l" for="ch" forName="childText1_2" refType="w" fact="0.5385"/>
            <dgm:constr type="t" for="ch" forName="childText1_2" refType="h" fact="0.1304"/>
            <dgm:constr type="w" for="ch" forName="childText1_2" refType="w" fact="0.4186"/>
            <dgm:constr type="h" for="ch" forName="childText1_2" refType="h" fact="0.3965"/>
            <dgm:constr type="l" for="ch" forName="ellipse4" refType="w" fact="0.3222"/>
            <dgm:constr type="t" for="ch" forName="ellipse4" refType="h" fact="0.4232"/>
            <dgm:constr type="w" for="ch" forName="ellipse4" refType="w" fact="0.2056"/>
            <dgm:constr type="h" for="ch" forName="ellipse4" refType="h" fact="0.1947"/>
            <dgm:constr type="l" for="ch" forName="ellipse1" refType="w" fact="0.1489"/>
            <dgm:constr type="t" for="ch" forName="ellipse1" refType="h" fact="0.4502"/>
            <dgm:constr type="w" for="ch" forName="ellipse1" refType="w" fact="0.1196"/>
            <dgm:constr type="h" for="ch" forName="ellipse1" refType="h" fact="0.1133"/>
            <dgm:constr type="l" for="ch" forName="ellipse2" refType="w" fact="0.5384"/>
            <dgm:constr type="t" for="ch" forName="ellipse2" refType="h" fact="0.0124"/>
            <dgm:constr type="w" for="ch" forName="ellipse2" refType="w" fact="0.1196"/>
            <dgm:constr type="h" for="ch" forName="ellipse2" refType="h" fact="0.1133"/>
            <dgm:constr type="l" for="ch" forName="childText1_4" refType="w" fact="0.4625"/>
            <dgm:constr type="t" for="ch" forName="childText1_4" refType="h" fact="0.5719"/>
            <dgm:constr type="w" for="ch" forName="childText1_4" refType="w" fact="0.4186"/>
            <dgm:constr type="h" for="ch" forName="childText1_4" refType="h" fact="0.3965"/>
            <dgm:constr type="l" for="ch" forName="ellipse3" refType="w" fact="0.8804"/>
            <dgm:constr type="t" for="ch" forName="ellipse3" refType="h" fact="0.5329"/>
            <dgm:constr type="w" for="ch" forName="ellipse3" refType="w" fact="0.1196"/>
            <dgm:constr type="h" for="ch" forName="ellipse3" refType="h" fact="0.1133"/>
            <dgm:constr type="l" for="ch" forName="ellipse5" refType="w" fact="0.0146"/>
            <dgm:constr type="t" for="ch" forName="ellipse5" refType="h" fact="0.5228"/>
            <dgm:constr type="w" for="ch" forName="ellipse5" refType="w" fact="0.0899"/>
            <dgm:constr type="h" for="ch" forName="ellipse5" refType="h" fact="0.0851"/>
          </dgm:constrLst>
        </dgm:else>
      </dgm:choose>
      <dgm:forEach name="Name39" axis="ch ch" ptType="node node" st="1 1" cnt="1 1">
        <dgm:layoutNode name="childText1_1" styleLbl="vennNode1">
          <dgm:varLst>
            <dgm:chMax val="0"/>
            <dgm:chPref val="0"/>
          </dgm:varLst>
          <dgm:alg type="tx"/>
          <dgm:shape xmlns:r="http://schemas.openxmlformats.org/officeDocument/2006/relationships" type="ellipse"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ellipse1" styleLbl="vennNode1">
          <dgm:alg type="sp"/>
          <dgm:shape xmlns:r="http://schemas.openxmlformats.org/officeDocument/2006/relationships" type="ellipse" r:blip="">
            <dgm:adjLst/>
          </dgm:shape>
          <dgm:presOf/>
        </dgm:layoutNode>
        <dgm:layoutNode name="ellipse2" styleLbl="vennNode1">
          <dgm:alg type="sp"/>
          <dgm:shape xmlns:r="http://schemas.openxmlformats.org/officeDocument/2006/relationships" type="ellipse" r:blip="">
            <dgm:adjLst/>
          </dgm:shape>
          <dgm:presOf/>
        </dgm:layoutNode>
      </dgm:forEach>
      <dgm:forEach name="Name40" axis="ch ch" ptType="node node" st="1 2" cnt="1 1">
        <dgm:layoutNode name="childText1_2" styleLbl="vennNode1">
          <dgm:varLst>
            <dgm:chMax val="0"/>
            <dgm:chPref val="0"/>
          </dgm:varLst>
          <dgm:alg type="tx"/>
          <dgm:shape xmlns:r="http://schemas.openxmlformats.org/officeDocument/2006/relationships" type="ellipse"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ellipse3" styleLbl="vennNode1">
          <dgm:alg type="sp"/>
          <dgm:shape xmlns:r="http://schemas.openxmlformats.org/officeDocument/2006/relationships" type="ellipse" r:blip="">
            <dgm:adjLst/>
          </dgm:shape>
          <dgm:presOf/>
        </dgm:layoutNode>
      </dgm:forEach>
      <dgm:forEach name="Name41" axis="ch ch" ptType="node node" st="1 3" cnt="1 1">
        <dgm:layoutNode name="childText1_3" styleLbl="vennNode1">
          <dgm:varLst>
            <dgm:chMax val="0"/>
            <dgm:chPref val="0"/>
          </dgm:varLst>
          <dgm:alg type="tx"/>
          <dgm:shape xmlns:r="http://schemas.openxmlformats.org/officeDocument/2006/relationships" type="ellipse"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forEach name="Name42" axis="ch ch" ptType="node node" st="1 4" cnt="1 1">
        <dgm:layoutNode name="childText1_4" styleLbl="vennNode1">
          <dgm:varLst>
            <dgm:chMax val="0"/>
            <dgm:chPref val="0"/>
          </dgm:varLst>
          <dgm:alg type="tx"/>
          <dgm:shape xmlns:r="http://schemas.openxmlformats.org/officeDocument/2006/relationships" type="ellipse"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ellipse4" styleLbl="vennNode1">
          <dgm:alg type="sp"/>
          <dgm:shape xmlns:r="http://schemas.openxmlformats.org/officeDocument/2006/relationships" type="ellipse" r:blip="">
            <dgm:adjLst/>
          </dgm:shape>
          <dgm:presOf/>
        </dgm:layoutNode>
        <dgm:layoutNode name="ellipse5" styleLbl="vennNode1">
          <dgm:alg type="sp"/>
          <dgm:shape xmlns:r="http://schemas.openxmlformats.org/officeDocument/2006/relationships" type="ellipse" r:blip="">
            <dgm:adjLst/>
          </dgm:shape>
          <dgm:presOf/>
        </dgm:layoutNode>
      </dgm:forEach>
    </dgm:layoutNode>
    <dgm:choose name="Name43">
      <dgm:if name="Name44" axis="ch ch" ptType="node node" st="3 1" cnt="1 0" func="cnt" op="gte" val="1">
        <dgm:layoutNode name="rightChild">
          <dgm:varLst>
            <dgm:chMax val="0"/>
            <dgm:chPref val="0"/>
          </dgm:varLst>
          <dgm:alg type="tx"/>
          <dgm:shape xmlns:r="http://schemas.openxmlformats.org/officeDocument/2006/relationships" type="ellipse" r:blip="">
            <dgm:adjLst/>
          </dgm:shape>
          <dgm:presOf axis="ch des"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5"/>
    </dgm:choose>
    <dgm:layoutNode name="parentText1" styleLbl="revTx">
      <dgm:varLst>
        <dgm:chMax val="4"/>
        <dgm:chPref val="3"/>
        <dgm:bulletEnabled val="1"/>
      </dgm:varLst>
      <dgm:alg type="tx"/>
      <dgm:shape xmlns:r="http://schemas.openxmlformats.org/officeDocument/2006/relationships" type="rect" r:blip="">
        <dgm:adjLst/>
      </dgm:shape>
      <dgm:presOf axis="ch 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layoutDef>
</file>

<file path=ppt/diagrams/layout66.xml><?xml version="1.0" encoding="utf-8"?>
<dgm:layoutDef xmlns:dgm="http://schemas.openxmlformats.org/drawingml/2006/diagram" xmlns:a="http://schemas.openxmlformats.org/drawingml/2006/main" uniqueId="urn:microsoft.com/office/officeart/2009/3/layout/RandomtoResultProcess">
  <dgm:title val=""/>
  <dgm:desc val=""/>
  <dgm:catLst>
    <dgm:cat type="process" pri="1275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41" srcId="1" destId="11" srcOrd="0" destOrd="0"/>
        <dgm:cxn modelId="5" srcId="0" destId="2" srcOrd="0" destOrd="0"/>
        <dgm:cxn modelId="51" srcId="2" destId="21" srcOrd="0"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clrData>
  <dgm:layoutNode name="Name0">
    <dgm:varLst>
      <dgm:dir/>
      <dgm:animOne val="branch"/>
      <dgm:animLvl val="lvl"/>
    </dgm:varLst>
    <dgm:choose name="Name1">
      <dgm:if name="Name2" func="var" arg="dir" op="equ" val="norm">
        <dgm:alg type="lin">
          <dgm:param type="fallback" val="2D"/>
          <dgm:param type="nodeVertAlign" val="t"/>
        </dgm:alg>
      </dgm:if>
      <dgm:else name="Name3">
        <dgm:alg type="lin">
          <dgm:param type="fallback" val="2D"/>
          <dgm:param type="nodeVertAlign" val="t"/>
          <dgm:param type="linDir" val="fromR"/>
        </dgm:alg>
      </dgm:else>
    </dgm:choose>
    <dgm:shape xmlns:r="http://schemas.openxmlformats.org/officeDocument/2006/relationships" r:blip="">
      <dgm:adjLst/>
    </dgm:shape>
    <dgm:constrLst>
      <dgm:constr type="userH" refType="h" fact="2"/>
      <dgm:constr type="w" for="ch" forName="chaos" refType="userH" fact="0.681"/>
      <dgm:constr type="h" for="ch" forName="chaos" refType="userH"/>
      <dgm:constr type="w" for="ch" forName="middle" refType="userH" fact="0.6"/>
      <dgm:constr type="h" for="ch" forName="middle" refType="userH"/>
      <dgm:constr type="w" for="ch" forName="last" refType="userH" fact="0.6"/>
      <dgm:constr type="h" for="ch" forName="last" refType="userH"/>
      <dgm:constr type="w" for="ch" forName="chevronComposite1" refType="userH" fact="0.22"/>
      <dgm:constr type="h" for="ch" forName="chevronComposite1" refType="userH" fact="0.52"/>
      <dgm:constr type="w" for="ch" forName="chevronComposite2" refType="userH" fact="0.22"/>
      <dgm:constr type="h" for="ch" forName="chevronComposite2" refType="userH" fact="0.52"/>
      <dgm:constr type="w" for="ch" forName="overlap" refType="userH" fact="-0.04"/>
      <dgm:constr type="h" for="ch" forName="overlap" refType="userH" fact="0.06"/>
      <dgm:constr type="primFontSz" for="des" forName="parTx1" op="equ" val="65"/>
      <dgm:constr type="primFontSz" for="des" forName="parTxMid" refType="primFontSz" refFor="des" refForName="parTx1" op="equ"/>
      <dgm:constr type="primFontSz" for="des" forName="circleTx" refType="primFontSz" refFor="des" refForName="parTx1" op="equ"/>
      <dgm:constr type="primFontSz" for="des" forName="desTx1" op="equ" val="65"/>
      <dgm:constr type="primFontSz" for="des" forName="desTxMid" refType="primFontSz" refFor="des" refForName="desTx1" op="equ"/>
      <dgm:constr type="primFontSz" for="des" forName="desTxN" refType="primFontSz" refFor="des" refForName="desTx1" op="equ"/>
    </dgm:constrLst>
    <dgm:forEach name="Name4" axis="ch" ptType="node">
      <dgm:choose name="Name5">
        <dgm:if name="Name6" axis="self" ptType="node" func="pos" op="equ" val="1">
          <dgm:layoutNode name="chaos">
            <dgm:alg type="composite"/>
            <dgm:shape xmlns:r="http://schemas.openxmlformats.org/officeDocument/2006/relationships" r:blip="">
              <dgm:adjLst/>
            </dgm:shape>
            <dgm:presOf/>
            <dgm:constrLst>
              <dgm:constr type="ctrX" for="ch" forName="parTx1" refType="w" fact="0.5"/>
              <dgm:constr type="t" for="ch" forName="parTx1" refType="w" fact="0.32"/>
              <dgm:constr type="w" for="ch" forName="parTx1" refType="w" fact="0.88"/>
              <dgm:constr type="h" for="ch" forName="parTx1" refType="w" fact="0.29"/>
              <dgm:constr type="ctrX" for="ch" forName="desTx1" refType="w" fact="0.5"/>
              <dgm:constr type="b" for="ch" forName="desTx1" refType="h"/>
              <dgm:constr type="w" for="ch" forName="desTx1" refType="w" fact="0.88"/>
              <dgm:constr type="h" for="ch" forName="desTx1" refType="h" fact="0.37"/>
              <dgm:constr type="l" for="ch" forName="c1" refType="w" fact="0.05"/>
              <dgm:constr type="t" for="ch" forName="c1" refType="w" fact="0.23"/>
              <dgm:constr type="w" for="ch" forName="c1" refType="w" fact="0.07"/>
              <dgm:constr type="h" for="ch" forName="c1" refType="w" refFor="ch" refForName="c1"/>
              <dgm:constr type="l" for="ch" forName="c2" refType="w" fact="0.1"/>
              <dgm:constr type="t" for="ch" forName="c2" refType="w" fact="0.13"/>
              <dgm:constr type="w" for="ch" forName="c2" refType="w" fact="0.07"/>
              <dgm:constr type="h" for="ch" forName="c2" refType="w" refFor="ch" refForName="c2"/>
              <dgm:constr type="l" for="ch" forName="c3" refType="w" fact="0.22"/>
              <dgm:constr type="t" for="ch" forName="c3" refType="w" fact="0.15"/>
              <dgm:constr type="w" for="ch" forName="c3" refType="w" fact="0.11"/>
              <dgm:constr type="h" for="ch" forName="c3" refType="w" refFor="ch" refForName="c3"/>
              <dgm:constr type="l" for="ch" forName="c4" refType="w" fact="0.32"/>
              <dgm:constr type="t" for="ch" forName="c4" refType="w" fact="0.04"/>
              <dgm:constr type="w" for="ch" forName="c4" refType="w" fact="0.07"/>
              <dgm:constr type="h" for="ch" forName="c4" refType="w" refFor="ch" refForName="c4"/>
              <dgm:constr type="l" for="ch" forName="c5" refType="w" fact="0.45"/>
              <dgm:constr type="t" for="ch" forName="c5" refType="w" fact="0"/>
              <dgm:constr type="w" for="ch" forName="c5" refType="w" fact="0.07"/>
              <dgm:constr type="h" for="ch" forName="c5" refType="w" refFor="ch" refForName="c5"/>
              <dgm:constr type="l" for="ch" forName="c6" refType="w" fact="0.61"/>
              <dgm:constr type="t" for="ch" forName="c6" refType="w" fact="0.07"/>
              <dgm:constr type="w" for="ch" forName="c6" refType="w" fact="0.07"/>
              <dgm:constr type="h" for="ch" forName="c6" refType="w" refFor="ch" refForName="c6"/>
              <dgm:constr type="l" for="ch" forName="c7" refType="w" fact="0.71"/>
              <dgm:constr type="t" for="ch" forName="c7" refType="w" fact="0.12"/>
              <dgm:constr type="w" for="ch" forName="c7" refType="w" fact="0.11"/>
              <dgm:constr type="h" for="ch" forName="c7" refType="w" refFor="ch" refForName="c7"/>
              <dgm:constr type="l" for="ch" forName="c8" refType="w" fact="0.85"/>
              <dgm:constr type="t" for="ch" forName="c8" refType="w" fact="0.23"/>
              <dgm:constr type="w" for="ch" forName="c8" refType="w" fact="0.07"/>
              <dgm:constr type="h" for="ch" forName="c8" refType="w" refFor="ch" refForName="c8"/>
              <dgm:constr type="l" for="ch" forName="c9" refType="w" fact="0.91"/>
              <dgm:constr type="t" for="ch" forName="c9" refType="w" fact="0.34"/>
              <dgm:constr type="w" for="ch" forName="c9" refType="w" fact="0.07"/>
              <dgm:constr type="h" for="ch" forName="c9" refType="w" refFor="ch" refForName="c9"/>
              <dgm:constr type="l" for="ch" forName="c10" refType="w" fact="0.39"/>
              <dgm:constr type="t" for="ch" forName="c10" refType="w" fact="0.13"/>
              <dgm:constr type="w" for="ch" forName="c10" refType="w" fact="0.18"/>
              <dgm:constr type="h" for="ch" forName="c10" refType="w" refFor="ch" refForName="c10"/>
              <dgm:constr type="l" for="ch" forName="c11" refType="w" fact="0"/>
              <dgm:constr type="t" for="ch" forName="c11" refType="w" fact="0.51"/>
              <dgm:constr type="w" for="ch" forName="c11" refType="w" fact="0.07"/>
              <dgm:constr type="h" for="ch" forName="c11" refType="w" refFor="ch" refForName="c11"/>
              <dgm:constr type="l" for="ch" forName="c12" refType="w" fact="0.06"/>
              <dgm:constr type="t" for="ch" forName="c12" refType="w" fact="0.6"/>
              <dgm:constr type="w" for="ch" forName="c12" refType="w" fact="0.11"/>
              <dgm:constr type="h" for="ch" forName="c12" refType="w" refFor="ch" refForName="c12"/>
              <dgm:constr type="l" for="ch" forName="c13" refType="w" fact="0.21"/>
              <dgm:constr type="t" for="ch" forName="c13" refType="w" fact="0.68"/>
              <dgm:constr type="w" for="ch" forName="c13" refType="w" fact="0.16"/>
              <dgm:constr type="h" for="ch" forName="c13" refType="w" refFor="ch" refForName="c13"/>
              <dgm:constr type="l" for="ch" forName="c14" refType="w" fact="0.42"/>
              <dgm:constr type="t" for="ch" forName="c14" refType="w" fact="0.81"/>
              <dgm:constr type="w" for="ch" forName="c14" refType="w" fact="0.07"/>
              <dgm:constr type="h" for="ch" forName="c14" refType="w" refFor="ch" refForName="c14"/>
              <dgm:constr type="l" for="ch" forName="c15" refType="w" fact="0.46"/>
              <dgm:constr type="t" for="ch" forName="c15" refType="w" fact="0.68"/>
              <dgm:constr type="w" for="ch" forName="c15" refType="w" fact="0.11"/>
              <dgm:constr type="h" for="ch" forName="c15" refType="w" refFor="ch" refForName="c15"/>
              <dgm:constr type="l" for="ch" forName="c16" refType="w" fact="0.56"/>
              <dgm:constr type="t" for="ch" forName="c16" refType="w" fact="0.82"/>
              <dgm:constr type="w" for="ch" forName="c16" refType="w" fact="0.07"/>
              <dgm:constr type="h" for="ch" forName="c16" refType="w" refFor="ch" refForName="c16"/>
              <dgm:constr type="l" for="ch" forName="c17" refType="w" fact="0.65"/>
              <dgm:constr type="t" for="ch" forName="c17" refType="w" fact="0.66"/>
              <dgm:constr type="w" for="ch" forName="c17" refType="w" fact="0.16"/>
              <dgm:constr type="h" for="ch" forName="c17" refType="w" refFor="ch" refForName="c17"/>
              <dgm:constr type="l" for="ch" forName="c18" refType="w" fact="0.87"/>
              <dgm:constr type="t" for="ch" forName="c18" refType="w" fact="0.62"/>
              <dgm:constr type="w" for="ch" forName="c18" refType="w" fact="0.11"/>
              <dgm:constr type="h" for="ch" forName="c18" refType="w" refFor="ch" refForName="c18"/>
            </dgm:constrLst>
            <dgm:layoutNode name="parTx1" styleLbl="revTx">
              <dgm:alg type="tx"/>
              <dgm:shape xmlns:r="http://schemas.openxmlformats.org/officeDocument/2006/relationships" type="rect"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7">
              <dgm:if name="Name8" axis="ch" ptType="node" func="cnt" op="gte" val="1">
                <dgm:layoutNode name="desTx1" styleLbl="revTx">
                  <dgm:varLst>
                    <dgm:bulletEnabled val="1"/>
                  </dgm:varLst>
                  <dgm:choose name="Name9">
                    <dgm:if name="Name10" axis="ch" ptType="node" func="cnt" op="equ" val="1">
                      <dgm:alg type="tx">
                        <dgm:param type="shpTxLTRAlignCh" val="l"/>
                      </dgm:alg>
                    </dgm:if>
                    <dgm:else name="Name11">
                      <dgm:alg type="tx">
                        <dgm:param type="shpTxLTRAlignCh" val="l"/>
                        <dgm:param type="stBulletLvl" val="1"/>
                      </dgm:alg>
                    </dgm:else>
                  </dgm:choose>
                  <dgm:shape xmlns:r="http://schemas.openxmlformats.org/officeDocument/2006/relationships" type="rect" r:blip="">
                    <dgm:adjLst/>
                  </dgm:shape>
                  <dgm:presOf axis="des"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if>
              <dgm:else name="Name12"/>
            </dgm:choose>
            <dgm:layoutNode name="c1" styleLbl="node1">
              <dgm:alg type="sp"/>
              <dgm:shape xmlns:r="http://schemas.openxmlformats.org/officeDocument/2006/relationships" type="ellipse" r:blip="">
                <dgm:adjLst/>
              </dgm:shape>
              <dgm:presOf/>
            </dgm:layoutNode>
            <dgm:layoutNode name="c2" styleLbl="node1">
              <dgm:alg type="sp"/>
              <dgm:shape xmlns:r="http://schemas.openxmlformats.org/officeDocument/2006/relationships" type="ellipse" r:blip="">
                <dgm:adjLst/>
              </dgm:shape>
              <dgm:presOf/>
            </dgm:layoutNode>
            <dgm:layoutNode name="c3" styleLbl="node1">
              <dgm:alg type="sp"/>
              <dgm:shape xmlns:r="http://schemas.openxmlformats.org/officeDocument/2006/relationships" type="ellipse" r:blip="">
                <dgm:adjLst/>
              </dgm:shape>
              <dgm:presOf/>
            </dgm:layoutNode>
            <dgm:layoutNode name="c4" styleLbl="node1">
              <dgm:alg type="sp"/>
              <dgm:shape xmlns:r="http://schemas.openxmlformats.org/officeDocument/2006/relationships" type="ellipse" r:blip="">
                <dgm:adjLst/>
              </dgm:shape>
              <dgm:presOf/>
            </dgm:layoutNode>
            <dgm:layoutNode name="c5" styleLbl="node1">
              <dgm:alg type="sp"/>
              <dgm:shape xmlns:r="http://schemas.openxmlformats.org/officeDocument/2006/relationships" type="ellipse" r:blip="">
                <dgm:adjLst/>
              </dgm:shape>
              <dgm:presOf/>
            </dgm:layoutNode>
            <dgm:layoutNode name="c6" styleLbl="node1">
              <dgm:alg type="sp"/>
              <dgm:shape xmlns:r="http://schemas.openxmlformats.org/officeDocument/2006/relationships" type="ellipse" r:blip="">
                <dgm:adjLst/>
              </dgm:shape>
              <dgm:presOf/>
            </dgm:layoutNode>
            <dgm:layoutNode name="c7" styleLbl="node1">
              <dgm:alg type="sp"/>
              <dgm:shape xmlns:r="http://schemas.openxmlformats.org/officeDocument/2006/relationships" type="ellipse" r:blip="">
                <dgm:adjLst/>
              </dgm:shape>
              <dgm:presOf/>
            </dgm:layoutNode>
            <dgm:layoutNode name="c8" styleLbl="node1">
              <dgm:alg type="sp"/>
              <dgm:shape xmlns:r="http://schemas.openxmlformats.org/officeDocument/2006/relationships" type="ellipse" r:blip="">
                <dgm:adjLst/>
              </dgm:shape>
              <dgm:presOf/>
            </dgm:layoutNode>
            <dgm:layoutNode name="c9" styleLbl="node1">
              <dgm:alg type="sp"/>
              <dgm:shape xmlns:r="http://schemas.openxmlformats.org/officeDocument/2006/relationships" type="ellipse" r:blip="">
                <dgm:adjLst/>
              </dgm:shape>
              <dgm:presOf/>
            </dgm:layoutNode>
            <dgm:layoutNode name="c10" styleLbl="node1">
              <dgm:alg type="sp"/>
              <dgm:shape xmlns:r="http://schemas.openxmlformats.org/officeDocument/2006/relationships" type="ellipse" r:blip="">
                <dgm:adjLst/>
              </dgm:shape>
              <dgm:presOf/>
            </dgm:layoutNode>
            <dgm:layoutNode name="c11" styleLbl="node1">
              <dgm:alg type="sp"/>
              <dgm:shape xmlns:r="http://schemas.openxmlformats.org/officeDocument/2006/relationships" type="ellipse" r:blip="">
                <dgm:adjLst/>
              </dgm:shape>
              <dgm:presOf/>
            </dgm:layoutNode>
            <dgm:layoutNode name="c12" styleLbl="node1">
              <dgm:alg type="sp"/>
              <dgm:shape xmlns:r="http://schemas.openxmlformats.org/officeDocument/2006/relationships" type="ellipse" r:blip="">
                <dgm:adjLst/>
              </dgm:shape>
              <dgm:presOf/>
            </dgm:layoutNode>
            <dgm:layoutNode name="c13" styleLbl="node1">
              <dgm:alg type="sp"/>
              <dgm:shape xmlns:r="http://schemas.openxmlformats.org/officeDocument/2006/relationships" type="ellipse" r:blip="">
                <dgm:adjLst/>
              </dgm:shape>
              <dgm:presOf/>
            </dgm:layoutNode>
            <dgm:layoutNode name="c14" styleLbl="node1">
              <dgm:alg type="sp"/>
              <dgm:shape xmlns:r="http://schemas.openxmlformats.org/officeDocument/2006/relationships" type="ellipse" r:blip="">
                <dgm:adjLst/>
              </dgm:shape>
              <dgm:presOf/>
            </dgm:layoutNode>
            <dgm:layoutNode name="c15" styleLbl="node1">
              <dgm:alg type="sp"/>
              <dgm:shape xmlns:r="http://schemas.openxmlformats.org/officeDocument/2006/relationships" type="ellipse" r:blip="">
                <dgm:adjLst/>
              </dgm:shape>
              <dgm:presOf/>
            </dgm:layoutNode>
            <dgm:layoutNode name="c16" styleLbl="node1">
              <dgm:alg type="sp"/>
              <dgm:shape xmlns:r="http://schemas.openxmlformats.org/officeDocument/2006/relationships" type="ellipse" r:blip="">
                <dgm:adjLst/>
              </dgm:shape>
              <dgm:presOf/>
            </dgm:layoutNode>
            <dgm:layoutNode name="c17" styleLbl="node1">
              <dgm:alg type="sp"/>
              <dgm:shape xmlns:r="http://schemas.openxmlformats.org/officeDocument/2006/relationships" type="ellipse" r:blip="">
                <dgm:adjLst/>
              </dgm:shape>
              <dgm:presOf/>
            </dgm:layoutNode>
            <dgm:layoutNode name="c18" styleLbl="node1">
              <dgm:alg type="sp"/>
              <dgm:shape xmlns:r="http://schemas.openxmlformats.org/officeDocument/2006/relationships" type="ellipse" r:blip="">
                <dgm:adjLst/>
              </dgm:shape>
              <dgm:presOf/>
            </dgm:layoutNode>
          </dgm:layoutNode>
        </dgm:if>
        <dgm:if name="Name13" axis="self" ptType="node" func="revPos" op="equ" val="1">
          <dgm:layoutNode name="last">
            <dgm:alg type="composite"/>
            <dgm:shape xmlns:r="http://schemas.openxmlformats.org/officeDocument/2006/relationships" r:blip="">
              <dgm:adjLst/>
            </dgm:shape>
            <dgm:presOf/>
            <dgm:constrLst>
              <dgm:constr type="ctrX" for="ch" forName="circleTx" refType="w" fact="0.5"/>
              <dgm:constr type="t" for="ch" forName="circleTx" refType="w" fact="0.117"/>
              <dgm:constr type="w" for="ch" forName="circleTx" refType="h" refFor="ch" refForName="circleTx"/>
              <dgm:constr type="h" for="ch" forName="circleTx" refType="w" fact="0.85"/>
              <dgm:constr type="l" for="ch" forName="desTxN"/>
              <dgm:constr type="b" for="ch" forName="desTxN" refType="h"/>
              <dgm:constr type="w" for="ch" forName="desTxN" refType="w"/>
              <dgm:constr type="h" for="ch" forName="desTxN" refType="h" fact="0.37"/>
              <dgm:constr type="ctrX" for="ch" forName="spN" refType="w" fact="0.5"/>
              <dgm:constr type="t" for="ch" forName="spN"/>
              <dgm:constr type="w" for="ch" forName="spN" refType="w" fact="0.93"/>
              <dgm:constr type="h" for="ch" forName="spN" refType="h" fact="0.01"/>
            </dgm:constrLst>
            <dgm:layoutNode name="circleTx" styleLbl="node1">
              <dgm:alg type="tx"/>
              <dgm:shape xmlns:r="http://schemas.openxmlformats.org/officeDocument/2006/relationships" type="ellipse" r:blip="">
                <dgm:adjLst/>
              </dgm:shape>
              <dgm:presOf axis="self" ptType="node"/>
              <dgm:constrLst>
                <dgm:constr type="lMarg"/>
                <dgm:constr type="rMarg"/>
                <dgm:constr type="tMarg"/>
                <dgm:constr type="bMarg"/>
              </dgm:constrLst>
              <dgm:ruleLst>
                <dgm:rule type="primFontSz" val="5" fact="NaN" max="NaN"/>
              </dgm:ruleLst>
            </dgm:layoutNode>
            <dgm:choose name="Name14">
              <dgm:if name="Name15" axis="ch" ptType="node" func="cnt" op="gte" val="1">
                <dgm:layoutNode name="desTxN" styleLbl="revTx">
                  <dgm:varLst>
                    <dgm:bulletEnabled val="1"/>
                  </dgm:varLst>
                  <dgm:choose name="Name16">
                    <dgm:if name="Name17" axis="ch" ptType="node" func="cnt" op="equ" val="1">
                      <dgm:alg type="tx">
                        <dgm:param type="shpTxLTRAlignCh" val="l"/>
                      </dgm:alg>
                    </dgm:if>
                    <dgm:else name="Name18">
                      <dgm:alg type="tx">
                        <dgm:param type="shpTxLTRAlignCh" val="l"/>
                        <dgm:param type="stBulletLvl" val="1"/>
                      </dgm:alg>
                    </dgm:else>
                  </dgm:choose>
                  <dgm:shape xmlns:r="http://schemas.openxmlformats.org/officeDocument/2006/relationships" type="rect" r:blip="">
                    <dgm:adjLst/>
                  </dgm:shape>
                  <dgm:presOf axis="des"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if>
              <dgm:else name="Name19"/>
            </dgm:choose>
            <dgm:layoutNode name="spN">
              <dgm:alg type="sp"/>
              <dgm:shape xmlns:r="http://schemas.openxmlformats.org/officeDocument/2006/relationships" r:blip="">
                <dgm:adjLst/>
              </dgm:shape>
              <dgm:presOf/>
            </dgm:layoutNode>
          </dgm:layoutNode>
        </dgm:if>
        <dgm:else name="Name20">
          <dgm:layoutNode name="middle">
            <dgm:alg type="composite"/>
            <dgm:shape xmlns:r="http://schemas.openxmlformats.org/officeDocument/2006/relationships" r:blip="">
              <dgm:adjLst/>
            </dgm:shape>
            <dgm:presOf/>
            <dgm:constrLst>
              <dgm:constr type="l" for="ch" forName="parTxMid"/>
              <dgm:constr type="t" for="ch" forName="parTxMid" refType="w" fact="0.167"/>
              <dgm:constr type="w" for="ch" forName="parTxMid" refType="w"/>
              <dgm:constr type="h" for="ch" forName="parTxMid" refType="w" fact="0.7"/>
              <dgm:constr type="l" for="ch" forName="desTxMid"/>
              <dgm:constr type="b" for="ch" forName="desTxMid" refType="h"/>
              <dgm:constr type="w" for="ch" forName="desTxMid" refType="w"/>
              <dgm:constr type="h" for="ch" forName="desTxMid" refType="h" fact="0.37"/>
              <dgm:constr type="ctrX" for="ch" forName="spMid" refType="w" fact="0.5"/>
              <dgm:constr type="t" for="ch" forName="spMid"/>
              <dgm:constr type="w" for="ch" forName="spMid" refType="w" fact="0.01"/>
              <dgm:constr type="h" for="ch" forName="spMid" refType="h" fact="0.01"/>
            </dgm:constrLst>
            <dgm:layoutNode name="parTxMid" styleLbl="revTx">
              <dgm:alg type="tx"/>
              <dgm:shape xmlns:r="http://schemas.openxmlformats.org/officeDocument/2006/relationships" type="rect"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21">
              <dgm:if name="Name22" axis="ch" ptType="node" func="cnt" op="gte" val="1">
                <dgm:layoutNode name="desTxMid" styleLbl="revTx">
                  <dgm:varLst>
                    <dgm:bulletEnabled val="1"/>
                  </dgm:varLst>
                  <dgm:choose name="Name23">
                    <dgm:if name="Name24" axis="ch" ptType="node" func="cnt" op="equ" val="1">
                      <dgm:alg type="tx">
                        <dgm:param type="shpTxLTRAlignCh" val="l"/>
                      </dgm:alg>
                    </dgm:if>
                    <dgm:else name="Name25">
                      <dgm:alg type="tx">
                        <dgm:param type="shpTxLTRAlignCh" val="l"/>
                        <dgm:param type="stBulletLvl" val="1"/>
                      </dgm:alg>
                    </dgm:else>
                  </dgm:choose>
                  <dgm:shape xmlns:r="http://schemas.openxmlformats.org/officeDocument/2006/relationships" type="rect" r:blip="">
                    <dgm:adjLst/>
                  </dgm:shape>
                  <dgm:presOf axis="des"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if>
              <dgm:else name="Name26"/>
            </dgm:choose>
            <dgm:layoutNode name="spMid">
              <dgm:alg type="sp"/>
              <dgm:shape xmlns:r="http://schemas.openxmlformats.org/officeDocument/2006/relationships" r:blip="">
                <dgm:adjLst/>
              </dgm:shape>
              <dgm:presOf/>
            </dgm:layoutNode>
          </dgm:layoutNode>
        </dgm:else>
      </dgm:choose>
      <dgm:forEach name="Name27" axis="followSib" ptType="sibTrans" cnt="1">
        <dgm:layoutNode name="chevronComposite1" styleLbl="alignImgPlace1">
          <dgm:alg type="composite"/>
          <dgm:shape xmlns:r="http://schemas.openxmlformats.org/officeDocument/2006/relationships" r:blip="">
            <dgm:adjLst/>
          </dgm:shape>
          <dgm:presOf/>
          <dgm:constrLst>
            <dgm:constr type="l" for="ch" forName="chevron1"/>
            <dgm:constr type="t" for="ch" forName="chevron1" refType="h" fact="0.1923"/>
            <dgm:constr type="w" for="ch" forName="chevron1" refType="w"/>
            <dgm:constr type="b" for="ch" forName="chevron1" refType="h"/>
            <dgm:constr type="l" for="ch" forName="spChevron1"/>
            <dgm:constr type="t" for="ch" forName="spChevron1"/>
            <dgm:constr type="w" for="ch" forName="spChevron1" refType="w" fact="0.01"/>
            <dgm:constr type="h" for="ch" forName="spChevron1" refType="h" fact="0.01"/>
          </dgm:constrLst>
          <dgm:layoutNode name="chevron1">
            <dgm:alg type="sp"/>
            <dgm:choose name="Name28">
              <dgm:if name="Name29" func="var" arg="dir" op="equ" val="norm">
                <dgm:shape xmlns:r="http://schemas.openxmlformats.org/officeDocument/2006/relationships" type="chevron" r:blip="">
                  <dgm:adjLst>
                    <dgm:adj idx="1" val="0.6231"/>
                  </dgm:adjLst>
                </dgm:shape>
              </dgm:if>
              <dgm:else name="Name30">
                <dgm:shape xmlns:r="http://schemas.openxmlformats.org/officeDocument/2006/relationships" rot="180" type="chevron" r:blip="">
                  <dgm:adjLst>
                    <dgm:adj idx="1" val="0.6231"/>
                  </dgm:adjLst>
                </dgm:shape>
              </dgm:else>
            </dgm:choose>
            <dgm:presOf/>
          </dgm:layoutNode>
          <dgm:layoutNode name="spChevron1">
            <dgm:alg type="sp"/>
            <dgm:shape xmlns:r="http://schemas.openxmlformats.org/officeDocument/2006/relationships" r:blip="">
              <dgm:adjLst/>
            </dgm:shape>
            <dgm:presOf/>
          </dgm:layoutNode>
        </dgm:layoutNode>
        <dgm:choose name="Name31">
          <dgm:if name="Name32" axis="root ch" ptType="all node" func="cnt" op="equ" val="2">
            <dgm:layoutNode name="overlap">
              <dgm:alg type="sp"/>
              <dgm:shape xmlns:r="http://schemas.openxmlformats.org/officeDocument/2006/relationships" r:blip="">
                <dgm:adjLst/>
              </dgm:shape>
              <dgm:presOf/>
            </dgm:layoutNode>
            <dgm:layoutNode name="chevronComposite2" styleLbl="alignImgPlace1">
              <dgm:alg type="composite"/>
              <dgm:shape xmlns:r="http://schemas.openxmlformats.org/officeDocument/2006/relationships" r:blip="">
                <dgm:adjLst/>
              </dgm:shape>
              <dgm:presOf/>
              <dgm:constrLst>
                <dgm:constr type="l" for="ch" forName="chevron2"/>
                <dgm:constr type="t" for="ch" forName="chevron2" refType="h" fact="0.1923"/>
                <dgm:constr type="w" for="ch" forName="chevron2" refType="w"/>
                <dgm:constr type="b" for="ch" forName="chevron2" refType="h"/>
                <dgm:constr type="l" for="ch" forName="spChevron2"/>
                <dgm:constr type="t" for="ch" forName="spChevron2"/>
                <dgm:constr type="w" for="ch" forName="spChevron2" refType="w" fact="0.01"/>
                <dgm:constr type="h" for="ch" forName="spChevron2" refType="h" fact="0.01"/>
              </dgm:constrLst>
              <dgm:layoutNode name="chevron2">
                <dgm:alg type="sp"/>
                <dgm:choose name="Name33">
                  <dgm:if name="Name34" func="var" arg="dir" op="equ" val="norm">
                    <dgm:shape xmlns:r="http://schemas.openxmlformats.org/officeDocument/2006/relationships" type="chevron" r:blip="">
                      <dgm:adjLst>
                        <dgm:adj idx="1" val="0.6231"/>
                      </dgm:adjLst>
                    </dgm:shape>
                  </dgm:if>
                  <dgm:else name="Name35">
                    <dgm:shape xmlns:r="http://schemas.openxmlformats.org/officeDocument/2006/relationships" rot="180" type="chevron" r:blip="">
                      <dgm:adjLst>
                        <dgm:adj idx="1" val="0.6231"/>
                      </dgm:adjLst>
                    </dgm:shape>
                  </dgm:else>
                </dgm:choose>
                <dgm:presOf/>
              </dgm:layoutNode>
              <dgm:layoutNode name="spChevron2">
                <dgm:alg type="sp"/>
                <dgm:shape xmlns:r="http://schemas.openxmlformats.org/officeDocument/2006/relationships" r:blip="">
                  <dgm:adjLst/>
                </dgm:shape>
                <dgm:presOf/>
              </dgm:layoutNode>
            </dgm:layoutNode>
          </dgm:if>
          <dgm:else name="Name36"/>
        </dgm:choose>
      </dgm:forEach>
    </dgm:forEach>
  </dgm:layoutNode>
</dgm:layoutDef>
</file>

<file path=ppt/diagrams/layout67.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68.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69.xml><?xml version="1.0" encoding="utf-8"?>
<dgm:layoutDef xmlns:dgm="http://schemas.openxmlformats.org/drawingml/2006/diagram" xmlns:a="http://schemas.openxmlformats.org/drawingml/2006/main" uniqueId="urn:microsoft.com/office/officeart/2005/8/layout/lProcess1">
  <dgm:title val=""/>
  <dgm:desc val=""/>
  <dgm:catLst>
    <dgm:cat type="process" pri="1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0" destId="2" srcOrd="0" destOrd="0"/>
        <dgm:cxn modelId="6" srcId="1" destId="3" srcOrd="1" destOrd="0"/>
        <dgm:cxn modelId="23" srcId="2" destId="21" srcOrd="0" destOrd="0"/>
        <dgm:cxn modelId="24" srcId="2" destId="22" srcOrd="1" destOrd="0"/>
        <dgm:cxn modelId="33" srcId="1" destId="31" srcOrd="0" destOrd="0"/>
      </dgm:cxnLst>
      <dgm:bg/>
      <dgm:whole/>
    </dgm:dataModel>
  </dgm:sampData>
  <dgm:styleData>
    <dgm:dataModel>
      <dgm:ptLst>
        <dgm:pt modelId="0" type="doc"/>
        <dgm:pt modelId="1"/>
        <dgm:pt modelId="11"/>
        <dgm:pt modelId="2"/>
        <dgm:pt modelId="22"/>
      </dgm:ptLst>
      <dgm:cxnLst>
        <dgm:cxn modelId="3" srcId="0" destId="1" srcOrd="0" destOrd="0"/>
        <dgm:cxn modelId="4" srcId="0" destId="2" srcOrd="0" destOrd="0"/>
        <dgm:cxn modelId="5" srcId="1" destId="11" srcOrd="0" destOrd="0"/>
        <dgm:cxn modelId="6" srcId="2" destId="2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vertAlign" val="mid"/>
          <dgm:param type="nodeHorzAlign" val="l"/>
          <dgm:param type="nodeVertAlign" val="t"/>
          <dgm:param type="fallback" val="2D"/>
        </dgm:alg>
      </dgm:if>
      <dgm:else name="Name3">
        <dgm:alg type="lin">
          <dgm:param type="linDir" val="fromR"/>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h" for="des" forName="header" refType="h"/>
      <dgm:constr type="w" for="des" forName="header" refType="h" refFor="des" refForName="header" op="equ" fact="4"/>
      <dgm:constr type="h" for="des" forName="child" refType="h" refFor="des" refForName="header" op="equ"/>
      <dgm:constr type="w" for="des" forName="child" refType="w" refFor="des" refForName="header" op="equ"/>
      <dgm:constr type="w" for="ch" forName="hSp" refType="w" refFor="des" refForName="header" op="equ" fact="0.14"/>
      <dgm:constr type="h" for="des" forName="parTrans" refType="h" refFor="des" refForName="header" op="equ" fact="0.35"/>
      <dgm:constr type="h" for="des" forName="sibTrans" refType="h" refFor="des" refForName="parTrans" op="equ"/>
      <dgm:constr type="primFontSz" for="des" forName="child" op="equ" val="65"/>
      <dgm:constr type="primFontSz" for="des" forName="header" op="equ" val="65"/>
    </dgm:constrLst>
    <dgm:ruleLst/>
    <dgm:forEach name="Name4" axis="ch" ptType="node">
      <dgm:layoutNode name="vertFlow">
        <dgm:choose name="Name5">
          <dgm:if name="Name6" func="var" arg="dir" op="equ" val="norm">
            <dgm:alg type="lin">
              <dgm:param type="linDir" val="fromT"/>
              <dgm:param type="nodeHorzAlign" val="ctr"/>
              <dgm:param type="nodeVertAlign" val="t"/>
              <dgm:param type="fallback" val="2D"/>
            </dgm:alg>
          </dgm:if>
          <dgm:else name="Name7">
            <dgm:alg type="lin">
              <dgm:param type="linDir" val="fromT"/>
              <dgm:param type="nodeHorzAlign" val="ctr"/>
              <dgm:param type="nodeVertAlign" val="t"/>
              <dgm:param type="fallback" val="2D"/>
            </dgm:alg>
          </dgm:else>
        </dgm:choose>
        <dgm:shape xmlns:r="http://schemas.openxmlformats.org/officeDocument/2006/relationships" r:blip="">
          <dgm:adjLst/>
        </dgm:shape>
        <dgm:presOf/>
        <dgm:constrLst/>
        <dgm:ruleLst/>
        <dgm:layoutNode name="header" styleLbl="node1">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8" axis="ch" ptType="parTrans" cnt="1">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connDist" fact="0.25"/>
              <dgm:constr type="endPad" refType="connDist" fact="0.25"/>
            </dgm:constrLst>
            <dgm:ruleLst/>
          </dgm:layoutNode>
        </dgm:forEach>
        <dgm:forEach name="Name9" axis="ch" ptType="node">
          <dgm:layoutNode name="child" styleLbl="alignAccFollowNode1">
            <dgm:varLst>
              <dgm:chMax val="0"/>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0" axis="followSib" ptType="sibTrans" cnt="1">
            <dgm:layoutNode name="sib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w" fact="0.25"/>
                <dgm:constr type="endPad" refType="w" fact="0.25"/>
              </dgm:constrLst>
              <dgm:ruleLst/>
            </dgm:layoutNode>
          </dgm:forEach>
        </dgm:forEach>
      </dgm:layoutNode>
      <dgm:choose name="Name11">
        <dgm:if name="Name12" axis="self" ptType="node" func="revPos" op="gte" val="2">
          <dgm:layoutNode name="hSp">
            <dgm:alg type="sp"/>
            <dgm:shape xmlns:r="http://schemas.openxmlformats.org/officeDocument/2006/relationships" r:blip="">
              <dgm:adjLst/>
            </dgm:shape>
            <dgm:presOf/>
            <dgm:constrLst/>
            <dgm:ruleLst/>
          </dgm:layoutNode>
        </dgm:if>
        <dgm:else name="Name13"/>
      </dgm:choose>
    </dgm:forEach>
  </dgm:layoutNode>
</dgm:layoutDef>
</file>

<file path=ppt/diagrams/layout70.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71.xml><?xml version="1.0" encoding="utf-8"?>
<dgm:layoutDef xmlns:dgm="http://schemas.openxmlformats.org/drawingml/2006/diagram" xmlns:a="http://schemas.openxmlformats.org/drawingml/2006/main" uniqueId="urn:microsoft.com/office/officeart/2009/layout/CircleArrowProcess">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layout72.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73.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74.xml><?xml version="1.0" encoding="utf-8"?>
<dgm:layoutDef xmlns:dgm="http://schemas.openxmlformats.org/drawingml/2006/diagram" xmlns:a="http://schemas.openxmlformats.org/drawingml/2006/main" uniqueId="urn:microsoft.com/office/officeart/2005/8/layout/bProcess4">
  <dgm:title val=""/>
  <dgm:desc val=""/>
  <dgm:catLst>
    <dgm:cat type="process" pri="19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dgm:varLst>
    <dgm:choose name="Name1">
      <dgm:if name="Name2" func="var" arg="dir" op="equ" val="norm">
        <dgm:alg type="snake">
          <dgm:param type="grDir" val="tL"/>
          <dgm:param type="flowDir" val="col"/>
          <dgm:param type="contDir" val="revDir"/>
          <dgm:param type="bkpt" val="bal"/>
        </dgm:alg>
      </dgm:if>
      <dgm:else name="Name3">
        <dgm:alg type="snake">
          <dgm:param type="grDir" val="tR"/>
          <dgm:param type="flowDir" val="col"/>
          <dgm:param type="contDir" val="revDir"/>
          <dgm:param type="bkpt" val="bal"/>
        </dgm:alg>
      </dgm:else>
    </dgm:choose>
    <dgm:shape xmlns:r="http://schemas.openxmlformats.org/officeDocument/2006/relationships" r:blip="">
      <dgm:adjLst/>
    </dgm:shape>
    <dgm:presOf/>
    <dgm:constrLst>
      <dgm:constr type="w" for="ch" forName="compNode" refType="w"/>
      <dgm:constr type="h" for="ch" forName="compNode" refType="w" fact="0.6"/>
      <dgm:constr type="h" for="ch" forName="sibTrans" refType="h" refFor="ch" refForName="compNode" op="equ" fact="0.25"/>
      <dgm:constr type="sp" refType="w" fact="0.33"/>
      <dgm:constr type="primFontSz" for="des" forName="node" op="equ" val="65"/>
    </dgm:constrLst>
    <dgm:ruleLst/>
    <dgm:forEach name="nodesForEach" axis="ch" ptType="node">
      <dgm:layoutNode name="compNode">
        <dgm:alg type="composite"/>
        <dgm:shape xmlns:r="http://schemas.openxmlformats.org/officeDocument/2006/relationships" r:blip="">
          <dgm:adjLst/>
        </dgm:shape>
        <dgm:presOf/>
        <dgm:choose name="Name4">
          <dgm:if name="Name5" axis="self" func="var" arg="dir" op="equ" val="norm">
            <dgm:constrLst>
              <dgm:constr type="l" for="ch" forName="dummyConnPt" refType="w" fact="0.2"/>
              <dgm:constr type="t" for="ch" forName="dummyConnPt" refType="w" fact="0.145"/>
              <dgm:constr type="l" for="ch" forName="node"/>
              <dgm:constr type="t" for="ch" forName="node"/>
              <dgm:constr type="h" for="ch" forName="node" refType="h"/>
              <dgm:constr type="w" for="ch" forName="node" refType="w"/>
            </dgm:constrLst>
          </dgm:if>
          <dgm:else name="Name6">
            <dgm:constrLst>
              <dgm:constr type="l" for="ch" forName="dummyConnPt" refType="w" fact="0.8"/>
              <dgm:constr type="t" for="ch" forName="dummyConnPt" refType="w" fact="0.145"/>
              <dgm:constr type="l" for="ch" forName="node"/>
              <dgm:constr type="t" for="ch" forName="node"/>
              <dgm:constr type="h" for="ch" forName="node" refType="h"/>
              <dgm:constr type="w" for="ch" forName="node" refType="w"/>
            </dgm:constrLst>
          </dgm:else>
        </dgm:choose>
        <dgm:ruleLst/>
        <dgm:layoutNode name="dummyConnPt" styleLbl="node1" moveWith="node">
          <dgm:alg type="sp"/>
          <dgm:shape xmlns:r="http://schemas.openxmlformats.org/officeDocument/2006/relationships" r:blip="">
            <dgm:adjLst/>
          </dgm:shape>
          <dgm:presOf/>
          <dgm:constrLst>
            <dgm:constr type="w" val="1"/>
            <dgm:constr type="h" val="1"/>
          </dgm:constrLst>
          <dgm:ruleLst/>
        </dgm:layout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 type="primFontSz" val="65"/>
          </dgm:constrLst>
          <dgm:ruleLst>
            <dgm:rule type="primFontSz" val="5" fact="NaN" max="NaN"/>
          </dgm:ruleLst>
        </dgm:layoutNode>
      </dgm:layoutNode>
      <dgm:forEach name="sibTransForEach" axis="followSib" cnt="1">
        <dgm:layoutNode name="sibTrans" styleLbl="bgSibTrans2D1">
          <dgm:choose name="Name7">
            <dgm:if name="Name8" axis="self" func="var" arg="dir" op="equ" val="norm">
              <dgm:alg type="conn">
                <dgm:param type="srcNode" val="dummyConnPt"/>
                <dgm:param type="dstNode" val="dummyConnPt"/>
                <dgm:param type="begPts" val="bCtr, midR, tCtr"/>
                <dgm:param type="endPts" val="tCtr, midL, bCtr"/>
                <dgm:param type="begSty" val="noArr"/>
                <dgm:param type="endSty" val="noArr"/>
              </dgm:alg>
            </dgm:if>
            <dgm:else name="Name9">
              <dgm:alg type="conn">
                <dgm:param type="srcNode" val="dummyConnPt"/>
                <dgm:param type="dstNode" val="dummyConnPt"/>
                <dgm:param type="begPts" val="bCtr, midL, tCtr"/>
                <dgm:param type="endPts" val="tCtr, midR, bCtr"/>
                <dgm:param type="begSty" val="noArr"/>
                <dgm:param type="endSty" val="noArr"/>
              </dgm:alg>
            </dgm:else>
          </dgm:choose>
          <dgm:shape xmlns:r="http://schemas.openxmlformats.org/officeDocument/2006/relationships" type="conn" r:blip="" zOrderOff="-2">
            <dgm:adjLst/>
          </dgm:shape>
          <dgm:presOf axis="self"/>
          <dgm:constrLst>
            <dgm:constr type="begPad"/>
            <dgm:constr type="endPad"/>
          </dgm:constrLst>
          <dgm:ruleLst/>
        </dgm:layoutNode>
      </dgm:forEach>
    </dgm:forEach>
  </dgm:layoutNode>
</dgm:layoutDef>
</file>

<file path=ppt/diagrams/layout75.xml><?xml version="1.0" encoding="utf-8"?>
<dgm:layoutDef xmlns:dgm="http://schemas.openxmlformats.org/drawingml/2006/diagram" xmlns:a="http://schemas.openxmlformats.org/drawingml/2006/main" uniqueId="urn:microsoft.com/office/officeart/2005/8/layout/hProcess7">
  <dgm:title val=""/>
  <dgm:desc val=""/>
  <dgm:catLst>
    <dgm:cat type="process" pri="21000"/>
    <dgm:cat type="list" pri="9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h" for="ch" forName="compositeNode" refType="h"/>
      <dgm:constr type="w" for="ch" forName="compositeNode" refType="w"/>
      <dgm:constr type="w" for="ch" forName="hSp" refType="w" refFor="ch" refForName="compositeNode" fact="-0.035"/>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parentNode" op="equ"/>
      <dgm:constr type="primFontSz" for="des" forName="childNode" op="equ"/>
    </dgm:constrLst>
    <dgm:ruleLst/>
    <dgm:forEach name="Name4" axis="ch" ptType="node">
      <dgm:layoutNode name="compositeNode">
        <dgm:varLst>
          <dgm:bulletEnabled val="1"/>
        </dgm:varLst>
        <dgm:alg type="composite"/>
        <dgm:choose name="Name5">
          <dgm:if name="Name6" func="var" arg="dir" op="equ" val="norm">
            <dgm:constrLst>
              <dgm:constr type="h" refType="w" op="lte" fact="1.2"/>
              <dgm:constr type="w" for="ch" forName="bgRect" refType="w"/>
              <dgm:constr type="h" for="ch" forName="bgRect" refType="h"/>
              <dgm:constr type="t" for="ch" forName="bgRect"/>
              <dgm:constr type="l" for="ch" forName="bgRect"/>
              <dgm:constr type="w" for="ch" forName="parentNode" refType="w" refFor="ch" refForName="bgRect" fact="0.2"/>
              <dgm:constr type="h" for="ch" forName="parentNode" refType="h" fact="0.82"/>
              <dgm:constr type="t" for="ch" forName="parentNode"/>
              <dgm:constr type="l" for="ch" forName="parentNode"/>
              <dgm:constr type="r" for="ch" forName="childNode" refType="r" refFor="ch" refForName="bgRect" fact="0.945"/>
              <dgm:constr type="h" for="ch" forName="childNode" refType="h" refFor="ch" refForName="bgRect" op="equ"/>
              <dgm:constr type="t" for="ch" forName="childNode"/>
              <dgm:constr type="l" for="ch" forName="childNode" refType="r" refFor="ch" refForName="parentNode"/>
            </dgm:constrLst>
          </dgm:if>
          <dgm:else name="Name7">
            <dgm:constrLst>
              <dgm:constr type="h" refType="w" op="lte" fact="1.2"/>
              <dgm:constr type="w" for="ch" forName="bgRect" refType="w"/>
              <dgm:constr type="h" for="ch" forName="bgRect" refType="h"/>
              <dgm:constr type="t" for="ch" forName="bgRect"/>
              <dgm:constr type="r" for="ch" forName="bgRect" refType="w"/>
              <dgm:constr type="w" for="ch" forName="parentNode" refType="w" refFor="ch" refForName="bgRect" fact="0.2"/>
              <dgm:constr type="h" for="ch" forName="parentNode" refType="h" fact="0.82"/>
              <dgm:constr type="t" for="ch" forName="parentNode"/>
              <dgm:constr type="r" for="ch" forName="parentNode" refType="w"/>
              <dgm:constr type="h" for="ch" forName="childNode" refType="h" refFor="ch" refForName="bgRect"/>
              <dgm:constr type="t" for="ch" forName="childNode"/>
              <dgm:constr type="r" for="ch" forName="childNode" refType="l" refFor="ch" refForName="parentNode"/>
              <dgm:constr type="l" for="ch" forName="childNode" refType="w" refFor="ch" refForName="bgRect" fact="0.055"/>
            </dgm:constrLst>
          </dgm:else>
        </dgm:choose>
        <dgm:ruleLst>
          <dgm:rule type="w" for="ch" forName="childNode" val="NaN" fact="NaN" max="30"/>
        </dgm:ruleLst>
        <dgm:layoutNode name="bgRect" styleLbl="node1">
          <dgm:alg type="sp"/>
          <dgm:shape xmlns:r="http://schemas.openxmlformats.org/officeDocument/2006/relationships" type="roundRect" r:blip="" zOrderOff="-1">
            <dgm:adjLst>
              <dgm:adj idx="1" val="0.05"/>
            </dgm:adjLst>
          </dgm:shape>
          <dgm:presOf axis="self"/>
          <dgm:constrLst/>
          <dgm:ruleLst/>
        </dgm:layoutNode>
        <dgm:layoutNode name="parentNode" styleLbl="node1">
          <dgm:varLst>
            <dgm:chMax val="0"/>
            <dgm:bulletEnabled val="1"/>
          </dgm:varLst>
          <dgm:presOf axis="self"/>
          <dgm:choose name="Name8">
            <dgm:if name="Name9" func="var" arg="dir" op="equ" val="norm">
              <dgm:alg type="tx">
                <dgm:param type="autoTxRot" val="grav"/>
                <dgm:param type="txAnchorVert" val="t"/>
                <dgm:param type="parTxLTRAlign" val="r"/>
                <dgm:param type="parTxRTLAlign" val="r"/>
              </dgm:alg>
              <dgm:shape xmlns:r="http://schemas.openxmlformats.org/officeDocument/2006/relationships" rot="270" type="rect" r:blip="" hideGeom="1">
                <dgm:adjLst/>
              </dgm:shape>
              <dgm:constrLst>
                <dgm:constr type="primFontSz" val="65"/>
                <dgm:constr type="lMarg"/>
                <dgm:constr type="rMarg" refType="primFontSz" fact="0.35"/>
                <dgm:constr type="tMarg" refType="primFontSz" fact="0.27"/>
                <dgm:constr type="bMarg"/>
              </dgm:constrLst>
            </dgm:if>
            <dgm:else name="Name10">
              <dgm:alg type="tx">
                <dgm:param type="autoTxRot" val="grav"/>
                <dgm:param type="txAnchorVert" val="t"/>
                <dgm:param type="parTxLTRAlign" val="l"/>
                <dgm:param type="parTxRTLAlign" val="l"/>
              </dgm:alg>
              <dgm:shape xmlns:r="http://schemas.openxmlformats.org/officeDocument/2006/relationships" rot="90" type="rect" r:blip="" hideGeom="1">
                <dgm:adjLst/>
              </dgm:shape>
              <dgm:constrLst>
                <dgm:constr type="primFontSz" val="65"/>
                <dgm:constr type="lMarg" refType="primFontSz" fact="0.35"/>
                <dgm:constr type="rMarg"/>
                <dgm:constr type="tMarg" refType="primFontSz" fact="0.27"/>
                <dgm:constr type="bMarg"/>
              </dgm:constrLst>
            </dgm:else>
          </dgm:choose>
          <dgm:ruleLst>
            <dgm:rule type="primFontSz" val="5" fact="NaN" max="NaN"/>
          </dgm:ruleLst>
        </dgm:layoutNode>
        <dgm:choose name="Name11">
          <dgm:if name="Name12" axis="ch" ptType="node" func="cnt" op="gte" val="1">
            <dgm:layoutNode name="childNode" styleLbl="node1" moveWith="bgRect">
              <dgm:varLst>
                <dgm:bulletEnabled val="1"/>
              </dgm:varLst>
              <dgm:alg type="tx">
                <dgm:param type="parTxLTRAlign" val="l"/>
                <dgm:param type="parTxRTLAlign" val="r"/>
                <dgm:param type="txAnchorVert" val="t"/>
              </dgm:alg>
              <dgm:shape xmlns:r="http://schemas.openxmlformats.org/officeDocument/2006/relationships" type="rect" r:blip="" hideGeom="1">
                <dgm:adjLst/>
              </dgm:shape>
              <dgm:presOf axis="des" ptType="node"/>
              <dgm:constrLst>
                <dgm:constr type="primFontSz" val="65"/>
                <dgm:constr type="lMarg"/>
                <dgm:constr type="bMarg"/>
                <dgm:constr type="tMarg" refType="primFontSz" fact="0.27"/>
                <dgm:constr type="rMarg"/>
              </dgm:constrLst>
              <dgm:ruleLst>
                <dgm:rule type="primFontSz" val="5" fact="NaN" max="NaN"/>
              </dgm:ruleLst>
            </dgm:layoutNode>
          </dgm:if>
          <dgm:else name="Name13"/>
        </dgm:choose>
      </dgm:layoutNode>
      <dgm:forEach name="Name14" axis="followSib" ptType="sibTrans" cnt="1">
        <dgm:layoutNode name="hSp">
          <dgm:alg type="sp"/>
          <dgm:shape xmlns:r="http://schemas.openxmlformats.org/officeDocument/2006/relationships" r:blip="">
            <dgm:adjLst/>
          </dgm:shape>
          <dgm:presOf/>
          <dgm:constrLst/>
          <dgm:ruleLst/>
        </dgm:layoutNode>
        <dgm:layoutNode name="vProcSp" moveWith="bgRect">
          <dgm:alg type="lin">
            <dgm:param type="linDir" val="fromT"/>
          </dgm:alg>
          <dgm:shape xmlns:r="http://schemas.openxmlformats.org/officeDocument/2006/relationships" r:blip="">
            <dgm:adjLst/>
          </dgm:shape>
          <dgm:presOf/>
          <dgm:constrLst>
            <dgm:constr type="w" for="ch" forName="vSp1" refType="w"/>
            <dgm:constr type="w" for="ch" forName="simulatedConn" refType="w"/>
            <dgm:constr type="w" for="ch" forName="vSp2" refType="w"/>
          </dgm:constrLst>
          <dgm:ruleLst/>
          <dgm:layoutNode name="vSp1">
            <dgm:alg type="sp"/>
            <dgm:shape xmlns:r="http://schemas.openxmlformats.org/officeDocument/2006/relationships" r:blip="">
              <dgm:adjLst/>
            </dgm:shape>
            <dgm:presOf/>
            <dgm:constrLst/>
            <dgm:ruleLst/>
          </dgm:layoutNode>
          <dgm:layoutNode name="simulatedConn" styleLbl="solidFgAcc1">
            <dgm:alg type="sp"/>
            <dgm:choose name="Name15">
              <dgm:if name="Name16" func="var" arg="dir" op="equ" val="norm">
                <dgm:shape xmlns:r="http://schemas.openxmlformats.org/officeDocument/2006/relationships" rot="90" type="flowChartExtract" r:blip="">
                  <dgm:adjLst/>
                </dgm:shape>
              </dgm:if>
              <dgm:else name="Name17">
                <dgm:shape xmlns:r="http://schemas.openxmlformats.org/officeDocument/2006/relationships" rot="-90" type="flowChartExtract" r:blip="">
                  <dgm:adjLst/>
                </dgm:shape>
              </dgm:else>
            </dgm:choose>
            <dgm:presOf/>
            <dgm:constrLst/>
            <dgm:ruleLst/>
          </dgm:layoutNode>
          <dgm:layoutNode name="vSp2">
            <dgm:alg type="sp"/>
            <dgm:shape xmlns:r="http://schemas.openxmlformats.org/officeDocument/2006/relationships" r:blip="">
              <dgm:adjLst/>
            </dgm:shape>
            <dgm:presOf/>
            <dgm:constrLst/>
            <dgm:ruleLst/>
          </dgm:layoutNode>
        </dgm:layoutNode>
        <dgm:layoutNode name="sibTrans">
          <dgm:alg type="sp"/>
          <dgm:shape xmlns:r="http://schemas.openxmlformats.org/officeDocument/2006/relationships" r:blip="">
            <dgm:adjLst/>
          </dgm:shape>
          <dgm:presOf/>
          <dgm:constrLst/>
          <dgm:ruleLst/>
        </dgm:layoutNode>
      </dgm:forEach>
    </dgm:forEach>
  </dgm:layoutNode>
</dgm:layoutDef>
</file>

<file path=ppt/diagrams/layout76.xml><?xml version="1.0" encoding="utf-8"?>
<dgm:layoutDef xmlns:dgm="http://schemas.openxmlformats.org/drawingml/2006/diagram" xmlns:a="http://schemas.openxmlformats.org/drawingml/2006/main" uniqueId="urn:microsoft.com/office/officeart/2008/layout/AscendingPictureAccentProcess">
  <dgm:title val=""/>
  <dgm:desc val=""/>
  <dgm:catLst>
    <dgm:cat type="process" pri="22500"/>
    <dgm:cat type="picture" pri="16000"/>
    <dgm:cat type="pictureconvert" pri="16000"/>
  </dgm:catLst>
  <dgm:samp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shape xmlns:r="http://schemas.openxmlformats.org/officeDocument/2006/relationships" r:blip="">
      <dgm:adjLst/>
    </dgm:shape>
    <dgm:choose name="Name1">
      <dgm:if name="Name2" axis="ch" ptType="node" func="cnt" op="equ" val="1">
        <dgm:choose name="Name3">
          <dgm:if name="Name4" func="var" arg="dir" op="equ" val="norm">
            <dgm:choose name="Name5">
              <dgm:if name="Name6" axis="des" func="maxDepth" op="gt" val="1">
                <dgm:alg type="composite">
                  <dgm:param type="ar" val="2.7"/>
                </dgm:alg>
                <dgm:constrLst>
                  <dgm:constr type="primFontSz" for="ch" forName="parTx1" op="equ" val="65"/>
                  <dgm:constr type="primFontSz" for="ch" forName="desTx1" op="equ" val="65"/>
                  <dgm:constr type="userD" refType="w" fact="0.0247"/>
                  <dgm:constr type="l" for="ch" forName="parTx1" refType="w" fact="0.2711"/>
                  <dgm:constr type="t" for="ch" forName="parTx1" refType="h" fact="0.9603"/>
                  <dgm:constr type="w" for="ch" forName="parTx1" refType="w" fact="0.5325"/>
                  <dgm:constr type="h" for="ch" forName="parTx1" refType="h" fact="0.3856"/>
                  <dgm:constr type="ctrX" for="ch" forName="picture1" refType="w" fact="0.2469"/>
                  <dgm:constr type="ctrY" for="ch" forName="picture1" refType="h" fact="0.9"/>
                  <dgm:constr type="w" for="ch" forName="picture1" refType="w" fact="0.2469"/>
                  <dgm:constr type="h" for="ch" forName="picture1" refType="h" fact="0.6667"/>
                  <dgm:constr type="l" for="ch" forName="desTx1" refType="r" refFor="ch" refForName="parTx1"/>
                  <dgm:constr type="r" for="ch" forName="desTx1" refType="w"/>
                  <dgm:constr type="t" for="ch" forName="desTx1" refType="t" refFor="ch" refForName="parTx1"/>
                  <dgm:constr type="h" for="ch" forName="desTx1" refType="h" refFor="ch" refForName="parTx1"/>
                </dgm:constrLst>
              </dgm:if>
              <dgm:else name="Name7">
                <dgm:alg type="composite">
                  <dgm:param type="ar" val="2"/>
                </dgm:alg>
                <dgm:constrLst>
                  <dgm:constr type="primFontSz" for="ch" forName="parTx1" op="equ" val="65"/>
                  <dgm:constr type="userD" refType="w" fact="0.0333"/>
                  <dgm:constr type="l" for="ch" forName="parTx1" refType="w" fact="0.366"/>
                  <dgm:constr type="t" for="ch" forName="parTx1" refType="h" fact="0.7113"/>
                  <dgm:constr type="w" for="ch" forName="parTx1" refType="w" fact="0.7189"/>
                  <dgm:constr type="h" for="ch" forName="parTx1" refType="h" fact="0.3856"/>
                  <dgm:constr type="ctrX" for="ch" forName="picture1" refType="w" fact="0.3333"/>
                  <dgm:constr type="ctrY" for="ch" forName="picture1" refType="h" fact="0.6667"/>
                  <dgm:constr type="w" for="ch" forName="picture1" refType="w" fact="0.3333"/>
                  <dgm:constr type="h" for="ch" forName="picture1" refType="h" fact="0.6667"/>
                </dgm:constrLst>
              </dgm:else>
            </dgm:choose>
          </dgm:if>
          <dgm:else name="Name8">
            <dgm:choose name="Name9">
              <dgm:if name="Name10" axis="des" func="maxDepth" op="gt" val="1">
                <dgm:alg type="composite">
                  <dgm:param type="ar" val="2.7"/>
                </dgm:alg>
                <dgm:constrLst>
                  <dgm:constr type="primFontSz" for="ch" forName="parTx1" op="equ" val="65"/>
                  <dgm:constr type="primFontSz" for="ch" forName="desTx1" op="equ" val="65"/>
                  <dgm:constr type="userD" refType="w" fact="0.0247"/>
                  <dgm:constr type="r" for="ch" forName="parTx1" refType="w" fact="0.7289"/>
                  <dgm:constr type="t" for="ch" forName="parTx1" refType="h" fact="0.9603"/>
                  <dgm:constr type="w" for="ch" forName="parTx1" refType="w" fact="0.5325"/>
                  <dgm:constr type="h" for="ch" forName="parTx1" refType="h" fact="0.3856"/>
                  <dgm:constr type="ctrX" for="ch" forName="picture1" refType="w" fact="0.7531"/>
                  <dgm:constr type="ctrY" for="ch" forName="picture1" refType="h" fact="0.9"/>
                  <dgm:constr type="w" for="ch" forName="picture1" refType="w" fact="0.2469"/>
                  <dgm:constr type="h" for="ch" forName="picture1" refType="h" fact="0.6667"/>
                  <dgm:constr type="r" for="ch" forName="desTx1" refType="l" refFor="ch" refForName="parTx1"/>
                  <dgm:constr type="l" for="ch" forName="desTx1"/>
                  <dgm:constr type="t" for="ch" forName="desTx1" refType="t" refFor="ch" refForName="parTx1"/>
                  <dgm:constr type="h" for="ch" forName="desTx1" refType="h" refFor="ch" refForName="parTx1"/>
                </dgm:constrLst>
              </dgm:if>
              <dgm:else name="Name11">
                <dgm:alg type="composite">
                  <dgm:param type="ar" val="2"/>
                </dgm:alg>
                <dgm:constrLst>
                  <dgm:constr type="primFontSz" for="ch" forName="parTx1" op="equ" val="65"/>
                  <dgm:constr type="userD" refType="w" fact="0.0333"/>
                  <dgm:constr type="r" for="ch" forName="parTx1" refType="w" fact="0.634"/>
                  <dgm:constr type="t" for="ch" forName="parTx1" refType="h" fact="0.7113"/>
                  <dgm:constr type="w" for="ch" forName="parTx1" refType="w" fact="0.7189"/>
                  <dgm:constr type="h" for="ch" forName="parTx1" refType="h" fact="0.3856"/>
                  <dgm:constr type="ctrX" for="ch" forName="picture1" refType="w" fact="0.6667"/>
                  <dgm:constr type="ctrY" for="ch" forName="picture1" refType="h" fact="0.6667"/>
                  <dgm:constr type="w" for="ch" forName="picture1" refType="w" fact="0.3333"/>
                  <dgm:constr type="h" for="ch" forName="picture1" refType="h" fact="0.6667"/>
                </dgm:constrLst>
              </dgm:else>
            </dgm:choose>
          </dgm:else>
        </dgm:choose>
      </dgm:if>
      <dgm:if name="Name12" axis="ch" ptType="node" func="cnt" op="equ" val="2">
        <dgm:choose name="Name13">
          <dgm:if name="Name14" func="var" arg="dir" op="equ" val="norm">
            <dgm:choose name="Name15">
              <dgm:if name="Name16" axis="des" func="maxDepth" op="gt" val="1">
                <dgm:alg type="composite">
                  <dgm:param type="ar" val="2"/>
                </dgm:alg>
                <dgm:constrLst>
                  <dgm:constr type="primFontSz" for="ch" forName="parTx1" op="equ" val="65"/>
                  <dgm:constr type="primFontSz" for="ch" forName="parTx2" refType="primFontSz" refFor="ch" refForName="parTx1" op="equ"/>
                  <dgm:constr type="primFontSz" for="ch" forName="desTx1" op="equ" val="65"/>
                  <dgm:constr type="primFontSz" for="ch" forName="desTx2" refType="primFontSz" refFor="ch" refForName="desTx1" op="equ"/>
                  <dgm:constr type="userD" refType="w" fact="0.0188"/>
                  <dgm:constr type="ctrX" for="ch" forName="dot1" refType="w" fact="0.3221"/>
                  <dgm:constr type="ctrY" for="ch" forName="dot1" refType="h" fact="0.5911"/>
                  <dgm:constr type="w" for="ch" forName="dot1" refType="userD"/>
                  <dgm:constr type="h" for="ch" forName="dot1" refType="userD"/>
                  <dgm:constr type="ctrX" for="ch" forName="dot2" refType="w" fact="0.3056"/>
                  <dgm:constr type="ctrY" for="ch" forName="dot2" refType="h" fact="0.644"/>
                  <dgm:constr type="w" for="ch" forName="dot2" refType="userD"/>
                  <dgm:constr type="h" for="ch" forName="dot2" refType="userD"/>
                  <dgm:constr type="ctrX" for="ch" forName="dot3" refType="w" fact="0.2859"/>
                  <dgm:constr type="ctrY" for="ch" forName="dot3" refType="h" fact="0.6898"/>
                  <dgm:constr type="w" for="ch" forName="dot3" refType="userD"/>
                  <dgm:constr type="h" for="ch" forName="dot3" refType="userD"/>
                  <dgm:constr type="ctrX" for="ch" forName="dotArrow1" refType="w" fact="0.3095"/>
                  <dgm:constr type="ctrY" for="ch" forName="dotArrow1" refType="h" fact="0.0587"/>
                  <dgm:constr type="w" for="ch" forName="dotArrow1" refType="userD"/>
                  <dgm:constr type="h" for="ch" forName="dotArrow1" refType="userD"/>
                  <dgm:constr type="ctrX" for="ch" forName="dotArrow2" refType="w" fact="0.3346"/>
                  <dgm:constr type="ctrY" for="ch" forName="dotArrow2" refType="h" fact="0.0287"/>
                  <dgm:constr type="w" for="ch" forName="dotArrow2" refType="userD"/>
                  <dgm:constr type="h" for="ch" forName="dotArrow2" refType="userD"/>
                  <dgm:constr type="ctrX" for="ch" forName="dotArrow3" refType="w" fact="0.3597"/>
                  <dgm:constr type="ctrY" for="ch" forName="dotArrow3" refType="h" fact="-0.0013"/>
                  <dgm:constr type="w" for="ch" forName="dotArrow3" refType="userD"/>
                  <dgm:constr type="h" for="ch" forName="dotArrow3" refType="userD"/>
                  <dgm:constr type="ctrX" for="ch" forName="dotArrow4" refType="w" fact="0.3848"/>
                  <dgm:constr type="ctrY" for="ch" forName="dotArrow4" refType="h" fact="0.0287"/>
                  <dgm:constr type="w" for="ch" forName="dotArrow4" refType="userD"/>
                  <dgm:constr type="h" for="ch" forName="dotArrow4" refType="userD"/>
                  <dgm:constr type="ctrX" for="ch" forName="dotArrow5" refType="w" fact="0.41"/>
                  <dgm:constr type="ctrY" for="ch" forName="dotArrow5" refType="h" fact="0.0587"/>
                  <dgm:constr type="w" for="ch" forName="dotArrow5" refType="userD"/>
                  <dgm:constr type="h" for="ch" forName="dotArrow5" refType="userD"/>
                  <dgm:constr type="ctrX" for="ch" forName="dotArrow6" refType="w" fact="0.3597"/>
                  <dgm:constr type="ctrY" for="ch" forName="dotArrow6" refType="h" fact="0.062"/>
                  <dgm:constr type="w" for="ch" forName="dotArrow6" refType="userD"/>
                  <dgm:constr type="h" for="ch" forName="dotArrow6" refType="userD"/>
                  <dgm:constr type="ctrX" for="ch" forName="dotArrow7" refType="w" fact="0.3597"/>
                  <dgm:constr type="ctrY" for="ch" forName="dotArrow7" refType="h" fact="0.1253"/>
                  <dgm:constr type="w" for="ch" forName="dotArrow7" refType="userD"/>
                  <dgm:constr type="h" for="ch" forName="dotArrow7" refType="userD"/>
                  <dgm:constr type="l" for="ch" forName="parTx1" refType="w" fact="0.197"/>
                  <dgm:constr type="t" for="ch" forName="parTx1" refType="h" fact="0.8169"/>
                  <dgm:constr type="w" for="ch" forName="parTx1" refType="w" fact="0.4064"/>
                  <dgm:constr type="h" for="ch" forName="parTx1" refType="h" fact="0.218"/>
                  <dgm:constr type="ctrX" for="ch" forName="picture1" refType="w" fact="0.1785"/>
                  <dgm:constr type="ctrY" for="ch" forName="picture1" refType="h" fact="0.7834"/>
                  <dgm:constr type="w" for="ch" forName="picture1" refType="w" fact="0.1884"/>
                  <dgm:constr type="h" for="ch" forName="picture1" refType="h" fact="0.3768"/>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3688"/>
                  <dgm:constr type="t" for="ch" forName="parTx2" refType="h" fact="0.3905"/>
                  <dgm:constr type="w" for="ch" forName="parTx2" refType="w" fact="0.4064"/>
                  <dgm:constr type="h" for="ch" forName="parTx2" refType="h" fact="0.218"/>
                  <dgm:constr type="ctrX" for="ch" forName="picture2" refType="w" fact="0.3503"/>
                  <dgm:constr type="ctrY" for="ch" forName="picture2" refType="h" fact="0.357"/>
                  <dgm:constr type="w" for="ch" forName="picture2" refType="w" fact="0.1884"/>
                  <dgm:constr type="h" for="ch" forName="picture2" refType="h" fact="0.3768"/>
                  <dgm:constr type="l" for="ch" forName="desTx2" refType="r" refFor="ch" refForName="parTx2"/>
                  <dgm:constr type="r" for="ch" forName="desTx2" refType="w"/>
                  <dgm:constr type="t" for="ch" forName="desTx2" refType="t" refFor="ch" refForName="parTx2"/>
                  <dgm:constr type="h" for="ch" forName="desTx2" refType="h" refFor="ch" refForName="parTx2"/>
                </dgm:constrLst>
              </dgm:if>
              <dgm:else name="Name17">
                <dgm:alg type="composite">
                  <dgm:param type="ar" val="1.5073"/>
                </dgm:alg>
                <dgm:constrLst>
                  <dgm:constr type="primFontSz" for="ch" forName="parTx1" op="equ" val="65"/>
                  <dgm:constr type="primFontSz" for="ch" forName="parTx2" refType="primFontSz" refFor="ch" refForName="parTx1" op="equ"/>
                  <dgm:constr type="userD" refType="w" fact="0.025"/>
                  <dgm:constr type="ctrX" for="ch" forName="dot1" refType="w" fact="0.4274"/>
                  <dgm:constr type="ctrY" for="ch" forName="dot1" refType="h" fact="0.5911"/>
                  <dgm:constr type="w" for="ch" forName="dot1" refType="userD"/>
                  <dgm:constr type="h" for="ch" forName="dot1" refType="userD"/>
                  <dgm:constr type="ctrX" for="ch" forName="dot2" refType="w" fact="0.4055"/>
                  <dgm:constr type="ctrY" for="ch" forName="dot2" refType="h" fact="0.644"/>
                  <dgm:constr type="w" for="ch" forName="dot2" refType="userD"/>
                  <dgm:constr type="h" for="ch" forName="dot2" refType="userD"/>
                  <dgm:constr type="ctrX" for="ch" forName="dot3" refType="w" fact="0.3794"/>
                  <dgm:constr type="ctrY" for="ch" forName="dot3" refType="h" fact="0.6898"/>
                  <dgm:constr type="w" for="ch" forName="dot3" refType="userD"/>
                  <dgm:constr type="h" for="ch" forName="dot3" refType="userD"/>
                  <dgm:constr type="ctrX" for="ch" forName="dotArrow1" refType="w" fact="0.4106"/>
                  <dgm:constr type="ctrY" for="ch" forName="dotArrow1" refType="h" fact="0.0587"/>
                  <dgm:constr type="w" for="ch" forName="dotArrow1" refType="userD"/>
                  <dgm:constr type="h" for="ch" forName="dotArrow1" refType="userD"/>
                  <dgm:constr type="ctrX" for="ch" forName="dotArrow2" refType="w" fact="0.444"/>
                  <dgm:constr type="ctrY" for="ch" forName="dotArrow2" refType="h" fact="0.0287"/>
                  <dgm:constr type="w" for="ch" forName="dotArrow2" refType="userD"/>
                  <dgm:constr type="h" for="ch" forName="dotArrow2" refType="userD"/>
                  <dgm:constr type="ctrX" for="ch" forName="dotArrow3" refType="w" fact="0.4773"/>
                  <dgm:constr type="ctrY" for="ch" forName="dotArrow3" refType="h" fact="-0.0013"/>
                  <dgm:constr type="w" for="ch" forName="dotArrow3" refType="userD"/>
                  <dgm:constr type="h" for="ch" forName="dotArrow3" refType="userD"/>
                  <dgm:constr type="ctrX" for="ch" forName="dotArrow4" refType="w" fact="0.5106"/>
                  <dgm:constr type="ctrY" for="ch" forName="dotArrow4" refType="h" fact="0.0287"/>
                  <dgm:constr type="w" for="ch" forName="dotArrow4" refType="userD"/>
                  <dgm:constr type="h" for="ch" forName="dotArrow4" refType="userD"/>
                  <dgm:constr type="ctrX" for="ch" forName="dotArrow5" refType="w" fact="0.544"/>
                  <dgm:constr type="ctrY" for="ch" forName="dotArrow5" refType="h" fact="0.0587"/>
                  <dgm:constr type="w" for="ch" forName="dotArrow5" refType="userD"/>
                  <dgm:constr type="h" for="ch" forName="dotArrow5" refType="userD"/>
                  <dgm:constr type="ctrX" for="ch" forName="dotArrow6" refType="w" fact="0.4773"/>
                  <dgm:constr type="ctrY" for="ch" forName="dotArrow6" refType="h" fact="0.062"/>
                  <dgm:constr type="w" for="ch" forName="dotArrow6" refType="userD"/>
                  <dgm:constr type="h" for="ch" forName="dotArrow6" refType="userD"/>
                  <dgm:constr type="ctrX" for="ch" forName="dotArrow7" refType="w" fact="0.4773"/>
                  <dgm:constr type="ctrY" for="ch" forName="dotArrow7" refType="h" fact="0.1253"/>
                  <dgm:constr type="w" for="ch" forName="dotArrow7" refType="userD"/>
                  <dgm:constr type="h" for="ch" forName="dotArrow7" refType="userD"/>
                  <dgm:constr type="l" for="ch" forName="parTx1" refType="w" fact="0.2614"/>
                  <dgm:constr type="t" for="ch" forName="parTx1" refType="h" fact="0.8086"/>
                  <dgm:constr type="w" for="ch" forName="parTx1" refType="w" fact="0.5392"/>
                  <dgm:constr type="h" for="ch" forName="parTx1" refType="h" fact="0.218"/>
                  <dgm:constr type="ctrX" for="ch" forName="picture1" refType="w" fact="0.2369"/>
                  <dgm:constr type="ctrY" for="ch" forName="picture1" refType="h" fact="0.7834"/>
                  <dgm:constr type="w" for="ch" forName="picture1" refType="w" fact="0.25"/>
                  <dgm:constr type="h" for="ch" forName="picture1" refType="h" fact="0.3768"/>
                  <dgm:constr type="l" for="ch" forName="parTx2" refType="w" fact="0.4893"/>
                  <dgm:constr type="t" for="ch" forName="parTx2" refType="h" fact="0.3822"/>
                  <dgm:constr type="w" for="ch" forName="parTx2" refType="w" fact="0.5392"/>
                  <dgm:constr type="h" for="ch" forName="parTx2" refType="h" fact="0.218"/>
                  <dgm:constr type="ctrX" for="ch" forName="picture2" refType="w" fact="0.4648"/>
                  <dgm:constr type="ctrY" for="ch" forName="picture2" refType="h" fact="0.357"/>
                  <dgm:constr type="w" for="ch" forName="picture2" refType="w" fact="0.25"/>
                  <dgm:constr type="h" for="ch" forName="picture2" refType="h" fact="0.3768"/>
                </dgm:constrLst>
              </dgm:else>
            </dgm:choose>
          </dgm:if>
          <dgm:else name="Name18">
            <dgm:choose name="Name19">
              <dgm:if name="Name20" axis="des" func="maxDepth" op="gt" val="1">
                <dgm:alg type="composite">
                  <dgm:param type="ar" val="2"/>
                </dgm:alg>
                <dgm:constrLst>
                  <dgm:constr type="primFontSz" for="ch" forName="parTx1" op="equ" val="65"/>
                  <dgm:constr type="primFontSz" for="ch" forName="parTx2" refType="primFontSz" refFor="ch" refForName="parTx1" op="equ"/>
                  <dgm:constr type="primFontSz" for="ch" forName="desTx1" op="equ" val="65"/>
                  <dgm:constr type="primFontSz" for="ch" forName="desTx2" refType="primFontSz" refFor="ch" refForName="desTx1" op="equ"/>
                  <dgm:constr type="userD" refType="w" fact="0.0188"/>
                  <dgm:constr type="ctrX" for="ch" forName="dot1" refType="w" fact="0.6779"/>
                  <dgm:constr type="ctrY" for="ch" forName="dot1" refType="h" fact="0.5911"/>
                  <dgm:constr type="w" for="ch" forName="dot1" refType="userD"/>
                  <dgm:constr type="h" for="ch" forName="dot1" refType="userD"/>
                  <dgm:constr type="ctrX" for="ch" forName="dot2" refType="w" fact="0.6944"/>
                  <dgm:constr type="ctrY" for="ch" forName="dot2" refType="h" fact="0.644"/>
                  <dgm:constr type="w" for="ch" forName="dot2" refType="userD"/>
                  <dgm:constr type="h" for="ch" forName="dot2" refType="userD"/>
                  <dgm:constr type="ctrX" for="ch" forName="dot3" refType="w" fact="0.7141"/>
                  <dgm:constr type="ctrY" for="ch" forName="dot3" refType="h" fact="0.6898"/>
                  <dgm:constr type="w" for="ch" forName="dot3" refType="userD"/>
                  <dgm:constr type="h" for="ch" forName="dot3" refType="userD"/>
                  <dgm:constr type="ctrX" for="ch" forName="dotArrow1" refType="w" fact="0.6905"/>
                  <dgm:constr type="ctrY" for="ch" forName="dotArrow1" refType="h" fact="0.0587"/>
                  <dgm:constr type="w" for="ch" forName="dotArrow1" refType="userD"/>
                  <dgm:constr type="h" for="ch" forName="dotArrow1" refType="userD"/>
                  <dgm:constr type="ctrX" for="ch" forName="dotArrow2" refType="w" fact="0.6654"/>
                  <dgm:constr type="ctrY" for="ch" forName="dotArrow2" refType="h" fact="0.0287"/>
                  <dgm:constr type="w" for="ch" forName="dotArrow2" refType="userD"/>
                  <dgm:constr type="h" for="ch" forName="dotArrow2" refType="userD"/>
                  <dgm:constr type="ctrX" for="ch" forName="dotArrow3" refType="w" fact="0.6403"/>
                  <dgm:constr type="ctrY" for="ch" forName="dotArrow3" refType="h" fact="-0.0013"/>
                  <dgm:constr type="w" for="ch" forName="dotArrow3" refType="userD"/>
                  <dgm:constr type="h" for="ch" forName="dotArrow3" refType="userD"/>
                  <dgm:constr type="ctrX" for="ch" forName="dotArrow4" refType="w" fact="0.6152"/>
                  <dgm:constr type="ctrY" for="ch" forName="dotArrow4" refType="h" fact="0.0287"/>
                  <dgm:constr type="w" for="ch" forName="dotArrow4" refType="userD"/>
                  <dgm:constr type="h" for="ch" forName="dotArrow4" refType="userD"/>
                  <dgm:constr type="ctrX" for="ch" forName="dotArrow5" refType="w" fact="0.59"/>
                  <dgm:constr type="ctrY" for="ch" forName="dotArrow5" refType="h" fact="0.0587"/>
                  <dgm:constr type="w" for="ch" forName="dotArrow5" refType="userD"/>
                  <dgm:constr type="h" for="ch" forName="dotArrow5" refType="userD"/>
                  <dgm:constr type="ctrX" for="ch" forName="dotArrow6" refType="w" fact="0.6403"/>
                  <dgm:constr type="ctrY" for="ch" forName="dotArrow6" refType="h" fact="0.062"/>
                  <dgm:constr type="w" for="ch" forName="dotArrow6" refType="userD"/>
                  <dgm:constr type="h" for="ch" forName="dotArrow6" refType="userD"/>
                  <dgm:constr type="ctrX" for="ch" forName="dotArrow7" refType="w" fact="0.6403"/>
                  <dgm:constr type="ctrY" for="ch" forName="dotArrow7" refType="h" fact="0.1253"/>
                  <dgm:constr type="w" for="ch" forName="dotArrow7" refType="userD"/>
                  <dgm:constr type="h" for="ch" forName="dotArrow7" refType="userD"/>
                  <dgm:constr type="r" for="ch" forName="parTx1" refType="w" fact="0.803"/>
                  <dgm:constr type="t" for="ch" forName="parTx1" refType="h" fact="0.8169"/>
                  <dgm:constr type="w" for="ch" forName="parTx1" refType="w" fact="0.4064"/>
                  <dgm:constr type="h" for="ch" forName="parTx1" refType="h" fact="0.218"/>
                  <dgm:constr type="ctrX" for="ch" forName="picture1" refType="w" fact="0.8215"/>
                  <dgm:constr type="ctrY" for="ch" forName="picture1" refType="h" fact="0.7834"/>
                  <dgm:constr type="w" for="ch" forName="picture1" refType="w" fact="0.1884"/>
                  <dgm:constr type="h" for="ch" forName="picture1" refType="h" fact="0.3768"/>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6312"/>
                  <dgm:constr type="t" for="ch" forName="parTx2" refType="h" fact="0.3905"/>
                  <dgm:constr type="w" for="ch" forName="parTx2" refType="w" fact="0.4064"/>
                  <dgm:constr type="h" for="ch" forName="parTx2" refType="h" fact="0.218"/>
                  <dgm:constr type="ctrX" for="ch" forName="picture2" refType="w" fact="0.6497"/>
                  <dgm:constr type="ctrY" for="ch" forName="picture2" refType="h" fact="0.357"/>
                  <dgm:constr type="w" for="ch" forName="picture2" refType="w" fact="0.1884"/>
                  <dgm:constr type="h" for="ch" forName="picture2" refType="h" fact="0.3768"/>
                  <dgm:constr type="r" for="ch" forName="desTx2" refType="l" refFor="ch" refForName="parTx2"/>
                  <dgm:constr type="l" for="ch" forName="desTx2"/>
                  <dgm:constr type="t" for="ch" forName="desTx2" refType="t" refFor="ch" refForName="parTx2"/>
                  <dgm:constr type="h" for="ch" forName="desTx2" refType="h" refFor="ch" refForName="parTx2"/>
                </dgm:constrLst>
              </dgm:if>
              <dgm:else name="Name21">
                <dgm:alg type="composite">
                  <dgm:param type="ar" val="1.5073"/>
                </dgm:alg>
                <dgm:constrLst>
                  <dgm:constr type="primFontSz" for="ch" forName="parTx1" op="equ" val="65"/>
                  <dgm:constr type="primFontSz" for="ch" forName="parTx2" refType="primFontSz" refFor="ch" refForName="parTx1" op="equ"/>
                  <dgm:constr type="userD" refType="w" fact="0.025"/>
                  <dgm:constr type="ctrX" for="ch" forName="dot1" refType="w" fact="0.5726"/>
                  <dgm:constr type="ctrY" for="ch" forName="dot1" refType="h" fact="0.5911"/>
                  <dgm:constr type="w" for="ch" forName="dot1" refType="userD"/>
                  <dgm:constr type="h" for="ch" forName="dot1" refType="userD"/>
                  <dgm:constr type="ctrX" for="ch" forName="dot2" refType="w" fact="0.5945"/>
                  <dgm:constr type="ctrY" for="ch" forName="dot2" refType="h" fact="0.644"/>
                  <dgm:constr type="w" for="ch" forName="dot2" refType="userD"/>
                  <dgm:constr type="h" for="ch" forName="dot2" refType="userD"/>
                  <dgm:constr type="ctrX" for="ch" forName="dot3" refType="w" fact="0.6206"/>
                  <dgm:constr type="ctrY" for="ch" forName="dot3" refType="h" fact="0.6898"/>
                  <dgm:constr type="w" for="ch" forName="dot3" refType="userD"/>
                  <dgm:constr type="h" for="ch" forName="dot3" refType="userD"/>
                  <dgm:constr type="ctrX" for="ch" forName="dotArrow1" refType="w" fact="0.5894"/>
                  <dgm:constr type="ctrY" for="ch" forName="dotArrow1" refType="h" fact="0.0587"/>
                  <dgm:constr type="w" for="ch" forName="dotArrow1" refType="userD"/>
                  <dgm:constr type="h" for="ch" forName="dotArrow1" refType="userD"/>
                  <dgm:constr type="ctrX" for="ch" forName="dotArrow2" refType="w" fact="0.556"/>
                  <dgm:constr type="ctrY" for="ch" forName="dotArrow2" refType="h" fact="0.0287"/>
                  <dgm:constr type="w" for="ch" forName="dotArrow2" refType="userD"/>
                  <dgm:constr type="h" for="ch" forName="dotArrow2" refType="userD"/>
                  <dgm:constr type="ctrX" for="ch" forName="dotArrow3" refType="w" fact="0.5227"/>
                  <dgm:constr type="ctrY" for="ch" forName="dotArrow3" refType="h" fact="-0.0013"/>
                  <dgm:constr type="w" for="ch" forName="dotArrow3" refType="userD"/>
                  <dgm:constr type="h" for="ch" forName="dotArrow3" refType="userD"/>
                  <dgm:constr type="ctrX" for="ch" forName="dotArrow4" refType="w" fact="0.4894"/>
                  <dgm:constr type="ctrY" for="ch" forName="dotArrow4" refType="h" fact="0.0287"/>
                  <dgm:constr type="w" for="ch" forName="dotArrow4" refType="userD"/>
                  <dgm:constr type="h" for="ch" forName="dotArrow4" refType="userD"/>
                  <dgm:constr type="ctrX" for="ch" forName="dotArrow5" refType="w" fact="0.456"/>
                  <dgm:constr type="ctrY" for="ch" forName="dotArrow5" refType="h" fact="0.0587"/>
                  <dgm:constr type="w" for="ch" forName="dotArrow5" refType="userD"/>
                  <dgm:constr type="h" for="ch" forName="dotArrow5" refType="userD"/>
                  <dgm:constr type="ctrX" for="ch" forName="dotArrow6" refType="w" fact="0.5227"/>
                  <dgm:constr type="ctrY" for="ch" forName="dotArrow6" refType="h" fact="0.062"/>
                  <dgm:constr type="w" for="ch" forName="dotArrow6" refType="userD"/>
                  <dgm:constr type="h" for="ch" forName="dotArrow6" refType="userD"/>
                  <dgm:constr type="ctrX" for="ch" forName="dotArrow7" refType="w" fact="0.5227"/>
                  <dgm:constr type="ctrY" for="ch" forName="dotArrow7" refType="h" fact="0.1253"/>
                  <dgm:constr type="w" for="ch" forName="dotArrow7" refType="userD"/>
                  <dgm:constr type="h" for="ch" forName="dotArrow7" refType="userD"/>
                  <dgm:constr type="r" for="ch" forName="parTx1" refType="w" fact="0.7386"/>
                  <dgm:constr type="t" for="ch" forName="parTx1" refType="h" fact="0.8086"/>
                  <dgm:constr type="w" for="ch" forName="parTx1" refType="w" fact="0.5392"/>
                  <dgm:constr type="h" for="ch" forName="parTx1" refType="h" fact="0.218"/>
                  <dgm:constr type="ctrX" for="ch" forName="picture1" refType="w" fact="0.7631"/>
                  <dgm:constr type="ctrY" for="ch" forName="picture1" refType="h" fact="0.7834"/>
                  <dgm:constr type="w" for="ch" forName="picture1" refType="w" fact="0.25"/>
                  <dgm:constr type="h" for="ch" forName="picture1" refType="h" fact="0.3768"/>
                  <dgm:constr type="r" for="ch" forName="parTx2" refType="w" fact="0.5107"/>
                  <dgm:constr type="t" for="ch" forName="parTx2" refType="h" fact="0.3822"/>
                  <dgm:constr type="w" for="ch" forName="parTx2" refType="w" fact="0.5392"/>
                  <dgm:constr type="h" for="ch" forName="parTx2" refType="h" fact="0.218"/>
                  <dgm:constr type="ctrX" for="ch" forName="picture2" refType="w" fact="0.5352"/>
                  <dgm:constr type="ctrY" for="ch" forName="picture2" refType="h" fact="0.357"/>
                  <dgm:constr type="w" for="ch" forName="picture2" refType="w" fact="0.25"/>
                  <dgm:constr type="h" for="ch" forName="picture2" refType="h" fact="0.3768"/>
                </dgm:constrLst>
              </dgm:else>
            </dgm:choose>
          </dgm:else>
        </dgm:choose>
      </dgm:if>
      <dgm:if name="Name22" axis="ch" ptType="node" func="cnt" op="equ" val="3">
        <dgm:choose name="Name23">
          <dgm:if name="Name24" func="var" arg="dir" op="equ" val="norm">
            <dgm:choose name="Name25">
              <dgm:if name="Name26" axis="des" func="maxDepth" op="gt" val="1">
                <dgm:alg type="composite">
                  <dgm:param type="ar" val="1.7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userD" refType="w" fact="0.0162"/>
                  <dgm:constr type="ctrX" for="ch" forName="dot1" refType="w" fact="0.2981"/>
                  <dgm:constr type="ctrY" for="ch" forName="dot1" refType="h" fact="0.763"/>
                  <dgm:constr type="w" for="ch" forName="dot1" refType="userD"/>
                  <dgm:constr type="h" for="ch" forName="dot1" refType="userD"/>
                  <dgm:constr type="ctrX" for="ch" forName="dot2" refType="w" fact="0.2676"/>
                  <dgm:constr type="ctrY" for="ch" forName="dot2" refType="h" fact="0.7887"/>
                  <dgm:constr type="w" for="ch" forName="dot2" refType="userD"/>
                  <dgm:constr type="h" for="ch" forName="dot2" refType="userD"/>
                  <dgm:constr type="ctrX" for="ch" forName="dot3" refType="w" fact="0.2357"/>
                  <dgm:constr type="ctrY" for="ch" forName="dot3" refType="h" fact="0.809"/>
                  <dgm:constr type="w" for="ch" forName="dot3" refType="userD"/>
                  <dgm:constr type="h" for="ch" forName="dot3" refType="userD"/>
                  <dgm:constr type="ctrX" for="ch" forName="dot4" refType="w" fact="0.4445"/>
                  <dgm:constr type="ctrY" for="ch" forName="dot4" refType="h" fact="0.4655"/>
                  <dgm:constr type="w" for="ch" forName="dot4" refType="userD"/>
                  <dgm:constr type="h" for="ch" forName="dot4" refType="userD"/>
                  <dgm:constr type="ctrX" for="ch" forName="dot5" refType="w" fact="0.4323"/>
                  <dgm:constr type="ctrY" for="ch" forName="dot5" refType="h" fact="0.5178"/>
                  <dgm:constr type="w" for="ch" forName="dot5" refType="userD"/>
                  <dgm:constr type="h" for="ch" forName="dot5" refType="userD"/>
                  <dgm:constr type="ctrX" for="ch" forName="dotArrow1" refType="w" fact="0.4236"/>
                  <dgm:constr type="ctrY" for="ch" forName="dotArrow1" refType="h" fact="0.0718"/>
                  <dgm:constr type="w" for="ch" forName="dotArrow1" refType="userD"/>
                  <dgm:constr type="h" for="ch" forName="dotArrow1" refType="userD"/>
                  <dgm:constr type="ctrX" for="ch" forName="dotArrow2" refType="w" fact="0.446"/>
                  <dgm:constr type="ctrY" for="ch" forName="dotArrow2" refType="h" fact="0.0468"/>
                  <dgm:constr type="w" for="ch" forName="dotArrow2" refType="userD"/>
                  <dgm:constr type="h" for="ch" forName="dotArrow2" refType="userD"/>
                  <dgm:constr type="ctrX" for="ch" forName="dotArrow3" refType="w" fact="0.4685"/>
                  <dgm:constr type="ctrY" for="ch" forName="dotArrow3" refType="h" fact="0.0218"/>
                  <dgm:constr type="w" for="ch" forName="dotArrow3" refType="userD"/>
                  <dgm:constr type="h" for="ch" forName="dotArrow3" refType="userD"/>
                  <dgm:constr type="ctrX" for="ch" forName="dotArrow4" refType="w" fact="0.491"/>
                  <dgm:constr type="ctrY" for="ch" forName="dotArrow4" refType="h" fact="0.0468"/>
                  <dgm:constr type="w" for="ch" forName="dotArrow4" refType="userD"/>
                  <dgm:constr type="h" for="ch" forName="dotArrow4" refType="userD"/>
                  <dgm:constr type="ctrX" for="ch" forName="dotArrow5" refType="w" fact="0.5135"/>
                  <dgm:constr type="ctrY" for="ch" forName="dotArrow5" refType="h" fact="0.0718"/>
                  <dgm:constr type="w" for="ch" forName="dotArrow5" refType="userD"/>
                  <dgm:constr type="h" for="ch" forName="dotArrow5" refType="userD"/>
                  <dgm:constr type="ctrX" for="ch" forName="dotArrow6" refType="w" fact="0.4685"/>
                  <dgm:constr type="ctrY" for="ch" forName="dotArrow6" refType="h" fact="0.0745"/>
                  <dgm:constr type="w" for="ch" forName="dotArrow6" refType="userD"/>
                  <dgm:constr type="h" for="ch" forName="dotArrow6" refType="userD"/>
                  <dgm:constr type="ctrX" for="ch" forName="dotArrow7" refType="w" fact="0.4685"/>
                  <dgm:constr type="ctrY" for="ch" forName="dotArrow7" refType="h" fact="0.1273"/>
                  <dgm:constr type="w" for="ch" forName="dotArrow7" refType="userD"/>
                  <dgm:constr type="h" for="ch" forName="dotArrow7" refType="userD"/>
                  <dgm:constr type="l" for="ch" forName="parTx1" refType="w" fact="0.1487"/>
                  <dgm:constr type="t" for="ch" forName="parTx1" refType="h" fact="0.8596"/>
                  <dgm:constr type="w" for="ch" forName="parTx1" refType="w" fact="0.3491"/>
                  <dgm:constr type="h" for="ch" forName="parTx1" refType="h" fact="0.1638"/>
                  <dgm:constr type="ctrX" for="ch" forName="picture1" refType="w" fact="0.1328"/>
                  <dgm:constr type="ctrY" for="ch" forName="picture1" refType="h" fact="0.8361"/>
                  <dgm:constr type="w" for="ch" forName="picture1" refType="w" fact="0.1618"/>
                  <dgm:constr type="h" for="ch" forName="picture1" refType="h" fact="0.2832"/>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3732"/>
                  <dgm:constr type="t" for="ch" forName="parTx2" refType="h" fact="0.6469"/>
                  <dgm:constr type="w" for="ch" forName="parTx2" refType="w" fact="0.3491"/>
                  <dgm:constr type="h" for="ch" forName="parTx2" refType="h" fact="0.1638"/>
                  <dgm:constr type="ctrX" for="ch" forName="picture2" refType="w" fact="0.3573"/>
                  <dgm:constr type="ctrY" for="ch" forName="picture2" refType="h" fact="0.6234"/>
                  <dgm:constr type="w" for="ch" forName="picture2" refType="w" fact="0.1618"/>
                  <dgm:constr type="h" for="ch" forName="picture2" refType="h" fact="0.2832"/>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4763"/>
                  <dgm:constr type="t" for="ch" forName="parTx3" refType="h" fact="0.3243"/>
                  <dgm:constr type="w" for="ch" forName="parTx3" refType="w" fact="0.3491"/>
                  <dgm:constr type="h" for="ch" forName="parTx3" refType="h" fact="0.1638"/>
                  <dgm:constr type="ctrX" for="ch" forName="picture3" refType="w" fact="0.4604"/>
                  <dgm:constr type="ctrY" for="ch" forName="picture3" refType="h" fact="0.3008"/>
                  <dgm:constr type="w" for="ch" forName="picture3" refType="w" fact="0.1618"/>
                  <dgm:constr type="h" for="ch" forName="picture3" refType="h" fact="0.2832"/>
                  <dgm:constr type="l" for="ch" forName="desTx3" refType="r" refFor="ch" refForName="parTx3"/>
                  <dgm:constr type="r" for="ch" forName="desTx3" refType="w"/>
                  <dgm:constr type="t" for="ch" forName="desTx3" refType="t" refFor="ch" refForName="parTx3"/>
                  <dgm:constr type="h" for="ch" forName="desTx3" refType="h" refFor="ch" refForName="parTx3"/>
                </dgm:constrLst>
              </dgm:if>
              <dgm:else name="Name27">
                <dgm:alg type="composite">
                  <dgm:param type="ar" val="1.4161"/>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userD" refType="w" fact="0.02"/>
                  <dgm:constr type="ctrX" for="ch" forName="dot1" refType="w" fact="0.3684"/>
                  <dgm:constr type="ctrY" for="ch" forName="dot1" refType="h" fact="0.763"/>
                  <dgm:constr type="w" for="ch" forName="dot1" refType="userD"/>
                  <dgm:constr type="h" for="ch" forName="dot1" refType="userD"/>
                  <dgm:constr type="ctrX" for="ch" forName="dot2" refType="w" fact="0.3307"/>
                  <dgm:constr type="ctrY" for="ch" forName="dot2" refType="h" fact="0.7887"/>
                  <dgm:constr type="w" for="ch" forName="dot2" refType="userD"/>
                  <dgm:constr type="h" for="ch" forName="dot2" refType="userD"/>
                  <dgm:constr type="ctrX" for="ch" forName="dot3" refType="w" fact="0.2912"/>
                  <dgm:constr type="ctrY" for="ch" forName="dot3" refType="h" fact="0.809"/>
                  <dgm:constr type="w" for="ch" forName="dot3" refType="userD"/>
                  <dgm:constr type="h" for="ch" forName="dot3" refType="userD"/>
                  <dgm:constr type="ctrX" for="ch" forName="dot4" refType="w" fact="0.5494"/>
                  <dgm:constr type="ctrY" for="ch" forName="dot4" refType="h" fact="0.4655"/>
                  <dgm:constr type="w" for="ch" forName="dot4" refType="userD"/>
                  <dgm:constr type="h" for="ch" forName="dot4" refType="userD"/>
                  <dgm:constr type="ctrX" for="ch" forName="dot5" refType="w" fact="0.5342"/>
                  <dgm:constr type="ctrY" for="ch" forName="dot5" refType="h" fact="0.5178"/>
                  <dgm:constr type="w" for="ch" forName="dot5" refType="userD"/>
                  <dgm:constr type="h" for="ch" forName="dot5" refType="userD"/>
                  <dgm:constr type="ctrX" for="ch" forName="dotArrow1" refType="w" fact="0.5234"/>
                  <dgm:constr type="ctrY" for="ch" forName="dotArrow1" refType="h" fact="0.0718"/>
                  <dgm:constr type="w" for="ch" forName="dotArrow1" refType="userD"/>
                  <dgm:constr type="h" for="ch" forName="dotArrow1" refType="userD"/>
                  <dgm:constr type="ctrX" for="ch" forName="dotArrow2" refType="w" fact="0.5512"/>
                  <dgm:constr type="ctrY" for="ch" forName="dotArrow2" refType="h" fact="0.0468"/>
                  <dgm:constr type="w" for="ch" forName="dotArrow2" refType="userD"/>
                  <dgm:constr type="h" for="ch" forName="dotArrow2" refType="userD"/>
                  <dgm:constr type="ctrX" for="ch" forName="dotArrow3" refType="w" fact="0.579"/>
                  <dgm:constr type="ctrY" for="ch" forName="dotArrow3" refType="h" fact="0.0218"/>
                  <dgm:constr type="w" for="ch" forName="dotArrow3" refType="userD"/>
                  <dgm:constr type="h" for="ch" forName="dotArrow3" refType="userD"/>
                  <dgm:constr type="ctrX" for="ch" forName="dotArrow4" refType="w" fact="0.6068"/>
                  <dgm:constr type="ctrY" for="ch" forName="dotArrow4" refType="h" fact="0.0468"/>
                  <dgm:constr type="w" for="ch" forName="dotArrow4" refType="userD"/>
                  <dgm:constr type="h" for="ch" forName="dotArrow4" refType="userD"/>
                  <dgm:constr type="ctrX" for="ch" forName="dotArrow5" refType="w" fact="0.6346"/>
                  <dgm:constr type="ctrY" for="ch" forName="dotArrow5" refType="h" fact="0.0718"/>
                  <dgm:constr type="w" for="ch" forName="dotArrow5" refType="userD"/>
                  <dgm:constr type="h" for="ch" forName="dotArrow5" refType="userD"/>
                  <dgm:constr type="ctrX" for="ch" forName="dotArrow6" refType="w" fact="0.579"/>
                  <dgm:constr type="ctrY" for="ch" forName="dotArrow6" refType="h" fact="0.0745"/>
                  <dgm:constr type="w" for="ch" forName="dotArrow6" refType="userD"/>
                  <dgm:constr type="h" for="ch" forName="dotArrow6" refType="userD"/>
                  <dgm:constr type="ctrX" for="ch" forName="dotArrow7" refType="w" fact="0.579"/>
                  <dgm:constr type="ctrY" for="ch" forName="dotArrow7" refType="h" fact="0.1273"/>
                  <dgm:constr type="w" for="ch" forName="dotArrow7" refType="userD"/>
                  <dgm:constr type="h" for="ch" forName="dotArrow7" refType="userD"/>
                  <dgm:constr type="l" for="ch" forName="parTx1" refType="w" fact="0.1837"/>
                  <dgm:constr type="t" for="ch" forName="parTx1" refType="h" fact="0.8551"/>
                  <dgm:constr type="w" for="ch" forName="parTx1" refType="w" fact="0.4314"/>
                  <dgm:constr type="h" for="ch" forName="parTx1" refType="h" fact="0.1638"/>
                  <dgm:constr type="ctrX" for="ch" forName="picture1" refType="w" fact="0.1641"/>
                  <dgm:constr type="ctrY" for="ch" forName="picture1" refType="h" fact="0.8361"/>
                  <dgm:constr type="w" for="ch" forName="picture1" refType="w" fact="0.2"/>
                  <dgm:constr type="h" for="ch" forName="picture1" refType="h" fact="0.2832"/>
                  <dgm:constr type="l" for="ch" forName="parTx2" refType="w" fact="0.4612"/>
                  <dgm:constr type="t" for="ch" forName="parTx2" refType="h" fact="0.6424"/>
                  <dgm:constr type="w" for="ch" forName="parTx2" refType="w" fact="0.4314"/>
                  <dgm:constr type="h" for="ch" forName="parTx2" refType="h" fact="0.1638"/>
                  <dgm:constr type="ctrX" for="ch" forName="picture2" refType="w" fact="0.4416"/>
                  <dgm:constr type="ctrY" for="ch" forName="picture2" refType="h" fact="0.6234"/>
                  <dgm:constr type="w" for="ch" forName="picture2" refType="w" fact="0.2"/>
                  <dgm:constr type="h" for="ch" forName="picture2" refType="h" fact="0.2832"/>
                  <dgm:constr type="l" for="ch" forName="parTx3" refType="w" fact="0.5886"/>
                  <dgm:constr type="t" for="ch" forName="parTx3" refType="h" fact="0.3198"/>
                  <dgm:constr type="w" for="ch" forName="parTx3" refType="w" fact="0.4314"/>
                  <dgm:constr type="h" for="ch" forName="parTx3" refType="h" fact="0.1638"/>
                  <dgm:constr type="ctrX" for="ch" forName="picture3" refType="w" fact="0.569"/>
                  <dgm:constr type="ctrY" for="ch" forName="picture3" refType="h" fact="0.3008"/>
                  <dgm:constr type="w" for="ch" forName="picture3" refType="w" fact="0.2"/>
                  <dgm:constr type="h" for="ch" forName="picture3" refType="h" fact="0.2832"/>
                </dgm:constrLst>
              </dgm:else>
            </dgm:choose>
          </dgm:if>
          <dgm:else name="Name28">
            <dgm:choose name="Name29">
              <dgm:if name="Name30" axis="des" func="maxDepth" op="gt" val="1">
                <dgm:alg type="composite">
                  <dgm:param type="ar" val="1.7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userD" refType="w" fact="0.0162"/>
                  <dgm:constr type="ctrX" for="ch" forName="dot1" refType="w" fact="0.7019"/>
                  <dgm:constr type="ctrY" for="ch" forName="dot1" refType="h" fact="0.763"/>
                  <dgm:constr type="w" for="ch" forName="dot1" refType="userD"/>
                  <dgm:constr type="h" for="ch" forName="dot1" refType="userD"/>
                  <dgm:constr type="ctrX" for="ch" forName="dot2" refType="w" fact="0.7324"/>
                  <dgm:constr type="ctrY" for="ch" forName="dot2" refType="h" fact="0.7887"/>
                  <dgm:constr type="w" for="ch" forName="dot2" refType="userD"/>
                  <dgm:constr type="h" for="ch" forName="dot2" refType="userD"/>
                  <dgm:constr type="ctrX" for="ch" forName="dot3" refType="w" fact="0.7643"/>
                  <dgm:constr type="ctrY" for="ch" forName="dot3" refType="h" fact="0.809"/>
                  <dgm:constr type="w" for="ch" forName="dot3" refType="userD"/>
                  <dgm:constr type="h" for="ch" forName="dot3" refType="userD"/>
                  <dgm:constr type="ctrX" for="ch" forName="dot4" refType="w" fact="0.5555"/>
                  <dgm:constr type="ctrY" for="ch" forName="dot4" refType="h" fact="0.4655"/>
                  <dgm:constr type="w" for="ch" forName="dot4" refType="userD"/>
                  <dgm:constr type="h" for="ch" forName="dot4" refType="userD"/>
                  <dgm:constr type="ctrX" for="ch" forName="dot5" refType="w" fact="0.5677"/>
                  <dgm:constr type="ctrY" for="ch" forName="dot5" refType="h" fact="0.5178"/>
                  <dgm:constr type="w" for="ch" forName="dot5" refType="userD"/>
                  <dgm:constr type="h" for="ch" forName="dot5" refType="userD"/>
                  <dgm:constr type="ctrX" for="ch" forName="dotArrow1" refType="w" fact="0.5764"/>
                  <dgm:constr type="ctrY" for="ch" forName="dotArrow1" refType="h" fact="0.0718"/>
                  <dgm:constr type="w" for="ch" forName="dotArrow1" refType="userD"/>
                  <dgm:constr type="h" for="ch" forName="dotArrow1" refType="userD"/>
                  <dgm:constr type="ctrX" for="ch" forName="dotArrow2" refType="w" fact="0.554"/>
                  <dgm:constr type="ctrY" for="ch" forName="dotArrow2" refType="h" fact="0.0468"/>
                  <dgm:constr type="w" for="ch" forName="dotArrow2" refType="userD"/>
                  <dgm:constr type="h" for="ch" forName="dotArrow2" refType="userD"/>
                  <dgm:constr type="ctrX" for="ch" forName="dotArrow3" refType="w" fact="0.5315"/>
                  <dgm:constr type="ctrY" for="ch" forName="dotArrow3" refType="h" fact="0.0218"/>
                  <dgm:constr type="w" for="ch" forName="dotArrow3" refType="userD"/>
                  <dgm:constr type="h" for="ch" forName="dotArrow3" refType="userD"/>
                  <dgm:constr type="ctrX" for="ch" forName="dotArrow4" refType="w" fact="0.509"/>
                  <dgm:constr type="ctrY" for="ch" forName="dotArrow4" refType="h" fact="0.0468"/>
                  <dgm:constr type="w" for="ch" forName="dotArrow4" refType="userD"/>
                  <dgm:constr type="h" for="ch" forName="dotArrow4" refType="userD"/>
                  <dgm:constr type="ctrX" for="ch" forName="dotArrow5" refType="w" fact="0.4865"/>
                  <dgm:constr type="ctrY" for="ch" forName="dotArrow5" refType="h" fact="0.0718"/>
                  <dgm:constr type="w" for="ch" forName="dotArrow5" refType="userD"/>
                  <dgm:constr type="h" for="ch" forName="dotArrow5" refType="userD"/>
                  <dgm:constr type="ctrX" for="ch" forName="dotArrow6" refType="w" fact="0.5315"/>
                  <dgm:constr type="ctrY" for="ch" forName="dotArrow6" refType="h" fact="0.0745"/>
                  <dgm:constr type="w" for="ch" forName="dotArrow6" refType="userD"/>
                  <dgm:constr type="h" for="ch" forName="dotArrow6" refType="userD"/>
                  <dgm:constr type="ctrX" for="ch" forName="dotArrow7" refType="w" fact="0.5315"/>
                  <dgm:constr type="ctrY" for="ch" forName="dotArrow7" refType="h" fact="0.1273"/>
                  <dgm:constr type="w" for="ch" forName="dotArrow7" refType="userD"/>
                  <dgm:constr type="h" for="ch" forName="dotArrow7" refType="userD"/>
                  <dgm:constr type="r" for="ch" forName="parTx1" refType="w" fact="0.8513"/>
                  <dgm:constr type="t" for="ch" forName="parTx1" refType="h" fact="0.8596"/>
                  <dgm:constr type="w" for="ch" forName="parTx1" refType="w" fact="0.3491"/>
                  <dgm:constr type="h" for="ch" forName="parTx1" refType="h" fact="0.1638"/>
                  <dgm:constr type="ctrX" for="ch" forName="picture1" refType="w" fact="0.8672"/>
                  <dgm:constr type="ctrY" for="ch" forName="picture1" refType="h" fact="0.8361"/>
                  <dgm:constr type="w" for="ch" forName="picture1" refType="w" fact="0.1618"/>
                  <dgm:constr type="h" for="ch" forName="picture1" refType="h" fact="0.2832"/>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6268"/>
                  <dgm:constr type="t" for="ch" forName="parTx2" refType="h" fact="0.6469"/>
                  <dgm:constr type="w" for="ch" forName="parTx2" refType="w" fact="0.3491"/>
                  <dgm:constr type="h" for="ch" forName="parTx2" refType="h" fact="0.1638"/>
                  <dgm:constr type="ctrX" for="ch" forName="picture2" refType="w" fact="0.6427"/>
                  <dgm:constr type="ctrY" for="ch" forName="picture2" refType="h" fact="0.6234"/>
                  <dgm:constr type="w" for="ch" forName="picture2" refType="w" fact="0.1618"/>
                  <dgm:constr type="h" for="ch" forName="picture2" refType="h" fact="0.2832"/>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5237"/>
                  <dgm:constr type="t" for="ch" forName="parTx3" refType="h" fact="0.3243"/>
                  <dgm:constr type="w" for="ch" forName="parTx3" refType="w" fact="0.3491"/>
                  <dgm:constr type="h" for="ch" forName="parTx3" refType="h" fact="0.1638"/>
                  <dgm:constr type="ctrX" for="ch" forName="picture3" refType="w" fact="0.5396"/>
                  <dgm:constr type="ctrY" for="ch" forName="picture3" refType="h" fact="0.3008"/>
                  <dgm:constr type="w" for="ch" forName="picture3" refType="w" fact="0.1618"/>
                  <dgm:constr type="h" for="ch" forName="picture3" refType="h" fact="0.2832"/>
                  <dgm:constr type="r" for="ch" forName="desTx3" refType="l" refFor="ch" refForName="parTx3"/>
                  <dgm:constr type="l" for="ch" forName="desTx3"/>
                  <dgm:constr type="t" for="ch" forName="desTx3" refType="t" refFor="ch" refForName="parTx3"/>
                  <dgm:constr type="h" for="ch" forName="desTx3" refType="h" refFor="ch" refForName="parTx3"/>
                </dgm:constrLst>
              </dgm:if>
              <dgm:else name="Name31">
                <dgm:alg type="composite">
                  <dgm:param type="ar" val="1.4161"/>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userD" refType="w" fact="0.02"/>
                  <dgm:constr type="ctrX" for="ch" forName="dot1" refType="w" fact="0.6316"/>
                  <dgm:constr type="ctrY" for="ch" forName="dot1" refType="h" fact="0.763"/>
                  <dgm:constr type="w" for="ch" forName="dot1" refType="userD"/>
                  <dgm:constr type="h" for="ch" forName="dot1" refType="userD"/>
                  <dgm:constr type="ctrX" for="ch" forName="dot2" refType="w" fact="0.6693"/>
                  <dgm:constr type="ctrY" for="ch" forName="dot2" refType="h" fact="0.7887"/>
                  <dgm:constr type="w" for="ch" forName="dot2" refType="userD"/>
                  <dgm:constr type="h" for="ch" forName="dot2" refType="userD"/>
                  <dgm:constr type="ctrX" for="ch" forName="dot3" refType="w" fact="0.7088"/>
                  <dgm:constr type="ctrY" for="ch" forName="dot3" refType="h" fact="0.809"/>
                  <dgm:constr type="w" for="ch" forName="dot3" refType="userD"/>
                  <dgm:constr type="h" for="ch" forName="dot3" refType="userD"/>
                  <dgm:constr type="ctrX" for="ch" forName="dot4" refType="w" fact="0.4506"/>
                  <dgm:constr type="ctrY" for="ch" forName="dot4" refType="h" fact="0.4655"/>
                  <dgm:constr type="w" for="ch" forName="dot4" refType="userD"/>
                  <dgm:constr type="h" for="ch" forName="dot4" refType="userD"/>
                  <dgm:constr type="ctrX" for="ch" forName="dot5" refType="w" fact="0.4658"/>
                  <dgm:constr type="ctrY" for="ch" forName="dot5" refType="h" fact="0.5178"/>
                  <dgm:constr type="w" for="ch" forName="dot5" refType="userD"/>
                  <dgm:constr type="h" for="ch" forName="dot5" refType="userD"/>
                  <dgm:constr type="ctrX" for="ch" forName="dotArrow1" refType="w" fact="0.4766"/>
                  <dgm:constr type="ctrY" for="ch" forName="dotArrow1" refType="h" fact="0.0718"/>
                  <dgm:constr type="w" for="ch" forName="dotArrow1" refType="userD"/>
                  <dgm:constr type="h" for="ch" forName="dotArrow1" refType="userD"/>
                  <dgm:constr type="ctrX" for="ch" forName="dotArrow2" refType="w" fact="0.4488"/>
                  <dgm:constr type="ctrY" for="ch" forName="dotArrow2" refType="h" fact="0.0468"/>
                  <dgm:constr type="w" for="ch" forName="dotArrow2" refType="userD"/>
                  <dgm:constr type="h" for="ch" forName="dotArrow2" refType="userD"/>
                  <dgm:constr type="ctrX" for="ch" forName="dotArrow3" refType="w" fact="0.421"/>
                  <dgm:constr type="ctrY" for="ch" forName="dotArrow3" refType="h" fact="0.0218"/>
                  <dgm:constr type="w" for="ch" forName="dotArrow3" refType="userD"/>
                  <dgm:constr type="h" for="ch" forName="dotArrow3" refType="userD"/>
                  <dgm:constr type="ctrX" for="ch" forName="dotArrow4" refType="w" fact="0.3932"/>
                  <dgm:constr type="ctrY" for="ch" forName="dotArrow4" refType="h" fact="0.0468"/>
                  <dgm:constr type="w" for="ch" forName="dotArrow4" refType="userD"/>
                  <dgm:constr type="h" for="ch" forName="dotArrow4" refType="userD"/>
                  <dgm:constr type="ctrX" for="ch" forName="dotArrow5" refType="w" fact="0.3654"/>
                  <dgm:constr type="ctrY" for="ch" forName="dotArrow5" refType="h" fact="0.0718"/>
                  <dgm:constr type="w" for="ch" forName="dotArrow5" refType="userD"/>
                  <dgm:constr type="h" for="ch" forName="dotArrow5" refType="userD"/>
                  <dgm:constr type="ctrX" for="ch" forName="dotArrow6" refType="w" fact="0.421"/>
                  <dgm:constr type="ctrY" for="ch" forName="dotArrow6" refType="h" fact="0.0745"/>
                  <dgm:constr type="w" for="ch" forName="dotArrow6" refType="userD"/>
                  <dgm:constr type="h" for="ch" forName="dotArrow6" refType="userD"/>
                  <dgm:constr type="ctrX" for="ch" forName="dotArrow7" refType="w" fact="0.421"/>
                  <dgm:constr type="ctrY" for="ch" forName="dotArrow7" refType="h" fact="0.1273"/>
                  <dgm:constr type="w" for="ch" forName="dotArrow7" refType="userD"/>
                  <dgm:constr type="h" for="ch" forName="dotArrow7" refType="userD"/>
                  <dgm:constr type="r" for="ch" forName="parTx1" refType="w" fact="0.8163"/>
                  <dgm:constr type="t" for="ch" forName="parTx1" refType="h" fact="0.8551"/>
                  <dgm:constr type="w" for="ch" forName="parTx1" refType="w" fact="0.4314"/>
                  <dgm:constr type="h" for="ch" forName="parTx1" refType="h" fact="0.1638"/>
                  <dgm:constr type="ctrX" for="ch" forName="picture1" refType="w" fact="0.8359"/>
                  <dgm:constr type="ctrY" for="ch" forName="picture1" refType="h" fact="0.8361"/>
                  <dgm:constr type="w" for="ch" forName="picture1" refType="w" fact="0.2"/>
                  <dgm:constr type="h" for="ch" forName="picture1" refType="h" fact="0.2832"/>
                  <dgm:constr type="r" for="ch" forName="parTx2" refType="w" fact="0.5388"/>
                  <dgm:constr type="t" for="ch" forName="parTx2" refType="h" fact="0.6424"/>
                  <dgm:constr type="w" for="ch" forName="parTx2" refType="w" fact="0.4314"/>
                  <dgm:constr type="h" for="ch" forName="parTx2" refType="h" fact="0.1638"/>
                  <dgm:constr type="ctrX" for="ch" forName="picture2" refType="w" fact="0.5584"/>
                  <dgm:constr type="ctrY" for="ch" forName="picture2" refType="h" fact="0.6234"/>
                  <dgm:constr type="w" for="ch" forName="picture2" refType="w" fact="0.2"/>
                  <dgm:constr type="h" for="ch" forName="picture2" refType="h" fact="0.2832"/>
                  <dgm:constr type="r" for="ch" forName="parTx3" refType="w" fact="0.4114"/>
                  <dgm:constr type="t" for="ch" forName="parTx3" refType="h" fact="0.3198"/>
                  <dgm:constr type="w" for="ch" forName="parTx3" refType="w" fact="0.4314"/>
                  <dgm:constr type="h" for="ch" forName="parTx3" refType="h" fact="0.1638"/>
                  <dgm:constr type="ctrX" for="ch" forName="picture3" refType="w" fact="0.431"/>
                  <dgm:constr type="ctrY" for="ch" forName="picture3" refType="h" fact="0.3008"/>
                  <dgm:constr type="w" for="ch" forName="picture3" refType="w" fact="0.2"/>
                  <dgm:constr type="h" for="ch" forName="picture3" refType="h" fact="0.2832"/>
                </dgm:constrLst>
              </dgm:else>
            </dgm:choose>
          </dgm:else>
        </dgm:choose>
      </dgm:if>
      <dgm:if name="Name32" axis="ch" ptType="node" func="cnt" op="equ" val="4">
        <dgm:choose name="Name33">
          <dgm:if name="Name34" func="var" arg="dir" op="equ" val="norm">
            <dgm:choose name="Name35">
              <dgm:if name="Name36" axis="des" func="maxDepth" op="gt" val="1">
                <dgm:alg type="composite">
                  <dgm:param type="ar" val="1.5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userD" refType="w" fact="0.0136"/>
                  <dgm:constr type="ctrX" for="ch" forName="dot1" refType="w" fact="0.3253"/>
                  <dgm:constr type="ctrY" for="ch" forName="dot1" refType="h" fact="0.8215"/>
                  <dgm:constr type="w" for="ch" forName="dot1" refType="userD"/>
                  <dgm:constr type="h" for="ch" forName="dot1" refType="userD"/>
                  <dgm:constr type="ctrX" for="ch" forName="dot2" refType="w" fact="0.2949"/>
                  <dgm:constr type="ctrY" for="ch" forName="dot2" refType="h" fact="0.843"/>
                  <dgm:constr type="w" for="ch" forName="dot2" refType="userD"/>
                  <dgm:constr type="h" for="ch" forName="dot2" refType="userD"/>
                  <dgm:constr type="ctrX" for="ch" forName="dot3" refType="w" fact="0.2635"/>
                  <dgm:constr type="ctrY" for="ch" forName="dot3" refType="h" fact="0.8607"/>
                  <dgm:constr type="w" for="ch" forName="dot3" refType="userD"/>
                  <dgm:constr type="h" for="ch" forName="dot3" refType="userD"/>
                  <dgm:constr type="ctrX" for="ch" forName="dot4" refType="w" fact="0.2313"/>
                  <dgm:constr type="ctrY" for="ch" forName="dot4" refType="h" fact="0.8745"/>
                  <dgm:constr type="w" for="ch" forName="dot4" refType="userD"/>
                  <dgm:constr type="h" for="ch" forName="dot4" refType="userD"/>
                  <dgm:constr type="ctrX" for="ch" forName="dot5" refType="w" fact="0.4675"/>
                  <dgm:constr type="ctrY" for="ch" forName="dot5" refType="h" fact="0.6419"/>
                  <dgm:constr type="w" for="ch" forName="dot5" refType="userD"/>
                  <dgm:constr type="h" for="ch" forName="dot5" refType="userD"/>
                  <dgm:constr type="ctrX" for="ch" forName="dot6" refType="w" fact="0.5486"/>
                  <dgm:constr type="ctrY" for="ch" forName="dot6" refType="h" fact="0.3784"/>
                  <dgm:constr type="w" for="ch" forName="dot6" refType="userD"/>
                  <dgm:constr type="h" for="ch" forName="dot6" refType="userD"/>
                  <dgm:constr type="ctrX" for="ch" forName="dotArrow1" refType="w" fact="0.5267"/>
                  <dgm:constr type="ctrY" for="ch" forName="dotArrow1" refType="h" fact="0.0496"/>
                  <dgm:constr type="w" for="ch" forName="dotArrow1" refType="userD"/>
                  <dgm:constr type="h" for="ch" forName="dotArrow1" refType="userD"/>
                  <dgm:constr type="ctrX" for="ch" forName="dotArrow2" refType="w" fact="0.5462"/>
                  <dgm:constr type="ctrY" for="ch" forName="dotArrow2" refType="h" fact="0.0282"/>
                  <dgm:constr type="w" for="ch" forName="dotArrow2" refType="userD"/>
                  <dgm:constr type="h" for="ch" forName="dotArrow2" refType="userD"/>
                  <dgm:constr type="ctrX" for="ch" forName="dotArrow3" refType="w" fact="0.5657"/>
                  <dgm:constr type="ctrY" for="ch" forName="dotArrow3" refType="h" fact="0.0068"/>
                  <dgm:constr type="w" for="ch" forName="dotArrow3" refType="userD"/>
                  <dgm:constr type="h" for="ch" forName="dotArrow3" refType="userD"/>
                  <dgm:constr type="ctrX" for="ch" forName="dotArrow4" refType="w" fact="0.5851"/>
                  <dgm:constr type="ctrY" for="ch" forName="dotArrow4" refType="h" fact="0.0282"/>
                  <dgm:constr type="w" for="ch" forName="dotArrow4" refType="userD"/>
                  <dgm:constr type="h" for="ch" forName="dotArrow4" refType="userD"/>
                  <dgm:constr type="ctrX" for="ch" forName="dotArrow5" refType="w" fact="0.6046"/>
                  <dgm:constr type="ctrY" for="ch" forName="dotArrow5" refType="h" fact="0.0496"/>
                  <dgm:constr type="w" for="ch" forName="dotArrow5" refType="userD"/>
                  <dgm:constr type="h" for="ch" forName="dotArrow5" refType="userD"/>
                  <dgm:constr type="ctrX" for="ch" forName="dotArrow6" refType="w" fact="0.5657"/>
                  <dgm:constr type="ctrY" for="ch" forName="dotArrow6" refType="h" fact="0.052"/>
                  <dgm:constr type="w" for="ch" forName="dotArrow6" refType="userD"/>
                  <dgm:constr type="h" for="ch" forName="dotArrow6" refType="userD"/>
                  <dgm:constr type="ctrX" for="ch" forName="dotArrow7" refType="w" fact="0.5657"/>
                  <dgm:constr type="ctrY" for="ch" forName="dotArrow7" refType="h" fact="0.0972"/>
                  <dgm:constr type="w" for="ch" forName="dotArrow7" refType="userD"/>
                  <dgm:constr type="h" for="ch" forName="dotArrow7" refType="userD"/>
                  <dgm:constr type="l" for="ch" forName="parTx1" refType="w" fact="0.1466"/>
                  <dgm:constr type="t" for="ch" forName="parTx1" refType="h" fact="0.9095"/>
                  <dgm:constr type="w" for="ch" forName="parTx1" refType="w" fact="0.294"/>
                  <dgm:constr type="h" for="ch" forName="parTx1" refType="h" fact="0.1222"/>
                  <dgm:constr type="ctrX" for="ch" forName="picture1" refType="w" fact="0.1333"/>
                  <dgm:constr type="ctrY" for="ch" forName="picture1" refType="h" fact="0.8922"/>
                  <dgm:constr type="w" for="ch" forName="picture1" refType="w" fact="0.1363"/>
                  <dgm:constr type="h" for="ch" forName="picture1" refType="h" fact="0.2113"/>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4105"/>
                  <dgm:constr type="t" for="ch" forName="parTx2" refType="h" fact="0.762"/>
                  <dgm:constr type="w" for="ch" forName="parTx2" refType="w" fact="0.294"/>
                  <dgm:constr type="h" for="ch" forName="parTx2" refType="h" fact="0.1222"/>
                  <dgm:constr type="ctrX" for="ch" forName="picture2" refType="w" fact="0.3972"/>
                  <dgm:constr type="ctrY" for="ch" forName="picture2" refType="h" fact="0.7447"/>
                  <dgm:constr type="w" for="ch" forName="picture2" refType="w" fact="0.1363"/>
                  <dgm:constr type="h" for="ch" forName="picture2" refType="h" fact="0.2113"/>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5229"/>
                  <dgm:constr type="t" for="ch" forName="parTx3" refType="h" fact="0.5294"/>
                  <dgm:constr type="w" for="ch" forName="parTx3" refType="w" fact="0.294"/>
                  <dgm:constr type="h" for="ch" forName="parTx3" refType="h" fact="0.1222"/>
                  <dgm:constr type="ctrX" for="ch" forName="picture3" refType="w" fact="0.5095"/>
                  <dgm:constr type="ctrY" for="ch" forName="picture3" refType="h" fact="0.5121"/>
                  <dgm:constr type="w" for="ch" forName="picture3" refType="w" fact="0.1363"/>
                  <dgm:constr type="h" for="ch" forName="picture3" refType="h" fact="0.2113"/>
                  <dgm:constr type="l" for="ch" forName="desTx3" refType="r" refFor="ch" refForName="parTx3"/>
                  <dgm:constr type="r" for="ch" forName="desTx3" refType="w"/>
                  <dgm:constr type="t" for="ch" forName="desTx3" refType="t" refFor="ch" refForName="parTx3"/>
                  <dgm:constr type="h" for="ch" forName="desTx3" refType="h" refFor="ch" refForName="parTx3"/>
                  <dgm:constr type="l" for="ch" forName="parTx4" refType="w" fact="0.5722"/>
                  <dgm:constr type="t" for="ch" forName="parTx4" refType="h" fact="0.2523"/>
                  <dgm:constr type="w" for="ch" forName="parTx4" refType="w" fact="0.294"/>
                  <dgm:constr type="h" for="ch" forName="parTx4" refType="h" fact="0.1222"/>
                  <dgm:constr type="ctrX" for="ch" forName="picture4" refType="w" fact="0.5588"/>
                  <dgm:constr type="ctrY" for="ch" forName="picture4" refType="h" fact="0.235"/>
                  <dgm:constr type="w" for="ch" forName="picture4" refType="w" fact="0.1363"/>
                  <dgm:constr type="h" for="ch" forName="picture4" refType="h" fact="0.2113"/>
                  <dgm:constr type="l" for="ch" forName="desTx4" refType="r" refFor="ch" refForName="parTx4"/>
                  <dgm:constr type="r" for="ch" forName="desTx4" refType="w"/>
                  <dgm:constr type="t" for="ch" forName="desTx4" refType="t" refFor="ch" refForName="parTx4"/>
                  <dgm:constr type="h" for="ch" forName="desTx4" refType="h" refFor="ch" refForName="parTx4"/>
                </dgm:constrLst>
              </dgm:if>
              <dgm:else name="Name37">
                <dgm:alg type="composite">
                  <dgm:param type="ar" val="1.267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userD" refType="w" fact="0.0167"/>
                  <dgm:constr type="ctrX" for="ch" forName="dot1" refType="w" fact="0.3978"/>
                  <dgm:constr type="ctrY" for="ch" forName="dot1" refType="h" fact="0.8215"/>
                  <dgm:constr type="w" for="ch" forName="dot1" refType="userD"/>
                  <dgm:constr type="h" for="ch" forName="dot1" refType="userD"/>
                  <dgm:constr type="ctrX" for="ch" forName="dot2" refType="w" fact="0.3606"/>
                  <dgm:constr type="ctrY" for="ch" forName="dot2" refType="h" fact="0.843"/>
                  <dgm:constr type="w" for="ch" forName="dot2" refType="userD"/>
                  <dgm:constr type="h" for="ch" forName="dot2" refType="userD"/>
                  <dgm:constr type="ctrX" for="ch" forName="dot3" refType="w" fact="0.3223"/>
                  <dgm:constr type="ctrY" for="ch" forName="dot3" refType="h" fact="0.8607"/>
                  <dgm:constr type="w" for="ch" forName="dot3" refType="userD"/>
                  <dgm:constr type="h" for="ch" forName="dot3" refType="userD"/>
                  <dgm:constr type="ctrX" for="ch" forName="dot4" refType="w" fact="0.2829"/>
                  <dgm:constr type="ctrY" for="ch" forName="dot4" refType="h" fact="0.8745"/>
                  <dgm:constr type="w" for="ch" forName="dot4" refType="userD"/>
                  <dgm:constr type="h" for="ch" forName="dot4" refType="userD"/>
                  <dgm:constr type="ctrX" for="ch" forName="dot5" refType="w" fact="0.5717"/>
                  <dgm:constr type="ctrY" for="ch" forName="dot5" refType="h" fact="0.6419"/>
                  <dgm:constr type="w" for="ch" forName="dot5" refType="userD"/>
                  <dgm:constr type="h" for="ch" forName="dot5" refType="userD"/>
                  <dgm:constr type="ctrX" for="ch" forName="dot6" refType="w" fact="0.6709"/>
                  <dgm:constr type="ctrY" for="ch" forName="dot6" refType="h" fact="0.3784"/>
                  <dgm:constr type="w" for="ch" forName="dot6" refType="userD"/>
                  <dgm:constr type="h" for="ch" forName="dot6" refType="userD"/>
                  <dgm:constr type="ctrX" for="ch" forName="dotArrow1" refType="w" fact="0.6441"/>
                  <dgm:constr type="ctrY" for="ch" forName="dotArrow1" refType="h" fact="0.0496"/>
                  <dgm:constr type="w" for="ch" forName="dotArrow1" refType="userD"/>
                  <dgm:constr type="h" for="ch" forName="dotArrow1" refType="userD"/>
                  <dgm:constr type="ctrX" for="ch" forName="dotArrow2" refType="w" fact="0.6679"/>
                  <dgm:constr type="ctrY" for="ch" forName="dotArrow2" refType="h" fact="0.0282"/>
                  <dgm:constr type="w" for="ch" forName="dotArrow2" refType="userD"/>
                  <dgm:constr type="h" for="ch" forName="dotArrow2" refType="userD"/>
                  <dgm:constr type="ctrX" for="ch" forName="dotArrow3" refType="w" fact="0.6917"/>
                  <dgm:constr type="ctrY" for="ch" forName="dotArrow3" refType="h" fact="0.0068"/>
                  <dgm:constr type="w" for="ch" forName="dotArrow3" refType="userD"/>
                  <dgm:constr type="h" for="ch" forName="dotArrow3" refType="userD"/>
                  <dgm:constr type="ctrX" for="ch" forName="dotArrow4" refType="w" fact="0.7155"/>
                  <dgm:constr type="ctrY" for="ch" forName="dotArrow4" refType="h" fact="0.0282"/>
                  <dgm:constr type="w" for="ch" forName="dotArrow4" refType="userD"/>
                  <dgm:constr type="h" for="ch" forName="dotArrow4" refType="userD"/>
                  <dgm:constr type="ctrX" for="ch" forName="dotArrow5" refType="w" fact="0.7394"/>
                  <dgm:constr type="ctrY" for="ch" forName="dotArrow5" refType="h" fact="0.0496"/>
                  <dgm:constr type="w" for="ch" forName="dotArrow5" refType="userD"/>
                  <dgm:constr type="h" for="ch" forName="dotArrow5" refType="userD"/>
                  <dgm:constr type="ctrX" for="ch" forName="dotArrow6" refType="w" fact="0.6917"/>
                  <dgm:constr type="ctrY" for="ch" forName="dotArrow6" refType="h" fact="0.052"/>
                  <dgm:constr type="w" for="ch" forName="dotArrow6" refType="userD"/>
                  <dgm:constr type="h" for="ch" forName="dotArrow6" refType="userD"/>
                  <dgm:constr type="ctrX" for="ch" forName="dotArrow7" refType="w" fact="0.6917"/>
                  <dgm:constr type="ctrY" for="ch" forName="dotArrow7" refType="h" fact="0.0972"/>
                  <dgm:constr type="w" for="ch" forName="dotArrow7" refType="userD"/>
                  <dgm:constr type="h" for="ch" forName="dotArrow7" refType="userD"/>
                  <dgm:constr type="l" for="ch" forName="parTx1" refType="w" fact="0.1793"/>
                  <dgm:constr type="t" for="ch" forName="parTx1" refType="h" fact="0.9064"/>
                  <dgm:constr type="w" for="ch" forName="parTx1" refType="w" fact="0.3595"/>
                  <dgm:constr type="h" for="ch" forName="parTx1" refType="h" fact="0.1222"/>
                  <dgm:constr type="ctrX" for="ch" forName="picture1" refType="w" fact="0.163"/>
                  <dgm:constr type="ctrY" for="ch" forName="picture1" refType="h" fact="0.8922"/>
                  <dgm:constr type="w" for="ch" forName="picture1" refType="w" fact="0.1667"/>
                  <dgm:constr type="h" for="ch" forName="picture1" refType="h" fact="0.2113"/>
                  <dgm:constr type="l" for="ch" forName="parTx2" refType="w" fact="0.502"/>
                  <dgm:constr type="t" for="ch" forName="parTx2" refType="h" fact="0.7589"/>
                  <dgm:constr type="w" for="ch" forName="parTx2" refType="w" fact="0.3595"/>
                  <dgm:constr type="h" for="ch" forName="parTx2" refType="h" fact="0.1222"/>
                  <dgm:constr type="ctrX" for="ch" forName="picture2" refType="w" fact="0.4857"/>
                  <dgm:constr type="ctrY" for="ch" forName="picture2" refType="h" fact="0.7447"/>
                  <dgm:constr type="w" for="ch" forName="picture2" refType="w" fact="0.1667"/>
                  <dgm:constr type="h" for="ch" forName="picture2" refType="h" fact="0.2113"/>
                  <dgm:constr type="l" for="ch" forName="parTx3" refType="w" fact="0.6394"/>
                  <dgm:constr type="t" for="ch" forName="parTx3" refType="h" fact="0.5263"/>
                  <dgm:constr type="w" for="ch" forName="parTx3" refType="w" fact="0.3595"/>
                  <dgm:constr type="h" for="ch" forName="parTx3" refType="h" fact="0.1222"/>
                  <dgm:constr type="ctrX" for="ch" forName="picture3" refType="w" fact="0.6231"/>
                  <dgm:constr type="ctrY" for="ch" forName="picture3" refType="h" fact="0.5121"/>
                  <dgm:constr type="w" for="ch" forName="picture3" refType="w" fact="0.1667"/>
                  <dgm:constr type="h" for="ch" forName="picture3" refType="h" fact="0.2113"/>
                  <dgm:constr type="l" for="ch" forName="parTx4" refType="w" fact="0.6997"/>
                  <dgm:constr type="t" for="ch" forName="parTx4" refType="h" fact="0.2492"/>
                  <dgm:constr type="w" for="ch" forName="parTx4" refType="w" fact="0.3595"/>
                  <dgm:constr type="h" for="ch" forName="parTx4" refType="h" fact="0.1222"/>
                  <dgm:constr type="ctrX" for="ch" forName="picture4" refType="w" fact="0.6834"/>
                  <dgm:constr type="ctrY" for="ch" forName="picture4" refType="h" fact="0.235"/>
                  <dgm:constr type="w" for="ch" forName="picture4" refType="w" fact="0.1667"/>
                  <dgm:constr type="h" for="ch" forName="picture4" refType="h" fact="0.2113"/>
                </dgm:constrLst>
              </dgm:else>
            </dgm:choose>
          </dgm:if>
          <dgm:else name="Name38">
            <dgm:choose name="Name39">
              <dgm:if name="Name40" axis="des" func="maxDepth" op="gt" val="1">
                <dgm:alg type="composite">
                  <dgm:param type="ar" val="1.5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userD" refType="w" fact="0.0136"/>
                  <dgm:constr type="ctrX" for="ch" forName="dot1" refType="w" fact="0.6747"/>
                  <dgm:constr type="ctrY" for="ch" forName="dot1" refType="h" fact="0.8215"/>
                  <dgm:constr type="w" for="ch" forName="dot1" refType="userD"/>
                  <dgm:constr type="h" for="ch" forName="dot1" refType="userD"/>
                  <dgm:constr type="ctrX" for="ch" forName="dot2" refType="w" fact="0.7051"/>
                  <dgm:constr type="ctrY" for="ch" forName="dot2" refType="h" fact="0.843"/>
                  <dgm:constr type="w" for="ch" forName="dot2" refType="userD"/>
                  <dgm:constr type="h" for="ch" forName="dot2" refType="userD"/>
                  <dgm:constr type="ctrX" for="ch" forName="dot3" refType="w" fact="0.7365"/>
                  <dgm:constr type="ctrY" for="ch" forName="dot3" refType="h" fact="0.8607"/>
                  <dgm:constr type="w" for="ch" forName="dot3" refType="userD"/>
                  <dgm:constr type="h" for="ch" forName="dot3" refType="userD"/>
                  <dgm:constr type="ctrX" for="ch" forName="dot4" refType="w" fact="0.7687"/>
                  <dgm:constr type="ctrY" for="ch" forName="dot4" refType="h" fact="0.8745"/>
                  <dgm:constr type="w" for="ch" forName="dot4" refType="userD"/>
                  <dgm:constr type="h" for="ch" forName="dot4" refType="userD"/>
                  <dgm:constr type="ctrX" for="ch" forName="dot5" refType="w" fact="0.5325"/>
                  <dgm:constr type="ctrY" for="ch" forName="dot5" refType="h" fact="0.6419"/>
                  <dgm:constr type="w" for="ch" forName="dot5" refType="userD"/>
                  <dgm:constr type="h" for="ch" forName="dot5" refType="userD"/>
                  <dgm:constr type="ctrX" for="ch" forName="dot6" refType="w" fact="0.4514"/>
                  <dgm:constr type="ctrY" for="ch" forName="dot6" refType="h" fact="0.3784"/>
                  <dgm:constr type="w" for="ch" forName="dot6" refType="userD"/>
                  <dgm:constr type="h" for="ch" forName="dot6" refType="userD"/>
                  <dgm:constr type="ctrX" for="ch" forName="dotArrow1" refType="w" fact="0.4733"/>
                  <dgm:constr type="ctrY" for="ch" forName="dotArrow1" refType="h" fact="0.0496"/>
                  <dgm:constr type="w" for="ch" forName="dotArrow1" refType="userD"/>
                  <dgm:constr type="h" for="ch" forName="dotArrow1" refType="userD"/>
                  <dgm:constr type="ctrX" for="ch" forName="dotArrow2" refType="w" fact="0.4538"/>
                  <dgm:constr type="ctrY" for="ch" forName="dotArrow2" refType="h" fact="0.0282"/>
                  <dgm:constr type="w" for="ch" forName="dotArrow2" refType="userD"/>
                  <dgm:constr type="h" for="ch" forName="dotArrow2" refType="userD"/>
                  <dgm:constr type="ctrX" for="ch" forName="dotArrow3" refType="w" fact="0.4343"/>
                  <dgm:constr type="ctrY" for="ch" forName="dotArrow3" refType="h" fact="0.0068"/>
                  <dgm:constr type="w" for="ch" forName="dotArrow3" refType="userD"/>
                  <dgm:constr type="h" for="ch" forName="dotArrow3" refType="userD"/>
                  <dgm:constr type="ctrX" for="ch" forName="dotArrow4" refType="w" fact="0.4149"/>
                  <dgm:constr type="ctrY" for="ch" forName="dotArrow4" refType="h" fact="0.0282"/>
                  <dgm:constr type="w" for="ch" forName="dotArrow4" refType="userD"/>
                  <dgm:constr type="h" for="ch" forName="dotArrow4" refType="userD"/>
                  <dgm:constr type="ctrX" for="ch" forName="dotArrow5" refType="w" fact="0.3954"/>
                  <dgm:constr type="ctrY" for="ch" forName="dotArrow5" refType="h" fact="0.0496"/>
                  <dgm:constr type="w" for="ch" forName="dotArrow5" refType="userD"/>
                  <dgm:constr type="h" for="ch" forName="dotArrow5" refType="userD"/>
                  <dgm:constr type="ctrX" for="ch" forName="dotArrow6" refType="w" fact="0.4343"/>
                  <dgm:constr type="ctrY" for="ch" forName="dotArrow6" refType="h" fact="0.052"/>
                  <dgm:constr type="w" for="ch" forName="dotArrow6" refType="userD"/>
                  <dgm:constr type="h" for="ch" forName="dotArrow6" refType="userD"/>
                  <dgm:constr type="ctrX" for="ch" forName="dotArrow7" refType="w" fact="0.4343"/>
                  <dgm:constr type="ctrY" for="ch" forName="dotArrow7" refType="h" fact="0.0972"/>
                  <dgm:constr type="w" for="ch" forName="dotArrow7" refType="userD"/>
                  <dgm:constr type="h" for="ch" forName="dotArrow7" refType="userD"/>
                  <dgm:constr type="r" for="ch" forName="parTx1" refType="w" fact="0.8534"/>
                  <dgm:constr type="t" for="ch" forName="parTx1" refType="h" fact="0.9095"/>
                  <dgm:constr type="w" for="ch" forName="parTx1" refType="w" fact="0.294"/>
                  <dgm:constr type="h" for="ch" forName="parTx1" refType="h" fact="0.1222"/>
                  <dgm:constr type="ctrX" for="ch" forName="picture1" refType="w" fact="0.8667"/>
                  <dgm:constr type="ctrY" for="ch" forName="picture1" refType="h" fact="0.8922"/>
                  <dgm:constr type="w" for="ch" forName="picture1" refType="w" fact="0.1363"/>
                  <dgm:constr type="h" for="ch" forName="picture1" refType="h" fact="0.2113"/>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5895"/>
                  <dgm:constr type="t" for="ch" forName="parTx2" refType="h" fact="0.762"/>
                  <dgm:constr type="w" for="ch" forName="parTx2" refType="w" fact="0.294"/>
                  <dgm:constr type="h" for="ch" forName="parTx2" refType="h" fact="0.1222"/>
                  <dgm:constr type="ctrX" for="ch" forName="picture2" refType="w" fact="0.6028"/>
                  <dgm:constr type="ctrY" for="ch" forName="picture2" refType="h" fact="0.7447"/>
                  <dgm:constr type="w" for="ch" forName="picture2" refType="w" fact="0.1363"/>
                  <dgm:constr type="h" for="ch" forName="picture2" refType="h" fact="0.2113"/>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4771"/>
                  <dgm:constr type="t" for="ch" forName="parTx3" refType="h" fact="0.5294"/>
                  <dgm:constr type="w" for="ch" forName="parTx3" refType="w" fact="0.294"/>
                  <dgm:constr type="h" for="ch" forName="parTx3" refType="h" fact="0.1222"/>
                  <dgm:constr type="ctrX" for="ch" forName="picture3" refType="w" fact="0.4905"/>
                  <dgm:constr type="ctrY" for="ch" forName="picture3" refType="h" fact="0.5121"/>
                  <dgm:constr type="w" for="ch" forName="picture3" refType="w" fact="0.1363"/>
                  <dgm:constr type="h" for="ch" forName="picture3" refType="h" fact="0.2113"/>
                  <dgm:constr type="r" for="ch" forName="desTx3" refType="l" refFor="ch" refForName="parTx3"/>
                  <dgm:constr type="l" for="ch" forName="desTx3"/>
                  <dgm:constr type="t" for="ch" forName="desTx3" refType="t" refFor="ch" refForName="parTx3"/>
                  <dgm:constr type="h" for="ch" forName="desTx3" refType="h" refFor="ch" refForName="parTx3"/>
                  <dgm:constr type="r" for="ch" forName="parTx4" refType="w" fact="0.4278"/>
                  <dgm:constr type="t" for="ch" forName="parTx4" refType="h" fact="0.2523"/>
                  <dgm:constr type="w" for="ch" forName="parTx4" refType="w" fact="0.294"/>
                  <dgm:constr type="h" for="ch" forName="parTx4" refType="h" fact="0.1222"/>
                  <dgm:constr type="ctrX" for="ch" forName="picture4" refType="w" fact="0.4412"/>
                  <dgm:constr type="ctrY" for="ch" forName="picture4" refType="h" fact="0.235"/>
                  <dgm:constr type="w" for="ch" forName="picture4" refType="w" fact="0.1363"/>
                  <dgm:constr type="h" for="ch" forName="picture4" refType="h" fact="0.2113"/>
                  <dgm:constr type="r" for="ch" forName="desTx4" refType="l" refFor="ch" refForName="parTx4"/>
                  <dgm:constr type="l" for="ch" forName="desTx4"/>
                  <dgm:constr type="t" for="ch" forName="desTx4" refType="t" refFor="ch" refForName="parTx4"/>
                  <dgm:constr type="h" for="ch" forName="desTx4" refType="h" refFor="ch" refForName="parTx4"/>
                </dgm:constrLst>
              </dgm:if>
              <dgm:else name="Name41">
                <dgm:alg type="composite">
                  <dgm:param type="ar" val="1.267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userD" refType="w" fact="0.0167"/>
                  <dgm:constr type="ctrX" for="ch" forName="dot1" refType="w" fact="0.6022"/>
                  <dgm:constr type="ctrY" for="ch" forName="dot1" refType="h" fact="0.8215"/>
                  <dgm:constr type="w" for="ch" forName="dot1" refType="userD"/>
                  <dgm:constr type="h" for="ch" forName="dot1" refType="userD"/>
                  <dgm:constr type="ctrX" for="ch" forName="dot2" refType="w" fact="0.6394"/>
                  <dgm:constr type="ctrY" for="ch" forName="dot2" refType="h" fact="0.843"/>
                  <dgm:constr type="w" for="ch" forName="dot2" refType="userD"/>
                  <dgm:constr type="h" for="ch" forName="dot2" refType="userD"/>
                  <dgm:constr type="ctrX" for="ch" forName="dot3" refType="w" fact="0.6777"/>
                  <dgm:constr type="ctrY" for="ch" forName="dot3" refType="h" fact="0.8607"/>
                  <dgm:constr type="w" for="ch" forName="dot3" refType="userD"/>
                  <dgm:constr type="h" for="ch" forName="dot3" refType="userD"/>
                  <dgm:constr type="ctrX" for="ch" forName="dot4" refType="w" fact="0.7171"/>
                  <dgm:constr type="ctrY" for="ch" forName="dot4" refType="h" fact="0.8745"/>
                  <dgm:constr type="w" for="ch" forName="dot4" refType="userD"/>
                  <dgm:constr type="h" for="ch" forName="dot4" refType="userD"/>
                  <dgm:constr type="ctrX" for="ch" forName="dot5" refType="w" fact="0.4283"/>
                  <dgm:constr type="ctrY" for="ch" forName="dot5" refType="h" fact="0.6419"/>
                  <dgm:constr type="w" for="ch" forName="dot5" refType="userD"/>
                  <dgm:constr type="h" for="ch" forName="dot5" refType="userD"/>
                  <dgm:constr type="ctrX" for="ch" forName="dot6" refType="w" fact="0.3291"/>
                  <dgm:constr type="ctrY" for="ch" forName="dot6" refType="h" fact="0.3784"/>
                  <dgm:constr type="w" for="ch" forName="dot6" refType="userD"/>
                  <dgm:constr type="h" for="ch" forName="dot6" refType="userD"/>
                  <dgm:constr type="ctrX" for="ch" forName="dotArrow1" refType="w" fact="0.3559"/>
                  <dgm:constr type="ctrY" for="ch" forName="dotArrow1" refType="h" fact="0.0496"/>
                  <dgm:constr type="w" for="ch" forName="dotArrow1" refType="userD"/>
                  <dgm:constr type="h" for="ch" forName="dotArrow1" refType="userD"/>
                  <dgm:constr type="ctrX" for="ch" forName="dotArrow2" refType="w" fact="0.3321"/>
                  <dgm:constr type="ctrY" for="ch" forName="dotArrow2" refType="h" fact="0.0282"/>
                  <dgm:constr type="w" for="ch" forName="dotArrow2" refType="userD"/>
                  <dgm:constr type="h" for="ch" forName="dotArrow2" refType="userD"/>
                  <dgm:constr type="ctrX" for="ch" forName="dotArrow3" refType="w" fact="0.3083"/>
                  <dgm:constr type="ctrY" for="ch" forName="dotArrow3" refType="h" fact="0.0068"/>
                  <dgm:constr type="w" for="ch" forName="dotArrow3" refType="userD"/>
                  <dgm:constr type="h" for="ch" forName="dotArrow3" refType="userD"/>
                  <dgm:constr type="ctrX" for="ch" forName="dotArrow4" refType="w" fact="0.2845"/>
                  <dgm:constr type="ctrY" for="ch" forName="dotArrow4" refType="h" fact="0.0282"/>
                  <dgm:constr type="w" for="ch" forName="dotArrow4" refType="userD"/>
                  <dgm:constr type="h" for="ch" forName="dotArrow4" refType="userD"/>
                  <dgm:constr type="ctrX" for="ch" forName="dotArrow5" refType="w" fact="0.2606"/>
                  <dgm:constr type="ctrY" for="ch" forName="dotArrow5" refType="h" fact="0.0496"/>
                  <dgm:constr type="w" for="ch" forName="dotArrow5" refType="userD"/>
                  <dgm:constr type="h" for="ch" forName="dotArrow5" refType="userD"/>
                  <dgm:constr type="ctrX" for="ch" forName="dotArrow6" refType="w" fact="0.3083"/>
                  <dgm:constr type="ctrY" for="ch" forName="dotArrow6" refType="h" fact="0.052"/>
                  <dgm:constr type="w" for="ch" forName="dotArrow6" refType="userD"/>
                  <dgm:constr type="h" for="ch" forName="dotArrow6" refType="userD"/>
                  <dgm:constr type="ctrX" for="ch" forName="dotArrow7" refType="w" fact="0.3083"/>
                  <dgm:constr type="ctrY" for="ch" forName="dotArrow7" refType="h" fact="0.0972"/>
                  <dgm:constr type="w" for="ch" forName="dotArrow7" refType="userD"/>
                  <dgm:constr type="h" for="ch" forName="dotArrow7" refType="userD"/>
                  <dgm:constr type="r" for="ch" forName="parTx1" refType="w" fact="0.8207"/>
                  <dgm:constr type="t" for="ch" forName="parTx1" refType="h" fact="0.9064"/>
                  <dgm:constr type="w" for="ch" forName="parTx1" refType="w" fact="0.3595"/>
                  <dgm:constr type="h" for="ch" forName="parTx1" refType="h" fact="0.1222"/>
                  <dgm:constr type="ctrX" for="ch" forName="picture1" refType="w" fact="0.837"/>
                  <dgm:constr type="ctrY" for="ch" forName="picture1" refType="h" fact="0.8922"/>
                  <dgm:constr type="w" for="ch" forName="picture1" refType="w" fact="0.1667"/>
                  <dgm:constr type="h" for="ch" forName="picture1" refType="h" fact="0.2113"/>
                  <dgm:constr type="r" for="ch" forName="parTx2" refType="w" fact="0.498"/>
                  <dgm:constr type="t" for="ch" forName="parTx2" refType="h" fact="0.7589"/>
                  <dgm:constr type="w" for="ch" forName="parTx2" refType="w" fact="0.3595"/>
                  <dgm:constr type="h" for="ch" forName="parTx2" refType="h" fact="0.1222"/>
                  <dgm:constr type="ctrX" for="ch" forName="picture2" refType="w" fact="0.5143"/>
                  <dgm:constr type="ctrY" for="ch" forName="picture2" refType="h" fact="0.7447"/>
                  <dgm:constr type="w" for="ch" forName="picture2" refType="w" fact="0.1667"/>
                  <dgm:constr type="h" for="ch" forName="picture2" refType="h" fact="0.2113"/>
                  <dgm:constr type="r" for="ch" forName="parTx3" refType="w" fact="0.3606"/>
                  <dgm:constr type="t" for="ch" forName="parTx3" refType="h" fact="0.5263"/>
                  <dgm:constr type="w" for="ch" forName="parTx3" refType="w" fact="0.3595"/>
                  <dgm:constr type="h" for="ch" forName="parTx3" refType="h" fact="0.1222"/>
                  <dgm:constr type="ctrX" for="ch" forName="picture3" refType="w" fact="0.3769"/>
                  <dgm:constr type="ctrY" for="ch" forName="picture3" refType="h" fact="0.5121"/>
                  <dgm:constr type="w" for="ch" forName="picture3" refType="w" fact="0.1667"/>
                  <dgm:constr type="h" for="ch" forName="picture3" refType="h" fact="0.2113"/>
                  <dgm:constr type="r" for="ch" forName="parTx4" refType="w" fact="0.3003"/>
                  <dgm:constr type="t" for="ch" forName="parTx4" refType="h" fact="0.2492"/>
                  <dgm:constr type="w" for="ch" forName="parTx4" refType="w" fact="0.3595"/>
                  <dgm:constr type="h" for="ch" forName="parTx4" refType="h" fact="0.1222"/>
                  <dgm:constr type="ctrX" for="ch" forName="picture4" refType="w" fact="0.3166"/>
                  <dgm:constr type="ctrY" for="ch" forName="picture4" refType="h" fact="0.235"/>
                  <dgm:constr type="w" for="ch" forName="picture4" refType="w" fact="0.1667"/>
                  <dgm:constr type="h" for="ch" forName="picture4" refType="h" fact="0.2113"/>
                </dgm:constrLst>
              </dgm:else>
            </dgm:choose>
          </dgm:else>
        </dgm:choose>
      </dgm:if>
      <dgm:if name="Name42" axis="ch" ptType="node" func="cnt" op="equ" val="5">
        <dgm:choose name="Name43">
          <dgm:if name="Name44" func="var" arg="dir" op="equ" val="norm">
            <dgm:choose name="Name45">
              <dgm:if name="Name46" axis="des" func="maxDepth" op="gt" val="1">
                <dgm:alg type="composite">
                  <dgm:param type="ar" val="1.41"/>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userD" refType="w" fact="0.0118"/>
                  <dgm:constr type="ctrX" for="ch" forName="dot1" refType="w" fact="0.3263"/>
                  <dgm:constr type="ctrY" for="ch" forName="dot1" refType="h" fact="0.8674"/>
                  <dgm:constr type="w" for="ch" forName="dot1" refType="userD"/>
                  <dgm:constr type="h" for="ch" forName="dot1" refType="userD"/>
                  <dgm:constr type="ctrX" for="ch" forName="dot2" refType="w" fact="0.3001"/>
                  <dgm:constr type="ctrY" for="ch" forName="dot2" refType="h" fact="0.8824"/>
                  <dgm:constr type="w" for="ch" forName="dot2" refType="userD"/>
                  <dgm:constr type="h" for="ch" forName="dot2" refType="userD"/>
                  <dgm:constr type="ctrX" for="ch" forName="dot3" refType="w" fact="0.2733"/>
                  <dgm:constr type="ctrY" for="ch" forName="dot3" refType="h" fact="0.8948"/>
                  <dgm:constr type="w" for="ch" forName="dot3" refType="userD"/>
                  <dgm:constr type="h" for="ch" forName="dot3" refType="userD"/>
                  <dgm:constr type="ctrX" for="ch" forName="dot4" refType="w" fact="0.2462"/>
                  <dgm:constr type="ctrY" for="ch" forName="dot4" refType="h" fact="0.9044"/>
                  <dgm:constr type="w" for="ch" forName="dot4" refType="userD"/>
                  <dgm:constr type="h" for="ch" forName="dot4" refType="userD"/>
                  <dgm:constr type="ctrX" for="ch" forName="dot5" refType="w" fact="0.4691"/>
                  <dgm:constr type="ctrY" for="ch" forName="dot5" refType="h" fact="0.7222"/>
                  <dgm:constr type="w" for="ch" forName="dot5" refType="userD"/>
                  <dgm:constr type="h" for="ch" forName="dot5" refType="userD"/>
                  <dgm:constr type="ctrX" for="ch" forName="dot6" refType="w" fact="0.4484"/>
                  <dgm:constr type="ctrY" for="ch" forName="dot6" refType="h" fact="0.7518"/>
                  <dgm:constr type="w" for="ch" forName="dot6" refType="userD"/>
                  <dgm:constr type="h" for="ch" forName="dot6" refType="userD"/>
                  <dgm:constr type="ctrX" for="ch" forName="dot7" refType="w" fact="0.5549"/>
                  <dgm:constr type="ctrY" for="ch" forName="dot7" refType="h" fact="0.5422"/>
                  <dgm:constr type="w" for="ch" forName="dot7" refType="userD"/>
                  <dgm:constr type="h" for="ch" forName="dot7" refType="userD"/>
                  <dgm:constr type="ctrX" for="ch" forName="dot8" refType="w" fact="0.601"/>
                  <dgm:constr type="ctrY" for="ch" forName="dot8" refType="h" fact="0.3229"/>
                  <dgm:constr type="w" for="ch" forName="dot8" refType="userD"/>
                  <dgm:constr type="h" for="ch" forName="dot8" refType="userD"/>
                  <dgm:constr type="ctrX" for="ch" forName="dotArrow1" refType="w" fact="0.5779"/>
                  <dgm:constr type="ctrY" for="ch" forName="dotArrow1" refType="h" fact="0.0635"/>
                  <dgm:constr type="w" for="ch" forName="dotArrow1" refType="userD"/>
                  <dgm:constr type="h" for="ch" forName="dotArrow1" refType="userD"/>
                  <dgm:constr type="ctrX" for="ch" forName="dotArrow2" refType="w" fact="0.5951"/>
                  <dgm:constr type="ctrY" for="ch" forName="dotArrow2" refType="h" fact="0.0448"/>
                  <dgm:constr type="w" for="ch" forName="dotArrow2" refType="userD"/>
                  <dgm:constr type="h" for="ch" forName="dotArrow2" refType="userD"/>
                  <dgm:constr type="ctrX" for="ch" forName="dotArrow3" refType="w" fact="0.6123"/>
                  <dgm:constr type="ctrY" for="ch" forName="dotArrow3" refType="h" fact="0.026"/>
                  <dgm:constr type="w" for="ch" forName="dotArrow3" refType="userD"/>
                  <dgm:constr type="h" for="ch" forName="dotArrow3" refType="userD"/>
                  <dgm:constr type="ctrX" for="ch" forName="dotArrow4" refType="w" fact="0.6295"/>
                  <dgm:constr type="ctrY" for="ch" forName="dotArrow4" refType="h" fact="0.0448"/>
                  <dgm:constr type="w" for="ch" forName="dotArrow4" refType="userD"/>
                  <dgm:constr type="h" for="ch" forName="dotArrow4" refType="userD"/>
                  <dgm:constr type="ctrX" for="ch" forName="dotArrow5" refType="w" fact="0.6467"/>
                  <dgm:constr type="ctrY" for="ch" forName="dotArrow5" refType="h" fact="0.0635"/>
                  <dgm:constr type="w" for="ch" forName="dotArrow5" refType="userD"/>
                  <dgm:constr type="h" for="ch" forName="dotArrow5" refType="userD"/>
                  <dgm:constr type="ctrX" for="ch" forName="dotArrow6" refType="w" fact="0.6123"/>
                  <dgm:constr type="ctrY" for="ch" forName="dotArrow6" refType="h" fact="0.0656"/>
                  <dgm:constr type="w" for="ch" forName="dotArrow6" refType="userD"/>
                  <dgm:constr type="h" for="ch" forName="dotArrow6" refType="userD"/>
                  <dgm:constr type="ctrX" for="ch" forName="dotArrow7" refType="w" fact="0.6123"/>
                  <dgm:constr type="ctrY" for="ch" forName="dotArrow7" refType="h" fact="0.1052"/>
                  <dgm:constr type="w" for="ch" forName="dotArrow7" refType="userD"/>
                  <dgm:constr type="h" for="ch" forName="dotArrow7" refType="userD"/>
                  <dgm:constr type="l" for="ch" forName="parTx1" refType="w" fact="0.1746"/>
                  <dgm:constr type="t" for="ch" forName="parTx1" refType="h" fact="0.9304"/>
                  <dgm:constr type="w" for="ch" forName="parTx1" refType="w" fact="0.2544"/>
                  <dgm:constr type="h" for="ch" forName="parTx1" refType="h" fact="0.0962"/>
                  <dgm:constr type="ctrX" for="ch" forName="picture1" refType="w" fact="0.1631"/>
                  <dgm:constr type="ctrY" for="ch" forName="picture1" refType="h" fact="0.9169"/>
                  <dgm:constr type="w" for="ch" forName="picture1" refType="w" fact="0.118"/>
                  <dgm:constr type="h" for="ch" forName="picture1" refType="h" fact="0.1663"/>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3982"/>
                  <dgm:constr type="t" for="ch" forName="parTx2" refType="h" fact="0.8167"/>
                  <dgm:constr type="w" for="ch" forName="parTx2" refType="w" fact="0.2544"/>
                  <dgm:constr type="h" for="ch" forName="parTx2" refType="h" fact="0.0962"/>
                  <dgm:constr type="ctrX" for="ch" forName="picture2" refType="w" fact="0.3866"/>
                  <dgm:constr type="ctrY" for="ch" forName="picture2" refType="h" fact="0.8032"/>
                  <dgm:constr type="w" for="ch" forName="picture2" refType="w" fact="0.118"/>
                  <dgm:constr type="h" for="ch" forName="picture2" refType="h" fact="0.1663"/>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5194"/>
                  <dgm:constr type="t" for="ch" forName="parTx3" refType="h" fact="0.6524"/>
                  <dgm:constr type="w" for="ch" forName="parTx3" refType="w" fact="0.2544"/>
                  <dgm:constr type="h" for="ch" forName="parTx3" refType="h" fact="0.0962"/>
                  <dgm:constr type="ctrX" for="ch" forName="picture3" refType="w" fact="0.5078"/>
                  <dgm:constr type="ctrY" for="ch" forName="picture3" refType="h" fact="0.6389"/>
                  <dgm:constr type="w" for="ch" forName="picture3" refType="w" fact="0.118"/>
                  <dgm:constr type="h" for="ch" forName="picture3" refType="h" fact="0.1663"/>
                  <dgm:constr type="l" for="ch" forName="desTx3" refType="r" refFor="ch" refForName="parTx3"/>
                  <dgm:constr type="r" for="ch" forName="desTx3" refType="w"/>
                  <dgm:constr type="t" for="ch" forName="desTx3" refType="t" refFor="ch" refForName="parTx3"/>
                  <dgm:constr type="h" for="ch" forName="desTx3" refType="h" refFor="ch" refForName="parTx3"/>
                  <dgm:constr type="l" for="ch" forName="parTx4" refType="w" fact="0.5827"/>
                  <dgm:constr type="t" for="ch" forName="parTx4" refType="h" fact="0.4412"/>
                  <dgm:constr type="w" for="ch" forName="parTx4" refType="w" fact="0.2544"/>
                  <dgm:constr type="h" for="ch" forName="parTx4" refType="h" fact="0.0962"/>
                  <dgm:constr type="ctrX" for="ch" forName="picture4" refType="w" fact="0.5712"/>
                  <dgm:constr type="ctrY" for="ch" forName="picture4" refType="h" fact="0.4277"/>
                  <dgm:constr type="w" for="ch" forName="picture4" refType="w" fact="0.118"/>
                  <dgm:constr type="h" for="ch" forName="picture4" refType="h" fact="0.1663"/>
                  <dgm:constr type="l" for="ch" forName="desTx4" refType="r" refFor="ch" refForName="parTx4"/>
                  <dgm:constr type="r" for="ch" forName="desTx4" refType="w"/>
                  <dgm:constr type="t" for="ch" forName="desTx4" refType="t" refFor="ch" refForName="parTx4"/>
                  <dgm:constr type="h" for="ch" forName="desTx4" refType="h" refFor="ch" refForName="parTx4"/>
                  <dgm:constr type="l" for="ch" forName="parTx5" refType="w" fact="0.618"/>
                  <dgm:constr type="t" for="ch" forName="parTx5" refType="h" fact="0.2262"/>
                  <dgm:constr type="w" for="ch" forName="parTx5" refType="w" fact="0.2544"/>
                  <dgm:constr type="h" for="ch" forName="parTx5" refType="h" fact="0.0962"/>
                  <dgm:constr type="ctrX" for="ch" forName="picture5" refType="w" fact="0.6064"/>
                  <dgm:constr type="ctrY" for="ch" forName="picture5" refType="h" fact="0.2127"/>
                  <dgm:constr type="w" for="ch" forName="picture5" refType="w" fact="0.118"/>
                  <dgm:constr type="h" for="ch" forName="picture5" refType="h" fact="0.1663"/>
                  <dgm:constr type="l" for="ch" forName="desTx5" refType="r" refFor="ch" refForName="parTx5"/>
                  <dgm:constr type="r" for="ch" forName="desTx5" refType="w"/>
                  <dgm:constr type="t" for="ch" forName="desTx5" refType="t" refFor="ch" refForName="parTx5"/>
                  <dgm:constr type="h" for="ch" forName="desTx5" refType="h" refFor="ch" refForName="parTx5"/>
                </dgm:constrLst>
              </dgm:if>
              <dgm:else name="Name47">
                <dgm:alg type="composite">
                  <dgm:param type="ar" val="1.164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userD" refType="w" fact="0.0143"/>
                  <dgm:constr type="ctrX" for="ch" forName="dot1" refType="w" fact="0.3951"/>
                  <dgm:constr type="ctrY" for="ch" forName="dot1" refType="h" fact="0.8674"/>
                  <dgm:constr type="w" for="ch" forName="dot1" refType="userD"/>
                  <dgm:constr type="h" for="ch" forName="dot1" refType="userD"/>
                  <dgm:constr type="ctrX" for="ch" forName="dot2" refType="w" fact="0.3634"/>
                  <dgm:constr type="ctrY" for="ch" forName="dot2" refType="h" fact="0.8824"/>
                  <dgm:constr type="w" for="ch" forName="dot2" refType="userD"/>
                  <dgm:constr type="h" for="ch" forName="dot2" refType="userD"/>
                  <dgm:constr type="ctrX" for="ch" forName="dot3" refType="w" fact="0.331"/>
                  <dgm:constr type="ctrY" for="ch" forName="dot3" refType="h" fact="0.8948"/>
                  <dgm:constr type="w" for="ch" forName="dot3" refType="userD"/>
                  <dgm:constr type="h" for="ch" forName="dot3" refType="userD"/>
                  <dgm:constr type="ctrX" for="ch" forName="dot4" refType="w" fact="0.2981"/>
                  <dgm:constr type="ctrY" for="ch" forName="dot4" refType="h" fact="0.9044"/>
                  <dgm:constr type="w" for="ch" forName="dot4" refType="userD"/>
                  <dgm:constr type="h" for="ch" forName="dot4" refType="userD"/>
                  <dgm:constr type="ctrX" for="ch" forName="dot5" refType="w" fact="0.5681"/>
                  <dgm:constr type="ctrY" for="ch" forName="dot5" refType="h" fact="0.7222"/>
                  <dgm:constr type="w" for="ch" forName="dot5" refType="userD"/>
                  <dgm:constr type="h" for="ch" forName="dot5" refType="userD"/>
                  <dgm:constr type="ctrX" for="ch" forName="dot6" refType="w" fact="0.543"/>
                  <dgm:constr type="ctrY" for="ch" forName="dot6" refType="h" fact="0.7518"/>
                  <dgm:constr type="w" for="ch" forName="dot6" refType="userD"/>
                  <dgm:constr type="h" for="ch" forName="dot6" refType="userD"/>
                  <dgm:constr type="ctrX" for="ch" forName="dot7" refType="w" fact="0.672"/>
                  <dgm:constr type="ctrY" for="ch" forName="dot7" refType="h" fact="0.5422"/>
                  <dgm:constr type="w" for="ch" forName="dot7" refType="userD"/>
                  <dgm:constr type="h" for="ch" forName="dot7" refType="userD"/>
                  <dgm:constr type="ctrX" for="ch" forName="dot8" refType="w" fact="0.7278"/>
                  <dgm:constr type="ctrY" for="ch" forName="dot8" refType="h" fact="0.3229"/>
                  <dgm:constr type="w" for="ch" forName="dot8" refType="userD"/>
                  <dgm:constr type="h" for="ch" forName="dot8" refType="userD"/>
                  <dgm:constr type="ctrX" for="ch" forName="dotArrow1" refType="w" fact="0.6999"/>
                  <dgm:constr type="ctrY" for="ch" forName="dotArrow1" refType="h" fact="0.0635"/>
                  <dgm:constr type="w" for="ch" forName="dotArrow1" refType="userD"/>
                  <dgm:constr type="h" for="ch" forName="dotArrow1" refType="userD"/>
                  <dgm:constr type="ctrX" for="ch" forName="dotArrow2" refType="w" fact="0.7207"/>
                  <dgm:constr type="ctrY" for="ch" forName="dotArrow2" refType="h" fact="0.0448"/>
                  <dgm:constr type="w" for="ch" forName="dotArrow2" refType="userD"/>
                  <dgm:constr type="h" for="ch" forName="dotArrow2" refType="userD"/>
                  <dgm:constr type="ctrX" for="ch" forName="dotArrow3" refType="w" fact="0.7415"/>
                  <dgm:constr type="ctrY" for="ch" forName="dotArrow3" refType="h" fact="0.026"/>
                  <dgm:constr type="w" for="ch" forName="dotArrow3" refType="userD"/>
                  <dgm:constr type="h" for="ch" forName="dotArrow3" refType="userD"/>
                  <dgm:constr type="ctrX" for="ch" forName="dotArrow4" refType="w" fact="0.7624"/>
                  <dgm:constr type="ctrY" for="ch" forName="dotArrow4" refType="h" fact="0.0448"/>
                  <dgm:constr type="w" for="ch" forName="dotArrow4" refType="userD"/>
                  <dgm:constr type="h" for="ch" forName="dotArrow4" refType="userD"/>
                  <dgm:constr type="ctrX" for="ch" forName="dotArrow5" refType="w" fact="0.7832"/>
                  <dgm:constr type="ctrY" for="ch" forName="dotArrow5" refType="h" fact="0.0635"/>
                  <dgm:constr type="w" for="ch" forName="dotArrow5" refType="userD"/>
                  <dgm:constr type="h" for="ch" forName="dotArrow5" refType="userD"/>
                  <dgm:constr type="ctrX" for="ch" forName="dotArrow6" refType="w" fact="0.7415"/>
                  <dgm:constr type="ctrY" for="ch" forName="dotArrow6" refType="h" fact="0.0656"/>
                  <dgm:constr type="w" for="ch" forName="dotArrow6" refType="userD"/>
                  <dgm:constr type="h" for="ch" forName="dotArrow6" refType="userD"/>
                  <dgm:constr type="ctrX" for="ch" forName="dotArrow7" refType="w" fact="0.7415"/>
                  <dgm:constr type="ctrY" for="ch" forName="dotArrow7" refType="h" fact="0.1052"/>
                  <dgm:constr type="w" for="ch" forName="dotArrow7" refType="userD"/>
                  <dgm:constr type="h" for="ch" forName="dotArrow7" refType="userD"/>
                  <dgm:constr type="l" for="ch" forName="parTx1" refType="w" fact="0.2115"/>
                  <dgm:constr type="t" for="ch" forName="parTx1" refType="h" fact="0.928"/>
                  <dgm:constr type="w" for="ch" forName="parTx1" refType="w" fact="0.3081"/>
                  <dgm:constr type="h" for="ch" forName="parTx1" refType="h" fact="0.0962"/>
                  <dgm:constr type="ctrX" for="ch" forName="picture1" refType="w" fact="0.1975"/>
                  <dgm:constr type="ctrY" for="ch" forName="picture1" refType="h" fact="0.9169"/>
                  <dgm:constr type="w" for="ch" forName="picture1" refType="w" fact="0.1429"/>
                  <dgm:constr type="h" for="ch" forName="picture1" refType="h" fact="0.1663"/>
                  <dgm:constr type="l" for="ch" forName="parTx2" refType="w" fact="0.4822"/>
                  <dgm:constr type="t" for="ch" forName="parTx2" refType="h" fact="0.8143"/>
                  <dgm:constr type="w" for="ch" forName="parTx2" refType="w" fact="0.3081"/>
                  <dgm:constr type="h" for="ch" forName="parTx2" refType="h" fact="0.0962"/>
                  <dgm:constr type="ctrX" for="ch" forName="picture2" refType="w" fact="0.4682"/>
                  <dgm:constr type="ctrY" for="ch" forName="picture2" refType="h" fact="0.8032"/>
                  <dgm:constr type="w" for="ch" forName="picture2" refType="w" fact="0.1429"/>
                  <dgm:constr type="h" for="ch" forName="picture2" refType="h" fact="0.1663"/>
                  <dgm:constr type="l" for="ch" forName="parTx3" refType="w" fact="0.629"/>
                  <dgm:constr type="t" for="ch" forName="parTx3" refType="h" fact="0.65"/>
                  <dgm:constr type="w" for="ch" forName="parTx3" refType="w" fact="0.3081"/>
                  <dgm:constr type="h" for="ch" forName="parTx3" refType="h" fact="0.0962"/>
                  <dgm:constr type="ctrX" for="ch" forName="picture3" refType="w" fact="0.615"/>
                  <dgm:constr type="ctrY" for="ch" forName="picture3" refType="h" fact="0.6389"/>
                  <dgm:constr type="w" for="ch" forName="picture3" refType="w" fact="0.1429"/>
                  <dgm:constr type="h" for="ch" forName="picture3" refType="h" fact="0.1663"/>
                  <dgm:constr type="l" for="ch" forName="parTx4" refType="w" fact="0.7057"/>
                  <dgm:constr type="t" for="ch" forName="parTx4" refType="h" fact="0.4388"/>
                  <dgm:constr type="w" for="ch" forName="parTx4" refType="w" fact="0.3081"/>
                  <dgm:constr type="h" for="ch" forName="parTx4" refType="h" fact="0.0962"/>
                  <dgm:constr type="ctrX" for="ch" forName="picture4" refType="w" fact="0.6917"/>
                  <dgm:constr type="ctrY" for="ch" forName="picture4" refType="h" fact="0.4277"/>
                  <dgm:constr type="w" for="ch" forName="picture4" refType="w" fact="0.1429"/>
                  <dgm:constr type="h" for="ch" forName="picture4" refType="h" fact="0.1663"/>
                  <dgm:constr type="l" for="ch" forName="parTx5" refType="w" fact="0.7484"/>
                  <dgm:constr type="t" for="ch" forName="parTx5" refType="h" fact="0.2238"/>
                  <dgm:constr type="w" for="ch" forName="parTx5" refType="w" fact="0.3081"/>
                  <dgm:constr type="h" for="ch" forName="parTx5" refType="h" fact="0.0962"/>
                  <dgm:constr type="ctrX" for="ch" forName="picture5" refType="w" fact="0.7344"/>
                  <dgm:constr type="ctrY" for="ch" forName="picture5" refType="h" fact="0.2127"/>
                  <dgm:constr type="w" for="ch" forName="picture5" refType="w" fact="0.1429"/>
                  <dgm:constr type="h" for="ch" forName="picture5" refType="h" fact="0.1663"/>
                </dgm:constrLst>
              </dgm:else>
            </dgm:choose>
          </dgm:if>
          <dgm:else name="Name48">
            <dgm:choose name="Name49">
              <dgm:if name="Name50" axis="des" func="maxDepth" op="gt" val="1">
                <dgm:alg type="composite">
                  <dgm:param type="ar" val="1.41"/>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userD" refType="w" fact="0.0118"/>
                  <dgm:constr type="ctrX" for="ch" forName="dot1" refType="w" fact="0.6737"/>
                  <dgm:constr type="ctrY" for="ch" forName="dot1" refType="h" fact="0.8674"/>
                  <dgm:constr type="w" for="ch" forName="dot1" refType="userD"/>
                  <dgm:constr type="h" for="ch" forName="dot1" refType="userD"/>
                  <dgm:constr type="ctrX" for="ch" forName="dot2" refType="w" fact="0.6999"/>
                  <dgm:constr type="ctrY" for="ch" forName="dot2" refType="h" fact="0.8824"/>
                  <dgm:constr type="w" for="ch" forName="dot2" refType="userD"/>
                  <dgm:constr type="h" for="ch" forName="dot2" refType="userD"/>
                  <dgm:constr type="ctrX" for="ch" forName="dot3" refType="w" fact="0.7267"/>
                  <dgm:constr type="ctrY" for="ch" forName="dot3" refType="h" fact="0.8948"/>
                  <dgm:constr type="w" for="ch" forName="dot3" refType="userD"/>
                  <dgm:constr type="h" for="ch" forName="dot3" refType="userD"/>
                  <dgm:constr type="ctrX" for="ch" forName="dot4" refType="w" fact="0.7538"/>
                  <dgm:constr type="ctrY" for="ch" forName="dot4" refType="h" fact="0.9044"/>
                  <dgm:constr type="w" for="ch" forName="dot4" refType="userD"/>
                  <dgm:constr type="h" for="ch" forName="dot4" refType="userD"/>
                  <dgm:constr type="ctrX" for="ch" forName="dot5" refType="w" fact="0.5309"/>
                  <dgm:constr type="ctrY" for="ch" forName="dot5" refType="h" fact="0.7222"/>
                  <dgm:constr type="w" for="ch" forName="dot5" refType="userD"/>
                  <dgm:constr type="h" for="ch" forName="dot5" refType="userD"/>
                  <dgm:constr type="ctrX" for="ch" forName="dot6" refType="w" fact="0.5516"/>
                  <dgm:constr type="ctrY" for="ch" forName="dot6" refType="h" fact="0.7518"/>
                  <dgm:constr type="w" for="ch" forName="dot6" refType="userD"/>
                  <dgm:constr type="h" for="ch" forName="dot6" refType="userD"/>
                  <dgm:constr type="ctrX" for="ch" forName="dot7" refType="w" fact="0.4451"/>
                  <dgm:constr type="ctrY" for="ch" forName="dot7" refType="h" fact="0.5422"/>
                  <dgm:constr type="w" for="ch" forName="dot7" refType="userD"/>
                  <dgm:constr type="h" for="ch" forName="dot7" refType="userD"/>
                  <dgm:constr type="ctrX" for="ch" forName="dot8" refType="w" fact="0.399"/>
                  <dgm:constr type="ctrY" for="ch" forName="dot8" refType="h" fact="0.3229"/>
                  <dgm:constr type="w" for="ch" forName="dot8" refType="userD"/>
                  <dgm:constr type="h" for="ch" forName="dot8" refType="userD"/>
                  <dgm:constr type="ctrX" for="ch" forName="dotArrow1" refType="w" fact="0.4221"/>
                  <dgm:constr type="ctrY" for="ch" forName="dotArrow1" refType="h" fact="0.0635"/>
                  <dgm:constr type="w" for="ch" forName="dotArrow1" refType="userD"/>
                  <dgm:constr type="h" for="ch" forName="dotArrow1" refType="userD"/>
                  <dgm:constr type="ctrX" for="ch" forName="dotArrow2" refType="w" fact="0.4049"/>
                  <dgm:constr type="ctrY" for="ch" forName="dotArrow2" refType="h" fact="0.0448"/>
                  <dgm:constr type="w" for="ch" forName="dotArrow2" refType="userD"/>
                  <dgm:constr type="h" for="ch" forName="dotArrow2" refType="userD"/>
                  <dgm:constr type="ctrX" for="ch" forName="dotArrow3" refType="w" fact="0.3877"/>
                  <dgm:constr type="ctrY" for="ch" forName="dotArrow3" refType="h" fact="0.026"/>
                  <dgm:constr type="w" for="ch" forName="dotArrow3" refType="userD"/>
                  <dgm:constr type="h" for="ch" forName="dotArrow3" refType="userD"/>
                  <dgm:constr type="ctrX" for="ch" forName="dotArrow4" refType="w" fact="0.3705"/>
                  <dgm:constr type="ctrY" for="ch" forName="dotArrow4" refType="h" fact="0.0448"/>
                  <dgm:constr type="w" for="ch" forName="dotArrow4" refType="userD"/>
                  <dgm:constr type="h" for="ch" forName="dotArrow4" refType="userD"/>
                  <dgm:constr type="ctrX" for="ch" forName="dotArrow5" refType="w" fact="0.3533"/>
                  <dgm:constr type="ctrY" for="ch" forName="dotArrow5" refType="h" fact="0.0635"/>
                  <dgm:constr type="w" for="ch" forName="dotArrow5" refType="userD"/>
                  <dgm:constr type="h" for="ch" forName="dotArrow5" refType="userD"/>
                  <dgm:constr type="ctrX" for="ch" forName="dotArrow6" refType="w" fact="0.3877"/>
                  <dgm:constr type="ctrY" for="ch" forName="dotArrow6" refType="h" fact="0.0656"/>
                  <dgm:constr type="w" for="ch" forName="dotArrow6" refType="userD"/>
                  <dgm:constr type="h" for="ch" forName="dotArrow6" refType="userD"/>
                  <dgm:constr type="ctrX" for="ch" forName="dotArrow7" refType="w" fact="0.3877"/>
                  <dgm:constr type="ctrY" for="ch" forName="dotArrow7" refType="h" fact="0.1052"/>
                  <dgm:constr type="w" for="ch" forName="dotArrow7" refType="userD"/>
                  <dgm:constr type="h" for="ch" forName="dotArrow7" refType="userD"/>
                  <dgm:constr type="r" for="ch" forName="parTx1" refType="w" fact="0.8254"/>
                  <dgm:constr type="t" for="ch" forName="parTx1" refType="h" fact="0.9304"/>
                  <dgm:constr type="w" for="ch" forName="parTx1" refType="w" fact="0.2544"/>
                  <dgm:constr type="h" for="ch" forName="parTx1" refType="h" fact="0.0962"/>
                  <dgm:constr type="ctrX" for="ch" forName="picture1" refType="w" fact="0.8369"/>
                  <dgm:constr type="ctrY" for="ch" forName="picture1" refType="h" fact="0.9169"/>
                  <dgm:constr type="w" for="ch" forName="picture1" refType="w" fact="0.118"/>
                  <dgm:constr type="h" for="ch" forName="picture1" refType="h" fact="0.1663"/>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6018"/>
                  <dgm:constr type="t" for="ch" forName="parTx2" refType="h" fact="0.8167"/>
                  <dgm:constr type="w" for="ch" forName="parTx2" refType="w" fact="0.2544"/>
                  <dgm:constr type="h" for="ch" forName="parTx2" refType="h" fact="0.0962"/>
                  <dgm:constr type="ctrX" for="ch" forName="picture2" refType="w" fact="0.6134"/>
                  <dgm:constr type="ctrY" for="ch" forName="picture2" refType="h" fact="0.8032"/>
                  <dgm:constr type="w" for="ch" forName="picture2" refType="w" fact="0.118"/>
                  <dgm:constr type="h" for="ch" forName="picture2" refType="h" fact="0.1663"/>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4806"/>
                  <dgm:constr type="t" for="ch" forName="parTx3" refType="h" fact="0.6524"/>
                  <dgm:constr type="w" for="ch" forName="parTx3" refType="w" fact="0.2544"/>
                  <dgm:constr type="h" for="ch" forName="parTx3" refType="h" fact="0.0962"/>
                  <dgm:constr type="ctrX" for="ch" forName="picture3" refType="w" fact="0.4922"/>
                  <dgm:constr type="ctrY" for="ch" forName="picture3" refType="h" fact="0.6389"/>
                  <dgm:constr type="w" for="ch" forName="picture3" refType="w" fact="0.118"/>
                  <dgm:constr type="h" for="ch" forName="picture3" refType="h" fact="0.1663"/>
                  <dgm:constr type="r" for="ch" forName="desTx3" refType="l" refFor="ch" refForName="parTx3"/>
                  <dgm:constr type="l" for="ch" forName="desTx3"/>
                  <dgm:constr type="t" for="ch" forName="desTx3" refType="t" refFor="ch" refForName="parTx3"/>
                  <dgm:constr type="h" for="ch" forName="desTx3" refType="h" refFor="ch" refForName="parTx3"/>
                  <dgm:constr type="r" for="ch" forName="parTx4" refType="w" fact="0.4173"/>
                  <dgm:constr type="t" for="ch" forName="parTx4" refType="h" fact="0.4412"/>
                  <dgm:constr type="w" for="ch" forName="parTx4" refType="w" fact="0.2544"/>
                  <dgm:constr type="h" for="ch" forName="parTx4" refType="h" fact="0.0962"/>
                  <dgm:constr type="ctrX" for="ch" forName="picture4" refType="w" fact="0.4288"/>
                  <dgm:constr type="ctrY" for="ch" forName="picture4" refType="h" fact="0.4277"/>
                  <dgm:constr type="w" for="ch" forName="picture4" refType="w" fact="0.118"/>
                  <dgm:constr type="h" for="ch" forName="picture4" refType="h" fact="0.1663"/>
                  <dgm:constr type="r" for="ch" forName="desTx4" refType="l" refFor="ch" refForName="parTx4"/>
                  <dgm:constr type="l" for="ch" forName="desTx4"/>
                  <dgm:constr type="t" for="ch" forName="desTx4" refType="t" refFor="ch" refForName="parTx4"/>
                  <dgm:constr type="h" for="ch" forName="desTx4" refType="h" refFor="ch" refForName="parTx4"/>
                  <dgm:constr type="r" for="ch" forName="parTx5" refType="w" fact="0.382"/>
                  <dgm:constr type="t" for="ch" forName="parTx5" refType="h" fact="0.2262"/>
                  <dgm:constr type="w" for="ch" forName="parTx5" refType="w" fact="0.2544"/>
                  <dgm:constr type="h" for="ch" forName="parTx5" refType="h" fact="0.0962"/>
                  <dgm:constr type="ctrX" for="ch" forName="picture5" refType="w" fact="0.3936"/>
                  <dgm:constr type="ctrY" for="ch" forName="picture5" refType="h" fact="0.2127"/>
                  <dgm:constr type="w" for="ch" forName="picture5" refType="w" fact="0.118"/>
                  <dgm:constr type="h" for="ch" forName="picture5" refType="h" fact="0.1663"/>
                  <dgm:constr type="r" for="ch" forName="desTx5" refType="l" refFor="ch" refForName="parTx5"/>
                  <dgm:constr type="l" for="ch" forName="desTx5"/>
                  <dgm:constr type="t" for="ch" forName="desTx5" refType="t" refFor="ch" refForName="parTx5"/>
                  <dgm:constr type="h" for="ch" forName="desTx5" refType="h" refFor="ch" refForName="parTx5"/>
                </dgm:constrLst>
              </dgm:if>
              <dgm:else name="Name51">
                <dgm:alg type="composite">
                  <dgm:param type="ar" val="1.164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userD" refType="w" fact="0.0143"/>
                  <dgm:constr type="ctrX" for="ch" forName="dot1" refType="w" fact="0.6049"/>
                  <dgm:constr type="ctrY" for="ch" forName="dot1" refType="h" fact="0.8674"/>
                  <dgm:constr type="w" for="ch" forName="dot1" refType="userD"/>
                  <dgm:constr type="h" for="ch" forName="dot1" refType="userD"/>
                  <dgm:constr type="ctrX" for="ch" forName="dot2" refType="w" fact="0.6366"/>
                  <dgm:constr type="ctrY" for="ch" forName="dot2" refType="h" fact="0.8824"/>
                  <dgm:constr type="w" for="ch" forName="dot2" refType="userD"/>
                  <dgm:constr type="h" for="ch" forName="dot2" refType="userD"/>
                  <dgm:constr type="ctrX" for="ch" forName="dot3" refType="w" fact="0.669"/>
                  <dgm:constr type="ctrY" for="ch" forName="dot3" refType="h" fact="0.8948"/>
                  <dgm:constr type="w" for="ch" forName="dot3" refType="userD"/>
                  <dgm:constr type="h" for="ch" forName="dot3" refType="userD"/>
                  <dgm:constr type="ctrX" for="ch" forName="dot4" refType="w" fact="0.7019"/>
                  <dgm:constr type="ctrY" for="ch" forName="dot4" refType="h" fact="0.9044"/>
                  <dgm:constr type="w" for="ch" forName="dot4" refType="userD"/>
                  <dgm:constr type="h" for="ch" forName="dot4" refType="userD"/>
                  <dgm:constr type="ctrX" for="ch" forName="dot5" refType="w" fact="0.4319"/>
                  <dgm:constr type="ctrY" for="ch" forName="dot5" refType="h" fact="0.7222"/>
                  <dgm:constr type="w" for="ch" forName="dot5" refType="userD"/>
                  <dgm:constr type="h" for="ch" forName="dot5" refType="userD"/>
                  <dgm:constr type="ctrX" for="ch" forName="dot6" refType="w" fact="0.457"/>
                  <dgm:constr type="ctrY" for="ch" forName="dot6" refType="h" fact="0.7518"/>
                  <dgm:constr type="w" for="ch" forName="dot6" refType="userD"/>
                  <dgm:constr type="h" for="ch" forName="dot6" refType="userD"/>
                  <dgm:constr type="ctrX" for="ch" forName="dot7" refType="w" fact="0.328"/>
                  <dgm:constr type="ctrY" for="ch" forName="dot7" refType="h" fact="0.5422"/>
                  <dgm:constr type="w" for="ch" forName="dot7" refType="userD"/>
                  <dgm:constr type="h" for="ch" forName="dot7" refType="userD"/>
                  <dgm:constr type="ctrX" for="ch" forName="dot8" refType="w" fact="0.2722"/>
                  <dgm:constr type="ctrY" for="ch" forName="dot8" refType="h" fact="0.3229"/>
                  <dgm:constr type="w" for="ch" forName="dot8" refType="userD"/>
                  <dgm:constr type="h" for="ch" forName="dot8" refType="userD"/>
                  <dgm:constr type="ctrX" for="ch" forName="dotArrow1" refType="w" fact="0.3001"/>
                  <dgm:constr type="ctrY" for="ch" forName="dotArrow1" refType="h" fact="0.0635"/>
                  <dgm:constr type="w" for="ch" forName="dotArrow1" refType="userD"/>
                  <dgm:constr type="h" for="ch" forName="dotArrow1" refType="userD"/>
                  <dgm:constr type="ctrX" for="ch" forName="dotArrow2" refType="w" fact="0.2793"/>
                  <dgm:constr type="ctrY" for="ch" forName="dotArrow2" refType="h" fact="0.0448"/>
                  <dgm:constr type="w" for="ch" forName="dotArrow2" refType="userD"/>
                  <dgm:constr type="h" for="ch" forName="dotArrow2" refType="userD"/>
                  <dgm:constr type="ctrX" for="ch" forName="dotArrow3" refType="w" fact="0.2585"/>
                  <dgm:constr type="ctrY" for="ch" forName="dotArrow3" refType="h" fact="0.026"/>
                  <dgm:constr type="w" for="ch" forName="dotArrow3" refType="userD"/>
                  <dgm:constr type="h" for="ch" forName="dotArrow3" refType="userD"/>
                  <dgm:constr type="ctrX" for="ch" forName="dotArrow4" refType="w" fact="0.2376"/>
                  <dgm:constr type="ctrY" for="ch" forName="dotArrow4" refType="h" fact="0.0448"/>
                  <dgm:constr type="w" for="ch" forName="dotArrow4" refType="userD"/>
                  <dgm:constr type="h" for="ch" forName="dotArrow4" refType="userD"/>
                  <dgm:constr type="ctrX" for="ch" forName="dotArrow5" refType="w" fact="0.2168"/>
                  <dgm:constr type="ctrY" for="ch" forName="dotArrow5" refType="h" fact="0.0635"/>
                  <dgm:constr type="w" for="ch" forName="dotArrow5" refType="userD"/>
                  <dgm:constr type="h" for="ch" forName="dotArrow5" refType="userD"/>
                  <dgm:constr type="ctrX" for="ch" forName="dotArrow6" refType="w" fact="0.2585"/>
                  <dgm:constr type="ctrY" for="ch" forName="dotArrow6" refType="h" fact="0.0656"/>
                  <dgm:constr type="w" for="ch" forName="dotArrow6" refType="userD"/>
                  <dgm:constr type="h" for="ch" forName="dotArrow6" refType="userD"/>
                  <dgm:constr type="ctrX" for="ch" forName="dotArrow7" refType="w" fact="0.2585"/>
                  <dgm:constr type="ctrY" for="ch" forName="dotArrow7" refType="h" fact="0.1052"/>
                  <dgm:constr type="w" for="ch" forName="dotArrow7" refType="userD"/>
                  <dgm:constr type="h" for="ch" forName="dotArrow7" refType="userD"/>
                  <dgm:constr type="r" for="ch" forName="parTx1" refType="w" fact="0.7885"/>
                  <dgm:constr type="t" for="ch" forName="parTx1" refType="h" fact="0.928"/>
                  <dgm:constr type="w" for="ch" forName="parTx1" refType="w" fact="0.3081"/>
                  <dgm:constr type="h" for="ch" forName="parTx1" refType="h" fact="0.0962"/>
                  <dgm:constr type="ctrX" for="ch" forName="picture1" refType="w" fact="0.8025"/>
                  <dgm:constr type="ctrY" for="ch" forName="picture1" refType="h" fact="0.9169"/>
                  <dgm:constr type="w" for="ch" forName="picture1" refType="w" fact="0.1429"/>
                  <dgm:constr type="h" for="ch" forName="picture1" refType="h" fact="0.1663"/>
                  <dgm:constr type="r" for="ch" forName="parTx2" refType="w" fact="0.5178"/>
                  <dgm:constr type="t" for="ch" forName="parTx2" refType="h" fact="0.8143"/>
                  <dgm:constr type="w" for="ch" forName="parTx2" refType="w" fact="0.3081"/>
                  <dgm:constr type="h" for="ch" forName="parTx2" refType="h" fact="0.0962"/>
                  <dgm:constr type="ctrX" for="ch" forName="picture2" refType="w" fact="0.5318"/>
                  <dgm:constr type="ctrY" for="ch" forName="picture2" refType="h" fact="0.8032"/>
                  <dgm:constr type="w" for="ch" forName="picture2" refType="w" fact="0.1429"/>
                  <dgm:constr type="h" for="ch" forName="picture2" refType="h" fact="0.1663"/>
                  <dgm:constr type="r" for="ch" forName="parTx3" refType="w" fact="0.371"/>
                  <dgm:constr type="t" for="ch" forName="parTx3" refType="h" fact="0.65"/>
                  <dgm:constr type="w" for="ch" forName="parTx3" refType="w" fact="0.3081"/>
                  <dgm:constr type="h" for="ch" forName="parTx3" refType="h" fact="0.0962"/>
                  <dgm:constr type="ctrX" for="ch" forName="picture3" refType="w" fact="0.385"/>
                  <dgm:constr type="ctrY" for="ch" forName="picture3" refType="h" fact="0.6389"/>
                  <dgm:constr type="w" for="ch" forName="picture3" refType="w" fact="0.1429"/>
                  <dgm:constr type="h" for="ch" forName="picture3" refType="h" fact="0.1663"/>
                  <dgm:constr type="r" for="ch" forName="parTx4" refType="w" fact="0.2943"/>
                  <dgm:constr type="t" for="ch" forName="parTx4" refType="h" fact="0.4388"/>
                  <dgm:constr type="w" for="ch" forName="parTx4" refType="w" fact="0.3081"/>
                  <dgm:constr type="h" for="ch" forName="parTx4" refType="h" fact="0.0962"/>
                  <dgm:constr type="ctrX" for="ch" forName="picture4" refType="w" fact="0.3083"/>
                  <dgm:constr type="ctrY" for="ch" forName="picture4" refType="h" fact="0.4277"/>
                  <dgm:constr type="w" for="ch" forName="picture4" refType="w" fact="0.1429"/>
                  <dgm:constr type="h" for="ch" forName="picture4" refType="h" fact="0.1663"/>
                  <dgm:constr type="r" for="ch" forName="parTx5" refType="w" fact="0.2516"/>
                  <dgm:constr type="t" for="ch" forName="parTx5" refType="h" fact="0.2238"/>
                  <dgm:constr type="w" for="ch" forName="parTx5" refType="w" fact="0.3081"/>
                  <dgm:constr type="h" for="ch" forName="parTx5" refType="h" fact="0.0962"/>
                  <dgm:constr type="ctrX" for="ch" forName="picture5" refType="w" fact="0.2656"/>
                  <dgm:constr type="ctrY" for="ch" forName="picture5" refType="h" fact="0.2127"/>
                  <dgm:constr type="w" for="ch" forName="picture5" refType="w" fact="0.1429"/>
                  <dgm:constr type="h" for="ch" forName="picture5" refType="h" fact="0.1663"/>
                </dgm:constrLst>
              </dgm:else>
            </dgm:choose>
          </dgm:else>
        </dgm:choose>
      </dgm:if>
      <dgm:if name="Name52" axis="ch" ptType="node" func="cnt" op="equ" val="6">
        <dgm:choose name="Name53">
          <dgm:if name="Name54" func="var" arg="dir" op="equ" val="norm">
            <dgm:choose name="Name55">
              <dgm:if name="Name56" axis="des" func="maxDepth" op="gt" val="1">
                <dgm:alg type="composite">
                  <dgm:param type="ar" val="1.3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primFontSz" for="ch" forName="desTx6" refType="primFontSz" refFor="ch" refForName="desTx1" op="equ"/>
                  <dgm:constr type="userD" refType="w" fact="0.0105"/>
                  <dgm:constr type="ctrX" for="ch" forName="dot1" refType="w" fact="0.3608"/>
                  <dgm:constr type="ctrY" for="ch" forName="dot1" refType="h" fact="0.8839"/>
                  <dgm:constr type="w" for="ch" forName="dot1" refType="userD"/>
                  <dgm:constr type="h" for="ch" forName="dot1" refType="userD"/>
                  <dgm:constr type="ctrX" for="ch" forName="dot2" refType="w" fact="0.3384"/>
                  <dgm:constr type="ctrY" for="ch" forName="dot2" refType="h" fact="0.8967"/>
                  <dgm:constr type="w" for="ch" forName="dot2" refType="userD"/>
                  <dgm:constr type="h" for="ch" forName="dot2" refType="userD"/>
                  <dgm:constr type="ctrX" for="ch" forName="dot3" refType="w" fact="0.3155"/>
                  <dgm:constr type="ctrY" for="ch" forName="dot3" refType="h" fact="0.9076"/>
                  <dgm:constr type="w" for="ch" forName="dot3" refType="userD"/>
                  <dgm:constr type="h" for="ch" forName="dot3" refType="userD"/>
                  <dgm:constr type="ctrX" for="ch" forName="dot4" refType="w" fact="0.2923"/>
                  <dgm:constr type="ctrY" for="ch" forName="dot4" refType="h" fact="0.9165"/>
                  <dgm:constr type="w" for="ch" forName="dot4" refType="userD"/>
                  <dgm:constr type="h" for="ch" forName="dot4" refType="userD"/>
                  <dgm:constr type="ctrX" for="ch" forName="dot5" refType="w" fact="0.2688"/>
                  <dgm:constr type="ctrY" for="ch" forName="dot5" refType="h" fact="0.9234"/>
                  <dgm:constr type="w" for="ch" forName="dot5" refType="userD"/>
                  <dgm:constr type="h" for="ch" forName="dot5" refType="userD"/>
                  <dgm:constr type="ctrX" for="ch" forName="dot6" refType="w" fact="0.4883"/>
                  <dgm:constr type="ctrY" for="ch" forName="dot6" refType="h" fact="0.764"/>
                  <dgm:constr type="w" for="ch" forName="dot6" refType="userD"/>
                  <dgm:constr type="h" for="ch" forName="dot6" refType="userD"/>
                  <dgm:constr type="ctrX" for="ch" forName="dot7" refType="w" fact="0.4695"/>
                  <dgm:constr type="ctrY" for="ch" forName="dot7" refType="h" fact="0.7878"/>
                  <dgm:constr type="w" for="ch" forName="dot7" refType="userD"/>
                  <dgm:constr type="h" for="ch" forName="dot7" refType="userD"/>
                  <dgm:constr type="ctrX" for="ch" forName="dot8" refType="w" fact="0.5696"/>
                  <dgm:constr type="ctrY" for="ch" forName="dot8" refType="h" fact="0.6227"/>
                  <dgm:constr type="w" for="ch" forName="dot8" refType="userD"/>
                  <dgm:constr type="h" for="ch" forName="dot8" refType="userD"/>
                  <dgm:constr type="ctrX" for="ch" forName="dot9" refType="w" fact="0.6247"/>
                  <dgm:constr type="ctrY" for="ch" forName="dot9" refType="h" fact="0.4556"/>
                  <dgm:constr type="w" for="ch" forName="dot9" refType="userD"/>
                  <dgm:constr type="h" for="ch" forName="dot9" refType="userD"/>
                  <dgm:constr type="ctrX" for="ch" forName="dot10" refType="w" fact="0.6509"/>
                  <dgm:constr type="ctrY" for="ch" forName="dot10" refType="h" fact="0.2816"/>
                  <dgm:constr type="w" for="ch" forName="dot10" refType="userD"/>
                  <dgm:constr type="h" for="ch" forName="dot10" refType="userD"/>
                  <dgm:constr type="ctrX" for="ch" forName="dotArrow1" refType="w" fact="0.6281"/>
                  <dgm:constr type="ctrY" for="ch" forName="dotArrow1" refType="h" fact="0.0748"/>
                  <dgm:constr type="w" for="ch" forName="dotArrow1" refType="userD"/>
                  <dgm:constr type="h" for="ch" forName="dotArrow1" refType="userD"/>
                  <dgm:constr type="ctrX" for="ch" forName="dotArrow2" refType="w" fact="0.6437"/>
                  <dgm:constr type="ctrY" for="ch" forName="dotArrow2" refType="h" fact="0.0581"/>
                  <dgm:constr type="w" for="ch" forName="dotArrow2" refType="userD"/>
                  <dgm:constr type="h" for="ch" forName="dotArrow2" refType="userD"/>
                  <dgm:constr type="ctrX" for="ch" forName="dotArrow3" refType="w" fact="0.6593"/>
                  <dgm:constr type="ctrY" for="ch" forName="dotArrow3" refType="h" fact="0.0414"/>
                  <dgm:constr type="w" for="ch" forName="dotArrow3" refType="userD"/>
                  <dgm:constr type="h" for="ch" forName="dotArrow3" refType="userD"/>
                  <dgm:constr type="ctrX" for="ch" forName="dotArrow4" refType="w" fact="0.675"/>
                  <dgm:constr type="ctrY" for="ch" forName="dotArrow4" refType="h" fact="0.0581"/>
                  <dgm:constr type="w" for="ch" forName="dotArrow4" refType="userD"/>
                  <dgm:constr type="h" for="ch" forName="dotArrow4" refType="userD"/>
                  <dgm:constr type="ctrX" for="ch" forName="dotArrow5" refType="w" fact="0.6906"/>
                  <dgm:constr type="ctrY" for="ch" forName="dotArrow5" refType="h" fact="0.0748"/>
                  <dgm:constr type="w" for="ch" forName="dotArrow5" refType="userD"/>
                  <dgm:constr type="h" for="ch" forName="dotArrow5" refType="userD"/>
                  <dgm:constr type="ctrX" for="ch" forName="dotArrow6" refType="w" fact="0.6593"/>
                  <dgm:constr type="ctrY" for="ch" forName="dotArrow6" refType="h" fact="0.0766"/>
                  <dgm:constr type="w" for="ch" forName="dotArrow6" refType="userD"/>
                  <dgm:constr type="h" for="ch" forName="dotArrow6" refType="userD"/>
                  <dgm:constr type="ctrX" for="ch" forName="dotArrow7" refType="w" fact="0.6593"/>
                  <dgm:constr type="ctrY" for="ch" forName="dotArrow7" refType="h" fact="0.1118"/>
                  <dgm:constr type="w" for="ch" forName="dotArrow7" refType="userD"/>
                  <dgm:constr type="h" for="ch" forName="dotArrow7" refType="userD"/>
                  <dgm:constr type="l" for="ch" forName="parTx1" refType="w" fact="0.2091"/>
                  <dgm:constr type="t" for="ch" forName="parTx1" refType="h" fact="0.9433"/>
                  <dgm:constr type="w" for="ch" forName="parTx1" refType="w" fact="0.2275"/>
                  <dgm:constr type="h" for="ch" forName="parTx1" refType="h" fact="0.0811"/>
                  <dgm:constr type="ctrX" for="ch" forName="picture1" refType="w" fact="0.1988"/>
                  <dgm:constr type="ctrY" for="ch" forName="picture1" refType="h" fact="0.9322"/>
                  <dgm:constr type="w" for="ch" forName="picture1" refType="w" fact="0.1055"/>
                  <dgm:constr type="h" for="ch" forName="picture1" refType="h" fact="0.1403"/>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4273"/>
                  <dgm:constr type="t" for="ch" forName="parTx2" refType="h" fact="0.8468"/>
                  <dgm:constr type="w" for="ch" forName="parTx2" refType="w" fact="0.2275"/>
                  <dgm:constr type="h" for="ch" forName="parTx2" refType="h" fact="0.0811"/>
                  <dgm:constr type="ctrX" for="ch" forName="picture2" refType="w" fact="0.4169"/>
                  <dgm:constr type="ctrY" for="ch" forName="picture2" refType="h" fact="0.8357"/>
                  <dgm:constr type="w" for="ch" forName="picture2" refType="w" fact="0.1055"/>
                  <dgm:constr type="h" for="ch" forName="picture2" refType="h" fact="0.1403"/>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5349"/>
                  <dgm:constr type="t" for="ch" forName="parTx3" refType="h" fact="0.7023"/>
                  <dgm:constr type="w" for="ch" forName="parTx3" refType="w" fact="0.2275"/>
                  <dgm:constr type="h" for="ch" forName="parTx3" refType="h" fact="0.0811"/>
                  <dgm:constr type="ctrX" for="ch" forName="picture3" refType="w" fact="0.5245"/>
                  <dgm:constr type="ctrY" for="ch" forName="picture3" refType="h" fact="0.6912"/>
                  <dgm:constr type="w" for="ch" forName="picture3" refType="w" fact="0.1055"/>
                  <dgm:constr type="h" for="ch" forName="picture3" refType="h" fact="0.1403"/>
                  <dgm:constr type="l" for="ch" forName="desTx3" refType="r" refFor="ch" refForName="parTx3"/>
                  <dgm:constr type="r" for="ch" forName="desTx3" refType="w"/>
                  <dgm:constr type="t" for="ch" forName="desTx3" refType="t" refFor="ch" refForName="parTx3"/>
                  <dgm:constr type="h" for="ch" forName="desTx3" refType="h" refFor="ch" refForName="parTx3"/>
                  <dgm:constr type="l" for="ch" forName="parTx4" refType="w" fact="0.5998"/>
                  <dgm:constr type="t" for="ch" forName="parTx4" refType="h" fact="0.5441"/>
                  <dgm:constr type="w" for="ch" forName="parTx4" refType="w" fact="0.2275"/>
                  <dgm:constr type="h" for="ch" forName="parTx4" refType="h" fact="0.0811"/>
                  <dgm:constr type="ctrX" for="ch" forName="picture4" refType="w" fact="0.5894"/>
                  <dgm:constr type="ctrY" for="ch" forName="picture4" refType="h" fact="0.533"/>
                  <dgm:constr type="w" for="ch" forName="picture4" refType="w" fact="0.1055"/>
                  <dgm:constr type="h" for="ch" forName="picture4" refType="h" fact="0.1403"/>
                  <dgm:constr type="l" for="ch" forName="desTx4" refType="r" refFor="ch" refForName="parTx4"/>
                  <dgm:constr type="r" for="ch" forName="desTx4" refType="w"/>
                  <dgm:constr type="t" for="ch" forName="desTx4" refType="t" refFor="ch" refForName="parTx4"/>
                  <dgm:constr type="h" for="ch" forName="desTx4" refType="h" refFor="ch" refForName="parTx4"/>
                  <dgm:constr type="l" for="ch" forName="parTx5" refType="w" fact="0.6416"/>
                  <dgm:constr type="t" for="ch" forName="parTx5" refType="h" fact="0.3737"/>
                  <dgm:constr type="w" for="ch" forName="parTx5" refType="w" fact="0.2275"/>
                  <dgm:constr type="h" for="ch" forName="parTx5" refType="h" fact="0.0811"/>
                  <dgm:constr type="ctrX" for="ch" forName="picture5" refType="w" fact="0.6313"/>
                  <dgm:constr type="ctrY" for="ch" forName="picture5" refType="h" fact="0.3626"/>
                  <dgm:constr type="w" for="ch" forName="picture5" refType="w" fact="0.1055"/>
                  <dgm:constr type="h" for="ch" forName="picture5" refType="h" fact="0.1403"/>
                  <dgm:constr type="l" for="ch" forName="desTx5" refType="r" refFor="ch" refForName="parTx5"/>
                  <dgm:constr type="r" for="ch" forName="desTx5" refType="w"/>
                  <dgm:constr type="t" for="ch" forName="desTx5" refType="t" refFor="ch" refForName="parTx5"/>
                  <dgm:constr type="h" for="ch" forName="desTx5" refType="h" refFor="ch" refForName="parTx5"/>
                  <dgm:constr type="l" for="ch" forName="parTx6" refType="w" fact="0.6644"/>
                  <dgm:constr type="t" for="ch" forName="parTx6" refType="h" fact="0.2061"/>
                  <dgm:constr type="w" for="ch" forName="parTx6" refType="w" fact="0.2275"/>
                  <dgm:constr type="h" for="ch" forName="parTx6" refType="h" fact="0.0811"/>
                  <dgm:constr type="ctrX" for="ch" forName="picture6" refType="w" fact="0.6541"/>
                  <dgm:constr type="ctrY" for="ch" forName="picture6" refType="h" fact="0.195"/>
                  <dgm:constr type="w" for="ch" forName="picture6" refType="w" fact="0.1055"/>
                  <dgm:constr type="h" for="ch" forName="picture6" refType="h" fact="0.1403"/>
                  <dgm:constr type="l" for="ch" forName="desTx6" refType="r" refFor="ch" refForName="parTx6"/>
                  <dgm:constr type="r" for="ch" forName="desTx6" refType="w"/>
                  <dgm:constr type="t" for="ch" forName="desTx6" refType="t" refFor="ch" refForName="parTx6"/>
                  <dgm:constr type="h" for="ch" forName="desTx6" refType="h" refFor="ch" refForName="parTx6"/>
                </dgm:constrLst>
              </dgm:if>
              <dgm:else name="Name57">
                <dgm:alg type="composite">
                  <dgm:param type="ar" val="1.122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userD" refType="w" fact="0.0125"/>
                  <dgm:constr type="ctrX" for="ch" forName="dot1" refType="w" fact="0.4276"/>
                  <dgm:constr type="ctrY" for="ch" forName="dot1" refType="h" fact="0.8839"/>
                  <dgm:constr type="w" for="ch" forName="dot1" refType="userD"/>
                  <dgm:constr type="h" for="ch" forName="dot1" refType="userD"/>
                  <dgm:constr type="ctrX" for="ch" forName="dot2" refType="w" fact="0.401"/>
                  <dgm:constr type="ctrY" for="ch" forName="dot2" refType="h" fact="0.8967"/>
                  <dgm:constr type="w" for="ch" forName="dot2" refType="userD"/>
                  <dgm:constr type="h" for="ch" forName="dot2" refType="userD"/>
                  <dgm:constr type="ctrX" for="ch" forName="dot3" refType="w" fact="0.3739"/>
                  <dgm:constr type="ctrY" for="ch" forName="dot3" refType="h" fact="0.9076"/>
                  <dgm:constr type="w" for="ch" forName="dot3" refType="userD"/>
                  <dgm:constr type="h" for="ch" forName="dot3" refType="userD"/>
                  <dgm:constr type="ctrX" for="ch" forName="dot4" refType="w" fact="0.3464"/>
                  <dgm:constr type="ctrY" for="ch" forName="dot4" refType="h" fact="0.9165"/>
                  <dgm:constr type="w" for="ch" forName="dot4" refType="userD"/>
                  <dgm:constr type="h" for="ch" forName="dot4" refType="userD"/>
                  <dgm:constr type="ctrX" for="ch" forName="dot5" refType="w" fact="0.3186"/>
                  <dgm:constr type="ctrY" for="ch" forName="dot5" refType="h" fact="0.9234"/>
                  <dgm:constr type="w" for="ch" forName="dot5" refType="userD"/>
                  <dgm:constr type="h" for="ch" forName="dot5" refType="userD"/>
                  <dgm:constr type="ctrX" for="ch" forName="dot6" refType="w" fact="0.5786"/>
                  <dgm:constr type="ctrY" for="ch" forName="dot6" refType="h" fact="0.764"/>
                  <dgm:constr type="w" for="ch" forName="dot6" refType="userD"/>
                  <dgm:constr type="h" for="ch" forName="dot6" refType="userD"/>
                  <dgm:constr type="ctrX" for="ch" forName="dot7" refType="w" fact="0.5564"/>
                  <dgm:constr type="ctrY" for="ch" forName="dot7" refType="h" fact="0.7878"/>
                  <dgm:constr type="w" for="ch" forName="dot7" refType="userD"/>
                  <dgm:constr type="h" for="ch" forName="dot7" refType="userD"/>
                  <dgm:constr type="ctrX" for="ch" forName="dot8" refType="w" fact="0.675"/>
                  <dgm:constr type="ctrY" for="ch" forName="dot8" refType="h" fact="0.6227"/>
                  <dgm:constr type="w" for="ch" forName="dot8" refType="userD"/>
                  <dgm:constr type="h" for="ch" forName="dot8" refType="userD"/>
                  <dgm:constr type="ctrX" for="ch" forName="dot9" refType="w" fact="0.7403"/>
                  <dgm:constr type="ctrY" for="ch" forName="dot9" refType="h" fact="0.4556"/>
                  <dgm:constr type="w" for="ch" forName="dot9" refType="userD"/>
                  <dgm:constr type="h" for="ch" forName="dot9" refType="userD"/>
                  <dgm:constr type="ctrX" for="ch" forName="dot10" refType="w" fact="0.7714"/>
                  <dgm:constr type="ctrY" for="ch" forName="dot10" refType="h" fact="0.2816"/>
                  <dgm:constr type="w" for="ch" forName="dot10" refType="userD"/>
                  <dgm:constr type="h" for="ch" forName="dot10" refType="userD"/>
                  <dgm:constr type="ctrX" for="ch" forName="dotArrow1" refType="w" fact="0.7443"/>
                  <dgm:constr type="ctrY" for="ch" forName="dotArrow1" refType="h" fact="0.0748"/>
                  <dgm:constr type="w" for="ch" forName="dotArrow1" refType="userD"/>
                  <dgm:constr type="h" for="ch" forName="dotArrow1" refType="userD"/>
                  <dgm:constr type="ctrX" for="ch" forName="dotArrow2" refType="w" fact="0.7628"/>
                  <dgm:constr type="ctrY" for="ch" forName="dotArrow2" refType="h" fact="0.0581"/>
                  <dgm:constr type="w" for="ch" forName="dotArrow2" refType="userD"/>
                  <dgm:constr type="h" for="ch" forName="dotArrow2" refType="userD"/>
                  <dgm:constr type="ctrX" for="ch" forName="dotArrow3" refType="w" fact="0.7814"/>
                  <dgm:constr type="ctrY" for="ch" forName="dotArrow3" refType="h" fact="0.0414"/>
                  <dgm:constr type="w" for="ch" forName="dotArrow3" refType="userD"/>
                  <dgm:constr type="h" for="ch" forName="dotArrow3" refType="userD"/>
                  <dgm:constr type="ctrX" for="ch" forName="dotArrow4" refType="w" fact="0.7999"/>
                  <dgm:constr type="ctrY" for="ch" forName="dotArrow4" refType="h" fact="0.0581"/>
                  <dgm:constr type="w" for="ch" forName="dotArrow4" refType="userD"/>
                  <dgm:constr type="h" for="ch" forName="dotArrow4" refType="userD"/>
                  <dgm:constr type="ctrX" for="ch" forName="dotArrow5" refType="w" fact="0.8184"/>
                  <dgm:constr type="ctrY" for="ch" forName="dotArrow5" refType="h" fact="0.0748"/>
                  <dgm:constr type="w" for="ch" forName="dotArrow5" refType="userD"/>
                  <dgm:constr type="h" for="ch" forName="dotArrow5" refType="userD"/>
                  <dgm:constr type="ctrX" for="ch" forName="dotArrow6" refType="w" fact="0.7814"/>
                  <dgm:constr type="ctrY" for="ch" forName="dotArrow6" refType="h" fact="0.0766"/>
                  <dgm:constr type="w" for="ch" forName="dotArrow6" refType="userD"/>
                  <dgm:constr type="h" for="ch" forName="dotArrow6" refType="userD"/>
                  <dgm:constr type="ctrX" for="ch" forName="dotArrow7" refType="w" fact="0.7814"/>
                  <dgm:constr type="ctrY" for="ch" forName="dotArrow7" refType="h" fact="0.1118"/>
                  <dgm:constr type="w" for="ch" forName="dotArrow7" refType="userD"/>
                  <dgm:constr type="h" for="ch" forName="dotArrow7" refType="userD"/>
                  <dgm:constr type="l" for="ch" forName="parTx1" refType="w" fact="0.2479"/>
                  <dgm:constr type="t" for="ch" forName="parTx1" refType="h" fact="0.9416"/>
                  <dgm:constr type="w" for="ch" forName="parTx1" refType="w" fact="0.2696"/>
                  <dgm:constr type="h" for="ch" forName="parTx1" refType="h" fact="0.0811"/>
                  <dgm:constr type="ctrX" for="ch" forName="picture1" refType="w" fact="0.2356"/>
                  <dgm:constr type="ctrY" for="ch" forName="picture1" refType="h" fact="0.9322"/>
                  <dgm:constr type="w" for="ch" forName="picture1" refType="w" fact="0.125"/>
                  <dgm:constr type="h" for="ch" forName="picture1" refType="h" fact="0.1403"/>
                  <dgm:constr type="l" for="ch" forName="parTx2" refType="w" fact="0.5064"/>
                  <dgm:constr type="t" for="ch" forName="parTx2" refType="h" fact="0.8451"/>
                  <dgm:constr type="w" for="ch" forName="parTx2" refType="w" fact="0.2696"/>
                  <dgm:constr type="h" for="ch" forName="parTx2" refType="h" fact="0.0811"/>
                  <dgm:constr type="ctrX" for="ch" forName="picture2" refType="w" fact="0.4941"/>
                  <dgm:constr type="ctrY" for="ch" forName="picture2" refType="h" fact="0.8357"/>
                  <dgm:constr type="w" for="ch" forName="picture2" refType="w" fact="0.125"/>
                  <dgm:constr type="h" for="ch" forName="picture2" refType="h" fact="0.1403"/>
                  <dgm:constr type="l" for="ch" forName="parTx3" refType="w" fact="0.6339"/>
                  <dgm:constr type="t" for="ch" forName="parTx3" refType="h" fact="0.7006"/>
                  <dgm:constr type="w" for="ch" forName="parTx3" refType="w" fact="0.2696"/>
                  <dgm:constr type="h" for="ch" forName="parTx3" refType="h" fact="0.0811"/>
                  <dgm:constr type="ctrX" for="ch" forName="picture3" refType="w" fact="0.6216"/>
                  <dgm:constr type="ctrY" for="ch" forName="picture3" refType="h" fact="0.6912"/>
                  <dgm:constr type="w" for="ch" forName="picture3" refType="w" fact="0.125"/>
                  <dgm:constr type="h" for="ch" forName="picture3" refType="h" fact="0.1403"/>
                  <dgm:constr type="l" for="ch" forName="parTx4" refType="w" fact="0.7108"/>
                  <dgm:constr type="t" for="ch" forName="parTx4" refType="h" fact="0.5424"/>
                  <dgm:constr type="w" for="ch" forName="parTx4" refType="w" fact="0.2696"/>
                  <dgm:constr type="h" for="ch" forName="parTx4" refType="h" fact="0.0811"/>
                  <dgm:constr type="ctrX" for="ch" forName="picture4" refType="w" fact="0.6985"/>
                  <dgm:constr type="ctrY" for="ch" forName="picture4" refType="h" fact="0.533"/>
                  <dgm:constr type="w" for="ch" forName="picture4" refType="w" fact="0.125"/>
                  <dgm:constr type="h" for="ch" forName="picture4" refType="h" fact="0.1403"/>
                  <dgm:constr type="l" for="ch" forName="parTx5" refType="w" fact="0.7604"/>
                  <dgm:constr type="t" for="ch" forName="parTx5" refType="h" fact="0.372"/>
                  <dgm:constr type="w" for="ch" forName="parTx5" refType="w" fact="0.2696"/>
                  <dgm:constr type="h" for="ch" forName="parTx5" refType="h" fact="0.0811"/>
                  <dgm:constr type="ctrX" for="ch" forName="picture5" refType="w" fact="0.7481"/>
                  <dgm:constr type="ctrY" for="ch" forName="picture5" refType="h" fact="0.3626"/>
                  <dgm:constr type="w" for="ch" forName="picture5" refType="w" fact="0.125"/>
                  <dgm:constr type="h" for="ch" forName="picture5" refType="h" fact="0.1403"/>
                  <dgm:constr type="l" for="ch" forName="parTx6" refType="w" fact="0.7874"/>
                  <dgm:constr type="t" for="ch" forName="parTx6" refType="h" fact="0.2044"/>
                  <dgm:constr type="w" for="ch" forName="parTx6" refType="w" fact="0.2696"/>
                  <dgm:constr type="h" for="ch" forName="parTx6" refType="h" fact="0.0811"/>
                  <dgm:constr type="ctrX" for="ch" forName="picture6" refType="w" fact="0.7751"/>
                  <dgm:constr type="ctrY" for="ch" forName="picture6" refType="h" fact="0.195"/>
                  <dgm:constr type="w" for="ch" forName="picture6" refType="w" fact="0.125"/>
                  <dgm:constr type="h" for="ch" forName="picture6" refType="h" fact="0.1403"/>
                </dgm:constrLst>
              </dgm:else>
            </dgm:choose>
          </dgm:if>
          <dgm:else name="Name58">
            <dgm:choose name="Name59">
              <dgm:if name="Name60" axis="des" func="maxDepth" op="gt" val="1">
                <dgm:alg type="composite">
                  <dgm:param type="ar" val="1.3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primFontSz" for="ch" forName="desTx6" refType="primFontSz" refFor="ch" refForName="desTx1" op="equ"/>
                  <dgm:constr type="userD" refType="w" fact="0.0105"/>
                  <dgm:constr type="ctrX" for="ch" forName="dot1" refType="w" fact="0.6392"/>
                  <dgm:constr type="ctrY" for="ch" forName="dot1" refType="h" fact="0.8839"/>
                  <dgm:constr type="w" for="ch" forName="dot1" refType="userD"/>
                  <dgm:constr type="h" for="ch" forName="dot1" refType="userD"/>
                  <dgm:constr type="ctrX" for="ch" forName="dot2" refType="w" fact="0.6616"/>
                  <dgm:constr type="ctrY" for="ch" forName="dot2" refType="h" fact="0.8967"/>
                  <dgm:constr type="w" for="ch" forName="dot2" refType="userD"/>
                  <dgm:constr type="h" for="ch" forName="dot2" refType="userD"/>
                  <dgm:constr type="ctrX" for="ch" forName="dot3" refType="w" fact="0.6845"/>
                  <dgm:constr type="ctrY" for="ch" forName="dot3" refType="h" fact="0.9076"/>
                  <dgm:constr type="w" for="ch" forName="dot3" refType="userD"/>
                  <dgm:constr type="h" for="ch" forName="dot3" refType="userD"/>
                  <dgm:constr type="ctrX" for="ch" forName="dot4" refType="w" fact="0.7077"/>
                  <dgm:constr type="ctrY" for="ch" forName="dot4" refType="h" fact="0.9165"/>
                  <dgm:constr type="w" for="ch" forName="dot4" refType="userD"/>
                  <dgm:constr type="h" for="ch" forName="dot4" refType="userD"/>
                  <dgm:constr type="ctrX" for="ch" forName="dot5" refType="w" fact="0.7312"/>
                  <dgm:constr type="ctrY" for="ch" forName="dot5" refType="h" fact="0.9234"/>
                  <dgm:constr type="w" for="ch" forName="dot5" refType="userD"/>
                  <dgm:constr type="h" for="ch" forName="dot5" refType="userD"/>
                  <dgm:constr type="ctrX" for="ch" forName="dot6" refType="w" fact="0.5117"/>
                  <dgm:constr type="ctrY" for="ch" forName="dot6" refType="h" fact="0.764"/>
                  <dgm:constr type="w" for="ch" forName="dot6" refType="userD"/>
                  <dgm:constr type="h" for="ch" forName="dot6" refType="userD"/>
                  <dgm:constr type="ctrX" for="ch" forName="dot7" refType="w" fact="0.5305"/>
                  <dgm:constr type="ctrY" for="ch" forName="dot7" refType="h" fact="0.7878"/>
                  <dgm:constr type="w" for="ch" forName="dot7" refType="userD"/>
                  <dgm:constr type="h" for="ch" forName="dot7" refType="userD"/>
                  <dgm:constr type="ctrX" for="ch" forName="dot8" refType="w" fact="0.4304"/>
                  <dgm:constr type="ctrY" for="ch" forName="dot8" refType="h" fact="0.6227"/>
                  <dgm:constr type="w" for="ch" forName="dot8" refType="userD"/>
                  <dgm:constr type="h" for="ch" forName="dot8" refType="userD"/>
                  <dgm:constr type="ctrX" for="ch" forName="dot9" refType="w" fact="0.3753"/>
                  <dgm:constr type="ctrY" for="ch" forName="dot9" refType="h" fact="0.4556"/>
                  <dgm:constr type="w" for="ch" forName="dot9" refType="userD"/>
                  <dgm:constr type="h" for="ch" forName="dot9" refType="userD"/>
                  <dgm:constr type="ctrX" for="ch" forName="dot10" refType="w" fact="0.3491"/>
                  <dgm:constr type="ctrY" for="ch" forName="dot10" refType="h" fact="0.2816"/>
                  <dgm:constr type="w" for="ch" forName="dot10" refType="userD"/>
                  <dgm:constr type="h" for="ch" forName="dot10" refType="userD"/>
                  <dgm:constr type="ctrX" for="ch" forName="dotArrow1" refType="w" fact="0.3719"/>
                  <dgm:constr type="ctrY" for="ch" forName="dotArrow1" refType="h" fact="0.0748"/>
                  <dgm:constr type="w" for="ch" forName="dotArrow1" refType="userD"/>
                  <dgm:constr type="h" for="ch" forName="dotArrow1" refType="userD"/>
                  <dgm:constr type="ctrX" for="ch" forName="dotArrow2" refType="w" fact="0.3563"/>
                  <dgm:constr type="ctrY" for="ch" forName="dotArrow2" refType="h" fact="0.0581"/>
                  <dgm:constr type="w" for="ch" forName="dotArrow2" refType="userD"/>
                  <dgm:constr type="h" for="ch" forName="dotArrow2" refType="userD"/>
                  <dgm:constr type="ctrX" for="ch" forName="dotArrow3" refType="w" fact="0.3407"/>
                  <dgm:constr type="ctrY" for="ch" forName="dotArrow3" refType="h" fact="0.0414"/>
                  <dgm:constr type="w" for="ch" forName="dotArrow3" refType="userD"/>
                  <dgm:constr type="h" for="ch" forName="dotArrow3" refType="userD"/>
                  <dgm:constr type="ctrX" for="ch" forName="dotArrow4" refType="w" fact="0.325"/>
                  <dgm:constr type="ctrY" for="ch" forName="dotArrow4" refType="h" fact="0.0581"/>
                  <dgm:constr type="w" for="ch" forName="dotArrow4" refType="userD"/>
                  <dgm:constr type="h" for="ch" forName="dotArrow4" refType="userD"/>
                  <dgm:constr type="ctrX" for="ch" forName="dotArrow5" refType="w" fact="0.3094"/>
                  <dgm:constr type="ctrY" for="ch" forName="dotArrow5" refType="h" fact="0.0748"/>
                  <dgm:constr type="w" for="ch" forName="dotArrow5" refType="userD"/>
                  <dgm:constr type="h" for="ch" forName="dotArrow5" refType="userD"/>
                  <dgm:constr type="ctrX" for="ch" forName="dotArrow6" refType="w" fact="0.3407"/>
                  <dgm:constr type="ctrY" for="ch" forName="dotArrow6" refType="h" fact="0.0766"/>
                  <dgm:constr type="w" for="ch" forName="dotArrow6" refType="userD"/>
                  <dgm:constr type="h" for="ch" forName="dotArrow6" refType="userD"/>
                  <dgm:constr type="ctrX" for="ch" forName="dotArrow7" refType="w" fact="0.3407"/>
                  <dgm:constr type="ctrY" for="ch" forName="dotArrow7" refType="h" fact="0.1118"/>
                  <dgm:constr type="w" for="ch" forName="dotArrow7" refType="userD"/>
                  <dgm:constr type="h" for="ch" forName="dotArrow7" refType="userD"/>
                  <dgm:constr type="r" for="ch" forName="parTx1" refType="w" fact="0.7909"/>
                  <dgm:constr type="t" for="ch" forName="parTx1" refType="h" fact="0.9433"/>
                  <dgm:constr type="w" for="ch" forName="parTx1" refType="w" fact="0.2275"/>
                  <dgm:constr type="h" for="ch" forName="parTx1" refType="h" fact="0.0811"/>
                  <dgm:constr type="ctrX" for="ch" forName="picture1" refType="w" fact="0.8012"/>
                  <dgm:constr type="ctrY" for="ch" forName="picture1" refType="h" fact="0.9322"/>
                  <dgm:constr type="w" for="ch" forName="picture1" refType="w" fact="0.1055"/>
                  <dgm:constr type="h" for="ch" forName="picture1" refType="h" fact="0.1403"/>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5727"/>
                  <dgm:constr type="t" for="ch" forName="parTx2" refType="h" fact="0.8468"/>
                  <dgm:constr type="w" for="ch" forName="parTx2" refType="w" fact="0.2275"/>
                  <dgm:constr type="h" for="ch" forName="parTx2" refType="h" fact="0.0811"/>
                  <dgm:constr type="ctrX" for="ch" forName="picture2" refType="w" fact="0.5831"/>
                  <dgm:constr type="ctrY" for="ch" forName="picture2" refType="h" fact="0.8357"/>
                  <dgm:constr type="w" for="ch" forName="picture2" refType="w" fact="0.1055"/>
                  <dgm:constr type="h" for="ch" forName="picture2" refType="h" fact="0.1403"/>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4651"/>
                  <dgm:constr type="t" for="ch" forName="parTx3" refType="h" fact="0.7023"/>
                  <dgm:constr type="w" for="ch" forName="parTx3" refType="w" fact="0.2275"/>
                  <dgm:constr type="h" for="ch" forName="parTx3" refType="h" fact="0.0811"/>
                  <dgm:constr type="ctrX" for="ch" forName="picture3" refType="w" fact="0.4755"/>
                  <dgm:constr type="ctrY" for="ch" forName="picture3" refType="h" fact="0.6912"/>
                  <dgm:constr type="w" for="ch" forName="picture3" refType="w" fact="0.1055"/>
                  <dgm:constr type="h" for="ch" forName="picture3" refType="h" fact="0.1403"/>
                  <dgm:constr type="r" for="ch" forName="desTx3" refType="l" refFor="ch" refForName="parTx3"/>
                  <dgm:constr type="l" for="ch" forName="desTx3"/>
                  <dgm:constr type="t" for="ch" forName="desTx3" refType="t" refFor="ch" refForName="parTx3"/>
                  <dgm:constr type="h" for="ch" forName="desTx3" refType="h" refFor="ch" refForName="parTx3"/>
                  <dgm:constr type="r" for="ch" forName="parTx4" refType="w" fact="0.4002"/>
                  <dgm:constr type="t" for="ch" forName="parTx4" refType="h" fact="0.5441"/>
                  <dgm:constr type="w" for="ch" forName="parTx4" refType="w" fact="0.2275"/>
                  <dgm:constr type="h" for="ch" forName="parTx4" refType="h" fact="0.0811"/>
                  <dgm:constr type="ctrX" for="ch" forName="picture4" refType="w" fact="0.4106"/>
                  <dgm:constr type="ctrY" for="ch" forName="picture4" refType="h" fact="0.533"/>
                  <dgm:constr type="w" for="ch" forName="picture4" refType="w" fact="0.1055"/>
                  <dgm:constr type="h" for="ch" forName="picture4" refType="h" fact="0.1403"/>
                  <dgm:constr type="r" for="ch" forName="desTx4" refType="l" refFor="ch" refForName="parTx4"/>
                  <dgm:constr type="l" for="ch" forName="desTx4"/>
                  <dgm:constr type="t" for="ch" forName="desTx4" refType="t" refFor="ch" refForName="parTx4"/>
                  <dgm:constr type="h" for="ch" forName="desTx4" refType="h" refFor="ch" refForName="parTx4"/>
                  <dgm:constr type="r" for="ch" forName="parTx5" refType="w" fact="0.3584"/>
                  <dgm:constr type="t" for="ch" forName="parTx5" refType="h" fact="0.3737"/>
                  <dgm:constr type="w" for="ch" forName="parTx5" refType="w" fact="0.2275"/>
                  <dgm:constr type="h" for="ch" forName="parTx5" refType="h" fact="0.0811"/>
                  <dgm:constr type="ctrX" for="ch" forName="picture5" refType="w" fact="0.3687"/>
                  <dgm:constr type="ctrY" for="ch" forName="picture5" refType="h" fact="0.3626"/>
                  <dgm:constr type="w" for="ch" forName="picture5" refType="w" fact="0.1055"/>
                  <dgm:constr type="h" for="ch" forName="picture5" refType="h" fact="0.1403"/>
                  <dgm:constr type="r" for="ch" forName="desTx5" refType="l" refFor="ch" refForName="parTx5"/>
                  <dgm:constr type="l" for="ch" forName="desTx5"/>
                  <dgm:constr type="t" for="ch" forName="desTx5" refType="t" refFor="ch" refForName="parTx5"/>
                  <dgm:constr type="h" for="ch" forName="desTx5" refType="h" refFor="ch" refForName="parTx5"/>
                  <dgm:constr type="r" for="ch" forName="parTx6" refType="w" fact="0.3356"/>
                  <dgm:constr type="t" for="ch" forName="parTx6" refType="h" fact="0.2061"/>
                  <dgm:constr type="w" for="ch" forName="parTx6" refType="w" fact="0.2275"/>
                  <dgm:constr type="h" for="ch" forName="parTx6" refType="h" fact="0.0811"/>
                  <dgm:constr type="ctrX" for="ch" forName="picture6" refType="w" fact="0.3459"/>
                  <dgm:constr type="ctrY" for="ch" forName="picture6" refType="h" fact="0.195"/>
                  <dgm:constr type="w" for="ch" forName="picture6" refType="w" fact="0.1055"/>
                  <dgm:constr type="h" for="ch" forName="picture6" refType="h" fact="0.1403"/>
                  <dgm:constr type="r" for="ch" forName="desTx6" refType="l" refFor="ch" refForName="parTx6"/>
                  <dgm:constr type="l" for="ch" forName="desTx6"/>
                  <dgm:constr type="t" for="ch" forName="desTx6" refType="t" refFor="ch" refForName="parTx6"/>
                  <dgm:constr type="h" for="ch" forName="desTx6" refType="h" refFor="ch" refForName="parTx6"/>
                </dgm:constrLst>
              </dgm:if>
              <dgm:else name="Name61">
                <dgm:alg type="composite">
                  <dgm:param type="ar" val="1.122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userD" refType="w" fact="0.0125"/>
                  <dgm:constr type="ctrX" for="ch" forName="dot1" refType="w" fact="0.5724"/>
                  <dgm:constr type="ctrY" for="ch" forName="dot1" refType="h" fact="0.8839"/>
                  <dgm:constr type="w" for="ch" forName="dot1" refType="userD"/>
                  <dgm:constr type="h" for="ch" forName="dot1" refType="userD"/>
                  <dgm:constr type="ctrX" for="ch" forName="dot2" refType="w" fact="0.599"/>
                  <dgm:constr type="ctrY" for="ch" forName="dot2" refType="h" fact="0.8967"/>
                  <dgm:constr type="w" for="ch" forName="dot2" refType="userD"/>
                  <dgm:constr type="h" for="ch" forName="dot2" refType="userD"/>
                  <dgm:constr type="ctrX" for="ch" forName="dot3" refType="w" fact="0.6261"/>
                  <dgm:constr type="ctrY" for="ch" forName="dot3" refType="h" fact="0.9076"/>
                  <dgm:constr type="w" for="ch" forName="dot3" refType="userD"/>
                  <dgm:constr type="h" for="ch" forName="dot3" refType="userD"/>
                  <dgm:constr type="ctrX" for="ch" forName="dot4" refType="w" fact="0.6536"/>
                  <dgm:constr type="ctrY" for="ch" forName="dot4" refType="h" fact="0.9165"/>
                  <dgm:constr type="w" for="ch" forName="dot4" refType="userD"/>
                  <dgm:constr type="h" for="ch" forName="dot4" refType="userD"/>
                  <dgm:constr type="ctrX" for="ch" forName="dot5" refType="w" fact="0.6814"/>
                  <dgm:constr type="ctrY" for="ch" forName="dot5" refType="h" fact="0.9234"/>
                  <dgm:constr type="w" for="ch" forName="dot5" refType="userD"/>
                  <dgm:constr type="h" for="ch" forName="dot5" refType="userD"/>
                  <dgm:constr type="ctrX" for="ch" forName="dot6" refType="w" fact="0.4214"/>
                  <dgm:constr type="ctrY" for="ch" forName="dot6" refType="h" fact="0.764"/>
                  <dgm:constr type="w" for="ch" forName="dot6" refType="userD"/>
                  <dgm:constr type="h" for="ch" forName="dot6" refType="userD"/>
                  <dgm:constr type="ctrX" for="ch" forName="dot7" refType="w" fact="0.4436"/>
                  <dgm:constr type="ctrY" for="ch" forName="dot7" refType="h" fact="0.7878"/>
                  <dgm:constr type="w" for="ch" forName="dot7" refType="userD"/>
                  <dgm:constr type="h" for="ch" forName="dot7" refType="userD"/>
                  <dgm:constr type="ctrX" for="ch" forName="dot8" refType="w" fact="0.325"/>
                  <dgm:constr type="ctrY" for="ch" forName="dot8" refType="h" fact="0.6227"/>
                  <dgm:constr type="w" for="ch" forName="dot8" refType="userD"/>
                  <dgm:constr type="h" for="ch" forName="dot8" refType="userD"/>
                  <dgm:constr type="ctrX" for="ch" forName="dot9" refType="w" fact="0.2597"/>
                  <dgm:constr type="ctrY" for="ch" forName="dot9" refType="h" fact="0.4556"/>
                  <dgm:constr type="w" for="ch" forName="dot9" refType="userD"/>
                  <dgm:constr type="h" for="ch" forName="dot9" refType="userD"/>
                  <dgm:constr type="ctrX" for="ch" forName="dot10" refType="w" fact="0.2286"/>
                  <dgm:constr type="ctrY" for="ch" forName="dot10" refType="h" fact="0.2816"/>
                  <dgm:constr type="w" for="ch" forName="dot10" refType="userD"/>
                  <dgm:constr type="h" for="ch" forName="dot10" refType="userD"/>
                  <dgm:constr type="ctrX" for="ch" forName="dotArrow1" refType="w" fact="0.2557"/>
                  <dgm:constr type="ctrY" for="ch" forName="dotArrow1" refType="h" fact="0.0748"/>
                  <dgm:constr type="w" for="ch" forName="dotArrow1" refType="userD"/>
                  <dgm:constr type="h" for="ch" forName="dotArrow1" refType="userD"/>
                  <dgm:constr type="ctrX" for="ch" forName="dotArrow2" refType="w" fact="0.2372"/>
                  <dgm:constr type="ctrY" for="ch" forName="dotArrow2" refType="h" fact="0.0581"/>
                  <dgm:constr type="w" for="ch" forName="dotArrow2" refType="userD"/>
                  <dgm:constr type="h" for="ch" forName="dotArrow2" refType="userD"/>
                  <dgm:constr type="ctrX" for="ch" forName="dotArrow3" refType="w" fact="0.2187"/>
                  <dgm:constr type="ctrY" for="ch" forName="dotArrow3" refType="h" fact="0.0414"/>
                  <dgm:constr type="w" for="ch" forName="dotArrow3" refType="userD"/>
                  <dgm:constr type="h" for="ch" forName="dotArrow3" refType="userD"/>
                  <dgm:constr type="ctrX" for="ch" forName="dotArrow4" refType="w" fact="0.2001"/>
                  <dgm:constr type="ctrY" for="ch" forName="dotArrow4" refType="h" fact="0.0581"/>
                  <dgm:constr type="w" for="ch" forName="dotArrow4" refType="userD"/>
                  <dgm:constr type="h" for="ch" forName="dotArrow4" refType="userD"/>
                  <dgm:constr type="ctrX" for="ch" forName="dotArrow5" refType="w" fact="0.1816"/>
                  <dgm:constr type="ctrY" for="ch" forName="dotArrow5" refType="h" fact="0.0748"/>
                  <dgm:constr type="w" for="ch" forName="dotArrow5" refType="userD"/>
                  <dgm:constr type="h" for="ch" forName="dotArrow5" refType="userD"/>
                  <dgm:constr type="ctrX" for="ch" forName="dotArrow6" refType="w" fact="0.2187"/>
                  <dgm:constr type="ctrY" for="ch" forName="dotArrow6" refType="h" fact="0.0766"/>
                  <dgm:constr type="w" for="ch" forName="dotArrow6" refType="userD"/>
                  <dgm:constr type="h" for="ch" forName="dotArrow6" refType="userD"/>
                  <dgm:constr type="ctrX" for="ch" forName="dotArrow7" refType="w" fact="0.2187"/>
                  <dgm:constr type="ctrY" for="ch" forName="dotArrow7" refType="h" fact="0.1118"/>
                  <dgm:constr type="w" for="ch" forName="dotArrow7" refType="userD"/>
                  <dgm:constr type="h" for="ch" forName="dotArrow7" refType="userD"/>
                  <dgm:constr type="r" for="ch" forName="parTx1" refType="w" fact="0.7522"/>
                  <dgm:constr type="t" for="ch" forName="parTx1" refType="h" fact="0.9416"/>
                  <dgm:constr type="w" for="ch" forName="parTx1" refType="w" fact="0.2696"/>
                  <dgm:constr type="h" for="ch" forName="parTx1" refType="h" fact="0.0811"/>
                  <dgm:constr type="ctrX" for="ch" forName="picture1" refType="w" fact="0.7644"/>
                  <dgm:constr type="ctrY" for="ch" forName="picture1" refType="h" fact="0.9322"/>
                  <dgm:constr type="w" for="ch" forName="picture1" refType="w" fact="0.125"/>
                  <dgm:constr type="h" for="ch" forName="picture1" refType="h" fact="0.1403"/>
                  <dgm:constr type="r" for="ch" forName="parTx2" refType="w" fact="0.4937"/>
                  <dgm:constr type="t" for="ch" forName="parTx2" refType="h" fact="0.8451"/>
                  <dgm:constr type="w" for="ch" forName="parTx2" refType="w" fact="0.2696"/>
                  <dgm:constr type="h" for="ch" forName="parTx2" refType="h" fact="0.0811"/>
                  <dgm:constr type="ctrX" for="ch" forName="picture2" refType="w" fact="0.5059"/>
                  <dgm:constr type="ctrY" for="ch" forName="picture2" refType="h" fact="0.8357"/>
                  <dgm:constr type="w" for="ch" forName="picture2" refType="w" fact="0.125"/>
                  <dgm:constr type="h" for="ch" forName="picture2" refType="h" fact="0.1403"/>
                  <dgm:constr type="r" for="ch" forName="parTx3" refType="w" fact="0.3662"/>
                  <dgm:constr type="t" for="ch" forName="parTx3" refType="h" fact="0.7006"/>
                  <dgm:constr type="w" for="ch" forName="parTx3" refType="w" fact="0.2696"/>
                  <dgm:constr type="h" for="ch" forName="parTx3" refType="h" fact="0.0811"/>
                  <dgm:constr type="ctrX" for="ch" forName="picture3" refType="w" fact="0.3784"/>
                  <dgm:constr type="ctrY" for="ch" forName="picture3" refType="h" fact="0.6912"/>
                  <dgm:constr type="w" for="ch" forName="picture3" refType="w" fact="0.125"/>
                  <dgm:constr type="h" for="ch" forName="picture3" refType="h" fact="0.1403"/>
                  <dgm:constr type="r" for="ch" forName="parTx4" refType="w" fact="0.2893"/>
                  <dgm:constr type="t" for="ch" forName="parTx4" refType="h" fact="0.5424"/>
                  <dgm:constr type="w" for="ch" forName="parTx4" refType="w" fact="0.2696"/>
                  <dgm:constr type="h" for="ch" forName="parTx4" refType="h" fact="0.0811"/>
                  <dgm:constr type="ctrX" for="ch" forName="picture4" refType="w" fact="0.3015"/>
                  <dgm:constr type="ctrY" for="ch" forName="picture4" refType="h" fact="0.533"/>
                  <dgm:constr type="w" for="ch" forName="picture4" refType="w" fact="0.125"/>
                  <dgm:constr type="h" for="ch" forName="picture4" refType="h" fact="0.1403"/>
                  <dgm:constr type="r" for="ch" forName="parTx5" refType="w" fact="0.2397"/>
                  <dgm:constr type="t" for="ch" forName="parTx5" refType="h" fact="0.372"/>
                  <dgm:constr type="w" for="ch" forName="parTx5" refType="w" fact="0.2696"/>
                  <dgm:constr type="h" for="ch" forName="parTx5" refType="h" fact="0.0811"/>
                  <dgm:constr type="ctrX" for="ch" forName="picture5" refType="w" fact="0.2519"/>
                  <dgm:constr type="ctrY" for="ch" forName="picture5" refType="h" fact="0.3626"/>
                  <dgm:constr type="w" for="ch" forName="picture5" refType="w" fact="0.125"/>
                  <dgm:constr type="h" for="ch" forName="picture5" refType="h" fact="0.1403"/>
                  <dgm:constr type="r" for="ch" forName="parTx6" refType="w" fact="0.2127"/>
                  <dgm:constr type="t" for="ch" forName="parTx6" refType="h" fact="0.2044"/>
                  <dgm:constr type="w" for="ch" forName="parTx6" refType="w" fact="0.2696"/>
                  <dgm:constr type="h" for="ch" forName="parTx6" refType="h" fact="0.0811"/>
                  <dgm:constr type="ctrX" for="ch" forName="picture6" refType="w" fact="0.2249"/>
                  <dgm:constr type="ctrY" for="ch" forName="picture6" refType="h" fact="0.195"/>
                  <dgm:constr type="w" for="ch" forName="picture6" refType="w" fact="0.125"/>
                  <dgm:constr type="h" for="ch" forName="picture6" refType="h" fact="0.1403"/>
                </dgm:constrLst>
              </dgm:else>
            </dgm:choose>
          </dgm:else>
        </dgm:choose>
      </dgm:if>
      <dgm:else name="Name62">
        <dgm:choose name="Name63">
          <dgm:if name="Name64" func="var" arg="dir" op="equ" val="norm">
            <dgm:choose name="Name65">
              <dgm:if name="Name66" axis="des" func="maxDepth" op="gt" val="1">
                <dgm:alg type="composite">
                  <dgm:param type="ar" val="1.2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parTx7"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primFontSz" for="ch" forName="desTx6" refType="primFontSz" refFor="ch" refForName="desTx1" op="equ"/>
                  <dgm:constr type="primFontSz" for="ch" forName="desTx7" refType="primFontSz" refFor="ch" refForName="desTx1" op="equ"/>
                  <dgm:constr type="userD" refType="w" fact="0.0097"/>
                  <dgm:constr type="ctrX" for="ch" forName="dot1" refType="w" fact="0.3909"/>
                  <dgm:constr type="ctrY" for="ch" forName="dot1" refType="h" fact="0.8342"/>
                  <dgm:constr type="w" for="ch" forName="dot1" refType="userD"/>
                  <dgm:constr type="h" for="ch" forName="dot1" refType="userD"/>
                  <dgm:constr type="ctrX" for="ch" forName="dot2" refType="w" fact="0.3721"/>
                  <dgm:constr type="ctrY" for="ch" forName="dot2" refType="h" fact="0.8448"/>
                  <dgm:constr type="w" for="ch" forName="dot2" refType="userD"/>
                  <dgm:constr type="h" for="ch" forName="dot2" refType="userD"/>
                  <dgm:constr type="ctrX" for="ch" forName="dot3" refType="w" fact="0.353"/>
                  <dgm:constr type="ctrY" for="ch" forName="dot3" refType="h" fact="0.8539"/>
                  <dgm:constr type="w" for="ch" forName="dot3" refType="userD"/>
                  <dgm:constr type="h" for="ch" forName="dot3" refType="userD"/>
                  <dgm:constr type="ctrX" for="ch" forName="dot4" refType="w" fact="0.3337"/>
                  <dgm:constr type="ctrY" for="ch" forName="dot4" refType="h" fact="0.8615"/>
                  <dgm:constr type="w" for="ch" forName="dot4" refType="userD"/>
                  <dgm:constr type="h" for="ch" forName="dot4" refType="userD"/>
                  <dgm:constr type="ctrX" for="ch" forName="dot5" refType="w" fact="0.3142"/>
                  <dgm:constr type="ctrY" for="ch" forName="dot5" refType="h" fact="0.8676"/>
                  <dgm:constr type="w" for="ch" forName="dot5" refType="userD"/>
                  <dgm:constr type="h" for="ch" forName="dot5" refType="userD"/>
                  <dgm:constr type="ctrX" for="ch" forName="dot6" refType="w" fact="0.5088"/>
                  <dgm:constr type="ctrY" for="ch" forName="dot6" refType="h" fact="0.7255"/>
                  <dgm:constr type="w" for="ch" forName="dot6" refType="userD"/>
                  <dgm:constr type="h" for="ch" forName="dot6" refType="userD"/>
                  <dgm:constr type="ctrX" for="ch" forName="dot7" refType="w" fact="0.4926"/>
                  <dgm:constr type="ctrY" for="ch" forName="dot7" refType="h" fact="0.7454"/>
                  <dgm:constr type="w" for="ch" forName="dot7" refType="userD"/>
                  <dgm:constr type="h" for="ch" forName="dot7" refType="userD"/>
                  <dgm:constr type="ctrX" for="ch" forName="dot8" refType="w" fact="0.5836"/>
                  <dgm:constr type="ctrY" for="ch" forName="dot8" refType="h" fact="0.6026"/>
                  <dgm:constr type="w" for="ch" forName="dot8" refType="userD"/>
                  <dgm:constr type="h" for="ch" forName="dot8" refType="userD"/>
                  <dgm:constr type="ctrX" for="ch" forName="dot9" refType="w" fact="0.6371"/>
                  <dgm:constr type="ctrY" for="ch" forName="dot9" refType="h" fact="0.4632"/>
                  <dgm:constr type="w" for="ch" forName="dot9" refType="userD"/>
                  <dgm:constr type="h" for="ch" forName="dot9" refType="userD"/>
                  <dgm:constr type="ctrX" for="ch" forName="dot10" refType="w" fact="0.6701"/>
                  <dgm:constr type="ctrY" for="ch" forName="dot10" refType="h" fact="0.3187"/>
                  <dgm:constr type="w" for="ch" forName="dot10" refType="userD"/>
                  <dgm:constr type="h" for="ch" forName="dot10" refType="userD"/>
                  <dgm:constr type="ctrX" for="ch" forName="dot11" refType="w" fact="0.6853"/>
                  <dgm:constr type="ctrY" for="ch" forName="dot11" refType="h" fact="0.1763"/>
                  <dgm:constr type="w" for="ch" forName="dot11" refType="userD"/>
                  <dgm:constr type="h" for="ch" forName="dot11" refType="userD"/>
                  <dgm:constr type="ctrX" for="ch" forName="dotArrow1" refType="w" fact="0.6627"/>
                  <dgm:constr type="ctrY" for="ch" forName="dotArrow1" refType="h" fact="-0.0099"/>
                  <dgm:constr type="w" for="ch" forName="dotArrow1" refType="userD"/>
                  <dgm:constr type="h" for="ch" forName="dotArrow1" refType="userD"/>
                  <dgm:constr type="ctrX" for="ch" forName="dotArrow2" refType="w" fact="0.6773"/>
                  <dgm:constr type="ctrY" for="ch" forName="dotArrow2" refType="h" fact="-0.0239"/>
                  <dgm:constr type="w" for="ch" forName="dotArrow2" refType="userD"/>
                  <dgm:constr type="h" for="ch" forName="dotArrow2" refType="userD"/>
                  <dgm:constr type="ctrX" for="ch" forName="dotArrow3" refType="w" fact="0.6919"/>
                  <dgm:constr type="ctrY" for="ch" forName="dotArrow3" refType="h" fact="-0.0378"/>
                  <dgm:constr type="w" for="ch" forName="dotArrow3" refType="userD"/>
                  <dgm:constr type="h" for="ch" forName="dotArrow3" refType="userD"/>
                  <dgm:constr type="ctrX" for="ch" forName="dotArrow4" refType="w" fact="0.7065"/>
                  <dgm:constr type="ctrY" for="ch" forName="dotArrow4" refType="h" fact="-0.0239"/>
                  <dgm:constr type="w" for="ch" forName="dotArrow4" refType="userD"/>
                  <dgm:constr type="h" for="ch" forName="dotArrow4" refType="userD"/>
                  <dgm:constr type="ctrX" for="ch" forName="dotArrow5" refType="w" fact="0.7212"/>
                  <dgm:constr type="ctrY" for="ch" forName="dotArrow5" refType="h" fact="-0.0099"/>
                  <dgm:constr type="w" for="ch" forName="dotArrow5" refType="userD"/>
                  <dgm:constr type="h" for="ch" forName="dotArrow5" refType="userD"/>
                  <dgm:constr type="ctrX" for="ch" forName="dotArrow6" refType="w" fact="0.6919"/>
                  <dgm:constr type="ctrY" for="ch" forName="dotArrow6" refType="h" fact="-0.0084"/>
                  <dgm:constr type="w" for="ch" forName="dotArrow6" refType="userD"/>
                  <dgm:constr type="h" for="ch" forName="dotArrow6" refType="userD"/>
                  <dgm:constr type="ctrX" for="ch" forName="dotArrow7" refType="w" fact="0.6919"/>
                  <dgm:constr type="ctrY" for="ch" forName="dotArrow7" refType="h" fact="0.0211"/>
                  <dgm:constr type="w" for="ch" forName="dotArrow7" refType="userD"/>
                  <dgm:constr type="h" for="ch" forName="dotArrow7" refType="userD"/>
                  <dgm:constr type="l" for="ch" forName="parTx1" refType="w" fact="0.2556"/>
                  <dgm:constr type="t" for="ch" forName="parTx1" refType="h" fact="0.8856"/>
                  <dgm:constr type="w" for="ch" forName="parTx1" refType="w" fact="0.2101"/>
                  <dgm:constr type="h" for="ch" forName="parTx1" refType="h" fact="0.0704"/>
                  <dgm:constr type="ctrX" for="ch" forName="picture1" refType="w" fact="0.246"/>
                  <dgm:constr type="ctrY" for="ch" forName="picture1" refType="h" fact="0.8769"/>
                  <dgm:constr type="w" for="ch" forName="picture1" refType="w" fact="0.0974"/>
                  <dgm:constr type="h" for="ch" forName="picture1" refType="h" fact="0.1218"/>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4535"/>
                  <dgm:constr type="t" for="ch" forName="parTx2" refType="h" fact="0.7956"/>
                  <dgm:constr type="w" for="ch" forName="parTx2" refType="w" fact="0.2101"/>
                  <dgm:constr type="h" for="ch" forName="parTx2" refType="h" fact="0.0704"/>
                  <dgm:constr type="ctrX" for="ch" forName="picture2" refType="w" fact="0.4439"/>
                  <dgm:constr type="ctrY" for="ch" forName="picture2" refType="h" fact="0.787"/>
                  <dgm:constr type="w" for="ch" forName="picture2" refType="w" fact="0.0974"/>
                  <dgm:constr type="h" for="ch" forName="picture2" refType="h" fact="0.1218"/>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5511"/>
                  <dgm:constr type="t" for="ch" forName="parTx3" refType="h" fact="0.673"/>
                  <dgm:constr type="w" for="ch" forName="parTx3" refType="w" fact="0.2101"/>
                  <dgm:constr type="h" for="ch" forName="parTx3" refType="h" fact="0.0704"/>
                  <dgm:constr type="ctrX" for="ch" forName="picture3" refType="w" fact="0.5415"/>
                  <dgm:constr type="ctrY" for="ch" forName="picture3" refType="h" fact="0.6644"/>
                  <dgm:constr type="w" for="ch" forName="picture3" refType="w" fact="0.0974"/>
                  <dgm:constr type="h" for="ch" forName="picture3" refType="h" fact="0.1218"/>
                  <dgm:constr type="l" for="ch" forName="desTx3" refType="r" refFor="ch" refForName="parTx3"/>
                  <dgm:constr type="r" for="ch" forName="desTx3" refType="w"/>
                  <dgm:constr type="t" for="ch" forName="desTx3" refType="t" refFor="ch" refForName="parTx3"/>
                  <dgm:constr type="h" for="ch" forName="desTx3" refType="h" refFor="ch" refForName="parTx3"/>
                  <dgm:constr type="l" for="ch" forName="parTx4" refType="w" fact="0.6132"/>
                  <dgm:constr type="t" for="ch" forName="parTx4" refType="h" fact="0.538"/>
                  <dgm:constr type="w" for="ch" forName="parTx4" refType="w" fact="0.2101"/>
                  <dgm:constr type="h" for="ch" forName="parTx4" refType="h" fact="0.0704"/>
                  <dgm:constr type="ctrX" for="ch" forName="picture4" refType="w" fact="0.6037"/>
                  <dgm:constr type="ctrY" for="ch" forName="picture4" refType="h" fact="0.5294"/>
                  <dgm:constr type="w" for="ch" forName="picture4" refType="w" fact="0.0974"/>
                  <dgm:constr type="h" for="ch" forName="picture4" refType="h" fact="0.1218"/>
                  <dgm:constr type="l" for="ch" forName="desTx4" refType="r" refFor="ch" refForName="parTx4"/>
                  <dgm:constr type="r" for="ch" forName="desTx4" refType="w"/>
                  <dgm:constr type="t" for="ch" forName="desTx4" refType="t" refFor="ch" refForName="parTx4"/>
                  <dgm:constr type="h" for="ch" forName="desTx4" refType="h" refFor="ch" refForName="parTx4"/>
                  <dgm:constr type="l" for="ch" forName="parTx5" refType="w" fact="0.6576"/>
                  <dgm:constr type="t" for="ch" forName="parTx5" refType="h" fact="0.3951"/>
                  <dgm:constr type="w" for="ch" forName="parTx5" refType="w" fact="0.2101"/>
                  <dgm:constr type="h" for="ch" forName="parTx5" refType="h" fact="0.0704"/>
                  <dgm:constr type="ctrX" for="ch" forName="picture5" refType="w" fact="0.648"/>
                  <dgm:constr type="ctrY" for="ch" forName="picture5" refType="h" fact="0.3864"/>
                  <dgm:constr type="w" for="ch" forName="picture5" refType="w" fact="0.0974"/>
                  <dgm:constr type="h" for="ch" forName="picture5" refType="h" fact="0.1218"/>
                  <dgm:constr type="l" for="ch" forName="desTx5" refType="r" refFor="ch" refForName="parTx5"/>
                  <dgm:constr type="r" for="ch" forName="desTx5" refType="w"/>
                  <dgm:constr type="t" for="ch" forName="desTx5" refType="t" refFor="ch" refForName="parTx5"/>
                  <dgm:constr type="h" for="ch" forName="desTx5" refType="h" refFor="ch" refForName="parTx5"/>
                  <dgm:constr type="l" for="ch" forName="parTx6" refType="w" fact="0.6828"/>
                  <dgm:constr type="t" for="ch" forName="parTx6" refType="h" fact="0.2531"/>
                  <dgm:constr type="w" for="ch" forName="parTx6" refType="w" fact="0.2101"/>
                  <dgm:constr type="h" for="ch" forName="parTx6" refType="h" fact="0.0704"/>
                  <dgm:constr type="ctrX" for="ch" forName="picture6" refType="w" fact="0.6733"/>
                  <dgm:constr type="ctrY" for="ch" forName="picture6" refType="h" fact="0.2444"/>
                  <dgm:constr type="w" for="ch" forName="picture6" refType="w" fact="0.0974"/>
                  <dgm:constr type="h" for="ch" forName="picture6" refType="h" fact="0.1218"/>
                  <dgm:constr type="l" for="ch" forName="desTx6" refType="r" refFor="ch" refForName="parTx6"/>
                  <dgm:constr type="r" for="ch" forName="desTx6" refType="w"/>
                  <dgm:constr type="t" for="ch" forName="desTx6" refType="t" refFor="ch" refForName="parTx6"/>
                  <dgm:constr type="h" for="ch" forName="desTx6" refType="h" refFor="ch" refForName="parTx6"/>
                  <dgm:constr type="l" for="ch" forName="parTx7" refType="w" fact="0.6966"/>
                  <dgm:constr type="t" for="ch" forName="parTx7" refType="h" fact="0.1162"/>
                  <dgm:constr type="w" for="ch" forName="parTx7" refType="w" fact="0.2101"/>
                  <dgm:constr type="h" for="ch" forName="parTx7" refType="h" fact="0.0704"/>
                  <dgm:constr type="ctrX" for="ch" forName="picture7" refType="w" fact="0.6871"/>
                  <dgm:constr type="ctrY" for="ch" forName="picture7" refType="h" fact="0.1075"/>
                  <dgm:constr type="w" for="ch" forName="picture7" refType="w" fact="0.0974"/>
                  <dgm:constr type="h" for="ch" forName="picture7" refType="h" fact="0.1218"/>
                  <dgm:constr type="l" for="ch" forName="desTx7" refType="r" refFor="ch" refForName="parTx7"/>
                  <dgm:constr type="r" for="ch" forName="desTx7" refType="w"/>
                  <dgm:constr type="t" for="ch" forName="desTx7" refType="t" refFor="ch" refForName="parTx7"/>
                  <dgm:constr type="h" for="ch" forName="desTx7" refType="h" refFor="ch" refForName="parTx7"/>
                </dgm:constrLst>
              </dgm:if>
              <dgm:else name="Name67">
                <dgm:alg type="composite">
                  <dgm:param type="ar" val="1.096"/>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parTx7" refType="primFontSz" refFor="ch" refForName="parTx1" op="equ"/>
                  <dgm:constr type="userD" refType="w" fact="0.0111"/>
                  <dgm:constr type="ctrX" for="ch" forName="dot1" refType="w" fact="0.4459"/>
                  <dgm:constr type="ctrY" for="ch" forName="dot1" refType="h" fact="0.8342"/>
                  <dgm:constr type="w" for="ch" forName="dot1" refType="userD"/>
                  <dgm:constr type="h" for="ch" forName="dot1" refType="userD"/>
                  <dgm:constr type="ctrX" for="ch" forName="dot2" refType="w" fact="0.4244"/>
                  <dgm:constr type="ctrY" for="ch" forName="dot2" refType="h" fact="0.8448"/>
                  <dgm:constr type="w" for="ch" forName="dot2" refType="userD"/>
                  <dgm:constr type="h" for="ch" forName="dot2" refType="userD"/>
                  <dgm:constr type="ctrX" for="ch" forName="dot3" refType="w" fact="0.4026"/>
                  <dgm:constr type="ctrY" for="ch" forName="dot3" refType="h" fact="0.8539"/>
                  <dgm:constr type="w" for="ch" forName="dot3" refType="userD"/>
                  <dgm:constr type="h" for="ch" forName="dot3" refType="userD"/>
                  <dgm:constr type="ctrX" for="ch" forName="dot4" refType="w" fact="0.3806"/>
                  <dgm:constr type="ctrY" for="ch" forName="dot4" refType="h" fact="0.8615"/>
                  <dgm:constr type="w" for="ch" forName="dot4" refType="userD"/>
                  <dgm:constr type="h" for="ch" forName="dot4" refType="userD"/>
                  <dgm:constr type="ctrX" for="ch" forName="dot5" refType="w" fact="0.3584"/>
                  <dgm:constr type="ctrY" for="ch" forName="dot5" refType="h" fact="0.8676"/>
                  <dgm:constr type="w" for="ch" forName="dot5" refType="userD"/>
                  <dgm:constr type="h" for="ch" forName="dot5" refType="userD"/>
                  <dgm:constr type="ctrX" for="ch" forName="dot6" refType="w" fact="0.5803"/>
                  <dgm:constr type="ctrY" for="ch" forName="dot6" refType="h" fact="0.7255"/>
                  <dgm:constr type="w" for="ch" forName="dot6" refType="userD"/>
                  <dgm:constr type="h" for="ch" forName="dot6" refType="userD"/>
                  <dgm:constr type="ctrX" for="ch" forName="dot7" refType="w" fact="0.5618"/>
                  <dgm:constr type="ctrY" for="ch" forName="dot7" refType="h" fact="0.7454"/>
                  <dgm:constr type="w" for="ch" forName="dot7" refType="userD"/>
                  <dgm:constr type="h" for="ch" forName="dot7" refType="userD"/>
                  <dgm:constr type="ctrX" for="ch" forName="dot8" refType="w" fact="0.6656"/>
                  <dgm:constr type="ctrY" for="ch" forName="dot8" refType="h" fact="0.6026"/>
                  <dgm:constr type="w" for="ch" forName="dot8" refType="userD"/>
                  <dgm:constr type="h" for="ch" forName="dot8" refType="userD"/>
                  <dgm:constr type="ctrX" for="ch" forName="dot9" refType="w" fact="0.7266"/>
                  <dgm:constr type="ctrY" for="ch" forName="dot9" refType="h" fact="0.4632"/>
                  <dgm:constr type="w" for="ch" forName="dot9" refType="userD"/>
                  <dgm:constr type="h" for="ch" forName="dot9" refType="userD"/>
                  <dgm:constr type="ctrX" for="ch" forName="dot10" refType="w" fact="0.7643"/>
                  <dgm:constr type="ctrY" for="ch" forName="dot10" refType="h" fact="0.3187"/>
                  <dgm:constr type="w" for="ch" forName="dot10" refType="userD"/>
                  <dgm:constr type="h" for="ch" forName="dot10" refType="userD"/>
                  <dgm:constr type="ctrX" for="ch" forName="dot11" refType="w" fact="0.7816"/>
                  <dgm:constr type="ctrY" for="ch" forName="dot11" refType="h" fact="0.1763"/>
                  <dgm:constr type="w" for="ch" forName="dot11" refType="userD"/>
                  <dgm:constr type="h" for="ch" forName="dot11" refType="userD"/>
                  <dgm:constr type="ctrX" for="ch" forName="dotArrow1" refType="w" fact="0.7558"/>
                  <dgm:constr type="ctrY" for="ch" forName="dotArrow1" refType="h" fact="-0.0099"/>
                  <dgm:constr type="w" for="ch" forName="dotArrow1" refType="userD"/>
                  <dgm:constr type="h" for="ch" forName="dotArrow1" refType="userD"/>
                  <dgm:constr type="ctrX" for="ch" forName="dotArrow2" refType="w" fact="0.7725"/>
                  <dgm:constr type="ctrY" for="ch" forName="dotArrow2" refType="h" fact="-0.0239"/>
                  <dgm:constr type="w" for="ch" forName="dotArrow2" refType="userD"/>
                  <dgm:constr type="h" for="ch" forName="dotArrow2" refType="userD"/>
                  <dgm:constr type="ctrX" for="ch" forName="dotArrow3" refType="w" fact="0.7892"/>
                  <dgm:constr type="ctrY" for="ch" forName="dotArrow3" refType="h" fact="-0.0378"/>
                  <dgm:constr type="w" for="ch" forName="dotArrow3" refType="userD"/>
                  <dgm:constr type="h" for="ch" forName="dotArrow3" refType="userD"/>
                  <dgm:constr type="ctrX" for="ch" forName="dotArrow4" refType="w" fact="0.8058"/>
                  <dgm:constr type="ctrY" for="ch" forName="dotArrow4" refType="h" fact="-0.0239"/>
                  <dgm:constr type="w" for="ch" forName="dotArrow4" refType="userD"/>
                  <dgm:constr type="h" for="ch" forName="dotArrow4" refType="userD"/>
                  <dgm:constr type="ctrX" for="ch" forName="dotArrow5" refType="w" fact="0.8225"/>
                  <dgm:constr type="ctrY" for="ch" forName="dotArrow5" refType="h" fact="-0.0099"/>
                  <dgm:constr type="w" for="ch" forName="dotArrow5" refType="userD"/>
                  <dgm:constr type="h" for="ch" forName="dotArrow5" refType="userD"/>
                  <dgm:constr type="ctrX" for="ch" forName="dotArrow6" refType="w" fact="0.7892"/>
                  <dgm:constr type="ctrY" for="ch" forName="dotArrow6" refType="h" fact="-0.0084"/>
                  <dgm:constr type="w" for="ch" forName="dotArrow6" refType="userD"/>
                  <dgm:constr type="h" for="ch" forName="dotArrow6" refType="userD"/>
                  <dgm:constr type="ctrX" for="ch" forName="dotArrow7" refType="w" fact="0.7892"/>
                  <dgm:constr type="ctrY" for="ch" forName="dotArrow7" refType="h" fact="0.0211"/>
                  <dgm:constr type="w" for="ch" forName="dotArrow7" refType="userD"/>
                  <dgm:constr type="h" for="ch" forName="dotArrow7" refType="userD"/>
                  <dgm:constr type="l" for="ch" forName="parTx1" refType="w" fact="0.2915"/>
                  <dgm:constr type="t" for="ch" forName="parTx1" refType="h" fact="0.8845"/>
                  <dgm:constr type="w" for="ch" forName="parTx1" refType="w" fact="0.2396"/>
                  <dgm:constr type="h" for="ch" forName="parTx1" refType="h" fact="0.0704"/>
                  <dgm:constr type="ctrX" for="ch" forName="picture1" refType="w" fact="0.2806"/>
                  <dgm:constr type="ctrY" for="ch" forName="picture1" refType="h" fact="0.8769"/>
                  <dgm:constr type="w" for="ch" forName="picture1" refType="w" fact="0.1111"/>
                  <dgm:constr type="h" for="ch" forName="picture1" refType="h" fact="0.1218"/>
                  <dgm:constr type="l" for="ch" forName="parTx2" refType="w" fact="0.5172"/>
                  <dgm:constr type="t" for="ch" forName="parTx2" refType="h" fact="0.7946"/>
                  <dgm:constr type="w" for="ch" forName="parTx2" refType="w" fact="0.2396"/>
                  <dgm:constr type="h" for="ch" forName="parTx2" refType="h" fact="0.0704"/>
                  <dgm:constr type="ctrX" for="ch" forName="picture2" refType="w" fact="0.5063"/>
                  <dgm:constr type="ctrY" for="ch" forName="picture2" refType="h" fact="0.787"/>
                  <dgm:constr type="w" for="ch" forName="picture2" refType="w" fact="0.1111"/>
                  <dgm:constr type="h" for="ch" forName="picture2" refType="h" fact="0.1218"/>
                  <dgm:constr type="l" for="ch" forName="parTx3" refType="w" fact="0.6285"/>
                  <dgm:constr type="t" for="ch" forName="parTx3" refType="h" fact="0.672"/>
                  <dgm:constr type="w" for="ch" forName="parTx3" refType="w" fact="0.2396"/>
                  <dgm:constr type="h" for="ch" forName="parTx3" refType="h" fact="0.0704"/>
                  <dgm:constr type="ctrX" for="ch" forName="picture3" refType="w" fact="0.6176"/>
                  <dgm:constr type="ctrY" for="ch" forName="picture3" refType="h" fact="0.6644"/>
                  <dgm:constr type="w" for="ch" forName="picture3" refType="w" fact="0.1111"/>
                  <dgm:constr type="h" for="ch" forName="picture3" refType="h" fact="0.1218"/>
                  <dgm:constr type="l" for="ch" forName="parTx4" refType="w" fact="0.6994"/>
                  <dgm:constr type="t" for="ch" forName="parTx4" refType="h" fact="0.5369"/>
                  <dgm:constr type="w" for="ch" forName="parTx4" refType="w" fact="0.2396"/>
                  <dgm:constr type="h" for="ch" forName="parTx4" refType="h" fact="0.0704"/>
                  <dgm:constr type="ctrX" for="ch" forName="picture4" refType="w" fact="0.6885"/>
                  <dgm:constr type="ctrY" for="ch" forName="picture4" refType="h" fact="0.5294"/>
                  <dgm:constr type="w" for="ch" forName="picture4" refType="w" fact="0.1111"/>
                  <dgm:constr type="h" for="ch" forName="picture4" refType="h" fact="0.1218"/>
                  <dgm:constr type="l" for="ch" forName="parTx5" refType="w" fact="0.75"/>
                  <dgm:constr type="t" for="ch" forName="parTx5" refType="h" fact="0.394"/>
                  <dgm:constr type="w" for="ch" forName="parTx5" refType="w" fact="0.2396"/>
                  <dgm:constr type="h" for="ch" forName="parTx5" refType="h" fact="0.0704"/>
                  <dgm:constr type="ctrX" for="ch" forName="picture5" refType="w" fact="0.7391"/>
                  <dgm:constr type="ctrY" for="ch" forName="picture5" refType="h" fact="0.3864"/>
                  <dgm:constr type="w" for="ch" forName="picture5" refType="w" fact="0.1111"/>
                  <dgm:constr type="h" for="ch" forName="picture5" refType="h" fact="0.1218"/>
                  <dgm:constr type="l" for="ch" forName="parTx6" refType="w" fact="0.7788"/>
                  <dgm:constr type="t" for="ch" forName="parTx6" refType="h" fact="0.252"/>
                  <dgm:constr type="w" for="ch" forName="parTx6" refType="w" fact="0.2396"/>
                  <dgm:constr type="h" for="ch" forName="parTx6" refType="h" fact="0.0704"/>
                  <dgm:constr type="ctrX" for="ch" forName="picture6" refType="w" fact="0.7679"/>
                  <dgm:constr type="ctrY" for="ch" forName="picture6" refType="h" fact="0.2444"/>
                  <dgm:constr type="w" for="ch" forName="picture6" refType="w" fact="0.1111"/>
                  <dgm:constr type="h" for="ch" forName="picture6" refType="h" fact="0.1218"/>
                  <dgm:constr type="l" for="ch" forName="parTx7" refType="w" fact="0.7945"/>
                  <dgm:constr type="t" for="ch" forName="parTx7" refType="h" fact="0.1151"/>
                  <dgm:constr type="w" for="ch" forName="parTx7" refType="w" fact="0.2396"/>
                  <dgm:constr type="h" for="ch" forName="parTx7" refType="h" fact="0.0704"/>
                  <dgm:constr type="ctrX" for="ch" forName="picture7" refType="w" fact="0.7836"/>
                  <dgm:constr type="ctrY" for="ch" forName="picture7" refType="h" fact="0.1075"/>
                  <dgm:constr type="w" for="ch" forName="picture7" refType="w" fact="0.1111"/>
                  <dgm:constr type="h" for="ch" forName="picture7" refType="h" fact="0.1218"/>
                </dgm:constrLst>
              </dgm:else>
            </dgm:choose>
          </dgm:if>
          <dgm:else name="Name68">
            <dgm:choose name="Name69">
              <dgm:if name="Name70" axis="des" func="maxDepth" op="gt" val="1">
                <dgm:alg type="composite">
                  <dgm:param type="ar" val="1.2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parTx7"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primFontSz" for="ch" forName="desTx6" refType="primFontSz" refFor="ch" refForName="desTx1" op="equ"/>
                  <dgm:constr type="primFontSz" for="ch" forName="desTx7" refType="primFontSz" refFor="ch" refForName="desTx1" op="equ"/>
                  <dgm:constr type="userD" refType="w" fact="0.0097"/>
                  <dgm:constr type="ctrX" for="ch" forName="dot1" refType="w" fact="0.6091"/>
                  <dgm:constr type="ctrY" for="ch" forName="dot1" refType="h" fact="0.8342"/>
                  <dgm:constr type="w" for="ch" forName="dot1" refType="userD"/>
                  <dgm:constr type="h" for="ch" forName="dot1" refType="userD"/>
                  <dgm:constr type="ctrX" for="ch" forName="dot2" refType="w" fact="0.6279"/>
                  <dgm:constr type="ctrY" for="ch" forName="dot2" refType="h" fact="0.8448"/>
                  <dgm:constr type="w" for="ch" forName="dot2" refType="userD"/>
                  <dgm:constr type="h" for="ch" forName="dot2" refType="userD"/>
                  <dgm:constr type="ctrX" for="ch" forName="dot3" refType="w" fact="0.647"/>
                  <dgm:constr type="ctrY" for="ch" forName="dot3" refType="h" fact="0.8539"/>
                  <dgm:constr type="w" for="ch" forName="dot3" refType="userD"/>
                  <dgm:constr type="h" for="ch" forName="dot3" refType="userD"/>
                  <dgm:constr type="ctrX" for="ch" forName="dot4" refType="w" fact="0.6663"/>
                  <dgm:constr type="ctrY" for="ch" forName="dot4" refType="h" fact="0.8615"/>
                  <dgm:constr type="w" for="ch" forName="dot4" refType="userD"/>
                  <dgm:constr type="h" for="ch" forName="dot4" refType="userD"/>
                  <dgm:constr type="ctrX" for="ch" forName="dot5" refType="w" fact="0.6858"/>
                  <dgm:constr type="ctrY" for="ch" forName="dot5" refType="h" fact="0.8676"/>
                  <dgm:constr type="w" for="ch" forName="dot5" refType="userD"/>
                  <dgm:constr type="h" for="ch" forName="dot5" refType="userD"/>
                  <dgm:constr type="ctrX" for="ch" forName="dot6" refType="w" fact="0.4912"/>
                  <dgm:constr type="ctrY" for="ch" forName="dot6" refType="h" fact="0.7255"/>
                  <dgm:constr type="w" for="ch" forName="dot6" refType="userD"/>
                  <dgm:constr type="h" for="ch" forName="dot6" refType="userD"/>
                  <dgm:constr type="ctrX" for="ch" forName="dot7" refType="w" fact="0.5074"/>
                  <dgm:constr type="ctrY" for="ch" forName="dot7" refType="h" fact="0.7454"/>
                  <dgm:constr type="w" for="ch" forName="dot7" refType="userD"/>
                  <dgm:constr type="h" for="ch" forName="dot7" refType="userD"/>
                  <dgm:constr type="ctrX" for="ch" forName="dot8" refType="w" fact="0.4164"/>
                  <dgm:constr type="ctrY" for="ch" forName="dot8" refType="h" fact="0.6026"/>
                  <dgm:constr type="w" for="ch" forName="dot8" refType="userD"/>
                  <dgm:constr type="h" for="ch" forName="dot8" refType="userD"/>
                  <dgm:constr type="ctrX" for="ch" forName="dot9" refType="w" fact="0.3629"/>
                  <dgm:constr type="ctrY" for="ch" forName="dot9" refType="h" fact="0.4632"/>
                  <dgm:constr type="w" for="ch" forName="dot9" refType="userD"/>
                  <dgm:constr type="h" for="ch" forName="dot9" refType="userD"/>
                  <dgm:constr type="ctrX" for="ch" forName="dot10" refType="w" fact="0.3299"/>
                  <dgm:constr type="ctrY" for="ch" forName="dot10" refType="h" fact="0.3187"/>
                  <dgm:constr type="w" for="ch" forName="dot10" refType="userD"/>
                  <dgm:constr type="h" for="ch" forName="dot10" refType="userD"/>
                  <dgm:constr type="ctrX" for="ch" forName="dot11" refType="w" fact="0.3147"/>
                  <dgm:constr type="ctrY" for="ch" forName="dot11" refType="h" fact="0.1763"/>
                  <dgm:constr type="w" for="ch" forName="dot11" refType="userD"/>
                  <dgm:constr type="h" for="ch" forName="dot11" refType="userD"/>
                  <dgm:constr type="ctrX" for="ch" forName="dotArrow1" refType="w" fact="0.3373"/>
                  <dgm:constr type="ctrY" for="ch" forName="dotArrow1" refType="h" fact="-0.0099"/>
                  <dgm:constr type="w" for="ch" forName="dotArrow1" refType="userD"/>
                  <dgm:constr type="h" for="ch" forName="dotArrow1" refType="userD"/>
                  <dgm:constr type="ctrX" for="ch" forName="dotArrow2" refType="w" fact="0.3227"/>
                  <dgm:constr type="ctrY" for="ch" forName="dotArrow2" refType="h" fact="-0.0239"/>
                  <dgm:constr type="w" for="ch" forName="dotArrow2" refType="userD"/>
                  <dgm:constr type="h" for="ch" forName="dotArrow2" refType="userD"/>
                  <dgm:constr type="ctrX" for="ch" forName="dotArrow3" refType="w" fact="0.3081"/>
                  <dgm:constr type="ctrY" for="ch" forName="dotArrow3" refType="h" fact="-0.0378"/>
                  <dgm:constr type="w" for="ch" forName="dotArrow3" refType="userD"/>
                  <dgm:constr type="h" for="ch" forName="dotArrow3" refType="userD"/>
                  <dgm:constr type="ctrX" for="ch" forName="dotArrow4" refType="w" fact="0.2935"/>
                  <dgm:constr type="ctrY" for="ch" forName="dotArrow4" refType="h" fact="-0.0239"/>
                  <dgm:constr type="w" for="ch" forName="dotArrow4" refType="userD"/>
                  <dgm:constr type="h" for="ch" forName="dotArrow4" refType="userD"/>
                  <dgm:constr type="ctrX" for="ch" forName="dotArrow5" refType="w" fact="0.2788"/>
                  <dgm:constr type="ctrY" for="ch" forName="dotArrow5" refType="h" fact="-0.0099"/>
                  <dgm:constr type="w" for="ch" forName="dotArrow5" refType="userD"/>
                  <dgm:constr type="h" for="ch" forName="dotArrow5" refType="userD"/>
                  <dgm:constr type="ctrX" for="ch" forName="dotArrow6" refType="w" fact="0.3081"/>
                  <dgm:constr type="ctrY" for="ch" forName="dotArrow6" refType="h" fact="-0.0084"/>
                  <dgm:constr type="w" for="ch" forName="dotArrow6" refType="userD"/>
                  <dgm:constr type="h" for="ch" forName="dotArrow6" refType="userD"/>
                  <dgm:constr type="ctrX" for="ch" forName="dotArrow7" refType="w" fact="0.3081"/>
                  <dgm:constr type="ctrY" for="ch" forName="dotArrow7" refType="h" fact="0.0211"/>
                  <dgm:constr type="w" for="ch" forName="dotArrow7" refType="userD"/>
                  <dgm:constr type="h" for="ch" forName="dotArrow7" refType="userD"/>
                  <dgm:constr type="r" for="ch" forName="parTx1" refType="w" fact="0.7444"/>
                  <dgm:constr type="t" for="ch" forName="parTx1" refType="h" fact="0.8856"/>
                  <dgm:constr type="w" for="ch" forName="parTx1" refType="w" fact="0.2101"/>
                  <dgm:constr type="h" for="ch" forName="parTx1" refType="h" fact="0.0704"/>
                  <dgm:constr type="ctrX" for="ch" forName="picture1" refType="w" fact="0.754"/>
                  <dgm:constr type="ctrY" for="ch" forName="picture1" refType="h" fact="0.8769"/>
                  <dgm:constr type="w" for="ch" forName="picture1" refType="w" fact="0.0974"/>
                  <dgm:constr type="h" for="ch" forName="picture1" refType="h" fact="0.1218"/>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5465"/>
                  <dgm:constr type="t" for="ch" forName="parTx2" refType="h" fact="0.7956"/>
                  <dgm:constr type="w" for="ch" forName="parTx2" refType="w" fact="0.2101"/>
                  <dgm:constr type="h" for="ch" forName="parTx2" refType="h" fact="0.0704"/>
                  <dgm:constr type="ctrX" for="ch" forName="picture2" refType="w" fact="0.5561"/>
                  <dgm:constr type="ctrY" for="ch" forName="picture2" refType="h" fact="0.787"/>
                  <dgm:constr type="w" for="ch" forName="picture2" refType="w" fact="0.0974"/>
                  <dgm:constr type="h" for="ch" forName="picture2" refType="h" fact="0.1218"/>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4489"/>
                  <dgm:constr type="t" for="ch" forName="parTx3" refType="h" fact="0.673"/>
                  <dgm:constr type="w" for="ch" forName="parTx3" refType="w" fact="0.2101"/>
                  <dgm:constr type="h" for="ch" forName="parTx3" refType="h" fact="0.0704"/>
                  <dgm:constr type="ctrX" for="ch" forName="picture3" refType="w" fact="0.4585"/>
                  <dgm:constr type="ctrY" for="ch" forName="picture3" refType="h" fact="0.6644"/>
                  <dgm:constr type="w" for="ch" forName="picture3" refType="w" fact="0.0974"/>
                  <dgm:constr type="h" for="ch" forName="picture3" refType="h" fact="0.1218"/>
                  <dgm:constr type="r" for="ch" forName="desTx3" refType="l" refFor="ch" refForName="parTx3"/>
                  <dgm:constr type="l" for="ch" forName="desTx3"/>
                  <dgm:constr type="t" for="ch" forName="desTx3" refType="t" refFor="ch" refForName="parTx3"/>
                  <dgm:constr type="h" for="ch" forName="desTx3" refType="h" refFor="ch" refForName="parTx3"/>
                  <dgm:constr type="r" for="ch" forName="parTx4" refType="w" fact="0.3868"/>
                  <dgm:constr type="t" for="ch" forName="parTx4" refType="h" fact="0.538"/>
                  <dgm:constr type="w" for="ch" forName="parTx4" refType="w" fact="0.2101"/>
                  <dgm:constr type="h" for="ch" forName="parTx4" refType="h" fact="0.0704"/>
                  <dgm:constr type="ctrX" for="ch" forName="picture4" refType="w" fact="0.3963"/>
                  <dgm:constr type="ctrY" for="ch" forName="picture4" refType="h" fact="0.5294"/>
                  <dgm:constr type="w" for="ch" forName="picture4" refType="w" fact="0.0974"/>
                  <dgm:constr type="h" for="ch" forName="picture4" refType="h" fact="0.1218"/>
                  <dgm:constr type="r" for="ch" forName="desTx4" refType="l" refFor="ch" refForName="parTx4"/>
                  <dgm:constr type="l" for="ch" forName="desTx4"/>
                  <dgm:constr type="t" for="ch" forName="desTx4" refType="t" refFor="ch" refForName="parTx4"/>
                  <dgm:constr type="h" for="ch" forName="desTx4" refType="h" refFor="ch" refForName="parTx4"/>
                  <dgm:constr type="r" for="ch" forName="parTx5" refType="w" fact="0.3424"/>
                  <dgm:constr type="t" for="ch" forName="parTx5" refType="h" fact="0.3951"/>
                  <dgm:constr type="w" for="ch" forName="parTx5" refType="w" fact="0.2101"/>
                  <dgm:constr type="h" for="ch" forName="parTx5" refType="h" fact="0.0704"/>
                  <dgm:constr type="ctrX" for="ch" forName="picture5" refType="w" fact="0.352"/>
                  <dgm:constr type="ctrY" for="ch" forName="picture5" refType="h" fact="0.3864"/>
                  <dgm:constr type="w" for="ch" forName="picture5" refType="w" fact="0.0974"/>
                  <dgm:constr type="h" for="ch" forName="picture5" refType="h" fact="0.1218"/>
                  <dgm:constr type="r" for="ch" forName="desTx5" refType="l" refFor="ch" refForName="parTx5"/>
                  <dgm:constr type="l" for="ch" forName="desTx5"/>
                  <dgm:constr type="t" for="ch" forName="desTx5" refType="t" refFor="ch" refForName="parTx5"/>
                  <dgm:constr type="h" for="ch" forName="desTx5" refType="h" refFor="ch" refForName="parTx5"/>
                  <dgm:constr type="r" for="ch" forName="parTx6" refType="w" fact="0.3172"/>
                  <dgm:constr type="t" for="ch" forName="parTx6" refType="h" fact="0.2531"/>
                  <dgm:constr type="w" for="ch" forName="parTx6" refType="w" fact="0.2101"/>
                  <dgm:constr type="h" for="ch" forName="parTx6" refType="h" fact="0.0704"/>
                  <dgm:constr type="ctrX" for="ch" forName="picture6" refType="w" fact="0.3267"/>
                  <dgm:constr type="ctrY" for="ch" forName="picture6" refType="h" fact="0.2444"/>
                  <dgm:constr type="w" for="ch" forName="picture6" refType="w" fact="0.0974"/>
                  <dgm:constr type="h" for="ch" forName="picture6" refType="h" fact="0.1218"/>
                  <dgm:constr type="r" for="ch" forName="desTx6" refType="l" refFor="ch" refForName="parTx6"/>
                  <dgm:constr type="l" for="ch" forName="desTx6"/>
                  <dgm:constr type="t" for="ch" forName="desTx6" refType="t" refFor="ch" refForName="parTx6"/>
                  <dgm:constr type="h" for="ch" forName="desTx6" refType="h" refFor="ch" refForName="parTx6"/>
                  <dgm:constr type="r" for="ch" forName="parTx7" refType="w" fact="0.3034"/>
                  <dgm:constr type="t" for="ch" forName="parTx7" refType="h" fact="0.1162"/>
                  <dgm:constr type="w" for="ch" forName="parTx7" refType="w" fact="0.2101"/>
                  <dgm:constr type="h" for="ch" forName="parTx7" refType="h" fact="0.0704"/>
                  <dgm:constr type="ctrX" for="ch" forName="picture7" refType="w" fact="0.3129"/>
                  <dgm:constr type="ctrY" for="ch" forName="picture7" refType="h" fact="0.1075"/>
                  <dgm:constr type="w" for="ch" forName="picture7" refType="w" fact="0.0974"/>
                  <dgm:constr type="h" for="ch" forName="picture7" refType="h" fact="0.1218"/>
                  <dgm:constr type="r" for="ch" forName="desTx7" refType="l" refFor="ch" refForName="parTx7"/>
                  <dgm:constr type="l" for="ch" forName="desTx7"/>
                  <dgm:constr type="t" for="ch" forName="desTx7" refType="t" refFor="ch" refForName="parTx7"/>
                  <dgm:constr type="h" for="ch" forName="desTx7" refType="h" refFor="ch" refForName="parTx7"/>
                </dgm:constrLst>
              </dgm:if>
              <dgm:else name="Name71">
                <dgm:alg type="composite">
                  <dgm:param type="ar" val="1.096"/>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parTx7" refType="primFontSz" refFor="ch" refForName="parTx1" op="equ"/>
                  <dgm:constr type="userD" refType="w" fact="0.0111"/>
                  <dgm:constr type="ctrX" for="ch" forName="dot1" refType="w" fact="0.5541"/>
                  <dgm:constr type="ctrY" for="ch" forName="dot1" refType="h" fact="0.8342"/>
                  <dgm:constr type="w" for="ch" forName="dot1" refType="userD"/>
                  <dgm:constr type="h" for="ch" forName="dot1" refType="userD"/>
                  <dgm:constr type="ctrX" for="ch" forName="dot2" refType="w" fact="0.5756"/>
                  <dgm:constr type="ctrY" for="ch" forName="dot2" refType="h" fact="0.8448"/>
                  <dgm:constr type="w" for="ch" forName="dot2" refType="userD"/>
                  <dgm:constr type="h" for="ch" forName="dot2" refType="userD"/>
                  <dgm:constr type="ctrX" for="ch" forName="dot3" refType="w" fact="0.5974"/>
                  <dgm:constr type="ctrY" for="ch" forName="dot3" refType="h" fact="0.8539"/>
                  <dgm:constr type="w" for="ch" forName="dot3" refType="userD"/>
                  <dgm:constr type="h" for="ch" forName="dot3" refType="userD"/>
                  <dgm:constr type="ctrX" for="ch" forName="dot4" refType="w" fact="0.6194"/>
                  <dgm:constr type="ctrY" for="ch" forName="dot4" refType="h" fact="0.8615"/>
                  <dgm:constr type="w" for="ch" forName="dot4" refType="userD"/>
                  <dgm:constr type="h" for="ch" forName="dot4" refType="userD"/>
                  <dgm:constr type="ctrX" for="ch" forName="dot5" refType="w" fact="0.6416"/>
                  <dgm:constr type="ctrY" for="ch" forName="dot5" refType="h" fact="0.8676"/>
                  <dgm:constr type="w" for="ch" forName="dot5" refType="userD"/>
                  <dgm:constr type="h" for="ch" forName="dot5" refType="userD"/>
                  <dgm:constr type="ctrX" for="ch" forName="dot6" refType="w" fact="0.4197"/>
                  <dgm:constr type="ctrY" for="ch" forName="dot6" refType="h" fact="0.7255"/>
                  <dgm:constr type="w" for="ch" forName="dot6" refType="userD"/>
                  <dgm:constr type="h" for="ch" forName="dot6" refType="userD"/>
                  <dgm:constr type="ctrX" for="ch" forName="dot7" refType="w" fact="0.4382"/>
                  <dgm:constr type="ctrY" for="ch" forName="dot7" refType="h" fact="0.7454"/>
                  <dgm:constr type="w" for="ch" forName="dot7" refType="userD"/>
                  <dgm:constr type="h" for="ch" forName="dot7" refType="userD"/>
                  <dgm:constr type="ctrX" for="ch" forName="dot8" refType="w" fact="0.3344"/>
                  <dgm:constr type="ctrY" for="ch" forName="dot8" refType="h" fact="0.6026"/>
                  <dgm:constr type="w" for="ch" forName="dot8" refType="userD"/>
                  <dgm:constr type="h" for="ch" forName="dot8" refType="userD"/>
                  <dgm:constr type="ctrX" for="ch" forName="dot9" refType="w" fact="0.2734"/>
                  <dgm:constr type="ctrY" for="ch" forName="dot9" refType="h" fact="0.4632"/>
                  <dgm:constr type="w" for="ch" forName="dot9" refType="userD"/>
                  <dgm:constr type="h" for="ch" forName="dot9" refType="userD"/>
                  <dgm:constr type="ctrX" for="ch" forName="dot10" refType="w" fact="0.2357"/>
                  <dgm:constr type="ctrY" for="ch" forName="dot10" refType="h" fact="0.3187"/>
                  <dgm:constr type="w" for="ch" forName="dot10" refType="userD"/>
                  <dgm:constr type="h" for="ch" forName="dot10" refType="userD"/>
                  <dgm:constr type="ctrX" for="ch" forName="dot11" refType="w" fact="0.2184"/>
                  <dgm:constr type="ctrY" for="ch" forName="dot11" refType="h" fact="0.1763"/>
                  <dgm:constr type="w" for="ch" forName="dot11" refType="userD"/>
                  <dgm:constr type="h" for="ch" forName="dot11" refType="userD"/>
                  <dgm:constr type="ctrX" for="ch" forName="dotArrow1" refType="w" fact="0.2442"/>
                  <dgm:constr type="ctrY" for="ch" forName="dotArrow1" refType="h" fact="-0.0099"/>
                  <dgm:constr type="w" for="ch" forName="dotArrow1" refType="userD"/>
                  <dgm:constr type="h" for="ch" forName="dotArrow1" refType="userD"/>
                  <dgm:constr type="ctrX" for="ch" forName="dotArrow2" refType="w" fact="0.2275"/>
                  <dgm:constr type="ctrY" for="ch" forName="dotArrow2" refType="h" fact="-0.0239"/>
                  <dgm:constr type="w" for="ch" forName="dotArrow2" refType="userD"/>
                  <dgm:constr type="h" for="ch" forName="dotArrow2" refType="userD"/>
                  <dgm:constr type="ctrX" for="ch" forName="dotArrow3" refType="w" fact="0.2108"/>
                  <dgm:constr type="ctrY" for="ch" forName="dotArrow3" refType="h" fact="-0.0378"/>
                  <dgm:constr type="w" for="ch" forName="dotArrow3" refType="userD"/>
                  <dgm:constr type="h" for="ch" forName="dotArrow3" refType="userD"/>
                  <dgm:constr type="ctrX" for="ch" forName="dotArrow4" refType="w" fact="0.1942"/>
                  <dgm:constr type="ctrY" for="ch" forName="dotArrow4" refType="h" fact="-0.0239"/>
                  <dgm:constr type="w" for="ch" forName="dotArrow4" refType="userD"/>
                  <dgm:constr type="h" for="ch" forName="dotArrow4" refType="userD"/>
                  <dgm:constr type="ctrX" for="ch" forName="dotArrow5" refType="w" fact="0.1775"/>
                  <dgm:constr type="ctrY" for="ch" forName="dotArrow5" refType="h" fact="-0.0099"/>
                  <dgm:constr type="w" for="ch" forName="dotArrow5" refType="userD"/>
                  <dgm:constr type="h" for="ch" forName="dotArrow5" refType="userD"/>
                  <dgm:constr type="ctrX" for="ch" forName="dotArrow6" refType="w" fact="0.2108"/>
                  <dgm:constr type="ctrY" for="ch" forName="dotArrow6" refType="h" fact="-0.0084"/>
                  <dgm:constr type="w" for="ch" forName="dotArrow6" refType="userD"/>
                  <dgm:constr type="h" for="ch" forName="dotArrow6" refType="userD"/>
                  <dgm:constr type="ctrX" for="ch" forName="dotArrow7" refType="w" fact="0.2108"/>
                  <dgm:constr type="ctrY" for="ch" forName="dotArrow7" refType="h" fact="0.0211"/>
                  <dgm:constr type="w" for="ch" forName="dotArrow7" refType="userD"/>
                  <dgm:constr type="h" for="ch" forName="dotArrow7" refType="userD"/>
                  <dgm:constr type="r" for="ch" forName="parTx1" refType="w" fact="0.7085"/>
                  <dgm:constr type="t" for="ch" forName="parTx1" refType="h" fact="0.8845"/>
                  <dgm:constr type="w" for="ch" forName="parTx1" refType="w" fact="0.2396"/>
                  <dgm:constr type="h" for="ch" forName="parTx1" refType="h" fact="0.0704"/>
                  <dgm:constr type="ctrX" for="ch" forName="picture1" refType="w" fact="0.7194"/>
                  <dgm:constr type="ctrY" for="ch" forName="picture1" refType="h" fact="0.8769"/>
                  <dgm:constr type="w" for="ch" forName="picture1" refType="w" fact="0.1111"/>
                  <dgm:constr type="h" for="ch" forName="picture1" refType="h" fact="0.1218"/>
                  <dgm:constr type="r" for="ch" forName="parTx2" refType="w" fact="0.4828"/>
                  <dgm:constr type="t" for="ch" forName="parTx2" refType="h" fact="0.7946"/>
                  <dgm:constr type="w" for="ch" forName="parTx2" refType="w" fact="0.2396"/>
                  <dgm:constr type="h" for="ch" forName="parTx2" refType="h" fact="0.0704"/>
                  <dgm:constr type="ctrX" for="ch" forName="picture2" refType="w" fact="0.4937"/>
                  <dgm:constr type="ctrY" for="ch" forName="picture2" refType="h" fact="0.787"/>
                  <dgm:constr type="w" for="ch" forName="picture2" refType="w" fact="0.1111"/>
                  <dgm:constr type="h" for="ch" forName="picture2" refType="h" fact="0.1218"/>
                  <dgm:constr type="r" for="ch" forName="parTx3" refType="w" fact="0.3715"/>
                  <dgm:constr type="t" for="ch" forName="parTx3" refType="h" fact="0.672"/>
                  <dgm:constr type="w" for="ch" forName="parTx3" refType="w" fact="0.2396"/>
                  <dgm:constr type="h" for="ch" forName="parTx3" refType="h" fact="0.0704"/>
                  <dgm:constr type="ctrX" for="ch" forName="picture3" refType="w" fact="0.3824"/>
                  <dgm:constr type="ctrY" for="ch" forName="picture3" refType="h" fact="0.6644"/>
                  <dgm:constr type="w" for="ch" forName="picture3" refType="w" fact="0.1111"/>
                  <dgm:constr type="h" for="ch" forName="picture3" refType="h" fact="0.1218"/>
                  <dgm:constr type="r" for="ch" forName="parTx4" refType="w" fact="0.3006"/>
                  <dgm:constr type="t" for="ch" forName="parTx4" refType="h" fact="0.5369"/>
                  <dgm:constr type="w" for="ch" forName="parTx4" refType="w" fact="0.2396"/>
                  <dgm:constr type="h" for="ch" forName="parTx4" refType="h" fact="0.0704"/>
                  <dgm:constr type="ctrX" for="ch" forName="picture4" refType="w" fact="0.3115"/>
                  <dgm:constr type="ctrY" for="ch" forName="picture4" refType="h" fact="0.5294"/>
                  <dgm:constr type="w" for="ch" forName="picture4" refType="w" fact="0.1111"/>
                  <dgm:constr type="h" for="ch" forName="picture4" refType="h" fact="0.1218"/>
                  <dgm:constr type="r" for="ch" forName="parTx5" refType="w" fact="0.25"/>
                  <dgm:constr type="t" for="ch" forName="parTx5" refType="h" fact="0.394"/>
                  <dgm:constr type="w" for="ch" forName="parTx5" refType="w" fact="0.2396"/>
                  <dgm:constr type="h" for="ch" forName="parTx5" refType="h" fact="0.0704"/>
                  <dgm:constr type="ctrX" for="ch" forName="picture5" refType="w" fact="0.2609"/>
                  <dgm:constr type="ctrY" for="ch" forName="picture5" refType="h" fact="0.3864"/>
                  <dgm:constr type="w" for="ch" forName="picture5" refType="w" fact="0.1111"/>
                  <dgm:constr type="h" for="ch" forName="picture5" refType="h" fact="0.1218"/>
                  <dgm:constr type="r" for="ch" forName="parTx6" refType="w" fact="0.2212"/>
                  <dgm:constr type="t" for="ch" forName="parTx6" refType="h" fact="0.252"/>
                  <dgm:constr type="w" for="ch" forName="parTx6" refType="w" fact="0.2396"/>
                  <dgm:constr type="h" for="ch" forName="parTx6" refType="h" fact="0.0704"/>
                  <dgm:constr type="ctrX" for="ch" forName="picture6" refType="w" fact="0.2321"/>
                  <dgm:constr type="ctrY" for="ch" forName="picture6" refType="h" fact="0.2444"/>
                  <dgm:constr type="w" for="ch" forName="picture6" refType="w" fact="0.1111"/>
                  <dgm:constr type="h" for="ch" forName="picture6" refType="h" fact="0.1218"/>
                  <dgm:constr type="r" for="ch" forName="parTx7" refType="w" fact="0.2055"/>
                  <dgm:constr type="t" for="ch" forName="parTx7" refType="h" fact="0.1151"/>
                  <dgm:constr type="w" for="ch" forName="parTx7" refType="w" fact="0.2396"/>
                  <dgm:constr type="h" for="ch" forName="parTx7" refType="h" fact="0.0704"/>
                  <dgm:constr type="ctrX" for="ch" forName="picture7" refType="w" fact="0.2164"/>
                  <dgm:constr type="ctrY" for="ch" forName="picture7" refType="h" fact="0.1075"/>
                  <dgm:constr type="w" for="ch" forName="picture7" refType="w" fact="0.1111"/>
                  <dgm:constr type="h" for="ch" forName="picture7" refType="h" fact="0.1218"/>
                </dgm:constrLst>
              </dgm:else>
            </dgm:choose>
          </dgm:else>
        </dgm:choose>
      </dgm:else>
    </dgm:choose>
    <dgm:forEach name="wrapper" axis="self" ptType="parTrans">
      <dgm:forEach name="wrapper2" axis="self" ptType="sibTrans" st="2">
        <dgm:forEach name="imageRepeat" axis="self">
          <dgm:layoutNode name="imageRepeatNode" styleLbl="fgImgPlace1">
            <dgm:alg type="sp"/>
            <dgm:shape xmlns:r="http://schemas.openxmlformats.org/officeDocument/2006/relationships" type="ellipse" r:blip="" blipPhldr="1">
              <dgm:adjLst/>
            </dgm:shape>
            <dgm:presOf axis="self"/>
          </dgm:layoutNode>
        </dgm:forEach>
      </dgm:forEach>
    </dgm:forEach>
    <dgm:choose name="Name72">
      <dgm:if name="Name73" axis="ch" ptType="node" func="cnt" op="gte" val="2">
        <dgm:layoutNode name="dot1" styleLbl="alignNode1">
          <dgm:alg type="sp"/>
          <dgm:shape xmlns:r="http://schemas.openxmlformats.org/officeDocument/2006/relationships" type="ellipse" r:blip="">
            <dgm:adjLst/>
          </dgm:shape>
          <dgm:presOf/>
        </dgm:layoutNode>
        <dgm:layoutNode name="dot2" styleLbl="alignNode1">
          <dgm:alg type="sp"/>
          <dgm:shape xmlns:r="http://schemas.openxmlformats.org/officeDocument/2006/relationships" type="ellipse" r:blip="">
            <dgm:adjLst/>
          </dgm:shape>
          <dgm:presOf/>
        </dgm:layoutNode>
        <dgm:layoutNode name="dot3" styleLbl="alignNode1">
          <dgm:alg type="sp"/>
          <dgm:shape xmlns:r="http://schemas.openxmlformats.org/officeDocument/2006/relationships" type="ellipse" r:blip="">
            <dgm:adjLst/>
          </dgm:shape>
          <dgm:presOf/>
        </dgm:layoutNode>
      </dgm:if>
      <dgm:else name="Name74"/>
    </dgm:choose>
    <dgm:choose name="Name75">
      <dgm:if name="Name76" axis="ch" ptType="node" func="cnt" op="gte" val="3">
        <dgm:layoutNode name="dot4" styleLbl="alignNode1">
          <dgm:alg type="sp"/>
          <dgm:shape xmlns:r="http://schemas.openxmlformats.org/officeDocument/2006/relationships" type="ellipse" r:blip="">
            <dgm:adjLst/>
          </dgm:shape>
          <dgm:presOf/>
        </dgm:layoutNode>
        <dgm:layoutNode name="dot5" styleLbl="alignNode1">
          <dgm:alg type="sp"/>
          <dgm:shape xmlns:r="http://schemas.openxmlformats.org/officeDocument/2006/relationships" type="ellipse" r:blip="">
            <dgm:adjLst/>
          </dgm:shape>
          <dgm:presOf/>
        </dgm:layoutNode>
      </dgm:if>
      <dgm:else name="Name77"/>
    </dgm:choose>
    <dgm:choose name="Name78">
      <dgm:if name="Name79" axis="ch" ptType="node" func="cnt" op="gte" val="4">
        <dgm:layoutNode name="dot6" styleLbl="alignNode1">
          <dgm:alg type="sp"/>
          <dgm:shape xmlns:r="http://schemas.openxmlformats.org/officeDocument/2006/relationships" type="ellipse" r:blip="">
            <dgm:adjLst/>
          </dgm:shape>
          <dgm:presOf/>
        </dgm:layoutNode>
      </dgm:if>
      <dgm:else name="Name80"/>
    </dgm:choose>
    <dgm:choose name="Name81">
      <dgm:if name="Name82" axis="ch" ptType="node" func="cnt" op="gte" val="5">
        <dgm:layoutNode name="dot7" styleLbl="alignNode1">
          <dgm:alg type="sp"/>
          <dgm:shape xmlns:r="http://schemas.openxmlformats.org/officeDocument/2006/relationships" type="ellipse" r:blip="">
            <dgm:adjLst/>
          </dgm:shape>
          <dgm:presOf/>
        </dgm:layoutNode>
        <dgm:layoutNode name="dot8" styleLbl="alignNode1">
          <dgm:alg type="sp"/>
          <dgm:shape xmlns:r="http://schemas.openxmlformats.org/officeDocument/2006/relationships" type="ellipse" r:blip="">
            <dgm:adjLst/>
          </dgm:shape>
          <dgm:presOf/>
        </dgm:layoutNode>
      </dgm:if>
      <dgm:else name="Name83"/>
    </dgm:choose>
    <dgm:choose name="Name84">
      <dgm:if name="Name85" axis="ch" ptType="node" func="cnt" op="gte" val="6">
        <dgm:layoutNode name="dot9" styleLbl="alignNode1">
          <dgm:alg type="sp"/>
          <dgm:shape xmlns:r="http://schemas.openxmlformats.org/officeDocument/2006/relationships" type="ellipse" r:blip="">
            <dgm:adjLst/>
          </dgm:shape>
          <dgm:presOf/>
        </dgm:layoutNode>
        <dgm:layoutNode name="dot10" styleLbl="alignNode1">
          <dgm:alg type="sp"/>
          <dgm:shape xmlns:r="http://schemas.openxmlformats.org/officeDocument/2006/relationships" type="ellipse" r:blip="">
            <dgm:adjLst/>
          </dgm:shape>
          <dgm:presOf/>
        </dgm:layoutNode>
      </dgm:if>
      <dgm:else name="Name86"/>
    </dgm:choose>
    <dgm:choose name="Name87">
      <dgm:if name="Name88" axis="ch" ptType="node" func="cnt" op="gte" val="7">
        <dgm:layoutNode name="dot11" styleLbl="alignNode1">
          <dgm:alg type="sp"/>
          <dgm:shape xmlns:r="http://schemas.openxmlformats.org/officeDocument/2006/relationships" type="ellipse" r:blip="">
            <dgm:adjLst/>
          </dgm:shape>
          <dgm:presOf/>
        </dgm:layoutNode>
      </dgm:if>
      <dgm:else name="Name89"/>
    </dgm:choose>
    <dgm:choose name="Name90">
      <dgm:if name="Name91" axis="ch" ptType="node" func="cnt" op="gte" val="2">
        <dgm:layoutNode name="dotArrow1" styleLbl="alignNode1">
          <dgm:alg type="sp"/>
          <dgm:shape xmlns:r="http://schemas.openxmlformats.org/officeDocument/2006/relationships" type="ellipse" r:blip="">
            <dgm:adjLst/>
          </dgm:shape>
          <dgm:presOf/>
        </dgm:layoutNode>
        <dgm:layoutNode name="dotArrow2" styleLbl="alignNode1">
          <dgm:alg type="sp"/>
          <dgm:shape xmlns:r="http://schemas.openxmlformats.org/officeDocument/2006/relationships" type="ellipse" r:blip="">
            <dgm:adjLst/>
          </dgm:shape>
          <dgm:presOf/>
        </dgm:layoutNode>
        <dgm:layoutNode name="dotArrow3" styleLbl="alignNode1">
          <dgm:alg type="sp"/>
          <dgm:shape xmlns:r="http://schemas.openxmlformats.org/officeDocument/2006/relationships" type="ellipse" r:blip="">
            <dgm:adjLst/>
          </dgm:shape>
          <dgm:presOf/>
        </dgm:layoutNode>
        <dgm:layoutNode name="dotArrow4" styleLbl="alignNode1">
          <dgm:alg type="sp"/>
          <dgm:shape xmlns:r="http://schemas.openxmlformats.org/officeDocument/2006/relationships" type="ellipse" r:blip="">
            <dgm:adjLst/>
          </dgm:shape>
          <dgm:presOf/>
        </dgm:layoutNode>
        <dgm:layoutNode name="dotArrow5" styleLbl="alignNode1">
          <dgm:alg type="sp"/>
          <dgm:shape xmlns:r="http://schemas.openxmlformats.org/officeDocument/2006/relationships" type="ellipse" r:blip="">
            <dgm:adjLst/>
          </dgm:shape>
          <dgm:presOf/>
        </dgm:layoutNode>
        <dgm:layoutNode name="dotArrow6" styleLbl="alignNode1">
          <dgm:alg type="sp"/>
          <dgm:shape xmlns:r="http://schemas.openxmlformats.org/officeDocument/2006/relationships" type="ellipse" r:blip="">
            <dgm:adjLst/>
          </dgm:shape>
          <dgm:presOf/>
        </dgm:layoutNode>
        <dgm:layoutNode name="dotArrow7" styleLbl="alignNode1">
          <dgm:alg type="sp"/>
          <dgm:shape xmlns:r="http://schemas.openxmlformats.org/officeDocument/2006/relationships" type="ellipse" r:blip="">
            <dgm:adjLst/>
          </dgm:shape>
          <dgm:presOf/>
        </dgm:layoutNode>
      </dgm:if>
      <dgm:else name="Name92"/>
    </dgm:choose>
    <dgm:forEach name="Name93" axis="ch" ptType="node" cnt="1">
      <dgm:layoutNode name="parTx1">
        <dgm:choose name="Name94">
          <dgm:if name="Name95" func="var" arg="dir" op="equ" val="norm">
            <dgm:alg type="tx">
              <dgm:param type="parTxLTRAlign" val="l"/>
              <dgm:param type="parTxRTLAlign" val="r"/>
            </dgm:alg>
          </dgm:if>
          <dgm:else name="Name96">
            <dgm:alg type="tx">
              <dgm:param type="parTxLTRAlign" val="r"/>
              <dgm:param type="parTxRTLAlign" val="l"/>
            </dgm:alg>
          </dgm:else>
        </dgm:choose>
        <dgm:shape xmlns:r="http://schemas.openxmlformats.org/officeDocument/2006/relationships" type="roundRect" r:blip="">
          <dgm:adjLst/>
        </dgm:shape>
        <dgm:presOf axis="self" ptType="node"/>
        <dgm:choose name="Name97">
          <dgm:if name="Name98" func="var" arg="dir" op="equ" val="norm">
            <dgm:constrLst>
              <dgm:constr type="lMarg" refType="w" fact="0.6"/>
              <dgm:constr type="rMarg" refType="primFontSz" fact="0.3"/>
              <dgm:constr type="tMarg" refType="primFontSz" fact="0.3"/>
              <dgm:constr type="bMarg" refType="primFontSz" fact="0.3"/>
            </dgm:constrLst>
          </dgm:if>
          <dgm:else name="Name99">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00">
        <dgm:if name="Name101" axis="ch" ptType="node" func="cnt" op="gte" val="1">
          <dgm:layoutNode name="desTx1" styleLbl="revTx">
            <dgm:varLst>
              <dgm:bulletEnabled val="1"/>
            </dgm:varLst>
            <dgm:choose name="Name102">
              <dgm:if name="Name103" func="var" arg="dir" op="equ" val="norm">
                <dgm:choose name="Name104">
                  <dgm:if name="Name105" axis="ch" ptType="node" func="cnt" op="gte" val="2">
                    <dgm:alg type="tx">
                      <dgm:param type="parTxLTRAlign" val="l"/>
                      <dgm:param type="parTxRTLAlign" val="l"/>
                      <dgm:param type="stBulletLvl" val="1"/>
                    </dgm:alg>
                  </dgm:if>
                  <dgm:else name="Name106">
                    <dgm:alg type="tx">
                      <dgm:param type="parTxLTRAlign" val="l"/>
                      <dgm:param type="parTxRTLAlign" val="l"/>
                    </dgm:alg>
                  </dgm:else>
                </dgm:choose>
              </dgm:if>
              <dgm:else name="Name107">
                <dgm:choose name="Name108">
                  <dgm:if name="Name109" axis="ch" ptType="node" func="cnt" op="gte" val="2">
                    <dgm:alg type="tx">
                      <dgm:param type="parTxLTRAlign" val="r"/>
                      <dgm:param type="parTxRTLAlign" val="r"/>
                      <dgm:param type="shpTxLTRAlignCh" val="r"/>
                      <dgm:param type="shpTxRTLAlignCh" val="r"/>
                      <dgm:param type="stBulletLvl" val="1"/>
                    </dgm:alg>
                  </dgm:if>
                  <dgm:else name="Name110">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11"/>
      </dgm:choose>
    </dgm:forEach>
    <dgm:forEach name="Name112" axis="ch" ptType="sibTrans" hideLastTrans="0" cnt="1">
      <dgm:layoutNode name="picture1">
        <dgm:alg type="sp"/>
        <dgm:shape xmlns:r="http://schemas.openxmlformats.org/officeDocument/2006/relationships" r:blip="">
          <dgm:adjLst/>
        </dgm:shape>
        <dgm:presOf/>
        <dgm:constrLst/>
        <dgm:forEach name="Name113" ref="imageRepeat"/>
      </dgm:layoutNode>
    </dgm:forEach>
    <dgm:forEach name="Name114" axis="ch" ptType="node" st="2" cnt="1">
      <dgm:layoutNode name="parTx2">
        <dgm:choose name="Name115">
          <dgm:if name="Name116" func="var" arg="dir" op="equ" val="norm">
            <dgm:alg type="tx">
              <dgm:param type="parTxLTRAlign" val="l"/>
              <dgm:param type="parTxRTLAlign" val="r"/>
            </dgm:alg>
          </dgm:if>
          <dgm:else name="Name117">
            <dgm:alg type="tx">
              <dgm:param type="parTxLTRAlign" val="r"/>
              <dgm:param type="parTxRTLAlign" val="l"/>
            </dgm:alg>
          </dgm:else>
        </dgm:choose>
        <dgm:shape xmlns:r="http://schemas.openxmlformats.org/officeDocument/2006/relationships" type="roundRect" r:blip="">
          <dgm:adjLst/>
        </dgm:shape>
        <dgm:presOf axis="self" ptType="node"/>
        <dgm:choose name="Name118">
          <dgm:if name="Name119" func="var" arg="dir" op="equ" val="norm">
            <dgm:constrLst>
              <dgm:constr type="lMarg" refType="w" fact="0.6"/>
              <dgm:constr type="rMarg" refType="primFontSz" fact="0.3"/>
              <dgm:constr type="tMarg" refType="primFontSz" fact="0.3"/>
              <dgm:constr type="bMarg" refType="primFontSz" fact="0.3"/>
            </dgm:constrLst>
          </dgm:if>
          <dgm:else name="Name120">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21">
        <dgm:if name="Name122" axis="ch" ptType="node" func="cnt" op="gte" val="1">
          <dgm:layoutNode name="desTx2" styleLbl="revTx">
            <dgm:varLst>
              <dgm:bulletEnabled val="1"/>
            </dgm:varLst>
            <dgm:choose name="Name123">
              <dgm:if name="Name124" func="var" arg="dir" op="equ" val="norm">
                <dgm:choose name="Name125">
                  <dgm:if name="Name126" axis="ch" ptType="node" func="cnt" op="gte" val="2">
                    <dgm:alg type="tx">
                      <dgm:param type="parTxLTRAlign" val="l"/>
                      <dgm:param type="parTxRTLAlign" val="l"/>
                      <dgm:param type="stBulletLvl" val="1"/>
                    </dgm:alg>
                  </dgm:if>
                  <dgm:else name="Name127">
                    <dgm:alg type="tx">
                      <dgm:param type="parTxLTRAlign" val="l"/>
                      <dgm:param type="parTxRTLAlign" val="l"/>
                    </dgm:alg>
                  </dgm:else>
                </dgm:choose>
              </dgm:if>
              <dgm:else name="Name128">
                <dgm:choose name="Name129">
                  <dgm:if name="Name130" axis="ch" ptType="node" func="cnt" op="gte" val="2">
                    <dgm:alg type="tx">
                      <dgm:param type="parTxLTRAlign" val="r"/>
                      <dgm:param type="parTxRTLAlign" val="r"/>
                      <dgm:param type="shpTxLTRAlignCh" val="r"/>
                      <dgm:param type="shpTxRTLAlignCh" val="r"/>
                      <dgm:param type="stBulletLvl" val="1"/>
                    </dgm:alg>
                  </dgm:if>
                  <dgm:else name="Name131">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32"/>
      </dgm:choose>
    </dgm:forEach>
    <dgm:forEach name="Name133" axis="ch" ptType="sibTrans" hideLastTrans="0" st="2" cnt="1">
      <dgm:layoutNode name="picture2">
        <dgm:alg type="sp"/>
        <dgm:shape xmlns:r="http://schemas.openxmlformats.org/officeDocument/2006/relationships" r:blip="">
          <dgm:adjLst/>
        </dgm:shape>
        <dgm:presOf/>
        <dgm:constrLst/>
        <dgm:forEach name="Name134" ref="imageRepeat"/>
      </dgm:layoutNode>
    </dgm:forEach>
    <dgm:forEach name="Name135" axis="ch" ptType="node" st="3" cnt="1">
      <dgm:layoutNode name="parTx3">
        <dgm:choose name="Name136">
          <dgm:if name="Name137" func="var" arg="dir" op="equ" val="norm">
            <dgm:alg type="tx">
              <dgm:param type="parTxLTRAlign" val="l"/>
              <dgm:param type="parTxRTLAlign" val="r"/>
            </dgm:alg>
          </dgm:if>
          <dgm:else name="Name138">
            <dgm:alg type="tx">
              <dgm:param type="parTxLTRAlign" val="r"/>
              <dgm:param type="parTxRTLAlign" val="l"/>
            </dgm:alg>
          </dgm:else>
        </dgm:choose>
        <dgm:shape xmlns:r="http://schemas.openxmlformats.org/officeDocument/2006/relationships" type="roundRect" r:blip="">
          <dgm:adjLst/>
        </dgm:shape>
        <dgm:presOf axis="self" ptType="node"/>
        <dgm:choose name="Name139">
          <dgm:if name="Name140" func="var" arg="dir" op="equ" val="norm">
            <dgm:constrLst>
              <dgm:constr type="lMarg" refType="w" fact="0.6"/>
              <dgm:constr type="rMarg" refType="primFontSz" fact="0.3"/>
              <dgm:constr type="tMarg" refType="primFontSz" fact="0.3"/>
              <dgm:constr type="bMarg" refType="primFontSz" fact="0.3"/>
            </dgm:constrLst>
          </dgm:if>
          <dgm:else name="Name141">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42">
        <dgm:if name="Name143" axis="ch" ptType="node" func="cnt" op="gte" val="1">
          <dgm:layoutNode name="desTx3" styleLbl="revTx">
            <dgm:varLst>
              <dgm:bulletEnabled val="1"/>
            </dgm:varLst>
            <dgm:choose name="Name144">
              <dgm:if name="Name145" func="var" arg="dir" op="equ" val="norm">
                <dgm:choose name="Name146">
                  <dgm:if name="Name147" axis="ch" ptType="node" func="cnt" op="gte" val="2">
                    <dgm:alg type="tx">
                      <dgm:param type="parTxLTRAlign" val="l"/>
                      <dgm:param type="parTxRTLAlign" val="l"/>
                      <dgm:param type="stBulletLvl" val="1"/>
                    </dgm:alg>
                  </dgm:if>
                  <dgm:else name="Name148">
                    <dgm:alg type="tx">
                      <dgm:param type="parTxLTRAlign" val="l"/>
                      <dgm:param type="parTxRTLAlign" val="l"/>
                    </dgm:alg>
                  </dgm:else>
                </dgm:choose>
              </dgm:if>
              <dgm:else name="Name149">
                <dgm:choose name="Name150">
                  <dgm:if name="Name151" axis="ch" ptType="node" func="cnt" op="gte" val="2">
                    <dgm:alg type="tx">
                      <dgm:param type="parTxLTRAlign" val="r"/>
                      <dgm:param type="parTxRTLAlign" val="r"/>
                      <dgm:param type="shpTxLTRAlignCh" val="r"/>
                      <dgm:param type="shpTxRTLAlignCh" val="r"/>
                      <dgm:param type="stBulletLvl" val="1"/>
                    </dgm:alg>
                  </dgm:if>
                  <dgm:else name="Name152">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53"/>
      </dgm:choose>
    </dgm:forEach>
    <dgm:forEach name="Name154" axis="ch" ptType="sibTrans" hideLastTrans="0" st="3" cnt="1">
      <dgm:layoutNode name="picture3">
        <dgm:alg type="sp"/>
        <dgm:shape xmlns:r="http://schemas.openxmlformats.org/officeDocument/2006/relationships" r:blip="">
          <dgm:adjLst/>
        </dgm:shape>
        <dgm:presOf/>
        <dgm:constrLst/>
        <dgm:forEach name="Name155" ref="imageRepeat"/>
      </dgm:layoutNode>
    </dgm:forEach>
    <dgm:forEach name="Name156" axis="ch" ptType="node" st="4" cnt="1">
      <dgm:layoutNode name="parTx4">
        <dgm:choose name="Name157">
          <dgm:if name="Name158" func="var" arg="dir" op="equ" val="norm">
            <dgm:alg type="tx">
              <dgm:param type="parTxLTRAlign" val="l"/>
              <dgm:param type="parTxRTLAlign" val="r"/>
            </dgm:alg>
          </dgm:if>
          <dgm:else name="Name159">
            <dgm:alg type="tx">
              <dgm:param type="parTxLTRAlign" val="r"/>
              <dgm:param type="parTxRTLAlign" val="l"/>
            </dgm:alg>
          </dgm:else>
        </dgm:choose>
        <dgm:shape xmlns:r="http://schemas.openxmlformats.org/officeDocument/2006/relationships" type="roundRect" r:blip="">
          <dgm:adjLst/>
        </dgm:shape>
        <dgm:presOf axis="self" ptType="node"/>
        <dgm:choose name="Name160">
          <dgm:if name="Name161" func="var" arg="dir" op="equ" val="norm">
            <dgm:constrLst>
              <dgm:constr type="lMarg" refType="w" fact="0.6"/>
              <dgm:constr type="rMarg" refType="primFontSz" fact="0.3"/>
              <dgm:constr type="tMarg" refType="primFontSz" fact="0.3"/>
              <dgm:constr type="bMarg" refType="primFontSz" fact="0.3"/>
            </dgm:constrLst>
          </dgm:if>
          <dgm:else name="Name162">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63">
        <dgm:if name="Name164" axis="ch" ptType="node" func="cnt" op="gte" val="1">
          <dgm:layoutNode name="desTx4" styleLbl="revTx">
            <dgm:varLst>
              <dgm:bulletEnabled val="1"/>
            </dgm:varLst>
            <dgm:choose name="Name165">
              <dgm:if name="Name166" func="var" arg="dir" op="equ" val="norm">
                <dgm:choose name="Name167">
                  <dgm:if name="Name168" axis="ch" ptType="node" func="cnt" op="gte" val="2">
                    <dgm:alg type="tx">
                      <dgm:param type="parTxLTRAlign" val="l"/>
                      <dgm:param type="parTxRTLAlign" val="l"/>
                      <dgm:param type="stBulletLvl" val="1"/>
                    </dgm:alg>
                  </dgm:if>
                  <dgm:else name="Name169">
                    <dgm:alg type="tx">
                      <dgm:param type="parTxLTRAlign" val="l"/>
                      <dgm:param type="parTxRTLAlign" val="l"/>
                    </dgm:alg>
                  </dgm:else>
                </dgm:choose>
              </dgm:if>
              <dgm:else name="Name170">
                <dgm:choose name="Name171">
                  <dgm:if name="Name172" axis="ch" ptType="node" func="cnt" op="gte" val="2">
                    <dgm:alg type="tx">
                      <dgm:param type="parTxLTRAlign" val="r"/>
                      <dgm:param type="parTxRTLAlign" val="r"/>
                      <dgm:param type="shpTxLTRAlignCh" val="r"/>
                      <dgm:param type="shpTxRTLAlignCh" val="r"/>
                      <dgm:param type="stBulletLvl" val="1"/>
                    </dgm:alg>
                  </dgm:if>
                  <dgm:else name="Name173">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74"/>
      </dgm:choose>
    </dgm:forEach>
    <dgm:forEach name="Name175" axis="ch" ptType="sibTrans" hideLastTrans="0" st="4" cnt="1">
      <dgm:layoutNode name="picture4">
        <dgm:alg type="sp"/>
        <dgm:shape xmlns:r="http://schemas.openxmlformats.org/officeDocument/2006/relationships" r:blip="">
          <dgm:adjLst/>
        </dgm:shape>
        <dgm:presOf/>
        <dgm:constrLst/>
        <dgm:forEach name="Name176" ref="imageRepeat"/>
      </dgm:layoutNode>
    </dgm:forEach>
    <dgm:forEach name="Name177" axis="ch" ptType="node" st="5" cnt="1">
      <dgm:layoutNode name="parTx5">
        <dgm:choose name="Name178">
          <dgm:if name="Name179" func="var" arg="dir" op="equ" val="norm">
            <dgm:alg type="tx">
              <dgm:param type="parTxLTRAlign" val="l"/>
              <dgm:param type="parTxRTLAlign" val="r"/>
            </dgm:alg>
          </dgm:if>
          <dgm:else name="Name180">
            <dgm:alg type="tx">
              <dgm:param type="parTxLTRAlign" val="r"/>
              <dgm:param type="parTxRTLAlign" val="l"/>
            </dgm:alg>
          </dgm:else>
        </dgm:choose>
        <dgm:shape xmlns:r="http://schemas.openxmlformats.org/officeDocument/2006/relationships" type="roundRect" r:blip="">
          <dgm:adjLst/>
        </dgm:shape>
        <dgm:presOf axis="self" ptType="node"/>
        <dgm:choose name="Name181">
          <dgm:if name="Name182" func="var" arg="dir" op="equ" val="norm">
            <dgm:constrLst>
              <dgm:constr type="lMarg" refType="w" fact="0.6"/>
              <dgm:constr type="rMarg" refType="primFontSz" fact="0.3"/>
              <dgm:constr type="tMarg" refType="primFontSz" fact="0.3"/>
              <dgm:constr type="bMarg" refType="primFontSz" fact="0.3"/>
            </dgm:constrLst>
          </dgm:if>
          <dgm:else name="Name183">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84">
        <dgm:if name="Name185" axis="ch" ptType="node" func="cnt" op="gte" val="1">
          <dgm:layoutNode name="desTx5" styleLbl="revTx">
            <dgm:varLst>
              <dgm:bulletEnabled val="1"/>
            </dgm:varLst>
            <dgm:choose name="Name186">
              <dgm:if name="Name187" func="var" arg="dir" op="equ" val="norm">
                <dgm:choose name="Name188">
                  <dgm:if name="Name189" axis="ch" ptType="node" func="cnt" op="gte" val="2">
                    <dgm:alg type="tx">
                      <dgm:param type="parTxLTRAlign" val="l"/>
                      <dgm:param type="parTxRTLAlign" val="l"/>
                      <dgm:param type="stBulletLvl" val="1"/>
                    </dgm:alg>
                  </dgm:if>
                  <dgm:else name="Name190">
                    <dgm:alg type="tx">
                      <dgm:param type="parTxLTRAlign" val="l"/>
                      <dgm:param type="parTxRTLAlign" val="l"/>
                    </dgm:alg>
                  </dgm:else>
                </dgm:choose>
              </dgm:if>
              <dgm:else name="Name191">
                <dgm:choose name="Name192">
                  <dgm:if name="Name193" axis="ch" ptType="node" func="cnt" op="gte" val="2">
                    <dgm:alg type="tx">
                      <dgm:param type="parTxLTRAlign" val="r"/>
                      <dgm:param type="parTxRTLAlign" val="r"/>
                      <dgm:param type="shpTxLTRAlignCh" val="r"/>
                      <dgm:param type="shpTxRTLAlignCh" val="r"/>
                      <dgm:param type="stBulletLvl" val="1"/>
                    </dgm:alg>
                  </dgm:if>
                  <dgm:else name="Name194">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95"/>
      </dgm:choose>
    </dgm:forEach>
    <dgm:forEach name="Name196" axis="ch" ptType="sibTrans" hideLastTrans="0" st="5" cnt="1">
      <dgm:layoutNode name="picture5">
        <dgm:alg type="sp"/>
        <dgm:shape xmlns:r="http://schemas.openxmlformats.org/officeDocument/2006/relationships" r:blip="">
          <dgm:adjLst/>
        </dgm:shape>
        <dgm:presOf/>
        <dgm:constrLst/>
        <dgm:forEach name="Name197" ref="imageRepeat"/>
      </dgm:layoutNode>
    </dgm:forEach>
    <dgm:forEach name="Name198" axis="ch" ptType="node" st="6" cnt="1">
      <dgm:layoutNode name="parTx6">
        <dgm:choose name="Name199">
          <dgm:if name="Name200" func="var" arg="dir" op="equ" val="norm">
            <dgm:alg type="tx">
              <dgm:param type="parTxLTRAlign" val="l"/>
              <dgm:param type="parTxRTLAlign" val="r"/>
            </dgm:alg>
          </dgm:if>
          <dgm:else name="Name201">
            <dgm:alg type="tx">
              <dgm:param type="parTxLTRAlign" val="r"/>
              <dgm:param type="parTxRTLAlign" val="l"/>
            </dgm:alg>
          </dgm:else>
        </dgm:choose>
        <dgm:shape xmlns:r="http://schemas.openxmlformats.org/officeDocument/2006/relationships" type="roundRect" r:blip="">
          <dgm:adjLst/>
        </dgm:shape>
        <dgm:presOf axis="self" ptType="node"/>
        <dgm:choose name="Name202">
          <dgm:if name="Name203" func="var" arg="dir" op="equ" val="norm">
            <dgm:constrLst>
              <dgm:constr type="lMarg" refType="w" fact="0.6"/>
              <dgm:constr type="rMarg" refType="primFontSz" fact="0.3"/>
              <dgm:constr type="tMarg" refType="primFontSz" fact="0.3"/>
              <dgm:constr type="bMarg" refType="primFontSz" fact="0.3"/>
            </dgm:constrLst>
          </dgm:if>
          <dgm:else name="Name204">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205">
        <dgm:if name="Name206" axis="ch" ptType="node" func="cnt" op="gte" val="1">
          <dgm:layoutNode name="desTx6" styleLbl="revTx">
            <dgm:varLst>
              <dgm:bulletEnabled val="1"/>
            </dgm:varLst>
            <dgm:choose name="Name207">
              <dgm:if name="Name208" func="var" arg="dir" op="equ" val="norm">
                <dgm:choose name="Name209">
                  <dgm:if name="Name210" axis="ch" ptType="node" func="cnt" op="gte" val="2">
                    <dgm:alg type="tx">
                      <dgm:param type="parTxLTRAlign" val="l"/>
                      <dgm:param type="parTxRTLAlign" val="l"/>
                      <dgm:param type="stBulletLvl" val="1"/>
                    </dgm:alg>
                  </dgm:if>
                  <dgm:else name="Name211">
                    <dgm:alg type="tx">
                      <dgm:param type="parTxLTRAlign" val="l"/>
                      <dgm:param type="parTxRTLAlign" val="l"/>
                    </dgm:alg>
                  </dgm:else>
                </dgm:choose>
              </dgm:if>
              <dgm:else name="Name212">
                <dgm:choose name="Name213">
                  <dgm:if name="Name214" axis="ch" ptType="node" func="cnt" op="gte" val="2">
                    <dgm:alg type="tx">
                      <dgm:param type="parTxLTRAlign" val="r"/>
                      <dgm:param type="parTxRTLAlign" val="r"/>
                      <dgm:param type="shpTxLTRAlignCh" val="r"/>
                      <dgm:param type="shpTxRTLAlignCh" val="r"/>
                      <dgm:param type="stBulletLvl" val="1"/>
                    </dgm:alg>
                  </dgm:if>
                  <dgm:else name="Name215">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216"/>
      </dgm:choose>
    </dgm:forEach>
    <dgm:forEach name="Name217" axis="ch" ptType="sibTrans" hideLastTrans="0" st="6" cnt="1">
      <dgm:layoutNode name="picture6">
        <dgm:alg type="sp"/>
        <dgm:shape xmlns:r="http://schemas.openxmlformats.org/officeDocument/2006/relationships" r:blip="">
          <dgm:adjLst/>
        </dgm:shape>
        <dgm:presOf/>
        <dgm:constrLst/>
        <dgm:forEach name="Name218" ref="imageRepeat"/>
      </dgm:layoutNode>
    </dgm:forEach>
    <dgm:forEach name="Name219" axis="ch" ptType="node" st="7" cnt="1">
      <dgm:layoutNode name="parTx7">
        <dgm:choose name="Name220">
          <dgm:if name="Name221" func="var" arg="dir" op="equ" val="norm">
            <dgm:alg type="tx">
              <dgm:param type="parTxLTRAlign" val="l"/>
              <dgm:param type="parTxRTLAlign" val="r"/>
            </dgm:alg>
          </dgm:if>
          <dgm:else name="Name222">
            <dgm:alg type="tx">
              <dgm:param type="parTxLTRAlign" val="r"/>
              <dgm:param type="parTxRTLAlign" val="l"/>
            </dgm:alg>
          </dgm:else>
        </dgm:choose>
        <dgm:shape xmlns:r="http://schemas.openxmlformats.org/officeDocument/2006/relationships" type="roundRect" r:blip="">
          <dgm:adjLst/>
        </dgm:shape>
        <dgm:presOf axis="self" ptType="node"/>
        <dgm:choose name="Name223">
          <dgm:if name="Name224" func="var" arg="dir" op="equ" val="norm">
            <dgm:constrLst>
              <dgm:constr type="lMarg" refType="w" fact="0.6"/>
              <dgm:constr type="rMarg" refType="primFontSz" fact="0.3"/>
              <dgm:constr type="tMarg" refType="primFontSz" fact="0.3"/>
              <dgm:constr type="bMarg" refType="primFontSz" fact="0.3"/>
            </dgm:constrLst>
          </dgm:if>
          <dgm:else name="Name225">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226">
        <dgm:if name="Name227" axis="ch" ptType="node" func="cnt" op="gte" val="1">
          <dgm:layoutNode name="desTx7" styleLbl="revTx">
            <dgm:varLst>
              <dgm:bulletEnabled val="1"/>
            </dgm:varLst>
            <dgm:choose name="Name228">
              <dgm:if name="Name229" func="var" arg="dir" op="equ" val="norm">
                <dgm:choose name="Name230">
                  <dgm:if name="Name231" axis="ch" ptType="node" func="cnt" op="gte" val="2">
                    <dgm:alg type="tx">
                      <dgm:param type="parTxLTRAlign" val="l"/>
                      <dgm:param type="parTxRTLAlign" val="l"/>
                      <dgm:param type="stBulletLvl" val="1"/>
                    </dgm:alg>
                  </dgm:if>
                  <dgm:else name="Name232">
                    <dgm:alg type="tx">
                      <dgm:param type="parTxLTRAlign" val="l"/>
                      <dgm:param type="parTxRTLAlign" val="l"/>
                    </dgm:alg>
                  </dgm:else>
                </dgm:choose>
              </dgm:if>
              <dgm:else name="Name233">
                <dgm:choose name="Name234">
                  <dgm:if name="Name235" axis="ch" ptType="node" func="cnt" op="gte" val="2">
                    <dgm:alg type="tx">
                      <dgm:param type="parTxLTRAlign" val="r"/>
                      <dgm:param type="parTxRTLAlign" val="r"/>
                      <dgm:param type="shpTxLTRAlignCh" val="r"/>
                      <dgm:param type="shpTxRTLAlignCh" val="r"/>
                      <dgm:param type="stBulletLvl" val="1"/>
                    </dgm:alg>
                  </dgm:if>
                  <dgm:else name="Name236">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237"/>
      </dgm:choose>
    </dgm:forEach>
    <dgm:forEach name="Name238" axis="ch" ptType="sibTrans" hideLastTrans="0" st="7" cnt="1">
      <dgm:layoutNode name="picture7">
        <dgm:alg type="sp"/>
        <dgm:shape xmlns:r="http://schemas.openxmlformats.org/officeDocument/2006/relationships" r:blip="">
          <dgm:adjLst/>
        </dgm:shape>
        <dgm:presOf/>
        <dgm:constrLst/>
        <dgm:forEach name="Name239" ref="imageRepeat"/>
      </dgm:layoutNode>
    </dgm:forEach>
  </dgm:layoutNode>
</dgm:layoutDef>
</file>

<file path=ppt/diagrams/layout77.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layout78.xml><?xml version="1.0" encoding="utf-8"?>
<dgm:layoutDef xmlns:dgm="http://schemas.openxmlformats.org/drawingml/2006/diagram" xmlns:a="http://schemas.openxmlformats.org/drawingml/2006/main" uniqueId="urn:microsoft.com/office/officeart/2009/3/layout/DescendingProcess">
  <dgm:title val=""/>
  <dgm:desc val=""/>
  <dgm:catLst>
    <dgm:cat type="process" pri="23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clrData>
  <dgm:layoutNode name="Name0">
    <dgm:varLst>
      <dgm:chMax val="7"/>
      <dgm:chPref val="5"/>
    </dgm:varLst>
    <dgm:alg type="composite">
      <dgm:param type="ar" val="1.1"/>
    </dgm:alg>
    <dgm:shape xmlns:r="http://schemas.openxmlformats.org/officeDocument/2006/relationships" r:blip="">
      <dgm:adjLst/>
    </dgm:shape>
    <dgm:choose name="Name1">
      <dgm:if name="Name2" axis="ch" ptType="node" func="cnt" op="equ" val="1">
        <dgm:constrLst>
          <dgm:constr type="primFontSz" for="ch" ptType="node" op="equ" val="65"/>
          <dgm:constr type="w" for="ch" forName="arrowNode" refType="w" fact="0.75"/>
          <dgm:constr type="h" for="ch" forName="arrowNode" refType="h"/>
          <dgm:constr type="l" for="ch" forName="arrowNode" refType="w" fact="0.07"/>
          <dgm:constr type="t" for="ch" forName="arrowNode"/>
          <dgm:constr type="l" for="ch" forName="txNode1" refType="w" fact="0"/>
          <dgm:constr type="t" for="ch" forName="txNode1" refType="h" fact="0"/>
          <dgm:constr type="r" for="ch" forName="txNode1" refType="w" fact="0.37"/>
          <dgm:constr type="h" for="ch" forName="txNode1" refType="h" fact="0.16"/>
        </dgm:constrLst>
      </dgm:if>
      <dgm:if name="Name3" axis="ch" ptType="node" func="cnt" op="equ" val="2">
        <dgm:constrLst>
          <dgm:constr type="primFontSz" for="ch" ptType="node" op="equ" val="65"/>
          <dgm:constr type="w" for="ch" forName="arrowNode" refType="w" fact="0.75"/>
          <dgm:constr type="h" for="ch" forName="arrowNode" refType="h"/>
          <dgm:constr type="l" for="ch" forName="arrowNode" refType="w" fact="0.07"/>
          <dgm:constr type="t" for="ch" forName="arrowNode"/>
          <dgm:constr type="l" for="ch" forName="txNode1" refType="w" fact="0"/>
          <dgm:constr type="t" for="ch" forName="txNode1" refType="h" fact="0"/>
          <dgm:constr type="r" for="ch" forName="txNode1" refType="w" fact="0.37"/>
          <dgm:constr type="h" for="ch" forName="txNode1" refType="h" fact="0.16"/>
          <dgm:constr type="l" for="ch" forName="txNode2" refType="w" fact="0.5"/>
          <dgm:constr type="b" for="ch" forName="txNode2" refType="h"/>
          <dgm:constr type="r" for="ch" forName="txNode2" refType="w"/>
          <dgm:constr type="h" for="ch" forName="txNode2" refType="h" fact="0.16"/>
        </dgm:constrLst>
      </dgm:if>
      <dgm:if name="Name4" axis="ch" ptType="node" func="cnt" op="equ" val="3">
        <dgm:constrLst>
          <dgm:constr type="primFontSz" for="ch" ptType="node" op="equ" val="65"/>
          <dgm:constr type="w" for="ch" forName="arrowNode" refType="w" fact="0.75"/>
          <dgm:constr type="h" for="ch" forName="arrowNode" refType="h"/>
          <dgm:constr type="l" for="ch" forName="arrowNode" refType="w" fact="0.07"/>
          <dgm:constr type="t" for="ch" forName="arrowNode"/>
          <dgm:constr type="l" for="ch" forName="txNode1" refType="w" fact="0"/>
          <dgm:constr type="t" for="ch" forName="txNode1" refType="h" fact="0"/>
          <dgm:constr type="r" for="ch" forName="txNode1" refType="w" fact="0.37"/>
          <dgm:constr type="h" for="ch" forName="txNode1" refType="h" fact="0.16"/>
          <dgm:constr type="l" for="ch" forName="txNode2" refType="w" fact="0.56"/>
          <dgm:constr type="ctrY" for="ch" forName="txNode2" refType="h" fact="0.3992"/>
          <dgm:constr type="r" for="ch" forName="txNode2" refType="w"/>
          <dgm:constr type="h" for="ch" forName="txNode2" refType="h" fact="0.16"/>
          <dgm:constr type="l" for="ch" forName="txNode3" refType="w" fact="0.5"/>
          <dgm:constr type="b" for="ch" forName="txNode3" refType="h"/>
          <dgm:constr type="r" for="ch" forName="txNode3" refType="w"/>
          <dgm:constr type="h" for="ch" forName="txNode3" refType="h" fact="0.16"/>
          <dgm:constr type="ctrX" for="ch" forName="dotNode2" refType="w" fact="0.4782"/>
          <dgm:constr type="ctrY" for="ch" forName="dotNode2" refType="h" fact="0.3992"/>
          <dgm:constr type="h" for="ch" forName="dotNode2" refType="h" fact="0.0218"/>
          <dgm:constr type="w" for="ch" forName="dotNode2" refType="h" refFor="ch" refForName="dotNode2"/>
        </dgm:constrLst>
      </dgm:if>
      <dgm:if name="Name5" axis="ch" ptType="node" func="cnt" op="equ" val="4">
        <dgm:constrLst>
          <dgm:constr type="primFontSz" for="ch" ptType="node" op="equ" val="65"/>
          <dgm:constr type="w" for="ch" forName="arrowNode" refType="w" fact="0.75"/>
          <dgm:constr type="h" for="ch" forName="arrowNode" refType="h"/>
          <dgm:constr type="l" for="ch" forName="arrowNode" refType="w" fact="0.07"/>
          <dgm:constr type="t" for="ch" forName="arrowNode"/>
          <dgm:constr type="l" for="ch" forName="txNode1" refType="w" fact="0"/>
          <dgm:constr type="t" for="ch" forName="txNode1" refType="h" fact="0"/>
          <dgm:constr type="r" for="ch" forName="txNode1" refType="w" fact="0.37"/>
          <dgm:constr type="h" for="ch" forName="txNode1" refType="h" fact="0.16"/>
          <dgm:constr type="l" for="ch" forName="txNode2" refType="w" fact="0.49"/>
          <dgm:constr type="ctrY" for="ch" forName="txNode2" refType="h" fact="0.3153"/>
          <dgm:constr type="r" for="ch" forName="txNode2" refType="w"/>
          <dgm:constr type="h" for="ch" forName="txNode2" refType="h" fact="0.16"/>
          <dgm:constr type="l" for="ch" forName="txNode3" refType="w" fact="0"/>
          <dgm:constr type="ctrY" for="ch" forName="txNode3" refType="h" fact="0.5004"/>
          <dgm:constr type="r" for="ch" forName="txNode3" refType="w" fact="0.5"/>
          <dgm:constr type="h" for="ch" forName="txNode3" refType="h" fact="0.16"/>
          <dgm:constr type="l" for="ch" forName="txNode4" refType="w" fact="0.5"/>
          <dgm:constr type="b" for="ch" forName="txNode4" refType="h"/>
          <dgm:constr type="r" for="ch" forName="txNode4" refType="w"/>
          <dgm:constr type="h" for="ch" forName="txNode4" refType="h" fact="0.16"/>
          <dgm:constr type="ctrX" for="ch" forName="dotNode2" refType="w" fact="0.39"/>
          <dgm:constr type="ctrY" for="ch" forName="dotNode2" refType="h" fact="0.3153"/>
          <dgm:constr type="h" for="ch" forName="dotNode2" refType="h" fact="0.0218"/>
          <dgm:constr type="w" for="ch" forName="dotNode2" refType="h" refFor="ch" refForName="dotNode2"/>
          <dgm:constr type="ctrX" for="ch" forName="dotNode3" refType="w" fact="0.5626"/>
          <dgm:constr type="ctrY" for="ch" forName="dotNode3" refType="h" fact="0.5004"/>
          <dgm:constr type="h" for="ch" forName="dotNode3" refType="h" fact="0.0218"/>
          <dgm:constr type="w" for="ch" forName="dotNode3" refType="h" refFor="ch" refForName="dotNode3"/>
        </dgm:constrLst>
      </dgm:if>
      <dgm:if name="Name6" axis="ch" ptType="node" func="cnt" op="equ" val="5">
        <dgm:constrLst>
          <dgm:constr type="primFontSz" for="ch" ptType="node" op="equ" val="65"/>
          <dgm:constr type="w" for="ch" forName="arrowNode" refType="w" fact="0.75"/>
          <dgm:constr type="h" for="ch" forName="arrowNode" refType="h"/>
          <dgm:constr type="l" for="ch" forName="arrowNode" refType="w" fact="0.07"/>
          <dgm:constr type="t" for="ch" forName="arrowNode"/>
          <dgm:constr type="l" for="ch" forName="txNode1" refType="w" fact="0"/>
          <dgm:constr type="t" for="ch" forName="txNode1" refType="h" fact="0"/>
          <dgm:constr type="r" for="ch" forName="txNode1" refType="w" fact="0.37"/>
          <dgm:constr type="h" for="ch" forName="txNode1" refType="h" fact="0.16"/>
          <dgm:constr type="l" for="ch" forName="txNode2" refType="w" fact="0.46"/>
          <dgm:constr type="ctrY" for="ch" forName="txNode2" refType="h" fact="0.2885"/>
          <dgm:constr type="r" for="ch" forName="txNode2" refType="w"/>
          <dgm:constr type="h" for="ch" forName="txNode2" refType="h" fact="0.16"/>
          <dgm:constr type="l" for="ch" forName="txNode3" refType="w" fact="0"/>
          <dgm:constr type="ctrY" for="ch" forName="txNode3" refType="h" fact="0.4089"/>
          <dgm:constr type="r" for="ch" forName="txNode3" refType="w" fact="0.43"/>
          <dgm:constr type="h" for="ch" forName="txNode3" refType="h" fact="0.16"/>
          <dgm:constr type="l" for="ch" forName="txNode4" refType="w" fact="0.67"/>
          <dgm:constr type="ctrY" for="ch" forName="txNode4" refType="h" fact="0.5497"/>
          <dgm:constr type="r" for="ch" forName="txNode4" refType="w"/>
          <dgm:constr type="h" for="ch" forName="txNode4" refType="h" fact="0.16"/>
          <dgm:constr type="l" for="ch" forName="txNode5" refType="w" fact="0.5"/>
          <dgm:constr type="b" for="ch" forName="txNode5" refType="h"/>
          <dgm:constr type="r" for="ch" forName="txNode5" refType="w"/>
          <dgm:constr type="h" for="ch" forName="txNode5" refType="h" fact="0.16"/>
          <dgm:constr type="ctrX" for="ch" forName="dotNode2" refType="w" fact="0.3565"/>
          <dgm:constr type="ctrY" for="ch" forName="dotNode2" refType="h" fact="0.2885"/>
          <dgm:constr type="h" for="ch" forName="dotNode2" refType="h" fact="0.0218"/>
          <dgm:constr type="w" for="ch" forName="dotNode2" refType="h" refFor="ch" refForName="dotNode2"/>
          <dgm:constr type="ctrX" for="ch" forName="dotNode3" refType="w" fact="0.4922"/>
          <dgm:constr type="ctrY" for="ch" forName="dotNode3" refType="h" fact="0.4089"/>
          <dgm:constr type="h" for="ch" forName="dotNode3" refType="h" fact="0.0218"/>
          <dgm:constr type="w" for="ch" forName="dotNode3" refType="h" refFor="ch" refForName="dotNode3"/>
          <dgm:constr type="ctrX" for="ch" forName="dotNode4" refType="w" fact="0.5939"/>
          <dgm:constr type="ctrY" for="ch" forName="dotNode4" refType="h" fact="0.5497"/>
          <dgm:constr type="h" for="ch" forName="dotNode4" refType="h" fact="0.0218"/>
          <dgm:constr type="w" for="ch" forName="dotNode4" refType="h" refFor="ch" refForName="dotNode4"/>
        </dgm:constrLst>
      </dgm:if>
      <dgm:if name="Name7" axis="ch" ptType="node" func="cnt" op="equ" val="6">
        <dgm:constrLst>
          <dgm:constr type="primFontSz" for="ch" ptType="node" op="equ" val="65"/>
          <dgm:constr type="w" for="ch" forName="arrowNode" refType="w" fact="0.75"/>
          <dgm:constr type="h" for="ch" forName="arrowNode" refType="h"/>
          <dgm:constr type="l" for="ch" forName="arrowNode" refType="w" fact="0.07"/>
          <dgm:constr type="t" for="ch" forName="arrowNode"/>
          <dgm:constr type="l" for="ch" forName="txNode1" refType="w" fact="0"/>
          <dgm:constr type="t" for="ch" forName="txNode1" refType="h" fact="0"/>
          <dgm:constr type="r" for="ch" forName="txNode1" refType="w" fact="0.37"/>
          <dgm:constr type="h" for="ch" forName="txNode1" refType="h" fact="0.16"/>
          <dgm:constr type="l" for="ch" forName="txNode2" refType="w" fact="0.45"/>
          <dgm:constr type="ctrY" for="ch" forName="txNode2" refType="h" fact="0.2693"/>
          <dgm:constr type="r" for="ch" forName="txNode2" refType="w"/>
          <dgm:constr type="h" for="ch" forName="txNode2" refType="h" fact="0.16"/>
          <dgm:constr type="l" for="ch" forName="txNode3" refType="w" fact="0"/>
          <dgm:constr type="ctrY" for="ch" forName="txNode3" refType="h" fact="0.3638"/>
          <dgm:constr type="r" for="ch" forName="txNode3" refType="w" fact="0.37"/>
          <dgm:constr type="h" for="ch" forName="txNode3" refType="h" fact="0.16"/>
          <dgm:constr type="l" for="ch" forName="txNode4" refType="w" fact="0.63"/>
          <dgm:constr type="ctrY" for="ch" forName="txNode4" refType="h" fact="0.4744"/>
          <dgm:constr type="r" for="ch" forName="txNode4" refType="w"/>
          <dgm:constr type="h" for="ch" forName="txNode4" refType="h" fact="0.16"/>
          <dgm:constr type="l" for="ch" forName="txNode5" refType="w" fact="0"/>
          <dgm:constr type="ctrY" for="ch" forName="txNode5" refType="h" fact="0.5961"/>
          <dgm:constr type="r" for="ch" forName="txNode5" refType="w" fact="0.55"/>
          <dgm:constr type="h" for="ch" forName="txNode5" refType="h" fact="0.16"/>
          <dgm:constr type="l" for="ch" forName="txNode6" refType="w" fact="0.5"/>
          <dgm:constr type="b" for="ch" forName="txNode6" refType="h"/>
          <dgm:constr type="r" for="ch" forName="txNode6" refType="w"/>
          <dgm:constr type="h" for="ch" forName="txNode6" refType="h" fact="0.16"/>
          <dgm:constr type="ctrX" for="ch" forName="dotNode2" refType="w" fact="0.33"/>
          <dgm:constr type="ctrY" for="ch" forName="dotNode2" refType="h" fact="0.2693"/>
          <dgm:constr type="h" for="ch" forName="dotNode2" refType="h" fact="0.0218"/>
          <dgm:constr type="w" for="ch" forName="dotNode2" refType="h" refFor="ch" refForName="dotNode2"/>
          <dgm:constr type="ctrX" for="ch" forName="dotNode3" refType="w" fact="0.4419"/>
          <dgm:constr type="ctrY" for="ch" forName="dotNode3" refType="h" fact="0.3638"/>
          <dgm:constr type="h" for="ch" forName="dotNode3" refType="h" fact="0.0218"/>
          <dgm:constr type="w" for="ch" forName="dotNode3" refType="h" refFor="ch" refForName="dotNode3"/>
          <dgm:constr type="ctrX" for="ch" forName="dotNode4" refType="w" fact="0.5425"/>
          <dgm:constr type="ctrY" for="ch" forName="dotNode4" refType="h" fact="0.4744"/>
          <dgm:constr type="h" for="ch" forName="dotNode4" refType="h" fact="0.0218"/>
          <dgm:constr type="w" for="ch" forName="dotNode4" refType="h" refFor="ch" refForName="dotNode4"/>
          <dgm:constr type="ctrX" for="ch" forName="dotNode5" refType="w" fact="0.6153"/>
          <dgm:constr type="ctrY" for="ch" forName="dotNode5" refType="h" fact="0.5961"/>
          <dgm:constr type="h" for="ch" forName="dotNode5" refType="h" fact="0.0218"/>
          <dgm:constr type="w" for="ch" forName="dotNode5" refType="h" refFor="ch" refForName="dotNode5"/>
        </dgm:constrLst>
      </dgm:if>
      <dgm:else name="Name8">
        <dgm:constrLst>
          <dgm:constr type="primFontSz" for="ch" ptType="node" op="equ" val="65"/>
          <dgm:constr type="w" for="ch" forName="arrowNode" refType="w" fact="0.75"/>
          <dgm:constr type="h" for="ch" forName="arrowNode" refType="h"/>
          <dgm:constr type="l" for="ch" forName="arrowNode" refType="w" fact="0.07"/>
          <dgm:constr type="t" for="ch" forName="arrowNode"/>
          <dgm:constr type="l" for="ch" forName="txNode1" refType="w" fact="0"/>
          <dgm:constr type="t" for="ch" forName="txNode1" refType="h" fact="0"/>
          <dgm:constr type="r" for="ch" forName="txNode1" refType="w" fact="0.37"/>
          <dgm:constr type="h" for="ch" forName="txNode1" refType="h" fact="0.16"/>
          <dgm:constr type="l" for="ch" forName="txNode2" refType="w" fact="0.44"/>
          <dgm:constr type="ctrY" for="ch" forName="txNode2" refType="h" fact="0.2693"/>
          <dgm:constr type="r" for="ch" forName="txNode2" refType="w"/>
          <dgm:constr type="h" for="ch" forName="txNode2" refType="h" fact="0.16"/>
          <dgm:constr type="l" for="ch" forName="txNode3" refType="w" fact="0"/>
          <dgm:constr type="ctrY" for="ch" forName="txNode3" refType="h" fact="0.3424"/>
          <dgm:constr type="r" for="ch" forName="txNode3" refType="w" fact="0.33"/>
          <dgm:constr type="h" for="ch" forName="txNode3" refType="h" fact="0.16"/>
          <dgm:constr type="l" for="ch" forName="txNode4" refType="w" fact="0.61"/>
          <dgm:constr type="ctrY" for="ch" forName="txNode4" refType="h" fact="0.4276"/>
          <dgm:constr type="r" for="ch" forName="txNode4" refType="w"/>
          <dgm:constr type="h" for="ch" forName="txNode4" refType="h" fact="0.16"/>
          <dgm:constr type="l" for="ch" forName="txNode5" refType="w" fact="0"/>
          <dgm:constr type="ctrY" for="ch" forName="txNode5" refType="h" fact="0.5218"/>
          <dgm:constr type="r" for="ch" forName="txNode5" refType="w" fact="0.5"/>
          <dgm:constr type="h" for="ch" forName="txNode5" refType="h" fact="0.16"/>
          <dgm:constr type="l" for="ch" forName="txNode6" refType="w" fact="0.71"/>
          <dgm:constr type="ctrY" for="ch" forName="txNode6" refType="h" fact="0.6179"/>
          <dgm:constr type="r" for="ch" forName="txNode6" refType="w"/>
          <dgm:constr type="h" for="ch" forName="txNode6" refType="h" fact="0.16"/>
          <dgm:constr type="l" for="ch" forName="txNode7" refType="w" fact="0.5"/>
          <dgm:constr type="b" for="ch" forName="txNode7" refType="h"/>
          <dgm:constr type="r" for="ch" forName="txNode7" refType="w"/>
          <dgm:constr type="h" for="ch" forName="txNode7" refType="h" fact="0.16"/>
          <dgm:constr type="ctrX" for="ch" forName="dotNode2" refType="w" fact="0.33"/>
          <dgm:constr type="ctrY" for="ch" forName="dotNode2" refType="h" fact="0.2693"/>
          <dgm:constr type="h" for="ch" forName="dotNode2" refType="h" fact="0.0218"/>
          <dgm:constr type="w" for="ch" forName="dotNode2" refType="h" refFor="ch" refForName="dotNode2"/>
          <dgm:constr type="ctrX" for="ch" forName="dotNode3" refType="w" fact="0.425"/>
          <dgm:constr type="ctrY" for="ch" forName="dotNode3" refType="h" fact="0.3424"/>
          <dgm:constr type="h" for="ch" forName="dotNode3" refType="h" fact="0.0218"/>
          <dgm:constr type="w" for="ch" forName="dotNode3" refType="h" refFor="ch" refForName="dotNode3"/>
          <dgm:constr type="ctrX" for="ch" forName="dotNode4" refType="w" fact="0.505"/>
          <dgm:constr type="ctrY" for="ch" forName="dotNode4" refType="h" fact="0.4276"/>
          <dgm:constr type="h" for="ch" forName="dotNode4" refType="h" fact="0.0218"/>
          <dgm:constr type="w" for="ch" forName="dotNode4" refType="h" refFor="ch" refForName="dotNode4"/>
          <dgm:constr type="ctrX" for="ch" forName="dotNode5" refType="w" fact="0.5742"/>
          <dgm:constr type="ctrY" for="ch" forName="dotNode5" refType="h" fact="0.5218"/>
          <dgm:constr type="h" for="ch" forName="dotNode5" refType="h" fact="0.0218"/>
          <dgm:constr type="w" for="ch" forName="dotNode5" refType="h" refFor="ch" refForName="dotNode5"/>
          <dgm:constr type="ctrX" for="ch" forName="dotNode6" refType="w" fact="0.63"/>
          <dgm:constr type="ctrY" for="ch" forName="dotNode6" refType="h" fact="0.6179"/>
          <dgm:constr type="h" for="ch" forName="dotNode6" refType="h" fact="0.0218"/>
          <dgm:constr type="w" for="ch" forName="dotNode6" refType="h" refFor="ch" refForName="dotNode6"/>
        </dgm:constrLst>
      </dgm:else>
    </dgm:choose>
    <dgm:forEach name="Name9" axis="self" ptType="parTrans">
      <dgm:forEach name="Name10" axis="self" ptType="sibTrans" st="2">
        <dgm:forEach name="dotRepeat" axis="self">
          <dgm:layoutNode name="dotRepeatNode" styleLbl="fgShp">
            <dgm:alg type="sp"/>
            <dgm:shape xmlns:r="http://schemas.openxmlformats.org/officeDocument/2006/relationships" type="ellipse" r:blip="">
              <dgm:adjLst/>
            </dgm:shape>
            <dgm:presOf axis="self"/>
          </dgm:layoutNode>
        </dgm:forEach>
      </dgm:forEach>
    </dgm:forEach>
    <dgm:choose name="Name11">
      <dgm:if name="Name12" axis="ch" ptType="node" func="cnt" op="gte" val="1">
        <dgm:layoutNode name="arrowNode" styleLbl="node1">
          <dgm:alg type="sp"/>
          <dgm:shape xmlns:r="http://schemas.openxmlformats.org/officeDocument/2006/relationships" rot="73.2729" type="swooshArrow" r:blip="">
            <dgm:adjLst>
              <dgm:adj idx="1" val="0.1631"/>
              <dgm:adj idx="2" val="0.3137"/>
            </dgm:adjLst>
          </dgm:shape>
          <dgm:presOf/>
        </dgm:layoutNode>
      </dgm:if>
      <dgm:else name="Name13"/>
    </dgm:choose>
    <dgm:forEach name="Name14" axis="ch" ptType="node" cnt="1">
      <dgm:layoutNode name="txNode1" styleLbl="revTx">
        <dgm:varLst>
          <dgm:bulletEnabled val="1"/>
        </dgm:varLst>
        <dgm:alg type="tx">
          <dgm:param type="txAnchorVert" val="b"/>
        </dgm:alg>
        <dgm:shape xmlns:r="http://schemas.openxmlformats.org/officeDocument/2006/relationships" type="rect" r:blip="" zOrderOff="10">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15" axis="ch" ptType="node" st="2" cnt="1">
      <dgm:layoutNode name="txNode2" styleLbl="revTx">
        <dgm:varLst>
          <dgm:bulletEnabled val="1"/>
        </dgm:varLst>
        <dgm:choose name="Name16">
          <dgm:if name="Name17" axis="self" ptType="node" func="revPos" op="equ" val="1">
            <dgm:alg type="tx">
              <dgm:param type="txAnchorVert" val="t"/>
            </dgm:alg>
          </dgm:if>
          <dgm:if name="Name18" axis="self" ptType="node" func="posOdd" op="equ" val="1">
            <dgm:alg type="tx">
              <dgm:param type="parTxLTRAlign" val="r"/>
              <dgm:param type="parTxRTLAlign" val="r"/>
            </dgm:alg>
          </dgm:if>
          <dgm:else name="Name19">
            <dgm:alg type="tx">
              <dgm:param type="parTxLTRAlign" val="l"/>
              <dgm:param type="parTxRTLAlign" val="l"/>
            </dgm:alg>
          </dgm:else>
        </dgm:choose>
        <dgm:shape xmlns:r="http://schemas.openxmlformats.org/officeDocument/2006/relationships" type="rect" r:blip="" zOrderOff="10">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20">
        <dgm:if name="Name21" axis="par ch" ptType="all node" func="cnt" op="neq" val="2">
          <dgm:forEach name="Name22" axis="follow" ptType="sibTrans" cnt="1">
            <dgm:layoutNode name="dotNode2">
              <dgm:alg type="sp"/>
              <dgm:shape xmlns:r="http://schemas.openxmlformats.org/officeDocument/2006/relationships" r:blip="">
                <dgm:adjLst/>
              </dgm:shape>
              <dgm:presOf/>
              <dgm:forEach name="Name23" ref="dotRepeat"/>
            </dgm:layoutNode>
          </dgm:forEach>
        </dgm:if>
        <dgm:else name="Name24"/>
      </dgm:choose>
    </dgm:forEach>
    <dgm:forEach name="Name25" axis="ch" ptType="node" st="3" cnt="1">
      <dgm:layoutNode name="txNode3" styleLbl="revTx">
        <dgm:varLst>
          <dgm:bulletEnabled val="1"/>
        </dgm:varLst>
        <dgm:choose name="Name26">
          <dgm:if name="Name27" axis="self" ptType="node" func="revPos" op="equ" val="1">
            <dgm:alg type="tx">
              <dgm:param type="txAnchorVert" val="t"/>
            </dgm:alg>
          </dgm:if>
          <dgm:if name="Name28" axis="self" ptType="node" func="posOdd" op="equ" val="1">
            <dgm:alg type="tx">
              <dgm:param type="parTxLTRAlign" val="r"/>
              <dgm:param type="parTxRTLAlign" val="r"/>
            </dgm:alg>
          </dgm:if>
          <dgm:else name="Name29">
            <dgm:alg type="tx">
              <dgm:param type="parTxLTRAlign" val="l"/>
              <dgm:param type="parTxRTLAlign" val="l"/>
            </dgm:alg>
          </dgm:else>
        </dgm:choose>
        <dgm:shape xmlns:r="http://schemas.openxmlformats.org/officeDocument/2006/relationships" type="rect" r:blip="" zOrderOff="10">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30">
        <dgm:if name="Name31" axis="par ch" ptType="all node" func="cnt" op="neq" val="3">
          <dgm:forEach name="Name32" axis="follow" ptType="sibTrans" cnt="1">
            <dgm:layoutNode name="dotNode3">
              <dgm:alg type="sp"/>
              <dgm:shape xmlns:r="http://schemas.openxmlformats.org/officeDocument/2006/relationships" r:blip="">
                <dgm:adjLst/>
              </dgm:shape>
              <dgm:presOf/>
              <dgm:forEach name="Name33" ref="dotRepeat"/>
            </dgm:layoutNode>
          </dgm:forEach>
        </dgm:if>
        <dgm:else name="Name34"/>
      </dgm:choose>
    </dgm:forEach>
    <dgm:forEach name="Name35" axis="ch" ptType="node" st="4" cnt="1">
      <dgm:layoutNode name="txNode4" styleLbl="revTx">
        <dgm:varLst>
          <dgm:bulletEnabled val="1"/>
        </dgm:varLst>
        <dgm:choose name="Name36">
          <dgm:if name="Name37" axis="self" ptType="node" func="revPos" op="equ" val="1">
            <dgm:alg type="tx">
              <dgm:param type="txAnchorVert" val="t"/>
            </dgm:alg>
          </dgm:if>
          <dgm:if name="Name38" axis="self" ptType="node" func="posOdd" op="equ" val="1">
            <dgm:alg type="tx">
              <dgm:param type="parTxLTRAlign" val="r"/>
              <dgm:param type="parTxRTLAlign" val="r"/>
            </dgm:alg>
          </dgm:if>
          <dgm:else name="Name39">
            <dgm:alg type="tx">
              <dgm:param type="parTxLTRAlign" val="l"/>
              <dgm:param type="parTxRTLAlign" val="l"/>
            </dgm:alg>
          </dgm:else>
        </dgm:choose>
        <dgm:shape xmlns:r="http://schemas.openxmlformats.org/officeDocument/2006/relationships" type="rect" r:blip="" zOrderOff="10">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40">
        <dgm:if name="Name41" axis="par ch" ptType="all node" func="cnt" op="neq" val="4">
          <dgm:forEach name="Name42" axis="follow" ptType="sibTrans" cnt="1">
            <dgm:layoutNode name="dotNode4">
              <dgm:alg type="sp"/>
              <dgm:shape xmlns:r="http://schemas.openxmlformats.org/officeDocument/2006/relationships" r:blip="">
                <dgm:adjLst/>
              </dgm:shape>
              <dgm:presOf/>
              <dgm:forEach name="Name43" ref="dotRepeat"/>
            </dgm:layoutNode>
          </dgm:forEach>
        </dgm:if>
        <dgm:else name="Name44"/>
      </dgm:choose>
    </dgm:forEach>
    <dgm:forEach name="Name45" axis="ch" ptType="node" st="5" cnt="1">
      <dgm:layoutNode name="txNode5" styleLbl="revTx">
        <dgm:varLst>
          <dgm:bulletEnabled val="1"/>
        </dgm:varLst>
        <dgm:choose name="Name46">
          <dgm:if name="Name47" axis="self" ptType="node" func="revPos" op="equ" val="1">
            <dgm:alg type="tx">
              <dgm:param type="txAnchorVert" val="t"/>
            </dgm:alg>
          </dgm:if>
          <dgm:if name="Name48" axis="self" ptType="node" func="posOdd" op="equ" val="1">
            <dgm:alg type="tx">
              <dgm:param type="parTxLTRAlign" val="r"/>
              <dgm:param type="parTxRTLAlign" val="r"/>
            </dgm:alg>
          </dgm:if>
          <dgm:else name="Name49">
            <dgm:alg type="tx">
              <dgm:param type="parTxLTRAlign" val="l"/>
              <dgm:param type="parTxRTLAlign" val="l"/>
            </dgm:alg>
          </dgm:else>
        </dgm:choose>
        <dgm:shape xmlns:r="http://schemas.openxmlformats.org/officeDocument/2006/relationships" type="rect" r:blip="" zOrderOff="10">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50">
        <dgm:if name="Name51" axis="par ch" ptType="all node" func="cnt" op="neq" val="5">
          <dgm:forEach name="Name52" axis="follow" ptType="sibTrans" cnt="1">
            <dgm:layoutNode name="dotNode5">
              <dgm:alg type="sp"/>
              <dgm:shape xmlns:r="http://schemas.openxmlformats.org/officeDocument/2006/relationships" r:blip="">
                <dgm:adjLst/>
              </dgm:shape>
              <dgm:presOf/>
              <dgm:forEach name="Name53" ref="dotRepeat"/>
            </dgm:layoutNode>
          </dgm:forEach>
        </dgm:if>
        <dgm:else name="Name54"/>
      </dgm:choose>
    </dgm:forEach>
    <dgm:forEach name="Name55" axis="ch" ptType="node" st="6" cnt="1">
      <dgm:layoutNode name="txNode6" styleLbl="revTx">
        <dgm:varLst>
          <dgm:bulletEnabled val="1"/>
        </dgm:varLst>
        <dgm:choose name="Name56">
          <dgm:if name="Name57" axis="self" ptType="node" func="revPos" op="equ" val="1">
            <dgm:alg type="tx">
              <dgm:param type="txAnchorVert" val="t"/>
            </dgm:alg>
          </dgm:if>
          <dgm:if name="Name58" axis="self" ptType="node" func="posOdd" op="equ" val="1">
            <dgm:alg type="tx">
              <dgm:param type="parTxLTRAlign" val="r"/>
              <dgm:param type="parTxRTLAlign" val="r"/>
            </dgm:alg>
          </dgm:if>
          <dgm:else name="Name59">
            <dgm:alg type="tx">
              <dgm:param type="parTxLTRAlign" val="l"/>
              <dgm:param type="parTxRTLAlign" val="l"/>
            </dgm:alg>
          </dgm:else>
        </dgm:choose>
        <dgm:shape xmlns:r="http://schemas.openxmlformats.org/officeDocument/2006/relationships" type="rect" r:blip="" zOrderOff="10">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60">
        <dgm:if name="Name61" axis="par ch" ptType="all node" func="cnt" op="neq" val="6">
          <dgm:forEach name="Name62" axis="follow" ptType="sibTrans" cnt="1">
            <dgm:layoutNode name="dotNode6">
              <dgm:alg type="sp"/>
              <dgm:shape xmlns:r="http://schemas.openxmlformats.org/officeDocument/2006/relationships" r:blip="">
                <dgm:adjLst/>
              </dgm:shape>
              <dgm:presOf/>
              <dgm:forEach name="Name63" ref="dotRepeat"/>
            </dgm:layoutNode>
          </dgm:forEach>
        </dgm:if>
        <dgm:else name="Name64"/>
      </dgm:choose>
    </dgm:forEach>
    <dgm:forEach name="Name65" axis="ch" ptType="node" st="7" cnt="1">
      <dgm:layoutNode name="txNode7" styleLbl="revTx">
        <dgm:varLst>
          <dgm:bulletEnabled val="1"/>
        </dgm:varLst>
        <dgm:alg type="tx">
          <dgm:param type="txAnchorVert" val="t"/>
        </dgm:alg>
        <dgm:shape xmlns:r="http://schemas.openxmlformats.org/officeDocument/2006/relationships" type="rect" r:blip="" zOrderOff="10">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79.xml><?xml version="1.0" encoding="utf-8"?>
<dgm:layoutDef xmlns:dgm="http://schemas.openxmlformats.org/drawingml/2006/diagram" xmlns:a="http://schemas.openxmlformats.org/drawingml/2006/main" uniqueId="urn:microsoft.com/office/officeart/2005/8/layout/bProcess2">
  <dgm:title val=""/>
  <dgm:desc val=""/>
  <dgm:catLst>
    <dgm:cat type="process" pri="24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dgm:varLst>
    <dgm:choose name="Name0">
      <dgm:if name="Name1" func="var" arg="dir" op="equ" val="norm">
        <dgm:alg type="snake">
          <dgm:param type="grDir" val="tL"/>
          <dgm:param type="flowDir" val="col"/>
          <dgm:param type="contDir" val="revDir"/>
        </dgm:alg>
      </dgm:if>
      <dgm:else name="Name2">
        <dgm:alg type="snake">
          <dgm:param type="grDir" val="tR"/>
          <dgm:param type="flowDir" val="col"/>
          <dgm:param type="contDir" val="revDir"/>
        </dgm:alg>
      </dgm:else>
    </dgm:choose>
    <dgm:shape xmlns:r="http://schemas.openxmlformats.org/officeDocument/2006/relationships" r:blip="">
      <dgm:adjLst/>
    </dgm:shape>
    <dgm:presOf/>
    <dgm:constrLst>
      <dgm:constr type="w" for="ch" forName="firstNode" refType="w"/>
      <dgm:constr type="w" for="ch" forName="lastNode" refType="w" refFor="ch" refForName="firstNode" op="equ"/>
      <dgm:constr type="w" for="ch" forName="middleNode" refType="w" refFor="ch" refForName="firstNode" op="equ"/>
      <dgm:constr type="h" for="ch" ptType="sibTrans" refType="w" refFor="ch" refForName="middleNode" op="equ" fact="0.35"/>
      <dgm:constr type="sp" refType="w" refFor="ch" refForName="middleNode" fact="0.5"/>
      <dgm:constr type="connDist" for="des" ptType="sibTrans" op="equ"/>
      <dgm:constr type="primFontSz" for="ch" forName="firstNode" val="65"/>
      <dgm:constr type="primFontSz" for="ch" forName="lastNode" refType="primFontSz" refFor="ch" refForName="firstNode" op="equ"/>
      <dgm:constr type="primFontSz" for="des" forName="shape" val="65"/>
      <dgm:constr type="primFontSz" for="des" forName="shape" refType="primFontSz" refFor="ch" refForName="firstNode" op="lte"/>
      <dgm:constr type="primFontSz" for="des" forName="shape" refType="primFontSz" refFor="ch" refForName="lastNode" op="lte"/>
    </dgm:constrLst>
    <dgm:ruleLst/>
    <dgm:forEach name="Name3" axis="ch" ptType="node">
      <dgm:choose name="Name4">
        <dgm:if name="Name5" axis="self" ptType="node" func="pos" op="equ" val="1">
          <dgm:layoutNode name="first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if name="Name6" axis="self" ptType="node" func="revPos" op="equ" val="1">
          <dgm:layoutNode name="last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else name="Name7">
          <dgm:layoutNode name="middleNode">
            <dgm:alg type="composite"/>
            <dgm:shape xmlns:r="http://schemas.openxmlformats.org/officeDocument/2006/relationships" r:blip="">
              <dgm:adjLst/>
            </dgm:shape>
            <dgm:presOf/>
            <dgm:constrLst>
              <dgm:constr type="h" refType="w"/>
              <dgm:constr type="w" for="ch" forName="padding" refType="w"/>
              <dgm:constr type="h" for="ch" forName="padding" refType="h"/>
              <dgm:constr type="w" for="ch" forName="shape" refType="w" fact="0.667"/>
              <dgm:constr type="h" for="ch" forName="shape" refType="h" fact="0.667"/>
              <dgm:constr type="ctrX" for="ch" forName="shape" refType="w" fact="0.5"/>
              <dgm:constr type="ctrY" for="ch" forName="shape" refType="h" fact="0.5"/>
            </dgm:constrLst>
            <dgm:ruleLst/>
            <dgm:layoutNode name="padding">
              <dgm:alg type="sp"/>
              <dgm:shape xmlns:r="http://schemas.openxmlformats.org/officeDocument/2006/relationships" type="ellipse" r:blip="" hideGeom="1">
                <dgm:adjLst/>
              </dgm:shape>
              <dgm:presOf/>
              <dgm:constrLst/>
              <dgm:ruleLst/>
            </dgm:layoutNode>
            <dgm:layoutNode name="shap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else>
      </dgm:choose>
      <dgm:forEach name="Name8" axis="followSib" ptType="sibTrans" cnt="1">
        <dgm:layoutNode name="sibTrans">
          <dgm:choose name="Name9">
            <dgm:if name="Name10" func="var" arg="dir" op="equ" val="norm">
              <dgm:choose name="Name11">
                <dgm:if name="Name12" axis="self" ptType="sibTrans" func="pos" op="equ" val="1">
                  <dgm:alg type="conn">
                    <dgm:param type="begPts" val="auto"/>
                    <dgm:param type="endPts" val="auto"/>
                    <dgm:param type="srcNode" val="firstNode"/>
                    <dgm:param type="dstNode" val="shape"/>
                  </dgm:alg>
                </dgm:if>
                <dgm:if name="Name13" axis="self" ptType="sibTrans" func="revPos" op="equ" val="1">
                  <dgm:alg type="conn">
                    <dgm:param type="begPts" val="auto"/>
                    <dgm:param type="endPts" val="auto"/>
                    <dgm:param type="srcNode" val="shape"/>
                    <dgm:param type="dstNode" val="lastNode"/>
                  </dgm:alg>
                </dgm:if>
                <dgm:else name="Name14">
                  <dgm:alg type="conn">
                    <dgm:param type="begPts" val="auto"/>
                    <dgm:param type="endPts" val="auto"/>
                    <dgm:param type="srcNode" val="shape"/>
                    <dgm:param type="dstNode" val="shape"/>
                  </dgm:alg>
                </dgm:else>
              </dgm:choose>
            </dgm:if>
            <dgm:else name="Name15">
              <dgm:choose name="Name16">
                <dgm:if name="Name17" axis="self" ptType="sibTrans" func="pos" op="equ" val="1">
                  <dgm:alg type="conn">
                    <dgm:param type="begPts" val="auto"/>
                    <dgm:param type="endPts" val="auto"/>
                    <dgm:param type="srcNode" val="firstNode"/>
                    <dgm:param type="dstNode" val="shape"/>
                  </dgm:alg>
                </dgm:if>
                <dgm:if name="Name18" axis="self" ptType="sibTrans" func="revPos" op="equ" val="1">
                  <dgm:alg type="conn">
                    <dgm:param type="begPts" val="auto"/>
                    <dgm:param type="endPts" val="auto"/>
                    <dgm:param type="srcNode" val="shape"/>
                    <dgm:param type="dstNode" val="lastNode"/>
                  </dgm:alg>
                </dgm:if>
                <dgm:else name="Name19">
                  <dgm:alg type="conn">
                    <dgm:param type="begPts" val="auto"/>
                    <dgm:param type="endPts" val="auto"/>
                    <dgm:param type="srcNode" val="shape"/>
                    <dgm:param type="dstNode" val="shape"/>
                  </dgm:alg>
                </dgm:else>
              </dgm:choose>
            </dgm:else>
          </dgm:choose>
          <dgm:shape xmlns:r="http://schemas.openxmlformats.org/officeDocument/2006/relationships" rot="90" type="triangle" r:blip="">
            <dgm:adjLst/>
          </dgm:shape>
          <dgm:presOf axis="self"/>
          <dgm:constrLst>
            <dgm:constr type="w" refType="h"/>
            <dgm:constr type="connDist"/>
            <dgm:constr type="begPad" refType="connDist" fact="0.25"/>
            <dgm:constr type="endPad" refType="connDist" fact="0.22"/>
          </dgm:constrLst>
          <dgm:ruleLst/>
        </dgm:layoutNode>
      </dgm:forEach>
    </dgm:forEach>
  </dgm:layoutNode>
</dgm:layoutDef>
</file>

<file path=ppt/diagrams/layout80.xml><?xml version="1.0" encoding="utf-8"?>
<dgm:layoutDef xmlns:dgm="http://schemas.openxmlformats.org/drawingml/2006/diagram" xmlns:a="http://schemas.openxmlformats.org/drawingml/2006/main" uniqueId="urn:microsoft.com/office/officeart/2005/8/layout/equation1">
  <dgm:title val=""/>
  <dgm:desc val=""/>
  <dgm:catLst>
    <dgm:cat type="relationship" pri="17000"/>
    <dgm:cat type="process"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choose name="Name0">
      <dgm:if name="Name1" func="var" arg="dir" op="equ" val="norm">
        <dgm:alg type="lin">
          <dgm:param type="fallback" val="2D"/>
        </dgm:alg>
      </dgm:if>
      <dgm:else name="Name2">
        <dgm:alg type="lin">
          <dgm:param type="linDir" val="fromR"/>
          <dgm:param type="fallback" val="2D"/>
        </dgm:alg>
      </dgm:else>
    </dgm:choose>
    <dgm:shape xmlns:r="http://schemas.openxmlformats.org/officeDocument/2006/relationships" r:blip="">
      <dgm:adjLst/>
    </dgm:shape>
    <dgm:presOf/>
    <dgm:constrLst>
      <dgm:constr type="w" for="ch" ptType="node" refType="w"/>
      <dgm:constr type="w" for="ch" ptType="sibTrans" refType="w" refFor="ch" refPtType="node" fact="0.58"/>
      <dgm:constr type="primFontSz" for="ch" ptType="node" op="equ" val="65"/>
      <dgm:constr type="primFontSz" for="ch" ptType="sibTrans" op="equ" val="55"/>
      <dgm:constr type="primFontSz" for="ch" ptType="sibTrans" refType="primFontSz" refFor="ch" refPtType="node" op="lte" fact="0.8"/>
      <dgm:constr type="w" for="ch" forName="spacerL" refType="w" refFor="ch" refPtType="sibTrans" fact="0.14"/>
      <dgm:constr type="w" for="ch" forName="spacerR" refType="w" refFor="ch" refPtType="sibTrans" fact="0.14"/>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sibTransForEach" axis="followSib" ptType="sibTrans" cnt="1">
        <dgm:layoutNode name="spacerL">
          <dgm:alg type="sp"/>
          <dgm:shape xmlns:r="http://schemas.openxmlformats.org/officeDocument/2006/relationships" r:blip="">
            <dgm:adjLst/>
          </dgm:shape>
          <dgm:presOf/>
          <dgm:constrLst/>
          <dgm:ruleLst/>
        </dgm:layoutNode>
        <dgm:layoutNode name="sibTrans">
          <dgm:alg type="tx"/>
          <dgm:choose name="Name3">
            <dgm:if name="Name4" axis="followSib" ptType="sibTrans" func="cnt" op="equ" val="0">
              <dgm:shape xmlns:r="http://schemas.openxmlformats.org/officeDocument/2006/relationships" type="mathEqual" r:blip="">
                <dgm:adjLst/>
              </dgm:shape>
            </dgm:if>
            <dgm:else name="Name5">
              <dgm:shape xmlns:r="http://schemas.openxmlformats.org/officeDocument/2006/relationships" type="mathPlus" r:blip="">
                <dgm:adjLst/>
              </dgm:shape>
            </dgm:else>
          </dgm:choose>
          <dgm:presOf axis="self"/>
          <dgm:constrLst>
            <dgm:constr type="h" refType="w"/>
            <dgm:constr type="lMarg"/>
            <dgm:constr type="rMarg"/>
            <dgm:constr type="tMarg"/>
            <dgm:constr type="bMarg"/>
          </dgm:constrLst>
          <dgm:ruleLst>
            <dgm:rule type="primFontSz" val="5" fact="NaN" max="NaN"/>
          </dgm:ruleLst>
        </dgm:layoutNode>
        <dgm:layoutNode name="spacerR">
          <dgm:alg type="sp"/>
          <dgm:shape xmlns:r="http://schemas.openxmlformats.org/officeDocument/2006/relationships" r:blip="">
            <dgm:adjLst/>
          </dgm:shape>
          <dgm:presOf/>
          <dgm:constrLst/>
          <dgm:ruleLst/>
        </dgm:layoutNode>
      </dgm:forEach>
    </dgm:forEach>
  </dgm:layoutNode>
</dgm:layoutDef>
</file>

<file path=ppt/diagrams/layout81.xml><?xml version="1.0" encoding="utf-8"?>
<dgm:layoutDef xmlns:dgm="http://schemas.openxmlformats.org/drawingml/2006/diagram" xmlns:a="http://schemas.openxmlformats.org/drawingml/2006/main" uniqueId="urn:microsoft.com/office/officeart/2005/8/layout/equation2">
  <dgm:title val=""/>
  <dgm:desc val=""/>
  <dgm:catLst>
    <dgm:cat type="relationship" pri="18000"/>
    <dgm:cat type="process" pri="2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linDir" val="fromL"/>
          <dgm:param type="fallback" val="2D"/>
        </dgm:alg>
      </dgm:if>
      <dgm:else name="Name3">
        <dgm:alg type="lin">
          <dgm:param type="linDir" val="fromR"/>
          <dgm:param type="fallback" val="2D"/>
        </dgm:alg>
      </dgm:else>
    </dgm:choose>
    <dgm:shape xmlns:r="http://schemas.openxmlformats.org/officeDocument/2006/relationships" r:blip="">
      <dgm:adjLst/>
    </dgm:shape>
    <dgm:presOf/>
    <dgm:choose name="Name4">
      <dgm:if name="Name5" axis="ch" ptType="node" func="cnt" op="gte" val="3">
        <dgm:constrLst>
          <dgm:constr type="h" for="des" forName="node" refType="w" fact="0.5"/>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ch" forName="lastNode" op="equ" val="65"/>
          <dgm:constr type="primFontSz" for="des" forName="node" op="equ" val="65"/>
          <dgm:constr type="primFontSz" for="des" forName="sibTrans" val="55"/>
          <dgm:constr type="primFontSz" for="des" forName="sibTrans" refType="primFontSz" refFor="des" refForName="node" op="lte" fact="0.8"/>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if>
      <dgm:else name="Name6">
        <dgm:constrLst>
          <dgm:constr type="h" for="des" forName="node" refType="w"/>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des" forName="node" val="65"/>
          <dgm:constr type="primFontSz" for="ch" forName="lastNode" refType="primFontSz" refFor="des" refForName="node" op="equ"/>
          <dgm:constr type="primFontSz" for="des" forName="sibTrans" val="55"/>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else>
    </dgm:choose>
    <dgm:ruleLst/>
    <dgm:choose name="Name7">
      <dgm:if name="Name8" axis="ch" ptType="node" func="cnt" op="gte" val="1">
        <dgm:layoutNode name="vNodes">
          <dgm:alg type="lin">
            <dgm:param type="linDir" val="fromT"/>
            <dgm:param type="fallback" val="2D"/>
          </dgm:alg>
          <dgm:shape xmlns:r="http://schemas.openxmlformats.org/officeDocument/2006/relationships" r:blip="">
            <dgm:adjLst/>
          </dgm:shape>
          <dgm:presOf/>
          <dgm:constrLst/>
          <dgm:ruleLst/>
          <dgm:forEach name="Name9" axis="ch" ptType="node">
            <dgm:choose name="Name10">
              <dgm:if name="Name11" axis="self" func="revPos" op="neq" val="1">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choose name="Name12">
                  <dgm:if name="Name13" axis="self" ptType="node" func="revPos" op="gt" val="2">
                    <dgm:forEach name="sibTransForEach" axis="followSib" ptType="sibTrans" cnt="1">
                      <dgm:layoutNode name="spacerT">
                        <dgm:alg type="sp"/>
                        <dgm:shape xmlns:r="http://schemas.openxmlformats.org/officeDocument/2006/relationships" r:blip="">
                          <dgm:adjLst/>
                        </dgm:shape>
                        <dgm:presOf axis="self"/>
                        <dgm:constrLst/>
                        <dgm:ruleLst/>
                      </dgm:layoutNode>
                      <dgm:layoutNode name="sibTrans">
                        <dgm:alg type="tx"/>
                        <dgm:shape xmlns:r="http://schemas.openxmlformats.org/officeDocument/2006/relationships" type="mathPlus" r:blip="">
                          <dgm:adjLst/>
                        </dgm:shape>
                        <dgm:presOf axis="self"/>
                        <dgm:constrLst>
                          <dgm:constr type="h" refType="w"/>
                          <dgm:constr type="lMarg"/>
                          <dgm:constr type="rMarg"/>
                          <dgm:constr type="tMarg"/>
                          <dgm:constr type="bMarg"/>
                        </dgm:constrLst>
                        <dgm:ruleLst>
                          <dgm:rule type="primFontSz" val="5" fact="NaN" max="NaN"/>
                        </dgm:ruleLst>
                      </dgm:layoutNode>
                      <dgm:layoutNode name="spacerB">
                        <dgm:alg type="sp"/>
                        <dgm:shape xmlns:r="http://schemas.openxmlformats.org/officeDocument/2006/relationships" r:blip="">
                          <dgm:adjLst/>
                        </dgm:shape>
                        <dgm:presOf axis="self"/>
                        <dgm:constrLst/>
                        <dgm:ruleLst/>
                      </dgm:layoutNode>
                    </dgm:forEach>
                  </dgm:if>
                  <dgm:else name="Name14"/>
                </dgm:choose>
              </dgm:if>
              <dgm:else name="Name15"/>
            </dgm:choose>
          </dgm:forEach>
        </dgm:layoutNode>
        <dgm:choose name="Name16">
          <dgm:if name="Name17" axis="ch" ptType="node" func="cnt" op="gt" val="1">
            <dgm:layoutNode name="sibTransLast">
              <dgm:alg type="conn">
                <dgm:param type="begPts" val="auto"/>
                <dgm:param type="endPts" val="auto"/>
                <dgm:param type="srcNode" val="vNodes"/>
                <dgm:param type="dstNode" val="lastNode"/>
              </dgm:alg>
              <dgm:shape xmlns:r="http://schemas.openxmlformats.org/officeDocument/2006/relationships" type="conn" r:blip="">
                <dgm:adjLst/>
              </dgm:shape>
              <dgm:presOf axis="ch" ptType="sibTrans" st="-1" cnt="1"/>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ch desOrSelf" ptType="sibTrans sibTrans" st="-1 1" cnt="1 0"/>
                <dgm:constrLst>
                  <dgm:constr type="lMarg"/>
                  <dgm:constr type="rMarg"/>
                  <dgm:constr type="tMarg"/>
                  <dgm:constr type="bMarg"/>
                </dgm:constrLst>
                <dgm:ruleLst>
                  <dgm:rule type="primFontSz" val="5" fact="NaN" max="NaN"/>
                </dgm:ruleLst>
              </dgm:layoutNode>
            </dgm:layoutNode>
          </dgm:if>
          <dgm:else name="Name18"/>
        </dgm:choose>
        <dgm:layoutNode name="lastNode">
          <dgm:varLst>
            <dgm:bulletEnabled val="1"/>
          </dgm:varLst>
          <dgm:alg type="tx">
            <dgm:param type="txAnchorVertCh" val="mid"/>
          </dgm:alg>
          <dgm:shape xmlns:r="http://schemas.openxmlformats.org/officeDocument/2006/relationships" type="ellipse" r:blip="">
            <dgm:adjLst/>
          </dgm:shape>
          <dgm:presOf axis="ch desOrSelf" ptType="node node" st="-1 1" cnt="1 0"/>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else name="Name19"/>
    </dgm:choose>
  </dgm:layoutNode>
</dgm:layoutDef>
</file>

<file path=ppt/diagrams/layout82.xml><?xml version="1.0" encoding="utf-8"?>
<dgm:layoutDef xmlns:dgm="http://schemas.openxmlformats.org/drawingml/2006/diagram" xmlns:a="http://schemas.openxmlformats.org/drawingml/2006/main" uniqueId="urn:microsoft.com/office/officeart/2005/8/layout/arrow6">
  <dgm:title val=""/>
  <dgm:desc val=""/>
  <dgm:catLst>
    <dgm:cat type="relationship" pri="4000"/>
    <dgm:cat type="process" pri="29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param type="horzAlign" val="ctr"/>
      <dgm:param type="vertAlign" val="mid"/>
      <dgm:param type="ar" val="2.5"/>
    </dgm:alg>
    <dgm:shape xmlns:r="http://schemas.openxmlformats.org/officeDocument/2006/relationships" r:blip="">
      <dgm:adjLst/>
    </dgm:shape>
    <dgm:presOf/>
    <dgm:constrLst>
      <dgm:constr type="primFontSz" for="des" ptType="node" op="equ"/>
      <dgm:constr type="w" for="ch" forName="ribbon" refType="h" refFor="ch" refForName="ribbon" fact="2.5"/>
      <dgm:constr type="h" for="ch" forName="leftArrowText" refType="h" fact="0.49"/>
      <dgm:constr type="ctrY" for="ch" forName="leftArrowText" refType="ctrY" refFor="ch" refForName="ribbon"/>
      <dgm:constr type="ctrYOff" for="ch" forName="leftArrowText" refType="h" refFor="ch" refForName="ribbon" fact="-0.08"/>
      <dgm:constr type="l" for="ch" forName="leftArrowText" refType="w" refFor="ch" refForName="ribbon" fact="0.12"/>
      <dgm:constr type="r" for="ch" forName="leftArrowText" refType="w" refFor="ch" refForName="ribbon" fact="0.45"/>
      <dgm:constr type="h" for="ch" forName="rightArrowText" refType="h" fact="0.49"/>
      <dgm:constr type="ctrY" for="ch" forName="rightArrowText" refType="ctrY" refFor="ch" refForName="ribbon"/>
      <dgm:constr type="ctrYOff" for="ch" forName="rightArrowText" refType="h" refFor="ch" refForName="ribbon" fact="0.08"/>
      <dgm:constr type="l" for="ch" forName="rightArrowText" refType="w" refFor="ch" refForName="ribbon" fact="0.5"/>
      <dgm:constr type="r" for="ch" forName="rightArrowText" refType="w" refFor="ch" refForName="ribbon" fact="0.89"/>
    </dgm:constrLst>
    <dgm:ruleLst/>
    <dgm:choose name="Name0">
      <dgm:if name="Name1" axis="ch" ptType="node" func="cnt" op="gte" val="1">
        <dgm:layoutNode name="ribbon" styleLbl="node1">
          <dgm:alg type="sp"/>
          <dgm:shape xmlns:r="http://schemas.openxmlformats.org/officeDocument/2006/relationships" type="leftRightRibbon" r:blip="">
            <dgm:adjLst/>
          </dgm:shape>
          <dgm:presOf/>
          <dgm:constrLst/>
          <dgm:ruleLst/>
        </dgm:layoutNode>
        <dgm:layoutNode name="leftArrowText" styleLbl="node1">
          <dgm:varLst>
            <dgm:chMax val="0"/>
            <dgm:bulletEnabled val="1"/>
          </dgm:varLst>
          <dgm:alg type="tx">
            <dgm:param type="txAnchorVertCh" val="mid"/>
          </dgm:alg>
          <dgm:shape xmlns:r="http://schemas.openxmlformats.org/officeDocument/2006/relationships" type="rect" r:blip="" hideGeom="1">
            <dgm:adjLst/>
          </dgm:shape>
          <dgm:choose name="Name2">
            <dgm:if name="Name3" func="var" arg="dir" op="equ" val="norm">
              <dgm:presOf axis="ch desOrSelf" ptType="node node" st="1 1" cnt="1 0"/>
            </dgm:if>
            <dgm:else name="Name4">
              <dgm:presOf axis="ch desOrSelf" ptType="node node" st="2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layoutNode name="rightArrowText" styleLbl="node1">
          <dgm:varLst>
            <dgm:chMax val="0"/>
            <dgm:bulletEnabled val="1"/>
          </dgm:varLst>
          <dgm:alg type="tx">
            <dgm:param type="txAnchorVertCh" val="mid"/>
          </dgm:alg>
          <dgm:shape xmlns:r="http://schemas.openxmlformats.org/officeDocument/2006/relationships" type="rect" r:blip="" hideGeom="1">
            <dgm:adjLst/>
          </dgm:shape>
          <dgm:choose name="Name5">
            <dgm:if name="Name6" func="var" arg="dir" op="equ" val="norm">
              <dgm:presOf axis="ch desOrSelf" ptType="node node" st="2 1" cnt="1 0"/>
            </dgm:if>
            <dgm:else name="Name7">
              <dgm:presOf axis="ch desOrSelf" ptType="node node" st="1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if>
      <dgm:else name="Name8"/>
    </dgm:choose>
  </dgm:layoutNode>
</dgm:layoutDef>
</file>

<file path=ppt/diagrams/layout83.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84.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layout85.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layout86.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layout87.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layout88.xml><?xml version="1.0" encoding="utf-8"?>
<dgm:layoutDef xmlns:dgm="http://schemas.openxmlformats.org/drawingml/2006/diagram" xmlns:a="http://schemas.openxmlformats.org/drawingml/2006/main" uniqueId="urn:microsoft.com/office/officeart/2005/8/layout/cycle7">
  <dgm:title val=""/>
  <dgm:desc val=""/>
  <dgm:catLst>
    <dgm:cat type="cycle" pri="6000"/>
  </dgm:catLst>
  <dgm:sampData>
    <dgm:dataModel>
      <dgm:ptLst>
        <dgm:pt modelId="0" type="doc"/>
        <dgm:pt modelId="1">
          <dgm:prSet phldr="1"/>
        </dgm:pt>
        <dgm:pt modelId="2">
          <dgm:prSet phldr="1"/>
        </dgm:pt>
        <dgm:pt modelId="3">
          <dgm:prSet phldr="1"/>
        </dgm:pt>
      </dgm:ptLst>
      <dgm:cxnLst>
        <dgm:cxn modelId="6" srcId="0" destId="1" srcOrd="0" destOrd="0"/>
        <dgm:cxn modelId="7" srcId="0" destId="2" srcOrd="1" destOrd="0"/>
        <dgm:cxn modelId="8" srcId="0" destId="3" srcOrd="2"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func="var" arg="dir" op="equ" val="norm">
        <dgm:alg type="cycle">
          <dgm:param type="stAng" val="0"/>
          <dgm:param type="spanAng" val="360"/>
        </dgm:alg>
      </dgm:if>
      <dgm:else name="Name3">
        <dgm:alg type="cycle">
          <dgm:param type="stAng" val="0"/>
          <dgm:param type="spanAng" val="-360"/>
        </dgm:alg>
      </dgm:else>
    </dgm:choose>
    <dgm:shape xmlns:r="http://schemas.openxmlformats.org/officeDocument/2006/relationships" r:blip="">
      <dgm:adjLst/>
    </dgm:shape>
    <dgm:presOf/>
    <dgm:constrLst>
      <dgm:constr type="diam" refType="w"/>
      <dgm:constr type="w" for="ch" ptType="node" refType="w"/>
      <dgm:constr type="primFontSz" for="ch" ptType="node" op="equ" val="65"/>
      <dgm:constr type="w" for="ch" forName="sibTrans" refType="w" refFor="ch" refPtType="node" op="equ" fact="0.35"/>
      <dgm:constr type="connDist" for="ch" forName="sibTrans" op="equ"/>
      <dgm:constr type="primFontSz" for="des" forName="connectorText" op="equ" val="55"/>
      <dgm:constr type="primFontSz" for="des" forName="connectorText" refType="primFontSz" refFor="ch" refPtType="node" op="lte" fact="0.8"/>
      <dgm:constr type="sibSp" refType="w" refFor="ch" refPtType="node" op="equ" fact="0.65"/>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4">
        <dgm:if name="Name5" axis="par ch" ptType="doc node" func="cnt" op="gt" val="1">
          <dgm:forEach name="sibTransForEach" axis="followSib" ptType="sibTrans" hideLastTrans="0" cnt="1">
            <dgm:layoutNode name="sibTrans">
              <dgm:choose name="Name6">
                <dgm:if name="Name7" axis="par ch" ptType="doc node" func="posEven" op="equ" val="1">
                  <dgm:alg type="conn">
                    <dgm:param type="begPts" val="radial"/>
                    <dgm:param type="endPts" val="radial"/>
                    <dgm:param type="begSty" val="arr"/>
                    <dgm:param type="endSty" val="arr"/>
                  </dgm:alg>
                </dgm:if>
                <dgm:else name="Name8">
                  <dgm:alg type="conn">
                    <dgm:param type="begPts" val="auto"/>
                    <dgm:param type="endPts" val="auto"/>
                    <dgm:param type="begSty" val="arr"/>
                    <dgm:param type="endSty" val="arr"/>
                  </dgm:alg>
                </dgm:else>
              </dgm:choose>
              <dgm:shape xmlns:r="http://schemas.openxmlformats.org/officeDocument/2006/relationships" type="conn" r:blip="">
                <dgm:adjLst/>
              </dgm:shape>
              <dgm:presOf axis="self"/>
              <dgm:constrLst>
                <dgm:constr type="h" refType="w" fact="0.5"/>
                <dgm:constr type="connDist"/>
                <dgm:constr type="begPad" refType="connDist" fact="0.1"/>
                <dgm:constr type="endPad" refType="connDist" fact="0.1"/>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9"/>
      </dgm:choose>
    </dgm:forEach>
  </dgm:layoutNode>
</dgm:layoutDef>
</file>

<file path=ppt/diagrams/layout89.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90.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91.xml><?xml version="1.0" encoding="utf-8"?>
<dgm:layoutDef xmlns:dgm="http://schemas.openxmlformats.org/drawingml/2006/diagram" xmlns:a="http://schemas.openxmlformats.org/drawingml/2006/main" uniqueId="urn:microsoft.com/office/officeart/2011/layout/HexagonRadial">
  <dgm:title val="Hexagon Radial"/>
  <dgm:desc val="Use to show a sequential process that relates to a central idea or theme. Limited to six Level 2 shapes. Works best with small amounts of text. Unused text does not appear, but remains available if you switch layouts."/>
  <dgm:catLst>
    <dgm:cat type="cycle" pri="8500"/>
    <dgm:cat type="officeonline" pri="9000"/>
  </dgm:catLst>
  <dgm:samp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sampData>
  <dgm:styleData>
    <dgm:dataModel>
      <dgm:ptLst>
        <dgm:pt modelId="0" type="doc"/>
        <dgm:pt modelId="10">
          <dgm:prSet phldr="1"/>
        </dgm:pt>
        <dgm:pt modelId="11">
          <dgm:prSet phldr="1"/>
        </dgm:pt>
        <dgm:pt modelId="12">
          <dgm:prSet phldr="1"/>
        </dgm:pt>
        <dgm:pt modelId="13">
          <dgm:prSet phldr="1"/>
        </dgm:pt>
      </dgm:ptLst>
      <dgm:cxnLst>
        <dgm:cxn modelId="40" srcId="0" destId="10" srcOrd="0" destOrd="0"/>
        <dgm:cxn modelId="50" srcId="10" destId="11" srcOrd="0" destOrd="0"/>
        <dgm:cxn modelId="60" srcId="10" destId="12" srcOrd="0" destOrd="0"/>
        <dgm:cxn modelId="70" srcId="10" destId="13" srcOrd="0"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clrData>
  <dgm:layoutNode name="Name0">
    <dgm:varLst>
      <dgm:chMax val="1"/>
      <dgm:chPref val="1"/>
      <dgm:dir/>
      <dgm:animOne val="branch"/>
      <dgm:animLvl val="lvl"/>
    </dgm:varLst>
    <dgm:shape xmlns:r="http://schemas.openxmlformats.org/officeDocument/2006/relationships" r:blip="">
      <dgm:adjLst/>
    </dgm:shape>
    <dgm:choose name="Name1">
      <dgm:if name="Name2" func="var" arg="dir" op="equ" val="norm">
        <dgm:choose name="Name3">
          <dgm:if name="Name4"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5"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l" for="ch" forName="Accent1" refType="w" fact="0.1685"/>
              <dgm:constr type="t" for="ch" forName="Accent1" refType="h" fact="0.2946"/>
              <dgm:constr type="w" for="ch" forName="Accent1" refType="w" fact="0.462"/>
              <dgm:constr type="h" for="ch" forName="Accent1" refType="h" fact="0.5472"/>
              <dgm:constr type="l" for="ch" forName="Parent" refType="w" fact="0"/>
              <dgm:constr type="t" for="ch" forName="Parent" refType="h" fact="0.2885"/>
              <dgm:constr type="w" for="ch" forName="Parent" refType="w" fact="0.6013"/>
              <dgm:constr type="h" for="ch" forName="Parent" refType="h" fact="0.7115"/>
              <dgm:constr type="l" for="ch" forName="Child1" refType="w" fact="0.5073"/>
              <dgm:constr type="t" for="ch" forName="Child1" refType="h" fact="0"/>
              <dgm:constr type="w" for="ch" forName="Child1" refType="w" fact="0.4927"/>
              <dgm:constr type="h" for="ch" forName="Child1" refType="h" fact="0.5831"/>
            </dgm:constrLst>
          </dgm:if>
          <dgm:if name="Name6"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l" for="ch" forName="Accent2" refType="w" fact="0.6413"/>
              <dgm:constr type="t" for="ch" forName="Accent2" refType="h" fact="0.3477"/>
              <dgm:constr type="w" for="ch" forName="Accent2" refType="w" fact="0.2269"/>
              <dgm:constr type="h" for="ch" forName="Accent2" refType="h" fact="0.2076"/>
              <dgm:constr type="l" for="ch" forName="Accent1" refType="w" fact="0"/>
              <dgm:constr type="t" for="ch" forName="Accent1" refType="h" fact="0"/>
              <dgm:constr type="w" for="ch" forName="Accent1" refType="w" fact="0"/>
              <dgm:constr type="h" for="ch" forName="Accent1" refType="h" fact="0"/>
              <dgm:constr type="l" for="ch" forName="Parent" refType="w" fact="0"/>
              <dgm:constr type="t" for="ch" forName="Parent" refType="h" fact="0.2239"/>
              <dgm:constr type="w" for="ch" forName="Parent" refType="w" fact="0.6013"/>
              <dgm:constr type="h" for="ch" forName="Parent" refType="h" fact="0.5523"/>
              <dgm:constr type="l" for="ch" forName="Child1" refType="w" fact="0.5073"/>
              <dgm:constr type="t" for="ch" forName="Child1" refType="h" fact="0"/>
              <dgm:constr type="w" for="ch" forName="Child1" refType="w" fact="0.4927"/>
              <dgm:constr type="h" for="ch" forName="Child1" refType="h" fact="0.4527"/>
              <dgm:constr type="l" for="ch" forName="Child2" refType="w" fact="0.5073"/>
              <dgm:constr type="t" for="ch" forName="Child2" refType="h" fact="0.5473"/>
              <dgm:constr type="w" for="ch" forName="Child2" refType="w" fact="0.4927"/>
              <dgm:constr type="h" for="ch" forName="Child2" refType="h" fact="0.4527"/>
            </dgm:constrLst>
          </dgm:if>
          <dgm:if name="Name7"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l" for="ch" forName="Accent3" refType="w" fact="0.4573"/>
              <dgm:constr type="t" for="ch" forName="Accent3" refType="h" fact="0.6145"/>
              <dgm:constr type="w" for="ch" forName="Accent3" refType="w" fact="0.2269"/>
              <dgm:constr type="h" for="ch" forName="Accent3" refType="h" fact="0.1623"/>
              <dgm:constr type="l" for="ch" forName="Accent2" refType="w" fact="0.6413"/>
              <dgm:constr type="t" for="ch" forName="Accent2" refType="h" fact="0.2719"/>
              <dgm:constr type="w" for="ch" forName="Accent2" refType="w" fact="0.2269"/>
              <dgm:constr type="h" for="ch" forName="Accent2" refType="h" fact="0.1623"/>
              <dgm:constr type="l" for="ch" forName="Accent1" refType="w" fact="0"/>
              <dgm:constr type="t" for="ch" forName="Accent1" refType="h" fact="0"/>
              <dgm:constr type="w" for="ch" forName="Accent1" refType="w" fact="0"/>
              <dgm:constr type="h" for="ch" forName="Accent1" refType="h" fact="0"/>
              <dgm:constr type="l" for="ch" forName="Child3" refType="w" fact="0.0554"/>
              <dgm:constr type="t" for="ch" forName="Child3" refType="h" fact="0.646"/>
              <dgm:constr type="w" for="ch" forName="Child3" refType="w" fact="0.4927"/>
              <dgm:constr type="h" for="ch" forName="Child3" refType="h" fact="0.354"/>
              <dgm:constr type="l" for="ch" forName="Parent" refType="w" fact="0"/>
              <dgm:constr type="t" for="ch" forName="Parent" refType="h" fact="0.1751"/>
              <dgm:constr type="w" for="ch" forName="Parent" refType="w" fact="0.6013"/>
              <dgm:constr type="h" for="ch" forName="Parent" refType="h" fact="0.4319"/>
              <dgm:constr type="l" for="ch" forName="Child1" refType="w" fact="0.5073"/>
              <dgm:constr type="t" for="ch" forName="Child1" refType="h" fact="0"/>
              <dgm:constr type="w" for="ch" forName="Child1" refType="w" fact="0.4927"/>
              <dgm:constr type="h" for="ch" forName="Child1" refType="h" fact="0.354"/>
              <dgm:constr type="l" for="ch" forName="Child2" refType="w" fact="0.5073"/>
              <dgm:constr type="t" for="ch" forName="Child2" refType="h" fact="0.428"/>
              <dgm:constr type="w" for="ch" forName="Child2" refType="w" fact="0.4927"/>
              <dgm:constr type="h" for="ch" forName="Child2" refType="h" fact="0.354"/>
            </dgm:constrLst>
          </dgm:if>
          <dgm:if name="Name8"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4" refType="w" fact="0.4573"/>
              <dgm:constr type="t" for="ch" forName="Accent4" refType="h" fact="0.6834"/>
              <dgm:constr type="w" for="ch" forName="Accent4" refType="w" fact="0.2269"/>
              <dgm:constr type="h" for="ch" forName="Accent4" refType="h" fact="0.1333"/>
              <dgm:constr type="l" for="ch" forName="Accent3" refType="w" fact="0.6413"/>
              <dgm:constr type="t" for="ch" forName="Accent3" refType="h" fact="0.4021"/>
              <dgm:constr type="w" for="ch" forName="Accent3" refType="w" fact="0.2269"/>
              <dgm:constr type="h" for="ch" forName="Accent3" refType="h" fact="0.1333"/>
              <dgm:constr type="l" for="ch" forName="Accent2" refType="w" fact="0.3765"/>
              <dgm:constr type="t" for="ch" forName="Accent2" refType="h" fact="0.1529"/>
              <dgm:constr type="w" for="ch" forName="Accent2" refType="w" fact="0.2269"/>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0554"/>
              <dgm:constr type="t" for="ch" forName="Child4" refType="h" fact="0.7093"/>
              <dgm:constr type="w" for="ch" forName="Child4" refType="w" fact="0.4927"/>
              <dgm:constr type="h" for="ch" forName="Child4" refType="h" fact="0.2907"/>
              <dgm:constr type="l" for="ch" forName="Parent" refType="w" fact="0"/>
              <dgm:constr type="t" for="ch" forName="Parent" refType="h" fact="0.3226"/>
              <dgm:constr type="w" for="ch" forName="Parent" refType="w" fact="0.6013"/>
              <dgm:constr type="h" for="ch" forName="Parent" refType="h" fact="0.3547"/>
              <dgm:constr type="l" for="ch" forName="Child2" refType="w" fact="0.5073"/>
              <dgm:constr type="t" for="ch" forName="Child2" refType="h" fact="0.1788"/>
              <dgm:constr type="w" for="ch" forName="Child2" refType="w" fact="0.4927"/>
              <dgm:constr type="h" for="ch" forName="Child2" refType="h" fact="0.2907"/>
              <dgm:constr type="l" for="ch" forName="Child3" refType="w" fact="0.5073"/>
              <dgm:constr type="t" for="ch" forName="Child3" refType="h" fact="0.5303"/>
              <dgm:constr type="w" for="ch" forName="Child3" refType="w" fact="0.4927"/>
              <dgm:constr type="h" for="ch" forName="Child3" refType="h" fact="0.2907"/>
              <dgm:constr type="l" for="ch" forName="Child1" refType="w" fact="0.0554"/>
              <dgm:constr type="t" for="ch" forName="Child1" refType="h" fact="0"/>
              <dgm:constr type="w" for="ch" forName="Child1" refType="w" fact="0.4927"/>
              <dgm:constr type="h" for="ch" forName="Child1" refType="h" fact="0.2907"/>
            </dgm:constrLst>
          </dgm:if>
          <dgm:if name="Name9"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1" refType="w" fact="0.3246"/>
              <dgm:constr type="t" for="ch" forName="Child1" refType="h" fact="0"/>
              <dgm:constr type="w" for="ch" forName="Child1" refType="w" fact="0.3523"/>
              <dgm:constr type="h" for="ch" forName="Child1" refType="h" fact="0.2907"/>
            </dgm:constrLst>
          </dgm:if>
          <dgm:else name="Name10">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l" for="ch" forName="Accent6" refType="w" fact="0.0934"/>
              <dgm:constr type="t" for="ch" forName="Accent6" refType="h" fact="0.4635"/>
              <dgm:constr type="w" for="ch" forName="Accent6" refType="w" fact="0.1622"/>
              <dgm:constr type="h" for="ch" forName="Accent6" refType="h" fact="0.1333"/>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6" refType="w" fact="0"/>
              <dgm:constr type="t" for="ch" forName="Child6" refType="h" fact="0.1784"/>
              <dgm:constr type="w" for="ch" forName="Child6" refType="w" fact="0.3523"/>
              <dgm:constr type="h" for="ch" forName="Child6" refType="h" fact="0.2907"/>
              <dgm:constr type="l" for="ch" forName="Child1" refType="w" fact="0.3246"/>
              <dgm:constr type="t" for="ch" forName="Child1" refType="h" fact="0"/>
              <dgm:constr type="w" for="ch" forName="Child1" refType="w" fact="0.3523"/>
              <dgm:constr type="h" for="ch" forName="Child1" refType="h" fact="0.2907"/>
            </dgm:constrLst>
          </dgm:else>
        </dgm:choose>
      </dgm:if>
      <dgm:else name="Name11">
        <dgm:choose name="Name12">
          <dgm:if name="Name13"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14"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r" for="ch" forName="Accent1" refType="w" fact="0.8315"/>
              <dgm:constr type="t" for="ch" forName="Accent1" refType="h" fact="0.2946"/>
              <dgm:constr type="w" for="ch" forName="Accent1" refType="w" fact="0.462"/>
              <dgm:constr type="h" for="ch" forName="Accent1" refType="h" fact="0.5472"/>
              <dgm:constr type="r" for="ch" forName="Parent" refType="w"/>
              <dgm:constr type="t" for="ch" forName="Parent" refType="h" fact="0.2885"/>
              <dgm:constr type="w" for="ch" forName="Parent" refType="w" fact="0.6013"/>
              <dgm:constr type="h" for="ch" forName="Parent" refType="h" fact="0.7115"/>
              <dgm:constr type="r" for="ch" forName="Child1" refType="w" fact="0.4927"/>
              <dgm:constr type="t" for="ch" forName="Child1" refType="h" fact="0"/>
              <dgm:constr type="w" for="ch" forName="Child1" refType="w" fact="0.4927"/>
              <dgm:constr type="h" for="ch" forName="Child1" refType="h" fact="0.5831"/>
            </dgm:constrLst>
          </dgm:if>
          <dgm:if name="Name15"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Accent2" refType="w" fact="0.3587"/>
              <dgm:constr type="t" for="ch" forName="Accent2" refType="h" fact="0.3477"/>
              <dgm:constr type="w" for="ch" forName="Accent2" refType="w" fact="0.2269"/>
              <dgm:constr type="h" for="ch" forName="Accent2" refType="h" fact="0.2076"/>
              <dgm:constr type="r" for="ch" forName="Accent1" refType="w" fact="0"/>
              <dgm:constr type="t" for="ch" forName="Accent1" refType="h" fact="0"/>
              <dgm:constr type="w" for="ch" forName="Accent1" refType="w" fact="0"/>
              <dgm:constr type="h" for="ch" forName="Accent1" refType="h" fact="0"/>
              <dgm:constr type="r" for="ch" forName="Parent" refType="w"/>
              <dgm:constr type="t" for="ch" forName="Parent" refType="h" fact="0.2239"/>
              <dgm:constr type="w" for="ch" forName="Parent" refType="w" fact="0.6013"/>
              <dgm:constr type="h" for="ch" forName="Parent" refType="h" fact="0.5523"/>
              <dgm:constr type="r" for="ch" forName="Child1" refType="w" fact="0.4927"/>
              <dgm:constr type="t" for="ch" forName="Child1" refType="h" fact="0"/>
              <dgm:constr type="w" for="ch" forName="Child1" refType="w" fact="0.4927"/>
              <dgm:constr type="h" for="ch" forName="Child1" refType="h" fact="0.4527"/>
              <dgm:constr type="r" for="ch" forName="Child2" refType="w" fact="0.5073"/>
              <dgm:constr type="t" for="ch" forName="Child2" refType="h" fact="0.5473"/>
              <dgm:constr type="w" for="ch" forName="Child2" refType="w" fact="0.4927"/>
              <dgm:constr type="h" for="ch" forName="Child2" refType="h" fact="0.4527"/>
            </dgm:constrLst>
          </dgm:if>
          <dgm:if name="Name16"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Accent3" refType="w" fact="0.5427"/>
              <dgm:constr type="t" for="ch" forName="Accent3" refType="h" fact="0.6145"/>
              <dgm:constr type="w" for="ch" forName="Accent3" refType="w" fact="0.2269"/>
              <dgm:constr type="h" for="ch" forName="Accent3" refType="h" fact="0.1623"/>
              <dgm:constr type="r" for="ch" forName="Accent2" refType="w" fact="0.3587"/>
              <dgm:constr type="t" for="ch" forName="Accent2" refType="h" fact="0.2719"/>
              <dgm:constr type="w" for="ch" forName="Accent2" refType="w" fact="0.2269"/>
              <dgm:constr type="h" for="ch" forName="Accent2" refType="h" fact="0.1623"/>
              <dgm:constr type="r" for="ch" forName="Accent1" refType="w" fact="0"/>
              <dgm:constr type="t" for="ch" forName="Accent1" refType="h" fact="0"/>
              <dgm:constr type="w" for="ch" forName="Accent1" refType="w" fact="0"/>
              <dgm:constr type="h" for="ch" forName="Accent1" refType="h" fact="0"/>
              <dgm:constr type="r" for="ch" forName="Child3" refType="w" fact="0.9446"/>
              <dgm:constr type="t" for="ch" forName="Child3" refType="h" fact="0.646"/>
              <dgm:constr type="w" for="ch" forName="Child3" refType="w" fact="0.4927"/>
              <dgm:constr type="h" for="ch" forName="Child3" refType="h" fact="0.354"/>
              <dgm:constr type="r" for="ch" forName="Parent" refType="w"/>
              <dgm:constr type="t" for="ch" forName="Parent" refType="h" fact="0.1751"/>
              <dgm:constr type="w" for="ch" forName="Parent" refType="w" fact="0.6013"/>
              <dgm:constr type="h" for="ch" forName="Parent" refType="h" fact="0.4319"/>
              <dgm:constr type="r" for="ch" forName="Child1" refType="w" fact="0.4927"/>
              <dgm:constr type="t" for="ch" forName="Child1" refType="h" fact="0"/>
              <dgm:constr type="w" for="ch" forName="Child1" refType="w" fact="0.4927"/>
              <dgm:constr type="h" for="ch" forName="Child1" refType="h" fact="0.354"/>
              <dgm:constr type="r" for="ch" forName="Child2" refType="w" fact="0.4927"/>
              <dgm:constr type="t" for="ch" forName="Child2" refType="h" fact="0.428"/>
              <dgm:constr type="w" for="ch" forName="Child2" refType="w" fact="0.4927"/>
              <dgm:constr type="h" for="ch" forName="Child2" refType="h" fact="0.354"/>
            </dgm:constrLst>
          </dgm:if>
          <dgm:if name="Name17"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Accent4" refType="w" fact="0.5427"/>
              <dgm:constr type="t" for="ch" forName="Accent4" refType="h" fact="0.6834"/>
              <dgm:constr type="w" for="ch" forName="Accent4" refType="w" fact="0.2269"/>
              <dgm:constr type="h" for="ch" forName="Accent4" refType="h" fact="0.1333"/>
              <dgm:constr type="r" for="ch" forName="Accent3" refType="w" fact="0.3587"/>
              <dgm:constr type="t" for="ch" forName="Accent3" refType="h" fact="0.4021"/>
              <dgm:constr type="w" for="ch" forName="Accent3" refType="w" fact="0.2269"/>
              <dgm:constr type="h" for="ch" forName="Accent3" refType="h" fact="0.1333"/>
              <dgm:constr type="r" for="ch" forName="Accent2" refType="w" fact="0.6235"/>
              <dgm:constr type="t" for="ch" forName="Accent2" refType="h" fact="0.1529"/>
              <dgm:constr type="w" for="ch" forName="Accent2" refType="w" fact="0.2269"/>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9446"/>
              <dgm:constr type="t" for="ch" forName="Child4" refType="h" fact="0.7093"/>
              <dgm:constr type="w" for="ch" forName="Child4" refType="w" fact="0.4927"/>
              <dgm:constr type="h" for="ch" forName="Child4" refType="h" fact="0.2907"/>
              <dgm:constr type="r" for="ch" forName="Parent" refType="w"/>
              <dgm:constr type="t" for="ch" forName="Parent" refType="h" fact="0.3226"/>
              <dgm:constr type="w" for="ch" forName="Parent" refType="w" fact="0.6013"/>
              <dgm:constr type="h" for="ch" forName="Parent" refType="h" fact="0.3547"/>
              <dgm:constr type="r" for="ch" forName="Child2" refType="w" fact="0.4927"/>
              <dgm:constr type="t" for="ch" forName="Child2" refType="h" fact="0.1788"/>
              <dgm:constr type="w" for="ch" forName="Child2" refType="w" fact="0.4927"/>
              <dgm:constr type="h" for="ch" forName="Child2" refType="h" fact="0.2907"/>
              <dgm:constr type="r" for="ch" forName="Child3" refType="w" fact="0.4927"/>
              <dgm:constr type="t" for="ch" forName="Child3" refType="h" fact="0.5303"/>
              <dgm:constr type="w" for="ch" forName="Child3" refType="w" fact="0.4927"/>
              <dgm:constr type="h" for="ch" forName="Child3" refType="h" fact="0.2907"/>
              <dgm:constr type="r" for="ch" forName="Child1" refType="w" fact="0.9446"/>
              <dgm:constr type="t" for="ch" forName="Child1" refType="h" fact="0"/>
              <dgm:constr type="w" for="ch" forName="Child1" refType="w" fact="0.4927"/>
              <dgm:constr type="h" for="ch" forName="Child1" refType="h" fact="0.2907"/>
            </dgm:constrLst>
          </dgm:if>
          <dgm:if name="Name18"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1" refType="w" fact="0.6754"/>
              <dgm:constr type="t" for="ch" forName="Child1" refType="h" fact="0"/>
              <dgm:constr type="w" for="ch" forName="Child1" refType="w" fact="0.3523"/>
              <dgm:constr type="h" for="ch" forName="Child1" refType="h" fact="0.2907"/>
            </dgm:constrLst>
          </dgm:if>
          <dgm:else name="Name19">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r" for="ch" forName="Accent6" refType="w" fact="0.9066"/>
              <dgm:constr type="t" for="ch" forName="Accent6" refType="h" fact="0.4635"/>
              <dgm:constr type="w" for="ch" forName="Accent6" refType="w" fact="0.1622"/>
              <dgm:constr type="h" for="ch" forName="Accent6" refType="h" fact="0.1333"/>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6" refType="w"/>
              <dgm:constr type="t" for="ch" forName="Child6" refType="h" fact="0.1784"/>
              <dgm:constr type="w" for="ch" forName="Child6" refType="w" fact="0.3523"/>
              <dgm:constr type="h" for="ch" forName="Child6" refType="h" fact="0.2907"/>
              <dgm:constr type="r" for="ch" forName="Child1" refType="w" fact="0.6754"/>
              <dgm:constr type="t" for="ch" forName="Child1" refType="h" fact="0"/>
              <dgm:constr type="w" for="ch" forName="Child1" refType="w" fact="0.3523"/>
              <dgm:constr type="h" for="ch" forName="Child1" refType="h" fact="0.2907"/>
            </dgm:constrLst>
          </dgm:else>
        </dgm:choose>
      </dgm:else>
    </dgm:choose>
    <dgm:forEach name="wrapper" axis="self" ptType="parTrans">
      <dgm:forEach name="accentRepeat" axis="self">
        <dgm:layoutNode name="Accent" styleLbl="bgShp">
          <dgm:alg type="sp"/>
          <dgm:shape xmlns:r="http://schemas.openxmlformats.org/officeDocument/2006/relationships" type="hexagon" r:blip="" zOrderOff="-2">
            <dgm:adjLst>
              <dgm:adj idx="1" val="0.289"/>
              <dgm:adj idx="2" val="1.1547"/>
            </dgm:adjLst>
          </dgm:shape>
          <dgm:presOf/>
        </dgm:layoutNode>
      </dgm:forEach>
    </dgm:forEach>
    <dgm:forEach name="Name20" axis="ch" ptType="node" cnt="1">
      <dgm:layoutNode name="Parent" styleLbl="node0">
        <dgm:varLst>
          <dgm:chMax val="6"/>
          <dgm:chPref val="6"/>
        </dgm:varLst>
        <dgm:alg type="tx"/>
        <dgm:shape xmlns:r="http://schemas.openxmlformats.org/officeDocument/2006/relationships" type="hexagon" r:blip="">
          <dgm:adjLst>
            <dgm:adj idx="1" val="0.2857"/>
            <dgm:adj idx="2" val="1.1547"/>
          </dgm:adjLst>
        </dgm:shape>
        <dgm:presOf axis="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1" axis="ch ch" ptType="node node" st="1 1" cnt="1 1">
      <dgm:layoutNode name="Accent1">
        <dgm:alg type="sp"/>
        <dgm:shape xmlns:r="http://schemas.openxmlformats.org/officeDocument/2006/relationships" r:blip="" zOrderOff="-2">
          <dgm:adjLst/>
        </dgm:shape>
        <dgm:presOf/>
        <dgm:constrLst/>
        <dgm:forEach name="Name22" ref="accentRepeat"/>
      </dgm:layoutNode>
      <dgm:layoutNode name="Child1"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3" axis="ch ch" ptType="node node" st="1 2" cnt="1 1">
      <dgm:layoutNode name="Accent2">
        <dgm:alg type="sp"/>
        <dgm:shape xmlns:r="http://schemas.openxmlformats.org/officeDocument/2006/relationships" r:blip="" zOrderOff="-2">
          <dgm:adjLst/>
        </dgm:shape>
        <dgm:presOf/>
        <dgm:constrLst/>
        <dgm:forEach name="Name24" ref="accentRepeat"/>
      </dgm:layoutNode>
      <dgm:layoutNode name="Child2"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5" axis="ch ch" ptType="node node" st="1 3" cnt="1 1">
      <dgm:layoutNode name="Accent3">
        <dgm:alg type="sp"/>
        <dgm:shape xmlns:r="http://schemas.openxmlformats.org/officeDocument/2006/relationships" r:blip="" zOrderOff="-2">
          <dgm:adjLst/>
        </dgm:shape>
        <dgm:presOf/>
        <dgm:constrLst/>
        <dgm:forEach name="Name26" ref="accentRepeat"/>
      </dgm:layoutNode>
      <dgm:layoutNode name="Child3"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7" axis="ch ch" ptType="node node" st="1 4" cnt="1 1">
      <dgm:layoutNode name="Accent4">
        <dgm:alg type="sp"/>
        <dgm:shape xmlns:r="http://schemas.openxmlformats.org/officeDocument/2006/relationships" r:blip="">
          <dgm:adjLst/>
        </dgm:shape>
        <dgm:presOf/>
        <dgm:constrLst/>
        <dgm:forEach name="Name28" ref="accentRepeat"/>
      </dgm:layoutNode>
      <dgm:layoutNode name="Child4"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9" axis="ch ch" ptType="node node" st="1 5" cnt="1 1">
      <dgm:layoutNode name="Accent5">
        <dgm:alg type="sp"/>
        <dgm:shape xmlns:r="http://schemas.openxmlformats.org/officeDocument/2006/relationships" r:blip="">
          <dgm:adjLst/>
        </dgm:shape>
        <dgm:presOf/>
        <dgm:constrLst/>
        <dgm:forEach name="Name30" ref="accentRepeat"/>
      </dgm:layoutNode>
      <dgm:layoutNode name="Child5"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31" axis="ch ch" ptType="node node" st="1 6" cnt="1 1">
      <dgm:layoutNode name="Accent6">
        <dgm:alg type="sp"/>
        <dgm:shape xmlns:r="http://schemas.openxmlformats.org/officeDocument/2006/relationships" r:blip="">
          <dgm:adjLst/>
        </dgm:shape>
        <dgm:presOf/>
        <dgm:constrLst/>
        <dgm:forEach name="Name32" ref="accentRepeat"/>
      </dgm:layoutNode>
      <dgm:layoutNode name="Child6"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92.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93.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layout94.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95.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layout96.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rot="-15" type="gear6" r:blip="">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connRout" val="curve"/>
          <dgm:param type="srcNode" val="gear1srcNode"/>
          <dgm:param type="dstNode" val="gear1dstNod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connRout" val="curve"/>
          <dgm:param type="srcNode" val="gear2srcNode"/>
          <dgm:param type="dstNode" val="gear2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connRout" val="curve"/>
          <dgm:param type="srcNode" val="gear3srcNode"/>
          <dgm:param type="dstNode" val="gear3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layout97.xml><?xml version="1.0" encoding="utf-8"?>
<dgm:layoutDef xmlns:dgm="http://schemas.openxmlformats.org/drawingml/2006/diagram" xmlns:a="http://schemas.openxmlformats.org/drawingml/2006/main" uniqueId="urn:microsoft.com/office/officeart/2008/layout/RadialCluster">
  <dgm:title val=""/>
  <dgm:desc val=""/>
  <dgm:catLst>
    <dgm:cat type="relationship" pri="19500"/>
    <dgm:cat type="cycle" pri="15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useDef="1">
    <dgm:dataModel>
      <dgm:ptLst/>
      <dgm:bg/>
      <dgm:whole/>
    </dgm:dataModel>
  </dgm:styleData>
  <dgm:clrData useDef="1">
    <dgm:dataModel>
      <dgm:ptLst/>
      <dgm:bg/>
      <dgm:whole/>
    </dgm:dataModel>
  </dgm:clrData>
  <dgm:layoutNode name="Name0">
    <dgm:varLst>
      <dgm:chMax val="1"/>
      <dgm:chPref val="1"/>
      <dgm:dir/>
      <dgm:animOne val="branch"/>
      <dgm:animLvl val="lvl"/>
    </dgm:varLst>
    <dgm:alg type="composite">
      <dgm:param type="ar" val="1.00"/>
    </dgm:alg>
    <dgm:shape xmlns:r="http://schemas.openxmlformats.org/officeDocument/2006/relationships" r:blip="">
      <dgm:adjLst/>
    </dgm:shape>
    <dgm:choose name="Name1">
      <dgm:if name="Name2" func="var" arg="dir" op="equ" val="norm">
        <dgm:choose name="Name3">
          <dgm:if name="Name4" axis="ch ch" ptType="node node" cnt="1 0" func="cnt" op="equ" val="1">
            <dgm:constrLst>
              <dgm:constr type="l" for="ch" forName="textCenter"/>
              <dgm:constr type="ctrY" for="ch" forName="textCenter" refType="h" fact="0.5"/>
              <dgm:constr type="w" for="ch" forName="textCenter" refType="w" fact="0.32"/>
              <dgm:constr type="h" for="ch" forName="textCenter" refType="w" refFor="ch" refForName="textCenter"/>
              <dgm:constr type="r" for="ch" forName="cycle_1" refType="w"/>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5" axis="ch ch" ptType="node node" cnt="1 0"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6" axis="ch ch" ptType="node node" cnt="1 0" func="cnt" op="equ" val="3">
            <dgm:choose name="Name7">
              <dgm:if name="Name8" axis="ch ch ch" ptType="node node node" st="1 2 0" cnt="1 1 0" func="cnt" op="equ" val="1">
                <dgm:choose name="Name9">
                  <dgm:if name="Name10"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12">
                <dgm:choose name="Name13">
                  <dgm:if name="Name14"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5">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16" axis="ch ch" ptType="node node" cnt="1 0"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r" for="ch" forName="cycle_2" refType="w"/>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l" for="ch" forName="cycle_4"/>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17" axis="ch ch" ptType="node node" cnt="1 0"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24"/>
              <dgm:constr type="w" for="ch" forName="cycle_2" refType="w" fact="0.33"/>
              <dgm:constr type="h" for="ch" forName="cycle_2" refType="w" refFor="ch" refForName="cycle_2"/>
              <dgm:constr type="r" for="ch" forName="cycle_3" refType="w" fact="0.89"/>
              <dgm:constr type="b" for="ch" forName="cycle_3" refType="h"/>
              <dgm:constr type="w" for="ch" forName="cycle_3" refType="w" fact="0.33"/>
              <dgm:constr type="h" for="ch" forName="cycle_3" refType="w" refFor="ch" refForName="cycle_3"/>
              <dgm:constr type="l" for="ch" forName="cycle_4" refType="w" fact="0.11"/>
              <dgm:constr type="b" for="ch" forName="cycle_4" refType="h"/>
              <dgm:constr type="w" for="ch" forName="cycle_4" refType="w" fact="0.33"/>
              <dgm:constr type="h" for="ch" forName="cycle_4" refType="w" refFor="ch" refForName="cycle_4"/>
              <dgm:constr type="l" for="ch" forName="cycle_5"/>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18" axis="ch ch" ptType="node node" cnt="1 0"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17"/>
              <dgm:constr type="w" for="ch" forName="cycle_2" refType="w" fact="0.33"/>
              <dgm:constr type="h" for="ch" forName="cycle_2" refType="w" refFor="ch" refForName="cycle_2"/>
              <dgm:constr type="r" for="ch" forName="cycle_3" refType="w"/>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l" for="ch" forName="cycle_5"/>
              <dgm:constr type="b" for="ch" forName="cycle_5" refType="h" fact="0.83"/>
              <dgm:constr type="w" for="ch" forName="cycle_5" refType="w" fact="0.33"/>
              <dgm:constr type="h" for="ch" forName="cycle_5" refType="w" refFor="ch" refForName="cycle_5"/>
              <dgm:constr type="l" for="ch" forName="cycle_6"/>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19">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r" for="ch" forName="cycle_2" refType="w" fact="0.938"/>
              <dgm:constr type="t" for="ch" forName="cycle_2" refType="h" fact="0.141"/>
              <dgm:constr type="w" for="ch" forName="cycle_2" refType="w" fact="0.263"/>
              <dgm:constr type="h" for="ch" forName="cycle_2" refType="w" refFor="ch" refForName="cycle_2"/>
              <dgm:constr type="r" for="ch" forName="cycle_3" refType="w"/>
              <dgm:constr type="b" for="ch" forName="cycle_3" refType="h" fact="0.74"/>
              <dgm:constr type="w" for="ch" forName="cycle_3" refType="w" fact="0.263"/>
              <dgm:constr type="h" for="ch" forName="cycle_3" refType="w" refFor="ch" refForName="cycle_3"/>
              <dgm:constr type="r" for="ch" forName="cycle_4" refType="w" fact="0.8"/>
              <dgm:constr type="b" for="ch" forName="cycle_4" refType="h"/>
              <dgm:constr type="w" for="ch" forName="cycle_4" refType="w" fact="0.263"/>
              <dgm:constr type="h" for="ch" forName="cycle_4" refType="w" refFor="ch" refForName="cycle_4"/>
              <dgm:constr type="l" for="ch" forName="cycle_5" refType="w" fact="0.2"/>
              <dgm:constr type="b" for="ch" forName="cycle_5" refType="h"/>
              <dgm:constr type="w" for="ch" forName="cycle_5" refType="w" fact="0.263"/>
              <dgm:constr type="h" for="ch" forName="cycle_5" refType="w" refFor="ch" refForName="cycle_5"/>
              <dgm:constr type="l" for="ch" forName="cycle_6"/>
              <dgm:constr type="b" for="ch" forName="cycle_6" refType="h" fact="0.74"/>
              <dgm:constr type="w" for="ch" forName="cycle_6" refType="w" fact="0.263"/>
              <dgm:constr type="h" for="ch" forName="cycle_6" refType="w" refFor="ch" refForName="cycle_6"/>
              <dgm:constr type="l" for="ch" forName="cycle_7" refType="w" fact="0.062"/>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if>
      <dgm:else name="Name20">
        <dgm:choose name="Name21">
          <dgm:if name="Name22" axis="ch ch" ptType="node node" func="cnt" op="equ" val="1">
            <dgm:constrLst>
              <dgm:constr type="r" for="ch" forName="textCenter" refType="w"/>
              <dgm:constr type="ctrY" for="ch" forName="textCenter" refType="h" fact="0.5"/>
              <dgm:constr type="w" for="ch" forName="textCenter" refType="w" fact="0.32"/>
              <dgm:constr type="h" for="ch" forName="textCenter" refType="w" refFor="ch" refForName="textCenter"/>
              <dgm:constr type="l" for="ch" forName="cycle_1"/>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23" axis="ch ch" ptType="node node"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24" axis="ch ch" ptType="node node" func="cnt" op="equ" val="3">
            <dgm:choose name="Name25">
              <dgm:if name="Name26" axis="ch ch ch" ptType="node node node" st="1 2 0" cnt="1 1 0" func="cnt" op="equ" val="1">
                <dgm:choose name="Name27">
                  <dgm:if name="Name28"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29">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30">
                <dgm:choose name="Name31">
                  <dgm:if name="Name32"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33">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34" axis="ch ch" ptType="node node"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l" for="ch" forName="cycle_2"/>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r" for="ch" forName="cycle_4" refType="w"/>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35" axis="ch ch" ptType="node node"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24"/>
              <dgm:constr type="w" for="ch" forName="cycle_2" refType="w" fact="0.33"/>
              <dgm:constr type="h" for="ch" forName="cycle_2" refType="w" refFor="ch" refForName="cycle_2"/>
              <dgm:constr type="l" for="ch" forName="cycle_3" refType="w" fact="0.11"/>
              <dgm:constr type="b" for="ch" forName="cycle_3" refType="h"/>
              <dgm:constr type="w" for="ch" forName="cycle_3" refType="w" fact="0.33"/>
              <dgm:constr type="h" for="ch" forName="cycle_3" refType="w" refFor="ch" refForName="cycle_3"/>
              <dgm:constr type="r" for="ch" forName="cycle_4" refType="w" fact="0.89"/>
              <dgm:constr type="b" for="ch" forName="cycle_4" refType="h"/>
              <dgm:constr type="w" for="ch" forName="cycle_4" refType="w" fact="0.33"/>
              <dgm:constr type="h" for="ch" forName="cycle_4" refType="w" refFor="ch" refForName="cycle_4"/>
              <dgm:constr type="r" for="ch" forName="cycle_5" refType="w"/>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36" axis="ch ch" ptType="node node"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17"/>
              <dgm:constr type="w" for="ch" forName="cycle_2" refType="w" fact="0.33"/>
              <dgm:constr type="h" for="ch" forName="cycle_2" refType="w" refFor="ch" refForName="cycle_2"/>
              <dgm:constr type="l" for="ch" forName="cycle_3"/>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r" for="ch" forName="cycle_5" refType="w"/>
              <dgm:constr type="b" for="ch" forName="cycle_5" refType="h" fact="0.83"/>
              <dgm:constr type="w" for="ch" forName="cycle_5" refType="w" fact="0.33"/>
              <dgm:constr type="h" for="ch" forName="cycle_5" refType="w" refFor="ch" refForName="cycle_5"/>
              <dgm:constr type="r" for="ch" forName="cycle_6" refType="w"/>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37">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l" for="ch" forName="cycle_2" refType="w" fact="0.062"/>
              <dgm:constr type="t" for="ch" forName="cycle_2" refType="h" fact="0.141"/>
              <dgm:constr type="w" for="ch" forName="cycle_2" refType="w" fact="0.263"/>
              <dgm:constr type="h" for="ch" forName="cycle_2" refType="w" refFor="ch" refForName="cycle_2"/>
              <dgm:constr type="l" for="ch" forName="cycle_3"/>
              <dgm:constr type="b" for="ch" forName="cycle_3" refType="h" fact="0.74"/>
              <dgm:constr type="w" for="ch" forName="cycle_3" refType="w" fact="0.263"/>
              <dgm:constr type="h" for="ch" forName="cycle_3" refType="w" refFor="ch" refForName="cycle_3"/>
              <dgm:constr type="l" for="ch" forName="cycle_4" refType="w" fact="0.2"/>
              <dgm:constr type="b" for="ch" forName="cycle_4" refType="h"/>
              <dgm:constr type="w" for="ch" forName="cycle_4" refType="w" fact="0.263"/>
              <dgm:constr type="h" for="ch" forName="cycle_4" refType="w" refFor="ch" refForName="cycle_4"/>
              <dgm:constr type="r" for="ch" forName="cycle_5" refType="w" fact="0.8"/>
              <dgm:constr type="b" for="ch" forName="cycle_5" refType="h"/>
              <dgm:constr type="w" for="ch" forName="cycle_5" refType="w" fact="0.263"/>
              <dgm:constr type="h" for="ch" forName="cycle_5" refType="w" refFor="ch" refForName="cycle_5"/>
              <dgm:constr type="r" for="ch" forName="cycle_6" refType="w"/>
              <dgm:constr type="b" for="ch" forName="cycle_6" refType="h" fact="0.74"/>
              <dgm:constr type="w" for="ch" forName="cycle_6" refType="w" fact="0.263"/>
              <dgm:constr type="h" for="ch" forName="cycle_6" refType="w" refFor="ch" refForName="cycle_6"/>
              <dgm:constr type="r" for="ch" forName="cycle_7" refType="w" fact="0.938"/>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else>
    </dgm:choose>
    <dgm:forEach name="Name38" axis="ch" ptType="node" cnt="1">
      <dgm:choose name="Name39">
        <dgm:if name="Name40" axis="des" func="maxDepth" op="lte" val="1">
          <dgm:layoutNode name="singleCycle">
            <dgm:choose name="Name41">
              <dgm:if name="Name42" axis="ch" ptType="node" func="cnt" op="equ" val="1">
                <dgm:choose name="Name43">
                  <dgm:if name="Name44" func="var" arg="dir" op="equ" val="norm">
                    <dgm:alg type="cycle">
                      <dgm:param type="stAng" val="90"/>
                      <dgm:param type="ctrShpMap" val="fNode"/>
                    </dgm:alg>
                  </dgm:if>
                  <dgm:else name="Name45">
                    <dgm:alg type="cycle">
                      <dgm:param type="stAng" val="-90"/>
                      <dgm:param type="spanAng" val="-360"/>
                      <dgm:param type="ctrShpMap" val="fNode"/>
                    </dgm:alg>
                  </dgm:else>
                </dgm:choose>
              </dgm:if>
              <dgm:else name="Name46">
                <dgm:choose name="Name47">
                  <dgm:if name="Name48" func="var" arg="dir" op="equ" val="norm">
                    <dgm:alg type="cycle">
                      <dgm:param type="ctrShpMap" val="fNode"/>
                    </dgm:alg>
                  </dgm:if>
                  <dgm:else name="Name49">
                    <dgm:alg type="cycle">
                      <dgm:param type="spanAng" val="-360"/>
                      <dgm:param type="ctrShpMap" val="fNode"/>
                    </dgm:alg>
                  </dgm:else>
                </dgm:choose>
              </dgm:else>
            </dgm:choose>
            <dgm:shape xmlns:r="http://schemas.openxmlformats.org/officeDocument/2006/relationships" r:blip="">
              <dgm:adjLst/>
            </dgm:shape>
            <dgm:presOf/>
            <dgm:choose name="Name50">
              <dgm:if name="Name51" axis="ch" ptType="node" func="cnt" op="equ" val="0">
                <dgm:constrLst>
                  <dgm:constr type="w" for="ch" forName="singleCenter" refType="w"/>
                  <dgm:constr type="h" for="ch" forName="singleCenter" refType="w" refFor="ch" refForName="singleCenter"/>
                </dgm:constrLst>
              </dgm:if>
              <dgm:if name="Name52" axis="ch" ptType="node" func="cnt" op="equ" val="1">
                <dgm:constrLst>
                  <dgm:constr type="w" for="ch" forName="singleCenter" refType="w" fact="0.5"/>
                  <dgm:constr type="h" for="ch" forName="singleCenter" refType="w" refFor="ch" refForName="singleCenter"/>
                  <dgm:constr type="userS" for="ch" ptType="node" refType="w" refFor="ch" refForName="singleCenter" fact="0.67"/>
                </dgm:constrLst>
              </dgm:if>
              <dgm:else name="Name53">
                <dgm:constrLst>
                  <dgm:constr type="w" for="ch" forName="singleCenter" refType="w" fact="0.3"/>
                  <dgm:constr type="h" for="ch" forName="singleCenter" refType="w" refFor="ch" refForName="singleCenter"/>
                  <dgm:constr type="userS" for="ch" ptType="node" refType="w" refFor="ch" refForName="singleCenter" fact="0.67"/>
                </dgm:constrLst>
              </dgm:else>
            </dgm:choose>
            <dgm:layoutNode name="singleCenter" styleLbl="node1">
              <dgm:varLst>
                <dgm:chMax val="7"/>
                <dgm:chPref val="7"/>
              </dgm:varLst>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54" axis="ch" cnt="21">
              <dgm:forEach name="Name55" axis="self" ptType="parTrans">
                <dgm:layoutNode name="Name5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57" axis="self" ptType="node">
                <dgm:layoutNode name="text0"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layoutNode>
        </dgm:if>
        <dgm:else name="Name58">
          <dgm:layoutNode name="textCenter" styleLbl="node1">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choose name="Name59">
            <dgm:if name="Name60" axis="ch" ptType="node" func="cnt" op="gte" val="1">
              <dgm:layoutNode name="cycle_1">
                <dgm:choose name="Name61">
                  <dgm:if name="Name62" func="var" arg="dir" op="equ" val="norm">
                    <dgm:choose name="Name63">
                      <dgm:if name="Name64" axis="ch" ptType="node" func="cnt" op="equ" val="1">
                        <dgm:choose name="Name65">
                          <dgm:if name="Name66" axis="ch ch" ptType="node node" st="1 1" cnt="1 0" func="cnt" op="equ" val="1">
                            <dgm:alg type="cycle">
                              <dgm:param type="ctrShpMap" val="fNode"/>
                              <dgm:param type="stAng" val="90"/>
                            </dgm:alg>
                          </dgm:if>
                          <dgm:if name="Name67" axis="ch ch" ptType="node node" st="1 1" cnt="1 0" func="cnt" op="equ" val="2">
                            <dgm:alg type="cycle">
                              <dgm:param type="ctrShpMap" val="fNode"/>
                              <dgm:param type="stAng" val="45"/>
                              <dgm:param type="spanAng" val="90"/>
                            </dgm:alg>
                          </dgm:if>
                          <dgm:else name="Name68">
                            <dgm:alg type="cycle">
                              <dgm:param type="ctrShpMap" val="fNode"/>
                              <dgm:param type="stAng" val="0"/>
                              <dgm:param type="spanAng" val="180"/>
                            </dgm:alg>
                          </dgm:else>
                        </dgm:choose>
                      </dgm:if>
                      <dgm:if name="Name69" axis="ch" ptType="node" func="cnt" op="equ" val="2">
                        <dgm:choose name="Name70">
                          <dgm:if name="Name71" axis="ch ch" ptType="node node" st="1 1" cnt="1 0" func="cnt" op="equ" val="1">
                            <dgm:alg type="cycle">
                              <dgm:param type="ctrShpMap" val="fNode"/>
                              <dgm:param type="stAng" val="0"/>
                            </dgm:alg>
                          </dgm:if>
                          <dgm:if name="Name72" axis="ch ch" ptType="node node" st="1 1" cnt="1 0" func="cnt" op="equ" val="2">
                            <dgm:alg type="cycle">
                              <dgm:param type="ctrShpMap" val="fNode"/>
                              <dgm:param type="stAng" val="315"/>
                              <dgm:param type="spanAng" val="90"/>
                            </dgm:alg>
                          </dgm:if>
                          <dgm:else name="Name73">
                            <dgm:alg type="cycle">
                              <dgm:param type="ctrShpMap" val="fNode"/>
                              <dgm:param type="stAng" val="270"/>
                              <dgm:param type="spanAng" val="180"/>
                            </dgm:alg>
                          </dgm:else>
                        </dgm:choose>
                      </dgm:if>
                      <dgm:if name="Name74" axis="ch" ptType="node" func="cnt" op="equ" val="3">
                        <dgm:choose name="Name75">
                          <dgm:if name="Name76" axis="ch ch" ptType="node node" st="1 1" cnt="1 0" func="cnt" op="equ" val="1">
                            <dgm:alg type="cycle">
                              <dgm:param type="ctrShpMap" val="fNode"/>
                              <dgm:param type="stAng" val="0"/>
                            </dgm:alg>
                          </dgm:if>
                          <dgm:if name="Name77" axis="ch ch" ptType="node node" st="1 1" cnt="1 0" func="cnt" op="equ" val="2">
                            <dgm:alg type="cycle">
                              <dgm:param type="ctrShpMap" val="fNode"/>
                              <dgm:param type="stAng" val="315"/>
                              <dgm:param type="spanAng" val="90"/>
                            </dgm:alg>
                          </dgm:if>
                          <dgm:else name="Name78">
                            <dgm:alg type="cycle">
                              <dgm:param type="ctrShpMap" val="fNode"/>
                              <dgm:param type="stAng" val="270"/>
                              <dgm:param type="spanAng" val="180"/>
                            </dgm:alg>
                          </dgm:else>
                        </dgm:choose>
                      </dgm:if>
                      <dgm:if name="Name79" axis="ch" ptType="node" func="cnt" op="equ" val="4">
                        <dgm:choose name="Name80">
                          <dgm:if name="Name81" axis="ch ch" ptType="node node" st="1 1" cnt="1 0" func="cnt" op="equ" val="1">
                            <dgm:alg type="cycle">
                              <dgm:param type="ctrShpMap" val="fNode"/>
                              <dgm:param type="stAng" val="0"/>
                            </dgm:alg>
                          </dgm:if>
                          <dgm:if name="Name82" axis="ch ch" ptType="node node" st="1 1" cnt="1 0" func="cnt" op="equ" val="2">
                            <dgm:alg type="cycle">
                              <dgm:param type="ctrShpMap" val="fNode"/>
                              <dgm:param type="stAng" val="315"/>
                              <dgm:param type="spanAng" val="90"/>
                            </dgm:alg>
                          </dgm:if>
                          <dgm:else name="Name83">
                            <dgm:alg type="cycle">
                              <dgm:param type="ctrShpMap" val="fNode"/>
                              <dgm:param type="stAng" val="292.5"/>
                              <dgm:param type="spanAng" val="135"/>
                            </dgm:alg>
                          </dgm:else>
                        </dgm:choose>
                      </dgm:if>
                      <dgm:if name="Name84" axis="ch" ptType="node" func="cnt" op="equ" val="5">
                        <dgm:choose name="Name85">
                          <dgm:if name="Name86" axis="ch ch" ptType="node node" st="1 1" cnt="1 0" func="cnt" op="equ" val="1">
                            <dgm:alg type="cycle">
                              <dgm:param type="ctrShpMap" val="fNode"/>
                              <dgm:param type="stAng" val="0"/>
                            </dgm:alg>
                          </dgm:if>
                          <dgm:if name="Name87" axis="ch ch" ptType="node node" st="1 1" cnt="1 0" func="cnt" op="equ" val="2">
                            <dgm:alg type="cycle">
                              <dgm:param type="ctrShpMap" val="fNode"/>
                              <dgm:param type="stAng" val="315"/>
                              <dgm:param type="spanAng" val="90"/>
                            </dgm:alg>
                          </dgm:if>
                          <dgm:else name="Name88">
                            <dgm:alg type="cycle">
                              <dgm:param type="ctrShpMap" val="fNode"/>
                              <dgm:param type="stAng" val="0"/>
                              <dgm:param type="spanAng" val="360"/>
                            </dgm:alg>
                          </dgm:else>
                        </dgm:choose>
                      </dgm:if>
                      <dgm:if name="Name89" axis="ch" ptType="node" func="cnt" op="equ" val="6">
                        <dgm:choose name="Name90">
                          <dgm:if name="Name91" axis="ch ch" ptType="node node" st="1 1" cnt="1 0" func="cnt" op="equ" val="1">
                            <dgm:alg type="cycle">
                              <dgm:param type="ctrShpMap" val="fNode"/>
                              <dgm:param type="stAng" val="0"/>
                            </dgm:alg>
                          </dgm:if>
                          <dgm:if name="Name92" axis="ch ch" ptType="node node" st="1 1" cnt="1 0" func="cnt" op="equ" val="2">
                            <dgm:alg type="cycle">
                              <dgm:param type="ctrShpMap" val="fNode"/>
                              <dgm:param type="stAng" val="315"/>
                              <dgm:param type="spanAng" val="90"/>
                            </dgm:alg>
                          </dgm:if>
                          <dgm:else name="Name93">
                            <dgm:alg type="cycle">
                              <dgm:param type="ctrShpMap" val="fNode"/>
                              <dgm:param type="stAng" val="0"/>
                              <dgm:param type="spanAng" val="360"/>
                            </dgm:alg>
                          </dgm:else>
                        </dgm:choose>
                      </dgm:if>
                      <dgm:if name="Name94" axis="ch" ptType="node" func="cnt" op="gte" val="7">
                        <dgm:choose name="Name95">
                          <dgm:if name="Name96" axis="ch ch" ptType="node node" st="1 1" cnt="1 0" func="cnt" op="equ" val="1">
                            <dgm:alg type="cycle">
                              <dgm:param type="ctrShpMap" val="fNode"/>
                              <dgm:param type="stAng" val="0"/>
                            </dgm:alg>
                          </dgm:if>
                          <dgm:if name="Name97" axis="ch ch" ptType="node node" st="1 1" cnt="1 0" func="cnt" op="equ" val="2">
                            <dgm:alg type="cycle">
                              <dgm:param type="ctrShpMap" val="fNode"/>
                              <dgm:param type="stAng" val="315"/>
                              <dgm:param type="spanAng" val="90"/>
                            </dgm:alg>
                          </dgm:if>
                          <dgm:else name="Name98">
                            <dgm:alg type="cycle">
                              <dgm:param type="ctrShpMap" val="fNode"/>
                              <dgm:param type="stAng" val="0"/>
                              <dgm:param type="spanAng" val="360"/>
                            </dgm:alg>
                          </dgm:else>
                        </dgm:choose>
                      </dgm:if>
                      <dgm:else name="Name99"/>
                    </dgm:choose>
                  </dgm:if>
                  <dgm:else name="Name100">
                    <dgm:choose name="Name101">
                      <dgm:if name="Name102" axis="ch" ptType="node" func="cnt" op="equ" val="1">
                        <dgm:choose name="Name103">
                          <dgm:if name="Name104" axis="ch ch" ptType="node node" st="1 1" cnt="1 0" func="cnt" op="equ" val="1">
                            <dgm:alg type="cycle">
                              <dgm:param type="ctrShpMap" val="fNode"/>
                              <dgm:param type="stAng" val="270"/>
                            </dgm:alg>
                          </dgm:if>
                          <dgm:if name="Name105" axis="ch ch" ptType="node node" st="1 1" cnt="1 0" func="cnt" op="equ" val="2">
                            <dgm:alg type="cycle">
                              <dgm:param type="ctrShpMap" val="fNode"/>
                              <dgm:param type="stAng" val="315"/>
                              <dgm:param type="spanAng" val="-90"/>
                            </dgm:alg>
                          </dgm:if>
                          <dgm:else name="Name106">
                            <dgm:alg type="cycle">
                              <dgm:param type="ctrShpMap" val="fNode"/>
                              <dgm:param type="stAng" val="0"/>
                              <dgm:param type="spanAng" val="-180"/>
                            </dgm:alg>
                          </dgm:else>
                        </dgm:choose>
                      </dgm:if>
                      <dgm:if name="Name107" axis="ch" ptType="node" func="cnt" op="equ" val="2">
                        <dgm:choose name="Name108">
                          <dgm:if name="Name109" axis="ch ch" ptType="node node" st="1 1" cnt="1 0" func="cnt" op="equ" val="1">
                            <dgm:alg type="cycle">
                              <dgm:param type="ctrShpMap" val="fNode"/>
                              <dgm:param type="stAng" val="0"/>
                            </dgm:alg>
                          </dgm:if>
                          <dgm:if name="Name110" axis="ch ch" ptType="node node" st="1 1" cnt="1 0" func="cnt" op="equ" val="2">
                            <dgm:alg type="cycle">
                              <dgm:param type="ctrShpMap" val="fNode"/>
                              <dgm:param type="stAng" val="45"/>
                              <dgm:param type="spanAng" val="-90"/>
                            </dgm:alg>
                          </dgm:if>
                          <dgm:else name="Name111">
                            <dgm:alg type="cycle">
                              <dgm:param type="ctrShpMap" val="fNode"/>
                              <dgm:param type="stAng" val="90"/>
                              <dgm:param type="spanAng" val="-180"/>
                            </dgm:alg>
                          </dgm:else>
                        </dgm:choose>
                      </dgm:if>
                      <dgm:if name="Name112" axis="ch" ptType="node" func="cnt" op="equ" val="3">
                        <dgm:choose name="Name113">
                          <dgm:if name="Name114" axis="ch ch" ptType="node node" st="1 1" cnt="1 0" func="cnt" op="equ" val="1">
                            <dgm:alg type="cycle">
                              <dgm:param type="ctrShpMap" val="fNode"/>
                              <dgm:param type="stAng" val="0"/>
                            </dgm:alg>
                          </dgm:if>
                          <dgm:if name="Name115" axis="ch ch" ptType="node node" st="1 1" cnt="1 0" func="cnt" op="equ" val="2">
                            <dgm:alg type="cycle">
                              <dgm:param type="ctrShpMap" val="fNode"/>
                              <dgm:param type="stAng" val="45"/>
                              <dgm:param type="spanAng" val="-90"/>
                            </dgm:alg>
                          </dgm:if>
                          <dgm:else name="Name116">
                            <dgm:alg type="cycle">
                              <dgm:param type="ctrShpMap" val="fNode"/>
                              <dgm:param type="stAng" val="90"/>
                              <dgm:param type="spanAng" val="-180"/>
                            </dgm:alg>
                          </dgm:else>
                        </dgm:choose>
                      </dgm:if>
                      <dgm:if name="Name117" axis="ch" ptType="node" func="cnt" op="equ" val="4">
                        <dgm:choose name="Name118">
                          <dgm:if name="Name119" axis="ch ch" ptType="node node" st="1 1" cnt="1 0" func="cnt" op="equ" val="1">
                            <dgm:alg type="cycle">
                              <dgm:param type="ctrShpMap" val="fNode"/>
                              <dgm:param type="stAng" val="0"/>
                            </dgm:alg>
                          </dgm:if>
                          <dgm:if name="Name120" axis="ch ch" ptType="node node" st="1 1" cnt="1 0" func="cnt" op="equ" val="2">
                            <dgm:alg type="cycle">
                              <dgm:param type="ctrShpMap" val="fNode"/>
                              <dgm:param type="stAng" val="45"/>
                              <dgm:param type="spanAng" val="-90"/>
                            </dgm:alg>
                          </dgm:if>
                          <dgm:else name="Name121">
                            <dgm:alg type="cycle">
                              <dgm:param type="ctrShpMap" val="fNode"/>
                              <dgm:param type="stAng" val="67.5"/>
                              <dgm:param type="spanAng" val="-135"/>
                            </dgm:alg>
                          </dgm:else>
                        </dgm:choose>
                      </dgm:if>
                      <dgm:if name="Name122" axis="ch" ptType="node" func="cnt" op="equ" val="5">
                        <dgm:choose name="Name123">
                          <dgm:if name="Name124" axis="ch ch" ptType="node node" st="1 1" cnt="1 0" func="cnt" op="equ" val="1">
                            <dgm:alg type="cycle">
                              <dgm:param type="ctrShpMap" val="fNode"/>
                              <dgm:param type="stAng" val="0"/>
                            </dgm:alg>
                          </dgm:if>
                          <dgm:if name="Name125" axis="ch ch" ptType="node node" st="1 1" cnt="1 0" func="cnt" op="equ" val="2">
                            <dgm:alg type="cycle">
                              <dgm:param type="ctrShpMap" val="fNode"/>
                              <dgm:param type="stAng" val="45"/>
                              <dgm:param type="spanAng" val="-90"/>
                            </dgm:alg>
                          </dgm:if>
                          <dgm:else name="Name126">
                            <dgm:alg type="cycle">
                              <dgm:param type="ctrShpMap" val="fNode"/>
                              <dgm:param type="stAng" val="0"/>
                              <dgm:param type="spanAng" val="-360"/>
                            </dgm:alg>
                          </dgm:else>
                        </dgm:choose>
                      </dgm:if>
                      <dgm:if name="Name127" axis="ch" ptType="node" func="cnt" op="equ" val="6">
                        <dgm:choose name="Name128">
                          <dgm:if name="Name129" axis="ch ch" ptType="node node" st="1 1" cnt="1 0" func="cnt" op="equ" val="1">
                            <dgm:alg type="cycle">
                              <dgm:param type="ctrShpMap" val="fNode"/>
                              <dgm:param type="stAng" val="0"/>
                            </dgm:alg>
                          </dgm:if>
                          <dgm:if name="Name130" axis="ch ch" ptType="node node" st="1 1" cnt="1 0" func="cnt" op="equ" val="2">
                            <dgm:alg type="cycle">
                              <dgm:param type="ctrShpMap" val="fNode"/>
                              <dgm:param type="stAng" val="45"/>
                              <dgm:param type="spanAng" val="-90"/>
                            </dgm:alg>
                          </dgm:if>
                          <dgm:else name="Name131">
                            <dgm:alg type="cycle">
                              <dgm:param type="ctrShpMap" val="fNode"/>
                              <dgm:param type="stAng" val="0"/>
                              <dgm:param type="spanAng" val="-360"/>
                            </dgm:alg>
                          </dgm:else>
                        </dgm:choose>
                      </dgm:if>
                      <dgm:if name="Name132" axis="ch" ptType="node" func="cnt" op="gte" val="7">
                        <dgm:choose name="Name133">
                          <dgm:if name="Name134" axis="ch ch" ptType="node node" st="1 1" cnt="1 0" func="cnt" op="equ" val="1">
                            <dgm:alg type="cycle">
                              <dgm:param type="ctrShpMap" val="fNode"/>
                              <dgm:param type="stAng" val="0"/>
                            </dgm:alg>
                          </dgm:if>
                          <dgm:if name="Name135" axis="ch ch" ptType="node node" st="1 1" cnt="1 0" func="cnt" op="equ" val="2">
                            <dgm:alg type="cycle">
                              <dgm:param type="ctrShpMap" val="fNode"/>
                              <dgm:param type="stAng" val="45"/>
                              <dgm:param type="spanAng" val="-90"/>
                            </dgm:alg>
                          </dgm:if>
                          <dgm:else name="Name136">
                            <dgm:alg type="cycle">
                              <dgm:param type="ctrShpMap" val="fNode"/>
                              <dgm:param type="stAng" val="0"/>
                              <dgm:param type="spanAng" val="-360"/>
                            </dgm:alg>
                          </dgm:else>
                        </dgm:choose>
                      </dgm:if>
                      <dgm:else name="Name137"/>
                    </dgm:choose>
                  </dgm:else>
                </dgm:choose>
                <dgm:shape xmlns:r="http://schemas.openxmlformats.org/officeDocument/2006/relationships" r:blip="">
                  <dgm:adjLst/>
                </dgm:shape>
                <dgm:presOf/>
                <dgm:constrLst>
                  <dgm:constr type="sp" refType="w" fact="0.1"/>
                  <dgm:constr type="sibSp" refType="w" fact="0.1"/>
                </dgm:constrLst>
                <dgm:forEach name="Name138" axis="ch" ptType="node" cnt="1">
                  <dgm:layoutNode name="childCenter1"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139" axis="ch">
                    <dgm:forEach name="Name140" axis="self" ptType="parTrans">
                      <dgm:layoutNode name="Name141">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142" axis="self" ptType="node">
                      <dgm:layoutNode name="text1"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143" axis="ch" ptType="parTrans" cnt="1">
                <dgm:layoutNode name="Name144">
                  <dgm:alg type="conn">
                    <dgm:param type="dim" val="1D"/>
                    <dgm:param type="begPts" val="auto"/>
                    <dgm:param type="endPts" val="auto"/>
                    <dgm:param type="endSty" val="noArr"/>
                    <dgm:param type="srcNode" val="textCenter"/>
                    <dgm:param type="dstNode" val="childCenter1"/>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145"/>
          </dgm:choose>
          <dgm:choose name="Name146">
            <dgm:if name="Name147" axis="ch" ptType="node" func="cnt" op="gte" val="2">
              <dgm:layoutNode name="cycle_2">
                <dgm:choose name="Name148">
                  <dgm:if name="Name149" func="var" arg="dir" op="equ" val="norm">
                    <dgm:choose name="Name150">
                      <dgm:if name="Name151" axis="ch" ptType="node" func="cnt" op="equ" val="2">
                        <dgm:choose name="Name152">
                          <dgm:if name="Name153" axis="ch ch" ptType="node node" st="2 1" cnt="1 0" func="cnt" op="equ" val="1">
                            <dgm:alg type="cycle">
                              <dgm:param type="ctrShpMap" val="fNode"/>
                              <dgm:param type="stAng" val="180"/>
                            </dgm:alg>
                          </dgm:if>
                          <dgm:if name="Name154" axis="ch ch" ptType="node node" st="2 1" cnt="1 0" func="cnt" op="equ" val="2">
                            <dgm:alg type="cycle">
                              <dgm:param type="ctrShpMap" val="fNode"/>
                              <dgm:param type="stAng" val="135"/>
                              <dgm:param type="spanAng" val="90"/>
                            </dgm:alg>
                          </dgm:if>
                          <dgm:else name="Name155">
                            <dgm:alg type="cycle">
                              <dgm:param type="ctrShpMap" val="fNode"/>
                              <dgm:param type="stAng" val="90"/>
                              <dgm:param type="spanAng" val="180"/>
                            </dgm:alg>
                          </dgm:else>
                        </dgm:choose>
                      </dgm:if>
                      <dgm:if name="Name156" axis="ch" ptType="node" func="cnt" op="equ" val="3">
                        <dgm:choose name="Name157">
                          <dgm:if name="Name158" axis="ch ch" ptType="node node" st="2 1" cnt="1 0" func="cnt" op="equ" val="1">
                            <dgm:alg type="cycle">
                              <dgm:param type="ctrShpMap" val="fNode"/>
                              <dgm:param type="stAng" val="120"/>
                              <dgm:param type="horzAlign" val="r"/>
                              <dgm:param type="vertAlign" val="b"/>
                            </dgm:alg>
                          </dgm:if>
                          <dgm:if name="Name159" axis="ch ch" ptType="node node" st="2 1" cnt="1 0" func="cnt" op="equ" val="2">
                            <dgm:alg type="cycle">
                              <dgm:param type="ctrShpMap" val="fNode"/>
                              <dgm:param type="stAng" val="75"/>
                              <dgm:param type="spanAng" val="90"/>
                              <dgm:param type="horzAlign" val="r"/>
                              <dgm:param type="vertAlign" val="b"/>
                            </dgm:alg>
                          </dgm:if>
                          <dgm:else name="Name160">
                            <dgm:alg type="cycle">
                              <dgm:param type="ctrShpMap" val="fNode"/>
                              <dgm:param type="stAng" val="30"/>
                              <dgm:param type="spanAng" val="180"/>
                            </dgm:alg>
                          </dgm:else>
                        </dgm:choose>
                      </dgm:if>
                      <dgm:if name="Name161" axis="ch" ptType="node" func="cnt" op="equ" val="4">
                        <dgm:choose name="Name162">
                          <dgm:if name="Name163" axis="ch ch" ptType="node node" st="2 1" cnt="1 0" func="cnt" op="equ" val="1">
                            <dgm:alg type="cycle">
                              <dgm:param type="ctrShpMap" val="fNode"/>
                              <dgm:param type="stAng" val="90"/>
                            </dgm:alg>
                          </dgm:if>
                          <dgm:if name="Name164" axis="ch ch" ptType="node node" st="2 1" cnt="1 0" func="cnt" op="equ" val="2">
                            <dgm:alg type="cycle">
                              <dgm:param type="ctrShpMap" val="fNode"/>
                              <dgm:param type="stAng" val="45"/>
                              <dgm:param type="spanAng" val="90"/>
                            </dgm:alg>
                          </dgm:if>
                          <dgm:else name="Name165">
                            <dgm:alg type="cycle">
                              <dgm:param type="ctrShpMap" val="fNode"/>
                              <dgm:param type="stAng" val="22.5"/>
                              <dgm:param type="spanAng" val="135"/>
                            </dgm:alg>
                          </dgm:else>
                        </dgm:choose>
                      </dgm:if>
                      <dgm:if name="Name166" axis="ch" ptType="node" func="cnt" op="equ" val="5">
                        <dgm:choose name="Name167">
                          <dgm:if name="Name168" axis="ch ch" ptType="node node" st="2 1" cnt="1 0" func="cnt" op="equ" val="1">
                            <dgm:alg type="cycle">
                              <dgm:param type="ctrShpMap" val="fNode"/>
                              <dgm:param type="stAng" val="72"/>
                            </dgm:alg>
                          </dgm:if>
                          <dgm:if name="Name169" axis="ch ch" ptType="node node" st="2 1" cnt="1 0" func="cnt" op="equ" val="2">
                            <dgm:alg type="cycle">
                              <dgm:param type="ctrShpMap" val="fNode"/>
                              <dgm:param type="stAng" val="27"/>
                              <dgm:param type="spanAng" val="90"/>
                            </dgm:alg>
                          </dgm:if>
                          <dgm:else name="Name170">
                            <dgm:alg type="cycle">
                              <dgm:param type="ctrShpMap" val="fNode"/>
                              <dgm:param type="stAng" val="0"/>
                              <dgm:param type="spanAng" val="360"/>
                            </dgm:alg>
                          </dgm:else>
                        </dgm:choose>
                      </dgm:if>
                      <dgm:if name="Name171" axis="ch" ptType="node" func="cnt" op="equ" val="6">
                        <dgm:choose name="Name172">
                          <dgm:if name="Name173" axis="ch ch" ptType="node node" st="2 1" cnt="1 0" func="cnt" op="equ" val="1">
                            <dgm:alg type="cycle">
                              <dgm:param type="ctrShpMap" val="fNode"/>
                              <dgm:param type="stAng" val="60"/>
                            </dgm:alg>
                          </dgm:if>
                          <dgm:if name="Name174" axis="ch ch" ptType="node node" st="2 1" cnt="1 0" func="cnt" op="equ" val="2">
                            <dgm:alg type="cycle">
                              <dgm:param type="ctrShpMap" val="fNode"/>
                              <dgm:param type="stAng" val="15"/>
                              <dgm:param type="spanAng" val="90"/>
                            </dgm:alg>
                          </dgm:if>
                          <dgm:else name="Name175">
                            <dgm:alg type="cycle">
                              <dgm:param type="ctrShpMap" val="fNode"/>
                              <dgm:param type="stAng" val="0"/>
                              <dgm:param type="spanAng" val="360"/>
                            </dgm:alg>
                          </dgm:else>
                        </dgm:choose>
                      </dgm:if>
                      <dgm:if name="Name176" axis="ch" ptType="node" func="cnt" op="gte" val="7">
                        <dgm:choose name="Name177">
                          <dgm:if name="Name178" axis="ch ch" ptType="node node" st="2 1" cnt="1 0" func="cnt" op="equ" val="1">
                            <dgm:alg type="cycle">
                              <dgm:param type="ctrShpMap" val="fNode"/>
                              <dgm:param type="stAng" val="51"/>
                            </dgm:alg>
                          </dgm:if>
                          <dgm:if name="Name179" axis="ch ch" ptType="node node" st="2 1" cnt="1 0" func="cnt" op="equ" val="2">
                            <dgm:alg type="cycle">
                              <dgm:param type="ctrShpMap" val="fNode"/>
                              <dgm:param type="stAng" val="6"/>
                              <dgm:param type="spanAng" val="90"/>
                            </dgm:alg>
                          </dgm:if>
                          <dgm:else name="Name180">
                            <dgm:alg type="cycle">
                              <dgm:param type="ctrShpMap" val="fNode"/>
                              <dgm:param type="stAng" val="0"/>
                              <dgm:param type="spanAng" val="360"/>
                            </dgm:alg>
                          </dgm:else>
                        </dgm:choose>
                      </dgm:if>
                      <dgm:else name="Name181"/>
                    </dgm:choose>
                  </dgm:if>
                  <dgm:else name="Name182">
                    <dgm:choose name="Name183">
                      <dgm:if name="Name184" axis="ch" ptType="node" func="cnt" op="equ" val="2">
                        <dgm:choose name="Name185">
                          <dgm:if name="Name186" axis="ch ch" ptType="node node" st="2 1" cnt="1 0" func="cnt" op="equ" val="1">
                            <dgm:alg type="cycle">
                              <dgm:param type="ctrShpMap" val="fNode"/>
                              <dgm:param type="stAng" val="180"/>
                            </dgm:alg>
                          </dgm:if>
                          <dgm:if name="Name187" axis="ch ch" ptType="node node" st="2 1" cnt="1 0" func="cnt" op="equ" val="2">
                            <dgm:alg type="cycle">
                              <dgm:param type="ctrShpMap" val="fNode"/>
                              <dgm:param type="stAng" val="225"/>
                              <dgm:param type="spanAng" val="-90"/>
                            </dgm:alg>
                          </dgm:if>
                          <dgm:else name="Name188">
                            <dgm:alg type="cycle">
                              <dgm:param type="ctrShpMap" val="fNode"/>
                              <dgm:param type="stAng" val="270"/>
                              <dgm:param type="spanAng" val="-180"/>
                            </dgm:alg>
                          </dgm:else>
                        </dgm:choose>
                      </dgm:if>
                      <dgm:if name="Name189" axis="ch" ptType="node" func="cnt" op="equ" val="3">
                        <dgm:choose name="Name190">
                          <dgm:if name="Name191" axis="ch ch" ptType="node node" st="2 1" cnt="1 0" func="cnt" op="equ" val="1">
                            <dgm:alg type="cycle">
                              <dgm:param type="ctrShpMap" val="fNode"/>
                              <dgm:param type="stAng" val="240"/>
                              <dgm:param type="horzAlign" val="l"/>
                              <dgm:param type="vertAlign" val="b"/>
                            </dgm:alg>
                          </dgm:if>
                          <dgm:if name="Name192" axis="ch ch" ptType="node node" st="2 1" cnt="1 0" func="cnt" op="equ" val="2">
                            <dgm:alg type="cycle">
                              <dgm:param type="ctrShpMap" val="fNode"/>
                              <dgm:param type="stAng" val="285"/>
                              <dgm:param type="spanAng" val="-90"/>
                              <dgm:param type="horzAlign" val="l"/>
                              <dgm:param type="vertAlign" val="b"/>
                            </dgm:alg>
                          </dgm:if>
                          <dgm:else name="Name193">
                            <dgm:alg type="cycle">
                              <dgm:param type="ctrShpMap" val="fNode"/>
                              <dgm:param type="stAng" val="330"/>
                              <dgm:param type="spanAng" val="-180"/>
                            </dgm:alg>
                          </dgm:else>
                        </dgm:choose>
                      </dgm:if>
                      <dgm:if name="Name194" axis="ch" ptType="node" func="cnt" op="equ" val="4">
                        <dgm:choose name="Name195">
                          <dgm:if name="Name196" axis="ch ch" ptType="node node" st="2 1" cnt="1 0" func="cnt" op="equ" val="1">
                            <dgm:alg type="cycle">
                              <dgm:param type="ctrShpMap" val="fNode"/>
                              <dgm:param type="stAng" val="270"/>
                            </dgm:alg>
                          </dgm:if>
                          <dgm:if name="Name197" axis="ch ch" ptType="node node" st="2 1" cnt="1 0" func="cnt" op="equ" val="2">
                            <dgm:alg type="cycle">
                              <dgm:param type="ctrShpMap" val="fNode"/>
                              <dgm:param type="stAng" val="315"/>
                              <dgm:param type="spanAng" val="-90"/>
                            </dgm:alg>
                          </dgm:if>
                          <dgm:else name="Name198">
                            <dgm:alg type="cycle">
                              <dgm:param type="ctrShpMap" val="fNode"/>
                              <dgm:param type="stAng" val="337.5"/>
                              <dgm:param type="spanAng" val="-135"/>
                            </dgm:alg>
                          </dgm:else>
                        </dgm:choose>
                      </dgm:if>
                      <dgm:if name="Name199" axis="ch" ptType="node" func="cnt" op="equ" val="5">
                        <dgm:choose name="Name200">
                          <dgm:if name="Name201" axis="ch ch" ptType="node node" st="2 1" cnt="1 0" func="cnt" op="equ" val="1">
                            <dgm:alg type="cycle">
                              <dgm:param type="ctrShpMap" val="fNode"/>
                              <dgm:param type="stAng" val="288"/>
                            </dgm:alg>
                          </dgm:if>
                          <dgm:if name="Name202" axis="ch ch" ptType="node node" st="2 1" cnt="1 0" func="cnt" op="equ" val="2">
                            <dgm:alg type="cycle">
                              <dgm:param type="ctrShpMap" val="fNode"/>
                              <dgm:param type="stAng" val="333"/>
                              <dgm:param type="spanAng" val="-90"/>
                            </dgm:alg>
                          </dgm:if>
                          <dgm:else name="Name203">
                            <dgm:alg type="cycle">
                              <dgm:param type="ctrShpMap" val="fNode"/>
                              <dgm:param type="stAng" val="0"/>
                              <dgm:param type="spanAng" val="-360"/>
                            </dgm:alg>
                          </dgm:else>
                        </dgm:choose>
                      </dgm:if>
                      <dgm:if name="Name204" axis="ch" ptType="node" func="cnt" op="equ" val="6">
                        <dgm:choose name="Name205">
                          <dgm:if name="Name206" axis="ch ch" ptType="node node" st="2 1" cnt="1 0" func="cnt" op="equ" val="1">
                            <dgm:alg type="cycle">
                              <dgm:param type="ctrShpMap" val="fNode"/>
                              <dgm:param type="stAng" val="300"/>
                            </dgm:alg>
                          </dgm:if>
                          <dgm:if name="Name207" axis="ch ch" ptType="node node" st="2 1" cnt="1 0" func="cnt" op="equ" val="2">
                            <dgm:alg type="cycle">
                              <dgm:param type="ctrShpMap" val="fNode"/>
                              <dgm:param type="stAng" val="345"/>
                              <dgm:param type="spanAng" val="-90"/>
                            </dgm:alg>
                          </dgm:if>
                          <dgm:else name="Name208">
                            <dgm:alg type="cycle">
                              <dgm:param type="ctrShpMap" val="fNode"/>
                              <dgm:param type="stAng" val="0"/>
                              <dgm:param type="spanAng" val="-360"/>
                            </dgm:alg>
                          </dgm:else>
                        </dgm:choose>
                      </dgm:if>
                      <dgm:if name="Name209" axis="ch" ptType="node" func="cnt" op="gte" val="7">
                        <dgm:choose name="Name210">
                          <dgm:if name="Name211" axis="ch ch" ptType="node node" st="2 1" cnt="1 0" func="cnt" op="equ" val="1">
                            <dgm:alg type="cycle">
                              <dgm:param type="ctrShpMap" val="fNode"/>
                              <dgm:param type="stAng" val="308"/>
                            </dgm:alg>
                          </dgm:if>
                          <dgm:if name="Name212" axis="ch ch" ptType="node node" st="2 1" cnt="1 0" func="cnt" op="equ" val="2">
                            <dgm:alg type="cycle">
                              <dgm:param type="ctrShpMap" val="fNode"/>
                              <dgm:param type="stAng" val="353"/>
                              <dgm:param type="spanAng" val="-90"/>
                            </dgm:alg>
                          </dgm:if>
                          <dgm:else name="Name213">
                            <dgm:alg type="cycle">
                              <dgm:param type="ctrShpMap" val="fNode"/>
                              <dgm:param type="stAng" val="0"/>
                              <dgm:param type="spanAng" val="-360"/>
                            </dgm:alg>
                          </dgm:else>
                        </dgm:choose>
                      </dgm:if>
                      <dgm:else name="Name214"/>
                    </dgm:choose>
                  </dgm:else>
                </dgm:choose>
                <dgm:shape xmlns:r="http://schemas.openxmlformats.org/officeDocument/2006/relationships" r:blip="">
                  <dgm:adjLst/>
                </dgm:shape>
                <dgm:presOf/>
                <dgm:constrLst>
                  <dgm:constr type="sp" refType="w" fact="0.1"/>
                  <dgm:constr type="sibSp" refType="w" fact="0.1"/>
                </dgm:constrLst>
                <dgm:forEach name="Name215" axis="ch" ptType="node" st="2" cnt="1">
                  <dgm:layoutNode name="childCenter2"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16" axis="ch">
                    <dgm:forEach name="Name217" axis="self" ptType="parTrans">
                      <dgm:layoutNode name="Name218">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19" axis="self" ptType="node">
                      <dgm:layoutNode name="text2"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20" axis="ch" ptType="parTrans" st="2" cnt="1">
                <dgm:layoutNode name="Name221">
                  <dgm:alg type="conn">
                    <dgm:param type="dim" val="1D"/>
                    <dgm:param type="begPts" val="auto"/>
                    <dgm:param type="endPts" val="auto"/>
                    <dgm:param type="endSty" val="noArr"/>
                    <dgm:param type="srcNode" val="textCenter"/>
                    <dgm:param type="dstNode" val="childCenter2"/>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22"/>
          </dgm:choose>
          <dgm:choose name="Name223">
            <dgm:if name="Name224" axis="ch" ptType="node" func="cnt" op="gte" val="3">
              <dgm:layoutNode name="cycle_3">
                <dgm:choose name="Name225">
                  <dgm:if name="Name226" func="var" arg="dir" op="equ" val="norm">
                    <dgm:choose name="Name227">
                      <dgm:if name="Name228" axis="ch" ptType="node" func="cnt" op="equ" val="3">
                        <dgm:choose name="Name229">
                          <dgm:if name="Name230" axis="ch ch" ptType="node node" st="3 1" cnt="1 0" func="cnt" op="equ" val="1">
                            <dgm:alg type="cycle">
                              <dgm:param type="ctrShpMap" val="fNode"/>
                              <dgm:param type="stAng" val="240"/>
                              <dgm:param type="horzAlign" val="l"/>
                              <dgm:param type="vertAlign" val="b"/>
                            </dgm:alg>
                          </dgm:if>
                          <dgm:if name="Name231" axis="ch ch" ptType="node node" st="3 1" cnt="1 0" func="cnt" op="equ" val="2">
                            <dgm:alg type="cycle">
                              <dgm:param type="ctrShpMap" val="fNode"/>
                              <dgm:param type="stAng" val="195"/>
                              <dgm:param type="spanAng" val="90"/>
                              <dgm:param type="horzAlign" val="l"/>
                              <dgm:param type="vertAlign" val="b"/>
                            </dgm:alg>
                          </dgm:if>
                          <dgm:else name="Name232">
                            <dgm:alg type="cycle">
                              <dgm:param type="ctrShpMap" val="fNode"/>
                              <dgm:param type="stAng" val="150"/>
                              <dgm:param type="spanAng" val="180"/>
                            </dgm:alg>
                          </dgm:else>
                        </dgm:choose>
                      </dgm:if>
                      <dgm:if name="Name233" axis="ch" ptType="node" func="cnt" op="equ" val="4">
                        <dgm:choose name="Name234">
                          <dgm:if name="Name235" axis="ch ch" ptType="node node" st="3 1" cnt="1 0" func="cnt" op="equ" val="1">
                            <dgm:alg type="cycle">
                              <dgm:param type="ctrShpMap" val="fNode"/>
                              <dgm:param type="stAng" val="180"/>
                            </dgm:alg>
                          </dgm:if>
                          <dgm:if name="Name236" axis="ch ch" ptType="node node" st="3 1" cnt="1 0" func="cnt" op="equ" val="2">
                            <dgm:alg type="cycle">
                              <dgm:param type="ctrShpMap" val="fNode"/>
                              <dgm:param type="stAng" val="135"/>
                              <dgm:param type="spanAng" val="90"/>
                            </dgm:alg>
                          </dgm:if>
                          <dgm:else name="Name237">
                            <dgm:alg type="cycle">
                              <dgm:param type="ctrShpMap" val="fNode"/>
                              <dgm:param type="stAng" val="112.5"/>
                              <dgm:param type="spanAng" val="135"/>
                            </dgm:alg>
                          </dgm:else>
                        </dgm:choose>
                      </dgm:if>
                      <dgm:if name="Name238" axis="ch" ptType="node" func="cnt" op="equ" val="5">
                        <dgm:choose name="Name239">
                          <dgm:if name="Name240" axis="ch ch" ptType="node node" st="3 1" cnt="1 0" func="cnt" op="equ" val="1">
                            <dgm:alg type="cycle">
                              <dgm:param type="ctrShpMap" val="fNode"/>
                              <dgm:param type="stAng" val="144"/>
                            </dgm:alg>
                          </dgm:if>
                          <dgm:if name="Name241" axis="ch ch" ptType="node node" st="3 1" cnt="1 0" func="cnt" op="equ" val="2">
                            <dgm:alg type="cycle">
                              <dgm:param type="ctrShpMap" val="fNode"/>
                              <dgm:param type="stAng" val="99"/>
                              <dgm:param type="spanAng" val="90"/>
                            </dgm:alg>
                          </dgm:if>
                          <dgm:else name="Name242">
                            <dgm:alg type="cycle">
                              <dgm:param type="ctrShpMap" val="fNode"/>
                              <dgm:param type="stAng" val="0"/>
                              <dgm:param type="spanAng" val="360"/>
                            </dgm:alg>
                          </dgm:else>
                        </dgm:choose>
                      </dgm:if>
                      <dgm:if name="Name243" axis="ch" ptType="node" func="cnt" op="equ" val="6">
                        <dgm:choose name="Name244">
                          <dgm:if name="Name245" axis="ch ch" ptType="node node" st="3 1" cnt="1 0" func="cnt" op="equ" val="1">
                            <dgm:alg type="cycle">
                              <dgm:param type="ctrShpMap" val="fNode"/>
                              <dgm:param type="stAng" val="120"/>
                            </dgm:alg>
                          </dgm:if>
                          <dgm:if name="Name246" axis="ch ch" ptType="node node" st="3 1" cnt="1 0" func="cnt" op="equ" val="2">
                            <dgm:alg type="cycle">
                              <dgm:param type="ctrShpMap" val="fNode"/>
                              <dgm:param type="stAng" val="75"/>
                              <dgm:param type="spanAng" val="90"/>
                            </dgm:alg>
                          </dgm:if>
                          <dgm:else name="Name247">
                            <dgm:alg type="cycle">
                              <dgm:param type="ctrShpMap" val="fNode"/>
                              <dgm:param type="stAng" val="0"/>
                              <dgm:param type="spanAng" val="360"/>
                            </dgm:alg>
                          </dgm:else>
                        </dgm:choose>
                      </dgm:if>
                      <dgm:if name="Name248" axis="ch" ptType="node" func="cnt" op="gte" val="7">
                        <dgm:choose name="Name249">
                          <dgm:if name="Name250" axis="ch ch" ptType="node node" st="3 1" cnt="1 0" func="cnt" op="equ" val="1">
                            <dgm:alg type="cycle">
                              <dgm:param type="ctrShpMap" val="fNode"/>
                              <dgm:param type="stAng" val="102"/>
                            </dgm:alg>
                          </dgm:if>
                          <dgm:if name="Name251" axis="ch ch" ptType="node node" st="3 1" cnt="1 0" func="cnt" op="equ" val="2">
                            <dgm:alg type="cycle">
                              <dgm:param type="ctrShpMap" val="fNode"/>
                              <dgm:param type="stAng" val="57"/>
                              <dgm:param type="spanAng" val="90"/>
                            </dgm:alg>
                          </dgm:if>
                          <dgm:else name="Name252">
                            <dgm:alg type="cycle">
                              <dgm:param type="ctrShpMap" val="fNode"/>
                              <dgm:param type="stAng" val="0"/>
                              <dgm:param type="spanAng" val="360"/>
                            </dgm:alg>
                          </dgm:else>
                        </dgm:choose>
                      </dgm:if>
                      <dgm:else name="Name253"/>
                    </dgm:choose>
                  </dgm:if>
                  <dgm:else name="Name254">
                    <dgm:choose name="Name255">
                      <dgm:if name="Name256" axis="ch" ptType="node" func="cnt" op="equ" val="3">
                        <dgm:choose name="Name257">
                          <dgm:if name="Name258" axis="ch ch" ptType="node node" st="3 1" cnt="1 0" func="cnt" op="equ" val="1">
                            <dgm:alg type="cycle">
                              <dgm:param type="ctrShpMap" val="fNode"/>
                              <dgm:param type="stAng" val="120"/>
                              <dgm:param type="horzAlign" val="r"/>
                              <dgm:param type="vertAlign" val="b"/>
                            </dgm:alg>
                          </dgm:if>
                          <dgm:if name="Name259" axis="ch ch" ptType="node node" st="3 1" cnt="1 0" func="cnt" op="equ" val="2">
                            <dgm:alg type="cycle">
                              <dgm:param type="ctrShpMap" val="fNode"/>
                              <dgm:param type="stAng" val="165"/>
                              <dgm:param type="spanAng" val="-90"/>
                              <dgm:param type="horzAlign" val="r"/>
                              <dgm:param type="vertAlign" val="b"/>
                            </dgm:alg>
                          </dgm:if>
                          <dgm:else name="Name260">
                            <dgm:alg type="cycle">
                              <dgm:param type="ctrShpMap" val="fNode"/>
                              <dgm:param type="stAng" val="210"/>
                              <dgm:param type="spanAng" val="-180"/>
                            </dgm:alg>
                          </dgm:else>
                        </dgm:choose>
                      </dgm:if>
                      <dgm:if name="Name261" axis="ch" ptType="node" func="cnt" op="equ" val="4">
                        <dgm:choose name="Name262">
                          <dgm:if name="Name263" axis="ch ch" ptType="node node" st="3 1" cnt="1 0" func="cnt" op="equ" val="1">
                            <dgm:alg type="cycle">
                              <dgm:param type="ctrShpMap" val="fNode"/>
                              <dgm:param type="stAng" val="180"/>
                            </dgm:alg>
                          </dgm:if>
                          <dgm:if name="Name264" axis="ch ch" ptType="node node" st="3 1" cnt="1 0" func="cnt" op="equ" val="2">
                            <dgm:alg type="cycle">
                              <dgm:param type="ctrShpMap" val="fNode"/>
                              <dgm:param type="stAng" val="225"/>
                              <dgm:param type="spanAng" val="-90"/>
                            </dgm:alg>
                          </dgm:if>
                          <dgm:else name="Name265">
                            <dgm:alg type="cycle">
                              <dgm:param type="ctrShpMap" val="fNode"/>
                              <dgm:param type="stAng" val="247.5"/>
                              <dgm:param type="spanAng" val="-135"/>
                            </dgm:alg>
                          </dgm:else>
                        </dgm:choose>
                      </dgm:if>
                      <dgm:if name="Name266" axis="ch" ptType="node" func="cnt" op="equ" val="5">
                        <dgm:choose name="Name267">
                          <dgm:if name="Name268" axis="ch ch" ptType="node node" st="3 1" cnt="1 0" func="cnt" op="equ" val="1">
                            <dgm:alg type="cycle">
                              <dgm:param type="ctrShpMap" val="fNode"/>
                              <dgm:param type="stAng" val="216"/>
                            </dgm:alg>
                          </dgm:if>
                          <dgm:if name="Name269" axis="ch ch" ptType="node node" st="3 1" cnt="1 0" func="cnt" op="equ" val="2">
                            <dgm:alg type="cycle">
                              <dgm:param type="ctrShpMap" val="fNode"/>
                              <dgm:param type="stAng" val="261"/>
                              <dgm:param type="spanAng" val="-90"/>
                            </dgm:alg>
                          </dgm:if>
                          <dgm:else name="Name270">
                            <dgm:alg type="cycle">
                              <dgm:param type="ctrShpMap" val="fNode"/>
                              <dgm:param type="stAng" val="0"/>
                              <dgm:param type="spanAng" val="-360"/>
                            </dgm:alg>
                          </dgm:else>
                        </dgm:choose>
                      </dgm:if>
                      <dgm:if name="Name271" axis="ch" ptType="node" func="cnt" op="equ" val="6">
                        <dgm:choose name="Name272">
                          <dgm:if name="Name273" axis="ch ch" ptType="node node" st="3 1" cnt="1 0" func="cnt" op="equ" val="1">
                            <dgm:alg type="cycle">
                              <dgm:param type="ctrShpMap" val="fNode"/>
                              <dgm:param type="stAng" val="240"/>
                            </dgm:alg>
                          </dgm:if>
                          <dgm:if name="Name274" axis="ch ch" ptType="node node" st="3 1" cnt="1 0" func="cnt" op="equ" val="2">
                            <dgm:alg type="cycle">
                              <dgm:param type="ctrShpMap" val="fNode"/>
                              <dgm:param type="stAng" val="285"/>
                              <dgm:param type="spanAng" val="-90"/>
                            </dgm:alg>
                          </dgm:if>
                          <dgm:else name="Name275">
                            <dgm:alg type="cycle">
                              <dgm:param type="ctrShpMap" val="fNode"/>
                              <dgm:param type="stAng" val="0"/>
                              <dgm:param type="spanAng" val="-360"/>
                            </dgm:alg>
                          </dgm:else>
                        </dgm:choose>
                      </dgm:if>
                      <dgm:if name="Name276" axis="ch" ptType="node" func="cnt" op="gte" val="7">
                        <dgm:choose name="Name277">
                          <dgm:if name="Name278" axis="ch ch" ptType="node node" st="3 1" cnt="1 0" func="cnt" op="equ" val="1">
                            <dgm:alg type="cycle">
                              <dgm:param type="ctrShpMap" val="fNode"/>
                              <dgm:param type="stAng" val="257"/>
                            </dgm:alg>
                          </dgm:if>
                          <dgm:if name="Name279" axis="ch ch" ptType="node node" st="3 1" cnt="1 0" func="cnt" op="equ" val="2">
                            <dgm:alg type="cycle">
                              <dgm:param type="ctrShpMap" val="fNode"/>
                              <dgm:param type="stAng" val="302"/>
                              <dgm:param type="spanAng" val="-90"/>
                            </dgm:alg>
                          </dgm:if>
                          <dgm:else name="Name280">
                            <dgm:alg type="cycle">
                              <dgm:param type="ctrShpMap" val="fNode"/>
                              <dgm:param type="stAng" val="0"/>
                              <dgm:param type="spanAng" val="-360"/>
                            </dgm:alg>
                          </dgm:else>
                        </dgm:choose>
                      </dgm:if>
                      <dgm:else name="Name281"/>
                    </dgm:choose>
                  </dgm:else>
                </dgm:choose>
                <dgm:shape xmlns:r="http://schemas.openxmlformats.org/officeDocument/2006/relationships" r:blip="">
                  <dgm:adjLst/>
                </dgm:shape>
                <dgm:presOf/>
                <dgm:constrLst>
                  <dgm:constr type="sp" refType="w" fact="0.1"/>
                  <dgm:constr type="sibSp" refType="w" fact="0.1"/>
                </dgm:constrLst>
                <dgm:forEach name="Name282" axis="ch" ptType="node" st="3" cnt="1">
                  <dgm:layoutNode name="childCenter3"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83" axis="ch">
                    <dgm:forEach name="Name284" axis="self" ptType="parTrans">
                      <dgm:layoutNode name="Name285">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86" axis="self" ptType="node">
                      <dgm:layoutNode name="text3"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87" axis="ch" ptType="parTrans" st="3" cnt="1">
                <dgm:layoutNode name="Name288">
                  <dgm:alg type="conn">
                    <dgm:param type="dim" val="1D"/>
                    <dgm:param type="begPts" val="auto"/>
                    <dgm:param type="endPts" val="auto"/>
                    <dgm:param type="endSty" val="noArr"/>
                    <dgm:param type="srcNode" val="textCenter"/>
                    <dgm:param type="dstNode" val="childCenter3"/>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89"/>
          </dgm:choose>
          <dgm:choose name="Name290">
            <dgm:if name="Name291" axis="ch" ptType="node" func="cnt" op="gte" val="4">
              <dgm:layoutNode name="cycle_4">
                <dgm:choose name="Name292">
                  <dgm:if name="Name293" func="var" arg="dir" op="equ" val="norm">
                    <dgm:choose name="Name294">
                      <dgm:if name="Name295" axis="ch" ptType="node" func="cnt" op="equ" val="4">
                        <dgm:choose name="Name296">
                          <dgm:if name="Name297" axis="ch ch" ptType="node node" st="4 1" cnt="1 0" func="cnt" op="equ" val="1">
                            <dgm:alg type="cycle">
                              <dgm:param type="ctrShpMap" val="fNode"/>
                              <dgm:param type="stAng" val="270"/>
                            </dgm:alg>
                          </dgm:if>
                          <dgm:if name="Name298" axis="ch ch" ptType="node node" st="4 1" cnt="1 0" func="cnt" op="equ" val="2">
                            <dgm:alg type="cycle">
                              <dgm:param type="ctrShpMap" val="fNode"/>
                              <dgm:param type="stAng" val="225"/>
                              <dgm:param type="spanAng" val="90"/>
                            </dgm:alg>
                          </dgm:if>
                          <dgm:else name="Name299">
                            <dgm:alg type="cycle">
                              <dgm:param type="ctrShpMap" val="fNode"/>
                              <dgm:param type="stAng" val="202.5"/>
                              <dgm:param type="spanAng" val="135"/>
                            </dgm:alg>
                          </dgm:else>
                        </dgm:choose>
                      </dgm:if>
                      <dgm:if name="Name300" axis="ch" ptType="node" func="cnt" op="equ" val="5">
                        <dgm:choose name="Name301">
                          <dgm:if name="Name302" axis="ch ch" ptType="node node" st="4 1" cnt="1 0" func="cnt" op="equ" val="1">
                            <dgm:alg type="cycle">
                              <dgm:param type="ctrShpMap" val="fNode"/>
                              <dgm:param type="stAng" val="216"/>
                            </dgm:alg>
                          </dgm:if>
                          <dgm:if name="Name303" axis="ch ch" ptType="node node" st="4 1" cnt="1 0" func="cnt" op="equ" val="2">
                            <dgm:alg type="cycle">
                              <dgm:param type="ctrShpMap" val="fNode"/>
                              <dgm:param type="stAng" val="171"/>
                              <dgm:param type="spanAng" val="90"/>
                            </dgm:alg>
                          </dgm:if>
                          <dgm:else name="Name304">
                            <dgm:alg type="cycle">
                              <dgm:param type="ctrShpMap" val="fNode"/>
                              <dgm:param type="stAng" val="0"/>
                              <dgm:param type="spanAng" val="360"/>
                            </dgm:alg>
                          </dgm:else>
                        </dgm:choose>
                      </dgm:if>
                      <dgm:if name="Name305" axis="ch" ptType="node" func="cnt" op="equ" val="6">
                        <dgm:choose name="Name306">
                          <dgm:if name="Name307" axis="ch ch" ptType="node node" st="4 1" cnt="1 0" func="cnt" op="equ" val="1">
                            <dgm:alg type="cycle">
                              <dgm:param type="ctrShpMap" val="fNode"/>
                              <dgm:param type="stAng" val="180"/>
                            </dgm:alg>
                          </dgm:if>
                          <dgm:if name="Name308" axis="ch ch" ptType="node node" st="4 1" cnt="1 0" func="cnt" op="equ" val="2">
                            <dgm:alg type="cycle">
                              <dgm:param type="ctrShpMap" val="fNode"/>
                              <dgm:param type="stAng" val="135"/>
                              <dgm:param type="spanAng" val="90"/>
                            </dgm:alg>
                          </dgm:if>
                          <dgm:else name="Name309">
                            <dgm:alg type="cycle">
                              <dgm:param type="ctrShpMap" val="fNode"/>
                              <dgm:param type="stAng" val="0"/>
                              <dgm:param type="spanAng" val="360"/>
                            </dgm:alg>
                          </dgm:else>
                        </dgm:choose>
                      </dgm:if>
                      <dgm:if name="Name310" axis="ch" ptType="node" func="cnt" op="gte" val="7">
                        <dgm:choose name="Name311">
                          <dgm:if name="Name312" axis="ch ch" ptType="node node" st="4 1" cnt="1 0" func="cnt" op="equ" val="1">
                            <dgm:alg type="cycle">
                              <dgm:param type="ctrShpMap" val="fNode"/>
                              <dgm:param type="stAng" val="154"/>
                            </dgm:alg>
                          </dgm:if>
                          <dgm:if name="Name313" axis="ch ch" ptType="node node" st="4 1" cnt="1 0" func="cnt" op="equ" val="2">
                            <dgm:alg type="cycle">
                              <dgm:param type="ctrShpMap" val="fNode"/>
                              <dgm:param type="stAng" val="109"/>
                              <dgm:param type="spanAng" val="90"/>
                            </dgm:alg>
                          </dgm:if>
                          <dgm:else name="Name314">
                            <dgm:alg type="cycle">
                              <dgm:param type="ctrShpMap" val="fNode"/>
                              <dgm:param type="stAng" val="0"/>
                              <dgm:param type="spanAng" val="360"/>
                            </dgm:alg>
                          </dgm:else>
                        </dgm:choose>
                      </dgm:if>
                      <dgm:else name="Name315"/>
                    </dgm:choose>
                  </dgm:if>
                  <dgm:else name="Name316">
                    <dgm:choose name="Name317">
                      <dgm:if name="Name318" axis="ch" ptType="node" func="cnt" op="equ" val="4">
                        <dgm:choose name="Name319">
                          <dgm:if name="Name320" axis="ch ch" ptType="node node" st="4 1" cnt="1 0" func="cnt" op="equ" val="1">
                            <dgm:alg type="cycle">
                              <dgm:param type="ctrShpMap" val="fNode"/>
                              <dgm:param type="stAng" val="90"/>
                            </dgm:alg>
                          </dgm:if>
                          <dgm:if name="Name321" axis="ch ch" ptType="node node" st="4 1" cnt="1 0" func="cnt" op="equ" val="2">
                            <dgm:alg type="cycle">
                              <dgm:param type="ctrShpMap" val="fNode"/>
                              <dgm:param type="stAng" val="135"/>
                              <dgm:param type="spanAng" val="-90"/>
                            </dgm:alg>
                          </dgm:if>
                          <dgm:else name="Name322">
                            <dgm:alg type="cycle">
                              <dgm:param type="ctrShpMap" val="fNode"/>
                              <dgm:param type="stAng" val="157.5"/>
                              <dgm:param type="spanAng" val="-135"/>
                            </dgm:alg>
                          </dgm:else>
                        </dgm:choose>
                      </dgm:if>
                      <dgm:if name="Name323" axis="ch" ptType="node" func="cnt" op="equ" val="5">
                        <dgm:choose name="Name324">
                          <dgm:if name="Name325" axis="ch ch" ptType="node node" st="4 1" cnt="1 0" func="cnt" op="equ" val="1">
                            <dgm:alg type="cycle">
                              <dgm:param type="ctrShpMap" val="fNode"/>
                              <dgm:param type="stAng" val="144"/>
                            </dgm:alg>
                          </dgm:if>
                          <dgm:if name="Name326" axis="ch ch" ptType="node node" st="4 1" cnt="1 0" func="cnt" op="equ" val="2">
                            <dgm:alg type="cycle">
                              <dgm:param type="ctrShpMap" val="fNode"/>
                              <dgm:param type="stAng" val="189"/>
                              <dgm:param type="spanAng" val="-90"/>
                            </dgm:alg>
                          </dgm:if>
                          <dgm:else name="Name327">
                            <dgm:alg type="cycle">
                              <dgm:param type="ctrShpMap" val="fNode"/>
                              <dgm:param type="stAng" val="0"/>
                              <dgm:param type="spanAng" val="-360"/>
                            </dgm:alg>
                          </dgm:else>
                        </dgm:choose>
                      </dgm:if>
                      <dgm:if name="Name328" axis="ch" ptType="node" func="cnt" op="equ" val="6">
                        <dgm:choose name="Name329">
                          <dgm:if name="Name330" axis="ch ch" ptType="node node" st="4 1" cnt="1 0" func="cnt" op="equ" val="1">
                            <dgm:alg type="cycle">
                              <dgm:param type="ctrShpMap" val="fNode"/>
                              <dgm:param type="stAng" val="180"/>
                            </dgm:alg>
                          </dgm:if>
                          <dgm:if name="Name331" axis="ch ch" ptType="node node" st="4 1" cnt="1 0" func="cnt" op="equ" val="2">
                            <dgm:alg type="cycle">
                              <dgm:param type="ctrShpMap" val="fNode"/>
                              <dgm:param type="stAng" val="225"/>
                              <dgm:param type="spanAng" val="-90"/>
                            </dgm:alg>
                          </dgm:if>
                          <dgm:else name="Name332">
                            <dgm:alg type="cycle">
                              <dgm:param type="ctrShpMap" val="fNode"/>
                              <dgm:param type="stAng" val="0"/>
                              <dgm:param type="spanAng" val="-360"/>
                            </dgm:alg>
                          </dgm:else>
                        </dgm:choose>
                      </dgm:if>
                      <dgm:if name="Name333" axis="ch" ptType="node" func="cnt" op="gte" val="7">
                        <dgm:choose name="Name334">
                          <dgm:if name="Name335" axis="ch ch" ptType="node node" st="4 1" cnt="1 0" func="cnt" op="equ" val="1">
                            <dgm:alg type="cycle">
                              <dgm:param type="ctrShpMap" val="fNode"/>
                              <dgm:param type="stAng" val="205"/>
                            </dgm:alg>
                          </dgm:if>
                          <dgm:if name="Name336" axis="ch ch" ptType="node node" st="4 1" cnt="1 0" func="cnt" op="equ" val="2">
                            <dgm:alg type="cycle">
                              <dgm:param type="ctrShpMap" val="fNode"/>
                              <dgm:param type="stAng" val="250"/>
                              <dgm:param type="spanAng" val="-90"/>
                            </dgm:alg>
                          </dgm:if>
                          <dgm:else name="Name337">
                            <dgm:alg type="cycle">
                              <dgm:param type="ctrShpMap" val="fNode"/>
                              <dgm:param type="stAng" val="0"/>
                              <dgm:param type="spanAng" val="-360"/>
                            </dgm:alg>
                          </dgm:else>
                        </dgm:choose>
                      </dgm:if>
                      <dgm:else name="Name338"/>
                    </dgm:choose>
                  </dgm:else>
                </dgm:choose>
                <dgm:shape xmlns:r="http://schemas.openxmlformats.org/officeDocument/2006/relationships" r:blip="">
                  <dgm:adjLst/>
                </dgm:shape>
                <dgm:presOf/>
                <dgm:constrLst>
                  <dgm:constr type="sp" refType="w" fact="0.1"/>
                  <dgm:constr type="sibSp" refType="w" fact="0.1"/>
                </dgm:constrLst>
                <dgm:forEach name="Name339" axis="ch" ptType="node" st="4" cnt="1">
                  <dgm:layoutNode name="childCenter4"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40" axis="ch">
                    <dgm:forEach name="Name341" axis="self" ptType="parTrans">
                      <dgm:layoutNode name="Name342">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43" axis="self" ptType="node">
                      <dgm:layoutNode name="text4"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44" axis="ch" ptType="parTrans" st="4" cnt="1">
                <dgm:layoutNode name="Name345">
                  <dgm:alg type="conn">
                    <dgm:param type="dim" val="1D"/>
                    <dgm:param type="begPts" val="auto"/>
                    <dgm:param type="endPts" val="auto"/>
                    <dgm:param type="endSty" val="noArr"/>
                    <dgm:param type="srcNode" val="textCenter"/>
                    <dgm:param type="dstNode" val="childCenter4"/>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46"/>
          </dgm:choose>
          <dgm:choose name="Name347">
            <dgm:if name="Name348" axis="ch" ptType="node" func="cnt" op="gte" val="5">
              <dgm:layoutNode name="cycle_5">
                <dgm:choose name="Name349">
                  <dgm:if name="Name350" func="var" arg="dir" op="equ" val="norm">
                    <dgm:choose name="Name351">
                      <dgm:if name="Name352" axis="ch" ptType="node" func="cnt" op="equ" val="5">
                        <dgm:choose name="Name353">
                          <dgm:if name="Name354" axis="ch ch" ptType="node node" st="5 1" cnt="1 0" func="cnt" op="equ" val="1">
                            <dgm:alg type="cycle">
                              <dgm:param type="ctrShpMap" val="fNode"/>
                              <dgm:param type="stAng" val="288"/>
                            </dgm:alg>
                          </dgm:if>
                          <dgm:if name="Name355" axis="ch ch" ptType="node node" st="5 1" cnt="1 0" func="cnt" op="equ" val="2">
                            <dgm:alg type="cycle">
                              <dgm:param type="ctrShpMap" val="fNode"/>
                              <dgm:param type="stAng" val="243"/>
                              <dgm:param type="spanAng" val="90"/>
                            </dgm:alg>
                          </dgm:if>
                          <dgm:else name="Name356">
                            <dgm:alg type="cycle">
                              <dgm:param type="ctrShpMap" val="fNode"/>
                              <dgm:param type="stAng" val="0"/>
                              <dgm:param type="spanAng" val="360"/>
                            </dgm:alg>
                          </dgm:else>
                        </dgm:choose>
                      </dgm:if>
                      <dgm:if name="Name357" axis="ch" ptType="node" func="cnt" op="equ" val="6">
                        <dgm:choose name="Name358">
                          <dgm:if name="Name359" axis="ch ch" ptType="node node" st="5 1" cnt="1 0" func="cnt" op="equ" val="1">
                            <dgm:alg type="cycle">
                              <dgm:param type="ctrShpMap" val="fNode"/>
                              <dgm:param type="stAng" val="240"/>
                            </dgm:alg>
                          </dgm:if>
                          <dgm:if name="Name360" axis="ch ch" ptType="node node" st="5 1" cnt="1 0" func="cnt" op="equ" val="2">
                            <dgm:alg type="cycle">
                              <dgm:param type="ctrShpMap" val="fNode"/>
                              <dgm:param type="stAng" val="195"/>
                              <dgm:param type="spanAng" val="90"/>
                            </dgm:alg>
                          </dgm:if>
                          <dgm:else name="Name361">
                            <dgm:alg type="cycle">
                              <dgm:param type="ctrShpMap" val="fNode"/>
                              <dgm:param type="stAng" val="0"/>
                              <dgm:param type="spanAng" val="360"/>
                            </dgm:alg>
                          </dgm:else>
                        </dgm:choose>
                      </dgm:if>
                      <dgm:if name="Name362" axis="ch" ptType="node" func="cnt" op="gte" val="7">
                        <dgm:choose name="Name363">
                          <dgm:if name="Name364" axis="ch ch" ptType="node node" st="5 1" cnt="1 0" func="cnt" op="equ" val="1">
                            <dgm:alg type="cycle">
                              <dgm:param type="ctrShpMap" val="fNode"/>
                              <dgm:param type="stAng" val="205"/>
                            </dgm:alg>
                          </dgm:if>
                          <dgm:if name="Name365" axis="ch ch" ptType="node node" st="5 1" cnt="1 0" func="cnt" op="equ" val="2">
                            <dgm:alg type="cycle">
                              <dgm:param type="ctrShpMap" val="fNode"/>
                              <dgm:param type="stAng" val="160"/>
                              <dgm:param type="spanAng" val="90"/>
                            </dgm:alg>
                          </dgm:if>
                          <dgm:else name="Name366">
                            <dgm:alg type="cycle">
                              <dgm:param type="ctrShpMap" val="fNode"/>
                              <dgm:param type="stAng" val="0"/>
                              <dgm:param type="spanAng" val="360"/>
                            </dgm:alg>
                          </dgm:else>
                        </dgm:choose>
                      </dgm:if>
                      <dgm:else name="Name367"/>
                    </dgm:choose>
                  </dgm:if>
                  <dgm:else name="Name368">
                    <dgm:choose name="Name369">
                      <dgm:if name="Name370" axis="ch" ptType="node" func="cnt" op="equ" val="5">
                        <dgm:choose name="Name371">
                          <dgm:if name="Name372" axis="ch ch" ptType="node node" st="5 1" cnt="1 0" func="cnt" op="equ" val="1">
                            <dgm:alg type="cycle">
                              <dgm:param type="ctrShpMap" val="fNode"/>
                              <dgm:param type="stAng" val="72"/>
                            </dgm:alg>
                          </dgm:if>
                          <dgm:if name="Name373" axis="ch ch" ptType="node node" st="5 1" cnt="1 0" func="cnt" op="equ" val="2">
                            <dgm:alg type="cycle">
                              <dgm:param type="ctrShpMap" val="fNode"/>
                              <dgm:param type="stAng" val="117"/>
                              <dgm:param type="spanAng" val="-90"/>
                            </dgm:alg>
                          </dgm:if>
                          <dgm:else name="Name374">
                            <dgm:alg type="cycle">
                              <dgm:param type="ctrShpMap" val="fNode"/>
                              <dgm:param type="stAng" val="0"/>
                              <dgm:param type="spanAng" val="-360"/>
                            </dgm:alg>
                          </dgm:else>
                        </dgm:choose>
                      </dgm:if>
                      <dgm:if name="Name375" axis="ch" ptType="node" func="cnt" op="equ" val="6">
                        <dgm:choose name="Name376">
                          <dgm:if name="Name377" axis="ch ch" ptType="node node" st="5 1" cnt="1 0" func="cnt" op="equ" val="1">
                            <dgm:alg type="cycle">
                              <dgm:param type="ctrShpMap" val="fNode"/>
                              <dgm:param type="stAng" val="120"/>
                            </dgm:alg>
                          </dgm:if>
                          <dgm:if name="Name378" axis="ch ch" ptType="node node" st="5 1" cnt="1 0" func="cnt" op="equ" val="2">
                            <dgm:alg type="cycle">
                              <dgm:param type="ctrShpMap" val="fNode"/>
                              <dgm:param type="stAng" val="165"/>
                              <dgm:param type="spanAng" val="-90"/>
                            </dgm:alg>
                          </dgm:if>
                          <dgm:else name="Name379">
                            <dgm:alg type="cycle">
                              <dgm:param type="ctrShpMap" val="fNode"/>
                              <dgm:param type="stAng" val="0"/>
                              <dgm:param type="spanAng" val="-360"/>
                            </dgm:alg>
                          </dgm:else>
                        </dgm:choose>
                      </dgm:if>
                      <dgm:if name="Name380" axis="ch" ptType="node" func="cnt" op="gte" val="7">
                        <dgm:choose name="Name381">
                          <dgm:if name="Name382" axis="ch ch" ptType="node node" st="5 1" cnt="1 0" func="cnt" op="equ" val="1">
                            <dgm:alg type="cycle">
                              <dgm:param type="ctrShpMap" val="fNode"/>
                              <dgm:param type="stAng" val="154"/>
                            </dgm:alg>
                          </dgm:if>
                          <dgm:if name="Name383" axis="ch ch" ptType="node node" st="5 1" cnt="1 0" func="cnt" op="equ" val="2">
                            <dgm:alg type="cycle">
                              <dgm:param type="ctrShpMap" val="fNode"/>
                              <dgm:param type="stAng" val="199"/>
                              <dgm:param type="spanAng" val="-90"/>
                            </dgm:alg>
                          </dgm:if>
                          <dgm:else name="Name384">
                            <dgm:alg type="cycle">
                              <dgm:param type="ctrShpMap" val="fNode"/>
                              <dgm:param type="stAng" val="0"/>
                              <dgm:param type="spanAng" val="-360"/>
                            </dgm:alg>
                          </dgm:else>
                        </dgm:choose>
                      </dgm:if>
                      <dgm:else name="Name385"/>
                    </dgm:choose>
                  </dgm:else>
                </dgm:choose>
                <dgm:shape xmlns:r="http://schemas.openxmlformats.org/officeDocument/2006/relationships" r:blip="">
                  <dgm:adjLst/>
                </dgm:shape>
                <dgm:presOf/>
                <dgm:constrLst>
                  <dgm:constr type="sp" refType="w" fact="0.1"/>
                  <dgm:constr type="sibSp" refType="w" fact="0.1"/>
                </dgm:constrLst>
                <dgm:forEach name="Name386" axis="ch" ptType="node" st="5" cnt="1">
                  <dgm:layoutNode name="childCenter5"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87" axis="ch">
                    <dgm:forEach name="Name388" axis="self" ptType="parTrans">
                      <dgm:layoutNode name="Name38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90" axis="self" ptType="node">
                      <dgm:layoutNode name="text5"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91" axis="ch" ptType="parTrans" st="5" cnt="1">
                <dgm:layoutNode name="Name392">
                  <dgm:alg type="conn">
                    <dgm:param type="dim" val="1D"/>
                    <dgm:param type="begPts" val="auto"/>
                    <dgm:param type="endPts" val="auto"/>
                    <dgm:param type="endSty" val="noArr"/>
                    <dgm:param type="srcNode" val="textCenter"/>
                    <dgm:param type="dstNode" val="childCenter5"/>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93"/>
          </dgm:choose>
          <dgm:choose name="Name394">
            <dgm:if name="Name395" axis="ch" ptType="node" func="cnt" op="gte" val="6">
              <dgm:layoutNode name="cycle_6">
                <dgm:choose name="Name396">
                  <dgm:if name="Name397" func="var" arg="dir" op="equ" val="norm">
                    <dgm:choose name="Name398">
                      <dgm:if name="Name399" axis="ch" ptType="node" func="cnt" op="equ" val="6">
                        <dgm:choose name="Name400">
                          <dgm:if name="Name401" axis="ch ch" ptType="node node" st="6 1" cnt="1 0" func="cnt" op="equ" val="1">
                            <dgm:alg type="cycle">
                              <dgm:param type="ctrShpMap" val="fNode"/>
                              <dgm:param type="stAng" val="300"/>
                            </dgm:alg>
                          </dgm:if>
                          <dgm:if name="Name402" axis="ch ch" ptType="node node" st="6 1" cnt="1 0" func="cnt" op="equ" val="2">
                            <dgm:alg type="cycle">
                              <dgm:param type="ctrShpMap" val="fNode"/>
                              <dgm:param type="stAng" val="255"/>
                              <dgm:param type="spanAng" val="90"/>
                            </dgm:alg>
                          </dgm:if>
                          <dgm:else name="Name403">
                            <dgm:alg type="cycle">
                              <dgm:param type="ctrShpMap" val="fNode"/>
                              <dgm:param type="stAng" val="0"/>
                              <dgm:param type="spanAng" val="360"/>
                            </dgm:alg>
                          </dgm:else>
                        </dgm:choose>
                      </dgm:if>
                      <dgm:if name="Name404" axis="ch" ptType="node" func="cnt" op="gte" val="7">
                        <dgm:choose name="Name405">
                          <dgm:if name="Name406" axis="ch ch" ptType="node node" st="6 1" cnt="1 0" func="cnt" op="equ" val="1">
                            <dgm:alg type="cycle">
                              <dgm:param type="ctrShpMap" val="fNode"/>
                              <dgm:param type="stAng" val="257"/>
                            </dgm:alg>
                          </dgm:if>
                          <dgm:if name="Name407" axis="ch ch" ptType="node node" st="6 1" cnt="1 0" func="cnt" op="equ" val="2">
                            <dgm:alg type="cycle">
                              <dgm:param type="ctrShpMap" val="fNode"/>
                              <dgm:param type="stAng" val="212"/>
                              <dgm:param type="spanAng" val="90"/>
                            </dgm:alg>
                          </dgm:if>
                          <dgm:else name="Name408">
                            <dgm:alg type="cycle">
                              <dgm:param type="ctrShpMap" val="fNode"/>
                              <dgm:param type="stAng" val="0"/>
                              <dgm:param type="spanAng" val="360"/>
                            </dgm:alg>
                          </dgm:else>
                        </dgm:choose>
                      </dgm:if>
                      <dgm:else name="Name409"/>
                    </dgm:choose>
                  </dgm:if>
                  <dgm:else name="Name410">
                    <dgm:choose name="Name411">
                      <dgm:if name="Name412" axis="ch" ptType="node" func="cnt" op="equ" val="6">
                        <dgm:choose name="Name413">
                          <dgm:if name="Name414" axis="ch ch" ptType="node node" st="6 1" cnt="1 0" func="cnt" op="equ" val="1">
                            <dgm:alg type="cycle">
                              <dgm:param type="ctrShpMap" val="fNode"/>
                              <dgm:param type="stAng" val="60"/>
                            </dgm:alg>
                          </dgm:if>
                          <dgm:if name="Name415" axis="ch ch" ptType="node node" st="6 1" cnt="1 0" func="cnt" op="equ" val="2">
                            <dgm:alg type="cycle">
                              <dgm:param type="ctrShpMap" val="fNode"/>
                              <dgm:param type="stAng" val="105"/>
                              <dgm:param type="spanAng" val="-90"/>
                            </dgm:alg>
                          </dgm:if>
                          <dgm:else name="Name416">
                            <dgm:alg type="cycle">
                              <dgm:param type="ctrShpMap" val="fNode"/>
                              <dgm:param type="stAng" val="0"/>
                              <dgm:param type="spanAng" val="-360"/>
                            </dgm:alg>
                          </dgm:else>
                        </dgm:choose>
                      </dgm:if>
                      <dgm:if name="Name417" axis="ch" ptType="node" func="cnt" op="gte" val="7">
                        <dgm:choose name="Name418">
                          <dgm:if name="Name419" axis="ch ch" ptType="node node" st="6 1" cnt="1 0" func="cnt" op="equ" val="1">
                            <dgm:alg type="cycle">
                              <dgm:param type="ctrShpMap" val="fNode"/>
                              <dgm:param type="stAng" val="102"/>
                            </dgm:alg>
                          </dgm:if>
                          <dgm:if name="Name420" axis="ch ch" ptType="node node" st="6 1" cnt="1 0" func="cnt" op="equ" val="2">
                            <dgm:alg type="cycle">
                              <dgm:param type="ctrShpMap" val="fNode"/>
                              <dgm:param type="stAng" val="147"/>
                              <dgm:param type="spanAng" val="-90"/>
                            </dgm:alg>
                          </dgm:if>
                          <dgm:else name="Name421">
                            <dgm:alg type="cycle">
                              <dgm:param type="ctrShpMap" val="fNode"/>
                              <dgm:param type="stAng" val="0"/>
                              <dgm:param type="spanAng" val="-360"/>
                            </dgm:alg>
                          </dgm:else>
                        </dgm:choose>
                      </dgm:if>
                      <dgm:else name="Name422"/>
                    </dgm:choose>
                  </dgm:else>
                </dgm:choose>
                <dgm:shape xmlns:r="http://schemas.openxmlformats.org/officeDocument/2006/relationships" r:blip="">
                  <dgm:adjLst/>
                </dgm:shape>
                <dgm:presOf/>
                <dgm:constrLst>
                  <dgm:constr type="sp" refType="w" fact="0.1"/>
                  <dgm:constr type="sibSp" refType="w" fact="0.1"/>
                </dgm:constrLst>
                <dgm:forEach name="Name423" axis="ch" ptType="node" st="6" cnt="1">
                  <dgm:layoutNode name="childCenter6"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24" axis="ch">
                    <dgm:forEach name="Name425" axis="self" ptType="parTrans">
                      <dgm:layoutNode name="Name42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27" axis="self" ptType="node">
                      <dgm:layoutNode name="text6"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28" axis="ch" ptType="parTrans" st="6" cnt="1">
                <dgm:layoutNode name="Name429">
                  <dgm:alg type="conn">
                    <dgm:param type="dim" val="1D"/>
                    <dgm:param type="begPts" val="auto"/>
                    <dgm:param type="endPts" val="auto"/>
                    <dgm:param type="endSty" val="noArr"/>
                    <dgm:param type="srcNode" val="textCenter"/>
                    <dgm:param type="dstNode" val="childCenter6"/>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30"/>
          </dgm:choose>
          <dgm:choose name="Name431">
            <dgm:if name="Name432" axis="ch" ptType="node" func="cnt" op="gte" val="7">
              <dgm:layoutNode name="cycle_7">
                <dgm:choose name="Name433">
                  <dgm:if name="Name434" func="var" arg="dir" op="equ" val="norm">
                    <dgm:choose name="Name435">
                      <dgm:if name="Name436" axis="ch" ptType="node" func="cnt" op="gte" val="7">
                        <dgm:choose name="Name437">
                          <dgm:if name="Name438" axis="ch ch" ptType="node node" st="7 1" cnt="1 0" func="cnt" op="equ" val="1">
                            <dgm:alg type="cycle">
                              <dgm:param type="ctrShpMap" val="fNode"/>
                              <dgm:param type="stAng" val="308"/>
                            </dgm:alg>
                          </dgm:if>
                          <dgm:if name="Name439" axis="ch ch" ptType="node node" st="7 1" cnt="1 0" func="cnt" op="equ" val="2">
                            <dgm:alg type="cycle">
                              <dgm:param type="ctrShpMap" val="fNode"/>
                              <dgm:param type="stAng" val="263"/>
                              <dgm:param type="spanAng" val="90"/>
                            </dgm:alg>
                          </dgm:if>
                          <dgm:else name="Name440">
                            <dgm:alg type="cycle">
                              <dgm:param type="ctrShpMap" val="fNode"/>
                              <dgm:param type="stAng" val="0"/>
                              <dgm:param type="spanAng" val="360"/>
                            </dgm:alg>
                          </dgm:else>
                        </dgm:choose>
                      </dgm:if>
                      <dgm:else name="Name441"/>
                    </dgm:choose>
                  </dgm:if>
                  <dgm:else name="Name442">
                    <dgm:choose name="Name443">
                      <dgm:if name="Name444" axis="ch" ptType="node" func="cnt" op="gte" val="7">
                        <dgm:choose name="Name445">
                          <dgm:if name="Name446" axis="ch ch" ptType="node node" st="7 1" cnt="1 0" func="cnt" op="equ" val="1">
                            <dgm:alg type="cycle">
                              <dgm:param type="ctrShpMap" val="fNode"/>
                              <dgm:param type="stAng" val="51"/>
                            </dgm:alg>
                          </dgm:if>
                          <dgm:if name="Name447" axis="ch ch" ptType="node node" st="7 1" cnt="1 0" func="cnt" op="equ" val="2">
                            <dgm:alg type="cycle">
                              <dgm:param type="ctrShpMap" val="fNode"/>
                              <dgm:param type="stAng" val="96"/>
                              <dgm:param type="spanAng" val="-90"/>
                            </dgm:alg>
                          </dgm:if>
                          <dgm:else name="Name448">
                            <dgm:alg type="cycle">
                              <dgm:param type="ctrShpMap" val="fNode"/>
                              <dgm:param type="stAng" val="0"/>
                              <dgm:param type="spanAng" val="-360"/>
                            </dgm:alg>
                          </dgm:else>
                        </dgm:choose>
                      </dgm:if>
                      <dgm:else name="Name449"/>
                    </dgm:choose>
                  </dgm:else>
                </dgm:choose>
                <dgm:shape xmlns:r="http://schemas.openxmlformats.org/officeDocument/2006/relationships" r:blip="">
                  <dgm:adjLst/>
                </dgm:shape>
                <dgm:presOf/>
                <dgm:constrLst>
                  <dgm:constr type="sp" refType="w" fact="0.1"/>
                  <dgm:constr type="sibSp" refType="w" fact="0.1"/>
                </dgm:constrLst>
                <dgm:forEach name="Name450" axis="ch" ptType="node" st="7" cnt="1">
                  <dgm:layoutNode name="childCenter7"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51" axis="ch">
                    <dgm:forEach name="Name452" axis="self" ptType="parTrans">
                      <dgm:layoutNode name="Name453">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54" axis="self" ptType="node">
                      <dgm:layoutNode name="text7"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55" axis="ch" ptType="parTrans" st="7" cnt="1">
                <dgm:layoutNode name="Name456">
                  <dgm:alg type="conn">
                    <dgm:param type="dim" val="1D"/>
                    <dgm:param type="begPts" val="auto"/>
                    <dgm:param type="endPts" val="auto"/>
                    <dgm:param type="endSty" val="noArr"/>
                    <dgm:param type="srcNode" val="textCenter"/>
                    <dgm:param type="dstNode" val="childCenter7"/>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57"/>
          </dgm:choose>
        </dgm:else>
      </dgm:choose>
    </dgm:forEach>
  </dgm:layoutNode>
</dgm:layoutDef>
</file>

<file path=ppt/diagrams/layout98.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99.xml><?xml version="1.0" encoding="utf-8"?>
<dgm:layoutDef xmlns:dgm="http://schemas.openxmlformats.org/drawingml/2006/diagram" xmlns:a="http://schemas.openxmlformats.org/drawingml/2006/main" uniqueId="urn:microsoft.com/office/officeart/2005/8/layout/pictureOrgChart+Icon">
  <dgm:title val="Picture Organization Chart"/>
  <dgm:desc val="Use to show hierarchical information or reporting relationships in an organization, with corresponding pictures. The assistant shape and the Org Chart hanging layouts are available with this layout."/>
  <dgm:catLst>
    <dgm:cat type="hierarchy" pri="1050"/>
    <dgm:cat type="officeonline" pri="1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Marg" for="ch" forName="rootText1" refType="w" fact="1.05"/>
                  <dgm:constr type="l" for="ch" forName="rootPict1" refType="w" refFor="ch" refForName="rootText1" op="equ" fact="0.05"/>
                  <dgm:constr type="t" for="ch" forName="rootPict1" refType="h" refFor="ch" refForName="rootText1" op="equ" fact="0.1"/>
                  <dgm:constr type="w" for="ch" forName="rootPict1" refType="w" refFor="ch" refForName="rootText1" op="equ" fact="0.3"/>
                  <dgm:constr type="h" for="ch" forName="rootPict1" refType="h" refFor="ch" refForName="rootText1" op="equ" fact="0.8"/>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lMarg" for="ch" forName="rootText1" refType="w" fact="1.05"/>
                  <dgm:constr type="l" for="ch" forName="rootPict1" refType="w" refFor="ch" refForName="rootText1" op="equ" fact="0.05"/>
                  <dgm:constr type="t" for="ch" forName="rootPict1" refType="h" refFor="ch" refForName="rootText1" op="equ" fact="0.1"/>
                  <dgm:constr type="w" for="ch" forName="rootPict1" refType="w" refFor="ch" refForName="rootText1" op="equ" fact="0.3"/>
                  <dgm:constr type="h" for="ch" forName="rootPict1" refType="h" refFor="ch" refForName="rootText1" op="equ" fact="0.8"/>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Marg" for="ch" forName="rootText1" refType="w" fact="1.05"/>
                  <dgm:constr type="l" for="ch" forName="rootPict1" refType="w" refFor="ch" refForName="rootText1" op="equ" fact="0.05"/>
                  <dgm:constr type="t" for="ch" forName="rootPict1" refType="h" refFor="ch" refForName="rootText1" op="equ" fact="0.1"/>
                  <dgm:constr type="w" for="ch" forName="rootPict1" refType="w" refFor="ch" refForName="rootText1" op="equ" fact="0.3"/>
                  <dgm:constr type="h" for="ch" forName="rootPict1" refType="h" refFor="ch" refForName="rootText1" op="equ" fact="0.8"/>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lMarg" for="ch" forName="rootText1" refType="w" fact="1.05"/>
                  <dgm:constr type="l" for="ch" forName="rootPict1" refType="w" refFor="ch" refForName="rootText1" op="equ" fact="0.05"/>
                  <dgm:constr type="t" for="ch" forName="rootPict1" refType="h" refFor="ch" refForName="rootText1" op="equ" fact="0.1"/>
                  <dgm:constr type="w" for="ch" forName="rootPict1" refType="w" refFor="ch" refForName="rootText1" op="equ" fact="0.3"/>
                  <dgm:constr type="h" for="ch" forName="rootPict1" refType="h" refFor="ch" refForName="rootText1" op="equ" fact="0.8"/>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Pict1" styleLbl="alignImgPlace1">
              <dgm:alg type="sp"/>
              <dgm:shape xmlns:r="http://schemas.openxmlformats.org/officeDocument/2006/relationships" type="rect" r:blip="" blipPhldr="1">
                <dgm:adjLst/>
              </dgm:shape>
              <dgm:presOf/>
              <dgm:constrLst/>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Marg" for="ch" forName="rootText" refType="w" fact="1.05"/>
                        <dgm:constr type="l" for="ch" forName="rootPict" refType="w" fact="0.05"/>
                        <dgm:constr type="t" for="ch" forName="rootPict" refType="h" refFor="ch" refForName="rootText" fact="0.1"/>
                        <dgm:constr type="w" for="ch" forName="rootPict" refType="w" fact="0.3"/>
                        <dgm:constr type="h" for="ch" forName="rootPict" refType="h" refFor="ch" refForName="rootText" fact="0.8"/>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lMarg" for="ch" forName="rootText" refType="w" fact="1.05"/>
                        <dgm:constr type="l" for="ch" forName="rootPict" refType="w" fact="0.05"/>
                        <dgm:constr type="t" for="ch" forName="rootPict" refType="h" refFor="ch" refForName="rootText" fact="0.1"/>
                        <dgm:constr type="w" for="ch" forName="rootPict" refType="w" fact="0.3"/>
                        <dgm:constr type="h" for="ch" forName="rootPict" refType="h" refFor="ch" refForName="rootText" fact="0.8"/>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Marg" for="ch" forName="rootText" refType="w" fact="1.05"/>
                        <dgm:constr type="l" for="ch" forName="rootPict" refType="w" fact="0.05"/>
                        <dgm:constr type="t" for="ch" forName="rootPict" refType="h" refFor="ch" refForName="rootText" fact="0.1"/>
                        <dgm:constr type="w" for="ch" forName="rootPict" refType="w" fact="0.3"/>
                        <dgm:constr type="h" for="ch" forName="rootPict" refType="h" refFor="ch" refForName="rootText" fact="0.8"/>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lMarg" for="ch" forName="rootText" refType="w" fact="1.05"/>
                        <dgm:constr type="l" for="ch" forName="rootPict" refType="w" fact="0.05"/>
                        <dgm:constr type="t" for="ch" forName="rootPict" refType="h" refFor="ch" refForName="rootText" fact="0.1"/>
                        <dgm:constr type="w" for="ch" forName="rootPict" refType="w" fact="0.3"/>
                        <dgm:constr type="h" for="ch" forName="rootPict" refType="h" refFor="ch" refForName="rootText" fact="0.8"/>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Pict" styleLbl="alignImgPlace1">
                    <dgm:alg type="sp"/>
                    <dgm:shape xmlns:r="http://schemas.openxmlformats.org/officeDocument/2006/relationships" type="rect" r:blip="" blipPhldr="1">
                      <dgm:adjLst/>
                    </dgm:shape>
                    <dgm:presOf/>
                    <dgm:constrLst/>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Marg" for="ch" forName="rootText3" refType="w" fact="1.05"/>
                        <dgm:constr type="l" for="ch" forName="rootPict3" refType="w" fact="0.05"/>
                        <dgm:constr type="t" for="ch" forName="rootPict3" refType="h" refFor="ch" refForName="rootText3" fact="0.1"/>
                        <dgm:constr type="w" for="ch" forName="rootPict3" refType="w" fact="0.3"/>
                        <dgm:constr type="h" for="ch" forName="rootPict3" refType="h" refFor="ch" refForName="rootText3" fact="0.8"/>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lMarg" for="ch" forName="rootText3" refType="w" fact="1.05"/>
                        <dgm:constr type="l" for="ch" forName="rootPict3" refType="w" fact="0.05"/>
                        <dgm:constr type="t" for="ch" forName="rootPict3" refType="h" refFor="ch" refForName="rootText3" fact="0.1"/>
                        <dgm:constr type="w" for="ch" forName="rootPict3" refType="w" fact="0.3"/>
                        <dgm:constr type="h" for="ch" forName="rootPict3" refType="h" refFor="ch" refForName="rootText3" fact="0.8"/>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Marg" for="ch" forName="rootText3" refType="w" fact="1.05"/>
                        <dgm:constr type="l" for="ch" forName="rootPict3" refType="w" fact="0.05"/>
                        <dgm:constr type="t" for="ch" forName="rootPict3" refType="h" refFor="ch" refForName="rootText3" fact="0.1"/>
                        <dgm:constr type="w" for="ch" forName="rootPict3" refType="w" fact="0.3"/>
                        <dgm:constr type="h" for="ch" forName="rootPict3" refType="h" refFor="ch" refForName="rootText3" fact="0.8"/>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lMarg" for="ch" forName="rootText3" refType="w" fact="1.05"/>
                        <dgm:constr type="l" for="ch" forName="rootPict3" refType="w" fact="0.05"/>
                        <dgm:constr type="t" for="ch" forName="rootPict3" refType="h" refFor="ch" refForName="rootText3" fact="0.1"/>
                        <dgm:constr type="w" for="ch" forName="rootPict3" refType="w" fact="0.3"/>
                        <dgm:constr type="h" for="ch" forName="rootPict3" refType="h" refFor="ch" refForName="rootText3" fact="0.8"/>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Pict3" styleLbl="alignImgPlace1">
                    <dgm:alg type="sp"/>
                    <dgm:shape xmlns:r="http://schemas.openxmlformats.org/officeDocument/2006/relationships" type="rect" r:blip="" blipPhldr="1">
                      <dgm:adjLst/>
                    </dgm:shape>
                    <dgm:presOf/>
                    <dgm:constrLst/>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100.xml><?xml version="1.0" encoding="utf-8"?>
<dgm:layoutDef xmlns:dgm="http://schemas.openxmlformats.org/drawingml/2006/diagram" xmlns:a="http://schemas.openxmlformats.org/drawingml/2006/main" uniqueId="urn:microsoft.com/office/officeart/2008/layout/NameandTitleOrganizationalChart">
  <dgm:title val=""/>
  <dgm:desc val=""/>
  <dgm:catLst>
    <dgm:cat type="hierarchy" pri="125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Max/>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1" styleLbl="fgAcc0">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alg type="conn">
                            <dgm:param type="connRout" val="bend"/>
                            <dgm:param type="dim" val="1D"/>
                            <dgm:param type="endSty" val="noArr"/>
                            <dgm:param type="begPts" val="bCtr"/>
                            <dgm:param type="endPts" val="tCtr"/>
                            <dgm:param type="bendPt" val="end"/>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41" func="var" arg="hierBranch" op="equ" val="hang">
                    <dgm:layoutNode name="Name42">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3">
                    <dgm:layoutNode name="Name44">
                      <dgm:choose name="Name45">
                        <dgm:if name="Name46" axis="self" func="depth" op="lte" val="2">
                          <dgm:choose name="Name47">
                            <dgm:if name="Name48" axis="par ch" ptType="node asst" func="cnt" op="gte" val="1">
                              <dgm:alg type="conn">
                                <dgm:param type="connRout" val="bend"/>
                                <dgm:param type="dim" val="1D"/>
                                <dgm:param type="endSty" val="noArr"/>
                                <dgm:param type="begPts" val="bCtr"/>
                                <dgm:param type="endPts" val="midL midR"/>
                              </dgm:alg>
                            </dgm:if>
                            <dgm:else name="Name49">
                              <dgm:alg type="conn">
                                <dgm:param type="connRout" val="bend"/>
                                <dgm:param type="dim" val="1D"/>
                                <dgm:param type="endSty" val="noArr"/>
                                <dgm:param type="begPts" val="bCtr"/>
                                <dgm:param type="endPts" val="midL midR"/>
                                <dgm:param type="srcNode" val="rootConnector1"/>
                              </dgm:alg>
                            </dgm:else>
                          </dgm:choose>
                        </dgm:if>
                        <dgm:else name="Name50">
                          <dgm:choose name="Name51">
                            <dgm:if name="Name52" axis="par ch" ptType="node asst" func="cnt" op="gte" val="1">
                              <dgm:alg type="conn">
                                <dgm:param type="connRout" val="bend"/>
                                <dgm:param type="dim" val="1D"/>
                                <dgm:param type="endSty" val="noArr"/>
                                <dgm:param type="begPts" val="bCtr"/>
                                <dgm:param type="endPts" val="midL midR"/>
                              </dgm:alg>
                            </dgm:if>
                            <dgm:else name="Name53">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54">
                  <dgm:if name="Name55" func="var" arg="hierBranch" op="equ" val="l">
                    <dgm:choose name="Name56">
                      <dgm:if name="Name57"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58">
                        <dgm:alg type="hierRoot">
                          <dgm:param type="hierAlign" val="tR"/>
                        </dgm:alg>
                        <dgm:shape xmlns:r="http://schemas.openxmlformats.org/officeDocument/2006/relationships" r:blip="">
                          <dgm:adjLst/>
                        </dgm:shape>
                        <dgm:presOf/>
                        <dgm:constrLst>
                          <dgm:constr type="alignOff" val="0.25"/>
                        </dgm:constrLst>
                      </dgm:else>
                    </dgm:choose>
                  </dgm:if>
                  <dgm:if name="Name59" func="var" arg="hierBranch" op="equ" val="r">
                    <dgm:choose name="Name60">
                      <dgm:if name="Name61"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2">
                        <dgm:alg type="hierRoot">
                          <dgm:param type="hierAlign" val="tL"/>
                        </dgm:alg>
                        <dgm:shape xmlns:r="http://schemas.openxmlformats.org/officeDocument/2006/relationships" r:blip="">
                          <dgm:adjLst/>
                        </dgm:shape>
                        <dgm:presOf/>
                        <dgm:constrLst>
                          <dgm:constr type="alignOff" val="0.25"/>
                        </dgm:constrLst>
                      </dgm:else>
                    </dgm:choose>
                  </dgm:if>
                  <dgm:if name="Name63"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64" func="var" arg="hierBranch" op="equ" val="init">
                    <dgm:alg type="hierRoot"/>
                    <dgm:shape xmlns:r="http://schemas.openxmlformats.org/officeDocument/2006/relationships" r:blip="">
                      <dgm:adjLst/>
                    </dgm:shape>
                    <dgm:presOf/>
                    <dgm:constrLst>
                      <dgm:constr type="alignOff"/>
                      <dgm:constr type="bendDist" for="des" ptType="parTrans" refType="sp" fact="0.5"/>
                    </dgm:constrLst>
                  </dgm:if>
                  <dgm:else name="Name65">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66">
                    <dgm:if name="Name67" func="var" arg="hierBranch" op="equ" val="init">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68" func="var" arg="hierBranch" op="equ" val="l">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69" func="var" arg="hierBranch" op="equ" val="r">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70">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varLst>
                      <dgm:chMax/>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2" styleLbl="fgAcc1">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71">
                    <dgm:if name="Name72" func="var" arg="hierBranch" op="equ" val="l">
                      <dgm:alg type="hierChild">
                        <dgm:param type="chAlign" val="r"/>
                        <dgm:param type="linDir" val="fromT"/>
                      </dgm:alg>
                    </dgm:if>
                    <dgm:if name="Name73" func="var" arg="hierBranch" op="equ" val="r">
                      <dgm:alg type="hierChild">
                        <dgm:param type="chAlign" val="l"/>
                        <dgm:param type="linDir" val="fromT"/>
                      </dgm:alg>
                    </dgm:if>
                    <dgm:if name="Name74" func="var" arg="hierBranch" op="equ" val="hang">
                      <dgm:choose name="Name75">
                        <dgm:if name="Name76" func="var" arg="dir" op="equ" val="norm">
                          <dgm:alg type="hierChild">
                            <dgm:param type="chAlign" val="l"/>
                            <dgm:param type="linDir" val="fromL"/>
                            <dgm:param type="secChAlign" val="t"/>
                            <dgm:param type="secLinDir" val="fromT"/>
                          </dgm:alg>
                        </dgm:if>
                        <dgm:else name="Name77">
                          <dgm:alg type="hierChild">
                            <dgm:param type="chAlign" val="l"/>
                            <dgm:param type="linDir" val="fromR"/>
                            <dgm:param type="secChAlign" val="t"/>
                            <dgm:param type="secLinDir" val="fromT"/>
                          </dgm:alg>
                        </dgm:else>
                      </dgm:choose>
                    </dgm:if>
                    <dgm:if name="Name78" func="var" arg="hierBranch" op="equ" val="std">
                      <dgm:choose name="Name79">
                        <dgm:if name="Name80" func="var" arg="dir" op="equ" val="norm">
                          <dgm:alg type="hierChild"/>
                        </dgm:if>
                        <dgm:else name="Name81">
                          <dgm:alg type="hierChild">
                            <dgm:param type="linDir" val="fromR"/>
                          </dgm:alg>
                        </dgm:else>
                      </dgm:choose>
                    </dgm:if>
                    <dgm:if name="Name82" func="var" arg="hierBranch" op="equ" val="init">
                      <dgm:choose name="Name83">
                        <dgm:if name="Name84" func="var" arg="dir" op="equ" val="norm">
                          <dgm:alg type="hierChild"/>
                        </dgm:if>
                        <dgm:else name="Name85">
                          <dgm:alg type="hierChild">
                            <dgm:param type="linDir" val="fromR"/>
                          </dgm:alg>
                        </dgm:else>
                      </dgm:choose>
                    </dgm:if>
                    <dgm:else name="Name86"/>
                  </dgm:choose>
                  <dgm:shape xmlns:r="http://schemas.openxmlformats.org/officeDocument/2006/relationships" r:blip="">
                    <dgm:adjLst/>
                  </dgm:shape>
                  <dgm:presOf/>
                  <dgm:constrLst/>
                  <dgm:ruleLst/>
                  <dgm:forEach name="Name87" ref="rep2a"/>
                </dgm:layoutNode>
                <dgm:layoutNode name="hierChild5">
                  <dgm:choose name="Name88">
                    <dgm:if name="Name89" func="var" arg="dir" op="equ" val="norm">
                      <dgm:alg type="hierChild">
                        <dgm:param type="chAlign" val="l"/>
                        <dgm:param type="linDir" val="fromL"/>
                        <dgm:param type="secChAlign" val="t"/>
                        <dgm:param type="secLinDir" val="fromT"/>
                      </dgm:alg>
                    </dgm:if>
                    <dgm:else name="Name90">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91" ref="rep2b"/>
                </dgm:layoutNode>
              </dgm:layoutNode>
            </dgm:forEach>
          </dgm:layoutNode>
          <dgm:layoutNode name="hierChild3">
            <dgm:choose name="Name92">
              <dgm:if name="Name93" func="var" arg="dir" op="equ" val="norm">
                <dgm:alg type="hierChild">
                  <dgm:param type="chAlign" val="l"/>
                  <dgm:param type="linDir" val="fromL"/>
                  <dgm:param type="secChAlign" val="t"/>
                  <dgm:param type="secLinDir" val="fromT"/>
                </dgm:alg>
              </dgm:if>
              <dgm:else name="Name94">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95" axis="precedSib" ptType="parTrans" st="-1" cnt="1">
                <dgm:layoutNode name="Name96">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97">
                  <dgm:if name="Name98" func="var" arg="hierBranch" op="equ" val="l">
                    <dgm:alg type="hierRoot">
                      <dgm:param type="hierAlign" val="tR"/>
                    </dgm:alg>
                    <dgm:shape xmlns:r="http://schemas.openxmlformats.org/officeDocument/2006/relationships" r:blip="">
                      <dgm:adjLst/>
                    </dgm:shape>
                    <dgm:presOf/>
                    <dgm:constrLst>
                      <dgm:constr type="alignOff" val="0.65"/>
                    </dgm:constrLst>
                  </dgm:if>
                  <dgm:if name="Name99" func="var" arg="hierBranch" op="equ" val="r">
                    <dgm:alg type="hierRoot">
                      <dgm:param type="hierAlign" val="tL"/>
                    </dgm:alg>
                    <dgm:shape xmlns:r="http://schemas.openxmlformats.org/officeDocument/2006/relationships" r:blip="">
                      <dgm:adjLst/>
                    </dgm:shape>
                    <dgm:presOf/>
                    <dgm:constrLst>
                      <dgm:constr type="alignOff" val="0.65"/>
                    </dgm:constrLst>
                  </dgm:if>
                  <dgm:if name="Name100" func="var" arg="hierBranch" op="equ" val="hang">
                    <dgm:alg type="hierRoot"/>
                    <dgm:shape xmlns:r="http://schemas.openxmlformats.org/officeDocument/2006/relationships" r:blip="">
                      <dgm:adjLst/>
                    </dgm:shape>
                    <dgm:presOf/>
                    <dgm:constrLst>
                      <dgm:constr type="alignOff" val="0.65"/>
                    </dgm:constrLst>
                  </dgm:if>
                  <dgm:if name="Name101"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02" func="var" arg="hierBranch" op="equ" val="init">
                    <dgm:alg type="hierRoot"/>
                    <dgm:shape xmlns:r="http://schemas.openxmlformats.org/officeDocument/2006/relationships" r:blip="">
                      <dgm:adjLst/>
                    </dgm:shape>
                    <dgm:presOf/>
                    <dgm:constrLst>
                      <dgm:constr type="alignOff"/>
                      <dgm:constr type="bendDist" for="des" ptType="parTrans" refType="sp" fact="0.5"/>
                    </dgm:constrLst>
                  </dgm:if>
                  <dgm:else name="Name103"/>
                </dgm:choose>
                <dgm:ruleLst/>
                <dgm:layoutNode name="rootComposite3">
                  <dgm:alg type="composite"/>
                  <dgm:shape xmlns:r="http://schemas.openxmlformats.org/officeDocument/2006/relationships" r:blip="">
                    <dgm:adjLst/>
                  </dgm:shape>
                  <dgm:presOf axis="self" ptType="node" cnt="1"/>
                  <dgm:choose name="Name104">
                    <dgm:if name="Name105" func="var" arg="hierBranch" op="equ" val="init">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06" func="var" arg="hierBranch" op="equ" val="l">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07" func="var" arg="hierBranch" op="equ" val="r">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08">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styleLbl="asst1">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3" styleLbl="fgAcc2">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09">
                    <dgm:if name="Name110" func="var" arg="hierBranch" op="equ" val="l">
                      <dgm:alg type="hierChild">
                        <dgm:param type="chAlign" val="r"/>
                        <dgm:param type="linDir" val="fromT"/>
                      </dgm:alg>
                    </dgm:if>
                    <dgm:if name="Name111" func="var" arg="hierBranch" op="equ" val="r">
                      <dgm:alg type="hierChild">
                        <dgm:param type="chAlign" val="l"/>
                        <dgm:param type="linDir" val="fromT"/>
                      </dgm:alg>
                    </dgm:if>
                    <dgm:if name="Name112" func="var" arg="hierBranch" op="equ" val="hang">
                      <dgm:choose name="Name113">
                        <dgm:if name="Name114" func="var" arg="dir" op="equ" val="norm">
                          <dgm:alg type="hierChild">
                            <dgm:param type="chAlign" val="l"/>
                            <dgm:param type="linDir" val="fromL"/>
                            <dgm:param type="secChAlign" val="t"/>
                            <dgm:param type="secLinDir" val="fromT"/>
                          </dgm:alg>
                        </dgm:if>
                        <dgm:else name="Name115">
                          <dgm:alg type="hierChild">
                            <dgm:param type="chAlign" val="l"/>
                            <dgm:param type="linDir" val="fromR"/>
                            <dgm:param type="secChAlign" val="t"/>
                            <dgm:param type="secLinDir" val="fromT"/>
                          </dgm:alg>
                        </dgm:else>
                      </dgm:choose>
                    </dgm:if>
                    <dgm:if name="Name116" func="var" arg="hierBranch" op="equ" val="std">
                      <dgm:choose name="Name117">
                        <dgm:if name="Name118" func="var" arg="dir" op="equ" val="norm">
                          <dgm:alg type="hierChild"/>
                        </dgm:if>
                        <dgm:else name="Name119">
                          <dgm:alg type="hierChild">
                            <dgm:param type="linDir" val="fromR"/>
                          </dgm:alg>
                        </dgm:else>
                      </dgm:choose>
                    </dgm:if>
                    <dgm:if name="Name120" func="var" arg="hierBranch" op="equ" val="init">
                      <dgm:alg type="hierChild"/>
                    </dgm:if>
                    <dgm:else name="Name121"/>
                  </dgm:choose>
                  <dgm:shape xmlns:r="http://schemas.openxmlformats.org/officeDocument/2006/relationships" r:blip="">
                    <dgm:adjLst/>
                  </dgm:shape>
                  <dgm:presOf/>
                  <dgm:constrLst/>
                  <dgm:ruleLst/>
                  <dgm:forEach name="Name122" ref="rep2a"/>
                </dgm:layoutNode>
                <dgm:layoutNode name="hierChild7">
                  <dgm:choose name="Name123">
                    <dgm:if name="Name124" func="var" arg="dir" op="equ" val="norm">
                      <dgm:alg type="hierChild">
                        <dgm:param type="chAlign" val="l"/>
                        <dgm:param type="linDir" val="fromL"/>
                        <dgm:param type="secChAlign" val="t"/>
                        <dgm:param type="secLinDir" val="fromT"/>
                      </dgm:alg>
                    </dgm:if>
                    <dgm:else name="Name12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26" ref="rep2b"/>
                </dgm:layoutNode>
              </dgm:layoutNode>
            </dgm:forEach>
          </dgm:layoutNode>
        </dgm:layoutNode>
      </dgm:forEach>
    </dgm:forEach>
  </dgm:layoutNode>
</dgm:layoutDef>
</file>

<file path=ppt/diagrams/layout101.xml><?xml version="1.0" encoding="utf-8"?>
<dgm:layoutDef xmlns:dgm="http://schemas.openxmlformats.org/drawingml/2006/diagram" xmlns:a="http://schemas.openxmlformats.org/drawingml/2006/main" uniqueId="urn:microsoft.com/office/officeart/2008/layout/HalfCircleOrganizationChart">
  <dgm:title val=""/>
  <dgm:desc val=""/>
  <dgm:catLst>
    <dgm:cat type="hierarchy" pri="1500"/>
  </dgm:catLst>
  <dgm:sampData>
    <dgm:dataModel>
      <dgm:ptLst>
        <dgm:pt modelId="0" type="doc"/>
        <dgm:pt modelId="1">
          <dgm:prSet phldr="1"/>
        </dgm:pt>
        <dgm:pt modelId="11" type="asst">
          <dgm:prSet phldr="1"/>
        </dgm:pt>
        <dgm:pt modelId="12">
          <dgm:prSet phldr="1"/>
        </dgm:pt>
        <dgm:pt modelId="13">
          <dgm:prSet phldr="1"/>
        </dgm:pt>
        <dgm:pt modelId="14">
          <dgm:prSet phldr="1"/>
        </dgm:pt>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type="asst">
          <dgm:prSet phldr="1"/>
        </dgm:pt>
        <dgm:pt modelId="12">
          <dgm:prSet phldr="1"/>
        </dgm:pt>
        <dgm:pt modelId="13">
          <dgm:prSet phldr="1"/>
        </dgm:pt>
        <dgm:pt modelId="14">
          <dgm:prSet phldr="1"/>
        </dgm:pt>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Name0">
    <dgm:varLst>
      <dgm:orgChart val="1"/>
      <dgm:chPref val="1"/>
      <dgm:dir/>
      <dgm:animOne val="branch"/>
      <dgm:animLvl val="lvl"/>
      <dgm:resizeHandles/>
    </dgm:varLst>
    <dgm:choose name="Name1">
      <dgm:if name="Name2" func="var" arg="dir" op="equ" val="norm">
        <dgm:alg type="hierChild">
          <dgm:param type="linDir" val="fromL"/>
        </dgm:alg>
      </dgm:if>
      <dgm:else name="Name3">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2" refType="w" fact="10"/>
      <dgm:constr type="h" for="des" forName="rootComposite2"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forEach name="Name4" axis="ch">
      <dgm:forEach name="Name5" axis="self" ptType="node">
        <dgm:layoutNode name="hierRoot1">
          <dgm:varLst>
            <dgm:hierBranch val="init"/>
          </dgm:varLst>
          <dgm:choose name="Name6">
            <dgm:if name="Name7" func="var" arg="hierBranch" op="equ" val="l">
              <dgm:alg type="hierRoot">
                <dgm:param type="hierAlign" val="tR"/>
              </dgm:alg>
              <dgm:constrLst>
                <dgm:constr type="alignOff" val="0.65"/>
              </dgm:constrLst>
            </dgm:if>
            <dgm:if name="Name8" func="var" arg="hierBranch" op="equ" val="r">
              <dgm:alg type="hierRoot">
                <dgm:param type="hierAlign" val="tL"/>
              </dgm:alg>
              <dgm:constrLst>
                <dgm:constr type="alignOff" val="0.65"/>
              </dgm:constrLst>
            </dgm:if>
            <dgm:if name="Name9" func="var" arg="hierBranch" op="equ" val="hang">
              <dgm:alg type="hierRoot"/>
              <dgm:constrLst>
                <dgm:constr type="alignOff" val="0.65"/>
              </dgm:constrLst>
            </dgm:if>
            <dgm:else name="Name10">
              <dgm:alg type="hierRoot"/>
              <dgm:constrLst>
                <dgm:constr type="alignOff"/>
                <dgm:constr type="bendDist" for="des" ptType="parTrans" refType="sp" fact="0.5"/>
              </dgm:constrLst>
            </dgm:else>
          </dgm:choose>
          <dgm:shape xmlns:r="http://schemas.openxmlformats.org/officeDocument/2006/relationships" r:blip="">
            <dgm:adjLst/>
          </dgm:shape>
          <dgm:presOf/>
          <dgm:layoutNode name="rootComposite1">
            <dgm:alg type="composite"/>
            <dgm:shape xmlns:r="http://schemas.openxmlformats.org/officeDocument/2006/relationships" r:blip="">
              <dgm:adjLst/>
            </dgm:shape>
            <dgm:presOf axis="self" ptType="node" cnt="1"/>
            <dgm:choose name="Name11">
              <dgm:if name="Name12" func="var" arg="hierBranch" op="equ" val="init">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if>
              <dgm:if name="Name13" func="var" arg="hierBranch" op="equ" val="l">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if>
              <dgm:if name="Name14" func="var" arg="hierBranch" op="equ" val="r">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if>
              <dgm:else name="Name15">
                <dgm:constrLst>
                  <dgm:constr type="l" for="ch" forName="rootText1"/>
                  <dgm:constr type="t" for="ch" forName="rootText1" refType="h" fact="0.18"/>
                  <dgm:constr type="w" for="ch" forName="rootText1" refType="w"/>
                  <dgm:constr type="h" for="ch" forName="rootText1" refType="h" fact="0.64"/>
                  <dgm:constr type="l" for="ch" forName="topArc1" refType="w" fact="0.25"/>
                  <dgm:constr type="t" for="ch" forName="topArc1"/>
                  <dgm:constr type="w" for="ch" forName="topArc1" refType="h" refFor="ch" refForName="topArc1"/>
                  <dgm:constr type="h" for="ch" forName="topArc1" refType="h"/>
                  <dgm:constr type="l" for="ch" forName="bottomArc1" refType="w" fact="0.25"/>
                  <dgm:constr type="t" for="ch" forName="bottomArc1"/>
                  <dgm:constr type="w" for="ch" forName="bottomArc1" refType="h" refFor="ch" refForName="bottomArc1"/>
                  <dgm:constr type="h" for="ch" forName="bottomArc1" refType="h"/>
                  <dgm:constr type="ctrX" for="ch" forName="topConnNode1" refType="w" fact="0.5"/>
                  <dgm:constr type="t" for="ch" forName="topConnNode1"/>
                  <dgm:constr type="w" for="ch" forName="topConnNode1" refType="h" fact="0.76"/>
                  <dgm:constr type="b" for="ch" forName="topConnNode1" refType="t" refFor="ch" refForName="rootText1"/>
                </dgm:constrLst>
              </dgm:else>
            </dgm:choose>
            <dgm:layoutNode name="rootText1" styleLbl="alignAcc1">
              <dgm:varLst>
                <dgm:chPref val="3"/>
              </dgm:varLst>
              <dgm:alg type="tx"/>
              <dgm:shape xmlns:r="http://schemas.openxmlformats.org/officeDocument/2006/relationships" type="rect" r:blip="" hideGeom="1">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topArc1" styleLbl="parChTrans1D1" moveWith="rootText1">
              <dgm:alg type="sp"/>
              <dgm:shape xmlns:r="http://schemas.openxmlformats.org/officeDocument/2006/relationships" type="arc" r:blip="" zOrderOff="-2">
                <dgm:adjLst>
                  <dgm:adj idx="1" val="-140"/>
                  <dgm:adj idx="2" val="-40"/>
                </dgm:adjLst>
              </dgm:shape>
              <dgm:presOf/>
            </dgm:layoutNode>
            <dgm:layoutNode name="bottomArc1" styleLbl="parChTrans1D1" moveWith="rootText1">
              <dgm:alg type="sp"/>
              <dgm:shape xmlns:r="http://schemas.openxmlformats.org/officeDocument/2006/relationships" type="arc" r:blip="" zOrderOff="-2">
                <dgm:adjLst>
                  <dgm:adj idx="1" val="40"/>
                  <dgm:adj idx="2" val="140"/>
                </dgm:adjLst>
              </dgm:shape>
              <dgm:presOf/>
            </dgm:layoutNode>
            <dgm:layoutNode name="topConnNode1" moveWith="rootText1">
              <dgm:alg type="sp"/>
              <dgm:shape xmlns:r="http://schemas.openxmlformats.org/officeDocument/2006/relationships" type="rect" r:blip="" hideGeom="1">
                <dgm:adjLst/>
              </dgm:shape>
              <dgm:presOf axis="self" ptType="node" cnt="1"/>
            </dgm:layoutNode>
          </dgm:layoutNode>
          <dgm:layoutNode name="hierChild2">
            <dgm:choose name="Name16">
              <dgm:if name="Name17" func="var" arg="hierBranch" op="equ" val="l">
                <dgm:alg type="hierChild">
                  <dgm:param type="chAlign" val="r"/>
                  <dgm:param type="linDir" val="fromT"/>
                </dgm:alg>
              </dgm:if>
              <dgm:if name="Name18" func="var" arg="hierBranch" op="equ" val="r">
                <dgm:alg type="hierChild">
                  <dgm:param type="chAlign" val="l"/>
                  <dgm:param type="linDir" val="fromT"/>
                </dgm:alg>
              </dgm:if>
              <dgm:if name="Name19" func="var" arg="hierBranch" op="equ" val="hang">
                <dgm:choose name="Name20">
                  <dgm:if name="Name21" func="var" arg="dir" op="equ" val="norm">
                    <dgm:alg type="hierChild">
                      <dgm:param type="chAlign" val="l"/>
                      <dgm:param type="linDir" val="fromL"/>
                      <dgm:param type="secChAlign" val="t"/>
                      <dgm:param type="secLinDir" val="fromT"/>
                    </dgm:alg>
                  </dgm:if>
                  <dgm:else name="Name22">
                    <dgm:alg type="hierChild">
                      <dgm:param type="chAlign" val="l"/>
                      <dgm:param type="linDir" val="fromR"/>
                      <dgm:param type="secChAlign" val="t"/>
                      <dgm:param type="secLinDir" val="fromT"/>
                    </dgm:alg>
                  </dgm:else>
                </dgm:choose>
              </dgm:if>
              <dgm:else name="Name23">
                <dgm:choose name="Name24">
                  <dgm:if name="Name25" func="var" arg="dir" op="equ" val="norm">
                    <dgm:alg type="hierChild"/>
                  </dgm:if>
                  <dgm:else name="Name26">
                    <dgm:alg type="hierChild">
                      <dgm:param type="linDir" val="fromR"/>
                    </dgm:alg>
                  </dgm:else>
                </dgm:choose>
              </dgm:else>
            </dgm:choose>
            <dgm:shape xmlns:r="http://schemas.openxmlformats.org/officeDocument/2006/relationships" r:blip="">
              <dgm:adjLst/>
            </dgm:shape>
            <dgm:presOf/>
            <dgm:forEach name="rep2a" axis="ch" ptType="nonAsst">
              <dgm:forEach name="Name27" axis="precedSib" ptType="parTrans" st="-1" cnt="1">
                <dgm:layoutNode name="Name28">
                  <dgm:choose name="Name29">
                    <dgm:if name="Name30" func="var" arg="hierBranch" op="equ" val="std">
                      <dgm:choose name="Name31">
                        <dgm:if name="Name32" axis="self" func="depth" op="lte" val="2">
                          <dgm:alg type="conn">
                            <dgm:param type="connRout" val="bend"/>
                            <dgm:param type="dim" val="1D"/>
                            <dgm:param type="endSty" val="noArr"/>
                            <dgm:param type="begPts" val="bCtr"/>
                            <dgm:param type="endPts" val="tCtr"/>
                            <dgm:param type="bendPt" val="end"/>
                            <dgm:param type="srcNode" val="bottomArc1"/>
                            <dgm:param type="dstNode" val="topArc2"/>
                          </dgm:alg>
                        </dgm:if>
                        <dgm:if name="Name33" axis="par" ptType="asst" func="cnt" op="equ" val="1">
                          <dgm:alg type="conn">
                            <dgm:param type="connRout" val="bend"/>
                            <dgm:param type="dim" val="1D"/>
                            <dgm:param type="endSty" val="noArr"/>
                            <dgm:param type="begPts" val="bCtr"/>
                            <dgm:param type="endPts" val="tCtr"/>
                            <dgm:param type="bendPt" val="end"/>
                            <dgm:param type="srcNode" val="bottomArc3"/>
                            <dgm:param type="dstNode" val="topArc2"/>
                          </dgm:alg>
                        </dgm:if>
                        <dgm:else name="Name34">
                          <dgm:alg type="conn">
                            <dgm:param type="connRout" val="bend"/>
                            <dgm:param type="dim" val="1D"/>
                            <dgm:param type="endSty" val="noArr"/>
                            <dgm:param type="begPts" val="bCtr"/>
                            <dgm:param type="endPts" val="tCtr"/>
                            <dgm:param type="bendPt" val="end"/>
                            <dgm:param type="srcNode" val="bottomArc2"/>
                            <dgm:param type="dstNode" val="topArc2"/>
                          </dgm:alg>
                        </dgm:else>
                      </dgm:choose>
                    </dgm:if>
                    <dgm:if name="Name35" func="var" arg="hierBranch" op="equ" val="init">
                      <dgm:choose name="Name36">
                        <dgm:if name="Name37" axis="self" func="depth" op="lte" val="2">
                          <dgm:choose name="Name38">
                            <dgm:if name="Name39" axis="self" func="depth" op="lte" val="2">
                              <dgm:alg type="conn">
                                <dgm:param type="connRout" val="bend"/>
                                <dgm:param type="dim" val="1D"/>
                                <dgm:param type="endSty" val="noArr"/>
                                <dgm:param type="begPts" val="bCtr"/>
                                <dgm:param type="endPts" val="tCtr"/>
                                <dgm:param type="bendPt" val="end"/>
                                <dgm:param type="srcNode" val="bottomArc1"/>
                                <dgm:param type="dstNode" val="topArc2"/>
                              </dgm:alg>
                            </dgm:if>
                            <dgm:if name="Name40" axis="par" ptType="asst" func="cnt" op="equ" val="1">
                              <dgm:alg type="conn">
                                <dgm:param type="connRout" val="bend"/>
                                <dgm:param type="dim" val="1D"/>
                                <dgm:param type="endSty" val="noArr"/>
                                <dgm:param type="begPts" val="bCtr"/>
                                <dgm:param type="endPts" val="tCtr"/>
                                <dgm:param type="bendPt" val="end"/>
                                <dgm:param type="srcNode" val="bottomArc3"/>
                                <dgm:param type="dstNode" val="topArc2"/>
                              </dgm:alg>
                            </dgm:if>
                            <dgm:else name="Name41">
                              <dgm:alg type="conn">
                                <dgm:param type="connRout" val="bend"/>
                                <dgm:param type="dim" val="1D"/>
                                <dgm:param type="endSty" val="noArr"/>
                                <dgm:param type="begPts" val="bCtr"/>
                                <dgm:param type="endPts" val="tCtr"/>
                                <dgm:param type="bendPt" val="end"/>
                                <dgm:param type="srcNode" val="bottomArc2"/>
                                <dgm:param type="dstNode" val="topArc2"/>
                              </dgm:alg>
                            </dgm:else>
                          </dgm:choose>
                        </dgm:if>
                        <dgm:else name="Name42">
                          <dgm:choose name="Name43">
                            <dgm:if name="Name44" axis="par des" func="maxDepth" op="lte" val="1">
                              <dgm:choose name="Name45">
                                <dgm:if name="Name46" axis="self" func="depth" op="lte" val="2">
                                  <dgm:alg type="conn">
                                    <dgm:param type="connRout" val="bend"/>
                                    <dgm:param type="dim" val="1D"/>
                                    <dgm:param type="endSty" val="noArr"/>
                                    <dgm:param type="begPts" val="bCtr"/>
                                    <dgm:param type="endPts" val="bL bR"/>
                                    <dgm:param type="srcNode" val="bottomArc1"/>
                                    <dgm:param type="dstNode" val="topConnNode2"/>
                                  </dgm:alg>
                                </dgm:if>
                                <dgm:if name="Name47" axis="par" ptType="asst" func="cnt" op="equ" val="1">
                                  <dgm:alg type="conn">
                                    <dgm:param type="connRout" val="bend"/>
                                    <dgm:param type="dim" val="1D"/>
                                    <dgm:param type="endSty" val="noArr"/>
                                    <dgm:param type="begPts" val="bCtr"/>
                                    <dgm:param type="endPts" val="bL bR"/>
                                    <dgm:param type="srcNode" val="bottomArc3"/>
                                    <dgm:param type="dstNode" val="topConnNode2"/>
                                  </dgm:alg>
                                </dgm:if>
                                <dgm:else name="Name48">
                                  <dgm:alg type="conn">
                                    <dgm:param type="connRout" val="bend"/>
                                    <dgm:param type="dim" val="1D"/>
                                    <dgm:param type="endSty" val="noArr"/>
                                    <dgm:param type="begPts" val="bCtr"/>
                                    <dgm:param type="endPts" val="bL bR"/>
                                    <dgm:param type="srcNode" val="bottomArc2"/>
                                    <dgm:param type="dstNode" val="topConnNode2"/>
                                  </dgm:alg>
                                </dgm:else>
                              </dgm:choose>
                            </dgm:if>
                            <dgm:else name="Name49">
                              <dgm:choose name="Name50">
                                <dgm:if name="Name51" axis="self" func="depth" op="lte" val="2">
                                  <dgm:alg type="conn">
                                    <dgm:param type="connRout" val="bend"/>
                                    <dgm:param type="dim" val="1D"/>
                                    <dgm:param type="endSty" val="noArr"/>
                                    <dgm:param type="begPts" val="bCtr"/>
                                    <dgm:param type="endPts" val="tCtr"/>
                                    <dgm:param type="bendPt" val="end"/>
                                    <dgm:param type="srcNode" val="bottomArc1"/>
                                    <dgm:param type="dstNode" val="topArc2"/>
                                  </dgm:alg>
                                </dgm:if>
                                <dgm:if name="Name52" axis="par" ptType="asst" func="cnt" op="equ" val="1">
                                  <dgm:alg type="conn">
                                    <dgm:param type="connRout" val="bend"/>
                                    <dgm:param type="dim" val="1D"/>
                                    <dgm:param type="endSty" val="noArr"/>
                                    <dgm:param type="begPts" val="bCtr"/>
                                    <dgm:param type="endPts" val="tCtr"/>
                                    <dgm:param type="bendPt" val="end"/>
                                    <dgm:param type="srcNode" val="bottomArc3"/>
                                    <dgm:param type="dstNode" val="topArc2"/>
                                  </dgm:alg>
                                </dgm:if>
                                <dgm:else name="Name53">
                                  <dgm:alg type="conn">
                                    <dgm:param type="connRout" val="bend"/>
                                    <dgm:param type="dim" val="1D"/>
                                    <dgm:param type="endSty" val="noArr"/>
                                    <dgm:param type="begPts" val="bCtr"/>
                                    <dgm:param type="endPts" val="tCtr"/>
                                    <dgm:param type="bendPt" val="end"/>
                                    <dgm:param type="srcNode" val="bottomArc2"/>
                                    <dgm:param type="dstNode" val="topArc2"/>
                                  </dgm:alg>
                                </dgm:else>
                              </dgm:choose>
                            </dgm:else>
                          </dgm:choose>
                        </dgm:else>
                      </dgm:choose>
                    </dgm:if>
                    <dgm:else name="Name54">
                      <dgm:choose name="Name55">
                        <dgm:if name="Name56" axis="self" func="depth" op="lte" val="2">
                          <dgm:alg type="conn">
                            <dgm:param type="connRout" val="bend"/>
                            <dgm:param type="dim" val="1D"/>
                            <dgm:param type="endSty" val="noArr"/>
                            <dgm:param type="begPts" val="bCtr"/>
                            <dgm:param type="endPts" val="bL bR"/>
                            <dgm:param type="srcNode" val="bottomArc1"/>
                            <dgm:param type="dstNode" val="topConnNode2"/>
                          </dgm:alg>
                        </dgm:if>
                        <dgm:if name="Name57" axis="par" ptType="asst" func="cnt" op="equ" val="1">
                          <dgm:alg type="conn">
                            <dgm:param type="connRout" val="bend"/>
                            <dgm:param type="dim" val="1D"/>
                            <dgm:param type="endSty" val="noArr"/>
                            <dgm:param type="begPts" val="bCtr"/>
                            <dgm:param type="endPts" val="bL bR"/>
                            <dgm:param type="srcNode" val="bottomArc3"/>
                            <dgm:param type="dstNode" val="topConnNode2"/>
                          </dgm:alg>
                        </dgm:if>
                        <dgm:else name="Name58">
                          <dgm:alg type="conn">
                            <dgm:param type="connRout" val="bend"/>
                            <dgm:param type="dim" val="1D"/>
                            <dgm:param type="endSty" val="noArr"/>
                            <dgm:param type="begPts" val="bCtr"/>
                            <dgm:param type="endPts" val="bL bR"/>
                            <dgm:param type="srcNode" val="bottomArc2"/>
                            <dgm:param type="dstNode" val="topConnNode2"/>
                          </dgm:alg>
                        </dgm:else>
                      </dgm:choose>
                    </dgm:else>
                  </dgm:choose>
                  <dgm:shape xmlns:r="http://schemas.openxmlformats.org/officeDocument/2006/relationships" type="conn" r:blip="" zOrderOff="-99999">
                    <dgm:adjLst/>
                  </dgm:shape>
                  <dgm:presOf axis="self"/>
                  <dgm:constrLst>
                    <dgm:constr type="begPad"/>
                    <dgm:constr type="endPad"/>
                  </dgm:constrLst>
                </dgm:layoutNode>
              </dgm:forEach>
              <dgm:layoutNode name="hierRoot2">
                <dgm:varLst>
                  <dgm:hierBranch val="init"/>
                </dgm:varLst>
                <dgm:choose name="Name59">
                  <dgm:if name="Name60" func="var" arg="hierBranch" op="equ" val="l">
                    <dgm:alg type="hierRoot">
                      <dgm:param type="hierAlign" val="tR"/>
                    </dgm:alg>
                    <dgm:shape xmlns:r="http://schemas.openxmlformats.org/officeDocument/2006/relationships" r:blip="">
                      <dgm:adjLst/>
                    </dgm:shape>
                    <dgm:presOf/>
                    <dgm:constrLst>
                      <dgm:constr type="alignOff" val="0.65"/>
                    </dgm:constrLst>
                  </dgm:if>
                  <dgm:if name="Name61" func="var" arg="hierBranch" op="equ" val="r">
                    <dgm:alg type="hierRoot">
                      <dgm:param type="hierAlign" val="tL"/>
                    </dgm:alg>
                    <dgm:shape xmlns:r="http://schemas.openxmlformats.org/officeDocument/2006/relationships" r:blip="">
                      <dgm:adjLst/>
                    </dgm:shape>
                    <dgm:presOf/>
                    <dgm:constrLst>
                      <dgm:constr type="alignOff" val="0.65"/>
                    </dgm:constrLst>
                  </dgm:if>
                  <dgm:if name="Name62"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63" func="var" arg="hierBranch" op="equ" val="init">
                    <dgm:choose name="Name64">
                      <dgm:if name="Name65" axis="des" func="maxDepth" op="lte" val="1">
                        <dgm:alg type="hierRoot">
                          <dgm:param type="hierAlign" val="tL"/>
                        </dgm:alg>
                        <dgm:shape xmlns:r="http://schemas.openxmlformats.org/officeDocument/2006/relationships" r:blip="">
                          <dgm:adjLst/>
                        </dgm:shape>
                        <dgm:presOf/>
                        <dgm:constrLst>
                          <dgm:constr type="alignOff" val="0.65"/>
                        </dgm:constrLst>
                      </dgm:if>
                      <dgm:else name="Name6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67">
                    <dgm:alg type="hierRoot"/>
                    <dgm:shape xmlns:r="http://schemas.openxmlformats.org/officeDocument/2006/relationships" r:blip="">
                      <dgm:adjLst/>
                    </dgm:shape>
                    <dgm:presOf/>
                    <dgm:constrLst>
                      <dgm:constr type="alignOff" val="0.65"/>
                    </dgm:constrLst>
                  </dgm:else>
                </dgm:choose>
                <dgm:layoutNode name="rootComposite2">
                  <dgm:alg type="composite"/>
                  <dgm:shape xmlns:r="http://schemas.openxmlformats.org/officeDocument/2006/relationships" r:blip="">
                    <dgm:adjLst/>
                  </dgm:shape>
                  <dgm:presOf axis="self" ptType="node" cnt="1"/>
                  <dgm:choose name="Name68">
                    <dgm:if name="Name69" func="var" arg="hierBranch" op="equ" val="init">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if>
                    <dgm:if name="Name70" func="var" arg="hierBranch" op="equ" val="l">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if>
                    <dgm:if name="Name71" func="var" arg="hierBranch" op="equ" val="r">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if>
                    <dgm:else name="Name72">
                      <dgm:constrLst>
                        <dgm:constr type="l" for="ch" forName="rootText2"/>
                        <dgm:constr type="t" for="ch" forName="rootText2" refType="h" fact="0.18"/>
                        <dgm:constr type="w" for="ch" forName="rootText2" refType="w"/>
                        <dgm:constr type="h" for="ch" forName="rootText2" refType="h" fact="0.64"/>
                        <dgm:constr type="l" for="ch" forName="topArc2" refType="w" fact="0.25"/>
                        <dgm:constr type="t" for="ch" forName="topArc2"/>
                        <dgm:constr type="w" for="ch" forName="topArc2" refType="h" refFor="ch" refForName="topArc2"/>
                        <dgm:constr type="h" for="ch" forName="topArc2" refType="h"/>
                        <dgm:constr type="l" for="ch" forName="bottomArc2" refType="w" fact="0.25"/>
                        <dgm:constr type="t" for="ch" forName="bottomArc2"/>
                        <dgm:constr type="w" for="ch" forName="bottomArc2" refType="h" refFor="ch" refForName="bottomArc2"/>
                        <dgm:constr type="h" for="ch" forName="bottomArc2" refType="h"/>
                        <dgm:constr type="ctrX" for="ch" forName="topConnNode2" refType="w" fact="0.5"/>
                        <dgm:constr type="t" for="ch" forName="topConnNode2"/>
                        <dgm:constr type="w" for="ch" forName="topConnNode2" refType="h" fact="0.76"/>
                        <dgm:constr type="b" for="ch" forName="topConnNode2" refType="t" refFor="ch" refForName="rootText2"/>
                      </dgm:constrLst>
                    </dgm:else>
                  </dgm:choose>
                  <dgm:layoutNode name="rootText2" styleLbl="alignAcc1">
                    <dgm:varLst>
                      <dgm:chPref val="3"/>
                    </dgm:varLst>
                    <dgm:alg type="tx"/>
                    <dgm:shape xmlns:r="http://schemas.openxmlformats.org/officeDocument/2006/relationships" type="rect" r:blip="" hideGeom="1">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topArc2" styleLbl="parChTrans1D1" moveWith="rootText2">
                    <dgm:alg type="sp"/>
                    <dgm:shape xmlns:r="http://schemas.openxmlformats.org/officeDocument/2006/relationships" type="arc" r:blip="" zOrderOff="-2">
                      <dgm:adjLst>
                        <dgm:adj idx="1" val="-140"/>
                        <dgm:adj idx="2" val="-40"/>
                      </dgm:adjLst>
                    </dgm:shape>
                    <dgm:presOf/>
                  </dgm:layoutNode>
                  <dgm:layoutNode name="bottomArc2" styleLbl="parChTrans1D1" moveWith="rootText2">
                    <dgm:alg type="sp"/>
                    <dgm:shape xmlns:r="http://schemas.openxmlformats.org/officeDocument/2006/relationships" type="arc" r:blip="" zOrderOff="-2">
                      <dgm:adjLst>
                        <dgm:adj idx="1" val="40"/>
                        <dgm:adj idx="2" val="140"/>
                      </dgm:adjLst>
                    </dgm:shape>
                    <dgm:presOf/>
                  </dgm:layoutNode>
                  <dgm:layoutNode name="topConnNode2" moveWith="rootText2">
                    <dgm:alg type="sp"/>
                    <dgm:shape xmlns:r="http://schemas.openxmlformats.org/officeDocument/2006/relationships" type="rect" r:blip="" hideGeom="1">
                      <dgm:adjLst/>
                    </dgm:shape>
                    <dgm:presOf axis="self" ptType="node" cnt="1"/>
                  </dgm:layoutNode>
                </dgm:layoutNode>
                <dgm:layoutNode name="hierChild4">
                  <dgm:choose name="Name73">
                    <dgm:if name="Name74" func="var" arg="hierBranch" op="equ" val="l">
                      <dgm:alg type="hierChild">
                        <dgm:param type="chAlign" val="r"/>
                        <dgm:param type="linDir" val="fromT"/>
                      </dgm:alg>
                    </dgm:if>
                    <dgm:if name="Name75" func="var" arg="hierBranch" op="equ" val="r">
                      <dgm:alg type="hierChild">
                        <dgm:param type="chAlign" val="l"/>
                        <dgm:param type="linDir" val="fromT"/>
                      </dgm:alg>
                    </dgm:if>
                    <dgm:if name="Name76" func="var" arg="hierBranch" op="equ" val="hang">
                      <dgm:choose name="Name77">
                        <dgm:if name="Name78" func="var" arg="dir" op="equ" val="norm">
                          <dgm:alg type="hierChild">
                            <dgm:param type="chAlign" val="l"/>
                            <dgm:param type="linDir" val="fromL"/>
                            <dgm:param type="secChAlign" val="t"/>
                            <dgm:param type="secLinDir" val="fromT"/>
                          </dgm:alg>
                        </dgm:if>
                        <dgm:else name="Name79">
                          <dgm:alg type="hierChild">
                            <dgm:param type="chAlign" val="l"/>
                            <dgm:param type="linDir" val="fromR"/>
                            <dgm:param type="secChAlign" val="t"/>
                            <dgm:param type="secLinDir" val="fromT"/>
                          </dgm:alg>
                        </dgm:else>
                      </dgm:choose>
                    </dgm:if>
                    <dgm:if name="Name80" func="var" arg="hierBranch" op="equ" val="std">
                      <dgm:choose name="Name81">
                        <dgm:if name="Name82" func="var" arg="dir" op="equ" val="norm">
                          <dgm:alg type="hierChild"/>
                        </dgm:if>
                        <dgm:else name="Name83">
                          <dgm:alg type="hierChild">
                            <dgm:param type="linDir" val="fromR"/>
                          </dgm:alg>
                        </dgm:else>
                      </dgm:choose>
                    </dgm:if>
                    <dgm:if name="Name84" func="var" arg="hierBranch" op="equ" val="init">
                      <dgm:choose name="Name85">
                        <dgm:if name="Name86" axis="des" func="maxDepth" op="lte" val="1">
                          <dgm:alg type="hierChild">
                            <dgm:param type="chAlign" val="l"/>
                            <dgm:param type="linDir" val="fromT"/>
                          </dgm:alg>
                        </dgm:if>
                        <dgm:else name="Name87">
                          <dgm:choose name="Name88">
                            <dgm:if name="Name89" func="var" arg="dir" op="equ" val="norm">
                              <dgm:alg type="hierChild"/>
                            </dgm:if>
                            <dgm:else name="Name90">
                              <dgm:alg type="hierChild">
                                <dgm:param type="linDir" val="fromR"/>
                              </dgm:alg>
                            </dgm:else>
                          </dgm:choose>
                        </dgm:else>
                      </dgm:choose>
                    </dgm:if>
                    <dgm:else name="Name91"/>
                  </dgm:choose>
                  <dgm:shape xmlns:r="http://schemas.openxmlformats.org/officeDocument/2006/relationships" r:blip="">
                    <dgm:adjLst/>
                  </dgm:shape>
                  <dgm:presOf/>
                  <dgm:forEach name="Name92" ref="rep2a"/>
                </dgm:layoutNode>
                <dgm:layoutNode name="hierChild5">
                  <dgm:choose name="Name93">
                    <dgm:if name="Name94" func="var" arg="dir" op="equ" val="norm">
                      <dgm:alg type="hierChild">
                        <dgm:param type="chAlign" val="l"/>
                        <dgm:param type="linDir" val="fromL"/>
                        <dgm:param type="secChAlign" val="t"/>
                        <dgm:param type="secLinDir" val="fromT"/>
                      </dgm:alg>
                    </dgm:if>
                    <dgm:else name="Name95">
                      <dgm:alg type="hierChild">
                        <dgm:param type="chAlign" val="l"/>
                        <dgm:param type="linDir" val="fromR"/>
                        <dgm:param type="secChAlign" val="t"/>
                        <dgm:param type="secLinDir" val="fromT"/>
                      </dgm:alg>
                    </dgm:else>
                  </dgm:choose>
                  <dgm:shape xmlns:r="http://schemas.openxmlformats.org/officeDocument/2006/relationships" r:blip="">
                    <dgm:adjLst/>
                  </dgm:shape>
                  <dgm:presOf/>
                  <dgm:forEach name="Name96" ref="rep2b"/>
                </dgm:layoutNode>
              </dgm:layoutNode>
            </dgm:forEach>
          </dgm:layoutNode>
          <dgm:layoutNode name="hierChild3">
            <dgm:choose name="Name97">
              <dgm:if name="Name98" func="var" arg="dir" op="equ" val="norm">
                <dgm:alg type="hierChild">
                  <dgm:param type="chAlign" val="l"/>
                  <dgm:param type="linDir" val="fromL"/>
                  <dgm:param type="secChAlign" val="t"/>
                  <dgm:param type="secLinDir" val="fromT"/>
                </dgm:alg>
              </dgm:if>
              <dgm:else name="Name99">
                <dgm:alg type="hierChild">
                  <dgm:param type="chAlign" val="l"/>
                  <dgm:param type="linDir" val="fromR"/>
                  <dgm:param type="secChAlign" val="t"/>
                  <dgm:param type="secLinDir" val="fromT"/>
                </dgm:alg>
              </dgm:else>
            </dgm:choose>
            <dgm:shape xmlns:r="http://schemas.openxmlformats.org/officeDocument/2006/relationships" r:blip="">
              <dgm:adjLst/>
            </dgm:shape>
            <dgm:presOf/>
            <dgm:forEach name="rep2b" axis="ch" ptType="asst">
              <dgm:forEach name="Name100" axis="precedSib" ptType="parTrans" st="-1" cnt="1">
                <dgm:layoutNode name="Name101">
                  <dgm:choose name="Name102">
                    <dgm:if name="Name103" axis="self" func="depth" op="lte" val="2">
                      <dgm:alg type="conn">
                        <dgm:param type="connRout" val="bend"/>
                        <dgm:param type="dim" val="1D"/>
                        <dgm:param type="endSty" val="noArr"/>
                        <dgm:param type="begPts" val="bCtr"/>
                        <dgm:param type="endPts" val="bL bR"/>
                        <dgm:param type="srcNode" val="bottomArc1"/>
                        <dgm:param type="dstNode" val="topConnNode3"/>
                      </dgm:alg>
                    </dgm:if>
                    <dgm:if name="Name104" axis="par" ptType="asst" func="cnt" op="equ" val="1">
                      <dgm:alg type="conn">
                        <dgm:param type="connRout" val="bend"/>
                        <dgm:param type="dim" val="1D"/>
                        <dgm:param type="endSty" val="noArr"/>
                        <dgm:param type="begPts" val="bCtr"/>
                        <dgm:param type="endPts" val="bL bR"/>
                        <dgm:param type="srcNode" val="bottomArc3"/>
                        <dgm:param type="dstNode" val="topConnNode3"/>
                      </dgm:alg>
                    </dgm:if>
                    <dgm:else name="Name105">
                      <dgm:alg type="conn">
                        <dgm:param type="connRout" val="bend"/>
                        <dgm:param type="dim" val="1D"/>
                        <dgm:param type="endSty" val="noArr"/>
                        <dgm:param type="begPts" val="bCtr"/>
                        <dgm:param type="endPts" val="bL bR"/>
                        <dgm:param type="srcNode" val="bottomArc2"/>
                        <dgm:param type="dstNode" val="topConnNode3"/>
                      </dgm:alg>
                    </dgm:else>
                  </dgm:choose>
                  <dgm:shape xmlns:r="http://schemas.openxmlformats.org/officeDocument/2006/relationships" type="conn" r:blip="" zOrderOff="-99999">
                    <dgm:adjLst/>
                  </dgm:shape>
                  <dgm:presOf axis="self"/>
                  <dgm:constrLst>
                    <dgm:constr type="begPad"/>
                    <dgm:constr type="endPad"/>
                  </dgm:constrLst>
                </dgm:layoutNode>
              </dgm:forEach>
              <dgm:layoutNode name="hierRoot3">
                <dgm:varLst>
                  <dgm:hierBranch val="init"/>
                </dgm:varLst>
                <dgm:choose name="Name106">
                  <dgm:if name="Name107" func="var" arg="hierBranch" op="equ" val="l">
                    <dgm:alg type="hierRoot">
                      <dgm:param type="hierAlign" val="tR"/>
                    </dgm:alg>
                    <dgm:shape xmlns:r="http://schemas.openxmlformats.org/officeDocument/2006/relationships" r:blip="">
                      <dgm:adjLst/>
                    </dgm:shape>
                    <dgm:presOf/>
                    <dgm:constrLst>
                      <dgm:constr type="alignOff" val="0.65"/>
                    </dgm:constrLst>
                  </dgm:if>
                  <dgm:if name="Name108" func="var" arg="hierBranch" op="equ" val="r">
                    <dgm:alg type="hierRoot">
                      <dgm:param type="hierAlign" val="tL"/>
                    </dgm:alg>
                    <dgm:shape xmlns:r="http://schemas.openxmlformats.org/officeDocument/2006/relationships" r:blip="">
                      <dgm:adjLst/>
                    </dgm:shape>
                    <dgm:presOf/>
                    <dgm:constrLst>
                      <dgm:constr type="alignOff" val="0.65"/>
                    </dgm:constrLst>
                  </dgm:if>
                  <dgm:if name="Name109" func="var" arg="hierBranch" op="equ" val="hang">
                    <dgm:alg type="hierRoot"/>
                    <dgm:shape xmlns:r="http://schemas.openxmlformats.org/officeDocument/2006/relationships" r:blip="">
                      <dgm:adjLst/>
                    </dgm:shape>
                    <dgm:presOf/>
                    <dgm:constrLst>
                      <dgm:constr type="alignOff" val="0.65"/>
                    </dgm:constrLst>
                  </dgm:if>
                  <dgm:if name="Name110"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1" func="var" arg="hierBranch" op="equ" val="init">
                    <dgm:choose name="Name112">
                      <dgm:if name="Name113" axis="des" func="maxDepth" op="lte" val="1">
                        <dgm:alg type="hierRoot">
                          <dgm:param type="hierAlign" val="tL"/>
                        </dgm:alg>
                        <dgm:shape xmlns:r="http://schemas.openxmlformats.org/officeDocument/2006/relationships" r:blip="">
                          <dgm:adjLst/>
                        </dgm:shape>
                        <dgm:presOf/>
                        <dgm:constrLst>
                          <dgm:constr type="alignOff" val="0.65"/>
                        </dgm:constrLst>
                      </dgm:if>
                      <dgm:else name="Name114">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15"/>
                </dgm:choose>
                <dgm:layoutNode name="rootComposite3">
                  <dgm:alg type="composite"/>
                  <dgm:shape xmlns:r="http://schemas.openxmlformats.org/officeDocument/2006/relationships" r:blip="">
                    <dgm:adjLst/>
                  </dgm:shape>
                  <dgm:presOf axis="self" ptType="node" cnt="1"/>
                  <dgm:choose name="Name116">
                    <dgm:if name="Name117" func="var" arg="hierBranch" op="equ" val="init">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if>
                    <dgm:if name="Name118" func="var" arg="hierBranch" op="equ" val="l">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if>
                    <dgm:if name="Name119" func="var" arg="hierBranch" op="equ" val="r">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if>
                    <dgm:else name="Name120">
                      <dgm:constrLst>
                        <dgm:constr type="l" for="ch" forName="rootText3"/>
                        <dgm:constr type="t" for="ch" forName="rootText3" refType="h" fact="0.18"/>
                        <dgm:constr type="w" for="ch" forName="rootText3" refType="w"/>
                        <dgm:constr type="h" for="ch" forName="rootText3" refType="h" fact="0.64"/>
                        <dgm:constr type="l" for="ch" forName="topArc3" refType="w" fact="0.25"/>
                        <dgm:constr type="t" for="ch" forName="topArc3"/>
                        <dgm:constr type="w" for="ch" forName="topArc3" refType="h" refFor="ch" refForName="topArc3"/>
                        <dgm:constr type="h" for="ch" forName="topArc3" refType="h"/>
                        <dgm:constr type="l" for="ch" forName="bottomArc3" refType="w" fact="0.25"/>
                        <dgm:constr type="t" for="ch" forName="bottomArc3"/>
                        <dgm:constr type="w" for="ch" forName="bottomArc3" refType="h" refFor="ch" refForName="bottomArc3"/>
                        <dgm:constr type="h" for="ch" forName="bottomArc3" refType="h"/>
                        <dgm:constr type="ctrX" for="ch" forName="topConnNode3" refType="w" fact="0.5"/>
                        <dgm:constr type="t" for="ch" forName="topConnNode3"/>
                        <dgm:constr type="w" for="ch" forName="topConnNode3" refType="h" fact="0.76"/>
                        <dgm:constr type="b" for="ch" forName="topConnNode3" refType="t" refFor="ch" refForName="rootText3"/>
                      </dgm:constrLst>
                    </dgm:else>
                  </dgm:choose>
                  <dgm:layoutNode name="rootText3" styleLbl="alignAcc1">
                    <dgm:varLst>
                      <dgm:chPref val="3"/>
                    </dgm:varLst>
                    <dgm:alg type="tx"/>
                    <dgm:shape xmlns:r="http://schemas.openxmlformats.org/officeDocument/2006/relationships" type="rect" r:blip="" hideGeom="1">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topArc3" styleLbl="parChTrans1D1" moveWith="rootText3">
                    <dgm:alg type="sp"/>
                    <dgm:shape xmlns:r="http://schemas.openxmlformats.org/officeDocument/2006/relationships" type="arc" r:blip="" zOrderOff="-2">
                      <dgm:adjLst>
                        <dgm:adj idx="1" val="-140"/>
                        <dgm:adj idx="2" val="-40"/>
                      </dgm:adjLst>
                    </dgm:shape>
                    <dgm:presOf/>
                  </dgm:layoutNode>
                  <dgm:layoutNode name="bottomArc3" styleLbl="parChTrans1D1" moveWith="rootText3">
                    <dgm:alg type="sp"/>
                    <dgm:shape xmlns:r="http://schemas.openxmlformats.org/officeDocument/2006/relationships" type="arc" r:blip="" zOrderOff="-2">
                      <dgm:adjLst>
                        <dgm:adj idx="1" val="40"/>
                        <dgm:adj idx="2" val="140"/>
                      </dgm:adjLst>
                    </dgm:shape>
                    <dgm:presOf/>
                  </dgm:layoutNode>
                  <dgm:layoutNode name="topConnNode3" moveWith="rootText3">
                    <dgm:alg type="sp"/>
                    <dgm:shape xmlns:r="http://schemas.openxmlformats.org/officeDocument/2006/relationships" type="rect" r:blip="" hideGeom="1">
                      <dgm:adjLst/>
                    </dgm:shape>
                    <dgm:presOf axis="self" ptType="node" cnt="1"/>
                  </dgm:layoutNode>
                </dgm:layoutNode>
                <dgm:layoutNode name="hierChild6">
                  <dgm:choose name="Name121">
                    <dgm:if name="Name122" func="var" arg="hierBranch" op="equ" val="l">
                      <dgm:alg type="hierChild">
                        <dgm:param type="chAlign" val="r"/>
                        <dgm:param type="linDir" val="fromT"/>
                      </dgm:alg>
                    </dgm:if>
                    <dgm:if name="Name123" func="var" arg="hierBranch" op="equ" val="r">
                      <dgm:alg type="hierChild">
                        <dgm:param type="chAlign" val="l"/>
                        <dgm:param type="linDir" val="fromT"/>
                      </dgm:alg>
                    </dgm:if>
                    <dgm:if name="Name124" func="var" arg="hierBranch" op="equ" val="hang">
                      <dgm:choose name="Name125">
                        <dgm:if name="Name126" func="var" arg="dir" op="equ" val="norm">
                          <dgm:alg type="hierChild">
                            <dgm:param type="chAlign" val="l"/>
                            <dgm:param type="linDir" val="fromL"/>
                            <dgm:param type="secChAlign" val="t"/>
                            <dgm:param type="secLinDir" val="fromT"/>
                          </dgm:alg>
                        </dgm:if>
                        <dgm:else name="Name127">
                          <dgm:alg type="hierChild">
                            <dgm:param type="chAlign" val="l"/>
                            <dgm:param type="linDir" val="fromR"/>
                            <dgm:param type="secChAlign" val="t"/>
                            <dgm:param type="secLinDir" val="fromT"/>
                          </dgm:alg>
                        </dgm:else>
                      </dgm:choose>
                    </dgm:if>
                    <dgm:if name="Name128" func="var" arg="hierBranch" op="equ" val="std">
                      <dgm:choose name="Name129">
                        <dgm:if name="Name130" func="var" arg="dir" op="equ" val="norm">
                          <dgm:alg type="hierChild"/>
                        </dgm:if>
                        <dgm:else name="Name131">
                          <dgm:alg type="hierChild">
                            <dgm:param type="linDir" val="fromR"/>
                          </dgm:alg>
                        </dgm:else>
                      </dgm:choose>
                    </dgm:if>
                    <dgm:if name="Name132" func="var" arg="hierBranch" op="equ" val="init">
                      <dgm:choose name="Name133">
                        <dgm:if name="Name134" axis="des" func="maxDepth" op="lte" val="1">
                          <dgm:alg type="hierChild">
                            <dgm:param type="chAlign" val="l"/>
                            <dgm:param type="linDir" val="fromT"/>
                          </dgm:alg>
                        </dgm:if>
                        <dgm:else name="Name135">
                          <dgm:alg type="hierChild"/>
                        </dgm:else>
                      </dgm:choose>
                    </dgm:if>
                    <dgm:else name="Name136"/>
                  </dgm:choose>
                  <dgm:shape xmlns:r="http://schemas.openxmlformats.org/officeDocument/2006/relationships" r:blip="">
                    <dgm:adjLst/>
                  </dgm:shape>
                  <dgm:presOf/>
                  <dgm:forEach name="Name137" ref="rep2a"/>
                </dgm:layoutNode>
                <dgm:layoutNode name="hierChild7">
                  <dgm:choose name="Name138">
                    <dgm:if name="Name139" func="var" arg="dir" op="equ" val="norm">
                      <dgm:alg type="hierChild">
                        <dgm:param type="chAlign" val="l"/>
                        <dgm:param type="linDir" val="fromL"/>
                        <dgm:param type="secChAlign" val="t"/>
                        <dgm:param type="secLinDir" val="fromT"/>
                      </dgm:alg>
                    </dgm:if>
                    <dgm:else name="Name140">
                      <dgm:alg type="hierChild">
                        <dgm:param type="chAlign" val="l"/>
                        <dgm:param type="linDir" val="fromR"/>
                        <dgm:param type="secChAlign" val="t"/>
                        <dgm:param type="secLinDir" val="fromT"/>
                      </dgm:alg>
                    </dgm:else>
                  </dgm:choose>
                  <dgm:shape xmlns:r="http://schemas.openxmlformats.org/officeDocument/2006/relationships" r:blip="">
                    <dgm:adjLst/>
                  </dgm:shape>
                  <dgm:presOf/>
                  <dgm:forEach name="Name141" ref="rep2b"/>
                </dgm:layoutNode>
              </dgm:layoutNode>
            </dgm:forEach>
          </dgm:layoutNode>
        </dgm:layoutNode>
      </dgm:forEach>
    </dgm:forEach>
  </dgm:layoutNode>
</dgm:layoutDef>
</file>

<file path=ppt/diagrams/layout102.xml><?xml version="1.0" encoding="utf-8"?>
<dgm:layoutDef xmlns:dgm="http://schemas.openxmlformats.org/drawingml/2006/diagram" xmlns:a="http://schemas.openxmlformats.org/drawingml/2006/main" uniqueId="urn:microsoft.com/office/officeart/2009/layout/CirclePictureHierarchy">
  <dgm:title val=""/>
  <dgm:desc val=""/>
  <dgm:catLst>
    <dgm:cat type="hierarchy" pri="1750"/>
    <dgm:cat type="picture" pri="23000"/>
    <dgm:cat type="pictureconvert" pri="2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5"/>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h" for="ch" forName="image" refType="h" fact="0.8"/>
              <dgm:constr type="w" for="ch" forName="image" refType="h" refFor="ch" refForName="image"/>
              <dgm:constr type="t" for="ch" forName="image" refType="h" fact="0.1"/>
              <dgm:constr type="l" for="ch" forName="image"/>
              <dgm:constr type="w" for="ch" forName="text" refType="w" fact="0.6"/>
              <dgm:constr type="h" for="ch" forName="text" refType="h" fact="0.8"/>
              <dgm:constr type="t" for="ch" forName="text" refType="w" fact="0.04"/>
              <dgm:constr type="l" for="ch" forName="text" refType="w" fact="0.4"/>
            </dgm:constrLst>
            <dgm:ruleLst/>
            <dgm:layoutNode name="image" styleLbl="node0">
              <dgm:alg type="sp"/>
              <dgm:shape xmlns:r="http://schemas.openxmlformats.org/officeDocument/2006/relationships" type="ellipse" r:blip="" blipPhldr="1">
                <dgm:adjLst/>
              </dgm:shape>
              <dgm:presOf/>
              <dgm:constrLst/>
              <dgm:ruleLst/>
            </dgm:layoutNode>
            <dgm:layoutNode name="text" styleLbl="revTx">
              <dgm:varLst>
                <dgm:chPref val="3"/>
              </dgm:varLst>
              <dgm:alg type="tx">
                <dgm:param type="parTxLTRAlign" val="l"/>
                <dgm:param type="parTxRTLAlign" val="r"/>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image"/>
                    <dgm:param type="dstNode" val="image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h" for="ch" forName="image2" refType="h" fact="0.8"/>
                      <dgm:constr type="w" for="ch" forName="image2" refType="h" refFor="ch" refForName="image2"/>
                      <dgm:constr type="t" for="ch" forName="image2" refType="h" fact="0.1"/>
                      <dgm:constr type="l" for="ch" forName="image2"/>
                      <dgm:constr type="w" for="ch" forName="text2" refType="w" fact="0.6"/>
                      <dgm:constr type="h" for="ch" forName="text2" refType="h" fact="0.8"/>
                      <dgm:constr type="t" for="ch" forName="text2" refType="w" fact="0.04"/>
                      <dgm:constr type="l" for="ch" forName="text2" refType="w" fact="0.4"/>
                    </dgm:constrLst>
                    <dgm:ruleLst/>
                    <dgm:layoutNode name="image2">
                      <dgm:alg type="sp"/>
                      <dgm:shape xmlns:r="http://schemas.openxmlformats.org/officeDocument/2006/relationships" type="ellipse" r:blip="" blipPhldr="1">
                        <dgm:adjLst/>
                      </dgm:shape>
                      <dgm:presOf/>
                      <dgm:constrLst/>
                      <dgm:ruleLst/>
                    </dgm:layoutNode>
                    <dgm:layoutNode name="text2" styleLbl="revTx">
                      <dgm:varLst>
                        <dgm:chPref val="3"/>
                      </dgm:varLst>
                      <dgm:alg type="tx">
                        <dgm:param type="parTxLTRAlign" val="l"/>
                        <dgm:param type="parTxRTLAlign" val="r"/>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image2"/>
                            <dgm:param type="dstNode" val="image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h" for="ch" forName="image3" refType="h" fact="0.8"/>
                              <dgm:constr type="w" for="ch" forName="image3" refType="h" refFor="ch" refForName="image3"/>
                              <dgm:constr type="t" for="ch" forName="image3" refType="h" fact="0.1"/>
                              <dgm:constr type="l" for="ch" forName="image3"/>
                              <dgm:constr type="w" for="ch" forName="text3" refType="w" fact="0.6"/>
                              <dgm:constr type="h" for="ch" forName="text3" refType="h" fact="0.8"/>
                              <dgm:constr type="t" for="ch" forName="text3" refType="w" fact="0.04"/>
                              <dgm:constr type="l" for="ch" forName="text3" refType="w" fact="0.4"/>
                            </dgm:constrLst>
                            <dgm:ruleLst/>
                            <dgm:layoutNode name="image3">
                              <dgm:alg type="sp"/>
                              <dgm:shape xmlns:r="http://schemas.openxmlformats.org/officeDocument/2006/relationships" type="ellipse" r:blip="" blipPhldr="1">
                                <dgm:adjLst/>
                              </dgm:shape>
                              <dgm:presOf/>
                              <dgm:constrLst/>
                              <dgm:ruleLst/>
                            </dgm:layoutNode>
                            <dgm:layoutNode name="text3" styleLbl="revTx">
                              <dgm:varLst>
                                <dgm:chPref val="3"/>
                              </dgm:varLst>
                              <dgm:alg type="tx">
                                <dgm:param type="parTxLTRAlign" val="l"/>
                                <dgm:param type="parTxRTLAlign" val="r"/>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image3"/>
                                        <dgm:param type="dstNode" val="image4"/>
                                      </dgm:alg>
                                    </dgm:if>
                                    <dgm:else name="Name26">
                                      <dgm:alg type="conn">
                                        <dgm:param type="dim" val="1D"/>
                                        <dgm:param type="endSty" val="noArr"/>
                                        <dgm:param type="connRout" val="bend"/>
                                        <dgm:param type="bendPt" val="end"/>
                                        <dgm:param type="begPts" val="bCtr"/>
                                        <dgm:param type="endPts" val="tCtr"/>
                                        <dgm:param type="srcNode" val="image4"/>
                                        <dgm:param type="dstNode" val="image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h" for="ch" forName="image4" refType="h" fact="0.8"/>
                                      <dgm:constr type="w" for="ch" forName="image4" refType="h" refFor="ch" refForName="image4"/>
                                      <dgm:constr type="t" for="ch" forName="image4" refType="h" fact="0.1"/>
                                      <dgm:constr type="l" for="ch" forName="image4"/>
                                      <dgm:constr type="w" for="ch" forName="text4" refType="w" fact="0.6"/>
                                      <dgm:constr type="h" for="ch" forName="text4" refType="h" fact="0.8"/>
                                      <dgm:constr type="t" for="ch" forName="text4" refType="w" fact="0.04"/>
                                      <dgm:constr type="l" for="ch" forName="text4" refType="w" fact="0.4"/>
                                    </dgm:constrLst>
                                    <dgm:ruleLst/>
                                    <dgm:layoutNode name="image4">
                                      <dgm:alg type="sp"/>
                                      <dgm:shape xmlns:r="http://schemas.openxmlformats.org/officeDocument/2006/relationships" type="ellipse" r:blip="" blipPhldr="1">
                                        <dgm:adjLst/>
                                      </dgm:shape>
                                      <dgm:presOf/>
                                      <dgm:constrLst/>
                                      <dgm:ruleLst/>
                                    </dgm:layoutNode>
                                    <dgm:layoutNode name="text4" styleLbl="revTx">
                                      <dgm:varLst>
                                        <dgm:chPref val="3"/>
                                      </dgm:varLst>
                                      <dgm:alg type="tx">
                                        <dgm:param type="parTxLTRAlign" val="l"/>
                                        <dgm:param type="parTxRTLAlign" val="r"/>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0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04.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105.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106.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layout107.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108.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109.xml><?xml version="1.0" encoding="utf-8"?>
<dgm:layoutDef xmlns:dgm="http://schemas.openxmlformats.org/drawingml/2006/diagram" xmlns:a="http://schemas.openxmlformats.org/drawingml/2006/main" uniqueId="urn:microsoft.com/office/officeart/2005/8/layout/hierarchy5">
  <dgm:title val=""/>
  <dgm:desc val=""/>
  <dgm:catLst>
    <dgm:cat type="hierarchy" pri="6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resOf/>
    <dgm:shape xmlns:r="http://schemas.openxmlformats.org/officeDocument/2006/relationships" r:blip="">
      <dgm:adjLst/>
    </dgm:shape>
    <dgm:choose name="Name0">
      <dgm:if name="Name1" axis="ch" ptType="node" func="cnt" op="gte" val="2">
        <dgm:choose name="Name2">
          <dgm:if name="Name3" func="var" arg="dir" op="equ" val="norm">
            <dgm:constrLst>
              <dgm:constr type="l" for="ch" forName="hierFlow"/>
              <dgm:constr type="t" for="ch" forName="hierFlow" refType="h" fact="0.3"/>
              <dgm:constr type="r" for="ch" forName="hierFlow" refType="w" fact="0.98"/>
              <dgm:constr type="b" for="ch" forName="hierFlow" refType="h" fact="0.96"/>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if>
          <dgm:else name="Name4">
            <dgm:constrLst>
              <dgm:constr type="l" for="ch" forName="hierFlow" refType="w" fact="0.02"/>
              <dgm:constr type="t" for="ch" forName="hierFlow" refType="h" fact="0.3"/>
              <dgm:constr type="r" for="ch" forName="hierFlow" refType="w"/>
              <dgm:constr type="b" for="ch" forName="hierFlow" refType="h" fact="0.96"/>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else>
    </dgm:choose>
    <dgm:ruleLst/>
    <dgm:layoutNode name="hierFlow">
      <dgm:choose name="Name6">
        <dgm:if name="Name7" func="var" arg="dir" op="equ" val="norm">
          <dgm:alg type="lin">
            <dgm:param type="linDir" val="fromL"/>
            <dgm:param type="nodeVertAlign" val="mid"/>
            <dgm:param type="vertAlign" val="mid"/>
            <dgm:param type="nodeHorzAlign" val="l"/>
            <dgm:param type="horzAlign" val="l"/>
            <dgm:param type="fallback" val="2D"/>
          </dgm:alg>
        </dgm:if>
        <dgm:else name="Name8">
          <dgm:alg type="lin">
            <dgm:param type="linDir" val="fromR"/>
            <dgm:param type="nodeVertAlign" val="mid"/>
            <dgm:param type="vertAlign" val="mid"/>
            <dgm:param type="nodeHorzAlign" val="r"/>
            <dgm:param type="horzAlign" val="r"/>
            <dgm:param type="fallback" val="2D"/>
          </dgm:alg>
        </dgm:else>
      </dgm:choose>
      <dgm:shape xmlns:r="http://schemas.openxmlformats.org/officeDocument/2006/relationships" r:blip="">
        <dgm:adjLst/>
      </dgm:shape>
      <dgm:presOf/>
      <dgm:constrLst>
        <dgm:constr type="primFontSz" for="des" ptType="node" op="equ" val="65"/>
        <dgm:constr type="primFontSz" for="des" forName="connTx" op="equ" val="55"/>
        <dgm:constr type="primFontSz" for="des" forName="connTx" refType="primFontSz" refFor="des" refPtType="node" op="lte" fact="0.8"/>
      </dgm:constrLst>
      <dgm:ruleLst/>
      <dgm:choose name="Name9">
        <dgm:if name="Name10" axis="ch" ptType="node" func="cnt" op="gte" val="2">
          <dgm:layoutNode name="firstBuf">
            <dgm:alg type="sp"/>
            <dgm:shape xmlns:r="http://schemas.openxmlformats.org/officeDocument/2006/relationships" r:blip="">
              <dgm:adjLst/>
            </dgm:shape>
            <dgm:presOf/>
            <dgm:constrLst/>
            <dgm:ruleLst/>
          </dgm:layoutNode>
        </dgm:if>
        <dgm:else name="Name11"/>
      </dgm:choose>
      <dgm:layoutNode name="hierChild1">
        <dgm:varLst>
          <dgm:chPref val="1"/>
          <dgm:animOne val="branch"/>
          <dgm:animLvl val="lvl"/>
        </dgm:varLst>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constrLst/>
        <dgm:ruleLst/>
        <dgm:forEach name="Name15" axis="ch" cnt="3">
          <dgm:forEach name="Name16" axis="self" ptType="node">
            <dgm:layoutNode name="Name17">
              <dgm:choose name="Name18">
                <dgm:if name="Name19" func="var" arg="dir" op="equ" val="norm">
                  <dgm:alg type="hierRoot">
                    <dgm:param type="hierAlign" val="lCtrCh"/>
                  </dgm:alg>
                </dgm:if>
                <dgm:else name="Name20">
                  <dgm:alg type="hierRoot">
                    <dgm:param type="hierAlign" val="rCtrCh"/>
                  </dgm:alg>
                </dgm:else>
              </dgm:choose>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hierChild2">
                <dgm:choose name="Name21">
                  <dgm:if name="Name22" func="var" arg="dir" op="equ" val="norm">
                    <dgm:alg type="hierChild">
                      <dgm:param type="linDir" val="fromT"/>
                      <dgm:param type="chAlign" val="l"/>
                    </dgm:alg>
                  </dgm:if>
                  <dgm:else name="Name23">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24" axis="self" ptType="parTrans" cnt="1">
                    <dgm:layoutNode name="Name25">
                      <dgm:choose name="Name26">
                        <dgm:if name="Name27" func="var" arg="dir" op="equ" val="norm">
                          <dgm:alg type="conn">
                            <dgm:param type="dim" val="1D"/>
                            <dgm:param type="begPts" val="midR"/>
                            <dgm:param type="endPts" val="midL"/>
                            <dgm:param type="endSty" val="noArr"/>
                          </dgm:alg>
                        </dgm:if>
                        <dgm:else name="Name28">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29" axis="self" ptType="node">
                    <dgm:layoutNode name="Name30">
                      <dgm:choose name="Name31">
                        <dgm:if name="Name32" func="var" arg="dir" op="equ" val="norm">
                          <dgm:alg type="hierRoot">
                            <dgm:param type="hierAlign" val="lCtrCh"/>
                          </dgm:alg>
                        </dgm:if>
                        <dgm:else name="Name33">
                          <dgm:alg type="hierRoot">
                            <dgm:param type="hierAlign" val="rCtrCh"/>
                          </dgm:alg>
                        </dgm:else>
                      </dgm:choose>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hierChild3">
                        <dgm:choose name="Name34">
                          <dgm:if name="Name35" func="var" arg="dir" op="equ" val="norm">
                            <dgm:alg type="hierChild">
                              <dgm:param type="linDir" val="fromT"/>
                              <dgm:param type="chAlign" val="l"/>
                            </dgm:alg>
                          </dgm:if>
                          <dgm:else name="Name36">
                            <dgm:alg type="hierChild">
                              <dgm:param type="linDir" val="fromT"/>
                              <dgm:param type="chAlign" val="r"/>
                            </dgm:alg>
                          </dgm:else>
                        </dgm:choose>
                        <dgm:shape xmlns:r="http://schemas.openxmlformats.org/officeDocument/2006/relationships" r:blip="">
                          <dgm:adjLst/>
                        </dgm:shape>
                        <dgm:presOf/>
                        <dgm:constrLst/>
                        <dgm:ruleLst/>
                        <dgm:forEach name="Name37" ref="repeat"/>
                      </dgm:layoutNode>
                    </dgm:layoutNode>
                  </dgm:forEach>
                </dgm:forEach>
              </dgm:layoutNode>
            </dgm:layoutNode>
          </dgm:forEach>
        </dgm:forEach>
      </dgm:layoutNode>
    </dgm:layoutNode>
    <dgm:layoutNode name="bgShapesFlow">
      <dgm:choose name="Name38">
        <dgm:if name="Name39" func="var" arg="dir" op="equ" val="norm">
          <dgm:alg type="lin">
            <dgm:param type="linDir" val="fromL"/>
            <dgm:param type="nodeVertAlign" val="mid"/>
            <dgm:param type="vertAlign" val="mid"/>
            <dgm:param type="nodeHorzAlign" val="l"/>
            <dgm:param type="horzAlign" val="l"/>
          </dgm:alg>
        </dgm:if>
        <dgm:else name="Name40">
          <dgm:alg type="lin">
            <dgm:param type="linDir" val="fromR"/>
            <dgm:param type="nodeVertAlign" val="mid"/>
            <dgm:param type="vertAlign" val="mid"/>
            <dgm:param type="nodeHorzAlign" val="r"/>
            <dgm:param type="horzAlign" val="r"/>
          </dgm:alg>
        </dgm:else>
      </dgm:choose>
      <dgm:shape xmlns:r="http://schemas.openxmlformats.org/officeDocument/2006/relationships" r:blip="">
        <dgm:adjLst/>
      </dgm:shape>
      <dgm:presOf/>
      <dgm:constrLst>
        <dgm:constr type="w" for="ch" forName="rectComp" refType="w"/>
        <dgm:constr type="h" for="ch" forName="rectComp" refType="h"/>
        <dgm:constr type="h" for="des" forName="bgRect" refType="h"/>
        <dgm:constr type="primFontSz" for="des" forName="bgRectTx" op="equ" val="65"/>
      </dgm:constrLst>
      <dgm:ruleLst/>
      <dgm:forEach name="Name41" axis="ch" ptType="node" st="2">
        <dgm:layoutNode name="rectComp">
          <dgm:alg type="composite"/>
          <dgm:shape xmlns:r="http://schemas.openxmlformats.org/officeDocument/2006/relationships" r:blip="">
            <dgm:adjLst/>
          </dgm:shape>
          <dgm:presOf/>
          <dgm:constrLst>
            <dgm:constr type="userA"/>
            <dgm:constr type="l" for="ch" forName="bgRect"/>
            <dgm:constr type="t" for="ch" forName="bgRect"/>
            <dgm:constr type="w" for="ch" forName="bgRect" refType="userA" fact="1.2"/>
            <dgm:constr type="l" for="ch" forName="bgRectTx"/>
            <dgm:constr type="t" for="ch" forName="bgRectTx"/>
            <dgm:constr type="h" for="ch" forName="bgRectTx" refType="h" refFor="ch" refForName="bgRect" fact="0.3"/>
            <dgm:constr type="w" for="ch" forName="bgRectTx" refType="w" refFor="ch" refForName="bgRect" op="equ"/>
          </dgm:constrLst>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shape xmlns:r="http://schemas.openxmlformats.org/officeDocument/2006/relationships" type="rect" r:blip="" zOrderOff="-999" hideGeom="1">
              <dgm:adjLst/>
            </dgm:shape>
            <dgm:presOf axis="desOrSelf" ptType="node"/>
            <dgm:constrLst/>
            <dgm:ruleLst>
              <dgm:rule type="primFontSz" val="5" fact="NaN" max="NaN"/>
            </dgm:ruleLst>
          </dgm:layoutNode>
        </dgm:layoutNode>
        <dgm:choose name="Name42">
          <dgm:if name="Name43" axis="self" ptType="node" func="revPos" op="gte" val="2">
            <dgm:layoutNode name="spComp">
              <dgm:alg type="composite"/>
              <dgm:shape xmlns:r="http://schemas.openxmlformats.org/officeDocument/2006/relationships" r:blip="">
                <dgm:adjLst/>
              </dgm:shape>
              <dgm:presOf/>
              <dgm:constrLst>
                <dgm:constr type="userA"/>
                <dgm:constr type="userB"/>
                <dgm:constr type="l" for="ch" forName="hSp"/>
                <dgm:constr type="t" for="ch" forName="hSp"/>
                <dgm:constr type="w" for="ch" forName="hSp" refType="userB"/>
                <dgm:constr type="wOff" for="ch" forName="hSp" refType="userA" fact="-0.2"/>
              </dgm:constrLst>
              <dgm:ruleLst/>
              <dgm:layoutNode name="hSp">
                <dgm:alg type="sp"/>
                <dgm:shape xmlns:r="http://schemas.openxmlformats.org/officeDocument/2006/relationships" r:blip="">
                  <dgm:adjLst/>
                </dgm:shape>
                <dgm:presOf/>
                <dgm:constrLst/>
                <dgm:ruleLst/>
              </dgm:layoutNode>
            </dgm:layoutNode>
          </dgm:if>
          <dgm:else name="Name44"/>
        </dgm:choose>
      </dgm:forEach>
    </dgm:layoutNode>
  </dgm:layoutNode>
</dgm:layoutDef>
</file>

<file path=ppt/diagrams/layout110.xml><?xml version="1.0" encoding="utf-8"?>
<dgm:layoutDef xmlns:dgm="http://schemas.openxmlformats.org/drawingml/2006/diagram" xmlns:a="http://schemas.openxmlformats.org/drawingml/2006/main" uniqueId="urn:microsoft.com/office/officeart/2005/8/layout/balance1">
  <dgm:title val=""/>
  <dgm:desc val=""/>
  <dgm:catLst>
    <dgm:cat type="relationship" pri="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23">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25" srcId="2" destId="23" srcOrd="0" destOrd="0"/>
      </dgm:cxnLst>
      <dgm:bg/>
      <dgm:whole/>
    </dgm:dataModel>
  </dgm:sampData>
  <dgm:styleData>
    <dgm:dataModel>
      <dgm:ptLst>
        <dgm:pt modelId="0" type="doc"/>
        <dgm:pt modelId="1"/>
        <dgm:pt modelId="11"/>
        <dgm:pt modelId="12"/>
        <dgm:pt modelId="2"/>
        <dgm:pt modelId="21"/>
        <dgm:pt modelId="22"/>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tyleData>
  <dgm:clrData>
    <dgm:dataModel>
      <dgm:ptLst>
        <dgm:pt modelId="0" type="doc"/>
        <dgm:pt modelId="1"/>
        <dgm:pt modelId="11"/>
        <dgm:pt modelId="12"/>
        <dgm:pt modelId="13"/>
        <dgm:pt modelId="2"/>
        <dgm:pt modelId="21"/>
        <dgm:pt modelId="22"/>
        <dgm:pt modelId="23"/>
      </dgm:ptLst>
      <dgm:cxnLst>
        <dgm:cxn modelId="4" srcId="0" destId="1" srcOrd="0" destOrd="0"/>
        <dgm:cxn modelId="5" srcId="0" destId="2" srcOrd="1" destOrd="0"/>
        <dgm:cxn modelId="15" srcId="1" destId="11" srcOrd="0" destOrd="0"/>
        <dgm:cxn modelId="16" srcId="1" destId="12" srcOrd="0" destOrd="0"/>
        <dgm:cxn modelId="17" srcId="1" destId="13" srcOrd="0" destOrd="0"/>
        <dgm:cxn modelId="25" srcId="2" destId="21" srcOrd="0" destOrd="0"/>
        <dgm:cxn modelId="26" srcId="2" destId="22" srcOrd="0" destOrd="0"/>
        <dgm:cxn modelId="27" srcId="2" destId="23" srcOrd="0" destOrd="0"/>
      </dgm:cxnLst>
      <dgm:bg/>
      <dgm:whole/>
    </dgm:dataModel>
  </dgm:clrData>
  <dgm:layoutNode name="outerComposite">
    <dgm:varLst>
      <dgm:chMax val="2"/>
      <dgm:animLvl val="lvl"/>
      <dgm:resizeHandles val="exact"/>
    </dgm:varLst>
    <dgm:alg type="composite">
      <dgm:param type="ar" val="1"/>
    </dgm:alg>
    <dgm:shape xmlns:r="http://schemas.openxmlformats.org/officeDocument/2006/relationships" r:blip="">
      <dgm:adjLst/>
    </dgm:shape>
    <dgm:presOf/>
    <dgm:constrLst>
      <dgm:constr type="h" for="ch" forName="parentComposite" refType="h" refFor="ch" refForName="dummyMaxCanvas" op="equ" fact="0.2"/>
      <dgm:constr type="t" for="ch" forName="parentComposite"/>
      <dgm:constr type="h" for="ch" forName="childrenComposite" refType="h" refFor="ch" refForName="dummyMaxCanvas" op="equ" fact="0.8"/>
      <dgm:constr type="t" for="ch" forName="childrenComposite" refType="h" refFor="ch" refForName="dummyMaxCanvas" fact="0.2"/>
    </dgm:constrLst>
    <dgm:ruleLst/>
    <dgm:layoutNode name="dummyMaxCanvas">
      <dgm:alg type="sp"/>
      <dgm:shape xmlns:r="http://schemas.openxmlformats.org/officeDocument/2006/relationships" r:blip="">
        <dgm:adjLst/>
      </dgm:shape>
      <dgm:presOf/>
      <dgm:constrLst/>
      <dgm:ruleLst/>
    </dgm:layoutNode>
    <dgm:layoutNode name="parentComposite">
      <dgm:alg type="composite"/>
      <dgm:shape xmlns:r="http://schemas.openxmlformats.org/officeDocument/2006/relationships" r:blip="">
        <dgm:adjLst/>
      </dgm:shape>
      <dgm:presOf/>
      <dgm:constrLst>
        <dgm:constr type="w" for="ch" forName="parent1" refType="w" fact="0.36"/>
        <dgm:constr type="ctrX" for="ch" forName="parent1" refType="w" fact="0.24"/>
        <dgm:constr type="w" for="ch" forName="parent2" refType="w" fact="0.36"/>
        <dgm:constr type="ctrX" for="ch" forName="parent2" refType="w" fact="0.76"/>
        <dgm:constr type="primFontSz" for="ch" ptType="node" op="equ"/>
      </dgm:constrLst>
      <dgm:ruleLst/>
      <dgm:layoutNode name="parent1" styleLbl="alignAccFollowNode1">
        <dgm:varLst>
          <dgm:chMax val="4"/>
        </dgm:varLst>
        <dgm:alg type="tx"/>
        <dgm:shape xmlns:r="http://schemas.openxmlformats.org/officeDocument/2006/relationships" type="roundRect" r:blip="">
          <dgm:adjLst>
            <dgm:adj idx="1" val="0.1"/>
          </dgm:adjLst>
        </dgm:shape>
        <dgm:presOf axis="ch" ptType="node"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2" styleLbl="alignAccFollowNode1">
        <dgm:varLst>
          <dgm:chMax val="4"/>
        </dgm:varLst>
        <dgm:alg type="tx"/>
        <dgm:shape xmlns:r="http://schemas.openxmlformats.org/officeDocument/2006/relationships" type="roundRect" r:blip="">
          <dgm:adjLst>
            <dgm:adj idx="1" val="0.1"/>
          </dgm:adjLst>
        </dgm:shape>
        <dgm:presOf axis="ch" ptType="node" st="2"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layoutNode name="childrenComposite">
      <dgm:alg type="composite"/>
      <dgm:shape xmlns:r="http://schemas.openxmlformats.org/officeDocument/2006/relationships" r:blip="">
        <dgm:adjLst/>
      </dgm:shape>
      <dgm:presOf/>
      <dgm:constrLst>
        <dgm:constr type="primFontSz" for="ch" ptType="node" op="equ" val="65"/>
        <dgm:constr type="w" for="ch" forName="fulcrum" refType="w" fact="0.15"/>
        <dgm:constr type="h" for="ch" forName="fulcrum" refType="w" refFor="ch" refForName="fulcrum"/>
        <dgm:constr type="b" for="ch" forName="fulcrum" refType="h"/>
        <dgm:constr type="ctrX" for="ch" forName="fulcrum" refType="w" fact="0.5"/>
        <dgm:constr type="w" for="ch" forName="balance_00" refType="w" fact="0.9"/>
        <dgm:constr type="h" for="ch" forName="balance_00" refType="h" fact="0.076"/>
        <dgm:constr type="b" for="ch" forName="balance_00" refType="h" fact="0.81"/>
        <dgm:constr type="ctrX" for="ch" forName="balance_00" refType="w" fact="0.5"/>
        <dgm:constr type="w" for="ch" forName="balance_01" refType="w"/>
        <dgm:constr type="h" for="ch" forName="balance_01" refType="h" fact="0.157"/>
        <dgm:constr type="b" for="ch" forName="balance_01" refType="h" fact="0.85"/>
        <dgm:constr type="ctrX" for="ch" forName="balance_01" refType="w" fact="0.5"/>
        <dgm:constr type="w" for="ch" forName="balance_02" refType="w"/>
        <dgm:constr type="h" for="ch" forName="balance_02" refType="h" fact="0.157"/>
        <dgm:constr type="b" for="ch" forName="balance_02" refType="h" fact="0.85"/>
        <dgm:constr type="ctrX" for="ch" forName="balance_02" refType="w" fact="0.5"/>
        <dgm:constr type="w" for="ch" forName="balance_03" refType="w"/>
        <dgm:constr type="h" for="ch" forName="balance_03" refType="h" fact="0.157"/>
        <dgm:constr type="b" for="ch" forName="balance_03" refType="h" fact="0.85"/>
        <dgm:constr type="ctrX" for="ch" forName="balance_03" refType="w" fact="0.5"/>
        <dgm:constr type="w" for="ch" forName="balance_04" refType="w"/>
        <dgm:constr type="h" for="ch" forName="balance_04" refType="h" fact="0.157"/>
        <dgm:constr type="b" for="ch" forName="balance_04" refType="h" fact="0.85"/>
        <dgm:constr type="ctrX" for="ch" forName="balance_04" refType="w" fact="0.5"/>
        <dgm:constr type="w" for="ch" forName="balance_10" refType="w"/>
        <dgm:constr type="h" for="ch" forName="balance_10" refType="h" fact="0.157"/>
        <dgm:constr type="b" for="ch" forName="balance_10" refType="h" fact="0.85"/>
        <dgm:constr type="ctrX" for="ch" forName="balance_10" refType="w" fact="0.5"/>
        <dgm:constr type="w" for="ch" forName="balance_11" refType="w" fact="0.9"/>
        <dgm:constr type="h" for="ch" forName="balance_11" refType="h" fact="0.076"/>
        <dgm:constr type="b" for="ch" forName="balance_11" refType="h" fact="0.81"/>
        <dgm:constr type="ctrX" for="ch" forName="balance_11" refType="w" fact="0.5"/>
        <dgm:constr type="w" for="ch" forName="balance_12" refType="w"/>
        <dgm:constr type="h" for="ch" forName="balance_12" refType="h" fact="0.157"/>
        <dgm:constr type="b" for="ch" forName="balance_12" refType="h" fact="0.85"/>
        <dgm:constr type="ctrX" for="ch" forName="balance_12" refType="w" fact="0.5"/>
        <dgm:constr type="w" for="ch" forName="balance_13" refType="w"/>
        <dgm:constr type="h" for="ch" forName="balance_13" refType="h" fact="0.157"/>
        <dgm:constr type="b" for="ch" forName="balance_13" refType="h" fact="0.85"/>
        <dgm:constr type="ctrX" for="ch" forName="balance_13" refType="w" fact="0.5"/>
        <dgm:constr type="w" for="ch" forName="balance_14" refType="w"/>
        <dgm:constr type="h" for="ch" forName="balance_14" refType="h" fact="0.157"/>
        <dgm:constr type="b" for="ch" forName="balance_14" refType="h" fact="0.85"/>
        <dgm:constr type="ctrX" for="ch" forName="balance_14" refType="w" fact="0.5"/>
        <dgm:constr type="w" for="ch" forName="balance_20" refType="w"/>
        <dgm:constr type="h" for="ch" forName="balance_20" refType="h" fact="0.157"/>
        <dgm:constr type="b" for="ch" forName="balance_20" refType="h" fact="0.85"/>
        <dgm:constr type="ctrX" for="ch" forName="balance_20" refType="w" fact="0.5"/>
        <dgm:constr type="w" for="ch" forName="balance_21" refType="w"/>
        <dgm:constr type="h" for="ch" forName="balance_21" refType="h" fact="0.157"/>
        <dgm:constr type="b" for="ch" forName="balance_21" refType="h" fact="0.85"/>
        <dgm:constr type="ctrX" for="ch" forName="balance_21" refType="w" fact="0.5"/>
        <dgm:constr type="w" for="ch" forName="balance_22" refType="w" fact="0.9"/>
        <dgm:constr type="h" for="ch" forName="balance_22" refType="h" fact="0.076"/>
        <dgm:constr type="b" for="ch" forName="balance_22" refType="h" fact="0.81"/>
        <dgm:constr type="ctrX" for="ch" forName="balance_22" refType="w" fact="0.5"/>
        <dgm:constr type="w" for="ch" forName="balance_23" refType="w"/>
        <dgm:constr type="h" for="ch" forName="balance_23" refType="h" fact="0.157"/>
        <dgm:constr type="b" for="ch" forName="balance_23" refType="h" fact="0.85"/>
        <dgm:constr type="ctrX" for="ch" forName="balance_23" refType="w" fact="0.5"/>
        <dgm:constr type="w" for="ch" forName="balance_24" refType="w"/>
        <dgm:constr type="h" for="ch" forName="balance_24" refType="h" fact="0.157"/>
        <dgm:constr type="b" for="ch" forName="balance_24" refType="h" fact="0.85"/>
        <dgm:constr type="ctrX" for="ch" forName="balance_24" refType="w" fact="0.5"/>
        <dgm:constr type="w" for="ch" forName="balance_30" refType="w"/>
        <dgm:constr type="h" for="ch" forName="balance_30" refType="h" fact="0.157"/>
        <dgm:constr type="b" for="ch" forName="balance_30" refType="h" fact="0.85"/>
        <dgm:constr type="ctrX" for="ch" forName="balance_30" refType="w" fact="0.5"/>
        <dgm:constr type="w" for="ch" forName="balance_31" refType="w"/>
        <dgm:constr type="h" for="ch" forName="balance_31" refType="h" fact="0.157"/>
        <dgm:constr type="b" for="ch" forName="balance_31" refType="h" fact="0.85"/>
        <dgm:constr type="ctrX" for="ch" forName="balance_31" refType="w" fact="0.5"/>
        <dgm:constr type="w" for="ch" forName="balance_32" refType="w"/>
        <dgm:constr type="h" for="ch" forName="balance_32" refType="h" fact="0.157"/>
        <dgm:constr type="b" for="ch" forName="balance_32" refType="h" fact="0.85"/>
        <dgm:constr type="ctrX" for="ch" forName="balance_32" refType="w" fact="0.5"/>
        <dgm:constr type="w" for="ch" forName="balance_33" refType="w" fact="0.9"/>
        <dgm:constr type="h" for="ch" forName="balance_33" refType="h" fact="0.076"/>
        <dgm:constr type="b" for="ch" forName="balance_33" refType="h" fact="0.81"/>
        <dgm:constr type="ctrX" for="ch" forName="balance_33" refType="w" fact="0.5"/>
        <dgm:constr type="w" for="ch" forName="balance_34" refType="w"/>
        <dgm:constr type="h" for="ch" forName="balance_34" refType="h" fact="0.157"/>
        <dgm:constr type="b" for="ch" forName="balance_34" refType="h" fact="0.85"/>
        <dgm:constr type="ctrX" for="ch" forName="balance_34" refType="w" fact="0.5"/>
        <dgm:constr type="w" for="ch" forName="balance_40" refType="w"/>
        <dgm:constr type="h" for="ch" forName="balance_40" refType="h" fact="0.157"/>
        <dgm:constr type="b" for="ch" forName="balance_40" refType="h" fact="0.85"/>
        <dgm:constr type="ctrX" for="ch" forName="balance_40" refType="w" fact="0.5"/>
        <dgm:constr type="w" for="ch" forName="balance_41" refType="w"/>
        <dgm:constr type="h" for="ch" forName="balance_41" refType="h" fact="0.157"/>
        <dgm:constr type="b" for="ch" forName="balance_41" refType="h" fact="0.85"/>
        <dgm:constr type="ctrX" for="ch" forName="balance_41" refType="w" fact="0.5"/>
        <dgm:constr type="w" for="ch" forName="balance_42" refType="w"/>
        <dgm:constr type="h" for="ch" forName="balance_42" refType="h" fact="0.157"/>
        <dgm:constr type="b" for="ch" forName="balance_42" refType="h" fact="0.85"/>
        <dgm:constr type="ctrX" for="ch" forName="balance_42" refType="w" fact="0.5"/>
        <dgm:constr type="w" for="ch" forName="balance_43" refType="w"/>
        <dgm:constr type="h" for="ch" forName="balance_43" refType="h" fact="0.157"/>
        <dgm:constr type="b" for="ch" forName="balance_43" refType="h" fact="0.85"/>
        <dgm:constr type="ctrX" for="ch" forName="balance_43" refType="w" fact="0.5"/>
        <dgm:constr type="w" for="ch" forName="balance_44" refType="w" fact="0.9"/>
        <dgm:constr type="h" for="ch" forName="balance_44" refType="h" fact="0.076"/>
        <dgm:constr type="b" for="ch" forName="balance_44" refType="h" fact="0.81"/>
        <dgm:constr type="ctrX" for="ch" forName="balance_44" refType="w" fact="0.5"/>
        <dgm:constr type="w" for="ch" forName="right_01_1" refType="w" fact="0.4"/>
        <dgm:constr type="h" for="ch" forName="right_01_1" refType="h" fact="0.7"/>
        <dgm:constr type="b" for="ch" forName="right_01_1" refType="h" fact="0.76"/>
        <dgm:constr type="ctrX" for="ch" forName="right_01_1" refType="w" fact="0.78"/>
        <dgm:constr type="w" for="ch" forName="left_10_1" refType="w" fact="0.4"/>
        <dgm:constr type="h" for="ch" forName="left_10_1" refType="h" fact="0.7"/>
        <dgm:constr type="b" for="ch" forName="left_10_1" refType="h" fact="0.76"/>
        <dgm:constr type="ctrX" for="ch" forName="left_10_1" refType="w" fact="0.22"/>
        <dgm:constr type="w" for="ch" forName="right_11_1" refType="w" fact="0.36"/>
        <dgm:constr type="h" for="ch" forName="right_11_1" refType="h" fact="0.67"/>
        <dgm:constr type="b" for="ch" forName="right_11_1" refType="h" fact="0.725"/>
        <dgm:constr type="ctrX" for="ch" forName="right_11_1" refType="w" fact="0.76"/>
        <dgm:constr type="w" for="ch" forName="left_11_1" refType="w" fact="0.36"/>
        <dgm:constr type="h" for="ch" forName="left_11_1" refType="h" fact="0.67"/>
        <dgm:constr type="b" for="ch" forName="left_11_1" refType="h" fact="0.725"/>
        <dgm:constr type="ctrX" for="ch" forName="left_11_1" refType="w" fact="0.24"/>
        <dgm:constr type="w" for="ch" forName="right_02_1" refType="w" fact="0.388"/>
        <dgm:constr type="h" for="ch" forName="right_02_1" refType="h" fact="0.36"/>
        <dgm:constr type="b" for="ch" forName="right_02_1" refType="h" fact="0.76"/>
        <dgm:constr type="ctrX" for="ch" forName="right_02_1" refType="w" fact="0.77"/>
        <dgm:constr type="w" for="ch" forName="right_02_2" refType="w" fact="0.388"/>
        <dgm:constr type="h" for="ch" forName="right_02_2" refType="h" fact="0.36"/>
        <dgm:constr type="b" for="ch" forName="right_02_2" refType="h" fact="0.42"/>
        <dgm:constr type="ctrX" for="ch" forName="right_02_2" refType="w" fact="0.79"/>
        <dgm:constr type="w" for="ch" forName="left_20_1" refType="w" fact="0.388"/>
        <dgm:constr type="h" for="ch" forName="left_20_1" refType="h" fact="0.36"/>
        <dgm:constr type="b" for="ch" forName="left_20_1" refType="h" fact="0.76"/>
        <dgm:constr type="ctrX" for="ch" forName="left_20_1" refType="w" fact="0.23"/>
        <dgm:constr type="w" for="ch" forName="left_20_2" refType="w" fact="0.388"/>
        <dgm:constr type="h" for="ch" forName="left_20_2" refType="h" fact="0.36"/>
        <dgm:constr type="b" for="ch" forName="left_20_2" refType="h" fact="0.42"/>
        <dgm:constr type="ctrX" for="ch" forName="left_20_2" refType="w" fact="0.21"/>
        <dgm:constr type="w" for="ch" forName="right_12_1" refType="w" fact="0.388"/>
        <dgm:constr type="h" for="ch" forName="right_12_1" refType="h" fact="0.36"/>
        <dgm:constr type="b" for="ch" forName="right_12_1" refType="h" fact="0.76"/>
        <dgm:constr type="ctrX" for="ch" forName="right_12_1" refType="w" fact="0.77"/>
        <dgm:constr type="w" for="ch" forName="right_12_2" refType="w" fact="0.388"/>
        <dgm:constr type="h" for="ch" forName="right_12_2" refType="h" fact="0.36"/>
        <dgm:constr type="b" for="ch" forName="right_12_2" refType="h" fact="0.42"/>
        <dgm:constr type="ctrX" for="ch" forName="right_12_2" refType="w" fact="0.79"/>
        <dgm:constr type="w" for="ch" forName="left_12_1" refType="w" fact="0.388"/>
        <dgm:constr type="h" for="ch" forName="left_12_1" refType="h" fact="0.36"/>
        <dgm:constr type="b" for="ch" forName="left_12_1" refType="h" fact="0.715"/>
        <dgm:constr type="ctrX" for="ch" forName="left_12_1" refType="w" fact="0.255"/>
        <dgm:constr type="w" for="ch" forName="right_22_1" refType="w" fact="0.36"/>
        <dgm:constr type="h" for="ch" forName="right_22_1" refType="h" fact="0.32"/>
        <dgm:constr type="b" for="ch" forName="right_22_1" refType="h" fact="0.725"/>
        <dgm:constr type="ctrX" for="ch" forName="right_22_1" refType="w" fact="0.76"/>
        <dgm:constr type="w" for="ch" forName="right_22_2" refType="w" fact="0.36"/>
        <dgm:constr type="h" for="ch" forName="right_22_2" refType="h" fact="0.32"/>
        <dgm:constr type="b" for="ch" forName="right_22_2" refType="h" fact="0.39"/>
        <dgm:constr type="ctrX" for="ch" forName="right_22_2" refType="w" fact="0.76"/>
        <dgm:constr type="w" for="ch" forName="left_22_1" refType="w" fact="0.36"/>
        <dgm:constr type="h" for="ch" forName="left_22_1" refType="h" fact="0.32"/>
        <dgm:constr type="b" for="ch" forName="left_22_1" refType="h" fact="0.725"/>
        <dgm:constr type="ctrX" for="ch" forName="left_22_1" refType="w" fact="0.24"/>
        <dgm:constr type="w" for="ch" forName="left_22_2" refType="w" fact="0.36"/>
        <dgm:constr type="h" for="ch" forName="left_22_2" refType="h" fact="0.32"/>
        <dgm:constr type="b" for="ch" forName="left_22_2" refType="h" fact="0.39"/>
        <dgm:constr type="ctrX" for="ch" forName="left_22_2" refType="w" fact="0.24"/>
        <dgm:constr type="w" for="ch" forName="left_21_1" refType="w" fact="0.388"/>
        <dgm:constr type="h" for="ch" forName="left_21_1" refType="h" fact="0.36"/>
        <dgm:constr type="b" for="ch" forName="left_21_1" refType="h" fact="0.76"/>
        <dgm:constr type="ctrX" for="ch" forName="left_21_1" refType="w" fact="0.23"/>
        <dgm:constr type="w" for="ch" forName="left_21_2" refType="w" fact="0.388"/>
        <dgm:constr type="h" for="ch" forName="left_21_2" refType="h" fact="0.36"/>
        <dgm:constr type="b" for="ch" forName="left_21_2" refType="h" fact="0.42"/>
        <dgm:constr type="ctrX" for="ch" forName="left_21_2" refType="w" fact="0.21"/>
        <dgm:constr type="w" for="ch" forName="right_21_1" refType="w" fact="0.388"/>
        <dgm:constr type="h" for="ch" forName="right_21_1" refType="h" fact="0.36"/>
        <dgm:constr type="b" for="ch" forName="right_21_1" refType="h" fact="0.715"/>
        <dgm:constr type="ctrX" for="ch" forName="right_21_1" refType="w" fact="0.745"/>
        <dgm:constr type="w" for="ch" forName="right_03_1" refType="w" fact="0.37"/>
        <dgm:constr type="h" for="ch" forName="right_03_1" refType="h" fact="0.24"/>
        <dgm:constr type="b" for="ch" forName="right_03_1" refType="h" fact="0.76"/>
        <dgm:constr type="ctrX" for="ch" forName="right_03_1" refType="w" fact="0.77"/>
        <dgm:constr type="w" for="ch" forName="right_03_2" refType="w" fact="0.37"/>
        <dgm:constr type="h" for="ch" forName="right_03_2" refType="h" fact="0.24"/>
        <dgm:constr type="b" for="ch" forName="right_03_2" refType="h" fact="0.535"/>
        <dgm:constr type="ctrX" for="ch" forName="right_03_2" refType="w" fact="0.783"/>
        <dgm:constr type="w" for="ch" forName="right_03_3" refType="w" fact="0.37"/>
        <dgm:constr type="h" for="ch" forName="right_03_3" refType="h" fact="0.24"/>
        <dgm:constr type="b" for="ch" forName="right_03_3" refType="h" fact="0.315"/>
        <dgm:constr type="ctrX" for="ch" forName="right_03_3" refType="w" fact="0.796"/>
        <dgm:constr type="w" for="ch" forName="left_30_1" refType="w" fact="0.37"/>
        <dgm:constr type="h" for="ch" forName="left_30_1" refType="h" fact="0.24"/>
        <dgm:constr type="b" for="ch" forName="left_30_1" refType="h" fact="0.76"/>
        <dgm:constr type="ctrX" for="ch" forName="left_30_1" refType="w" fact="0.23"/>
        <dgm:constr type="w" for="ch" forName="left_30_2" refType="w" fact="0.37"/>
        <dgm:constr type="h" for="ch" forName="left_30_2" refType="h" fact="0.24"/>
        <dgm:constr type="b" for="ch" forName="left_30_2" refType="h" fact="0.535"/>
        <dgm:constr type="ctrX" for="ch" forName="left_30_2" refType="w" fact="0.217"/>
        <dgm:constr type="w" for="ch" forName="left_30_3" refType="w" fact="0.37"/>
        <dgm:constr type="h" for="ch" forName="left_30_3" refType="h" fact="0.24"/>
        <dgm:constr type="b" for="ch" forName="left_30_3" refType="h" fact="0.315"/>
        <dgm:constr type="ctrX" for="ch" forName="left_30_3" refType="w" fact="0.204"/>
        <dgm:constr type="w" for="ch" forName="right_13_1" refType="w" fact="0.37"/>
        <dgm:constr type="h" for="ch" forName="right_13_1" refType="h" fact="0.24"/>
        <dgm:constr type="b" for="ch" forName="right_13_1" refType="h" fact="0.76"/>
        <dgm:constr type="ctrX" for="ch" forName="right_13_1" refType="w" fact="0.77"/>
        <dgm:constr type="w" for="ch" forName="right_13_2" refType="w" fact="0.37"/>
        <dgm:constr type="h" for="ch" forName="right_13_2" refType="h" fact="0.24"/>
        <dgm:constr type="b" for="ch" forName="right_13_2" refType="h" fact="0.535"/>
        <dgm:constr type="ctrX" for="ch" forName="right_13_2" refType="w" fact="0.783"/>
        <dgm:constr type="w" for="ch" forName="right_13_3" refType="w" fact="0.37"/>
        <dgm:constr type="h" for="ch" forName="right_13_3" refType="h" fact="0.24"/>
        <dgm:constr type="b" for="ch" forName="right_13_3" refType="h" fact="0.315"/>
        <dgm:constr type="ctrX" for="ch" forName="right_13_3" refType="w" fact="0.796"/>
        <dgm:constr type="w" for="ch" forName="left_13_1" refType="w" fact="0.37"/>
        <dgm:constr type="h" for="ch" forName="left_13_1" refType="h" fact="0.24"/>
        <dgm:constr type="b" for="ch" forName="left_13_1" refType="h" fact="0.715"/>
        <dgm:constr type="ctrX" for="ch" forName="left_13_1" refType="w" fact="0.255"/>
        <dgm:constr type="w" for="ch" forName="left_31_1" refType="w" fact="0.37"/>
        <dgm:constr type="h" for="ch" forName="left_31_1" refType="h" fact="0.24"/>
        <dgm:constr type="b" for="ch" forName="left_31_1" refType="h" fact="0.76"/>
        <dgm:constr type="ctrX" for="ch" forName="left_31_1" refType="w" fact="0.23"/>
        <dgm:constr type="w" for="ch" forName="left_31_2" refType="w" fact="0.37"/>
        <dgm:constr type="h" for="ch" forName="left_31_2" refType="h" fact="0.24"/>
        <dgm:constr type="b" for="ch" forName="left_31_2" refType="h" fact="0.535"/>
        <dgm:constr type="ctrX" for="ch" forName="left_31_2" refType="w" fact="0.217"/>
        <dgm:constr type="w" for="ch" forName="left_31_3" refType="w" fact="0.37"/>
        <dgm:constr type="h" for="ch" forName="left_31_3" refType="h" fact="0.24"/>
        <dgm:constr type="b" for="ch" forName="left_31_3" refType="h" fact="0.315"/>
        <dgm:constr type="ctrX" for="ch" forName="left_31_3" refType="w" fact="0.204"/>
        <dgm:constr type="w" for="ch" forName="right_31_1" refType="w" fact="0.37"/>
        <dgm:constr type="h" for="ch" forName="right_31_1" refType="h" fact="0.24"/>
        <dgm:constr type="b" for="ch" forName="right_31_1" refType="h" fact="0.715"/>
        <dgm:constr type="ctrX" for="ch" forName="right_31_1" refType="w" fact="0.745"/>
        <dgm:constr type="w" for="ch" forName="right_23_1" refType="w" fact="0.37"/>
        <dgm:constr type="h" for="ch" forName="right_23_1" refType="h" fact="0.24"/>
        <dgm:constr type="b" for="ch" forName="right_23_1" refType="h" fact="0.76"/>
        <dgm:constr type="ctrX" for="ch" forName="right_23_1" refType="w" fact="0.77"/>
        <dgm:constr type="w" for="ch" forName="right_23_2" refType="w" fact="0.37"/>
        <dgm:constr type="h" for="ch" forName="right_23_2" refType="h" fact="0.24"/>
        <dgm:constr type="b" for="ch" forName="right_23_2" refType="h" fact="0.535"/>
        <dgm:constr type="ctrX" for="ch" forName="right_23_2" refType="w" fact="0.783"/>
        <dgm:constr type="w" for="ch" forName="right_23_3" refType="w" fact="0.37"/>
        <dgm:constr type="h" for="ch" forName="right_23_3" refType="h" fact="0.24"/>
        <dgm:constr type="b" for="ch" forName="right_23_3" refType="h" fact="0.315"/>
        <dgm:constr type="ctrX" for="ch" forName="right_23_3" refType="w" fact="0.796"/>
        <dgm:constr type="w" for="ch" forName="left_23_1" refType="w" fact="0.37"/>
        <dgm:constr type="h" for="ch" forName="left_23_1" refType="h" fact="0.24"/>
        <dgm:constr type="b" for="ch" forName="left_23_1" refType="h" fact="0.715"/>
        <dgm:constr type="ctrX" for="ch" forName="left_23_1" refType="w" fact="0.255"/>
        <dgm:constr type="w" for="ch" forName="left_23_2" refType="w" fact="0.37"/>
        <dgm:constr type="h" for="ch" forName="left_23_2" refType="h" fact="0.24"/>
        <dgm:constr type="b" for="ch" forName="left_23_2" refType="h" fact="0.49"/>
        <dgm:constr type="ctrX" for="ch" forName="left_23_2" refType="w" fact="0.268"/>
        <dgm:constr type="w" for="ch" forName="left_32_1" refType="w" fact="0.37"/>
        <dgm:constr type="h" for="ch" forName="left_32_1" refType="h" fact="0.24"/>
        <dgm:constr type="b" for="ch" forName="left_32_1" refType="h" fact="0.76"/>
        <dgm:constr type="ctrX" for="ch" forName="left_32_1" refType="w" fact="0.23"/>
        <dgm:constr type="w" for="ch" forName="left_32_2" refType="w" fact="0.37"/>
        <dgm:constr type="h" for="ch" forName="left_32_2" refType="h" fact="0.24"/>
        <dgm:constr type="b" for="ch" forName="left_32_2" refType="h" fact="0.535"/>
        <dgm:constr type="ctrX" for="ch" forName="left_32_2" refType="w" fact="0.217"/>
        <dgm:constr type="w" for="ch" forName="left_32_3" refType="w" fact="0.37"/>
        <dgm:constr type="h" for="ch" forName="left_32_3" refType="h" fact="0.24"/>
        <dgm:constr type="b" for="ch" forName="left_32_3" refType="h" fact="0.315"/>
        <dgm:constr type="ctrX" for="ch" forName="left_32_3" refType="w" fact="0.204"/>
        <dgm:constr type="w" for="ch" forName="right_32_1" refType="w" fact="0.37"/>
        <dgm:constr type="h" for="ch" forName="right_32_1" refType="h" fact="0.24"/>
        <dgm:constr type="b" for="ch" forName="right_32_1" refType="h" fact="0.715"/>
        <dgm:constr type="ctrX" for="ch" forName="right_32_1" refType="w" fact="0.745"/>
        <dgm:constr type="w" for="ch" forName="right_32_2" refType="w" fact="0.37"/>
        <dgm:constr type="h" for="ch" forName="right_32_2" refType="h" fact="0.24"/>
        <dgm:constr type="b" for="ch" forName="right_32_2" refType="h" fact="0.49"/>
        <dgm:constr type="ctrX" for="ch" forName="right_32_2" refType="w" fact="0.732"/>
        <dgm:constr type="w" for="ch" forName="right_33_1" refType="w" fact="0.36"/>
        <dgm:constr type="h" for="ch" forName="right_33_1" refType="h" fact="0.21"/>
        <dgm:constr type="b" for="ch" forName="right_33_1" refType="h" fact="0.725"/>
        <dgm:constr type="ctrX" for="ch" forName="right_33_1" refType="w" fact="0.76"/>
        <dgm:constr type="w" for="ch" forName="right_33_2" refType="w" fact="0.36"/>
        <dgm:constr type="h" for="ch" forName="right_33_2" refType="h" fact="0.21"/>
        <dgm:constr type="b" for="ch" forName="right_33_2" refType="h" fact="0.5"/>
        <dgm:constr type="ctrX" for="ch" forName="right_33_2" refType="w" fact="0.76"/>
        <dgm:constr type="w" for="ch" forName="right_33_3" refType="w" fact="0.36"/>
        <dgm:constr type="h" for="ch" forName="right_33_3" refType="h" fact="0.21"/>
        <dgm:constr type="b" for="ch" forName="right_33_3" refType="h" fact="0.275"/>
        <dgm:constr type="ctrX" for="ch" forName="right_33_3" refType="w" fact="0.76"/>
        <dgm:constr type="w" for="ch" forName="left_33_1" refType="w" fact="0.36"/>
        <dgm:constr type="h" for="ch" forName="left_33_1" refType="h" fact="0.21"/>
        <dgm:constr type="b" for="ch" forName="left_33_1" refType="h" fact="0.725"/>
        <dgm:constr type="ctrX" for="ch" forName="left_33_1" refType="w" fact="0.24"/>
        <dgm:constr type="w" for="ch" forName="left_33_2" refType="w" fact="0.36"/>
        <dgm:constr type="h" for="ch" forName="left_33_2" refType="h" fact="0.21"/>
        <dgm:constr type="b" for="ch" forName="left_33_2" refType="h" fact="0.5"/>
        <dgm:constr type="ctrX" for="ch" forName="left_33_2" refType="w" fact="0.24"/>
        <dgm:constr type="w" for="ch" forName="left_33_3" refType="w" fact="0.36"/>
        <dgm:constr type="h" for="ch" forName="left_33_3" refType="h" fact="0.21"/>
        <dgm:constr type="b" for="ch" forName="left_33_3" refType="h" fact="0.275"/>
        <dgm:constr type="ctrX" for="ch" forName="left_33_3" refType="w" fact="0.24"/>
        <dgm:constr type="w" for="ch" forName="right_04_1" refType="w" fact="0.365"/>
        <dgm:constr type="h" for="ch" forName="right_04_1" refType="h" fact="0.185"/>
        <dgm:constr type="b" for="ch" forName="right_04_1" refType="h" fact="0.76"/>
        <dgm:constr type="ctrX" for="ch" forName="right_04_1" refType="w" fact="0.77"/>
        <dgm:constr type="w" for="ch" forName="right_04_2" refType="w" fact="0.365"/>
        <dgm:constr type="h" for="ch" forName="right_04_2" refType="h" fact="0.185"/>
        <dgm:constr type="b" for="ch" forName="right_04_2" refType="h" fact="0.595"/>
        <dgm:constr type="ctrX" for="ch" forName="right_04_2" refType="w" fact="0.78"/>
        <dgm:constr type="w" for="ch" forName="right_04_3" refType="w" fact="0.365"/>
        <dgm:constr type="h" for="ch" forName="right_04_3" refType="h" fact="0.185"/>
        <dgm:constr type="b" for="ch" forName="right_04_3" refType="h" fact="0.43"/>
        <dgm:constr type="ctrX" for="ch" forName="right_04_3" refType="w" fact="0.79"/>
        <dgm:constr type="w" for="ch" forName="right_04_4" refType="w" fact="0.365"/>
        <dgm:constr type="h" for="ch" forName="right_04_4" refType="h" fact="0.185"/>
        <dgm:constr type="b" for="ch" forName="right_04_4" refType="h" fact="0.265"/>
        <dgm:constr type="ctrX" for="ch" forName="right_04_4" refType="w" fact="0.8"/>
        <dgm:constr type="w" for="ch" forName="left_40_1" refType="w" fact="0.365"/>
        <dgm:constr type="h" for="ch" forName="left_40_1" refType="h" fact="0.185"/>
        <dgm:constr type="b" for="ch" forName="left_40_1" refType="h" fact="0.76"/>
        <dgm:constr type="ctrX" for="ch" forName="left_40_1" refType="w" fact="0.23"/>
        <dgm:constr type="w" for="ch" forName="left_40_2" refType="w" fact="0.365"/>
        <dgm:constr type="h" for="ch" forName="left_40_2" refType="h" fact="0.185"/>
        <dgm:constr type="b" for="ch" forName="left_40_2" refType="h" fact="0.595"/>
        <dgm:constr type="ctrX" for="ch" forName="left_40_2" refType="w" fact="0.22"/>
        <dgm:constr type="w" for="ch" forName="left_40_3" refType="w" fact="0.365"/>
        <dgm:constr type="h" for="ch" forName="left_40_3" refType="h" fact="0.185"/>
        <dgm:constr type="b" for="ch" forName="left_40_3" refType="h" fact="0.43"/>
        <dgm:constr type="ctrX" for="ch" forName="left_40_3" refType="w" fact="0.21"/>
        <dgm:constr type="w" for="ch" forName="left_40_4" refType="w" fact="0.365"/>
        <dgm:constr type="h" for="ch" forName="left_40_4" refType="h" fact="0.185"/>
        <dgm:constr type="b" for="ch" forName="left_40_4" refType="h" fact="0.265"/>
        <dgm:constr type="ctrX" for="ch" forName="left_40_4" refType="w" fact="0.2"/>
        <dgm:constr type="w" for="ch" forName="right_14_1" refType="w" fact="0.365"/>
        <dgm:constr type="h" for="ch" forName="right_14_1" refType="h" fact="0.185"/>
        <dgm:constr type="b" for="ch" forName="right_14_1" refType="h" fact="0.76"/>
        <dgm:constr type="ctrX" for="ch" forName="right_14_1" refType="w" fact="0.77"/>
        <dgm:constr type="w" for="ch" forName="right_14_2" refType="w" fact="0.365"/>
        <dgm:constr type="h" for="ch" forName="right_14_2" refType="h" fact="0.185"/>
        <dgm:constr type="b" for="ch" forName="right_14_2" refType="h" fact="0.595"/>
        <dgm:constr type="ctrX" for="ch" forName="right_14_2" refType="w" fact="0.78"/>
        <dgm:constr type="w" for="ch" forName="right_14_3" refType="w" fact="0.365"/>
        <dgm:constr type="h" for="ch" forName="right_14_3" refType="h" fact="0.185"/>
        <dgm:constr type="b" for="ch" forName="right_14_3" refType="h" fact="0.43"/>
        <dgm:constr type="ctrX" for="ch" forName="right_14_3" refType="w" fact="0.79"/>
        <dgm:constr type="w" for="ch" forName="right_14_4" refType="w" fact="0.365"/>
        <dgm:constr type="h" for="ch" forName="right_14_4" refType="h" fact="0.185"/>
        <dgm:constr type="b" for="ch" forName="right_14_4" refType="h" fact="0.265"/>
        <dgm:constr type="ctrX" for="ch" forName="right_14_4" refType="w" fact="0.8"/>
        <dgm:constr type="w" for="ch" forName="left_14_1" refType="w" fact="0.365"/>
        <dgm:constr type="h" for="ch" forName="left_14_1" refType="h" fact="0.185"/>
        <dgm:constr type="b" for="ch" forName="left_14_1" refType="h" fact="0.715"/>
        <dgm:constr type="ctrX" for="ch" forName="left_14_1" refType="w" fact="0.25"/>
        <dgm:constr type="w" for="ch" forName="left_41_1" refType="w" fact="0.365"/>
        <dgm:constr type="h" for="ch" forName="left_41_1" refType="h" fact="0.185"/>
        <dgm:constr type="b" for="ch" forName="left_41_1" refType="h" fact="0.76"/>
        <dgm:constr type="ctrX" for="ch" forName="left_41_1" refType="w" fact="0.23"/>
        <dgm:constr type="w" for="ch" forName="left_41_2" refType="w" fact="0.365"/>
        <dgm:constr type="h" for="ch" forName="left_41_2" refType="h" fact="0.185"/>
        <dgm:constr type="b" for="ch" forName="left_41_2" refType="h" fact="0.595"/>
        <dgm:constr type="ctrX" for="ch" forName="left_41_2" refType="w" fact="0.22"/>
        <dgm:constr type="w" for="ch" forName="left_41_3" refType="w" fact="0.365"/>
        <dgm:constr type="h" for="ch" forName="left_41_3" refType="h" fact="0.185"/>
        <dgm:constr type="b" for="ch" forName="left_41_3" refType="h" fact="0.43"/>
        <dgm:constr type="ctrX" for="ch" forName="left_41_3" refType="w" fact="0.21"/>
        <dgm:constr type="w" for="ch" forName="left_41_4" refType="w" fact="0.365"/>
        <dgm:constr type="h" for="ch" forName="left_41_4" refType="h" fact="0.185"/>
        <dgm:constr type="b" for="ch" forName="left_41_4" refType="h" fact="0.265"/>
        <dgm:constr type="ctrX" for="ch" forName="left_41_4" refType="w" fact="0.2"/>
        <dgm:constr type="w" for="ch" forName="right_41_1" refType="w" fact="0.365"/>
        <dgm:constr type="h" for="ch" forName="right_41_1" refType="h" fact="0.185"/>
        <dgm:constr type="b" for="ch" forName="right_41_1" refType="h" fact="0.715"/>
        <dgm:constr type="ctrX" for="ch" forName="right_41_1" refType="w" fact="0.75"/>
        <dgm:constr type="w" for="ch" forName="right_24_1" refType="w" fact="0.365"/>
        <dgm:constr type="h" for="ch" forName="right_24_1" refType="h" fact="0.185"/>
        <dgm:constr type="b" for="ch" forName="right_24_1" refType="h" fact="0.76"/>
        <dgm:constr type="ctrX" for="ch" forName="right_24_1" refType="w" fact="0.77"/>
        <dgm:constr type="w" for="ch" forName="right_24_2" refType="w" fact="0.365"/>
        <dgm:constr type="h" for="ch" forName="right_24_2" refType="h" fact="0.185"/>
        <dgm:constr type="b" for="ch" forName="right_24_2" refType="h" fact="0.595"/>
        <dgm:constr type="ctrX" for="ch" forName="right_24_2" refType="w" fact="0.78"/>
        <dgm:constr type="w" for="ch" forName="right_24_3" refType="w" fact="0.365"/>
        <dgm:constr type="h" for="ch" forName="right_24_3" refType="h" fact="0.185"/>
        <dgm:constr type="b" for="ch" forName="right_24_3" refType="h" fact="0.43"/>
        <dgm:constr type="ctrX" for="ch" forName="right_24_3" refType="w" fact="0.79"/>
        <dgm:constr type="w" for="ch" forName="right_24_4" refType="w" fact="0.365"/>
        <dgm:constr type="h" for="ch" forName="right_24_4" refType="h" fact="0.185"/>
        <dgm:constr type="b" for="ch" forName="right_24_4" refType="h" fact="0.265"/>
        <dgm:constr type="ctrX" for="ch" forName="right_24_4" refType="w" fact="0.8"/>
        <dgm:constr type="w" for="ch" forName="left_24_1" refType="w" fact="0.365"/>
        <dgm:constr type="h" for="ch" forName="left_24_1" refType="h" fact="0.185"/>
        <dgm:constr type="b" for="ch" forName="left_24_1" refType="h" fact="0.715"/>
        <dgm:constr type="ctrX" for="ch" forName="left_24_1" refType="w" fact="0.25"/>
        <dgm:constr type="w" for="ch" forName="left_24_2" refType="w" fact="0.365"/>
        <dgm:constr type="h" for="ch" forName="left_24_2" refType="h" fact="0.185"/>
        <dgm:constr type="b" for="ch" forName="left_24_2" refType="h" fact="0.55"/>
        <dgm:constr type="ctrX" for="ch" forName="left_24_2" refType="w" fact="0.26"/>
        <dgm:constr type="w" for="ch" forName="left_42_1" refType="w" fact="0.365"/>
        <dgm:constr type="h" for="ch" forName="left_42_1" refType="h" fact="0.185"/>
        <dgm:constr type="b" for="ch" forName="left_42_1" refType="h" fact="0.76"/>
        <dgm:constr type="ctrX" for="ch" forName="left_42_1" refType="w" fact="0.23"/>
        <dgm:constr type="w" for="ch" forName="left_42_2" refType="w" fact="0.365"/>
        <dgm:constr type="h" for="ch" forName="left_42_2" refType="h" fact="0.185"/>
        <dgm:constr type="b" for="ch" forName="left_42_2" refType="h" fact="0.595"/>
        <dgm:constr type="ctrX" for="ch" forName="left_42_2" refType="w" fact="0.22"/>
        <dgm:constr type="w" for="ch" forName="left_42_3" refType="w" fact="0.365"/>
        <dgm:constr type="h" for="ch" forName="left_42_3" refType="h" fact="0.185"/>
        <dgm:constr type="b" for="ch" forName="left_42_3" refType="h" fact="0.43"/>
        <dgm:constr type="ctrX" for="ch" forName="left_42_3" refType="w" fact="0.21"/>
        <dgm:constr type="w" for="ch" forName="left_42_4" refType="w" fact="0.365"/>
        <dgm:constr type="h" for="ch" forName="left_42_4" refType="h" fact="0.185"/>
        <dgm:constr type="b" for="ch" forName="left_42_4" refType="h" fact="0.265"/>
        <dgm:constr type="ctrX" for="ch" forName="left_42_4" refType="w" fact="0.2"/>
        <dgm:constr type="w" for="ch" forName="right_42_1" refType="w" fact="0.365"/>
        <dgm:constr type="h" for="ch" forName="right_42_1" refType="h" fact="0.185"/>
        <dgm:constr type="b" for="ch" forName="right_42_1" refType="h" fact="0.715"/>
        <dgm:constr type="ctrX" for="ch" forName="right_42_1" refType="w" fact="0.75"/>
        <dgm:constr type="w" for="ch" forName="right_42_2" refType="w" fact="0.365"/>
        <dgm:constr type="h" for="ch" forName="right_42_2" refType="h" fact="0.185"/>
        <dgm:constr type="b" for="ch" forName="right_42_2" refType="h" fact="0.55"/>
        <dgm:constr type="ctrX" for="ch" forName="right_42_2" refType="w" fact="0.74"/>
        <dgm:constr type="w" for="ch" forName="right_34_1" refType="w" fact="0.365"/>
        <dgm:constr type="h" for="ch" forName="right_34_1" refType="h" fact="0.185"/>
        <dgm:constr type="b" for="ch" forName="right_34_1" refType="h" fact="0.76"/>
        <dgm:constr type="ctrX" for="ch" forName="right_34_1" refType="w" fact="0.77"/>
        <dgm:constr type="w" for="ch" forName="right_34_2" refType="w" fact="0.365"/>
        <dgm:constr type="h" for="ch" forName="right_34_2" refType="h" fact="0.185"/>
        <dgm:constr type="b" for="ch" forName="right_34_2" refType="h" fact="0.595"/>
        <dgm:constr type="ctrX" for="ch" forName="right_34_2" refType="w" fact="0.78"/>
        <dgm:constr type="w" for="ch" forName="right_34_3" refType="w" fact="0.365"/>
        <dgm:constr type="h" for="ch" forName="right_34_3" refType="h" fact="0.185"/>
        <dgm:constr type="b" for="ch" forName="right_34_3" refType="h" fact="0.43"/>
        <dgm:constr type="ctrX" for="ch" forName="right_34_3" refType="w" fact="0.79"/>
        <dgm:constr type="w" for="ch" forName="right_34_4" refType="w" fact="0.365"/>
        <dgm:constr type="h" for="ch" forName="right_34_4" refType="h" fact="0.185"/>
        <dgm:constr type="b" for="ch" forName="right_34_4" refType="h" fact="0.265"/>
        <dgm:constr type="ctrX" for="ch" forName="right_34_4" refType="w" fact="0.8"/>
        <dgm:constr type="w" for="ch" forName="left_34_1" refType="w" fact="0.365"/>
        <dgm:constr type="h" for="ch" forName="left_34_1" refType="h" fact="0.185"/>
        <dgm:constr type="b" for="ch" forName="left_34_1" refType="h" fact="0.715"/>
        <dgm:constr type="ctrX" for="ch" forName="left_34_1" refType="w" fact="0.25"/>
        <dgm:constr type="w" for="ch" forName="left_34_2" refType="w" fact="0.365"/>
        <dgm:constr type="h" for="ch" forName="left_34_2" refType="h" fact="0.185"/>
        <dgm:constr type="b" for="ch" forName="left_34_2" refType="h" fact="0.55"/>
        <dgm:constr type="ctrX" for="ch" forName="left_34_2" refType="w" fact="0.26"/>
        <dgm:constr type="w" for="ch" forName="left_34_3" refType="w" fact="0.365"/>
        <dgm:constr type="h" for="ch" forName="left_34_3" refType="h" fact="0.185"/>
        <dgm:constr type="b" for="ch" forName="left_34_3" refType="h" fact="0.385"/>
        <dgm:constr type="ctrX" for="ch" forName="left_34_3" refType="w" fact="0.27"/>
        <dgm:constr type="w" for="ch" forName="left_43_1" refType="w" fact="0.365"/>
        <dgm:constr type="h" for="ch" forName="left_43_1" refType="h" fact="0.185"/>
        <dgm:constr type="b" for="ch" forName="left_43_1" refType="h" fact="0.76"/>
        <dgm:constr type="ctrX" for="ch" forName="left_43_1" refType="w" fact="0.23"/>
        <dgm:constr type="w" for="ch" forName="left_43_2" refType="w" fact="0.365"/>
        <dgm:constr type="h" for="ch" forName="left_43_2" refType="h" fact="0.185"/>
        <dgm:constr type="b" for="ch" forName="left_43_2" refType="h" fact="0.595"/>
        <dgm:constr type="ctrX" for="ch" forName="left_43_2" refType="w" fact="0.22"/>
        <dgm:constr type="w" for="ch" forName="left_43_3" refType="w" fact="0.365"/>
        <dgm:constr type="h" for="ch" forName="left_43_3" refType="h" fact="0.185"/>
        <dgm:constr type="b" for="ch" forName="left_43_3" refType="h" fact="0.43"/>
        <dgm:constr type="ctrX" for="ch" forName="left_43_3" refType="w" fact="0.21"/>
        <dgm:constr type="w" for="ch" forName="left_43_4" refType="w" fact="0.365"/>
        <dgm:constr type="h" for="ch" forName="left_43_4" refType="h" fact="0.185"/>
        <dgm:constr type="b" for="ch" forName="left_43_4" refType="h" fact="0.265"/>
        <dgm:constr type="ctrX" for="ch" forName="left_43_4" refType="w" fact="0.2"/>
        <dgm:constr type="w" for="ch" forName="right_43_1" refType="w" fact="0.365"/>
        <dgm:constr type="h" for="ch" forName="right_43_1" refType="h" fact="0.185"/>
        <dgm:constr type="b" for="ch" forName="right_43_1" refType="h" fact="0.715"/>
        <dgm:constr type="ctrX" for="ch" forName="right_43_1" refType="w" fact="0.75"/>
        <dgm:constr type="w" for="ch" forName="right_43_2" refType="w" fact="0.365"/>
        <dgm:constr type="h" for="ch" forName="right_43_2" refType="h" fact="0.185"/>
        <dgm:constr type="b" for="ch" forName="right_43_2" refType="h" fact="0.55"/>
        <dgm:constr type="ctrX" for="ch" forName="right_43_2" refType="w" fact="0.74"/>
        <dgm:constr type="w" for="ch" forName="right_43_3" refType="w" fact="0.365"/>
        <dgm:constr type="h" for="ch" forName="right_43_3" refType="h" fact="0.185"/>
        <dgm:constr type="b" for="ch" forName="right_43_3" refType="h" fact="0.385"/>
        <dgm:constr type="ctrX" for="ch" forName="right_43_3" refType="w" fact="0.73"/>
        <dgm:constr type="w" for="ch" forName="right_44_1" refType="w" fact="0.36"/>
        <dgm:constr type="h" for="ch" forName="right_44_1" refType="h" fact="0.154"/>
        <dgm:constr type="b" for="ch" forName="right_44_1" refType="h" fact="0.725"/>
        <dgm:constr type="ctrX" for="ch" forName="right_44_1" refType="w" fact="0.76"/>
        <dgm:constr type="w" for="ch" forName="right_44_2" refType="w" fact="0.36"/>
        <dgm:constr type="h" for="ch" forName="right_44_2" refType="h" fact="0.154"/>
        <dgm:constr type="b" for="ch" forName="right_44_2" refType="h" fact="0.559"/>
        <dgm:constr type="ctrX" for="ch" forName="right_44_2" refType="w" fact="0.76"/>
        <dgm:constr type="w" for="ch" forName="right_44_3" refType="w" fact="0.36"/>
        <dgm:constr type="h" for="ch" forName="right_44_3" refType="h" fact="0.154"/>
        <dgm:constr type="b" for="ch" forName="right_44_3" refType="h" fact="0.393"/>
        <dgm:constr type="ctrX" for="ch" forName="right_44_3" refType="w" fact="0.76"/>
        <dgm:constr type="w" for="ch" forName="right_44_4" refType="w" fact="0.36"/>
        <dgm:constr type="h" for="ch" forName="right_44_4" refType="h" fact="0.154"/>
        <dgm:constr type="b" for="ch" forName="right_44_4" refType="h" fact="0.224"/>
        <dgm:constr type="ctrX" for="ch" forName="right_44_4" refType="w" fact="0.76"/>
        <dgm:constr type="w" for="ch" forName="left_44_1" refType="w" fact="0.36"/>
        <dgm:constr type="h" for="ch" forName="left_44_1" refType="h" fact="0.154"/>
        <dgm:constr type="b" for="ch" forName="left_44_1" refType="h" fact="0.725"/>
        <dgm:constr type="ctrX" for="ch" forName="left_44_1" refType="w" fact="0.24"/>
        <dgm:constr type="w" for="ch" forName="left_44_2" refType="w" fact="0.36"/>
        <dgm:constr type="h" for="ch" forName="left_44_2" refType="h" fact="0.154"/>
        <dgm:constr type="b" for="ch" forName="left_44_2" refType="h" fact="0.559"/>
        <dgm:constr type="ctrX" for="ch" forName="left_44_2" refType="w" fact="0.24"/>
        <dgm:constr type="w" for="ch" forName="left_44_3" refType="w" fact="0.36"/>
        <dgm:constr type="h" for="ch" forName="left_44_3" refType="h" fact="0.154"/>
        <dgm:constr type="b" for="ch" forName="left_44_3" refType="h" fact="0.393"/>
        <dgm:constr type="ctrX" for="ch" forName="left_44_3" refType="w" fact="0.24"/>
        <dgm:constr type="w" for="ch" forName="left_44_4" refType="w" fact="0.36"/>
        <dgm:constr type="h" for="ch" forName="left_44_4" refType="h" fact="0.154"/>
        <dgm:constr type="b" for="ch" forName="left_44_4" refType="h" fact="0.224"/>
        <dgm:constr type="ctrX" for="ch" forName="left_44_4" refType="w" fact="0.24"/>
      </dgm:constrLst>
      <dgm:ruleLst/>
      <dgm:layoutNode name="dummyMaxCanvas_ChildArea">
        <dgm:alg type="sp"/>
        <dgm:shape xmlns:r="http://schemas.openxmlformats.org/officeDocument/2006/relationships" r:blip="">
          <dgm:adjLst/>
        </dgm:shape>
        <dgm:presOf/>
        <dgm:constrLst/>
        <dgm:ruleLst/>
      </dgm:layoutNode>
      <dgm:layoutNode name="fulcrum" styleLbl="alignAccFollowNode1">
        <dgm:alg type="sp"/>
        <dgm:shape xmlns:r="http://schemas.openxmlformats.org/officeDocument/2006/relationships" type="triangle" r:blip="">
          <dgm:adjLst/>
        </dgm:shape>
        <dgm:presOf/>
        <dgm:constrLst/>
        <dgm:ruleLst/>
      </dgm:layoutNode>
      <dgm:choose name="Name0">
        <dgm:if name="Name1" axis="ch ch" ptType="node node" st="1 1" cnt="1 0" func="cnt" op="equ" val="0">
          <dgm:choose name="Name2">
            <dgm:if name="Name3" axis="ch ch" ptType="node node" st="2 1" cnt="1 0" func="cnt" op="equ" val="0">
              <dgm:layoutNode name="balance_00" styleLbl="alignAccFollowNode1">
                <dgm:varLst>
                  <dgm:bulletEnabled val="1"/>
                </dgm:varLst>
                <dgm:alg type="sp"/>
                <dgm:shape xmlns:r="http://schemas.openxmlformats.org/officeDocument/2006/relationships" type="rect" r:blip="">
                  <dgm:adjLst/>
                </dgm:shape>
                <dgm:presOf/>
                <dgm:constrLst/>
                <dgm:ruleLst/>
              </dgm:layoutNode>
            </dgm:if>
            <dgm:else name="Name4">
              <dgm:choose name="Name5">
                <dgm:if name="Name6" axis="ch ch" ptType="node node" st="2 1" cnt="1 0" func="cnt" op="equ" val="1">
                  <dgm:layoutNode name="balance_01" styleLbl="alignAccFollowNode1">
                    <dgm:varLst>
                      <dgm:bulletEnabled val="1"/>
                    </dgm:varLst>
                    <dgm:alg type="sp"/>
                    <dgm:shape xmlns:r="http://schemas.openxmlformats.org/officeDocument/2006/relationships" rot="4" type="rect" r:blip="">
                      <dgm:adjLst/>
                    </dgm:shape>
                    <dgm:presOf/>
                    <dgm:constrLst/>
                    <dgm:ruleLst/>
                  </dgm:layoutNode>
                  <dgm:layoutNode name="right_0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
                  <dgm:choose name="Name8">
                    <dgm:if name="Name9" axis="ch ch" ptType="node node" st="2 1" cnt="1 0" func="cnt" op="equ" val="2">
                      <dgm:layoutNode name="balance_02" styleLbl="alignAccFollowNode1">
                        <dgm:varLst>
                          <dgm:bulletEnabled val="1"/>
                        </dgm:varLst>
                        <dgm:alg type="sp"/>
                        <dgm:shape xmlns:r="http://schemas.openxmlformats.org/officeDocument/2006/relationships" rot="4" type="rect" r:blip="">
                          <dgm:adjLst/>
                        </dgm:shape>
                        <dgm:presOf/>
                        <dgm:constrLst/>
                        <dgm:ruleLst/>
                      </dgm:layoutNode>
                      <dgm:layoutNode name="right_0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
                      <dgm:choose name="Name11">
                        <dgm:if name="Name12" axis="ch ch" ptType="node node" st="2 1" cnt="1 0" func="cnt" op="equ" val="3">
                          <dgm:layoutNode name="balance_03" styleLbl="alignAccFollowNode1">
                            <dgm:varLst>
                              <dgm:bulletEnabled val="1"/>
                            </dgm:varLst>
                            <dgm:alg type="sp"/>
                            <dgm:shape xmlns:r="http://schemas.openxmlformats.org/officeDocument/2006/relationships" rot="4" type="rect" r:blip="">
                              <dgm:adjLst/>
                            </dgm:shape>
                            <dgm:presOf/>
                            <dgm:constrLst/>
                            <dgm:ruleLst/>
                          </dgm:layoutNode>
                          <dgm:layoutNode name="right_0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3">
                          <dgm:choose name="Name14">
                            <dgm:if name="Name15" axis="ch ch" ptType="node node" st="2 1" cnt="1 0" func="cnt" op="gte" val="4">
                              <dgm:layoutNode name="balance_04" styleLbl="alignAccFollowNode1">
                                <dgm:varLst>
                                  <dgm:bulletEnabled val="1"/>
                                </dgm:varLst>
                                <dgm:alg type="sp"/>
                                <dgm:shape xmlns:r="http://schemas.openxmlformats.org/officeDocument/2006/relationships" rot="4" type="rect" r:blip="">
                                  <dgm:adjLst/>
                                </dgm:shape>
                                <dgm:presOf/>
                                <dgm:constrLst/>
                                <dgm:ruleLst/>
                              </dgm:layoutNode>
                              <dgm:layoutNode name="right_0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6"/>
                          </dgm:choose>
                        </dgm:else>
                      </dgm:choose>
                    </dgm:else>
                  </dgm:choose>
                </dgm:else>
              </dgm:choose>
            </dgm:else>
          </dgm:choose>
        </dgm:if>
        <dgm:else name="Name17">
          <dgm:choose name="Name18">
            <dgm:if name="Name19" axis="ch ch" ptType="node node" st="1 1" cnt="1 0" func="cnt" op="equ" val="1">
              <dgm:choose name="Name20">
                <dgm:if name="Name21" axis="ch ch" ptType="node node" st="2 1" cnt="1 0" func="cnt" op="equ" val="0">
                  <dgm:layoutNode name="balance_10" styleLbl="alignAccFollowNode1">
                    <dgm:varLst>
                      <dgm:bulletEnabled val="1"/>
                    </dgm:varLst>
                    <dgm:alg type="sp"/>
                    <dgm:shape xmlns:r="http://schemas.openxmlformats.org/officeDocument/2006/relationships" rot="-4" type="rect" r:blip="">
                      <dgm:adjLst/>
                    </dgm:shape>
                    <dgm:presOf/>
                    <dgm:constrLst/>
                    <dgm:ruleLst/>
                  </dgm:layoutNode>
                  <dgm:layoutNode name="left_1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2">
                  <dgm:choose name="Name23">
                    <dgm:if name="Name24" axis="ch ch" ptType="node node" st="2 1" cnt="1 0" func="cnt" op="equ" val="1">
                      <dgm:layoutNode name="balance_11" styleLbl="alignAccFollowNode1">
                        <dgm:varLst>
                          <dgm:bulletEnabled val="1"/>
                        </dgm:varLst>
                        <dgm:alg type="sp"/>
                        <dgm:shape xmlns:r="http://schemas.openxmlformats.org/officeDocument/2006/relationships" type="rect" r:blip="">
                          <dgm:adjLst/>
                        </dgm:shape>
                        <dgm:presOf/>
                        <dgm:constrLst/>
                        <dgm:ruleLst/>
                      </dgm:layoutNode>
                      <dgm:layoutNode name="left_11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1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5">
                      <dgm:choose name="Name26">
                        <dgm:if name="Name27" axis="ch ch" ptType="node node" st="2 1" cnt="1 0" func="cnt" op="equ" val="2">
                          <dgm:layoutNode name="balance_12" styleLbl="alignAccFollowNode1">
                            <dgm:varLst>
                              <dgm:bulletEnabled val="1"/>
                            </dgm:varLst>
                            <dgm:alg type="sp"/>
                            <dgm:shape xmlns:r="http://schemas.openxmlformats.org/officeDocument/2006/relationships" rot="4" type="rect" r:blip="">
                              <dgm:adjLst/>
                            </dgm:shape>
                            <dgm:presOf/>
                            <dgm:constrLst/>
                            <dgm:ruleLst/>
                          </dgm:layoutNode>
                          <dgm:layoutNode name="right_1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8">
                          <dgm:choose name="Name29">
                            <dgm:if name="Name30" axis="ch ch" ptType="node node" st="2 1" cnt="1 0" func="cnt" op="equ" val="3">
                              <dgm:layoutNode name="balance_13" styleLbl="alignAccFollowNode1">
                                <dgm:varLst>
                                  <dgm:bulletEnabled val="1"/>
                                </dgm:varLst>
                                <dgm:alg type="sp"/>
                                <dgm:shape xmlns:r="http://schemas.openxmlformats.org/officeDocument/2006/relationships" rot="4" type="rect" r:blip="">
                                  <dgm:adjLst/>
                                </dgm:shape>
                                <dgm:presOf/>
                                <dgm:constrLst/>
                                <dgm:ruleLst/>
                              </dgm:layoutNode>
                              <dgm:layoutNode name="right_1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1">
                              <dgm:choose name="Name32">
                                <dgm:if name="Name33" axis="ch ch" ptType="node node" st="2 1" cnt="1 0" func="cnt" op="gte" val="4">
                                  <dgm:layoutNode name="balance_14" styleLbl="alignAccFollowNode1">
                                    <dgm:varLst>
                                      <dgm:bulletEnabled val="1"/>
                                    </dgm:varLst>
                                    <dgm:alg type="sp"/>
                                    <dgm:shape xmlns:r="http://schemas.openxmlformats.org/officeDocument/2006/relationships" rot="4" type="rect" r:blip="">
                                      <dgm:adjLst/>
                                    </dgm:shape>
                                    <dgm:presOf/>
                                    <dgm:constrLst/>
                                    <dgm:ruleLst/>
                                  </dgm:layoutNode>
                                  <dgm:layoutNode name="right_1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4"/>
                              </dgm:choose>
                            </dgm:else>
                          </dgm:choose>
                        </dgm:else>
                      </dgm:choose>
                    </dgm:else>
                  </dgm:choose>
                </dgm:else>
              </dgm:choose>
            </dgm:if>
            <dgm:else name="Name35">
              <dgm:choose name="Name36">
                <dgm:if name="Name37" axis="ch ch" ptType="node node" st="1 1" cnt="1 0" func="cnt" op="equ" val="2">
                  <dgm:choose name="Name38">
                    <dgm:if name="Name39" axis="ch ch" ptType="node node" st="2 1" cnt="1 0" func="cnt" op="equ" val="0">
                      <dgm:layoutNode name="balance_20" styleLbl="alignAccFollowNode1">
                        <dgm:varLst>
                          <dgm:bulletEnabled val="1"/>
                        </dgm:varLst>
                        <dgm:alg type="sp"/>
                        <dgm:shape xmlns:r="http://schemas.openxmlformats.org/officeDocument/2006/relationships" rot="-4" type="rect" r:blip="">
                          <dgm:adjLst/>
                        </dgm:shape>
                        <dgm:presOf/>
                        <dgm:constrLst/>
                        <dgm:ruleLst/>
                      </dgm:layoutNode>
                      <dgm:layoutNode name="left_2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0">
                      <dgm:choose name="Name41">
                        <dgm:if name="Name42" axis="ch ch" ptType="node node" st="2 1" cnt="1 0" func="cnt" op="equ" val="1">
                          <dgm:layoutNode name="balance_21" styleLbl="alignAccFollowNode1">
                            <dgm:varLst>
                              <dgm:bulletEnabled val="1"/>
                            </dgm:varLst>
                            <dgm:alg type="sp"/>
                            <dgm:shape xmlns:r="http://schemas.openxmlformats.org/officeDocument/2006/relationships" rot="-4" type="rect" r:blip="">
                              <dgm:adjLst/>
                            </dgm:shape>
                            <dgm:presOf/>
                            <dgm:constrLst/>
                            <dgm:ruleLst/>
                          </dgm:layoutNode>
                          <dgm:layoutNode name="left_2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3">
                          <dgm:choose name="Name44">
                            <dgm:if name="Name45" axis="ch ch" ptType="node node" st="2 1" cnt="1 0" func="cnt" op="equ" val="2">
                              <dgm:layoutNode name="balance_22" styleLbl="alignAccFollowNode1">
                                <dgm:varLst>
                                  <dgm:bulletEnabled val="1"/>
                                </dgm:varLst>
                                <dgm:alg type="sp"/>
                                <dgm:shape xmlns:r="http://schemas.openxmlformats.org/officeDocument/2006/relationships" type="rect" r:blip="">
                                  <dgm:adjLst/>
                                </dgm:shape>
                                <dgm:presOf/>
                                <dgm:constrLst/>
                                <dgm:ruleLst/>
                              </dgm:layoutNode>
                              <dgm:layoutNode name="right_22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2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6">
                              <dgm:choose name="Name47">
                                <dgm:if name="Name48" axis="ch ch" ptType="node node" st="2 1" cnt="1 0" func="cnt" op="equ" val="3">
                                  <dgm:layoutNode name="balance_23" styleLbl="alignAccFollowNode1">
                                    <dgm:varLst>
                                      <dgm:bulletEnabled val="1"/>
                                    </dgm:varLst>
                                    <dgm:alg type="sp"/>
                                    <dgm:shape xmlns:r="http://schemas.openxmlformats.org/officeDocument/2006/relationships" rot="4" type="rect" r:blip="">
                                      <dgm:adjLst/>
                                    </dgm:shape>
                                    <dgm:presOf/>
                                    <dgm:constrLst/>
                                    <dgm:ruleLst/>
                                  </dgm:layoutNode>
                                  <dgm:layoutNode name="right_2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9">
                                  <dgm:choose name="Name50">
                                    <dgm:if name="Name51" axis="ch ch" ptType="node node" st="2 1" cnt="1 0" func="cnt" op="gte" val="4">
                                      <dgm:layoutNode name="balance_24" styleLbl="alignAccFollowNode1">
                                        <dgm:varLst>
                                          <dgm:bulletEnabled val="1"/>
                                        </dgm:varLst>
                                        <dgm:alg type="sp"/>
                                        <dgm:shape xmlns:r="http://schemas.openxmlformats.org/officeDocument/2006/relationships" rot="4" type="rect" r:blip="">
                                          <dgm:adjLst/>
                                        </dgm:shape>
                                        <dgm:presOf/>
                                        <dgm:constrLst/>
                                        <dgm:ruleLst/>
                                      </dgm:layoutNode>
                                      <dgm:layoutNode name="right_2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2"/>
                                  </dgm:choose>
                                </dgm:else>
                              </dgm:choose>
                            </dgm:else>
                          </dgm:choose>
                        </dgm:else>
                      </dgm:choose>
                    </dgm:else>
                  </dgm:choose>
                </dgm:if>
                <dgm:else name="Name53">
                  <dgm:choose name="Name54">
                    <dgm:if name="Name55" axis="ch ch" ptType="node node" st="1 1" cnt="1 0" func="cnt" op="equ" val="3">
                      <dgm:choose name="Name56">
                        <dgm:if name="Name57" axis="ch ch" ptType="node node" st="2 1" cnt="1 0" func="cnt" op="equ" val="0">
                          <dgm:layoutNode name="balance_30" styleLbl="alignAccFollowNode1">
                            <dgm:varLst>
                              <dgm:bulletEnabled val="1"/>
                            </dgm:varLst>
                            <dgm:alg type="sp"/>
                            <dgm:shape xmlns:r="http://schemas.openxmlformats.org/officeDocument/2006/relationships" rot="-4" type="rect" r:blip="">
                              <dgm:adjLst/>
                            </dgm:shape>
                            <dgm:presOf/>
                            <dgm:constrLst/>
                            <dgm:ruleLst/>
                          </dgm:layoutNode>
                          <dgm:layoutNode name="left_3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name="Name59">
                            <dgm:if name="Name60" axis="ch ch" ptType="node node" st="2 1" cnt="1 0" func="cnt" op="equ" val="1">
                              <dgm:layoutNode name="balance_31" styleLbl="alignAccFollowNode1">
                                <dgm:varLst>
                                  <dgm:bulletEnabled val="1"/>
                                </dgm:varLst>
                                <dgm:alg type="sp"/>
                                <dgm:shape xmlns:r="http://schemas.openxmlformats.org/officeDocument/2006/relationships" rot="-4" type="rect" r:blip="">
                                  <dgm:adjLst/>
                                </dgm:shape>
                                <dgm:presOf/>
                                <dgm:constrLst/>
                                <dgm:ruleLst/>
                              </dgm:layoutNode>
                              <dgm:layoutNode name="left_3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1">
                              <dgm:choose name="Name62">
                                <dgm:if name="Name63" axis="ch ch" ptType="node node" st="2 1" cnt="1 0" func="cnt" op="equ" val="2">
                                  <dgm:layoutNode name="balance_32" styleLbl="alignAccFollowNode1">
                                    <dgm:varLst>
                                      <dgm:bulletEnabled val="1"/>
                                    </dgm:varLst>
                                    <dgm:alg type="sp"/>
                                    <dgm:shape xmlns:r="http://schemas.openxmlformats.org/officeDocument/2006/relationships" rot="-4" type="rect" r:blip="">
                                      <dgm:adjLst/>
                                    </dgm:shape>
                                    <dgm:presOf/>
                                    <dgm:constrLst/>
                                    <dgm:ruleLst/>
                                  </dgm:layoutNode>
                                  <dgm:layoutNode name="left_3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4">
                                  <dgm:choose name="Name65">
                                    <dgm:if name="Name66" axis="ch ch" ptType="node node" st="2 1" cnt="1 0" func="cnt" op="equ" val="3">
                                      <dgm:layoutNode name="balance_33" styleLbl="alignAccFollowNode1">
                                        <dgm:varLst>
                                          <dgm:bulletEnabled val="1"/>
                                        </dgm:varLst>
                                        <dgm:alg type="sp"/>
                                        <dgm:shape xmlns:r="http://schemas.openxmlformats.org/officeDocument/2006/relationships" type="rect" r:blip="">
                                          <dgm:adjLst/>
                                        </dgm:shape>
                                        <dgm:presOf/>
                                        <dgm:constrLst/>
                                        <dgm:ruleLst/>
                                      </dgm:layoutNode>
                                      <dgm:layoutNode name="right_33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7">
                                      <dgm:choose name="Name68">
                                        <dgm:if name="Name69" axis="ch ch" ptType="node node" st="2 1" cnt="1 0" func="cnt" op="gte" val="4">
                                          <dgm:layoutNode name="balance_34" styleLbl="alignAccFollowNode1">
                                            <dgm:varLst>
                                              <dgm:bulletEnabled val="1"/>
                                            </dgm:varLst>
                                            <dgm:alg type="sp"/>
                                            <dgm:shape xmlns:r="http://schemas.openxmlformats.org/officeDocument/2006/relationships" rot="4" type="rect" r:blip="">
                                              <dgm:adjLst/>
                                            </dgm:shape>
                                            <dgm:presOf/>
                                            <dgm:constrLst/>
                                            <dgm:ruleLst/>
                                          </dgm:layoutNode>
                                          <dgm:layoutNode name="right_3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0"/>
                                      </dgm:choose>
                                    </dgm:else>
                                  </dgm:choose>
                                </dgm:else>
                              </dgm:choose>
                            </dgm:else>
                          </dgm:choose>
                        </dgm:else>
                      </dgm:choose>
                    </dgm:if>
                    <dgm:else name="Name71">
                      <dgm:choose name="Name72">
                        <dgm:if name="Name73" axis="ch ch" ptType="node node" st="1 1" cnt="1 0" func="cnt" op="gte" val="4">
                          <dgm:choose name="Name74">
                            <dgm:if name="Name75" axis="ch ch" ptType="node node" st="2 1" cnt="1 0" func="cnt" op="equ" val="0">
                              <dgm:layoutNode name="balance_40" styleLbl="alignAccFollowNode1">
                                <dgm:varLst>
                                  <dgm:bulletEnabled val="1"/>
                                </dgm:varLst>
                                <dgm:alg type="sp"/>
                                <dgm:shape xmlns:r="http://schemas.openxmlformats.org/officeDocument/2006/relationships" rot="-4" type="rect" r:blip="">
                                  <dgm:adjLst/>
                                </dgm:shape>
                                <dgm:presOf/>
                                <dgm:constrLst/>
                                <dgm:ruleLst/>
                              </dgm:layoutNode>
                              <dgm:layoutNode name="left_4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6">
                              <dgm:choose name="Name77">
                                <dgm:if name="Name78" axis="ch ch" ptType="node node" st="2 1" cnt="1 0" func="cnt" op="equ" val="1">
                                  <dgm:layoutNode name="balance_41" styleLbl="alignAccFollowNode1">
                                    <dgm:varLst>
                                      <dgm:bulletEnabled val="1"/>
                                    </dgm:varLst>
                                    <dgm:alg type="sp"/>
                                    <dgm:shape xmlns:r="http://schemas.openxmlformats.org/officeDocument/2006/relationships" rot="-4" type="rect" r:blip="">
                                      <dgm:adjLst/>
                                    </dgm:shape>
                                    <dgm:presOf/>
                                    <dgm:constrLst/>
                                    <dgm:ruleLst/>
                                  </dgm:layoutNode>
                                  <dgm:layoutNode name="left_4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name="Name80">
                                    <dgm:if name="Name81" axis="ch ch" ptType="node node" st="2 1" cnt="1 0" func="cnt" op="equ" val="2">
                                      <dgm:layoutNode name="balance_42" styleLbl="alignAccFollowNode1">
                                        <dgm:varLst>
                                          <dgm:bulletEnabled val="1"/>
                                        </dgm:varLst>
                                        <dgm:alg type="sp"/>
                                        <dgm:shape xmlns:r="http://schemas.openxmlformats.org/officeDocument/2006/relationships" rot="-4" type="rect" r:blip="">
                                          <dgm:adjLst/>
                                        </dgm:shape>
                                        <dgm:presOf/>
                                        <dgm:constrLst/>
                                        <dgm:ruleLst/>
                                      </dgm:layoutNode>
                                      <dgm:layoutNode name="left_4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2">
                                      <dgm:choose name="Name83">
                                        <dgm:if name="Name84" axis="ch ch" ptType="node node" st="2 1" cnt="1 0" func="cnt" op="equ" val="3">
                                          <dgm:layoutNode name="balance_43" styleLbl="alignAccFollowNode1">
                                            <dgm:varLst>
                                              <dgm:bulletEnabled val="1"/>
                                            </dgm:varLst>
                                            <dgm:alg type="sp"/>
                                            <dgm:shape xmlns:r="http://schemas.openxmlformats.org/officeDocument/2006/relationships" rot="-4" type="rect" r:blip="">
                                              <dgm:adjLst/>
                                            </dgm:shape>
                                            <dgm:presOf/>
                                            <dgm:constrLst/>
                                            <dgm:ruleLst/>
                                          </dgm:layoutNode>
                                          <dgm:layoutNode name="left_4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5">
                                          <dgm:choose name="Name86">
                                            <dgm:if name="Name87" axis="ch ch" ptType="node node" st="2 1" cnt="1 0" func="cnt" op="gte" val="4">
                                              <dgm:layoutNode name="balance_44" styleLbl="alignAccFollowNode1">
                                                <dgm:varLst>
                                                  <dgm:bulletEnabled val="1"/>
                                                </dgm:varLst>
                                                <dgm:alg type="sp"/>
                                                <dgm:shape xmlns:r="http://schemas.openxmlformats.org/officeDocument/2006/relationships" type="rect" r:blip="">
                                                  <dgm:adjLst/>
                                                </dgm:shape>
                                                <dgm:presOf/>
                                                <dgm:constrLst/>
                                                <dgm:ruleLst/>
                                              </dgm:layoutNode>
                                              <dgm:layoutNode name="right_44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4" styleLbl="node1">
                                                <dgm:varLst>
                                                  <dgm:bulletEnabled val="1"/>
                                                </dgm:varLst>
                                                <dgm:alg type="tx"/>
                                                <dgm:shape xmlns:r="http://schemas.openxmlformats.org/officeDocument/2006/relationships"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4" styleLbl="node1">
                                                <dgm:varLst>
                                                  <dgm:bulletEnabled val="1"/>
                                                </dgm:varLst>
                                                <dgm:alg type="tx"/>
                                                <dgm:shape xmlns:r="http://schemas.openxmlformats.org/officeDocument/2006/relationships"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8"/>
                                          </dgm:choose>
                                        </dgm:else>
                                      </dgm:choose>
                                    </dgm:else>
                                  </dgm:choose>
                                </dgm:else>
                              </dgm:choose>
                            </dgm:else>
                          </dgm:choose>
                        </dgm:if>
                        <dgm:else name="Name89"/>
                      </dgm:choose>
                    </dgm:else>
                  </dgm:choose>
                </dgm:else>
              </dgm:choose>
            </dgm:else>
          </dgm:choose>
        </dgm:else>
      </dgm:choose>
    </dgm:layoutNode>
  </dgm:layoutNode>
</dgm:layoutDef>
</file>

<file path=ppt/diagrams/layout111.xml><?xml version="1.0" encoding="utf-8"?>
<dgm:layoutDef xmlns:dgm="http://schemas.openxmlformats.org/drawingml/2006/diagram" xmlns:a="http://schemas.openxmlformats.org/drawingml/2006/main" uniqueId="urn:microsoft.com/office/officeart/2009/3/layout/CircleRelationship">
  <dgm:title val=""/>
  <dgm:desc val=""/>
  <dgm:catLst>
    <dgm:cat type="relationship" pri="1500"/>
  </dgm:catLst>
  <dgm:samp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sampData>
  <dgm:style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styleData>
  <dgm:clr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clrData>
  <dgm:layoutNode name="Name0">
    <dgm:varLst>
      <dgm:chMax val="1"/>
      <dgm:chPref val="1"/>
    </dgm:varLst>
    <dgm:shape xmlns:r="http://schemas.openxmlformats.org/officeDocument/2006/relationships" r:blip="">
      <dgm:adjLst/>
    </dgm:shape>
    <dgm:choose name="Name1">
      <dgm:if name="Name2" axis="ch ch" ptType="node node" func="cnt" op="equ" val="0">
        <dgm:alg type="composite">
          <dgm:param type="ar" val="0.98"/>
        </dgm:alg>
        <dgm:constrLst>
          <dgm:constr type="primFontSz" for="des" ptType="node" op="equ" val="65"/>
          <dgm:constr type="l" for="ch" forName="Parent" refType="w" fact="0"/>
          <dgm:constr type="t" for="ch" forName="Parent" refType="h" fact="0.039"/>
          <dgm:constr type="w" for="ch" forName="Parent" refType="w" fact="0.8734"/>
          <dgm:constr type="h" for="ch" forName="Parent" refType="h" fact="0.856"/>
          <dgm:constr type="l" for="ch" forName="Accent1" refType="w" fact="0.4984"/>
          <dgm:constr type="t" for="ch" forName="Accent1" refType="h" fact="0"/>
          <dgm:constr type="w" for="ch" forName="Accent1" refType="w" fact="0.0972"/>
          <dgm:constr type="h" for="ch" forName="Accent1" refType="h" fact="0.0952"/>
          <dgm:constr type="l" for="ch" forName="Accent2" refType="w" fact="0.2684"/>
          <dgm:constr type="t" for="ch" forName="Accent2" refType="h" fact="0.8314"/>
          <dgm:constr type="w" for="ch" forName="Accent2" refType="w" fact="0.0704"/>
          <dgm:constr type="h" for="ch" forName="Accent2" refType="h" fact="0.069"/>
          <dgm:constr type="l" for="ch" forName="Accent3" refType="w" fact="0.9296"/>
          <dgm:constr type="t" for="ch" forName="Accent3" refType="h" fact="0.3864"/>
          <dgm:constr type="w" for="ch" forName="Accent3" refType="w" fact="0.0704"/>
          <dgm:constr type="h" for="ch" forName="Accent3" refType="h" fact="0.069"/>
          <dgm:constr type="l" for="ch" forName="Accent4" refType="w" fact="0.5931"/>
          <dgm:constr type="t" for="ch" forName="Accent4" refType="h" fact="0.9048"/>
          <dgm:constr type="w" for="ch" forName="Accent4" refType="w" fact="0.0972"/>
          <dgm:constr type="h" for="ch" forName="Accent4" refType="h" fact="0.0952"/>
          <dgm:constr type="l" for="ch" forName="Accent5" refType="w" fact="0.2883"/>
          <dgm:constr type="t" for="ch" forName="Accent5" refType="h" fact="0.1353"/>
          <dgm:constr type="w" for="ch" forName="Accent5" refType="w" fact="0.0704"/>
          <dgm:constr type="h" for="ch" forName="Accent5" refType="h" fact="0.069"/>
          <dgm:constr type="l" for="ch" forName="Accent6" refType="w" fact="0.0666"/>
          <dgm:constr type="t" for="ch" forName="Accent6" refType="h" fact="0.53"/>
          <dgm:constr type="w" for="ch" forName="Accent6" refType="w" fact="0.0704"/>
          <dgm:constr type="h" for="ch" forName="Accent6" refType="h" fact="0.069"/>
        </dgm:constrLst>
      </dgm:if>
      <dgm:if name="Name3" axis="ch ch" ptType="node node" func="cnt" op="equ" val="1">
        <dgm:alg type="composite">
          <dgm:param type="ar" val="1.2476"/>
        </dgm:alg>
        <dgm:constrLst>
          <dgm:constr type="primFontSz" for="des" ptType="node" op="equ" val="65"/>
          <dgm:constr type="l" for="ch" forName="Parent" refType="w" fact="0.2145"/>
          <dgm:constr type="t" for="ch" forName="Parent" refType="h" fact="0.039"/>
          <dgm:constr type="w" for="ch" forName="Parent" refType="w" fact="0.6861"/>
          <dgm:constr type="h" for="ch" forName="Parent" refType="h" fact="0.856"/>
          <dgm:constr type="l" for="ch" forName="Accent8" refType="w" fact="0.0262"/>
          <dgm:constr type="t" for="ch" forName="Accent8" refType="h" fact="0.6434"/>
          <dgm:constr type="w" for="ch" forName="Accent8" refType="w" fact="0.138"/>
          <dgm:constr type="h" for="ch" forName="Accent8" refType="h" fact="0.1721"/>
          <dgm:constr type="l" for="ch" forName="Accent1" refType="w" fact="0.6059"/>
          <dgm:constr type="t" for="ch" forName="Accent1" refType="h" fact="0"/>
          <dgm:constr type="w" for="ch" forName="Accent1" refType="w" fact="0.0763"/>
          <dgm:constr type="h" for="ch" forName="Accent1" refType="h" fact="0.0952"/>
          <dgm:constr type="l" for="ch" forName="Accent2" refType="w" fact="0.4253"/>
          <dgm:constr type="t" for="ch" forName="Accent2" refType="h" fact="0.8314"/>
          <dgm:constr type="w" for="ch" forName="Accent2" refType="w" fact="0.0553"/>
          <dgm:constr type="h" for="ch" forName="Accent2" refType="h" fact="0.069"/>
          <dgm:constr type="l" for="ch" forName="Accent3" refType="w" fact="0.9447"/>
          <dgm:constr type="t" for="ch" forName="Accent3" refType="h" fact="0.3864"/>
          <dgm:constr type="w" for="ch" forName="Accent3" refType="w" fact="0.0553"/>
          <dgm:constr type="h" for="ch" forName="Accent3" refType="h" fact="0.069"/>
          <dgm:constr type="l" for="ch" forName="Child1" refType="w" fact="0"/>
          <dgm:constr type="t" for="ch" forName="Child1" refType="h" fact="0.1935"/>
          <dgm:constr type="w" for="ch" forName="Child1" refType="w" fact="0.2789"/>
          <dgm:constr type="h" for="ch" forName="Child1" refType="h" fact="0.3479"/>
          <dgm:constr type="l" for="ch" forName="Accent4" refType="w" fact="0.6803"/>
          <dgm:constr type="t" for="ch" forName="Accent4" refType="h" fact="0.9048"/>
          <dgm:constr type="w" for="ch" forName="Accent4" refType="w" fact="0.0763"/>
          <dgm:constr type="h" for="ch" forName="Accent4" refType="h" fact="0.0952"/>
          <dgm:constr type="l" for="ch" forName="Accent7" refType="w" fact="0.5287"/>
          <dgm:constr type="t" for="ch" forName="Accent7" refType="h" fact="0.1383"/>
          <dgm:constr type="w" for="ch" forName="Accent7" refType="w" fact="0.0763"/>
          <dgm:constr type="h" for="ch" forName="Accent7" refType="h" fact="0.0952"/>
          <dgm:constr type="l" for="ch" forName="Accent5" refType="w" fact="0.4409"/>
          <dgm:constr type="t" for="ch" forName="Accent5" refType="h" fact="0.1353"/>
          <dgm:constr type="w" for="ch" forName="Accent5" refType="w" fact="0.0553"/>
          <dgm:constr type="h" for="ch" forName="Accent5" refType="h" fact="0.069"/>
          <dgm:constr type="l" for="ch" forName="Accent6" refType="w" fact="0.2668"/>
          <dgm:constr type="t" for="ch" forName="Accent6" refType="h" fact="0.53"/>
          <dgm:constr type="w" for="ch" forName="Accent6" refType="w" fact="0.0553"/>
          <dgm:constr type="h" for="ch" forName="Accent6" refType="h" fact="0.069"/>
        </dgm:constrLst>
      </dgm:if>
      <dgm:if name="Name4" axis="ch ch" ptType="node node" func="cnt" op="equ" val="2">
        <dgm:alg type="composite">
          <dgm:param type="ar" val="1.592"/>
        </dgm:alg>
        <dgm:constrLst>
          <dgm:constr type="primFontSz" for="des" ptType="node" op="equ" val="65"/>
          <dgm:constr type="l" for="ch" forName="Parent" refType="w" fact="0.1886"/>
          <dgm:constr type="t" for="ch" forName="Parent" refType="h" fact="0.039"/>
          <dgm:constr type="w" for="ch" forName="Parent" refType="w" fact="0.5377"/>
          <dgm:constr type="h" for="ch" forName="Parent" refType="h" fact="0.856"/>
          <dgm:constr type="l" for="ch" forName="Accent8" refType="w" fact="0.0411"/>
          <dgm:constr type="t" for="ch" forName="Accent8" refType="h" fact="0.6434"/>
          <dgm:constr type="w" for="ch" forName="Accent8" refType="w" fact="0.1081"/>
          <dgm:constr type="h" for="ch" forName="Accent8" refType="h" fact="0.1721"/>
          <dgm:constr type="l" for="ch" forName="Accent1" refType="w" fact="0.4954"/>
          <dgm:constr type="t" for="ch" forName="Accent1" refType="h" fact="0"/>
          <dgm:constr type="w" for="ch" forName="Accent1" refType="w" fact="0.0598"/>
          <dgm:constr type="h" for="ch" forName="Accent1" refType="h" fact="0.0952"/>
          <dgm:constr type="l" for="ch" forName="Accent2" refType="w" fact="0.3538"/>
          <dgm:constr type="t" for="ch" forName="Accent2" refType="h" fact="0.8314"/>
          <dgm:constr type="w" for="ch" forName="Accent2" refType="w" fact="0.0433"/>
          <dgm:constr type="h" for="ch" forName="Accent2" refType="h" fact="0.069"/>
          <dgm:constr type="l" for="ch" forName="Accent3" refType="w" fact="0.7609"/>
          <dgm:constr type="t" for="ch" forName="Accent3" refType="h" fact="0.3864"/>
          <dgm:constr type="w" for="ch" forName="Accent3" refType="w" fact="0.0433"/>
          <dgm:constr type="h" for="ch" forName="Accent3" refType="h" fact="0.069"/>
          <dgm:constr type="l" for="ch" forName="Accent9" refType="w" fact="0.6839"/>
          <dgm:constr type="t" for="ch" forName="Accent9" refType="h" fact="0.27"/>
          <dgm:constr type="w" for="ch" forName="Accent9" refType="w" fact="0.0598"/>
          <dgm:constr type="h" for="ch" forName="Accent9" refType="h" fact="0.0952"/>
          <dgm:constr type="l" for="ch" forName="Child1" refType="w" fact="0.0206"/>
          <dgm:constr type="t" for="ch" forName="Child1" refType="h" fact="0.1935"/>
          <dgm:constr type="w" for="ch" forName="Child1" refType="w" fact="0.2186"/>
          <dgm:constr type="h" for="ch" forName="Child1" refType="h" fact="0.3479"/>
          <dgm:constr type="l" for="ch" forName="Child2" refType="w" fact="0.7814"/>
          <dgm:constr type="t" for="ch" forName="Child2" refType="h" fact="0.0298"/>
          <dgm:constr type="w" for="ch" forName="Child2" refType="w" fact="0.2186"/>
          <dgm:constr type="h" for="ch" forName="Child2" refType="h" fact="0.3479"/>
          <dgm:constr type="l" for="ch" forName="Accent10" refType="w" fact="0"/>
          <dgm:constr type="t" for="ch" forName="Accent10" refType="h" fact="0.8482"/>
          <dgm:constr type="w" for="ch" forName="Accent10" refType="w" fact="0.0433"/>
          <dgm:constr type="h" for="ch" forName="Accent10" refType="h" fact="0.069"/>
          <dgm:constr type="l" for="ch" forName="Accent11" refType="w" fact="0.4318"/>
          <dgm:constr type="t" for="ch" forName="Accent11" refType="h" fact="0.75"/>
          <dgm:constr type="w" for="ch" forName="Accent11" refType="w" fact="0.0433"/>
          <dgm:constr type="h" for="ch" forName="Accent11" refType="h" fact="0.069"/>
          <dgm:constr type="l" for="ch" forName="Accent7" refType="w" fact="0.4349"/>
          <dgm:constr type="t" for="ch" forName="Accent7" refType="h" fact="0.1383"/>
          <dgm:constr type="w" for="ch" forName="Accent7" refType="w" fact="0.0598"/>
          <dgm:constr type="h" for="ch" forName="Accent7" refType="h" fact="0.0952"/>
          <dgm:constr type="l" for="ch" forName="Accent5" refType="w" fact="0.3661"/>
          <dgm:constr type="t" for="ch" forName="Accent5" refType="h" fact="0.1353"/>
          <dgm:constr type="w" for="ch" forName="Accent5" refType="w" fact="0.0433"/>
          <dgm:constr type="h" for="ch" forName="Accent5" refType="h" fact="0.069"/>
          <dgm:constr type="l" for="ch" forName="Accent6" refType="w" fact="0.2296"/>
          <dgm:constr type="t" for="ch" forName="Accent6" refType="h" fact="0.53"/>
          <dgm:constr type="w" for="ch" forName="Accent6" refType="w" fact="0.0433"/>
          <dgm:constr type="h" for="ch" forName="Accent6" refType="h" fact="0.069"/>
          <dgm:constr type="l" for="ch" forName="Accent4" refType="w" fact="0.5537"/>
          <dgm:constr type="t" for="ch" forName="Accent4" refType="h" fact="0.9048"/>
          <dgm:constr type="w" for="ch" forName="Accent4" refType="w" fact="0.0598"/>
          <dgm:constr type="h" for="ch" forName="Accent4" refType="h" fact="0.0952"/>
        </dgm:constrLst>
      </dgm:if>
      <dgm:if name="Name5" axis="ch ch" ptType="node node" func="cnt" op="equ" val="3">
        <dgm:alg type="composite">
          <dgm:param type="ar" val="1.7557"/>
        </dgm:alg>
        <dgm:constrLst>
          <dgm:constr type="primFontSz" for="des" ptType="node" op="equ" val="65"/>
          <dgm:constr type="l" for="ch" forName="Parent" refType="w" fact="0.171"/>
          <dgm:constr type="t" for="ch" forName="Parent" refType="h" fact="0.039"/>
          <dgm:constr type="w" for="ch" forName="Parent" refType="w" fact="0.4875"/>
          <dgm:constr type="h" for="ch" forName="Parent" refType="h" fact="0.856"/>
          <dgm:constr type="l" for="ch" forName="Accent8" refType="w" fact="0.0373"/>
          <dgm:constr type="t" for="ch" forName="Accent8" refType="h" fact="0.6434"/>
          <dgm:constr type="w" for="ch" forName="Accent8" refType="w" fact="0.098"/>
          <dgm:constr type="h" for="ch" forName="Accent8" refType="h" fact="0.1721"/>
          <dgm:constr type="l" for="ch" forName="Accent1" refType="w" fact="0.4492"/>
          <dgm:constr type="t" for="ch" forName="Accent1" refType="h" fact="0"/>
          <dgm:constr type="w" for="ch" forName="Accent1" refType="w" fact="0.0542"/>
          <dgm:constr type="h" for="ch" forName="Accent1" refType="h" fact="0.0952"/>
          <dgm:constr type="l" for="ch" forName="Accent2" refType="w" fact="0.3209"/>
          <dgm:constr type="t" for="ch" forName="Accent2" refType="h" fact="0.8314"/>
          <dgm:constr type="w" for="ch" forName="Accent2" refType="w" fact="0.0393"/>
          <dgm:constr type="h" for="ch" forName="Accent2" refType="h" fact="0.069"/>
          <dgm:constr type="l" for="ch" forName="Accent3" refType="w" fact="0.6899"/>
          <dgm:constr type="t" for="ch" forName="Accent3" refType="h" fact="0.3864"/>
          <dgm:constr type="w" for="ch" forName="Accent3" refType="w" fact="0.0393"/>
          <dgm:constr type="h" for="ch" forName="Accent3" refType="h" fact="0.069"/>
          <dgm:constr type="l" for="ch" forName="Accent9" refType="w" fact="0.6201"/>
          <dgm:constr type="t" for="ch" forName="Accent9" refType="h" fact="0.27"/>
          <dgm:constr type="w" for="ch" forName="Accent9" refType="w" fact="0.0542"/>
          <dgm:constr type="h" for="ch" forName="Accent9" refType="h" fact="0.0952"/>
          <dgm:constr type="l" for="ch" forName="Child1" refType="w" fact="0.0186"/>
          <dgm:constr type="t" for="ch" forName="Child1" refType="h" fact="0.1935"/>
          <dgm:constr type="w" for="ch" forName="Child1" refType="w" fact="0.1982"/>
          <dgm:constr type="h" for="ch" forName="Child1" refType="h" fact="0.3479"/>
          <dgm:constr type="l" for="ch" forName="Child2" refType="w" fact="0.7086"/>
          <dgm:constr type="t" for="ch" forName="Child2" refType="h" fact="0.0298"/>
          <dgm:constr type="w" for="ch" forName="Child2" refType="w" fact="0.1982"/>
          <dgm:constr type="h" for="ch" forName="Child2" refType="h" fact="0.3479"/>
          <dgm:constr type="l" for="ch" forName="Child3" refType="w" fact="0.8018"/>
          <dgm:constr type="t" for="ch" forName="Child3" refType="h" fact="0.6312"/>
          <dgm:constr type="w" for="ch" forName="Child3" refType="w" fact="0.1982"/>
          <dgm:constr type="h" for="ch" forName="Child3" refType="h" fact="0.3479"/>
          <dgm:constr type="l" for="ch" forName="Accent12" refType="w" fact="0.7459"/>
          <dgm:constr type="t" for="ch" forName="Accent12" refType="h" fact="0.619"/>
          <dgm:constr type="w" for="ch" forName="Accent12" refType="w" fact="0.0393"/>
          <dgm:constr type="h" for="ch" forName="Accent12" refType="h" fact="0.069"/>
          <dgm:constr type="l" for="ch" forName="Accent4" refType="w" fact="0.5021"/>
          <dgm:constr type="t" for="ch" forName="Accent4" refType="h" fact="0.9048"/>
          <dgm:constr type="w" for="ch" forName="Accent4" refType="w" fact="0.0542"/>
          <dgm:constr type="h" for="ch" forName="Accent4" refType="h" fact="0.0952"/>
          <dgm:constr type="l" for="ch" forName="Accent10" refType="w" fact="0"/>
          <dgm:constr type="t" for="ch" forName="Accent10" refType="h" fact="0.8482"/>
          <dgm:constr type="w" for="ch" forName="Accent10" refType="w" fact="0.0393"/>
          <dgm:constr type="h" for="ch" forName="Accent10" refType="h" fact="0.069"/>
          <dgm:constr type="l" for="ch" forName="Accent11" refType="w" fact="0.3916"/>
          <dgm:constr type="t" for="ch" forName="Accent11" refType="h" fact="0.75"/>
          <dgm:constr type="w" for="ch" forName="Accent11" refType="w" fact="0.0393"/>
          <dgm:constr type="h" for="ch" forName="Accent11" refType="h" fact="0.069"/>
          <dgm:constr type="l" for="ch" forName="Accent7" refType="w" fact="0.3944"/>
          <dgm:constr type="t" for="ch" forName="Accent7" refType="h" fact="0.1383"/>
          <dgm:constr type="w" for="ch" forName="Accent7" refType="w" fact="0.0542"/>
          <dgm:constr type="h" for="ch" forName="Accent7" refType="h" fact="0.0952"/>
          <dgm:constr type="l" for="ch" forName="Accent5" refType="w" fact="0.3319"/>
          <dgm:constr type="t" for="ch" forName="Accent5" refType="h" fact="0.1353"/>
          <dgm:constr type="w" for="ch" forName="Accent5" refType="w" fact="0.0393"/>
          <dgm:constr type="h" for="ch" forName="Accent5" refType="h" fact="0.069"/>
          <dgm:constr type="l" for="ch" forName="Accent6" refType="w" fact="0.2082"/>
          <dgm:constr type="t" for="ch" forName="Accent6" refType="h" fact="0.53"/>
          <dgm:constr type="w" for="ch" forName="Accent6" refType="w" fact="0.0393"/>
          <dgm:constr type="h" for="ch" forName="Accent6" refType="h" fact="0.069"/>
        </dgm:constrLst>
      </dgm:if>
      <dgm:if name="Name6" axis="ch ch" ptType="node node" func="cnt" op="equ" val="4">
        <dgm:alg type="composite">
          <dgm:param type="ar" val="1.3749"/>
        </dgm:alg>
        <dgm:constrLst>
          <dgm:constr type="primFontSz" for="des" ptType="node" op="equ" val="65"/>
          <dgm:constr type="l" for="ch" forName="Parent" refType="w" fact="0.171"/>
          <dgm:constr type="t" for="ch" forName="Parent" refType="h" fact="0.0306"/>
          <dgm:constr type="w" for="ch" forName="Parent" refType="w" fact="0.4875"/>
          <dgm:constr type="h" for="ch" forName="Parent" refType="h" fact="0.6703"/>
          <dgm:constr type="l" for="ch" forName="Accent8" refType="w" fact="0.0373"/>
          <dgm:constr type="t" for="ch" forName="Accent8" refType="h" fact="0.5038"/>
          <dgm:constr type="w" for="ch" forName="Accent8" refType="w" fact="0.098"/>
          <dgm:constr type="h" for="ch" forName="Accent8" refType="h" fact="0.1348"/>
          <dgm:constr type="l" for="ch" forName="Accent1" refType="w" fact="0.4492"/>
          <dgm:constr type="t" for="ch" forName="Accent1" refType="h" fact="0"/>
          <dgm:constr type="w" for="ch" forName="Accent1" refType="w" fact="0.0542"/>
          <dgm:constr type="h" for="ch" forName="Accent1" refType="h" fact="0.0746"/>
          <dgm:constr type="l" for="ch" forName="Accent2" refType="w" fact="0.3209"/>
          <dgm:constr type="t" for="ch" forName="Accent2" refType="h" fact="0.6511"/>
          <dgm:constr type="w" for="ch" forName="Accent2" refType="w" fact="0.0393"/>
          <dgm:constr type="h" for="ch" forName="Accent2" refType="h" fact="0.054"/>
          <dgm:constr type="l" for="ch" forName="Accent3" refType="w" fact="0.6899"/>
          <dgm:constr type="t" for="ch" forName="Accent3" refType="h" fact="0.3026"/>
          <dgm:constr type="w" for="ch" forName="Accent3" refType="w" fact="0.0393"/>
          <dgm:constr type="h" for="ch" forName="Accent3" refType="h" fact="0.054"/>
          <dgm:constr type="l" for="ch" forName="Accent9" refType="w" fact="0.6201"/>
          <dgm:constr type="t" for="ch" forName="Accent9" refType="h" fact="0.2115"/>
          <dgm:constr type="w" for="ch" forName="Accent9" refType="w" fact="0.0542"/>
          <dgm:constr type="h" for="ch" forName="Accent9" refType="h" fact="0.0746"/>
          <dgm:constr type="l" for="ch" forName="Child1" refType="w" fact="0.0186"/>
          <dgm:constr type="t" for="ch" forName="Child1" refType="h" fact="0.1515"/>
          <dgm:constr type="w" for="ch" forName="Child1" refType="w" fact="0.1982"/>
          <dgm:constr type="h" for="ch" forName="Child1" refType="h" fact="0.2725"/>
          <dgm:constr type="l" for="ch" forName="Child2" refType="w" fact="0.7086"/>
          <dgm:constr type="t" for="ch" forName="Child2" refType="h" fact="0.0233"/>
          <dgm:constr type="w" for="ch" forName="Child2" refType="w" fact="0.1982"/>
          <dgm:constr type="h" for="ch" forName="Child2" refType="h" fact="0.2725"/>
          <dgm:constr type="l" for="ch" forName="Child3" refType="w" fact="0.8018"/>
          <dgm:constr type="t" for="ch" forName="Child3" refType="h" fact="0.4943"/>
          <dgm:constr type="w" for="ch" forName="Child3" refType="w" fact="0.1982"/>
          <dgm:constr type="h" for="ch" forName="Child3" refType="h" fact="0.2725"/>
          <dgm:constr type="l" for="ch" forName="Accent12" refType="w" fact="0.7459"/>
          <dgm:constr type="t" for="ch" forName="Accent12" refType="h" fact="0.4848"/>
          <dgm:constr type="w" for="ch" forName="Accent12" refType="w" fact="0.0393"/>
          <dgm:constr type="h" for="ch" forName="Accent12" refType="h" fact="0.054"/>
          <dgm:constr type="l" for="ch" forName="Accent4" refType="w" fact="0.5021"/>
          <dgm:constr type="t" for="ch" forName="Accent4" refType="h" fact="0.7085"/>
          <dgm:constr type="w" for="ch" forName="Accent4" refType="w" fact="0.0542"/>
          <dgm:constr type="h" for="ch" forName="Accent4" refType="h" fact="0.0746"/>
          <dgm:constr type="l" for="ch" forName="Accent10" refType="w" fact="0"/>
          <dgm:constr type="t" for="ch" forName="Accent10" refType="h" fact="0.6642"/>
          <dgm:constr type="w" for="ch" forName="Accent10" refType="w" fact="0.0393"/>
          <dgm:constr type="h" for="ch" forName="Accent10" refType="h" fact="0.054"/>
          <dgm:constr type="l" for="ch" forName="Accent11" refType="w" fact="0.3916"/>
          <dgm:constr type="t" for="ch" forName="Accent11" refType="h" fact="0.5873"/>
          <dgm:constr type="w" for="ch" forName="Accent11" refType="w" fact="0.0393"/>
          <dgm:constr type="h" for="ch" forName="Accent11" refType="h" fact="0.054"/>
          <dgm:constr type="l" for="ch" forName="Accent7" refType="w" fact="0.3944"/>
          <dgm:constr type="t" for="ch" forName="Accent7" refType="h" fact="0.1083"/>
          <dgm:constr type="w" for="ch" forName="Accent7" refType="w" fact="0.0542"/>
          <dgm:constr type="h" for="ch" forName="Accent7" refType="h" fact="0.0746"/>
          <dgm:constr type="l" for="ch" forName="Accent5" refType="w" fact="0.3319"/>
          <dgm:constr type="t" for="ch" forName="Accent5" refType="h" fact="0.1059"/>
          <dgm:constr type="w" for="ch" forName="Accent5" refType="w" fact="0.0393"/>
          <dgm:constr type="h" for="ch" forName="Accent5" refType="h" fact="0.054"/>
          <dgm:constr type="l" for="ch" forName="Accent6" refType="w" fact="0.2082"/>
          <dgm:constr type="t" for="ch" forName="Accent6" refType="h" fact="0.4151"/>
          <dgm:constr type="w" for="ch" forName="Accent6" refType="w" fact="0.0393"/>
          <dgm:constr type="h" for="ch" forName="Accent6" refType="h" fact="0.054"/>
          <dgm:constr type="l" for="ch" forName="Child4" refType="w" fact="0.2329"/>
          <dgm:constr type="t" for="ch" forName="Child4" refType="h" fact="0.7275"/>
          <dgm:constr type="w" for="ch" forName="Child4" refType="w" fact="0.1982"/>
          <dgm:constr type="h" for="ch" forName="Child4" refType="h" fact="0.2725"/>
          <dgm:constr type="l" for="ch" forName="Accent13" refType="w" fact="0.4099"/>
          <dgm:constr type="t" for="ch" forName="Accent13" refType="h" fact="0.7183"/>
          <dgm:constr type="w" for="ch" forName="Accent13" refType="w" fact="0.0393"/>
          <dgm:constr type="h" for="ch" forName="Accent13" refType="h" fact="0.054"/>
        </dgm:constrLst>
      </dgm:if>
      <dgm:else name="Name7">
        <dgm:alg type="composite">
          <dgm:param type="ar" val="1.1477"/>
        </dgm:alg>
        <dgm:constrLst>
          <dgm:constr type="primFontSz" for="des" ptType="node" op="equ" val="65"/>
          <dgm:constr type="l" for="ch" forName="Parent" refType="w" fact="0.171"/>
          <dgm:constr type="t" for="ch" forName="Parent" refType="h" fact="0.1907"/>
          <dgm:constr type="w" for="ch" forName="Parent" refType="w" fact="0.4875"/>
          <dgm:constr type="h" for="ch" forName="Parent" refType="h" fact="0.5596"/>
          <dgm:constr type="l" for="ch" forName="Accent8" refType="w" fact="0.0373"/>
          <dgm:constr type="t" for="ch" forName="Accent8" refType="h" fact="0.5858"/>
          <dgm:constr type="w" for="ch" forName="Accent8" refType="w" fact="0.098"/>
          <dgm:constr type="h" for="ch" forName="Accent8" refType="h" fact="0.1125"/>
          <dgm:constr type="l" for="ch" forName="Accent1" refType="w" fact="0.4492"/>
          <dgm:constr type="t" for="ch" forName="Accent1" refType="h" fact="0.1652"/>
          <dgm:constr type="w" for="ch" forName="Accent1" refType="w" fact="0.0542"/>
          <dgm:constr type="h" for="ch" forName="Accent1" refType="h" fact="0.0623"/>
          <dgm:constr type="l" for="ch" forName="Accent2" refType="w" fact="0.3209"/>
          <dgm:constr type="t" for="ch" forName="Accent2" refType="h" fact="0.7087"/>
          <dgm:constr type="w" for="ch" forName="Accent2" refType="w" fact="0.0393"/>
          <dgm:constr type="h" for="ch" forName="Accent2" refType="h" fact="0.0451"/>
          <dgm:constr type="l" for="ch" forName="Accent3" refType="w" fact="0.6899"/>
          <dgm:constr type="t" for="ch" forName="Accent3" refType="h" fact="0.4178"/>
          <dgm:constr type="w" for="ch" forName="Accent3" refType="w" fact="0.0393"/>
          <dgm:constr type="h" for="ch" forName="Accent3" refType="h" fact="0.0451"/>
          <dgm:constr type="l" for="ch" forName="Accent9" refType="w" fact="0.6201"/>
          <dgm:constr type="t" for="ch" forName="Accent9" refType="h" fact="0.3417"/>
          <dgm:constr type="w" for="ch" forName="Accent9" refType="w" fact="0.0542"/>
          <dgm:constr type="h" for="ch" forName="Accent9" refType="h" fact="0.0623"/>
          <dgm:constr type="l" for="ch" forName="Child1" refType="w" fact="0.0186"/>
          <dgm:constr type="t" for="ch" forName="Child1" refType="h" fact="0.2917"/>
          <dgm:constr type="w" for="ch" forName="Child1" refType="w" fact="0.1982"/>
          <dgm:constr type="h" for="ch" forName="Child1" refType="h" fact="0.2275"/>
          <dgm:constr type="l" for="ch" forName="Child2" refType="w" fact="0.7086"/>
          <dgm:constr type="t" for="ch" forName="Child2" refType="h" fact="0.1847"/>
          <dgm:constr type="w" for="ch" forName="Child2" refType="w" fact="0.1982"/>
          <dgm:constr type="h" for="ch" forName="Child2" refType="h" fact="0.2275"/>
          <dgm:constr type="l" for="ch" forName="Child3" refType="w" fact="0.8018"/>
          <dgm:constr type="t" for="ch" forName="Child3" refType="h" fact="0.5778"/>
          <dgm:constr type="w" for="ch" forName="Child3" refType="w" fact="0.1982"/>
          <dgm:constr type="h" for="ch" forName="Child3" refType="h" fact="0.2275"/>
          <dgm:constr type="l" for="ch" forName="Accent12" refType="w" fact="0.7459"/>
          <dgm:constr type="t" for="ch" forName="Accent12" refType="h" fact="0.5699"/>
          <dgm:constr type="w" for="ch" forName="Accent12" refType="w" fact="0.0393"/>
          <dgm:constr type="h" for="ch" forName="Accent12" refType="h" fact="0.0451"/>
          <dgm:constr type="l" for="ch" forName="Accent4" refType="w" fact="0.5021"/>
          <dgm:constr type="t" for="ch" forName="Accent4" refType="h" fact="0.7567"/>
          <dgm:constr type="w" for="ch" forName="Accent4" refType="w" fact="0.0542"/>
          <dgm:constr type="h" for="ch" forName="Accent4" refType="h" fact="0.0623"/>
          <dgm:constr type="l" for="ch" forName="Accent10" refType="w" fact="0"/>
          <dgm:constr type="t" for="ch" forName="Accent10" refType="h" fact="0.7197"/>
          <dgm:constr type="w" for="ch" forName="Accent10" refType="w" fact="0.0393"/>
          <dgm:constr type="h" for="ch" forName="Accent10" refType="h" fact="0.0451"/>
          <dgm:constr type="l" for="ch" forName="Accent11" refType="w" fact="0.3916"/>
          <dgm:constr type="t" for="ch" forName="Accent11" refType="h" fact="0.6555"/>
          <dgm:constr type="w" for="ch" forName="Accent11" refType="w" fact="0.0393"/>
          <dgm:constr type="h" for="ch" forName="Accent11" refType="h" fact="0.0451"/>
          <dgm:constr type="l" for="ch" forName="Accent7" refType="w" fact="0.3944"/>
          <dgm:constr type="t" for="ch" forName="Accent7" refType="h" fact="0.2556"/>
          <dgm:constr type="w" for="ch" forName="Accent7" refType="w" fact="0.0542"/>
          <dgm:constr type="h" for="ch" forName="Accent7" refType="h" fact="0.0623"/>
          <dgm:constr type="l" for="ch" forName="Accent5" refType="w" fact="0.3319"/>
          <dgm:constr type="t" for="ch" forName="Accent5" refType="h" fact="0.2536"/>
          <dgm:constr type="w" for="ch" forName="Accent5" refType="w" fact="0.0393"/>
          <dgm:constr type="h" for="ch" forName="Accent5" refType="h" fact="0.0451"/>
          <dgm:constr type="l" for="ch" forName="Accent6" refType="w" fact="0.2082"/>
          <dgm:constr type="t" for="ch" forName="Accent6" refType="h" fact="0.5117"/>
          <dgm:constr type="w" for="ch" forName="Accent6" refType="w" fact="0.0393"/>
          <dgm:constr type="h" for="ch" forName="Accent6" refType="h" fact="0.0451"/>
          <dgm:constr type="l" for="ch" forName="Child5" refType="w" fact="0.4219"/>
          <dgm:constr type="t" for="ch" forName="Child5" refType="h" fact="0"/>
          <dgm:constr type="w" for="ch" forName="Child5" refType="w" fact="0.1982"/>
          <dgm:constr type="h" for="ch" forName="Child5" refType="h" fact="0.2275"/>
          <dgm:constr type="l" for="ch" forName="Child4" refType="w" fact="0.2329"/>
          <dgm:constr type="t" for="ch" forName="Child4" refType="h" fact="0.7725"/>
          <dgm:constr type="w" for="ch" forName="Child4" refType="w" fact="0.1982"/>
          <dgm:constr type="h" for="ch" forName="Child4" refType="h" fact="0.2275"/>
          <dgm:constr type="l" for="ch" forName="Accent15" refType="w" fact="0.1775"/>
          <dgm:constr type="t" for="ch" forName="Accent15" refType="h" fact="0.2466"/>
          <dgm:constr type="w" for="ch" forName="Accent15" refType="w" fact="0.0393"/>
          <dgm:constr type="h" for="ch" forName="Accent15" refType="h" fact="0.0451"/>
          <dgm:constr type="l" for="ch" forName="Accent16" refType="w" fact="0.6351"/>
          <dgm:constr type="t" for="ch" forName="Accent16" refType="h" fact="0.056"/>
          <dgm:constr type="w" for="ch" forName="Accent16" refType="w" fact="0.0393"/>
          <dgm:constr type="h" for="ch" forName="Accent16" refType="h" fact="0.0451"/>
          <dgm:constr type="l" for="ch" forName="Accent13" refType="w" fact="0.4099"/>
          <dgm:constr type="t" for="ch" forName="Accent13" refType="h" fact="0.7648"/>
          <dgm:constr type="w" for="ch" forName="Accent13" refType="w" fact="0.0393"/>
          <dgm:constr type="h" for="ch" forName="Accent13" refType="h" fact="0.0451"/>
        </dgm:constrLst>
      </dgm:else>
    </dgm:choose>
    <dgm:forEach name="wrapper" axis="self" ptType="parTrans">
      <dgm:forEach name="accentRepeat1" axis="self">
        <dgm:layoutNode name="AccentHold1" styleLbl="node1">
          <dgm:alg type="sp"/>
          <dgm:shape xmlns:r="http://schemas.openxmlformats.org/officeDocument/2006/relationships" type="ellipse" r:blip="">
            <dgm:adjLst/>
          </dgm:shape>
          <dgm:presOf/>
        </dgm:layoutNode>
      </dgm:forEach>
      <dgm:forEach name="accentRepeat2" axis="self">
        <dgm:layoutNode name="AccentHold2" styleLbl="node1">
          <dgm:alg type="sp"/>
          <dgm:shape xmlns:r="http://schemas.openxmlformats.org/officeDocument/2006/relationships" type="ellipse" r:blip="">
            <dgm:adjLst/>
          </dgm:shape>
          <dgm:presOf/>
        </dgm:layoutNode>
      </dgm:forEach>
      <dgm:forEach name="accentRepeat3" axis="self">
        <dgm:layoutNode name="AccentHold3" styleLbl="node1">
          <dgm:alg type="sp"/>
          <dgm:shape xmlns:r="http://schemas.openxmlformats.org/officeDocument/2006/relationships" type="ellipse" r:blip="">
            <dgm:adjLst/>
          </dgm:shape>
          <dgm:presOf/>
        </dgm:layoutNode>
      </dgm:forEach>
    </dgm:forEach>
    <dgm:forEach name="Name8" axis="ch" ptType="node" cnt="1">
      <dgm:layoutNode name="Parent" styleLbl="node0">
        <dgm:varLst>
          <dgm:chMax val="5"/>
          <dgm:chPref val="5"/>
        </dgm:varLst>
        <dgm:alg type="tx"/>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ch" ptType="node" func="cnt" op="lte" val="4">
          <dgm:layoutNode name="Accent1" styleLbl="node1">
            <dgm:alg type="sp"/>
            <dgm:shape xmlns:r="http://schemas.openxmlformats.org/officeDocument/2006/relationships" type="ellipse" r:blip="">
              <dgm:adjLst/>
            </dgm:shape>
            <dgm:presOf/>
            <dgm:constrLst/>
          </dgm:layoutNode>
        </dgm:if>
        <dgm:else name="Name11"/>
      </dgm:choose>
      <dgm:layoutNode name="Accent2" styleLbl="node1">
        <dgm:alg type="sp"/>
        <dgm:shape xmlns:r="http://schemas.openxmlformats.org/officeDocument/2006/relationships" type="ellipse" r:blip="">
          <dgm:adjLst/>
        </dgm:shape>
        <dgm:presOf/>
        <dgm:constrLst/>
      </dgm:layoutNode>
      <dgm:layoutNode name="Accent3" styleLbl="node1">
        <dgm:alg type="sp"/>
        <dgm:shape xmlns:r="http://schemas.openxmlformats.org/officeDocument/2006/relationships" type="ellipse" r:blip="">
          <dgm:adjLst/>
        </dgm:shape>
        <dgm:presOf/>
        <dgm:constrLst/>
      </dgm:layoutNode>
      <dgm:layoutNode name="Accent4" styleLbl="node1">
        <dgm:alg type="sp"/>
        <dgm:shape xmlns:r="http://schemas.openxmlformats.org/officeDocument/2006/relationships" type="ellipse" r:blip="">
          <dgm:adjLst/>
        </dgm:shape>
        <dgm:presOf/>
        <dgm:constrLst/>
      </dgm:layoutNode>
      <dgm:layoutNode name="Accent5" styleLbl="node1">
        <dgm:alg type="sp"/>
        <dgm:shape xmlns:r="http://schemas.openxmlformats.org/officeDocument/2006/relationships" type="ellipse" r:blip="">
          <dgm:adjLst/>
        </dgm:shape>
        <dgm:presOf/>
        <dgm:constrLst/>
      </dgm:layoutNode>
      <dgm:layoutNode name="Accent6" styleLbl="node1">
        <dgm:alg type="sp"/>
        <dgm:shape xmlns:r="http://schemas.openxmlformats.org/officeDocument/2006/relationships" type="ellipse" r:blip="">
          <dgm:adjLst/>
        </dgm:shape>
        <dgm:presOf/>
        <dgm:constrLst/>
      </dgm:layoutNode>
    </dgm:forEach>
    <dgm:forEach name="Name12" axis="ch ch" ptType="node node" st="1 1" cnt="1 1">
      <dgm:layoutNode name="Child1"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7">
        <dgm:alg type="sp"/>
        <dgm:shape xmlns:r="http://schemas.openxmlformats.org/officeDocument/2006/relationships" r:blip="">
          <dgm:adjLst/>
        </dgm:shape>
        <dgm:presOf/>
        <dgm:constrLst/>
        <dgm:forEach name="Name13" ref="accentRepeat1"/>
      </dgm:layoutNode>
      <dgm:layoutNode name="Accent8">
        <dgm:alg type="sp"/>
        <dgm:shape xmlns:r="http://schemas.openxmlformats.org/officeDocument/2006/relationships" r:blip="">
          <dgm:adjLst/>
        </dgm:shape>
        <dgm:presOf/>
        <dgm:constrLst/>
        <dgm:forEach name="Name14" ref="accentRepeat2"/>
      </dgm:layoutNode>
    </dgm:forEach>
    <dgm:forEach name="Name15" axis="ch ch" ptType="node node" st="1 2" cnt="1 1">
      <dgm:layoutNode name="Child2"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9">
        <dgm:alg type="sp"/>
        <dgm:shape xmlns:r="http://schemas.openxmlformats.org/officeDocument/2006/relationships" r:blip="">
          <dgm:adjLst/>
        </dgm:shape>
        <dgm:presOf/>
        <dgm:constrLst/>
        <dgm:forEach name="Name16" ref="accentRepeat1"/>
      </dgm:layoutNode>
      <dgm:layoutNode name="Accent10">
        <dgm:alg type="sp"/>
        <dgm:shape xmlns:r="http://schemas.openxmlformats.org/officeDocument/2006/relationships" r:blip="">
          <dgm:adjLst/>
        </dgm:shape>
        <dgm:presOf/>
        <dgm:constrLst/>
        <dgm:forEach name="Name17" ref="accentRepeat2"/>
      </dgm:layoutNode>
      <dgm:layoutNode name="Accent11">
        <dgm:alg type="sp"/>
        <dgm:shape xmlns:r="http://schemas.openxmlformats.org/officeDocument/2006/relationships" r:blip="">
          <dgm:adjLst/>
        </dgm:shape>
        <dgm:presOf/>
        <dgm:constrLst/>
        <dgm:forEach name="Name18" ref="accentRepeat3"/>
      </dgm:layoutNode>
    </dgm:forEach>
    <dgm:forEach name="Name19" axis="ch ch" ptType="node node" st="1 3" cnt="1 1">
      <dgm:layoutNode name="Child3"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2">
        <dgm:alg type="sp"/>
        <dgm:shape xmlns:r="http://schemas.openxmlformats.org/officeDocument/2006/relationships" r:blip="">
          <dgm:adjLst/>
        </dgm:shape>
        <dgm:presOf/>
        <dgm:constrLst/>
        <dgm:forEach name="Name20" ref="accentRepeat1"/>
      </dgm:layoutNode>
    </dgm:forEach>
    <dgm:forEach name="Name21" axis="ch ch" ptType="node node" st="1 4" cnt="1 1">
      <dgm:layoutNode name="Child4"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3">
        <dgm:alg type="sp"/>
        <dgm:shape xmlns:r="http://schemas.openxmlformats.org/officeDocument/2006/relationships" r:blip="">
          <dgm:adjLst/>
        </dgm:shape>
        <dgm:presOf/>
        <dgm:constrLst/>
        <dgm:forEach name="Name22" ref="accentRepeat1"/>
      </dgm:layoutNode>
    </dgm:forEach>
    <dgm:forEach name="Name23" axis="ch ch" ptType="node node" st="1 5" cnt="1 1">
      <dgm:layoutNode name="Child5"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5">
        <dgm:alg type="sp"/>
        <dgm:shape xmlns:r="http://schemas.openxmlformats.org/officeDocument/2006/relationships" r:blip="">
          <dgm:adjLst/>
        </dgm:shape>
        <dgm:presOf/>
        <dgm:constrLst/>
        <dgm:forEach name="Name24" ref="accentRepeat2"/>
      </dgm:layoutNode>
      <dgm:layoutNode name="Accent16">
        <dgm:alg type="sp"/>
        <dgm:shape xmlns:r="http://schemas.openxmlformats.org/officeDocument/2006/relationships" r:blip="">
          <dgm:adjLst/>
        </dgm:shape>
        <dgm:presOf/>
        <dgm:constrLst/>
        <dgm:forEach name="Name25" ref="accentRepeat3"/>
      </dgm:layoutNode>
    </dgm:forEach>
  </dgm:layoutNode>
</dgm:layoutDef>
</file>

<file path=ppt/diagrams/layout112.xml><?xml version="1.0" encoding="utf-8"?>
<dgm:layoutDef xmlns:dgm="http://schemas.openxmlformats.org/drawingml/2006/diagram" xmlns:a="http://schemas.openxmlformats.org/drawingml/2006/main" uniqueId="urn:microsoft.com/office/officeart/2005/8/layout/funnel1">
  <dgm:title val=""/>
  <dgm:desc val=""/>
  <dgm:catLst>
    <dgm:cat type="relationship" pri="2000"/>
    <dgm:cat type="process" pri="27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4"/>
      <dgm:resizeHandles val="exact"/>
    </dgm:varLst>
    <dgm:alg type="composite">
      <dgm:param type="ar" val="1.25"/>
    </dgm:alg>
    <dgm:shape xmlns:r="http://schemas.openxmlformats.org/officeDocument/2006/relationships" r:blip="">
      <dgm:adjLst/>
    </dgm:shape>
    <dgm:presOf/>
    <dgm:choose name="Name1">
      <dgm:if name="Name2" axis="ch" ptType="node" func="cnt" op="equ" val="2">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w" for="ch" forName="item1" refType="w" fact="0.35"/>
          <dgm:constr type="h" for="ch" forName="item1" refType="w" fact="0.35"/>
          <dgm:constr type="t" for="ch" forName="item1" refType="h" fact="0.05"/>
          <dgm:constr type="l" for="ch" forName="item1" refType="w" fact="0.125"/>
          <dgm:constr type="primFontSz" for="ch" forName="item1" op="equ" val="65"/>
          <dgm:constr type="w" for="ch" forName="funnel" refType="w" fact="0.7"/>
          <dgm:constr type="h" for="ch" forName="funnel" refType="h" fact="0.7"/>
          <dgm:constr type="t" for="ch" forName="funnel"/>
          <dgm:constr type="l" for="ch" forName="funnel"/>
        </dgm:constrLst>
      </dgm:if>
      <dgm:else name="Name3">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primFontSz" for="ch" forName="rectangle" val="65"/>
          <dgm:constr type="w" for="ch" forName="item1" refType="w" fact="0.225"/>
          <dgm:constr type="h" for="ch" forName="item1" refType="w" fact="0.225"/>
          <dgm:constr type="t" for="ch" forName="item1" refType="h" fact="0.336"/>
          <dgm:constr type="l" for="ch" forName="item1" refType="w" fact="0.261"/>
          <dgm:constr type="primFontSz" for="ch" forName="item1" val="65"/>
          <dgm:constr type="w" for="ch" forName="item2" refType="w" fact="0.225"/>
          <dgm:constr type="h" for="ch" forName="item2" refType="w" fact="0.225"/>
          <dgm:constr type="t" for="ch" forName="item2" refType="h" fact="0.125"/>
          <dgm:constr type="l" for="ch" forName="item2" refType="w" fact="0.1"/>
          <dgm:constr type="primFontSz" for="ch" forName="item2" refType="primFontSz" refFor="ch" refForName="item1" op="equ"/>
          <dgm:constr type="w" for="ch" forName="item3" refType="w" fact="0.225"/>
          <dgm:constr type="h" for="ch" forName="item3" refType="w" fact="0.225"/>
          <dgm:constr type="t" for="ch" forName="item3" refType="h" fact="0.057"/>
          <dgm:constr type="l" for="ch" forName="item3" refType="w" fact="0.33"/>
          <dgm:constr type="primFontSz" for="ch" forName="item3" refType="primFontSz" refFor="ch" refForName="item1" op="equ"/>
          <dgm:constr type="w" for="ch" forName="funnel" refType="w" fact="0.7"/>
          <dgm:constr type="h" for="ch" forName="funnel" refType="h" fact="0.7"/>
          <dgm:constr type="t" for="ch" forName="funnel"/>
          <dgm:constr type="l" for="ch" forName="funnel"/>
        </dgm:constrLst>
      </dgm:else>
    </dgm:choose>
    <dgm:ruleLst/>
    <dgm:choose name="Name4">
      <dgm:if name="Name5" axis="ch" ptType="node" func="cnt" op="gte" val="1">
        <dgm:layoutNode name="ellipse" styleLbl="trBgShp">
          <dgm:alg type="sp"/>
          <dgm:shape xmlns:r="http://schemas.openxmlformats.org/officeDocument/2006/relationships" type="ellipse" r:blip="">
            <dgm:adjLst/>
          </dgm:shape>
          <dgm:presOf/>
          <dgm:constrLst/>
          <dgm:ruleLst/>
        </dgm:layoutNode>
        <dgm:layoutNode name="arrow1" styleLbl="fgShp">
          <dgm:alg type="sp"/>
          <dgm:shape xmlns:r="http://schemas.openxmlformats.org/officeDocument/2006/relationships" type="downArrow" r:blip="">
            <dgm:adjLst/>
          </dgm:shape>
          <dgm:presOf/>
          <dgm:constrLst/>
          <dgm:ruleLst/>
        </dgm:layoutNode>
        <dgm:layoutNode name="rectangle" styleLbl="revTx">
          <dgm:varLst>
            <dgm:bulletEnabled val="1"/>
          </dgm:varLst>
          <dgm:alg type="tx">
            <dgm:param type="txAnchorHorzCh" val="ctr"/>
          </dgm:alg>
          <dgm:shape xmlns:r="http://schemas.openxmlformats.org/officeDocument/2006/relationships" type="rect" r:blip="">
            <dgm:adjLst/>
          </dgm:shape>
          <dgm:choose name="Name6">
            <dgm:if name="Name7" axis="ch" ptType="node" func="cnt" op="equ" val="1">
              <dgm:presOf axis="ch desOrSelf" ptType="node node" st="1 1" cnt="1 0"/>
            </dgm:if>
            <dgm:if name="Name8" axis="ch" ptType="node" func="cnt" op="equ" val="2">
              <dgm:presOf axis="ch desOrSelf" ptType="node node" st="2 1" cnt="1 0"/>
            </dgm:if>
            <dgm:if name="Name9" axis="ch" ptType="node" func="cnt" op="equ" val="3">
              <dgm:presOf axis="ch desOrSelf" ptType="node node" st="3 1" cnt="1 0"/>
            </dgm:if>
            <dgm:else name="Name10">
              <dgm:presOf axis="ch desOrSelf" ptType="node node" st="4 1" cnt="1 0"/>
            </dgm:else>
          </dgm:choose>
          <dgm:constrLst/>
          <dgm:ruleLst>
            <dgm:rule type="primFontSz" val="5" fact="NaN" max="NaN"/>
          </dgm:ruleLst>
        </dgm:layoutNode>
        <dgm:forEach name="Name11" axis="ch" ptType="node" st="2" cnt="1">
          <dgm:layoutNode name="item1" styleLbl="node1">
            <dgm:varLst>
              <dgm:bulletEnabled val="1"/>
            </dgm:varLst>
            <dgm:alg type="tx">
              <dgm:param type="txAnchorVertCh" val="mid"/>
            </dgm:alg>
            <dgm:shape xmlns:r="http://schemas.openxmlformats.org/officeDocument/2006/relationships" type="ellipse" r:blip="">
              <dgm:adjLst/>
            </dgm:shape>
            <dgm:choose name="Name12">
              <dgm:if name="Name13" axis="root ch" ptType="all node" func="cnt" op="equ" val="1">
                <dgm:presOf/>
              </dgm:if>
              <dgm:if name="Name14" axis="root ch" ptType="all node" func="cnt" op="equ" val="2">
                <dgm:presOf axis="root ch desOrSelf" ptType="all node node" st="1 1 1" cnt="0 1 0"/>
              </dgm:if>
              <dgm:if name="Name15" axis="root ch" ptType="all node" func="cnt" op="equ" val="3">
                <dgm:presOf axis="root ch desOrSelf" ptType="all node node" st="1 2 1" cnt="0 1 0"/>
              </dgm:if>
              <dgm:else name="Name16">
                <dgm:presOf axis="root ch desOrSelf" ptType="all node node" st="1 3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17" axis="ch" ptType="node" st="3" cnt="1">
          <dgm:layoutNode name="item2" styleLbl="node1">
            <dgm:varLst>
              <dgm:bulletEnabled val="1"/>
            </dgm:varLst>
            <dgm:alg type="tx">
              <dgm:param type="txAnchorVertCh" val="mid"/>
            </dgm:alg>
            <dgm:shape xmlns:r="http://schemas.openxmlformats.org/officeDocument/2006/relationships" type="ellipse" r:blip="">
              <dgm:adjLst/>
            </dgm:shape>
            <dgm:choose name="Name18">
              <dgm:if name="Name19" axis="root ch" ptType="all node" func="cnt" op="equ" val="1">
                <dgm:presOf/>
              </dgm:if>
              <dgm:if name="Name20" axis="root ch" ptType="all node" func="cnt" op="equ" val="2">
                <dgm:presOf/>
              </dgm:if>
              <dgm:if name="Name21" axis="root ch" ptType="all node" func="cnt" op="equ" val="3">
                <dgm:presOf axis="root ch desOrSelf" ptType="all node node" st="1 1 1" cnt="0 1 0"/>
              </dgm:if>
              <dgm:else name="Name22">
                <dgm:presOf axis="root ch desOrSelf" ptType="all node node" st="1 2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23" axis="ch" ptType="node" st="4" cnt="1">
          <dgm:layoutNode name="item3" styleLbl="node1">
            <dgm:varLst>
              <dgm:bulletEnabled val="1"/>
            </dgm:varLst>
            <dgm:alg type="tx">
              <dgm:param type="txAnchorVertCh" val="mid"/>
            </dgm:alg>
            <dgm:shape xmlns:r="http://schemas.openxmlformats.org/officeDocument/2006/relationships" type="ellipse" r:blip="">
              <dgm:adjLst/>
            </dgm:shape>
            <dgm:choose name="Name24">
              <dgm:if name="Name25" axis="root ch" ptType="all node" func="cnt" op="equ" val="1">
                <dgm:presOf/>
              </dgm:if>
              <dgm:if name="Name26" axis="root ch" ptType="all node" func="cnt" op="equ" val="2">
                <dgm:presOf/>
              </dgm:if>
              <dgm:if name="Name27" axis="root ch" ptType="all node" func="cnt" op="equ" val="3">
                <dgm:presOf/>
              </dgm:if>
              <dgm:else name="Name28">
                <dgm:presOf axis="root ch desOrSelf" ptType="all node node" st="1 1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layoutNode name="funnel" styleLbl="trAlignAcc1">
          <dgm:alg type="sp"/>
          <dgm:shape xmlns:r="http://schemas.openxmlformats.org/officeDocument/2006/relationships" type="funnel" r:blip="">
            <dgm:adjLst/>
          </dgm:shape>
          <dgm:presOf/>
          <dgm:constrLst/>
          <dgm:ruleLst/>
        </dgm:layoutNode>
      </dgm:if>
      <dgm:else name="Name29"/>
    </dgm:choose>
  </dgm:layoutNode>
</dgm:layoutDef>
</file>

<file path=ppt/diagrams/layout113.xml><?xml version="1.0" encoding="utf-8"?>
<dgm:layoutDef xmlns:dgm="http://schemas.openxmlformats.org/drawingml/2006/diagram" xmlns:a="http://schemas.openxmlformats.org/drawingml/2006/main" uniqueId="urn:microsoft.com/office/officeart/2009/3/layout/OpposingIdeas">
  <dgm:title val=""/>
  <dgm:desc val=""/>
  <dgm:catLst>
    <dgm:cat type="relationship" pri="3400"/>
  </dgm:catLst>
  <dgm:sampData>
    <dgm:dataModel>
      <dgm:ptLst>
        <dgm:pt modelId="0" type="doc"/>
        <dgm:pt modelId="10">
          <dgm:prSet phldr="1"/>
        </dgm:pt>
        <dgm:pt modelId="11">
          <dgm:prSet phldr="1"/>
        </dgm:pt>
        <dgm:pt modelId="20">
          <dgm:prSet phldr="1"/>
        </dgm:pt>
        <dgm:pt modelId="21">
          <dgm:prSet phldr="1"/>
        </dgm:pt>
      </dgm:ptLst>
      <dgm:cxnLst>
        <dgm:cxn modelId="30" srcId="0" destId="10" srcOrd="0" destOrd="0"/>
        <dgm:cxn modelId="12" srcId="10" destId="11" srcOrd="0" destOrd="0"/>
        <dgm:cxn modelId="40" srcId="0" destId="20" srcOrd="1" destOrd="0"/>
        <dgm:cxn modelId="22" srcId="20" destId="2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30" srcId="0" destId="10" srcOrd="0" destOrd="0"/>
        <dgm:cxn modelId="12" srcId="10" destId="11" srcOrd="0" destOrd="0"/>
        <dgm:cxn modelId="4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Lst>
      <dgm:cxnLst>
        <dgm:cxn modelId="30" srcId="0" destId="10" srcOrd="0" destOrd="0"/>
        <dgm:cxn modelId="12" srcId="10" destId="11" srcOrd="0" destOrd="0"/>
        <dgm:cxn modelId="40" srcId="0" destId="20" srcOrd="1" destOrd="0"/>
        <dgm:cxn modelId="22" srcId="20" destId="21" srcOrd="0" destOrd="0"/>
      </dgm:cxnLst>
      <dgm:bg/>
      <dgm:whole/>
    </dgm:dataModel>
  </dgm:clrData>
  <dgm:layoutNode name="Name0">
    <dgm:varLst>
      <dgm:chMax val="2"/>
      <dgm:dir/>
      <dgm:animOne val="branch"/>
      <dgm:animLvl val="lvl"/>
      <dgm:resizeHandles val="exact"/>
    </dgm:varLst>
    <dgm:choose name="Name1">
      <dgm:if name="Name2" axis="ch" ptType="node" func="cnt" op="lte" val="1">
        <dgm:alg type="composite">
          <dgm:param type="ar" val="0.9928"/>
        </dgm:alg>
      </dgm:if>
      <dgm:else name="Name3">
        <dgm:alg type="composite">
          <dgm:param type="ar" val="1.6364"/>
        </dgm:alg>
      </dgm:else>
    </dgm:choose>
    <dgm:shape xmlns:r="http://schemas.openxmlformats.org/officeDocument/2006/relationships" r:blip="">
      <dgm:adjLst/>
    </dgm:shape>
    <dgm:choose name="Name4">
      <dgm:if name="Name5" func="var" arg="dir" op="equ" val="norm">
        <dgm:choose name="Name6">
          <dgm:if name="Name7" axis="ch" ptType="node" func="cnt" op="lte" val="1">
            <dgm:constrLst>
              <dgm:constr type="primFontSz" for="des" forName="ParentText1" op="equ" val="65"/>
              <dgm:constr type="primFontSz" for="des" forName="ParentText2" refType="primFontSz" refFor="des" refForName="ParentText1" op="equ"/>
              <dgm:constr type="primFontSz" for="des" forName="ChildText1" op="equ" val="65"/>
              <dgm:constr type="primFontSz" for="des" forName="ChildText2" refType="primFontSz" refFor="des" refForName="ChildText1" op="equ"/>
              <dgm:constr type="l" for="ch" forName="ChildText1" refType="w" fact="0.2963"/>
              <dgm:constr type="t" for="ch" forName="ChildText1" refType="h" fact="0.2722"/>
              <dgm:constr type="w" for="ch" forName="ChildText1" refType="w" fact="0.6534"/>
              <dgm:constr type="h" for="ch" forName="ChildText1" refType="h" fact="0.6682"/>
              <dgm:constr type="l" for="ch" forName="Background" refType="w" fact="0.246"/>
              <dgm:constr type="t" for="ch" forName="Background" refType="h" fact="0.2125"/>
              <dgm:constr type="w" for="ch" forName="Background" refType="w" fact="0.754"/>
              <dgm:constr type="h" for="ch" forName="Background" refType="h" fact="0.7875"/>
              <dgm:constr type="l" for="ch" forName="ParentText1" refType="w" fact="0"/>
              <dgm:constr type="t" for="ch" forName="ParentText1" refType="h" fact="0"/>
              <dgm:constr type="w" for="ch" forName="ParentText1" refType="w" fact="0.234"/>
              <dgm:constr type="h" for="ch" forName="ParentText1" refType="h" fact="0.8713"/>
              <dgm:constr type="l" for="ch" forName="ParentShape1" refType="w" fact="0"/>
              <dgm:constr type="t" for="ch" forName="ParentShape1" refType="h" fact="0"/>
              <dgm:constr type="w" for="ch" forName="ParentShape1" refType="w" fact="0.234"/>
              <dgm:constr type="h" for="ch" forName="ParentShape1" refType="h" fact="0.8713"/>
            </dgm:constrLst>
          </dgm:if>
          <dgm:else name="Name8">
            <dgm:constrLst>
              <dgm:constr type="primFontSz" for="des" forName="ParentText1" op="equ" val="65"/>
              <dgm:constr type="primFontSz" for="des" forName="ParentText2" refType="primFontSz" refFor="des" refForName="ParentText1" op="equ"/>
              <dgm:constr type="primFontSz" for="des" forName="ChildText1" op="equ" val="65"/>
              <dgm:constr type="primFontSz" for="des" forName="ChildText2" refType="primFontSz" refFor="des" refForName="ChildText1" op="equ"/>
              <dgm:constr type="l" for="ch" forName="ChildText1" refType="w" fact="0.15"/>
              <dgm:constr type="t" for="ch" forName="ChildText1" refType="h" fact="0.22"/>
              <dgm:constr type="w" for="ch" forName="ChildText1" refType="w" fact="0.325"/>
              <dgm:constr type="h" for="ch" forName="ChildText1" refType="h" fact="0.56"/>
              <dgm:constr type="l" for="ch" forName="ChildText2" refType="w" fact="0.525"/>
              <dgm:constr type="t" for="ch" forName="ChildText2" refType="h" fact="0.22"/>
              <dgm:constr type="w" for="ch" forName="ChildText2" refType="w" fact="0.325"/>
              <dgm:constr type="h" for="ch" forName="ChildText2" refType="h" fact="0.56"/>
              <dgm:constr type="l" for="ch" forName="Background" refType="w" fact="0.125"/>
              <dgm:constr type="t" for="ch" forName="Background" refType="h" fact="0.17"/>
              <dgm:constr type="w" for="ch" forName="Background" refType="w" fact="0.75"/>
              <dgm:constr type="h" for="ch" forName="Background" refType="h" fact="0.66"/>
              <dgm:constr type="l" for="ch" forName="ParentText1" refType="w" fact="0"/>
              <dgm:constr type="t" for="ch" forName="ParentText1" refType="h" fact="0"/>
              <dgm:constr type="w" for="ch" forName="ParentText1" refType="w" fact="0.125"/>
              <dgm:constr type="h" for="ch" forName="ParentText1" refType="h" fact="0.72"/>
              <dgm:constr type="l" for="ch" forName="ParentShape1" refType="w" fact="0"/>
              <dgm:constr type="t" for="ch" forName="ParentShape1" refType="h" fact="0"/>
              <dgm:constr type="w" for="ch" forName="ParentShape1" refType="w" fact="0.125"/>
              <dgm:constr type="h" for="ch" forName="ParentShape1" refType="h" fact="0.72"/>
              <dgm:constr type="l" for="ch" forName="ParentText2" refType="w" fact="0.875"/>
              <dgm:constr type="t" for="ch" forName="ParentText2" refType="h" fact="0.28"/>
              <dgm:constr type="w" for="ch" forName="ParentText2" refType="w" fact="0.125"/>
              <dgm:constr type="h" for="ch" forName="ParentText2" refType="h" fact="0.72"/>
              <dgm:constr type="l" for="ch" forName="ParentShape2" refType="w" fact="0.875"/>
              <dgm:constr type="t" for="ch" forName="ParentShape2" refType="h" fact="0.28"/>
              <dgm:constr type="w" for="ch" forName="ParentShape2" refType="w" fact="0.125"/>
              <dgm:constr type="h" for="ch" forName="ParentShape2" refType="h" fact="0.72"/>
              <dgm:constr type="l" for="ch" forName="Divider" refType="w" fact="0.5"/>
              <dgm:constr type="t" for="ch" forName="Divider" refType="h" fact="0.24"/>
              <dgm:constr type="w" for="ch" forName="Divider" refType="w" fact="0.0001"/>
              <dgm:constr type="h" for="ch" forName="Divider" refType="h" fact="0.52"/>
            </dgm:constrLst>
          </dgm:else>
        </dgm:choose>
      </dgm:if>
      <dgm:else name="Name9">
        <dgm:choose name="Name10">
          <dgm:if name="Name11" axis="ch" ptType="node" func="cnt" op="lte" val="1">
            <dgm:constrLst>
              <dgm:constr type="primFontSz" for="des" forName="ParentText1" op="equ" val="65"/>
              <dgm:constr type="primFontSz" for="des" forName="ParentText2" refType="primFontSz" refFor="des" refForName="ParentText1" op="equ"/>
              <dgm:constr type="primFontSz" for="des" forName="ChildText1" op="equ" val="65"/>
              <dgm:constr type="primFontSz" for="des" forName="ChildText2" refType="primFontSz" refFor="des" refForName="ChildText1" op="equ"/>
              <dgm:constr type="r" for="ch" forName="ChildText1" refType="w" fact="-0.2455"/>
              <dgm:constr type="t" for="ch" forName="ChildText1" refType="h" fact="0.2651"/>
              <dgm:constr type="w" for="ch" forName="ChildText1" refType="w" fact="0.5351"/>
              <dgm:constr type="h" for="ch" forName="ChildText1" refType="h" fact="0.56"/>
              <dgm:constr type="r" for="ch" forName="Background" refType="w" fact="-0.246"/>
              <dgm:constr type="t" for="ch" forName="Background" refType="h" fact="0.2125"/>
              <dgm:constr type="w" for="ch" forName="Background" refType="w" fact="0.754"/>
              <dgm:constr type="h" for="ch" forName="Background" refType="h" fact="0.7875"/>
              <dgm:constr type="r" for="ch" forName="ParentText1" refType="w" fact="0"/>
              <dgm:constr type="t" for="ch" forName="ParentText1" refType="h" fact="0"/>
              <dgm:constr type="w" for="ch" forName="ParentText1" refType="w" fact="0.234"/>
              <dgm:constr type="h" for="ch" forName="ParentText1" refType="h" fact="0.8713"/>
              <dgm:constr type="r" for="ch" forName="ParentShape1" refType="w" fact="0"/>
              <dgm:constr type="t" for="ch" forName="ParentShape1" refType="h" fact="0"/>
              <dgm:constr type="w" for="ch" forName="ParentShape1" refType="w" fact="0.234"/>
              <dgm:constr type="h" for="ch" forName="ParentShape1" refType="h" fact="0.8713"/>
            </dgm:constrLst>
          </dgm:if>
          <dgm:else name="Name12">
            <dgm:constrLst>
              <dgm:constr type="primFontSz" for="des" forName="ParentText1" op="equ" val="65"/>
              <dgm:constr type="primFontSz" for="des" forName="ParentText2" refType="primFontSz" refFor="des" refForName="ParentText1" op="equ"/>
              <dgm:constr type="primFontSz" for="des" forName="ChildText1" op="equ" val="65"/>
              <dgm:constr type="primFontSz" for="des" forName="ChildText2" refType="primFontSz" refFor="des" refForName="ChildText1" op="equ"/>
              <dgm:constr type="r" for="ch" forName="ChildText1" refType="w" fact="-0.15"/>
              <dgm:constr type="t" for="ch" forName="ChildText1" refType="h" fact="0.22"/>
              <dgm:constr type="w" for="ch" forName="ChildText1" refType="w" fact="0.325"/>
              <dgm:constr type="h" for="ch" forName="ChildText1" refType="h" fact="0.56"/>
              <dgm:constr type="r" for="ch" forName="ChildText2" refType="w" fact="-0.525"/>
              <dgm:constr type="t" for="ch" forName="ChildText2" refType="h" fact="0.22"/>
              <dgm:constr type="w" for="ch" forName="ChildText2" refType="w" fact="0.325"/>
              <dgm:constr type="h" for="ch" forName="ChildText2" refType="h" fact="0.56"/>
              <dgm:constr type="r" for="ch" forName="Background" refType="w" fact="-0.125"/>
              <dgm:constr type="t" for="ch" forName="Background" refType="h" fact="0.17"/>
              <dgm:constr type="w" for="ch" forName="Background" refType="w" fact="0.75"/>
              <dgm:constr type="h" for="ch" forName="Background" refType="h" fact="0.66"/>
              <dgm:constr type="r" for="ch" forName="ParentText1" refType="w" fact="0"/>
              <dgm:constr type="t" for="ch" forName="ParentText1" refType="h" fact="0"/>
              <dgm:constr type="w" for="ch" forName="ParentText1" refType="w" fact="0.125"/>
              <dgm:constr type="h" for="ch" forName="ParentText1" refType="h" fact="0.72"/>
              <dgm:constr type="r" for="ch" forName="ParentShape1" refType="w" fact="0"/>
              <dgm:constr type="t" for="ch" forName="ParentShape1" refType="h" fact="0"/>
              <dgm:constr type="w" for="ch" forName="ParentShape1" refType="w" fact="0.125"/>
              <dgm:constr type="h" for="ch" forName="ParentShape1" refType="h" fact="0.72"/>
              <dgm:constr type="r" for="ch" forName="ParentText2" refType="w" fact="-0.875"/>
              <dgm:constr type="t" for="ch" forName="ParentText2" refType="h" fact="0.28"/>
              <dgm:constr type="w" for="ch" forName="ParentText2" refType="w" fact="0.125"/>
              <dgm:constr type="h" for="ch" forName="ParentText2" refType="h" fact="0.72"/>
              <dgm:constr type="r" for="ch" forName="ParentShape2" refType="w" fact="-0.875"/>
              <dgm:constr type="t" for="ch" forName="ParentShape2" refType="h" fact="0.28"/>
              <dgm:constr type="w" for="ch" forName="ParentShape2" refType="w" fact="0.125"/>
              <dgm:constr type="h" for="ch" forName="ParentShape2" refType="h" fact="0.72"/>
              <dgm:constr type="r" for="ch" forName="Divider" refType="w" fact="-0.5"/>
              <dgm:constr type="t" for="ch" forName="Divider" refType="h" fact="0.24"/>
              <dgm:constr type="w" for="ch" forName="Divider" refType="w" fact="0.0001"/>
              <dgm:constr type="h" for="ch" forName="Divider" refType="h" fact="0.52"/>
            </dgm:constrLst>
          </dgm:else>
        </dgm:choose>
      </dgm:else>
    </dgm:choose>
    <dgm:choose name="Name13">
      <dgm:if name="Name14" axis="ch" ptType="node" func="cnt" op="gte" val="1">
        <dgm:layoutNode name="Background" styleLbl="node1">
          <dgm:alg type="sp"/>
          <dgm:choose name="Name15">
            <dgm:if name="Name16" func="var" arg="dir" op="equ" val="norm">
              <dgm:shape xmlns:r="http://schemas.openxmlformats.org/officeDocument/2006/relationships" type="round2DiagRect" r:blip="">
                <dgm:adjLst>
                  <dgm:adj idx="1" val="0"/>
                  <dgm:adj idx="2" val="0.1667"/>
                </dgm:adjLst>
              </dgm:shape>
            </dgm:if>
            <dgm:else name="Name17">
              <dgm:shape xmlns:r="http://schemas.openxmlformats.org/officeDocument/2006/relationships" type="round2DiagRect" r:blip="">
                <dgm:adjLst>
                  <dgm:adj idx="1" val="0.1667"/>
                  <dgm:adj idx="2" val="0"/>
                </dgm:adjLst>
              </dgm:shape>
            </dgm:else>
          </dgm:choose>
          <dgm:presOf/>
        </dgm:layoutNode>
        <dgm:choose name="Name18">
          <dgm:if name="Name19" axis="ch" ptType="node" func="cnt" op="gte" val="2">
            <dgm:layoutNode name="Divider" styleLbl="callout">
              <dgm:alg type="sp"/>
              <dgm:shape xmlns:r="http://schemas.openxmlformats.org/officeDocument/2006/relationships" type="line" r:blip="">
                <dgm:adjLst/>
              </dgm:shape>
              <dgm:presOf/>
            </dgm:layoutNode>
          </dgm:if>
          <dgm:else name="Name20"/>
        </dgm:choose>
        <dgm:layoutNode name="ChildText1" styleLbl="revTx">
          <dgm:varLst>
            <dgm:chMax val="0"/>
            <dgm:chPref val="0"/>
            <dgm:bulletEnabled val="1"/>
          </dgm:varLst>
          <dgm:alg type="tx">
            <dgm:param type="parTxLTRAlign" val="l"/>
            <dgm:param type="txAnchorVert" val="t"/>
          </dgm:alg>
          <dgm:shape xmlns:r="http://schemas.openxmlformats.org/officeDocument/2006/relationships" type="rect" r:blip="" hideGeom="1">
            <dgm:adjLst/>
          </dgm:shape>
          <dgm:presOf axis="ch des"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21">
          <dgm:if name="Name22" axis="ch" ptType="node" func="cnt" op="gte" val="2">
            <dgm:layoutNode name="ChildText2" styleLbl="revTx">
              <dgm:varLst>
                <dgm:chMax val="0"/>
                <dgm:chPref val="0"/>
                <dgm:bulletEnabled val="1"/>
              </dgm:varLst>
              <dgm:alg type="tx">
                <dgm:param type="parTxLTRAlign" val="l"/>
                <dgm:param type="txAnchorVert" val="t"/>
              </dgm:alg>
              <dgm:shape xmlns:r="http://schemas.openxmlformats.org/officeDocument/2006/relationships" type="rect" r:blip="" hideGeom="1">
                <dgm:adjLst/>
              </dgm:shape>
              <dgm:presOf axis="ch des"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3"/>
        </dgm:choose>
        <dgm:layoutNode name="ParentText1" styleLbl="revTx">
          <dgm:varLst>
            <dgm:chMax val="1"/>
            <dgm:chPref val="1"/>
          </dgm:varLst>
          <dgm:choose name="Name24">
            <dgm:if name="Name25" func="var" arg="dir" op="equ" val="norm">
              <dgm:alg type="tx">
                <dgm:param type="parTxLTRAlign" val="r"/>
                <dgm:param type="shpTxLTRAlignCh" val="r"/>
                <dgm:param type="txAnchorVertCh" val="mid"/>
                <dgm:param type="autoTxRot" val="grav"/>
              </dgm:alg>
            </dgm:if>
            <dgm:else name="Name26">
              <dgm:alg type="tx">
                <dgm:param type="parTxLTRAlign" val="l"/>
                <dgm:param type="shpTxLTRAlignCh" val="r"/>
                <dgm:param type="txAnchorVertCh" val="mid"/>
                <dgm:param type="autoTxRot" val="grav"/>
              </dgm:alg>
            </dgm:else>
          </dgm:choose>
          <dgm:choose name="Name27">
            <dgm:if name="Name28" func="var" arg="dir" op="equ" val="norm">
              <dgm:shape xmlns:r="http://schemas.openxmlformats.org/officeDocument/2006/relationships" rot="-90" type="rightArrow" r:blip="" hideGeom="1">
                <dgm:adjLst>
                  <dgm:adj idx="1" val="0.4983"/>
                  <dgm:adj idx="2" val="0.6066"/>
                </dgm:adjLst>
              </dgm:shape>
            </dgm:if>
            <dgm:else name="Name29">
              <dgm:shape xmlns:r="http://schemas.openxmlformats.org/officeDocument/2006/relationships" rot="90" type="leftArrow" r:blip="" hideGeom="1">
                <dgm:adjLst>
                  <dgm:adj idx="1" val="0.4983"/>
                  <dgm:adj idx="2" val="0.6066"/>
                </dgm:adjLst>
              </dgm:shape>
            </dgm:else>
          </dgm:choose>
          <dgm:presOf axis="ch 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Shape1" styleLbl="alignImgPlace1">
          <dgm:varLst/>
          <dgm:alg type="sp"/>
          <dgm:presOf axis="ch self" ptType="node node" st="1 1" cnt="1 0"/>
          <dgm:choose name="Name30">
            <dgm:if name="Name31" func="var" arg="dir" op="equ" val="norm">
              <dgm:shape xmlns:r="http://schemas.openxmlformats.org/officeDocument/2006/relationships" rot="-90" type="rightArrow" r:blip="">
                <dgm:adjLst>
                  <dgm:adj idx="1" val="0.4983"/>
                  <dgm:adj idx="2" val="0.6066"/>
                </dgm:adjLst>
              </dgm:shape>
            </dgm:if>
            <dgm:else name="Name32">
              <dgm:shape xmlns:r="http://schemas.openxmlformats.org/officeDocument/2006/relationships" rot="90" type="leftArrow" r:blip="">
                <dgm:adjLst>
                  <dgm:adj idx="1" val="0.4983"/>
                  <dgm:adj idx="2" val="0.6066"/>
                </dgm:adjLst>
              </dgm:shape>
            </dgm:else>
          </dgm:choose>
        </dgm:layoutNode>
        <dgm:choose name="Name33">
          <dgm:if name="Name34" axis="ch" ptType="node" func="cnt" op="gte" val="2">
            <dgm:layoutNode name="ParentText2" styleLbl="revTx">
              <dgm:varLst>
                <dgm:chMax val="1"/>
                <dgm:chPref val="1"/>
              </dgm:varLst>
              <dgm:choose name="Name35">
                <dgm:if name="Name36" func="var" arg="dir" op="equ" val="norm">
                  <dgm:alg type="tx">
                    <dgm:param type="parTxLTRAlign" val="r"/>
                    <dgm:param type="shpTxLTRAlignCh" val="r"/>
                    <dgm:param type="txAnchorVertCh" val="mid"/>
                    <dgm:param type="autoTxRot" val="grav"/>
                  </dgm:alg>
                </dgm:if>
                <dgm:else name="Name37">
                  <dgm:alg type="tx">
                    <dgm:param type="parTxLTRAlign" val="l"/>
                    <dgm:param type="shpTxLTRAlignCh" val="r"/>
                    <dgm:param type="txAnchorVertCh" val="mid"/>
                    <dgm:param type="autoTxRot" val="grav"/>
                  </dgm:alg>
                </dgm:else>
              </dgm:choose>
              <dgm:choose name="Name38">
                <dgm:if name="Name39" func="var" arg="dir" op="equ" val="norm">
                  <dgm:shape xmlns:r="http://schemas.openxmlformats.org/officeDocument/2006/relationships" rot="90" type="rightArrow" r:blip="" hideGeom="1">
                    <dgm:adjLst>
                      <dgm:adj idx="1" val="0.4983"/>
                      <dgm:adj idx="2" val="0.6066"/>
                    </dgm:adjLst>
                  </dgm:shape>
                </dgm:if>
                <dgm:else name="Name40">
                  <dgm:shape xmlns:r="http://schemas.openxmlformats.org/officeDocument/2006/relationships" rot="-90" type="leftArrow" r:blip="" hideGeom="1">
                    <dgm:adjLst>
                      <dgm:adj idx="1" val="0.4983"/>
                      <dgm:adj idx="2" val="0.6066"/>
                    </dgm:adjLst>
                  </dgm:shape>
                </dgm:else>
              </dgm:choose>
              <dgm:presOf axis="ch 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Shape2" styleLbl="alignImgPlace1">
              <dgm:varLst/>
              <dgm:alg type="sp"/>
              <dgm:choose name="Name41">
                <dgm:if name="Name42" func="var" arg="dir" op="equ" val="norm">
                  <dgm:shape xmlns:r="http://schemas.openxmlformats.org/officeDocument/2006/relationships" rot="90" type="rightArrow" r:blip="">
                    <dgm:adjLst>
                      <dgm:adj idx="1" val="0.4983"/>
                      <dgm:adj idx="2" val="0.6066"/>
                    </dgm:adjLst>
                  </dgm:shape>
                </dgm:if>
                <dgm:else name="Name43">
                  <dgm:shape xmlns:r="http://schemas.openxmlformats.org/officeDocument/2006/relationships" rot="-90" type="leftArrow" r:blip="">
                    <dgm:adjLst>
                      <dgm:adj idx="1" val="0.4983"/>
                      <dgm:adj idx="2" val="0.6066"/>
                    </dgm:adjLst>
                  </dgm:shape>
                </dgm:else>
              </dgm:choose>
              <dgm:presOf axis="ch self" ptType="node node" st="2 1" cnt="1 0"/>
            </dgm:layoutNode>
          </dgm:if>
          <dgm:else name="Name44"/>
        </dgm:choose>
      </dgm:if>
      <dgm:else name="Name45"/>
    </dgm:choose>
  </dgm:layoutNode>
</dgm:layoutDef>
</file>

<file path=ppt/diagrams/layout114.xml><?xml version="1.0" encoding="utf-8"?>
<dgm:layoutDef xmlns:dgm="http://schemas.openxmlformats.org/drawingml/2006/diagram" xmlns:a="http://schemas.openxmlformats.org/drawingml/2006/main" uniqueId="urn:microsoft.com/office/officeart/2009/3/layout/PlusandMinus">
  <dgm:title val=""/>
  <dgm:desc val=""/>
  <dgm:catLst>
    <dgm:cat type="relationship" pri="3600"/>
  </dgm:catLst>
  <dgm:samp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clrData>
  <dgm:layoutNode name="Name0">
    <dgm:varLst>
      <dgm:chMax val="2"/>
      <dgm:chPref val="2"/>
      <dgm:dir/>
      <dgm:animOne/>
      <dgm:resizeHandles val="exact"/>
    </dgm:varLst>
    <dgm:alg type="composite">
      <dgm:param type="ar" val="1.8238"/>
    </dgm:alg>
    <dgm:shape xmlns:r="http://schemas.openxmlformats.org/officeDocument/2006/relationships" r:blip="">
      <dgm:adjLst/>
    </dgm:shape>
    <dgm:choose name="Name1">
      <dgm:if name="Name2" func="var" arg="dir" op="equ" val="norm">
        <dgm:constrLst>
          <dgm:constr type="primFontSz" for="des" ptType="node" op="equ" val="65"/>
          <dgm:constr type="l" for="ch" forName="Background" refType="w" fact="0.09"/>
          <dgm:constr type="t" for="ch" forName="Background" refType="h" fact="0.1641"/>
          <dgm:constr type="w" for="ch" forName="Background" refType="w" fact="0.87"/>
          <dgm:constr type="h" for="ch" forName="Background" refType="h" fact="0.82"/>
          <dgm:constr type="l" for="ch" forName="ParentText1" refType="w" fact="0.116"/>
          <dgm:constr type="t" for="ch" forName="ParentText1" refType="h" fact="0.26"/>
          <dgm:constr type="w" for="ch" forName="ParentText1" refType="w" fact="0.404"/>
          <dgm:constr type="h" for="ch" forName="ParentText1" refType="h" fact="0.7015"/>
          <dgm:constr type="l" for="ch" forName="ParentText2" refType="w" fact="0.529"/>
          <dgm:constr type="t" for="ch" forName="ParentText2" refType="h" fact="0.26"/>
          <dgm:constr type="w" for="ch" forName="ParentText2" refType="w" fact="0.404"/>
          <dgm:constr type="h" for="ch" forName="ParentText2" refType="h" fact="0.7015"/>
          <dgm:constr type="l" for="ch" forName="Plus" refType="w" fact="0"/>
          <dgm:constr type="t" for="ch" forName="Plus" refType="h" fact="0"/>
          <dgm:constr type="w" for="ch" forName="Plus" refType="w" fact="0.17"/>
          <dgm:constr type="h" for="ch" forName="Plus" refType="w" refFor="ch" refForName="Plus"/>
          <dgm:constr type="l" for="ch" forName="Minus" refType="w" fact="0.84"/>
          <dgm:constr type="t" for="ch" forName="Minus" refType="h" fact="0.1115"/>
          <dgm:constr type="w" for="ch" forName="Minus" refType="w" fact="0.16"/>
          <dgm:constr type="h" for="ch" forName="Minus" refType="h" fact="0.1"/>
          <dgm:constr type="l" for="ch" forName="Divider" refType="w" fact="0.525"/>
          <dgm:constr type="t" for="ch" forName="Divider" refType="h" fact="0.2615"/>
          <dgm:constr type="w" for="ch" forName="Divider" refType="w" fact="0.0001"/>
          <dgm:constr type="h" for="ch" forName="Divider" refType="h" fact="0.67"/>
        </dgm:constrLst>
      </dgm:if>
      <dgm:else name="Name3">
        <dgm:constrLst>
          <dgm:constr type="primFontSz" for="des" ptType="node" op="equ" val="65"/>
          <dgm:constr type="r" for="ch" forName="Background" refType="w" fact="-0.09"/>
          <dgm:constr type="t" for="ch" forName="Background" refType="h" fact="0.1641"/>
          <dgm:constr type="w" for="ch" forName="Background" refType="w" fact="0.87"/>
          <dgm:constr type="h" for="ch" forName="Background" refType="h" fact="0.82"/>
          <dgm:constr type="r" for="ch" forName="ParentText1" refType="w" fact="-0.116"/>
          <dgm:constr type="t" for="ch" forName="ParentText1" refType="h" fact="0.26"/>
          <dgm:constr type="w" for="ch" forName="ParentText1" refType="w" fact="0.404"/>
          <dgm:constr type="h" for="ch" forName="ParentText1" refType="h" fact="0.7015"/>
          <dgm:constr type="r" for="ch" forName="ParentText2" refType="w" fact="-0.529"/>
          <dgm:constr type="t" for="ch" forName="ParentText2" refType="h" fact="0.26"/>
          <dgm:constr type="w" for="ch" forName="ParentText2" refType="w" fact="0.404"/>
          <dgm:constr type="h" for="ch" forName="ParentText2" refType="h" fact="0.7015"/>
          <dgm:constr type="r" for="ch" forName="Plus" refType="w" fact="0"/>
          <dgm:constr type="t" for="ch" forName="Plus" refType="h" fact="0"/>
          <dgm:constr type="w" for="ch" forName="Plus" refType="w" fact="0.17"/>
          <dgm:constr type="h" for="ch" forName="Plus" refType="w" refFor="ch" refForName="Plus"/>
          <dgm:constr type="r" for="ch" forName="Minus" refType="w" fact="-0.84"/>
          <dgm:constr type="t" for="ch" forName="Minus" refType="h" fact="0.1115"/>
          <dgm:constr type="w" for="ch" forName="Minus" refType="w" fact="0.16"/>
          <dgm:constr type="h" for="ch" forName="Minus" refType="h" fact="0.1"/>
          <dgm:constr type="r" for="ch" forName="Divider" refType="w" fact="-0.525"/>
          <dgm:constr type="t" for="ch" forName="Divider" refType="h" fact="0.2615"/>
          <dgm:constr type="w" for="ch" forName="Divider" refType="w" fact="0.0001"/>
          <dgm:constr type="h" for="ch" forName="Divider" refType="h" fact="0.67"/>
        </dgm:constrLst>
      </dgm:else>
    </dgm:choose>
    <dgm:layoutNode name="Background" styleLbl="bgImgPlace1">
      <dgm:alg type="sp"/>
      <dgm:shape xmlns:r="http://schemas.openxmlformats.org/officeDocument/2006/relationships" type="rect" r:blip="">
        <dgm:adjLst/>
      </dgm:shape>
      <dgm:presOf/>
    </dgm:layoutNode>
    <dgm:layoutNode name="ParentText1"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ch desOrSelf" ptType="node node" st="1 1" cnt="1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Text2"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ch desOrSelf" ptType="node node" st="2 1" cnt="1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lus" styleLbl="alignNode1">
      <dgm:alg type="sp"/>
      <dgm:shape xmlns:r="http://schemas.openxmlformats.org/officeDocument/2006/relationships" type="plus" r:blip="">
        <dgm:adjLst>
          <dgm:adj idx="1" val="0.3281"/>
        </dgm:adjLst>
      </dgm:shape>
      <dgm:presOf/>
    </dgm:layoutNode>
    <dgm:layoutNode name="Minus" styleLbl="alignNode1">
      <dgm:alg type="sp"/>
      <dgm:shape xmlns:r="http://schemas.openxmlformats.org/officeDocument/2006/relationships" type="rect" r:blip="">
        <dgm:adjLst/>
      </dgm:shape>
      <dgm:presOf/>
    </dgm:layoutNode>
    <dgm:layoutNode name="Divider" styleLbl="parChTrans1D1">
      <dgm:alg type="sp"/>
      <dgm:shape xmlns:r="http://schemas.openxmlformats.org/officeDocument/2006/relationships" type="line" r:blip="">
        <dgm:adjLst/>
      </dgm:shape>
      <dgm:presOf/>
    </dgm:layoutNode>
  </dgm:layoutNode>
</dgm:layoutDef>
</file>

<file path=ppt/diagrams/layout115.xml><?xml version="1.0" encoding="utf-8"?>
<dgm:layoutDef xmlns:dgm="http://schemas.openxmlformats.org/drawingml/2006/diagram" xmlns:a="http://schemas.openxmlformats.org/drawingml/2006/main" uniqueId="urn:microsoft.com/office/officeart/2009/layout/ReverseList">
  <dgm:title val=""/>
  <dgm:desc val=""/>
  <dgm:catLst>
    <dgm:cat type="relationship" pri="3800"/>
  </dgm:catLst>
  <dgm:samp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ampData>
  <dgm:style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tyleData>
  <dgm:clr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clrData>
  <dgm:layoutNode name="Name0">
    <dgm:varLst>
      <dgm:chMax val="2"/>
      <dgm:chPref val="2"/>
      <dgm:animLvl val="lvl"/>
    </dgm:varLst>
    <dgm:choose name="Name1">
      <dgm:if name="Name2" axis="ch" ptType="node" func="cnt" op="lte" val="1">
        <dgm:alg type="composite">
          <dgm:param type="ar" val="0.9993"/>
        </dgm:alg>
      </dgm:if>
      <dgm:else name="Name3">
        <dgm:alg type="composite">
          <dgm:param type="ar" val="0.8036"/>
        </dgm:alg>
      </dgm:else>
    </dgm:choose>
    <dgm:shape xmlns:r="http://schemas.openxmlformats.org/officeDocument/2006/relationships" r:blip="">
      <dgm:adjLst/>
    </dgm:shape>
    <dgm:choose name="Name4">
      <dgm:if name="Name5" axis="ch" ptType="node" func="cnt" op="lte" val="1">
        <dgm:constrLst>
          <dgm:constr type="primFontSz" for="des" ptType="node" op="equ" val="65"/>
          <dgm:constr type="l" for="ch" forName="LeftNode" refType="w" fact="0"/>
          <dgm:constr type="t" for="ch" forName="LeftNode" refType="h" fact="0.25"/>
          <dgm:constr type="w" for="ch" forName="LeftNode" refType="w" fact="0.5"/>
          <dgm:constr type="h" for="ch" forName="LeftNode" refType="h"/>
          <dgm:constr type="l" for="ch" forName="LeftText" refType="w" fact="0"/>
          <dgm:constr type="t" for="ch" forName="LeftText" refType="h" fact="0.25"/>
          <dgm:constr type="w" for="ch" forName="LeftText" refType="w" fact="0.5"/>
          <dgm:constr type="h" for="ch" forName="LeftText" refType="h"/>
        </dgm:constrLst>
      </dgm:if>
      <dgm:else name="Name6">
        <dgm:constrLst>
          <dgm:constr type="primFontSz" for="des" ptType="node" op="equ" val="65"/>
          <dgm:constr type="l" for="ch" forName="LeftNode" refType="w" fact="0"/>
          <dgm:constr type="t" for="ch" forName="LeftNode" refType="h" fact="0.1786"/>
          <dgm:constr type="w" for="ch" forName="LeftNode" refType="w" fact="0.4889"/>
          <dgm:constr type="h" for="ch" forName="LeftNode" refType="h" fact="0.6429"/>
          <dgm:constr type="l" for="ch" forName="LeftText" refType="w" fact="0"/>
          <dgm:constr type="t" for="ch" forName="LeftText" refType="h" fact="0.1786"/>
          <dgm:constr type="w" for="ch" forName="LeftText" refType="w" fact="0.4889"/>
          <dgm:constr type="h" for="ch" forName="LeftText" refType="h" fact="0.6429"/>
          <dgm:constr type="l" for="ch" forName="RightNode" refType="w" fact="0.5111"/>
          <dgm:constr type="t" for="ch" forName="RightNode" refType="h" fact="0.1786"/>
          <dgm:constr type="w" for="ch" forName="RightNode" refType="w" fact="0.4889"/>
          <dgm:constr type="h" for="ch" forName="RightNode" refType="h" fact="0.6429"/>
          <dgm:constr type="l" for="ch" forName="RightText" refType="w" fact="0.5111"/>
          <dgm:constr type="t" for="ch" forName="RightText" refType="h" fact="0.1786"/>
          <dgm:constr type="w" for="ch" forName="RightText" refType="w" fact="0.4889"/>
          <dgm:constr type="h" for="ch" forName="RightText" refType="h" fact="0.6429"/>
          <dgm:constr type="l" for="ch" forName="TopArrow" refType="w" fact="0.2444"/>
          <dgm:constr type="t" for="ch" forName="TopArrow" refType="h" fact="0"/>
          <dgm:constr type="w" for="ch" forName="TopArrow" refType="w" fact="0.5111"/>
          <dgm:constr type="h" for="ch" forName="TopArrow" refType="h" fact="0.4107"/>
          <dgm:constr type="l" for="ch" forName="BottomArrow" refType="w" fact="0.2444"/>
          <dgm:constr type="t" for="ch" forName="BottomArrow" refType="h" fact="0.5893"/>
          <dgm:constr type="w" for="ch" forName="BottomArrow" refType="w" fact="0.5111"/>
          <dgm:constr type="h" for="ch" forName="BottomArrow" refType="h" fact="0.4107"/>
        </dgm:constrLst>
      </dgm:else>
    </dgm:choose>
    <dgm:choose name="Name7">
      <dgm:if name="Name8" axis="ch" ptType="node" func="cnt" op="gte" val="1">
        <dgm:layoutNode name="LeftText" styleLbl="revTx" moveWith="LeftNode">
          <dgm:varLst>
            <dgm:bulletEnabled val="1"/>
          </dgm:varLst>
          <dgm:alg type="tx">
            <dgm:param type="txAnchorVert" val="t"/>
            <dgm:param type="parTxLTRAlign" val="l"/>
          </dgm:alg>
          <dgm:choose name="Name9">
            <dgm:if name="Name10" axis="ch" ptType="node" func="cnt" op="lte" val="1">
              <dgm:shape xmlns:r="http://schemas.openxmlformats.org/officeDocument/2006/relationships" type="roundRect" r:blip="" hideGeom="1">
                <dgm:adjLst>
                  <dgm:adj idx="1" val="0.1667"/>
                  <dgm:adj idx="2" val="0"/>
                </dgm:adjLst>
              </dgm:shape>
              <dgm:presOf axis="ch desOrSelf" ptType="node node" st="1 1" cnt="1 0"/>
              <dgm:constrLst>
                <dgm:constr type="lMarg" refType="primFontSz" fact="0.3"/>
                <dgm:constr type="rMarg" refType="primFontSz" fact="0.3"/>
                <dgm:constr type="tMarg" refType="primFontSz" fact="0.5"/>
                <dgm:constr type="bMarg" refType="primFontSz" fact="0.5"/>
              </dgm:constrLst>
            </dgm:if>
            <dgm:else name="Name11">
              <dgm:shape xmlns:r="http://schemas.openxmlformats.org/officeDocument/2006/relationships" rot="270" type="round2SameRect" r:blip="" hideGeom="1">
                <dgm:adjLst>
                  <dgm:adj idx="1" val="0.1667"/>
                  <dgm:adj idx="2" val="0"/>
                </dgm:adjLst>
              </dgm:shape>
              <dgm:presOf axis="ch desOrSelf" ptType="node node" st="1 1" cnt="1 0"/>
              <dgm:constrLst>
                <dgm:constr type="lMarg" refType="primFontSz" fact="0.3"/>
                <dgm:constr type="rMarg" refType="primFontSz" fact="0.45"/>
                <dgm:constr type="tMarg" refType="primFontSz" fact="0.5"/>
                <dgm:constr type="bMarg" refType="primFontSz" fact="0.5"/>
              </dgm:constrLst>
            </dgm:else>
          </dgm:choose>
          <dgm:ruleLst>
            <dgm:rule type="primFontSz" val="5" fact="NaN" max="NaN"/>
          </dgm:ruleLst>
        </dgm:layoutNode>
        <dgm:layoutNode name="LeftNode" styleLbl="bgImgPlace1">
          <dgm:varLst>
            <dgm:chMax val="2"/>
            <dgm:chPref val="2"/>
          </dgm:varLst>
          <dgm:alg type="sp"/>
          <dgm:choose name="Name12">
            <dgm:if name="Name13" axis="ch" ptType="node" func="cnt" op="lte" val="1">
              <dgm:shape xmlns:r="http://schemas.openxmlformats.org/officeDocument/2006/relationships" type="roundRect" r:blip="">
                <dgm:adjLst>
                  <dgm:adj idx="1" val="0.1667"/>
                  <dgm:adj idx="2" val="0"/>
                </dgm:adjLst>
              </dgm:shape>
            </dgm:if>
            <dgm:else name="Name14">
              <dgm:shape xmlns:r="http://schemas.openxmlformats.org/officeDocument/2006/relationships" rot="270" type="round2SameRect" r:blip="">
                <dgm:adjLst>
                  <dgm:adj idx="1" val="0.1667"/>
                  <dgm:adj idx="2" val="0"/>
                </dgm:adjLst>
              </dgm:shape>
            </dgm:else>
          </dgm:choose>
          <dgm:presOf axis="ch desOrSelf" ptType="node node" st="1 1" cnt="1 0"/>
        </dgm:layoutNode>
        <dgm:choose name="Name15">
          <dgm:if name="Name16" axis="ch" ptType="node" func="cnt" op="gte" val="2">
            <dgm:layoutNode name="RightText" styleLbl="revTx" moveWith="RightNode">
              <dgm:varLst>
                <dgm:bulletEnabled val="1"/>
              </dgm:varLst>
              <dgm:alg type="tx">
                <dgm:param type="txAnchorVert" val="t"/>
                <dgm:param type="parTxLTRAlign" val="l"/>
              </dgm:alg>
              <dgm:shape xmlns:r="http://schemas.openxmlformats.org/officeDocument/2006/relationships" rot="90" type="round2SameRect" r:blip="" hideGeom="1">
                <dgm:adjLst>
                  <dgm:adj idx="1" val="0.1667"/>
                  <dgm:adj idx="2" val="0"/>
                </dgm:adjLst>
              </dgm:shape>
              <dgm:presOf axis="ch desOrSelf" ptType="node node" st="2 1" cnt="1 0"/>
              <dgm:constrLst>
                <dgm:constr type="lMarg" refType="primFontSz" fact="0.45"/>
                <dgm:constr type="rMarg" refType="primFontSz" fact="0.3"/>
                <dgm:constr type="tMarg" refType="primFontSz" fact="0.5"/>
                <dgm:constr type="bMarg" refType="primFontSz" fact="0.5"/>
              </dgm:constrLst>
              <dgm:ruleLst>
                <dgm:rule type="primFontSz" val="5" fact="NaN" max="NaN"/>
              </dgm:ruleLst>
            </dgm:layoutNode>
            <dgm:layoutNode name="RightNode" styleLbl="bgImgPlace1">
              <dgm:varLst>
                <dgm:chMax val="0"/>
                <dgm:chPref val="0"/>
              </dgm:varLst>
              <dgm:alg type="sp"/>
              <dgm:shape xmlns:r="http://schemas.openxmlformats.org/officeDocument/2006/relationships" rot="90" type="round2SameRect" r:blip="">
                <dgm:adjLst>
                  <dgm:adj idx="1" val="0.1667"/>
                  <dgm:adj idx="2" val="0"/>
                </dgm:adjLst>
              </dgm:shape>
              <dgm:presOf axis="ch desOrSelf" ptType="node node" st="2 1" cnt="1 0"/>
            </dgm:layoutNode>
            <dgm:layoutNode name="TopArrow">
              <dgm:alg type="sp"/>
              <dgm:shape xmlns:r="http://schemas.openxmlformats.org/officeDocument/2006/relationships" type="circularArrow" r:blip="">
                <dgm:adjLst>
                  <dgm:adj idx="1" val="0.125"/>
                  <dgm:adj idx="2" val="19.0387"/>
                  <dgm:adj idx="3" val="-19.0387"/>
                  <dgm:adj idx="4" val="180"/>
                  <dgm:adj idx="5" val="0.125"/>
                </dgm:adjLst>
              </dgm:shape>
              <dgm:presOf/>
            </dgm:layoutNode>
            <dgm:layoutNode name="BottomArrow">
              <dgm:alg type="sp"/>
              <dgm:shape xmlns:r="http://schemas.openxmlformats.org/officeDocument/2006/relationships" rot="180" type="circularArrow" r:blip="">
                <dgm:adjLst>
                  <dgm:adj idx="1" val="0.125"/>
                  <dgm:adj idx="2" val="19.0387"/>
                  <dgm:adj idx="3" val="-19.0387"/>
                  <dgm:adj idx="4" val="180"/>
                  <dgm:adj idx="5" val="0.125"/>
                </dgm:adjLst>
              </dgm:shape>
              <dgm:presOf/>
            </dgm:layoutNode>
          </dgm:if>
          <dgm:else name="Name17"/>
        </dgm:choose>
      </dgm:if>
      <dgm:else name="Name18"/>
    </dgm:choose>
  </dgm:layoutNode>
</dgm:layoutDef>
</file>

<file path=ppt/diagrams/layout116.xml><?xml version="1.0" encoding="utf-8"?>
<dgm:layoutDef xmlns:dgm="http://schemas.openxmlformats.org/drawingml/2006/diagram" xmlns:a="http://schemas.openxmlformats.org/drawingml/2006/main" uniqueId="urn:microsoft.com/office/officeart/2005/8/layout/arrow3">
  <dgm:title val=""/>
  <dgm:desc val=""/>
  <dgm:catLst>
    <dgm:cat type="relationship" pri="5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param type="horzAlign" val="none"/>
      <dgm:param type="vertAlign" val="none"/>
    </dgm:alg>
    <dgm:shape xmlns:r="http://schemas.openxmlformats.org/officeDocument/2006/relationships" r:blip="">
      <dgm:adjLst/>
    </dgm:shape>
    <dgm:presOf/>
    <dgm:choose name="Name0">
      <dgm:if name="Name1" func="var" arg="dir" op="equ" val="norm">
        <dgm:choose name="Name2">
          <dgm:if name="Name3" axis="ch" ptType="node" func="cnt" op="gte" val="2">
            <dgm:constrLst>
              <dgm:constr type="w" for="ch" forName="divider" refType="w"/>
              <dgm:constr type="h" for="ch" forName="divider" refType="w" fact="0.2"/>
              <dgm:constr type="h" for="ch" forName="divider" refType="h" op="gte" fact="0.2"/>
              <dgm:constr type="h" for="ch" forName="divider" refType="h" op="lte" fact="0.4"/>
              <dgm:constr type="ctrX" for="ch" forName="divider" refType="w" fact="0.5"/>
              <dgm:constr type="ctrY" for="ch" forName="divider" refType="h" fact="0.5"/>
              <dgm:constr type="w" for="ch" forName="downArrow" refType="w" fact="0.3"/>
              <dgm:constr type="h" for="ch" forName="downArrow" refType="h" fact="0.4"/>
              <dgm:constr type="l" for="ch" forName="downArrow" refType="w" fact="0.1"/>
              <dgm:constr type="t" for="ch" forName="downArrow" refType="h" fact="0.05"/>
              <dgm:constr type="lOff" for="ch" forName="downArrow" refType="w" fact="0.02"/>
              <dgm:constr type="w" for="ch" forName="downArrowText" refType="w" fact="0.32"/>
              <dgm:constr type="h" for="ch" forName="downArrowText" refType="h" fact="0.42"/>
              <dgm:constr type="t" for="ch" forName="downArrowText"/>
              <dgm:constr type="r" for="ch" forName="downArrowText" refType="w" fact="0.85"/>
              <dgm:constr type="w" for="ch" forName="upArrow" refType="w" fact="0.3"/>
              <dgm:constr type="h" for="ch" forName="upArrow" refType="h" fact="0.4"/>
              <dgm:constr type="b" for="ch" forName="upArrow" refType="h" fact="0.95"/>
              <dgm:constr type="r" for="ch" forName="upArrow" refType="w" fact="0.9"/>
              <dgm:constr type="rOff" for="ch" forName="upArrow" refType="w" fact="-0.02"/>
              <dgm:constr type="w" for="ch" forName="upArrowText" refType="w" fact="0.32"/>
              <dgm:constr type="h" for="ch" forName="upArrowText" refType="h" fact="0.42"/>
              <dgm:constr type="b" for="ch" forName="upArrowText" refType="h"/>
              <dgm:constr type="l" for="ch" forName="upArrowText" refType="w" fact="0.15"/>
              <dgm:constr type="primFontSz" for="ch" ptType="node" op="equ" val="65"/>
            </dgm:constrLst>
          </dgm:if>
          <dgm:else name="Name4">
            <dgm:constrLst>
              <dgm:constr type="w" for="ch" forName="downArrow" refType="w" fact="0.4"/>
              <dgm:constr type="h" for="ch" forName="downArrow" refType="h" fact="0.8"/>
              <dgm:constr type="l" for="ch" forName="downArrow" refType="w" fact="0.02"/>
              <dgm:constr type="t" for="ch" forName="downArrow" refType="h" fact="0.05"/>
              <dgm:constr type="lOff" for="ch" forName="downArrow" refType="w" fact="0.02"/>
              <dgm:constr type="w" for="ch" forName="downArrowText" refType="w" fact="0.5"/>
              <dgm:constr type="h" for="ch" forName="downArrowText" refType="h"/>
              <dgm:constr type="t" for="ch" forName="downArrowText"/>
              <dgm:constr type="r" for="ch" forName="downArrowText" refType="w"/>
              <dgm:constr type="primFontSz" for="ch" ptType="node" op="equ" val="65"/>
            </dgm:constrLst>
          </dgm:else>
        </dgm:choose>
      </dgm:if>
      <dgm:else name="Name5">
        <dgm:choose name="Name6">
          <dgm:if name="Name7" axis="ch" ptType="node" func="cnt" op="gte" val="2">
            <dgm:constrLst>
              <dgm:constr type="w" for="ch" forName="divider" refType="w"/>
              <dgm:constr type="h" for="ch" forName="divider" refType="w" fact="0.2"/>
              <dgm:constr type="h" for="ch" forName="divider" refType="h" op="gte" fact="0.2"/>
              <dgm:constr type="h" for="ch" forName="divider" refType="h" op="lte" fact="0.4"/>
              <dgm:constr type="ctrX" for="ch" forName="divider" refType="w" fact="0.5"/>
              <dgm:constr type="ctrY" for="ch" forName="divider" refType="h" fact="0.5"/>
              <dgm:constr type="w" for="ch" forName="downArrow" refType="w" fact="0.3"/>
              <dgm:constr type="h" for="ch" forName="downArrow" refType="h" fact="0.4"/>
              <dgm:constr type="r" for="ch" forName="downArrow" refType="w" fact="0.9"/>
              <dgm:constr type="t" for="ch" forName="downArrow" refType="h" fact="0.05"/>
              <dgm:constr type="rOff" for="ch" forName="downArrow" refType="w" fact="-0.02"/>
              <dgm:constr type="w" for="ch" forName="downArrowText" refType="w" fact="0.32"/>
              <dgm:constr type="h" for="ch" forName="downArrowText" refType="h" fact="0.42"/>
              <dgm:constr type="t" for="ch" forName="downArrowText"/>
              <dgm:constr type="l" for="ch" forName="downArrowText" refType="w" fact="0.15"/>
              <dgm:constr type="w" for="ch" forName="upArrow" refType="w" fact="0.3"/>
              <dgm:constr type="h" for="ch" forName="upArrow" refType="h" fact="0.4"/>
              <dgm:constr type="b" for="ch" forName="upArrow" refType="h" fact="0.95"/>
              <dgm:constr type="l" for="ch" forName="upArrow" refType="w" fact="0.1"/>
              <dgm:constr type="lOff" for="ch" forName="upArrow" refType="w" fact="0.02"/>
              <dgm:constr type="w" for="ch" forName="upArrowText" refType="w" fact="0.32"/>
              <dgm:constr type="h" for="ch" forName="upArrowText" refType="h" fact="0.42"/>
              <dgm:constr type="b" for="ch" forName="upArrowText" refType="h"/>
              <dgm:constr type="r" for="ch" forName="upArrowText" refType="w" fact="0.85"/>
              <dgm:constr type="primFontSz" for="ch" ptType="node" op="equ" val="65"/>
            </dgm:constrLst>
          </dgm:if>
          <dgm:else name="Name8">
            <dgm:constrLst>
              <dgm:constr type="w" for="ch" forName="downArrow" refType="w" fact="0.4"/>
              <dgm:constr type="h" for="ch" forName="downArrow" refType="h" fact="0.8"/>
              <dgm:constr type="r" for="ch" forName="downArrow" refType="w" fact="0.98"/>
              <dgm:constr type="t" for="ch" forName="downArrow" refType="h" fact="0.05"/>
              <dgm:constr type="rOff" for="ch" forName="downArrow" refType="w" fact="-0.02"/>
              <dgm:constr type="w" for="ch" forName="downArrowText" refType="w" fact="0.5"/>
              <dgm:constr type="h" for="ch" forName="downArrowText" refType="h"/>
              <dgm:constr type="t" for="ch" forName="downArrowText"/>
              <dgm:constr type="l" for="ch" forName="downArrowText"/>
              <dgm:constr type="primFontSz" for="ch" ptType="node" op="equ" val="65"/>
            </dgm:constrLst>
          </dgm:else>
        </dgm:choose>
      </dgm:else>
    </dgm:choose>
    <dgm:ruleLst/>
    <dgm:choose name="Name9">
      <dgm:if name="Name10" axis="ch" ptType="node" func="cnt" op="gte" val="2">
        <dgm:layoutNode name="divider" styleLbl="fgShp">
          <dgm:alg type="sp"/>
          <dgm:choose name="Name11">
            <dgm:if name="Name12" func="var" arg="dir" op="equ" val="norm">
              <dgm:shape xmlns:r="http://schemas.openxmlformats.org/officeDocument/2006/relationships" rot="-5" type="mathMinus" r:blip="">
                <dgm:adjLst/>
              </dgm:shape>
            </dgm:if>
            <dgm:else name="Name13">
              <dgm:shape xmlns:r="http://schemas.openxmlformats.org/officeDocument/2006/relationships" rot="5" type="mathMinus" r:blip="">
                <dgm:adjLst/>
              </dgm:shape>
            </dgm:else>
          </dgm:choose>
          <dgm:presOf/>
          <dgm:constrLst/>
          <dgm:ruleLst/>
        </dgm:layoutNode>
      </dgm:if>
      <dgm:else name="Name14"/>
    </dgm:choose>
    <dgm:forEach name="Name15" axis="ch" ptType="node" cnt="1">
      <dgm:layoutNode name="downArrow" styleLbl="node1">
        <dgm:alg type="sp"/>
        <dgm:shape xmlns:r="http://schemas.openxmlformats.org/officeDocument/2006/relationships" type="downArrow" r:blip="">
          <dgm:adjLst/>
        </dgm:shape>
        <dgm:presOf/>
        <dgm:constrLst/>
        <dgm:ruleLst/>
      </dgm:layoutNode>
      <dgm:layoutNode name="downArrowText" styleLbl="revTx">
        <dgm:varLst>
          <dgm:bulletEnabled val="1"/>
        </dgm:varLst>
        <dgm:alg type="tx">
          <dgm:param type="txAnchorVertCh" val="mid"/>
        </dgm:alg>
        <dgm:shape xmlns:r="http://schemas.openxmlformats.org/officeDocument/2006/relationships" type="rect" r:blip="">
          <dgm:adjLst/>
        </dgm:shape>
        <dgm:presOf axis="desOrSelf" ptType="node"/>
        <dgm:constrLst/>
        <dgm:ruleLst>
          <dgm:rule type="primFontSz" val="5" fact="NaN" max="NaN"/>
        </dgm:ruleLst>
      </dgm:layoutNode>
    </dgm:forEach>
    <dgm:forEach name="Name16" axis="ch" ptType="node" st="2" cnt="1">
      <dgm:layoutNode name="upArrow" styleLbl="node1">
        <dgm:alg type="sp"/>
        <dgm:shape xmlns:r="http://schemas.openxmlformats.org/officeDocument/2006/relationships" type="upArrow" r:blip="">
          <dgm:adjLst/>
        </dgm:shape>
        <dgm:presOf/>
        <dgm:constrLst/>
        <dgm:ruleLst/>
      </dgm:layoutNode>
      <dgm:layoutNode name="upArrowText" styleLbl="revTx">
        <dgm:varLst>
          <dgm:bulletEnabled val="1"/>
        </dgm:varLst>
        <dgm:alg type="tx">
          <dgm:param type="txAnchorVertCh" val="mid"/>
        </dgm:alg>
        <dgm:shape xmlns:r="http://schemas.openxmlformats.org/officeDocument/2006/relationships" type="rect" r:blip="">
          <dgm:adjLst/>
        </dgm:shape>
        <dgm:presOf axis="desOrSelf" ptType="node"/>
        <dgm:constrLst/>
        <dgm:ruleLst>
          <dgm:rule type="primFontSz" val="5" fact="NaN" max="NaN"/>
        </dgm:ruleLst>
      </dgm:layoutNode>
    </dgm:forEach>
  </dgm:layoutNode>
</dgm:layoutDef>
</file>

<file path=ppt/diagrams/layout117.xml><?xml version="1.0" encoding="utf-8"?>
<dgm:layoutDef xmlns:dgm="http://schemas.openxmlformats.org/drawingml/2006/diagram" xmlns:a="http://schemas.openxmlformats.org/drawingml/2006/main" uniqueId="urn:microsoft.com/office/officeart/2005/8/layout/arrow5">
  <dgm:title val=""/>
  <dgm:desc val=""/>
  <dgm:catLst>
    <dgm:cat type="relationship" pri="6000"/>
    <dgm:cat type="process" pri="31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ch" ptType="node" func="cnt" op="equ" val="2">
        <dgm:choose name="Name2">
          <dgm:if name="Name3" func="var" arg="dir" op="equ" val="norm">
            <dgm:alg type="cycle">
              <dgm:param type="rotPath" val="alongPath"/>
              <dgm:param type="stAng" val="270"/>
            </dgm:alg>
          </dgm:if>
          <dgm:else name="Name4">
            <dgm:alg type="cycle">
              <dgm:param type="rotPath" val="alongPath"/>
              <dgm:param type="stAng" val="90"/>
              <dgm:param type="spanAng" val="-360"/>
            </dgm:alg>
          </dgm:else>
        </dgm:choose>
      </dgm:if>
      <dgm:else name="Name5">
        <dgm:choose name="Name6">
          <dgm:if name="Name7" func="var" arg="dir" op="equ" val="norm">
            <dgm:alg type="cycle">
              <dgm:param type="rotPath" val="alongPath"/>
            </dgm:alg>
          </dgm:if>
          <dgm:else name="Name8">
            <dgm:alg type="cycle">
              <dgm:param type="rotPath" val="alongPath"/>
              <dgm:param type="spanAng" val="-360"/>
            </dgm:alg>
          </dgm:else>
        </dgm:choose>
      </dgm:else>
    </dgm:choose>
    <dgm:shape xmlns:r="http://schemas.openxmlformats.org/officeDocument/2006/relationships" r:blip="">
      <dgm:adjLst/>
    </dgm:shape>
    <dgm:presOf/>
    <dgm:choose name="Name9">
      <dgm:if name="Name10" axis="ch" ptType="node" func="cnt" op="lte" val="2">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 type="diam" refType="w" refFor="ch" refPtType="node" op="equ" fact="1.1"/>
        </dgm:constrLst>
      </dgm:if>
      <dgm:if name="Name11" axis="ch" ptType="node" func="cnt" op="equ" val="5">
        <dgm:constrLst>
          <dgm:constr type="primFontSz" for="ch" ptType="node" op="equ" val="65"/>
          <dgm:constr type="w" for="ch" ptType="node" refType="w"/>
          <dgm:constr type="h" for="ch" ptType="node" refType="w" refFor="ch" refPtType="node" op="equ"/>
          <dgm:constr type="sibSp" refType="w" refFor="ch" refPtType="node" fact="-0.2"/>
          <dgm:constr type="sibSp" refType="h" op="lte" fact="0.1"/>
        </dgm:constrLst>
      </dgm:if>
      <dgm:if name="Name12" axis="ch" ptType="node" func="cnt" op="equ" val="6">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3" axis="ch" ptType="node" func="cnt" op="equ" val="7">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4" axis="ch" ptType="node" func="cnt" op="equ" val="8">
        <dgm:constrLst>
          <dgm:constr type="primFontSz" for="ch" ptType="node" op="equ" val="65"/>
          <dgm:constr type="w" for="ch" ptType="node" refType="w"/>
          <dgm:constr type="h" for="ch" ptType="node" refType="w" refFor="ch" refPtType="node" op="equ"/>
          <dgm:constr type="sibSp"/>
          <dgm:constr type="sibSp" refType="h" op="lte" fact="0.1"/>
        </dgm:constrLst>
      </dgm:if>
      <dgm:if name="Name15" axis="ch" ptType="node" func="cnt" op="gte" val="9">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else name="Name16">
        <dgm:constrLst>
          <dgm:constr type="primFontSz" for="ch" ptType="node" op="equ" val="65"/>
          <dgm:constr type="w" for="ch" ptType="node" refType="w"/>
          <dgm:constr type="h" for="ch" ptType="node" refType="w" refFor="ch" refPtType="node" op="equ"/>
          <dgm:constr type="sibSp" refType="w" refFor="ch" refPtType="node" fact="-0.35"/>
        </dgm:constrLst>
      </dgm:else>
    </dgm:choose>
    <dgm:ruleLst/>
    <dgm:forEach name="Name17" axis="ch" ptType="node">
      <dgm:layoutNode name="arrow">
        <dgm:varLst>
          <dgm:bulletEnabled val="1"/>
        </dgm:varLst>
        <dgm:alg type="tx"/>
        <dgm:shape xmlns:r="http://schemas.openxmlformats.org/officeDocument/2006/relationships" type="downArrow" r:blip="">
          <dgm:adjLst>
            <dgm:adj idx="2" val="0.35"/>
          </dgm:adjLst>
        </dgm:shape>
        <dgm:presOf axis="desOrSelf" ptType="node"/>
        <dgm:constrLst/>
        <dgm:ruleLst>
          <dgm:rule type="primFontSz" val="5" fact="NaN" max="NaN"/>
        </dgm:ruleLst>
      </dgm:layoutNode>
    </dgm:forEach>
  </dgm:layoutNode>
</dgm:layoutDef>
</file>

<file path=ppt/diagrams/layout118.xml><?xml version="1.0" encoding="utf-8"?>
<dgm:layoutDef xmlns:dgm="http://schemas.openxmlformats.org/drawingml/2006/diagram" xmlns:a="http://schemas.openxmlformats.org/drawingml/2006/main" uniqueId="urn:microsoft.com/office/officeart/2005/8/layout/arrow1">
  <dgm:title val=""/>
  <dgm:desc val=""/>
  <dgm:catLst>
    <dgm:cat type="relationship" pri="7000"/>
    <dgm:cat type="process" pri="32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ycle">
    <dgm:varLst>
      <dgm:dir/>
      <dgm:resizeHandles val="exact"/>
    </dgm:varLst>
    <dgm:choose name="Name0">
      <dgm:if name="Name1" axis="ch" ptType="node" func="cnt" op="equ" val="2">
        <dgm:choose name="Name2">
          <dgm:if name="Name3" func="var" arg="dir" op="equ" val="norm">
            <dgm:alg type="cycle">
              <dgm:param type="rotPath" val="alongPath"/>
              <dgm:param type="stAng" val="270"/>
            </dgm:alg>
          </dgm:if>
          <dgm:else name="Name4">
            <dgm:alg type="cycle">
              <dgm:param type="rotPath" val="alongPath"/>
              <dgm:param type="stAng" val="90"/>
              <dgm:param type="spanAng" val="-360"/>
            </dgm:alg>
          </dgm:else>
        </dgm:choose>
      </dgm:if>
      <dgm:else name="Name5">
        <dgm:choose name="Name6">
          <dgm:if name="Name7" func="var" arg="dir" op="equ" val="norm">
            <dgm:alg type="cycle">
              <dgm:param type="rotPath" val="alongPath"/>
            </dgm:alg>
          </dgm:if>
          <dgm:else name="Name8">
            <dgm:alg type="cycle">
              <dgm:param type="rotPath" val="alongPath"/>
              <dgm:param type="spanAng" val="-360"/>
            </dgm:alg>
          </dgm:else>
        </dgm:choose>
      </dgm:else>
    </dgm:choose>
    <dgm:shape xmlns:r="http://schemas.openxmlformats.org/officeDocument/2006/relationships" r:blip="">
      <dgm:adjLst/>
    </dgm:shape>
    <dgm:presOf/>
    <dgm:choose name="Name9">
      <dgm:if name="Name10" axis="ch" ptType="node" func="cnt" op="equ" val="2">
        <dgm:constrLst>
          <dgm:constr type="primFontSz" for="ch" ptType="node" op="equ" val="65"/>
          <dgm:constr type="w" for="ch" ptType="node" refType="w"/>
          <dgm:constr type="h" for="ch" ptType="node" refType="w" refFor="ch" refPtType="node"/>
          <dgm:constr type="sibSp" refType="w" refFor="ch" refPtType="node" fact="0.1"/>
          <dgm:constr type="diam" refType="w" refFor="ch" refPtType="node" fact="1.1"/>
        </dgm:constrLst>
      </dgm:if>
      <dgm:if name="Name11" axis="ch" ptType="node" func="cnt" op="equ" val="5">
        <dgm:constrLst>
          <dgm:constr type="primFontSz" for="ch" ptType="node" op="equ" val="65"/>
          <dgm:constr type="w" for="ch" ptType="node" refType="w"/>
          <dgm:constr type="h" for="ch" ptType="node" refType="w" refFor="ch" refPtType="node"/>
          <dgm:constr type="sibSp" refType="w" refFor="ch" refPtType="node" fact="-0.24"/>
        </dgm:constrLst>
      </dgm:if>
      <dgm:if name="Name12" axis="ch" ptType="node" func="cnt" op="equ" val="6">
        <dgm:constrLst>
          <dgm:constr type="primFontSz" for="ch" ptType="node" op="equ" val="65"/>
          <dgm:constr type="w" for="ch" ptType="node" refType="w"/>
          <dgm:constr type="h" for="ch" ptType="node" refType="w" refFor="ch" refPtType="node"/>
          <dgm:constr type="sibSp" refType="w" refFor="ch" refPtType="node" fact="-0.2"/>
        </dgm:constrLst>
      </dgm:if>
      <dgm:if name="Name13" axis="ch" ptType="node" func="cnt" op="equ" val="8">
        <dgm:constrLst>
          <dgm:constr type="primFontSz" for="ch" ptType="node" op="equ" val="65"/>
          <dgm:constr type="w" for="ch" ptType="node" refType="w"/>
          <dgm:constr type="h" for="ch" ptType="node" refType="w" refFor="ch" refPtType="node"/>
          <dgm:constr type="sibSp" refType="w" refFor="ch" refPtType="node" fact="-0.15"/>
        </dgm:constrLst>
      </dgm:if>
      <dgm:if name="Name14" axis="ch" ptType="node" func="cnt" op="equ" val="10">
        <dgm:constrLst>
          <dgm:constr type="primFontSz" for="ch" ptType="node" op="lte" val="65"/>
          <dgm:constr type="w" for="ch" ptType="node" refType="w"/>
          <dgm:constr type="h" for="ch" ptType="node" refType="w" refFor="ch" refPtType="node"/>
          <dgm:constr type="sibSp" refType="w" refFor="ch" refPtType="node" fact="-0.24"/>
        </dgm:constrLst>
      </dgm:if>
      <dgm:else name="Name15">
        <dgm:constrLst>
          <dgm:constr type="primFontSz" for="ch" ptType="node" op="equ" val="65"/>
          <dgm:constr type="w" for="ch" ptType="node" refType="w"/>
          <dgm:constr type="h" for="ch" ptType="node" refType="w" refFor="ch" refPtType="node"/>
          <dgm:constr type="sibSp" refType="w" refFor="ch" refPtType="node" fact="-0.35"/>
        </dgm:constrLst>
      </dgm:else>
    </dgm:choose>
    <dgm:ruleLst/>
    <dgm:forEach name="Name16" axis="ch" ptType="node">
      <dgm:layoutNode name="arrow">
        <dgm:varLst>
          <dgm:bulletEnabled val="1"/>
        </dgm:varLst>
        <dgm:alg type="tx"/>
        <dgm:shape xmlns:r="http://schemas.openxmlformats.org/officeDocument/2006/relationships" type="upArrow" r:blip="">
          <dgm:adjLst>
            <dgm:adj idx="2" val="0.35"/>
          </dgm:adjLst>
        </dgm:shape>
        <dgm:presOf axis="desOrSelf" ptType="node"/>
        <dgm:constrLst/>
        <dgm:ruleLst>
          <dgm:rule type="primFontSz" val="5" fact="NaN" max="NaN"/>
        </dgm:ruleLst>
      </dgm:layoutNode>
    </dgm:forEach>
  </dgm:layoutNode>
</dgm:layoutDef>
</file>

<file path=ppt/diagrams/layout119.xml><?xml version="1.0" encoding="utf-8"?>
<dgm:layoutDef xmlns:dgm="http://schemas.openxmlformats.org/drawingml/2006/diagram" xmlns:a="http://schemas.openxmlformats.org/drawingml/2006/main" uniqueId="urn:microsoft.com/office/officeart/2005/8/layout/arrow4">
  <dgm:title val=""/>
  <dgm:desc val=""/>
  <dgm:catLst>
    <dgm:cat type="relationship" pri="8000"/>
    <dgm:cat type="process" pri="30000"/>
  </dgm:catLst>
  <dgm:samp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shape xmlns:r="http://schemas.openxmlformats.org/officeDocument/2006/relationships" r:blip="">
      <dgm:adjLst/>
    </dgm:shape>
    <dgm:presOf/>
    <dgm:choose name="Name0">
      <dgm:if name="Name1" func="var" arg="dir" op="equ" val="norm">
        <dgm:choose name="Name2">
          <dgm:if name="Name3" axis="ch" ptType="node" func="cnt" op="lte" val="1">
            <dgm:constrLst>
              <dgm:constr type="primFontSz" for="des" ptType="node" op="equ" val="65"/>
              <dgm:constr type="w" for="ch" forName="upArrow" refType="w" fact="0.33"/>
              <dgm:constr type="h" for="ch" forName="upArrow" refType="h"/>
              <dgm:constr type="b" for="ch" forName="upArrow" refType="h" fact="0.48"/>
              <dgm:constr type="l" for="ch" forName="upArrow"/>
              <dgm:constr type="h" for="ch" forName="upArrow" refType="w" refFor="ch" refForName="upArrow" op="gte" fact="0.75"/>
              <dgm:constr type="w" for="ch" forName="upArrowText" refType="w" fact="0.56"/>
              <dgm:constr type="h" for="ch" forName="upArrowText" refType="h"/>
              <dgm:constr type="b" for="ch" forName="upArrowText" refType="h" fact="0.48"/>
              <dgm:constr type="l" for="ch" forName="upArrowText" refType="w" refFor="ch" refForName="upArrow" fact="1.03"/>
            </dgm:constrLst>
          </dgm:if>
          <dgm:else name="Name4">
            <dgm:constrLst>
              <dgm:constr type="primFontSz" for="des" ptType="node" op="equ" val="65"/>
              <dgm:constr type="w" for="ch" forName="upArrow" refType="w" fact="0.33"/>
              <dgm:constr type="h" for="ch" forName="upArrow" refType="h" fact="0.48"/>
              <dgm:constr type="b" for="ch" forName="upArrow" refType="h" fact="0.48"/>
              <dgm:constr type="l" for="ch" forName="upArrow"/>
              <dgm:constr type="h" for="ch" forName="upArrow" refType="w" refFor="ch" refForName="upArrow" op="gte" fact="0.75"/>
              <dgm:constr type="w" for="ch" forName="upArrowText" refType="w" fact="0.56"/>
              <dgm:constr type="h" for="ch" forName="upArrowText" refType="h" fact="0.48"/>
              <dgm:constr type="b" for="ch" forName="upArrowText" refType="h" fact="0.48"/>
              <dgm:constr type="l" for="ch" forName="upArrowText" refType="w" refFor="ch" refForName="upArrow" fact="1.03"/>
              <dgm:constr type="w" for="ch" forName="downArrow" refType="w" fact="0.33"/>
              <dgm:constr type="h" for="ch" forName="downArrow" refType="h" fact="0.48"/>
              <dgm:constr type="t" for="ch" forName="downArrow" refType="h" fact="0.52"/>
              <dgm:constr type="l" for="ch" forName="downArrow" refType="w" refFor="ch" refForName="downArrow" fact="0.3"/>
              <dgm:constr type="h" for="ch" forName="downArrow" refType="w" refFor="ch" refForName="downArrow" op="gte" fact="0.75"/>
              <dgm:constr type="w" for="ch" forName="downArrowText" refType="w" fact="0.56"/>
              <dgm:constr type="h" for="ch" forName="downArrowText" refType="h" fact="0.48"/>
              <dgm:constr type="t" for="ch" forName="downArrowText" refType="h" fact="0.52"/>
              <dgm:constr type="l" for="ch" forName="downArrowText" refType="w" refFor="ch" refForName="downArrow" fact="1.33"/>
            </dgm:constrLst>
          </dgm:else>
        </dgm:choose>
      </dgm:if>
      <dgm:else name="Name5">
        <dgm:choose name="Name6">
          <dgm:if name="Name7" axis="ch" ptType="node" func="cnt" op="lte" val="1">
            <dgm:constrLst>
              <dgm:constr type="primFontSz" for="des" ptType="node" op="equ" val="65"/>
              <dgm:constr type="w" for="ch" forName="upArrow" refType="w" fact="0.33"/>
              <dgm:constr type="h" for="ch" forName="upArrow" refType="h"/>
              <dgm:constr type="t" for="ch" forName="upArrow"/>
              <dgm:constr type="l" for="ch" forName="upArrow" refType="w" fact="0.67"/>
              <dgm:constr type="h" for="ch" forName="upArrow" refType="w" refFor="ch" refForName="upArrow" op="gte" fact="0.75"/>
              <dgm:constr type="w" for="ch" forName="upArrowText" refType="w" fact="0.56"/>
              <dgm:constr type="h" for="ch" forName="upArrowText" refType="h"/>
              <dgm:constr type="t" for="ch" forName="upArrowText"/>
              <dgm:constr type="l" for="ch" forName="upArrowText" refType="w" fact="0.1"/>
            </dgm:constrLst>
          </dgm:if>
          <dgm:else name="Name8">
            <dgm:constrLst>
              <dgm:constr type="primFontSz" for="des" ptType="node" op="equ" val="65"/>
              <dgm:constr type="w" for="ch" forName="upArrow" refType="w" fact="0.33"/>
              <dgm:constr type="h" for="ch" forName="upArrow" refType="h" fact="0.48"/>
              <dgm:constr type="t" for="ch" forName="upArrow"/>
              <dgm:constr type="l" for="ch" forName="upArrow" refType="w" fact="0.67"/>
              <dgm:constr type="h" for="ch" forName="upArrow" refType="w" refFor="ch" refForName="upArrow" op="gte" fact="0.75"/>
              <dgm:constr type="w" for="ch" forName="upArrowText" refType="w" fact="0.56"/>
              <dgm:constr type="h" for="ch" forName="upArrowText" refType="h" fact="0.48"/>
              <dgm:constr type="t" for="ch" forName="upArrowText"/>
              <dgm:constr type="l" for="ch" forName="upArrowText" refType="w" fact="0.1"/>
              <dgm:constr type="w" for="ch" forName="downArrow" refType="w" fact="0.33"/>
              <dgm:constr type="h" for="ch" forName="downArrow" refType="h" fact="0.48"/>
              <dgm:constr type="t" for="ch" forName="downArrow" refType="h" fact="0.52"/>
              <dgm:constr type="l" for="ch" forName="downArrow" refType="w" fact="0.57"/>
              <dgm:constr type="h" for="ch" forName="downArrow" refType="w" refFor="ch" refForName="downArrow" op="gte" fact="0.75"/>
              <dgm:constr type="w" for="ch" forName="downArrowText" refType="w" fact="0.56"/>
              <dgm:constr type="h" for="ch" forName="downArrowText" refType="h" fact="0.48"/>
              <dgm:constr type="t" for="ch" forName="downArrowText" refType="h" fact="0.52"/>
              <dgm:constr type="l" for="ch" forName="downArrowText"/>
            </dgm:constrLst>
          </dgm:else>
        </dgm:choose>
      </dgm:else>
    </dgm:choose>
    <dgm:ruleLst/>
    <dgm:forEach name="Name9" axis="ch" ptType="node" cnt="1">
      <dgm:layoutNode name="upArrow" styleLbl="node1">
        <dgm:alg type="sp"/>
        <dgm:shape xmlns:r="http://schemas.openxmlformats.org/officeDocument/2006/relationships" type="upArrow" r:blip="">
          <dgm:adjLst/>
        </dgm:shape>
        <dgm:presOf/>
        <dgm:constrLst/>
        <dgm:ruleLst/>
      </dgm:layoutNode>
      <dgm:layoutNode name="upArrowText" styleLbl="revTx">
        <dgm:varLst>
          <dgm:chMax val="0"/>
          <dgm:bulletEnabled val="1"/>
        </dgm:varLst>
        <dgm:choose name="Name10">
          <dgm:if name="Name11" axis="root des" ptType="all node" func="maxDepth" op="gt" val="1">
            <dgm:alg type="tx">
              <dgm:param type="parTxLTRAlign" val="l"/>
              <dgm:param type="parTxRTLAlign" val="r"/>
              <dgm:param type="txAnchorVertCh" val="mid"/>
            </dgm:alg>
          </dgm:if>
          <dgm:else name="Name12">
            <dgm:choose name="Name13">
              <dgm:if name="Name14" func="var" arg="dir" op="equ" val="norm">
                <dgm:alg type="tx">
                  <dgm:param type="parTxLTRAlign" val="l"/>
                  <dgm:param type="parTxRTLAlign" val="l"/>
                  <dgm:param type="txAnchorVertCh" val="mid"/>
                </dgm:alg>
              </dgm:if>
              <dgm:else name="Name15">
                <dgm:alg type="tx">
                  <dgm:param type="parTxLTRAlign" val="r"/>
                  <dgm:param type="parTxRTLAlign" val="r"/>
                  <dgm:param type="txAnchorVertCh" val="mid"/>
                </dgm:alg>
              </dgm:else>
            </dgm:choose>
          </dgm:else>
        </dgm:choose>
        <dgm:shape xmlns:r="http://schemas.openxmlformats.org/officeDocument/2006/relationships" type="rect" r:blip="">
          <dgm:adjLst/>
        </dgm:shape>
        <dgm:presOf axis="desOrSelf" ptType="node"/>
        <dgm:constrLst>
          <dgm:constr type="tMarg"/>
        </dgm:constrLst>
        <dgm:ruleLst>
          <dgm:rule type="primFontSz" val="5" fact="NaN" max="NaN"/>
        </dgm:ruleLst>
      </dgm:layoutNode>
    </dgm:forEach>
    <dgm:forEach name="Name16" axis="ch" ptType="node" st="2" cnt="1">
      <dgm:layoutNode name="downArrow" styleLbl="node1">
        <dgm:alg type="sp"/>
        <dgm:shape xmlns:r="http://schemas.openxmlformats.org/officeDocument/2006/relationships" type="downArrow" r:blip="">
          <dgm:adjLst/>
        </dgm:shape>
        <dgm:presOf/>
        <dgm:constrLst/>
        <dgm:ruleLst/>
      </dgm:layoutNode>
      <dgm:layoutNode name="downArrowText" styleLbl="revTx">
        <dgm:varLst>
          <dgm:chMax val="0"/>
          <dgm:bulletEnabled val="1"/>
        </dgm:varLst>
        <dgm:choose name="Name17">
          <dgm:if name="Name18" axis="root des" ptType="all node" func="maxDepth" op="gt" val="1">
            <dgm:alg type="tx">
              <dgm:param type="parTxLTRAlign" val="l"/>
              <dgm:param type="parTxRTLAlign" val="r"/>
              <dgm:param type="txAnchorVertCh" val="mid"/>
            </dgm:alg>
          </dgm:if>
          <dgm:else name="Name19">
            <dgm:choose name="Name20">
              <dgm:if name="Name21" func="var" arg="dir" op="equ" val="norm">
                <dgm:alg type="tx">
                  <dgm:param type="parTxLTRAlign" val="l"/>
                  <dgm:param type="parTxRTLAlign" val="l"/>
                  <dgm:param type="txAnchorVertCh" val="mid"/>
                </dgm:alg>
              </dgm:if>
              <dgm:else name="Name22">
                <dgm:alg type="tx">
                  <dgm:param type="parTxLTRAlign" val="r"/>
                  <dgm:param type="parTxRTLAlign" val="r"/>
                  <dgm:param type="txAnchorVertCh" val="mid"/>
                </dgm:alg>
              </dgm:else>
            </dgm:choose>
          </dgm:else>
        </dgm:choose>
        <dgm:shape xmlns:r="http://schemas.openxmlformats.org/officeDocument/2006/relationships" type="rect" r:blip="">
          <dgm:adjLst/>
        </dgm:shape>
        <dgm:presOf axis="desOrSelf" ptType="node"/>
        <dgm:constrLst>
          <dgm:constr type="tMarg"/>
        </dgm:constrLst>
        <dgm:ruleLst>
          <dgm:rule type="primFontSz" val="5" fact="NaN" max="NaN"/>
        </dgm:ruleLst>
      </dgm:layoutNode>
    </dgm:forEach>
  </dgm:layoutNode>
</dgm:layoutDef>
</file>

<file path=ppt/diagrams/layout120.xml><?xml version="1.0" encoding="utf-8"?>
<dgm:layoutDef xmlns:dgm="http://schemas.openxmlformats.org/drawingml/2006/diagram" xmlns:a="http://schemas.openxmlformats.org/drawingml/2006/main" uniqueId="urn:diagrams.loki3.com/TabbedArc+Icon">
  <dgm:title val="Tabbed Arc"/>
  <dgm:desc val="Use to show a set of related items arcing over a common area.  Best with small amounts of text."/>
  <dgm:catLst>
    <dgm:cat type="relationship" pri="20500"/>
    <dgm:cat type="officeonline" pri="4000"/>
  </dgm:catLst>
  <dgm:sampData useDef="1">
    <dgm:dataModel>
      <dgm:ptLst/>
      <dgm:bg/>
      <dgm:whole/>
    </dgm:dataModel>
  </dgm:sampData>
  <dgm:styleData useDef="1">
    <dgm:dataModel>
      <dgm:ptLst/>
      <dgm:bg/>
      <dgm:whole/>
    </dgm:dataModel>
  </dgm:styleData>
  <dgm:clrData useDef="1">
    <dgm:dataModel>
      <dgm:ptLst/>
      <dgm:bg/>
      <dgm:whole/>
    </dgm:dataModel>
  </dgm:clrData>
  <dgm:layoutNode name="Name0">
    <dgm:varLst>
      <dgm:dir/>
      <dgm:resizeHandles val="exact"/>
    </dgm:varLst>
    <dgm:choose name="Name1">
      <dgm:if name="Name2" axis="ch" ptType="node" func="cnt" op="equ" val="1">
        <dgm:alg type="cycle"/>
      </dgm:if>
      <dgm:else name="Name3">
        <dgm:choose name="Name4">
          <dgm:if name="Name5" axis="ch" ptType="node" func="cnt" op="lte" val="3">
            <dgm:choose name="Name6">
              <dgm:if name="Name7" func="var" arg="dir" op="equ" val="norm">
                <dgm:alg type="cycle">
                  <dgm:param type="stAng" val="-40"/>
                  <dgm:param type="spanAng" val="80"/>
                  <dgm:param type="rotPath" val="alongPath"/>
                </dgm:alg>
              </dgm:if>
              <dgm:else name="Name8">
                <dgm:alg type="cycle">
                  <dgm:param type="stAng" val="40"/>
                  <dgm:param type="spanAng" val="-80"/>
                  <dgm:param type="rotPath" val="alongPath"/>
                </dgm:alg>
              </dgm:else>
            </dgm:choose>
          </dgm:if>
          <dgm:else name="Name9">
            <dgm:choose name="Name10">
              <dgm:if name="Name11" func="var" arg="dir" op="equ" val="norm">
                <dgm:alg type="cycle">
                  <dgm:param type="stAng" val="-60"/>
                  <dgm:param type="spanAng" val="120"/>
                  <dgm:param type="rotPath" val="alongPath"/>
                </dgm:alg>
              </dgm:if>
              <dgm:else name="Name12">
                <dgm:alg type="cycle">
                  <dgm:param type="stAng" val="60"/>
                  <dgm:param type="spanAng" val="-120"/>
                  <dgm:param type="rotPath" val="alongPath"/>
                </dgm:alg>
              </dgm:else>
            </dgm:choose>
          </dgm:else>
        </dgm:choose>
      </dgm:else>
    </dgm:choose>
    <dgm:shape xmlns:r="http://schemas.openxmlformats.org/officeDocument/2006/relationships" r:blip="">
      <dgm:adjLst/>
    </dgm:shape>
    <dgm:presOf/>
    <dgm:choose name="Name13">
      <dgm:if name="Name14" axis="ch" ptType="node" func="cnt" op="equ" val="2">
        <dgm:constrLst>
          <dgm:constr type="w" for="ch" ptType="node" refType="w"/>
          <dgm:constr type="primFontSz" for="ch" ptType="node" op="equ" val="65"/>
          <dgm:constr type="sibSp" refType="w" fact="0.22"/>
        </dgm:constrLst>
      </dgm:if>
      <dgm:else name="Name15">
        <dgm:constrLst>
          <dgm:constr type="w" for="ch" ptType="node" refType="w"/>
          <dgm:constr type="primFontSz" for="ch" ptType="node" op="equ" val="65"/>
          <dgm:constr type="sibSp" refType="w" fact="0.14"/>
        </dgm:constrLst>
      </dgm:else>
    </dgm:choose>
    <dgm:ruleLst/>
    <dgm:forEach name="Name16" axis="ch" ptType="node">
      <dgm:choose name="Name17">
        <dgm:if name="Name18" axis="par ch" ptType="doc node" func="cnt" op="equ" val="1">
          <dgm:layoutNode name="one">
            <dgm:varLst>
              <dgm:bulletEnabled val="1"/>
            </dgm:varLst>
            <dgm:alg type="tx"/>
            <dgm:shape xmlns:r="http://schemas.openxmlformats.org/officeDocument/2006/relationships" type="round2SameRect" r:blip="">
              <dgm:adjLst/>
            </dgm:shape>
            <dgm:presOf axis="desOrSelf" ptType="node"/>
            <dgm:constrLst>
              <dgm:constr type="h" refType="w" fact="0.65"/>
              <dgm:constr type="tMarg" refType="primFontSz" fact="0.1"/>
              <dgm:constr type="bMarg" refType="primFontSz" fact="0.1"/>
              <dgm:constr type="lMarg" refType="primFontSz" fact="0.3"/>
              <dgm:constr type="rMarg" refType="primFontSz" fact="0.3"/>
            </dgm:constrLst>
            <dgm:ruleLst>
              <dgm:rule type="primFontSz" val="5" fact="NaN" max="NaN"/>
            </dgm:ruleLst>
          </dgm:layoutNode>
        </dgm:if>
        <dgm:else name="Name19">
          <dgm:layoutNode name="twoplus">
            <dgm:varLst>
              <dgm:bulletEnabled val="1"/>
            </dgm:varLst>
            <dgm:alg type="tx">
              <dgm:param type="autoTxRot" val="grav"/>
            </dgm:alg>
            <dgm:shape xmlns:r="http://schemas.openxmlformats.org/officeDocument/2006/relationships" type="round2SameRect" r:blip="">
              <dgm:adjLst/>
            </dgm:shape>
            <dgm:presOf axis="desOrSelf" ptType="node"/>
            <dgm:constrLst>
              <dgm:constr type="h" refType="w" fact="0.65"/>
              <dgm:constr type="tMarg" refType="primFontSz" fact="0.1"/>
              <dgm:constr type="bMarg" refType="primFontSz" fact="0.1"/>
              <dgm:constr type="lMarg" refType="primFontSz" fact="0.3"/>
              <dgm:constr type="rMarg" refType="primFontSz" fact="0.3"/>
            </dgm:constrLst>
            <dgm:ruleLst>
              <dgm:rule type="primFontSz" val="5" fact="NaN" max="NaN"/>
            </dgm:ruleLst>
          </dgm:layoutNode>
        </dgm:else>
      </dgm:choose>
    </dgm:forEach>
  </dgm:layoutNode>
</dgm:layoutDef>
</file>

<file path=ppt/diagrams/layout121.xml><?xml version="1.0" encoding="utf-8"?>
<dgm:layoutDef xmlns:dgm="http://schemas.openxmlformats.org/drawingml/2006/diagram" xmlns:a="http://schemas.openxmlformats.org/drawingml/2006/main" uniqueId="urn:microsoft.com/office/officeart/2005/8/layout/target1">
  <dgm:title val=""/>
  <dgm:desc val=""/>
  <dgm:catLst>
    <dgm:cat type="relationship" pri="25000"/>
    <dgm:cat type="convert" pri="2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ite">
    <dgm:varLst>
      <dgm:chMax val="5"/>
      <dgm:dir/>
      <dgm:resizeHandles val="exact"/>
    </dgm:varLst>
    <dgm:alg type="composite">
      <dgm:param type="ar" val="1.25"/>
    </dgm:alg>
    <dgm:shape xmlns:r="http://schemas.openxmlformats.org/officeDocument/2006/relationships" r:blip="">
      <dgm:adjLst/>
    </dgm:shape>
    <dgm:presOf/>
    <dgm:choose name="Name0">
      <dgm:if name="Name1" func="var" arg="dir" op="equ" val="norm">
        <dgm:choose name="Name2">
          <dgm:if name="Name3" axis="ch" ptType="node" func="cnt" op="equ" val="0">
            <dgm:constrLst/>
          </dgm:if>
          <dgm:if name="Name4" axis="ch" ptType="node" func="cnt" op="equ" val="1">
            <dgm:constrLst>
              <dgm:constr type="primFontSz" for="des" ptType="node" op="equ" val="65"/>
              <dgm:constr type="w" for="ch" forName="circle1" refType="w" fact="0.6"/>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3125"/>
              <dgm:constr type="r" for="ch" forName="text1" refType="w"/>
              <dgm:constr type="t" for="ch" forName="text1"/>
              <dgm:constr type="l" for="ch" forName="line1" refType="w" fact="0.625"/>
              <dgm:constr type="ctrY" for="ch" forName="line1" refType="ctrY" refFor="ch" refForName="text1"/>
              <dgm:constr type="r" for="ch" forName="line1" refType="l" refFor="ch" refForName="text1"/>
              <dgm:constr type="h" for="ch" forName="line1"/>
              <dgm:constr type="l" for="ch" forName="d1" refType="w" fact="0.3"/>
              <dgm:constr type="b" for="ch" forName="d1" refType="h" fact="0.625"/>
              <dgm:constr type="w" for="ch" forName="d1" refType="w" fact="0.32475"/>
              <dgm:constr type="h" for="ch" forName="d1" refType="h" fact="0.469"/>
            </dgm:constrLst>
          </dgm:if>
          <dgm:if name="Name5" axis="ch" ptType="node" func="cnt" op="equ" val="2">
            <dgm:constrLst>
              <dgm:constr type="primFontSz" for="des" ptType="node" op="equ" val="65"/>
              <dgm:constr type="w" for="ch" forName="circle1" refType="w" fact="0.2"/>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3125"/>
              <dgm:constr type="r" for="ch" forName="text1" refType="w"/>
              <dgm:constr type="t" for="ch" forName="text1"/>
              <dgm:constr type="l" for="ch" forName="line1" refType="w" fact="0.625"/>
              <dgm:constr type="ctrY" for="ch" forName="line1" refType="ctrY" refFor="ch" refForName="text1"/>
              <dgm:constr type="w" for="ch" forName="line1" refType="w" fact="0.075"/>
              <dgm:constr type="h" for="ch" forName="line1"/>
              <dgm:constr type="l" for="ch" forName="d1" refType="w" fact="0.3"/>
              <dgm:constr type="b" for="ch" forName="d1" refType="h" fact="0.625"/>
              <dgm:constr type="w" for="ch" forName="d1" refType="w" fact="0.32475"/>
              <dgm:constr type="h" for="ch" forName="d1" refType="h" fact="0.469"/>
              <dgm:constr type="w" for="ch" forName="circle2" refType="w" fact="0.6"/>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3125"/>
              <dgm:constr type="r" for="ch" forName="text2" refType="w"/>
              <dgm:constr type="t" for="ch" forName="text2" refType="b" refFor="ch" refForName="text1"/>
              <dgm:constr type="l" for="ch" forName="line2" refType="w" fact="0.625"/>
              <dgm:constr type="ctrY" for="ch" forName="line2" refType="ctrY" refFor="ch" refForName="text2"/>
              <dgm:constr type="w" for="ch" forName="line2" refType="w" fact="0.075"/>
              <dgm:constr type="h" for="ch" forName="line2"/>
              <dgm:constr type="l" for="ch" forName="d2" refType="w" fact="0.44325"/>
              <dgm:constr type="b" for="ch" forName="d2" refType="h" fact="0.7975"/>
              <dgm:constr type="w" for="ch" forName="d2" refType="w" fact="0.1815"/>
              <dgm:constr type="h" for="ch" forName="d2" refType="h" fact="0.3283"/>
            </dgm:constrLst>
          </dgm:if>
          <dgm:if name="Name6" axis="ch" ptType="node" func="cnt" op="equ" val="3">
            <dgm:constrLst>
              <dgm:constr type="primFontSz" for="des" ptType="node" op="equ" val="65"/>
              <dgm:constr type="w" for="ch" forName="circle1" refType="w" fact="0.12"/>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21875"/>
              <dgm:constr type="r" for="ch" forName="text1" refType="w"/>
              <dgm:constr type="t" for="ch" forName="text1"/>
              <dgm:constr type="l" for="ch" forName="line1" refType="w" fact="0.625"/>
              <dgm:constr type="ctrY" for="ch" forName="line1" refType="ctrY" refFor="ch" refForName="text1"/>
              <dgm:constr type="w" for="ch" forName="line1" refType="w" fact="0.075"/>
              <dgm:constr type="h" for="ch" forName="line1"/>
              <dgm:constr type="l" for="ch" forName="d1" refType="w" fact="0.3"/>
              <dgm:constr type="b" for="ch" forName="d1" refType="h" fact="0.625"/>
              <dgm:constr type="w" for="ch" forName="d1" refType="w" fact="0.3247"/>
              <dgm:constr type="h" for="ch" forName="d1" refType="h" fact="0.5155"/>
              <dgm:constr type="w" for="ch" forName="circle2" refType="w" fact="0.36"/>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21875"/>
              <dgm:constr type="r" for="ch" forName="text2" refType="w"/>
              <dgm:constr type="t" for="ch" forName="text2" refType="b" refFor="ch" refForName="text1"/>
              <dgm:constr type="l" for="ch" forName="line2" refType="w" fact="0.625"/>
              <dgm:constr type="ctrY" for="ch" forName="line2" refType="ctrY" refFor="ch" refForName="text2"/>
              <dgm:constr type="w" for="ch" forName="line2" refType="w" fact="0.075"/>
              <dgm:constr type="h" for="ch" forName="line2"/>
              <dgm:constr type="l" for="ch" forName="d2" refType="w" fact="0.386"/>
              <dgm:constr type="b" for="ch" forName="d2" refType="h" fact="0.72969"/>
              <dgm:constr type="w" for="ch" forName="d2" refType="w" fact="0.2387"/>
              <dgm:constr type="h" for="ch" forName="d2" refType="h" fact="0.4017"/>
              <dgm:constr type="w" for="ch" forName="circle3" refType="w" fact="0.6"/>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21875"/>
              <dgm:constr type="r" for="ch" forName="text3" refType="w"/>
              <dgm:constr type="t" for="ch" forName="text3" refType="b" refFor="ch" refForName="text2"/>
              <dgm:constr type="l" for="ch" forName="line3" refType="w" fact="0.625"/>
              <dgm:constr type="ctrY" for="ch" forName="line3" refType="ctrY" refFor="ch" refForName="text3"/>
              <dgm:constr type="w" for="ch" forName="line3" refType="w" fact="0.075"/>
              <dgm:constr type="h" for="ch" forName="line3"/>
              <dgm:constr type="l" for="ch" forName="d3" refType="w" fact="0.47175"/>
              <dgm:constr type="b" for="ch" forName="d3" refType="h" fact="0.83375"/>
              <dgm:constr type="w" for="ch" forName="d3" refType="w" fact="0.1527"/>
              <dgm:constr type="h" for="ch" forName="d3" refType="h" fact="0.287"/>
            </dgm:constrLst>
          </dgm:if>
          <dgm:if name="Name7" axis="ch" ptType="node" func="cnt" op="equ" val="4">
            <dgm:constrLst>
              <dgm:constr type="primFontSz" for="des" ptType="node" op="equ" val="65"/>
              <dgm:constr type="w" for="ch" forName="circle1" refType="w" fact="0.0857"/>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17938"/>
              <dgm:constr type="r" for="ch" forName="text1" refType="w"/>
              <dgm:constr type="t" for="ch" forName="text1"/>
              <dgm:constr type="l" for="ch" forName="line1" refType="w" fact="0.625"/>
              <dgm:constr type="ctrY" for="ch" forName="line1" refType="ctrY" refFor="ch" refForName="text1"/>
              <dgm:constr type="w" for="ch" forName="line1" refType="w" fact="0.075"/>
              <dgm:constr type="h" for="ch" forName="line1"/>
              <dgm:constr type="l" for="ch" forName="d1" refType="w" fact="0.295"/>
              <dgm:constr type="b" for="ch" forName="d1" refType="h" fact="0.62"/>
              <dgm:constr type="w" for="ch" forName="d1" refType="w" fact="0.33"/>
              <dgm:constr type="h" for="ch" forName="d1" refType="h" fact="0.53"/>
              <dgm:constr type="w" for="ch" forName="circle2" refType="w" fact="0.2571"/>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17938"/>
              <dgm:constr type="r" for="ch" forName="text2" refType="w"/>
              <dgm:constr type="t" for="ch" forName="text2" refType="b" refFor="ch" refForName="text1"/>
              <dgm:constr type="l" for="ch" forName="line2" refType="w" fact="0.625"/>
              <dgm:constr type="ctrY" for="ch" forName="line2" refType="ctrY" refFor="ch" refForName="text2"/>
              <dgm:constr type="w" for="ch" forName="line2" refType="w" fact="0.075"/>
              <dgm:constr type="h" for="ch" forName="line2"/>
              <dgm:constr type="l" for="ch" forName="d2" refType="w" fact="0.36625"/>
              <dgm:constr type="b" for="ch" forName="d2" refType="h" fact="0.70438"/>
              <dgm:constr type="w" for="ch" forName="d2" refType="w" fact="0.2585"/>
              <dgm:constr type="h" for="ch" forName="d2" refType="h" fact="0.43525"/>
              <dgm:constr type="w" for="ch" forName="circle3" refType="w" fact="0.4285"/>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7938"/>
              <dgm:constr type="r" for="ch" forName="text3" refType="w"/>
              <dgm:constr type="t" for="ch" forName="text3" refType="b" refFor="ch" refForName="text2"/>
              <dgm:constr type="l" for="ch" forName="line3" refType="w" fact="0.625"/>
              <dgm:constr type="ctrY" for="ch" forName="line3" refType="ctrY" refFor="ch" refForName="text3"/>
              <dgm:constr type="w" for="ch" forName="line3" refType="w" fact="0.075"/>
              <dgm:constr type="h" for="ch" forName="line3"/>
              <dgm:constr type="l" for="ch" forName="d3" refType="w" fact="0.4255"/>
              <dgm:constr type="b" for="ch" forName="d3" refType="h" fact="0.78031"/>
              <dgm:constr type="w" for="ch" forName="d3" refType="w" fact="0.1995"/>
              <dgm:constr type="h" for="ch" forName="d3" refType="h" fact="0.332"/>
              <dgm:constr type="w" for="ch" forName="circle4" refType="w" fact="0.6"/>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7938"/>
              <dgm:constr type="r" for="ch" forName="text4" refType="w"/>
              <dgm:constr type="t" for="ch" forName="text4" refType="b" refFor="ch" refForName="text3"/>
              <dgm:constr type="l" for="ch" forName="line4" refType="w" fact="0.625"/>
              <dgm:constr type="ctrY" for="ch" forName="line4" refType="ctrY" refFor="ch" refForName="text4"/>
              <dgm:constr type="w" for="ch" forName="line4" refType="w" fact="0.075"/>
              <dgm:constr type="h" for="ch" forName="line4"/>
              <dgm:constr type="l" for="ch" forName="d4" refType="w" fact="0.48525"/>
              <dgm:constr type="b" for="ch" forName="d4" refType="h" fact="0.85594"/>
              <dgm:constr type="w" for="ch" forName="d4" refType="w" fact="0.1394"/>
              <dgm:constr type="h" for="ch" forName="d4" refType="h" fact="0.2282"/>
            </dgm:constrLst>
          </dgm:if>
          <dgm:if name="Name8" axis="ch" ptType="node" func="cnt" op="gte" val="5">
            <dgm:constrLst>
              <dgm:constr type="primFontSz" for="des" ptType="node" op="equ" val="65"/>
              <dgm:constr type="w" for="ch" forName="circle1" refType="w" fact="0.0667"/>
              <dgm:constr type="h" for="ch" forName="circle1" refType="w" refFor="ch" refForName="circle1"/>
              <dgm:constr type="ctrX" for="ch" forName="circle1" refType="w" fact="0.3"/>
              <dgm:constr type="ctrY" for="ch" forName="circle1" refType="h" fact="0.625"/>
              <dgm:constr type="w" for="ch" forName="text1" refType="w" fact="0.3"/>
              <dgm:constr type="h" for="ch" forName="text1" refType="h" fact="0.1324"/>
              <dgm:constr type="r" for="ch" forName="text1" refType="w"/>
              <dgm:constr type="ctrY" for="ch" forName="text1" refType="h" fact="0.13"/>
              <dgm:constr type="l" for="ch" forName="line1" refType="w" fact="0.625"/>
              <dgm:constr type="ctrY" for="ch" forName="line1" refType="ctrY" refFor="ch" refForName="text1"/>
              <dgm:constr type="w" for="ch" forName="line1" refType="w" fact="0.075"/>
              <dgm:constr type="h" for="ch" forName="line1"/>
              <dgm:constr type="l" for="ch" forName="d1" refType="w" fact="0.3"/>
              <dgm:constr type="b" for="ch" forName="d1" refType="h" fact="0.625"/>
              <dgm:constr type="w" for="ch" forName="d1" refType="w" fact="0.3245"/>
              <dgm:constr type="h" for="ch" forName="d1" refType="h" fact="0.495"/>
              <dgm:constr type="w" for="ch" forName="circle2" refType="w" fact="0.2"/>
              <dgm:constr type="h" for="ch" forName="circle2" refType="w" refFor="ch" refForName="circle2"/>
              <dgm:constr type="ctrX" for="ch" forName="circle2" refType="w" fact="0.3"/>
              <dgm:constr type="ctrY" for="ch" forName="circle2" refType="h" fact="0.625"/>
              <dgm:constr type="w" for="ch" forName="text2" refType="w" fact="0.3"/>
              <dgm:constr type="h" for="ch" forName="text2" refType="h" fact="0.1324"/>
              <dgm:constr type="r" for="ch" forName="text2" refType="w"/>
              <dgm:constr type="ctrY" for="ch" forName="text2" refType="h" fact="0.27"/>
              <dgm:constr type="l" for="ch" forName="line2" refType="w" fact="0.625"/>
              <dgm:constr type="ctrY" for="ch" forName="line2" refType="ctrY" refFor="ch" refForName="text2"/>
              <dgm:constr type="w" for="ch" forName="line2" refType="w" fact="0.075"/>
              <dgm:constr type="h" for="ch" forName="line2"/>
              <dgm:constr type="l" for="ch" forName="d2" refType="w" fact="0.3498"/>
              <dgm:constr type="b" for="ch" forName="d2" refType="h" fact="0.682"/>
              <dgm:constr type="w" for="ch" forName="d2" refType="w" fact="0.275"/>
              <dgm:constr type="h" for="ch" forName="d2" refType="h" fact="0.41215"/>
              <dgm:constr type="w" for="ch" forName="circle3" refType="w" fact="0.3334"/>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324"/>
              <dgm:constr type="r" for="ch" forName="text3" refType="w"/>
              <dgm:constr type="ctrY" for="ch" forName="text3" refType="h" fact="0.41"/>
              <dgm:constr type="l" for="ch" forName="line3" refType="w" fact="0.625"/>
              <dgm:constr type="ctrY" for="ch" forName="line3" refType="ctrY" refFor="ch" refForName="text3"/>
              <dgm:constr type="w" for="ch" forName="line3" refType="w" fact="0.075"/>
              <dgm:constr type="h" for="ch" forName="line3"/>
              <dgm:constr type="l" for="ch" forName="d3" refType="w" fact="0.394"/>
              <dgm:constr type="b" for="ch" forName="d3" refType="h" fact="0.735"/>
              <dgm:constr type="w" for="ch" forName="d3" refType="w" fact="0.231"/>
              <dgm:constr type="h" for="ch" forName="d3" refType="h" fact="0.325"/>
              <dgm:constr type="w" for="ch" forName="circle4" refType="w" fact="0.4667"/>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324"/>
              <dgm:constr type="r" for="ch" forName="text4" refType="w"/>
              <dgm:constr type="ctrY" for="ch" forName="text4" refType="h" fact="0.547"/>
              <dgm:constr type="l" for="ch" forName="line4" refType="w" fact="0.625"/>
              <dgm:constr type="ctrY" for="ch" forName="line4" refType="ctrY" refFor="ch" refForName="text4"/>
              <dgm:constr type="w" for="ch" forName="line4" refType="w" fact="0.075"/>
              <dgm:constr type="h" for="ch" forName="line4"/>
              <dgm:constr type="l" for="ch" forName="d4" refType="w" fact="0.446"/>
              <dgm:constr type="b" for="ch" forName="d4" refType="h" fact="0.795"/>
              <dgm:constr type="w" for="ch" forName="d4" refType="w" fact="0.179"/>
              <dgm:constr type="h" for="ch" forName="d4" refType="h" fact="0.248"/>
              <dgm:constr type="w" for="ch" forName="circle5" refType="w" fact="0.6"/>
              <dgm:constr type="h" for="ch" forName="circle5" refType="w" refFor="ch" refForName="circle5"/>
              <dgm:constr type="ctrX" for="ch" forName="circle5" refType="ctrX" refFor="ch" refForName="circle1"/>
              <dgm:constr type="ctrY" for="ch" forName="circle5" refType="ctrY" refFor="ch" refForName="circle1"/>
              <dgm:constr type="w" for="ch" forName="text5" refType="w" fact="0.3"/>
              <dgm:constr type="h" for="ch" forName="text5" refType="h" fact="0.1324"/>
              <dgm:constr type="r" for="ch" forName="text5" refType="w"/>
              <dgm:constr type="ctrY" for="ch" forName="text5" refType="h" fact="0.68"/>
              <dgm:constr type="l" for="ch" forName="line5" refType="w" fact="0.625"/>
              <dgm:constr type="ctrY" for="ch" forName="line5" refType="ctrY" refFor="ch" refForName="text5"/>
              <dgm:constr type="w" for="ch" forName="line5" refType="w" fact="0.075"/>
              <dgm:constr type="h" for="ch" forName="line5"/>
              <dgm:constr type="l" for="ch" forName="d5" refType="w" fact="0.495"/>
              <dgm:constr type="b" for="ch" forName="d5" refType="h" fact="0.855"/>
              <dgm:constr type="w" for="ch" forName="d5" refType="w" fact="0.13"/>
              <dgm:constr type="h" for="ch" forName="d5" refType="h" fact="0.175"/>
            </dgm:constrLst>
          </dgm:if>
          <dgm:else name="Name9"/>
        </dgm:choose>
      </dgm:if>
      <dgm:else name="Name10">
        <dgm:choose name="Name11">
          <dgm:if name="Name12" axis="ch" ptType="node" func="cnt" op="equ" val="0">
            <dgm:constrLst/>
          </dgm:if>
          <dgm:if name="Name13" axis="ch" ptType="node" func="cnt" op="equ" val="1">
            <dgm:constrLst>
              <dgm:constr type="primFontSz" for="des" ptType="node" op="equ" val="65"/>
              <dgm:constr type="w" for="ch" forName="circle1" refType="w" fact="0.6"/>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3125"/>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75"/>
              <dgm:constr type="h" for="ch" forName="d1" refType="h" fact="0.469"/>
            </dgm:constrLst>
          </dgm:if>
          <dgm:if name="Name14" axis="ch" ptType="node" func="cnt" op="equ" val="2">
            <dgm:constrLst>
              <dgm:constr type="primFontSz" for="des" ptType="node" op="equ" val="65"/>
              <dgm:constr type="w" for="ch" forName="circle1" refType="w" fact="0.2"/>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3125"/>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75"/>
              <dgm:constr type="h" for="ch" forName="d1" refType="h" fact="0.469"/>
              <dgm:constr type="w" for="ch" forName="circle2" refType="w" fact="0.6"/>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3125"/>
              <dgm:constr type="l" for="ch" forName="text2"/>
              <dgm:constr type="t" for="ch" forName="text2" refType="b" refFor="ch" refForName="text1"/>
              <dgm:constr type="l" for="ch" forName="line2" refType="r" refFor="ch" refForName="text2"/>
              <dgm:constr type="ctrY" for="ch" forName="line2" refType="ctrY" refFor="ch" refForName="text2"/>
              <dgm:constr type="r" for="ch" forName="line2" refType="w" fact="0.375"/>
              <dgm:constr type="h" for="ch" forName="line2"/>
              <dgm:constr type="r" for="ch" forName="d2" refType="w" fact="0.55675"/>
              <dgm:constr type="b" for="ch" forName="d2" refType="h" fact="0.7975"/>
              <dgm:constr type="w" for="ch" forName="d2" refType="w" fact="0.1815"/>
              <dgm:constr type="h" for="ch" forName="d2" refType="h" fact="0.3283"/>
            </dgm:constrLst>
          </dgm:if>
          <dgm:if name="Name15" axis="ch" ptType="node" func="cnt" op="equ" val="3">
            <dgm:constrLst>
              <dgm:constr type="primFontSz" for="des" ptType="node" op="equ" val="65"/>
              <dgm:constr type="w" for="ch" forName="circle1" refType="w" fact="0.12"/>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21875"/>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7"/>
              <dgm:constr type="h" for="ch" forName="d1" refType="h" fact="0.5155"/>
              <dgm:constr type="w" for="ch" forName="circle2" refType="w" fact="0.36"/>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21875"/>
              <dgm:constr type="l" for="ch" forName="text2"/>
              <dgm:constr type="t" for="ch" forName="text2" refType="b" refFor="ch" refForName="text1"/>
              <dgm:constr type="l" for="ch" forName="line2" refType="r" refFor="ch" refForName="text2"/>
              <dgm:constr type="ctrY" for="ch" forName="line2" refType="ctrY" refFor="ch" refForName="text2"/>
              <dgm:constr type="r" for="ch" forName="line2" refType="w" fact="0.375"/>
              <dgm:constr type="h" for="ch" forName="line2"/>
              <dgm:constr type="r" for="ch" forName="d2" refType="w" fact="0.614"/>
              <dgm:constr type="b" for="ch" forName="d2" refType="h" fact="0.72969"/>
              <dgm:constr type="w" for="ch" forName="d2" refType="w" fact="0.2387"/>
              <dgm:constr type="h" for="ch" forName="d2" refType="h" fact="0.4017"/>
              <dgm:constr type="w" for="ch" forName="circle3" refType="w" fact="0.6"/>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21875"/>
              <dgm:constr type="l" for="ch" forName="text3"/>
              <dgm:constr type="t" for="ch" forName="text3" refType="b" refFor="ch" refForName="text2"/>
              <dgm:constr type="l" for="ch" forName="line3" refType="r" refFor="ch" refForName="text3"/>
              <dgm:constr type="ctrY" for="ch" forName="line3" refType="ctrY" refFor="ch" refForName="text3"/>
              <dgm:constr type="r" for="ch" forName="line3" refType="w" fact="0.375"/>
              <dgm:constr type="h" for="ch" forName="line3"/>
              <dgm:constr type="r" for="ch" forName="d3" refType="w" fact="0.52825"/>
              <dgm:constr type="b" for="ch" forName="d3" refType="h" fact="0.83375"/>
              <dgm:constr type="w" for="ch" forName="d3" refType="w" fact="0.1527"/>
              <dgm:constr type="h" for="ch" forName="d3" refType="h" fact="0.287"/>
            </dgm:constrLst>
          </dgm:if>
          <dgm:if name="Name16" axis="ch" ptType="node" func="cnt" op="equ" val="4">
            <dgm:constrLst>
              <dgm:constr type="primFontSz" for="des" ptType="node" op="equ" val="65"/>
              <dgm:constr type="w" for="ch" forName="circle1" refType="w" fact="0.0857"/>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17938"/>
              <dgm:constr type="l" for="ch" forName="text1"/>
              <dgm:constr type="t" for="ch" forName="text1"/>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05"/>
              <dgm:constr type="b" for="ch" forName="d1" refType="h" fact="0.62"/>
              <dgm:constr type="w" for="ch" forName="d1" refType="w" fact="0.33"/>
              <dgm:constr type="h" for="ch" forName="d1" refType="h" fact="0.53"/>
              <dgm:constr type="w" for="ch" forName="circle2" refType="w" fact="0.2571"/>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17938"/>
              <dgm:constr type="l" for="ch" forName="text2"/>
              <dgm:constr type="t" for="ch" forName="text2" refType="b" refFor="ch" refForName="text1"/>
              <dgm:constr type="l" for="ch" forName="line2" refType="r" refFor="ch" refForName="text2"/>
              <dgm:constr type="ctrY" for="ch" forName="line2" refType="ctrY" refFor="ch" refForName="text2"/>
              <dgm:constr type="r" for="ch" forName="line2" refType="w" fact="0.375"/>
              <dgm:constr type="h" for="ch" forName="line2"/>
              <dgm:constr type="r" for="ch" forName="d2" refType="w" fact="0.63375"/>
              <dgm:constr type="b" for="ch" forName="d2" refType="h" fact="0.70438"/>
              <dgm:constr type="w" for="ch" forName="d2" refType="w" fact="0.2585"/>
              <dgm:constr type="h" for="ch" forName="d2" refType="h" fact="0.43525"/>
              <dgm:constr type="w" for="ch" forName="circle3" refType="w" fact="0.4285"/>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7938"/>
              <dgm:constr type="l" for="ch" forName="text3"/>
              <dgm:constr type="t" for="ch" forName="text3" refType="b" refFor="ch" refForName="text2"/>
              <dgm:constr type="l" for="ch" forName="line3" refType="r" refFor="ch" refForName="text3"/>
              <dgm:constr type="ctrY" for="ch" forName="line3" refType="ctrY" refFor="ch" refForName="text3"/>
              <dgm:constr type="r" for="ch" forName="line3" refType="w" fact="0.375"/>
              <dgm:constr type="h" for="ch" forName="line3"/>
              <dgm:constr type="r" for="ch" forName="d3" refType="w" fact="0.5745"/>
              <dgm:constr type="b" for="ch" forName="d3" refType="h" fact="0.78031"/>
              <dgm:constr type="w" for="ch" forName="d3" refType="w" fact="0.1995"/>
              <dgm:constr type="h" for="ch" forName="d3" refType="h" fact="0.332"/>
              <dgm:constr type="w" for="ch" forName="circle4" refType="w" fact="0.6"/>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7938"/>
              <dgm:constr type="l" for="ch" forName="text4"/>
              <dgm:constr type="t" for="ch" forName="text4" refType="b" refFor="ch" refForName="text3"/>
              <dgm:constr type="l" for="ch" forName="line4" refType="r" refFor="ch" refForName="text4"/>
              <dgm:constr type="ctrY" for="ch" forName="line4" refType="ctrY" refFor="ch" refForName="text4"/>
              <dgm:constr type="r" for="ch" forName="line4" refType="w" fact="0.375"/>
              <dgm:constr type="h" for="ch" forName="line4"/>
              <dgm:constr type="r" for="ch" forName="d4" refType="w" fact="0.51475"/>
              <dgm:constr type="b" for="ch" forName="d4" refType="h" fact="0.85594"/>
              <dgm:constr type="w" for="ch" forName="d4" refType="w" fact="0.1394"/>
              <dgm:constr type="h" for="ch" forName="d4" refType="h" fact="0.2282"/>
            </dgm:constrLst>
          </dgm:if>
          <dgm:if name="Name17" axis="ch" ptType="node" func="cnt" op="gte" val="5">
            <dgm:constrLst>
              <dgm:constr type="primFontSz" for="des" ptType="node" op="equ" val="65"/>
              <dgm:constr type="w" for="ch" forName="circle1" refType="w" fact="0.0667"/>
              <dgm:constr type="h" for="ch" forName="circle1" refType="w" refFor="ch" refForName="circle1"/>
              <dgm:constr type="ctrX" for="ch" forName="circle1" refType="w" fact="0.7"/>
              <dgm:constr type="ctrY" for="ch" forName="circle1" refType="h" fact="0.625"/>
              <dgm:constr type="w" for="ch" forName="text1" refType="w" fact="0.3"/>
              <dgm:constr type="h" for="ch" forName="text1" refType="h" fact="0.1324"/>
              <dgm:constr type="l" for="ch" forName="text1"/>
              <dgm:constr type="ctrY" for="ch" forName="text1" refType="h" fact="0.13"/>
              <dgm:constr type="l" for="ch" forName="line1" refType="r" refFor="ch" refForName="text1"/>
              <dgm:constr type="ctrY" for="ch" forName="line1" refType="ctrY" refFor="ch" refForName="text1"/>
              <dgm:constr type="r" for="ch" forName="line1" refType="w" fact="0.375"/>
              <dgm:constr type="h" for="ch" forName="line1"/>
              <dgm:constr type="r" for="ch" forName="d1" refType="w" fact="0.7"/>
              <dgm:constr type="b" for="ch" forName="d1" refType="h" fact="0.625"/>
              <dgm:constr type="w" for="ch" forName="d1" refType="w" fact="0.3245"/>
              <dgm:constr type="h" for="ch" forName="d1" refType="h" fact="0.495"/>
              <dgm:constr type="w" for="ch" forName="circle2" refType="w" fact="0.2"/>
              <dgm:constr type="h" for="ch" forName="circle2" refType="w" refFor="ch" refForName="circle2"/>
              <dgm:constr type="ctrX" for="ch" forName="circle2" refType="w" fact="0.7"/>
              <dgm:constr type="ctrY" for="ch" forName="circle2" refType="h" fact="0.625"/>
              <dgm:constr type="w" for="ch" forName="text2" refType="w" fact="0.3"/>
              <dgm:constr type="h" for="ch" forName="text2" refType="h" fact="0.1324"/>
              <dgm:constr type="l" for="ch" forName="text2"/>
              <dgm:constr type="ctrY" for="ch" forName="text2" refType="h" fact="0.27"/>
              <dgm:constr type="l" for="ch" forName="line2" refType="r" refFor="ch" refForName="text2"/>
              <dgm:constr type="ctrY" for="ch" forName="line2" refType="ctrY" refFor="ch" refForName="text2"/>
              <dgm:constr type="r" for="ch" forName="line2" refType="w" fact="0.375"/>
              <dgm:constr type="h" for="ch" forName="line2"/>
              <dgm:constr type="r" for="ch" forName="d2" refType="w" fact="0.6502"/>
              <dgm:constr type="b" for="ch" forName="d2" refType="h" fact="0.682"/>
              <dgm:constr type="w" for="ch" forName="d2" refType="w" fact="0.275"/>
              <dgm:constr type="h" for="ch" forName="d2" refType="h" fact="0.41215"/>
              <dgm:constr type="w" for="ch" forName="circle3" refType="w" fact="0.3334"/>
              <dgm:constr type="h" for="ch" forName="circle3" refType="w" refFor="ch" refForName="circle3"/>
              <dgm:constr type="ctrX" for="ch" forName="circle3" refType="ctrX" refFor="ch" refForName="circle1"/>
              <dgm:constr type="ctrY" for="ch" forName="circle3" refType="ctrY" refFor="ch" refForName="circle1"/>
              <dgm:constr type="w" for="ch" forName="text3" refType="w" fact="0.3"/>
              <dgm:constr type="h" for="ch" forName="text3" refType="h" fact="0.1324"/>
              <dgm:constr type="l" for="ch" forName="text3"/>
              <dgm:constr type="ctrY" for="ch" forName="text3" refType="h" fact="0.41"/>
              <dgm:constr type="l" for="ch" forName="line3" refType="r" refFor="ch" refForName="text3"/>
              <dgm:constr type="ctrY" for="ch" forName="line3" refType="ctrY" refFor="ch" refForName="text3"/>
              <dgm:constr type="r" for="ch" forName="line3" refType="w" fact="0.375"/>
              <dgm:constr type="h" for="ch" forName="line3"/>
              <dgm:constr type="r" for="ch" forName="d3" refType="w" fact="0.606"/>
              <dgm:constr type="b" for="ch" forName="d3" refType="h" fact="0.735"/>
              <dgm:constr type="w" for="ch" forName="d3" refType="w" fact="0.231"/>
              <dgm:constr type="h" for="ch" forName="d3" refType="h" fact="0.325"/>
              <dgm:constr type="w" for="ch" forName="circle4" refType="w" fact="0.4667"/>
              <dgm:constr type="h" for="ch" forName="circle4" refType="w" refFor="ch" refForName="circle4"/>
              <dgm:constr type="ctrX" for="ch" forName="circle4" refType="ctrX" refFor="ch" refForName="circle1"/>
              <dgm:constr type="ctrY" for="ch" forName="circle4" refType="ctrY" refFor="ch" refForName="circle1"/>
              <dgm:constr type="w" for="ch" forName="text4" refType="w" fact="0.3"/>
              <dgm:constr type="h" for="ch" forName="text4" refType="h" fact="0.1324"/>
              <dgm:constr type="l" for="ch" forName="text4"/>
              <dgm:constr type="ctrY" for="ch" forName="text4" refType="h" fact="0.547"/>
              <dgm:constr type="l" for="ch" forName="line4" refType="r" refFor="ch" refForName="text4"/>
              <dgm:constr type="ctrY" for="ch" forName="line4" refType="ctrY" refFor="ch" refForName="text4"/>
              <dgm:constr type="r" for="ch" forName="line4" refType="w" fact="0.375"/>
              <dgm:constr type="h" for="ch" forName="line4"/>
              <dgm:constr type="r" for="ch" forName="d4" refType="w" fact="0.554"/>
              <dgm:constr type="b" for="ch" forName="d4" refType="h" fact="0.795"/>
              <dgm:constr type="w" for="ch" forName="d4" refType="w" fact="0.179"/>
              <dgm:constr type="h" for="ch" forName="d4" refType="h" fact="0.248"/>
              <dgm:constr type="w" for="ch" forName="circle5" refType="w" fact="0.6"/>
              <dgm:constr type="h" for="ch" forName="circle5" refType="w" refFor="ch" refForName="circle5"/>
              <dgm:constr type="ctrX" for="ch" forName="circle5" refType="ctrX" refFor="ch" refForName="circle1"/>
              <dgm:constr type="ctrY" for="ch" forName="circle5" refType="ctrY" refFor="ch" refForName="circle1"/>
              <dgm:constr type="w" for="ch" forName="text5" refType="w" fact="0.3"/>
              <dgm:constr type="h" for="ch" forName="text5" refType="h" fact="0.1324"/>
              <dgm:constr type="l" for="ch" forName="text5"/>
              <dgm:constr type="ctrY" for="ch" forName="text5" refType="h" fact="0.68"/>
              <dgm:constr type="l" for="ch" forName="line5" refType="r" refFor="ch" refForName="text5"/>
              <dgm:constr type="ctrY" for="ch" forName="line5" refType="ctrY" refFor="ch" refForName="text5"/>
              <dgm:constr type="r" for="ch" forName="line5" refType="w" fact="0.375"/>
              <dgm:constr type="h" for="ch" forName="line5"/>
              <dgm:constr type="r" for="ch" forName="d5" refType="w" fact="0.505"/>
              <dgm:constr type="b" for="ch" forName="d5" refType="h" fact="0.855"/>
              <dgm:constr type="w" for="ch" forName="d5" refType="w" fact="0.13"/>
              <dgm:constr type="h" for="ch" forName="d5" refType="h" fact="0.175"/>
            </dgm:constrLst>
          </dgm:if>
          <dgm:else name="Name18"/>
        </dgm:choose>
      </dgm:else>
    </dgm:choose>
    <dgm:ruleLst/>
    <dgm:forEach name="Name19" axis="ch" ptType="node" cnt="1">
      <dgm:layoutNode name="circle1" styleLbl="lnNode1">
        <dgm:alg type="sp"/>
        <dgm:shape xmlns:r="http://schemas.openxmlformats.org/officeDocument/2006/relationships" type="ellipse" r:blip="">
          <dgm:adjLst/>
        </dgm:shape>
        <dgm:presOf/>
        <dgm:constrLst/>
        <dgm:ruleLst/>
      </dgm:layoutNode>
      <dgm:layoutNode name="text1" styleLbl="revTx">
        <dgm:varLst>
          <dgm:bulletEnabled val="1"/>
        </dgm:varLst>
        <dgm:choose name="Name20">
          <dgm:if name="Name21" func="var" arg="dir" op="equ" val="norm">
            <dgm:choose name="Name22">
              <dgm:if name="Name23" axis="root des" ptType="all node" func="maxDepth" op="gt" val="1">
                <dgm:alg type="tx">
                  <dgm:param type="parTxLTRAlign" val="l"/>
                  <dgm:param type="parTxRTLAlign" val="r"/>
                </dgm:alg>
              </dgm:if>
              <dgm:else name="Name24">
                <dgm:alg type="tx">
                  <dgm:param type="parTxLTRAlign" val="l"/>
                  <dgm:param type="parTxRTLAlign" val="l"/>
                </dgm:alg>
              </dgm:else>
            </dgm:choose>
          </dgm:if>
          <dgm:else name="Name25">
            <dgm:choose name="Name26">
              <dgm:if name="Name27" axis="root des" ptType="all node" func="maxDepth" op="gt" val="1">
                <dgm:alg type="tx">
                  <dgm:param type="parTxLTRAlign" val="l"/>
                  <dgm:param type="parTxRTLAlign" val="r"/>
                </dgm:alg>
              </dgm:if>
              <dgm:else name="Name28">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29">
          <dgm:if name="Name30" func="var" arg="dir" op="equ" val="norm">
            <dgm:constrLst>
              <dgm:constr type="tMarg" refType="primFontSz" fact="0.1"/>
              <dgm:constr type="bMarg" refType="primFontSz" fact="0.1"/>
              <dgm:constr type="rMarg" refType="primFontSz" fact="0.1"/>
            </dgm:constrLst>
          </dgm:if>
          <dgm:else name="Name31">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1" styleLbl="callout">
        <dgm:alg type="sp"/>
        <dgm:shape xmlns:r="http://schemas.openxmlformats.org/officeDocument/2006/relationships" type="line" r:blip="">
          <dgm:adjLst/>
        </dgm:shape>
        <dgm:presOf/>
        <dgm:constrLst/>
        <dgm:ruleLst/>
      </dgm:layoutNode>
      <dgm:layoutNode name="d1" styleLbl="callout">
        <dgm:alg type="sp"/>
        <dgm:choose name="Name32">
          <dgm:if name="Name33" func="var" arg="dir" op="equ" val="norm">
            <dgm:shape xmlns:r="http://schemas.openxmlformats.org/officeDocument/2006/relationships" rot="90" type="line" r:blip="">
              <dgm:adjLst/>
            </dgm:shape>
          </dgm:if>
          <dgm:else name="Name34">
            <dgm:shape xmlns:r="http://schemas.openxmlformats.org/officeDocument/2006/relationships" rot="180" type="line" r:blip="">
              <dgm:adjLst/>
            </dgm:shape>
          </dgm:else>
        </dgm:choose>
        <dgm:presOf/>
        <dgm:constrLst/>
        <dgm:ruleLst/>
      </dgm:layoutNode>
    </dgm:forEach>
    <dgm:forEach name="Name35" axis="ch" ptType="node" st="2" cnt="1">
      <dgm:layoutNode name="circle2" styleLbl="lnNode1">
        <dgm:alg type="sp"/>
        <dgm:shape xmlns:r="http://schemas.openxmlformats.org/officeDocument/2006/relationships" type="ellipse" r:blip="" zOrderOff="-5">
          <dgm:adjLst/>
        </dgm:shape>
        <dgm:presOf/>
        <dgm:constrLst/>
        <dgm:ruleLst/>
      </dgm:layoutNode>
      <dgm:layoutNode name="text2" styleLbl="revTx">
        <dgm:varLst>
          <dgm:bulletEnabled val="1"/>
        </dgm:varLst>
        <dgm:choose name="Name36">
          <dgm:if name="Name37" func="var" arg="dir" op="equ" val="norm">
            <dgm:choose name="Name38">
              <dgm:if name="Name39" axis="root des" ptType="all node" func="maxDepth" op="gt" val="1">
                <dgm:alg type="tx">
                  <dgm:param type="parTxLTRAlign" val="l"/>
                  <dgm:param type="parTxRTLAlign" val="r"/>
                </dgm:alg>
              </dgm:if>
              <dgm:else name="Name40">
                <dgm:alg type="tx">
                  <dgm:param type="parTxLTRAlign" val="l"/>
                  <dgm:param type="parTxRTLAlign" val="l"/>
                </dgm:alg>
              </dgm:else>
            </dgm:choose>
          </dgm:if>
          <dgm:else name="Name41">
            <dgm:choose name="Name42">
              <dgm:if name="Name43" axis="root des" ptType="all node" func="maxDepth" op="gt" val="1">
                <dgm:alg type="tx">
                  <dgm:param type="parTxLTRAlign" val="l"/>
                  <dgm:param type="parTxRTLAlign" val="r"/>
                </dgm:alg>
              </dgm:if>
              <dgm:else name="Name44">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45">
          <dgm:if name="Name46" func="var" arg="dir" op="equ" val="norm">
            <dgm:constrLst>
              <dgm:constr type="tMarg" refType="primFontSz" fact="0.1"/>
              <dgm:constr type="bMarg" refType="primFontSz" fact="0.1"/>
              <dgm:constr type="rMarg" refType="primFontSz" fact="0.1"/>
            </dgm:constrLst>
          </dgm:if>
          <dgm:else name="Name47">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2" styleLbl="callout">
        <dgm:alg type="sp"/>
        <dgm:shape xmlns:r="http://schemas.openxmlformats.org/officeDocument/2006/relationships" type="line" r:blip="">
          <dgm:adjLst/>
        </dgm:shape>
        <dgm:presOf/>
        <dgm:constrLst/>
        <dgm:ruleLst/>
      </dgm:layoutNode>
      <dgm:layoutNode name="d2" styleLbl="callout">
        <dgm:alg type="sp"/>
        <dgm:choose name="Name48">
          <dgm:if name="Name49" func="var" arg="dir" op="equ" val="norm">
            <dgm:shape xmlns:r="http://schemas.openxmlformats.org/officeDocument/2006/relationships" rot="90" type="line" r:blip="">
              <dgm:adjLst/>
            </dgm:shape>
          </dgm:if>
          <dgm:else name="Name50">
            <dgm:shape xmlns:r="http://schemas.openxmlformats.org/officeDocument/2006/relationships" rot="180" type="line" r:blip="">
              <dgm:adjLst/>
            </dgm:shape>
          </dgm:else>
        </dgm:choose>
        <dgm:presOf/>
        <dgm:constrLst/>
        <dgm:ruleLst/>
      </dgm:layoutNode>
    </dgm:forEach>
    <dgm:forEach name="Name51" axis="ch" ptType="node" st="3" cnt="1">
      <dgm:layoutNode name="circle3" styleLbl="lnNode1">
        <dgm:alg type="sp"/>
        <dgm:shape xmlns:r="http://schemas.openxmlformats.org/officeDocument/2006/relationships" type="ellipse" r:blip="" zOrderOff="-10">
          <dgm:adjLst/>
        </dgm:shape>
        <dgm:presOf/>
        <dgm:constrLst/>
        <dgm:ruleLst/>
      </dgm:layoutNode>
      <dgm:layoutNode name="text3" styleLbl="revTx">
        <dgm:varLst>
          <dgm:bulletEnabled val="1"/>
        </dgm:varLst>
        <dgm:choose name="Name52">
          <dgm:if name="Name53" func="var" arg="dir" op="equ" val="norm">
            <dgm:choose name="Name54">
              <dgm:if name="Name55" axis="root des" ptType="all node" func="maxDepth" op="gt" val="1">
                <dgm:alg type="tx">
                  <dgm:param type="parTxLTRAlign" val="l"/>
                  <dgm:param type="parTxRTLAlign" val="r"/>
                </dgm:alg>
              </dgm:if>
              <dgm:else name="Name56">
                <dgm:alg type="tx">
                  <dgm:param type="parTxLTRAlign" val="l"/>
                  <dgm:param type="parTxRTLAlign" val="l"/>
                </dgm:alg>
              </dgm:else>
            </dgm:choose>
          </dgm:if>
          <dgm:else name="Name57">
            <dgm:choose name="Name58">
              <dgm:if name="Name59" axis="root des" ptType="all node" func="maxDepth" op="gt" val="1">
                <dgm:alg type="tx">
                  <dgm:param type="parTxLTRAlign" val="l"/>
                  <dgm:param type="parTxRTLAlign" val="r"/>
                </dgm:alg>
              </dgm:if>
              <dgm:else name="Name60">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61">
          <dgm:if name="Name62" func="var" arg="dir" op="equ" val="norm">
            <dgm:constrLst>
              <dgm:constr type="tMarg" refType="primFontSz" fact="0.1"/>
              <dgm:constr type="bMarg" refType="primFontSz" fact="0.1"/>
              <dgm:constr type="rMarg" refType="primFontSz" fact="0.1"/>
            </dgm:constrLst>
          </dgm:if>
          <dgm:else name="Name63">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3" styleLbl="callout">
        <dgm:alg type="sp"/>
        <dgm:shape xmlns:r="http://schemas.openxmlformats.org/officeDocument/2006/relationships" type="line" r:blip="">
          <dgm:adjLst/>
        </dgm:shape>
        <dgm:presOf/>
        <dgm:constrLst/>
        <dgm:ruleLst/>
      </dgm:layoutNode>
      <dgm:layoutNode name="d3" styleLbl="callout">
        <dgm:alg type="sp"/>
        <dgm:choose name="Name64">
          <dgm:if name="Name65" func="var" arg="dir" op="equ" val="norm">
            <dgm:shape xmlns:r="http://schemas.openxmlformats.org/officeDocument/2006/relationships" rot="90" type="line" r:blip="">
              <dgm:adjLst/>
            </dgm:shape>
          </dgm:if>
          <dgm:else name="Name66">
            <dgm:shape xmlns:r="http://schemas.openxmlformats.org/officeDocument/2006/relationships" rot="180" type="line" r:blip="">
              <dgm:adjLst/>
            </dgm:shape>
          </dgm:else>
        </dgm:choose>
        <dgm:presOf/>
        <dgm:constrLst/>
        <dgm:ruleLst/>
      </dgm:layoutNode>
    </dgm:forEach>
    <dgm:forEach name="Name67" axis="ch" ptType="node" st="4" cnt="1">
      <dgm:layoutNode name="circle4" styleLbl="lnNode1">
        <dgm:alg type="sp"/>
        <dgm:shape xmlns:r="http://schemas.openxmlformats.org/officeDocument/2006/relationships" type="ellipse" r:blip="" zOrderOff="-15">
          <dgm:adjLst/>
        </dgm:shape>
        <dgm:presOf/>
        <dgm:constrLst/>
        <dgm:ruleLst/>
      </dgm:layoutNode>
      <dgm:layoutNode name="text4" styleLbl="revTx">
        <dgm:varLst>
          <dgm:bulletEnabled val="1"/>
        </dgm:varLst>
        <dgm:choose name="Name68">
          <dgm:if name="Name69" func="var" arg="dir" op="equ" val="norm">
            <dgm:choose name="Name70">
              <dgm:if name="Name71" axis="root des" ptType="all node" func="maxDepth" op="gt" val="1">
                <dgm:alg type="tx">
                  <dgm:param type="parTxLTRAlign" val="l"/>
                  <dgm:param type="parTxRTLAlign" val="r"/>
                </dgm:alg>
              </dgm:if>
              <dgm:else name="Name72">
                <dgm:alg type="tx">
                  <dgm:param type="parTxLTRAlign" val="l"/>
                  <dgm:param type="parTxRTLAlign" val="l"/>
                </dgm:alg>
              </dgm:else>
            </dgm:choose>
          </dgm:if>
          <dgm:else name="Name73">
            <dgm:choose name="Name74">
              <dgm:if name="Name75" axis="root des" ptType="all node" func="maxDepth" op="gt" val="1">
                <dgm:alg type="tx">
                  <dgm:param type="parTxLTRAlign" val="l"/>
                  <dgm:param type="parTxRTLAlign" val="r"/>
                </dgm:alg>
              </dgm:if>
              <dgm:else name="Name76">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77">
          <dgm:if name="Name78" func="var" arg="dir" op="equ" val="norm">
            <dgm:constrLst>
              <dgm:constr type="tMarg" refType="primFontSz" fact="0.1"/>
              <dgm:constr type="bMarg" refType="primFontSz" fact="0.1"/>
              <dgm:constr type="rMarg" refType="primFontSz" fact="0.1"/>
            </dgm:constrLst>
          </dgm:if>
          <dgm:else name="Name79">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4" styleLbl="callout">
        <dgm:alg type="sp"/>
        <dgm:shape xmlns:r="http://schemas.openxmlformats.org/officeDocument/2006/relationships" type="line" r:blip="">
          <dgm:adjLst/>
        </dgm:shape>
        <dgm:presOf/>
        <dgm:constrLst/>
        <dgm:ruleLst/>
      </dgm:layoutNode>
      <dgm:layoutNode name="d4" styleLbl="callout">
        <dgm:alg type="sp"/>
        <dgm:choose name="Name80">
          <dgm:if name="Name81" func="var" arg="dir" op="equ" val="norm">
            <dgm:shape xmlns:r="http://schemas.openxmlformats.org/officeDocument/2006/relationships" rot="90" type="line" r:blip="">
              <dgm:adjLst/>
            </dgm:shape>
          </dgm:if>
          <dgm:else name="Name82">
            <dgm:shape xmlns:r="http://schemas.openxmlformats.org/officeDocument/2006/relationships" rot="180" type="line" r:blip="">
              <dgm:adjLst/>
            </dgm:shape>
          </dgm:else>
        </dgm:choose>
        <dgm:presOf/>
        <dgm:constrLst/>
        <dgm:ruleLst/>
      </dgm:layoutNode>
    </dgm:forEach>
    <dgm:forEach name="Name83" axis="ch" ptType="node" st="5" cnt="1">
      <dgm:layoutNode name="circle5" styleLbl="lnNode1">
        <dgm:alg type="sp"/>
        <dgm:shape xmlns:r="http://schemas.openxmlformats.org/officeDocument/2006/relationships" type="ellipse" r:blip="" zOrderOff="-20">
          <dgm:adjLst/>
        </dgm:shape>
        <dgm:presOf/>
        <dgm:constrLst/>
        <dgm:ruleLst/>
      </dgm:layoutNode>
      <dgm:layoutNode name="text5" styleLbl="revTx">
        <dgm:varLst>
          <dgm:bulletEnabled val="1"/>
        </dgm:varLst>
        <dgm:choose name="Name84">
          <dgm:if name="Name85" func="var" arg="dir" op="equ" val="norm">
            <dgm:choose name="Name86">
              <dgm:if name="Name87" axis="root des" ptType="all node" func="maxDepth" op="gt" val="1">
                <dgm:alg type="tx">
                  <dgm:param type="parTxLTRAlign" val="l"/>
                  <dgm:param type="parTxRTLAlign" val="r"/>
                </dgm:alg>
              </dgm:if>
              <dgm:else name="Name88">
                <dgm:alg type="tx">
                  <dgm:param type="parTxLTRAlign" val="l"/>
                  <dgm:param type="parTxRTLAlign" val="l"/>
                </dgm:alg>
              </dgm:else>
            </dgm:choose>
          </dgm:if>
          <dgm:else name="Name89">
            <dgm:choose name="Name90">
              <dgm:if name="Name91" axis="root des" ptType="all node" func="maxDepth" op="gt" val="1">
                <dgm:alg type="tx">
                  <dgm:param type="parTxLTRAlign" val="l"/>
                  <dgm:param type="parTxRTLAlign" val="r"/>
                </dgm:alg>
              </dgm:if>
              <dgm:else name="Name92">
                <dgm:alg type="tx">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tMarg" refType="primFontSz" fact="0.1"/>
              <dgm:constr type="bMarg" refType="primFontSz" fact="0.1"/>
              <dgm:constr type="rMarg" refType="primFontSz" fact="0.1"/>
            </dgm:constrLst>
          </dgm:if>
          <dgm:else name="Name95">
            <dgm:constrLst>
              <dgm:constr type="tMarg" refType="primFontSz" fact="0.1"/>
              <dgm:constr type="bMarg" refType="primFontSz" fact="0.1"/>
              <dgm:constr type="lMarg" refType="primFontSz" fact="0.1"/>
            </dgm:constrLst>
          </dgm:else>
        </dgm:choose>
        <dgm:ruleLst>
          <dgm:rule type="primFontSz" val="5" fact="NaN" max="NaN"/>
        </dgm:ruleLst>
      </dgm:layoutNode>
      <dgm:layoutNode name="line5" styleLbl="callout">
        <dgm:alg type="sp"/>
        <dgm:shape xmlns:r="http://schemas.openxmlformats.org/officeDocument/2006/relationships" type="line" r:blip="">
          <dgm:adjLst/>
        </dgm:shape>
        <dgm:presOf/>
        <dgm:constrLst/>
        <dgm:ruleLst/>
      </dgm:layoutNode>
      <dgm:layoutNode name="d5" styleLbl="callout">
        <dgm:alg type="sp"/>
        <dgm:choose name="Name96">
          <dgm:if name="Name97" func="var" arg="dir" op="equ" val="norm">
            <dgm:shape xmlns:r="http://schemas.openxmlformats.org/officeDocument/2006/relationships" rot="90" type="line" r:blip="">
              <dgm:adjLst/>
            </dgm:shape>
          </dgm:if>
          <dgm:else name="Name98">
            <dgm:shape xmlns:r="http://schemas.openxmlformats.org/officeDocument/2006/relationships" rot="180" type="line" r:blip="">
              <dgm:adjLst/>
            </dgm:shape>
          </dgm:else>
        </dgm:choose>
        <dgm:presOf/>
        <dgm:constrLst/>
        <dgm:ruleLst/>
      </dgm:layoutNode>
    </dgm:forEach>
  </dgm:layoutNode>
</dgm:layoutDef>
</file>

<file path=ppt/diagrams/layout122.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123.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24.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125.xml><?xml version="1.0" encoding="utf-8"?>
<dgm:layoutDef xmlns:dgm="http://schemas.openxmlformats.org/drawingml/2006/diagram" xmlns:a="http://schemas.openxmlformats.org/drawingml/2006/main" uniqueId="urn:microsoft.com/office/officeart/2005/8/layout/rings+Icon">
  <dgm:title val="Interconnected Rings"/>
  <dgm:desc val="Use to show overlapping or interconnected ideas or concepts. The first seven lines of Level 1 text correspond with a circle. Unused text does not appear, but remains available if you switch layouts.  "/>
  <dgm:catLst>
    <dgm:cat type="relationship" pri="32000"/>
    <dgm:cat type="officeonline" pri="6000"/>
  </dgm:catLst>
  <dgm:sampData useDef="1">
    <dgm:dataModel>
      <dgm:ptLst/>
      <dgm:bg/>
      <dgm:whole/>
    </dgm:dataModel>
  </dgm:sampData>
  <dgm:styleData>
    <dgm:dataModel>
      <dgm:ptLst>
        <dgm:pt modelId="0" type="doc"/>
        <dgm:pt modelId="10"/>
        <dgm:pt modelId="20"/>
      </dgm:ptLst>
      <dgm:cxnLst>
        <dgm:cxn modelId="30" srcId="0" destId="10" srcOrd="0" destOrd="0"/>
        <dgm:cxn modelId="40" srcId="0" destId="20" srcOrd="1" destOrd="0"/>
      </dgm:cxnLst>
      <dgm:bg/>
      <dgm:whole/>
    </dgm:dataModel>
  </dgm:styleData>
  <dgm:clrData>
    <dgm:dataModel>
      <dgm:ptLst>
        <dgm:pt modelId="0" type="doc"/>
        <dgm:pt modelId="10"/>
        <dgm:pt modelId="20"/>
        <dgm:pt modelId="30"/>
        <dgm:pt modelId="40"/>
      </dgm:ptLst>
      <dgm:cxnLst>
        <dgm:cxn modelId="50" srcId="0" destId="10" srcOrd="0" destOrd="0"/>
        <dgm:cxn modelId="60" srcId="0" destId="20" srcOrd="1" destOrd="0"/>
        <dgm:cxn modelId="70" srcId="0" destId="30" srcOrd="2" destOrd="0"/>
        <dgm:cxn modelId="80" srcId="0" destId="40" srcOrd="2" destOrd="0"/>
      </dgm:cxnLst>
      <dgm:bg/>
      <dgm:whole/>
    </dgm:dataModel>
  </dgm:clrData>
  <dgm:layoutNode name="Name0">
    <dgm:varLst>
      <dgm:chMax val="7"/>
      <dgm:dir/>
      <dgm:resizeHandles val="exact"/>
    </dgm:varLst>
    <dgm:choose name="Name1">
      <dgm:if name="Name2" axis="ch" ptType="node" func="cnt" op="lt" val="1">
        <dgm:alg type="composite"/>
        <dgm:shape xmlns:r="http://schemas.openxmlformats.org/officeDocument/2006/relationships" r:blip="">
          <dgm:adjLst/>
        </dgm:shape>
        <dgm:presOf/>
        <dgm:constrLst/>
        <dgm:ruleLst/>
      </dgm:if>
      <dgm:if name="Name3" axis="ch" ptType="node" func="cnt" op="equ" val="1">
        <dgm:alg type="composite">
          <dgm:param type="ar" val="1"/>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dgm:constr type="h" for="ch" forName="ellipse1" refType="h"/>
        </dgm:constrLst>
      </dgm:if>
      <dgm:if name="Name4" axis="ch" ptType="node" func="cnt" op="equ" val="2">
        <dgm:alg type="composite">
          <dgm:param type="ar" val="0.9086"/>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6602"/>
          <dgm:constr type="h" for="ch" forName="ellipse1" refType="h" fact="0.5999"/>
          <dgm:constr type="l" for="ch" forName="ellipse2" refType="w" fact="0.3398"/>
          <dgm:constr type="t" for="ch" forName="ellipse2" refType="h" fact="0.4001"/>
          <dgm:constr type="w" for="ch" forName="ellipse2" refType="w" fact="0.6602"/>
          <dgm:constr type="h" for="ch" forName="ellipse2" refType="h" fact="0.5999"/>
        </dgm:constrLst>
      </dgm:if>
      <dgm:if name="Name5" axis="ch" ptType="node" func="cnt" op="equ" val="3">
        <dgm:alg type="composite">
          <dgm:param type="ar" val="1.2171"/>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4929"/>
          <dgm:constr type="h" for="ch" forName="ellipse1" refType="h" fact="0.5999"/>
          <dgm:constr type="l" for="ch" forName="ellipse2" refType="w" fact="0.2537"/>
          <dgm:constr type="t" for="ch" forName="ellipse2" refType="h" fact="0.4001"/>
          <dgm:constr type="w" for="ch" forName="ellipse2" refType="w" fact="0.4929"/>
          <dgm:constr type="h" for="ch" forName="ellipse2" refType="h" fact="0.5999"/>
          <dgm:constr type="l" for="ch" forName="ellipse3" refType="w" fact="0.5071"/>
          <dgm:constr type="t" for="ch" forName="ellipse3" refType="h" fact="0"/>
          <dgm:constr type="w" for="ch" forName="ellipse3" refType="w" fact="0.4929"/>
          <dgm:constr type="h" for="ch" forName="ellipse3" refType="h" fact="0.5999"/>
        </dgm:constrLst>
      </dgm:if>
      <dgm:if name="Name6" axis="ch" ptType="node" func="cnt" op="equ" val="4">
        <dgm:alg type="composite">
          <dgm:param type="ar" val="1.5255"/>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3932"/>
          <dgm:constr type="h" for="ch" forName="ellipse1" refType="h" fact="0.5999"/>
          <dgm:constr type="l" for="ch" forName="ellipse2" refType="w" fact="0.2023"/>
          <dgm:constr type="t" for="ch" forName="ellipse2" refType="h" fact="0.4001"/>
          <dgm:constr type="w" for="ch" forName="ellipse2" refType="w" fact="0.3932"/>
          <dgm:constr type="h" for="ch" forName="ellipse2" refType="h" fact="0.5999"/>
          <dgm:constr type="l" for="ch" forName="ellipse3" refType="w" fact="0.4045"/>
          <dgm:constr type="t" for="ch" forName="ellipse3" refType="h" fact="0"/>
          <dgm:constr type="w" for="ch" forName="ellipse3" refType="w" fact="0.3932"/>
          <dgm:constr type="h" for="ch" forName="ellipse3" refType="h" fact="0.5999"/>
          <dgm:constr type="l" for="ch" forName="ellipse4" refType="w" fact="0.6068"/>
          <dgm:constr type="t" for="ch" forName="ellipse4" refType="h" fact="0.4001"/>
          <dgm:constr type="w" for="ch" forName="ellipse4" refType="w" fact="0.3932"/>
          <dgm:constr type="h" for="ch" forName="ellipse4" refType="h" fact="0.5999"/>
        </dgm:constrLst>
      </dgm:if>
      <dgm:if name="Name7" axis="ch" ptType="node" func="cnt" op="equ" val="5">
        <dgm:alg type="composite">
          <dgm:param type="ar" val="1.834"/>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3271"/>
          <dgm:constr type="h" for="ch" forName="ellipse1" refType="h" fact="0.5999"/>
          <dgm:constr type="l" for="ch" forName="ellipse2" refType="w" fact="0.1682"/>
          <dgm:constr type="t" for="ch" forName="ellipse2" refType="h" fact="0.4001"/>
          <dgm:constr type="w" for="ch" forName="ellipse2" refType="w" fact="0.3271"/>
          <dgm:constr type="h" for="ch" forName="ellipse2" refType="h" fact="0.5999"/>
          <dgm:constr type="l" for="ch" forName="ellipse3" refType="w" fact="0.3365"/>
          <dgm:constr type="t" for="ch" forName="ellipse3" refType="h" fact="0"/>
          <dgm:constr type="w" for="ch" forName="ellipse3" refType="w" fact="0.3271"/>
          <dgm:constr type="h" for="ch" forName="ellipse3" refType="h" fact="0.5999"/>
          <dgm:constr type="l" for="ch" forName="ellipse4" refType="w" fact="0.5047"/>
          <dgm:constr type="t" for="ch" forName="ellipse4" refType="h" fact="0.4001"/>
          <dgm:constr type="w" for="ch" forName="ellipse4" refType="w" fact="0.3271"/>
          <dgm:constr type="h" for="ch" forName="ellipse4" refType="h" fact="0.5999"/>
          <dgm:constr type="l" for="ch" forName="ellipse5" refType="w" fact="0.6729"/>
          <dgm:constr type="t" for="ch" forName="ellipse5" refType="h" fact="0"/>
          <dgm:constr type="w" for="ch" forName="ellipse5" refType="w" fact="0.3271"/>
          <dgm:constr type="h" for="ch" forName="ellipse5" refType="h" fact="0.5999"/>
        </dgm:constrLst>
      </dgm:if>
      <dgm:if name="Name8" axis="ch" ptType="node" func="cnt" op="equ" val="6">
        <dgm:alg type="composite">
          <dgm:param type="ar" val="2.1873"/>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278"/>
          <dgm:constr type="h" for="ch" forName="ellipse1" refType="h" fact="0.6081"/>
          <dgm:constr type="l" for="ch" forName="ellipse2" refType="w" fact="0.1444"/>
          <dgm:constr type="t" for="ch" forName="ellipse2" refType="h" fact="0.3919"/>
          <dgm:constr type="w" for="ch" forName="ellipse2" refType="w" fact="0.278"/>
          <dgm:constr type="h" for="ch" forName="ellipse2" refType="h" fact="0.6081"/>
          <dgm:constr type="l" for="ch" forName="ellipse3" refType="w" fact="0.2888"/>
          <dgm:constr type="t" for="ch" forName="ellipse3" refType="h" fact="0"/>
          <dgm:constr type="w" for="ch" forName="ellipse3" refType="w" fact="0.278"/>
          <dgm:constr type="h" for="ch" forName="ellipse3" refType="h" fact="0.6081"/>
          <dgm:constr type="l" for="ch" forName="ellipse4" refType="w" fact="0.4332"/>
          <dgm:constr type="t" for="ch" forName="ellipse4" refType="h" fact="0.3919"/>
          <dgm:constr type="w" for="ch" forName="ellipse4" refType="w" fact="0.278"/>
          <dgm:constr type="h" for="ch" forName="ellipse4" refType="h" fact="0.6081"/>
          <dgm:constr type="l" for="ch" forName="ellipse5" refType="w" fact="0.5776"/>
          <dgm:constr type="t" for="ch" forName="ellipse5" refType="h" fact="0"/>
          <dgm:constr type="w" for="ch" forName="ellipse5" refType="w" fact="0.278"/>
          <dgm:constr type="h" for="ch" forName="ellipse5" refType="h" fact="0.6081"/>
          <dgm:constr type="l" for="ch" forName="ellipse6" refType="w" fact="0.722"/>
          <dgm:constr type="t" for="ch" forName="ellipse6" refType="h" fact="0.3919"/>
          <dgm:constr type="w" for="ch" forName="ellipse6" refType="w" fact="0.278"/>
          <dgm:constr type="h" for="ch" forName="ellipse6" refType="h" fact="0.6081"/>
        </dgm:constrLst>
      </dgm:if>
      <dgm:else name="Name9">
        <dgm:alg type="composite">
          <dgm:param type="ar" val="2.3466"/>
        </dgm:alg>
        <dgm:shape xmlns:r="http://schemas.openxmlformats.org/officeDocument/2006/relationships" r:blip="">
          <dgm:adjLst/>
        </dgm:shape>
        <dgm:presOf/>
        <dgm:constrLst>
          <dgm:constr type="primFontSz" for="des" ptType="node" op="equ" val="65"/>
          <dgm:constr type="l" for="ch" forName="ellipse1" refType="w" fact="0"/>
          <dgm:constr type="t" for="ch" forName="ellipse1" refType="h" fact="0"/>
          <dgm:constr type="w" for="ch" forName="ellipse1" refType="w" fact="0.2455"/>
          <dgm:constr type="h" for="ch" forName="ellipse1" refType="h" fact="0.5761"/>
          <dgm:constr type="l" for="ch" forName="ellipse2" refType="w" fact="0.1257"/>
          <dgm:constr type="t" for="ch" forName="ellipse2" refType="h" fact="0.4239"/>
          <dgm:constr type="w" for="ch" forName="ellipse2" refType="w" fact="0.2455"/>
          <dgm:constr type="h" for="ch" forName="ellipse2" refType="h" fact="0.5761"/>
          <dgm:constr type="l" for="ch" forName="ellipse3" refType="w" fact="0.2515"/>
          <dgm:constr type="t" for="ch" forName="ellipse3" refType="h" fact="0"/>
          <dgm:constr type="w" for="ch" forName="ellipse3" refType="w" fact="0.2455"/>
          <dgm:constr type="h" for="ch" forName="ellipse3" refType="h" fact="0.5761"/>
          <dgm:constr type="l" for="ch" forName="ellipse4" refType="w" fact="0.3772"/>
          <dgm:constr type="t" for="ch" forName="ellipse4" refType="h" fact="0.4239"/>
          <dgm:constr type="w" for="ch" forName="ellipse4" refType="w" fact="0.2455"/>
          <dgm:constr type="h" for="ch" forName="ellipse4" refType="h" fact="0.5761"/>
          <dgm:constr type="l" for="ch" forName="ellipse5" refType="w" fact="0.503"/>
          <dgm:constr type="t" for="ch" forName="ellipse5" refType="h" fact="0"/>
          <dgm:constr type="w" for="ch" forName="ellipse5" refType="w" fact="0.2455"/>
          <dgm:constr type="h" for="ch" forName="ellipse5" refType="h" fact="0.5761"/>
          <dgm:constr type="l" for="ch" forName="ellipse6" refType="w" fact="0.6287"/>
          <dgm:constr type="t" for="ch" forName="ellipse6" refType="h" fact="0.4239"/>
          <dgm:constr type="w" for="ch" forName="ellipse6" refType="w" fact="0.2455"/>
          <dgm:constr type="h" for="ch" forName="ellipse6" refType="h" fact="0.5761"/>
          <dgm:constr type="l" for="ch" forName="ellipse7" refType="w" fact="0.7545"/>
          <dgm:constr type="t" for="ch" forName="ellipse7" refType="h" fact="0"/>
          <dgm:constr type="w" for="ch" forName="ellipse7" refType="w" fact="0.2455"/>
          <dgm:constr type="h" for="ch" forName="ellipse7" refType="h" fact="0.5761"/>
        </dgm:constrLst>
      </dgm:else>
    </dgm:choose>
    <dgm:choose name="Name10">
      <dgm:if name="Name11" axis="ch" ptType="node" func="cnt" op="gte" val="1">
        <dgm:layoutNode name="ellipse1" styleLbl="vennNode1">
          <dgm:varLst>
            <dgm:bulletEnabled val="1"/>
          </dgm:varLst>
          <dgm:alg type="tx"/>
          <dgm:shape xmlns:r="http://schemas.openxmlformats.org/officeDocument/2006/relationships" type="ellipse" r:blip="">
            <dgm:adjLst/>
          </dgm:shape>
          <dgm:choose name="Name12">
            <dgm:if name="Name13" func="var" arg="dir" op="equ" val="norm">
              <dgm:presOf axis="ch desOrSelf" ptType="node node" st="1 1" cnt="1 0"/>
            </dgm:if>
            <dgm:else name="Name14">
              <dgm:choose name="Name15">
                <dgm:if name="Name16" axis="ch" ptType="node" func="cnt" op="equ" val="1">
                  <dgm:presOf axis="ch desOrSelf" ptType="node node" st="1 1" cnt="1 0"/>
                </dgm:if>
                <dgm:if name="Name17" axis="ch" ptType="node" func="cnt" op="equ" val="2">
                  <dgm:presOf axis="ch desOrSelf" ptType="node node" st="2 1" cnt="1 0"/>
                </dgm:if>
                <dgm:if name="Name18" axis="ch" ptType="node" func="cnt" op="equ" val="3">
                  <dgm:presOf axis="ch desOrSelf" ptType="node node" st="3 1" cnt="1 0"/>
                </dgm:if>
                <dgm:if name="Name19" axis="ch" ptType="node" func="cnt" op="equ" val="4">
                  <dgm:presOf axis="ch desOrSelf" ptType="node node" st="4 1" cnt="1 0"/>
                </dgm:if>
                <dgm:if name="Name20" axis="ch" ptType="node" func="cnt" op="equ" val="5">
                  <dgm:presOf axis="ch desOrSelf" ptType="node node" st="5 1" cnt="1 0"/>
                </dgm:if>
                <dgm:if name="Name21" axis="ch" ptType="node" func="cnt" op="equ" val="6">
                  <dgm:presOf axis="ch desOrSelf" ptType="node node" st="6 1" cnt="1 0"/>
                </dgm:if>
                <dgm:if name="Name22" axis="ch" ptType="node" func="cnt" op="gte" val="7">
                  <dgm:presOf axis="ch desOrSelf" ptType="node node" st="7 1" cnt="1 0"/>
                </dgm:if>
                <dgm:else name="Name23"/>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4"/>
    </dgm:choose>
    <dgm:choose name="Name25">
      <dgm:if name="Name26" axis="ch" ptType="node" func="cnt" op="gte" val="2">
        <dgm:layoutNode name="ellipse2" styleLbl="vennNode1">
          <dgm:varLst>
            <dgm:bulletEnabled val="1"/>
          </dgm:varLst>
          <dgm:alg type="tx"/>
          <dgm:choose name="Name27">
            <dgm:if name="Name28" func="var" arg="dir" op="equ" val="norm">
              <dgm:shape xmlns:r="http://schemas.openxmlformats.org/officeDocument/2006/relationships" type="ellipse" r:blip="">
                <dgm:adjLst/>
              </dgm:shape>
              <dgm:presOf axis="ch desOrSelf" ptType="node node" st="2 1" cnt="1 0"/>
            </dgm:if>
            <dgm:else name="Name29">
              <dgm:shape xmlns:r="http://schemas.openxmlformats.org/officeDocument/2006/relationships" type="ellipse" r:blip="" zOrderOff="-2">
                <dgm:adjLst/>
              </dgm:shape>
              <dgm:choose name="Name30">
                <dgm:if name="Name31" axis="ch" ptType="node" func="cnt" op="equ" val="2">
                  <dgm:presOf axis="ch desOrSelf" ptType="node node" st="1 1" cnt="1 0"/>
                </dgm:if>
                <dgm:if name="Name32" axis="ch" ptType="node" func="cnt" op="equ" val="3">
                  <dgm:presOf axis="ch desOrSelf" ptType="node node" st="2 1" cnt="1 0"/>
                </dgm:if>
                <dgm:if name="Name33" axis="ch" ptType="node" func="cnt" op="equ" val="4">
                  <dgm:presOf axis="ch desOrSelf" ptType="node node" st="3 1" cnt="1 0"/>
                </dgm:if>
                <dgm:if name="Name34" axis="ch" ptType="node" func="cnt" op="equ" val="5">
                  <dgm:presOf axis="ch desOrSelf" ptType="node node" st="4 1" cnt="1 0"/>
                </dgm:if>
                <dgm:if name="Name35" axis="ch" ptType="node" func="cnt" op="equ" val="6">
                  <dgm:presOf axis="ch desOrSelf" ptType="node node" st="5 1" cnt="1 0"/>
                </dgm:if>
                <dgm:if name="Name36" axis="ch" ptType="node" func="cnt" op="gte" val="7">
                  <dgm:presOf axis="ch desOrSelf" ptType="node node" st="6 1" cnt="1 0"/>
                </dgm:if>
                <dgm:else name="Name37"/>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8"/>
    </dgm:choose>
    <dgm:choose name="Name39">
      <dgm:if name="Name40" axis="ch" ptType="node" func="cnt" op="gte" val="3">
        <dgm:layoutNode name="ellipse3" styleLbl="vennNode1">
          <dgm:varLst>
            <dgm:bulletEnabled val="1"/>
          </dgm:varLst>
          <dgm:alg type="tx"/>
          <dgm:shape xmlns:r="http://schemas.openxmlformats.org/officeDocument/2006/relationships" type="ellipse" r:blip="">
            <dgm:adjLst/>
          </dgm:shape>
          <dgm:choose name="Name41">
            <dgm:if name="Name42" func="var" arg="dir" op="equ" val="norm">
              <dgm:shape xmlns:r="http://schemas.openxmlformats.org/officeDocument/2006/relationships" type="ellipse" r:blip="">
                <dgm:adjLst/>
              </dgm:shape>
              <dgm:presOf axis="ch desOrSelf" ptType="node node" st="3 1" cnt="1 0"/>
            </dgm:if>
            <dgm:else name="Name43">
              <dgm:shape xmlns:r="http://schemas.openxmlformats.org/officeDocument/2006/relationships" type="ellipse" r:blip="" zOrderOff="-4">
                <dgm:adjLst/>
              </dgm:shape>
              <dgm:choose name="Name44">
                <dgm:if name="Name45" axis="ch" ptType="node" func="cnt" op="equ" val="3">
                  <dgm:presOf axis="ch desOrSelf" ptType="node node" st="1 1" cnt="1 0"/>
                </dgm:if>
                <dgm:if name="Name46" axis="ch" ptType="node" func="cnt" op="equ" val="4">
                  <dgm:presOf axis="ch desOrSelf" ptType="node node" st="2 1" cnt="1 0"/>
                </dgm:if>
                <dgm:if name="Name47" axis="ch" ptType="node" func="cnt" op="equ" val="5">
                  <dgm:presOf axis="ch desOrSelf" ptType="node node" st="3 1" cnt="1 0"/>
                </dgm:if>
                <dgm:if name="Name48" axis="ch" ptType="node" func="cnt" op="equ" val="6">
                  <dgm:presOf axis="ch desOrSelf" ptType="node node" st="4 1" cnt="1 0"/>
                </dgm:if>
                <dgm:if name="Name49" axis="ch" ptType="node" func="cnt" op="gte" val="7">
                  <dgm:presOf axis="ch desOrSelf" ptType="node node" st="5 1" cnt="1 0"/>
                </dgm:if>
                <dgm:else name="Name50"/>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1"/>
    </dgm:choose>
    <dgm:choose name="Name52">
      <dgm:if name="Name53" axis="ch" ptType="node" func="cnt" op="gte" val="4">
        <dgm:layoutNode name="ellipse4" styleLbl="vennNode1">
          <dgm:varLst>
            <dgm:bulletEnabled val="1"/>
          </dgm:varLst>
          <dgm:alg type="tx"/>
          <dgm:choose name="Name54">
            <dgm:if name="Name55" func="var" arg="dir" op="equ" val="norm">
              <dgm:shape xmlns:r="http://schemas.openxmlformats.org/officeDocument/2006/relationships" type="ellipse" r:blip="">
                <dgm:adjLst/>
              </dgm:shape>
              <dgm:presOf axis="ch desOrSelf" ptType="node node" st="4 1" cnt="1 0"/>
            </dgm:if>
            <dgm:else name="Name56">
              <dgm:shape xmlns:r="http://schemas.openxmlformats.org/officeDocument/2006/relationships" type="ellipse" r:blip="" zOrderOff="-6">
                <dgm:adjLst/>
              </dgm:shape>
              <dgm:choose name="Name57">
                <dgm:if name="Name58" axis="ch" ptType="node" func="cnt" op="equ" val="4">
                  <dgm:presOf axis="ch desOrSelf" ptType="node node" st="1 1" cnt="1 0"/>
                </dgm:if>
                <dgm:if name="Name59" axis="ch" ptType="node" func="cnt" op="equ" val="5">
                  <dgm:presOf axis="ch desOrSelf" ptType="node node" st="2 1" cnt="1 0"/>
                </dgm:if>
                <dgm:if name="Name60" axis="ch" ptType="node" func="cnt" op="equ" val="6">
                  <dgm:presOf axis="ch desOrSelf" ptType="node node" st="3 1" cnt="1 0"/>
                </dgm:if>
                <dgm:if name="Name61" axis="ch" ptType="node" func="cnt" op="gte" val="7">
                  <dgm:presOf axis="ch desOrSelf" ptType="node node" st="4 1" cnt="1 0"/>
                </dgm:if>
                <dgm:else name="Name62"/>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3"/>
    </dgm:choose>
    <dgm:choose name="Name64">
      <dgm:if name="Name65" axis="ch" ptType="node" func="cnt" op="gte" val="5">
        <dgm:layoutNode name="ellipse5" styleLbl="vennNode1">
          <dgm:varLst>
            <dgm:bulletEnabled val="1"/>
          </dgm:varLst>
          <dgm:alg type="tx"/>
          <dgm:choose name="Name66">
            <dgm:if name="Name67" func="var" arg="dir" op="equ" val="norm">
              <dgm:shape xmlns:r="http://schemas.openxmlformats.org/officeDocument/2006/relationships" type="ellipse" r:blip="">
                <dgm:adjLst/>
              </dgm:shape>
              <dgm:presOf axis="ch desOrSelf" ptType="node node" st="5 1" cnt="1 0"/>
            </dgm:if>
            <dgm:else name="Name68">
              <dgm:shape xmlns:r="http://schemas.openxmlformats.org/officeDocument/2006/relationships" type="ellipse" r:blip="" zOrderOff="-8">
                <dgm:adjLst/>
              </dgm:shape>
              <dgm:choose name="Name69">
                <dgm:if name="Name70" axis="ch" ptType="node" func="cnt" op="equ" val="5">
                  <dgm:presOf axis="ch desOrSelf" ptType="node node" st="1 1" cnt="1 0"/>
                </dgm:if>
                <dgm:if name="Name71" axis="ch" ptType="node" func="cnt" op="equ" val="6">
                  <dgm:presOf axis="ch desOrSelf" ptType="node node" st="2 1" cnt="1 0"/>
                </dgm:if>
                <dgm:if name="Name72" axis="ch" ptType="node" func="cnt" op="gte" val="7">
                  <dgm:presOf axis="ch desOrSelf" ptType="node node" st="3 1" cnt="1 0"/>
                </dgm:if>
                <dgm:else name="Name73"/>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4"/>
    </dgm:choose>
    <dgm:choose name="Name75">
      <dgm:if name="Name76" axis="ch" ptType="node" func="cnt" op="gte" val="6">
        <dgm:layoutNode name="ellipse6" styleLbl="vennNode1">
          <dgm:varLst>
            <dgm:bulletEnabled val="1"/>
          </dgm:varLst>
          <dgm:alg type="tx"/>
          <dgm:choose name="Name77">
            <dgm:if name="Name78" func="var" arg="dir" op="equ" val="norm">
              <dgm:shape xmlns:r="http://schemas.openxmlformats.org/officeDocument/2006/relationships" type="ellipse" r:blip="">
                <dgm:adjLst/>
              </dgm:shape>
              <dgm:presOf axis="ch desOrSelf" ptType="node node" st="6 1" cnt="1 0"/>
            </dgm:if>
            <dgm:else name="Name79">
              <dgm:shape xmlns:r="http://schemas.openxmlformats.org/officeDocument/2006/relationships" type="ellipse" r:blip="" zOrderOff="-10">
                <dgm:adjLst/>
              </dgm:shape>
              <dgm:choose name="Name80">
                <dgm:if name="Name81" axis="ch" ptType="node" func="cnt" op="equ" val="6">
                  <dgm:presOf axis="ch desOrSelf" ptType="node node" st="1 1" cnt="1 0"/>
                </dgm:if>
                <dgm:if name="Name82" axis="ch" ptType="node" func="cnt" op="gte" val="7">
                  <dgm:presOf axis="ch desOrSelf" ptType="node node" st="2 1" cnt="1 0"/>
                </dgm:if>
                <dgm:else name="Name83"/>
              </dgm:choose>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choose name="Name85">
      <dgm:if name="Name86" axis="ch" ptType="node" func="cnt" op="gte" val="7">
        <dgm:layoutNode name="ellipse7" styleLbl="vennNode1">
          <dgm:varLst>
            <dgm:bulletEnabled val="1"/>
          </dgm:varLst>
          <dgm:alg type="tx"/>
          <dgm:choose name="Name87">
            <dgm:if name="Name88" func="var" arg="dir" op="equ" val="norm">
              <dgm:shape xmlns:r="http://schemas.openxmlformats.org/officeDocument/2006/relationships" type="ellipse" r:blip="">
                <dgm:adjLst/>
              </dgm:shape>
              <dgm:presOf axis="ch desOrSelf" ptType="node node" st="7 1" cnt="1 0"/>
            </dgm:if>
            <dgm:else name="Name89">
              <dgm:shape xmlns:r="http://schemas.openxmlformats.org/officeDocument/2006/relationships" type="ellipse" r:blip="" zOrderOff="-12">
                <dgm:adjLst/>
              </dgm:shape>
              <dgm:presOf axis="ch desOrSelf" ptType="node node" st="1 1" cnt="1 0"/>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dgm:layoutDef>
</file>

<file path=ppt/diagrams/layout126.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127.xml><?xml version="1.0" encoding="utf-8"?>
<dgm:layoutDef xmlns:dgm="http://schemas.openxmlformats.org/drawingml/2006/diagram" xmlns:a="http://schemas.openxmlformats.org/drawingml/2006/main" uniqueId="urn:microsoft.com/office/officeart/2005/8/layout/radial2">
  <dgm:title val=""/>
  <dgm:desc val=""/>
  <dgm:catLst>
    <dgm:cat type="relationship" pri="20000"/>
    <dgm:cat type="convert" pri="9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ite">
    <dgm:varLst>
      <dgm:chMax val="5"/>
      <dgm:dir/>
      <dgm:animLvl val="ctr"/>
      <dgm:resizeHandles val="exact"/>
    </dgm:varLst>
    <dgm:alg type="composite"/>
    <dgm:shape xmlns:r="http://schemas.openxmlformats.org/officeDocument/2006/relationships" r:blip="">
      <dgm:adjLst/>
    </dgm:shape>
    <dgm:presOf/>
    <dgm:constrLst>
      <dgm:constr type="w" for="ch" forName="cycle" refType="w"/>
      <dgm:constr type="h" for="ch" forName="cycle" refType="h"/>
    </dgm:constrLst>
    <dgm:ruleLst/>
    <dgm:layoutNode name="cycle">
      <dgm:choose name="Name0">
        <dgm:if name="Name1" func="var" arg="dir" op="equ" val="norm">
          <dgm:choose name="Name2">
            <dgm:if name="Name3" axis="ch" ptType="node" func="cnt" op="lte" val="1">
              <dgm:alg type="cycle">
                <dgm:param type="stAng" val="90"/>
                <dgm:param type="spanAng" val="360"/>
                <dgm:param type="ctrShpMap" val="fNode"/>
              </dgm:alg>
            </dgm:if>
            <dgm:if name="Name4" axis="ch" ptType="node" func="cnt" op="equ" val="2">
              <dgm:alg type="cycle">
                <dgm:param type="stAng" val="70"/>
                <dgm:param type="spanAng" val="40"/>
                <dgm:param type="ctrShpMap" val="fNode"/>
              </dgm:alg>
            </dgm:if>
            <dgm:if name="Name5" axis="ch" ptType="node" func="cnt" op="equ" val="3">
              <dgm:alg type="cycle">
                <dgm:param type="stAng" val="60"/>
                <dgm:param type="spanAng" val="60"/>
                <dgm:param type="ctrShpMap" val="fNode"/>
              </dgm:alg>
            </dgm:if>
            <dgm:else name="Name6">
              <dgm:alg type="cycle">
                <dgm:param type="stAng" val="45"/>
                <dgm:param type="spanAng" val="90"/>
                <dgm:param type="ctrShpMap" val="fNode"/>
              </dgm:alg>
            </dgm:else>
          </dgm:choose>
        </dgm:if>
        <dgm:else name="Name7">
          <dgm:choose name="Name8">
            <dgm:if name="Name9" axis="ch" ptType="node" func="cnt" op="lte" val="1">
              <dgm:alg type="cycle">
                <dgm:param type="stAng" val="-90"/>
                <dgm:param type="spanAng" val="-360"/>
                <dgm:param type="ctrShpMap" val="fNode"/>
              </dgm:alg>
            </dgm:if>
            <dgm:if name="Name10" axis="ch" ptType="node" func="cnt" op="equ" val="2">
              <dgm:alg type="cycle">
                <dgm:param type="stAng" val="-70"/>
                <dgm:param type="spanAng" val="-40"/>
                <dgm:param type="ctrShpMap" val="fNode"/>
              </dgm:alg>
            </dgm:if>
            <dgm:if name="Name11" axis="ch" ptType="node" func="cnt" op="equ" val="3">
              <dgm:alg type="cycle">
                <dgm:param type="stAng" val="-60"/>
                <dgm:param type="spanAng" val="-60"/>
                <dgm:param type="ctrShpMap" val="fNode"/>
              </dgm:alg>
            </dgm:if>
            <dgm:else name="Name12">
              <dgm:alg type="cycle">
                <dgm:param type="stAng" val="-45"/>
                <dgm:param type="spanAng" val="-90"/>
                <dgm:param type="ctrShpMap" val="fNode"/>
              </dgm:alg>
            </dgm:else>
          </dgm:choose>
        </dgm:else>
      </dgm:choose>
      <dgm:shape xmlns:r="http://schemas.openxmlformats.org/officeDocument/2006/relationships" r:blip="">
        <dgm:adjLst/>
      </dgm:shape>
      <dgm:presOf/>
      <dgm:constrLst>
        <dgm:constr type="sp" val="20"/>
        <dgm:constr type="w" for="ch" forName="centerShape" refType="w"/>
        <dgm:constr type="w" for="ch" forName="node" refType="w" refFor="ch" refForName="centerShape" fact="1.5"/>
        <dgm:constr type="sibSp" refType="w" refFor="ch" refForName="centerShape" op="equ" fact="0.08"/>
        <dgm:constr type="primFontSz" for="des" forName="parentNode" op="equ" val="65"/>
        <dgm:constr type="secFontSz" for="des" forName="childNode" op="equ" val="65"/>
      </dgm:constrLst>
      <dgm:ruleLst/>
      <dgm:choose name="Name13">
        <dgm:if name="Name14" axis="ch" ptType="node" hideLastTrans="0" func="cnt" op="gte" val="1">
          <dgm:layoutNode name="centerShape" styleLbl="node0">
            <dgm:alg type="composite"/>
            <dgm:shape xmlns:r="http://schemas.openxmlformats.org/officeDocument/2006/relationships" r:blip="">
              <dgm:adjLst/>
            </dgm:shape>
            <dgm:presOf axis="ch" ptType="node" cnt="1"/>
            <dgm:constrLst>
              <dgm:constr type="w" for="ch" forName="connSite" refType="w" fact="0.7"/>
              <dgm:constr type="h" for="ch" forName="connSite" refType="w" fact="0.7"/>
              <dgm:constr type="ctrX" for="ch" forName="connSite" refType="w" fact="0.5"/>
              <dgm:constr type="ctrY" for="ch" forName="connSite" refType="h" fact="0.5"/>
              <dgm:constr type="w" for="ch" forName="visible" refType="w"/>
              <dgm:constr type="h" for="ch" forName="visible" refType="w"/>
              <dgm:constr type="ctrX" for="ch" forName="visible" refType="w" fact="0.5"/>
              <dgm:constr type="ctrY" for="ch" forName="visible" refType="h" fact="0.5"/>
            </dgm:constrLst>
            <dgm:ruleLst/>
            <dgm:layoutNode name="connSite">
              <dgm:alg type="sp"/>
              <dgm:shape xmlns:r="http://schemas.openxmlformats.org/officeDocument/2006/relationships" type="ellipse" r:blip="" hideGeom="1">
                <dgm:adjLst/>
              </dgm:shape>
              <dgm:presOf/>
              <dgm:constrLst/>
              <dgm:ruleLst/>
            </dgm:layoutNode>
            <dgm:layoutNode name="visible">
              <dgm:alg type="sp"/>
              <dgm:shape xmlns:r="http://schemas.openxmlformats.org/officeDocument/2006/relationships" type="ellipse" r:blip="" blipPhldr="1">
                <dgm:adjLst/>
              </dgm:shape>
              <dgm:presOf/>
              <dgm:constrLst/>
              <dgm:ruleLst/>
            </dgm:layoutNode>
          </dgm:layoutNode>
        </dgm:if>
        <dgm:else name="Name15"/>
      </dgm:choose>
      <dgm:forEach name="Name16" axis="ch">
        <dgm:forEach name="Name17" axis="self" ptType="node">
          <dgm:layoutNode name="node">
            <dgm:alg type="composite"/>
            <dgm:shape xmlns:r="http://schemas.openxmlformats.org/officeDocument/2006/relationships" r:blip="">
              <dgm:adjLst/>
            </dgm:shape>
            <dgm:presOf/>
            <dgm:choose name="Name18">
              <dgm:if name="Name19" func="var" arg="dir" op="equ" val="norm">
                <dgm:constrLst>
                  <dgm:constr type="t" for="ch" forName="parentNode"/>
                  <dgm:constr type="l" for="ch" forName="parentNode"/>
                  <dgm:constr type="w" for="ch" forName="parentNode" refType="w" fact="0.4"/>
                  <dgm:constr type="h" for="ch" forName="parentNode" refType="w" refFor="ch" refForName="parentNode" op="equ"/>
                  <dgm:constr type="ctrY" for="ch" forName="childNode" refType="h" refFor="ch" refForName="parentNode" fact="0.5"/>
                  <dgm:constr type="l" for="ch" forName="childNode" refType="w" refFor="ch" refForName="parentNode" op="equ" fact="1.1"/>
                  <dgm:constr type="w" for="ch" forName="childNode" refType="w" fact="0.6"/>
                  <dgm:constr type="h" for="ch" forName="childNode" refType="h" refFor="ch" refForName="parentNode"/>
                </dgm:constrLst>
              </dgm:if>
              <dgm:else name="Name20">
                <dgm:constrLst>
                  <dgm:constr type="t" for="ch" forName="parentNode"/>
                  <dgm:constr type="r" for="ch" forName="parentNode" refType="w"/>
                  <dgm:constr type="w" for="ch" forName="parentNode" refType="w" fact="0.4"/>
                  <dgm:constr type="h" for="ch" forName="parentNode" refType="w" refFor="ch" refForName="parentNode" op="equ"/>
                  <dgm:constr type="ctrY" for="ch" forName="childNode" refType="h" refFor="ch" refForName="parentNode" fact="0.5"/>
                  <dgm:constr type="l" for="ch" forName="childNode"/>
                  <dgm:constr type="w" for="ch" forName="childNode" refType="w" fact="0.6"/>
                  <dgm:constr type="h" for="ch" forName="childNode" refType="h" refFor="ch" refForName="parentNode"/>
                </dgm:constrLst>
              </dgm:else>
            </dgm:choose>
            <dgm:ruleLst/>
            <dgm:layoutNode name="parentNode" styleLbl="node1">
              <dgm:varLst>
                <dgm:chMax val="1"/>
                <dgm:bulletEnabled val="1"/>
              </dgm:varLst>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childNode" styleLbl="revTx" moveWith="parentNode">
              <dgm:varLst>
                <dgm:bulletEnabled val="1"/>
              </dgm:varLst>
              <dgm:alg type="tx">
                <dgm:param type="txAnchorVertCh" val="mid"/>
                <dgm:param type="stBulletLvl" val="1"/>
              </dgm:alg>
              <dgm:choose name="Name21">
                <dgm:if name="Name22" axis="ch" ptType="node" func="cnt" op="gte" val="1">
                  <dgm:shape xmlns:r="http://schemas.openxmlformats.org/officeDocument/2006/relationships" type="rect" r:blip="">
                    <dgm:adjLst/>
                  </dgm:shape>
                </dgm:if>
                <dgm:else name="Name23">
                  <dgm:shape xmlns:r="http://schemas.openxmlformats.org/officeDocument/2006/relationships" type="rect" r:blip="" hideGeom="1">
                    <dgm:adjLst/>
                  </dgm:shape>
                </dgm:else>
              </dgm:choose>
              <dgm:presOf axis="des" ptType="node"/>
              <dgm:constrLst>
                <dgm:constr type="tMarg"/>
                <dgm:constr type="bMarg"/>
                <dgm:constr type="lMarg"/>
                <dgm:constr type="rMarg"/>
              </dgm:constrLst>
              <dgm:ruleLst>
                <dgm:rule type="secFontSz" val="5" fact="NaN" max="NaN"/>
              </dgm:ruleLst>
            </dgm:layoutNode>
          </dgm:layoutNode>
        </dgm:forEach>
        <dgm:forEach name="Name24" axis="self" ptType="parTrans" cnt="1">
          <dgm:layoutNode name="Name25">
            <dgm:alg type="conn">
              <dgm:param type="dim" val="1D"/>
              <dgm:param type="endSty" val="noArr"/>
              <dgm:param type="begPts" val="auto"/>
              <dgm:param type="endPts" val="auto"/>
              <dgm:param type="srcNode" val="connSite"/>
              <dgm:param type="dstNode" val="parentNode"/>
            </dgm:alg>
            <dgm:shape xmlns:r="http://schemas.openxmlformats.org/officeDocument/2006/relationships" type="conn" r:blip="" zOrderOff="-99">
              <dgm:adjLst/>
            </dgm:shape>
            <dgm:presOf axis="self"/>
            <dgm:constrLst>
              <dgm:constr type="connDist"/>
              <dgm:constr type="w" val="1"/>
              <dgm:constr type="h" val="5"/>
              <dgm:constr type="begPad"/>
              <dgm:constr type="endPad"/>
            </dgm:constrLst>
            <dgm:ruleLst/>
          </dgm:layoutNode>
        </dgm:forEach>
      </dgm:forEach>
    </dgm:layoutNode>
  </dgm:layoutNode>
</dgm:layoutDef>
</file>

<file path=ppt/diagrams/layout128.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129.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layout130.xml><?xml version="1.0" encoding="utf-8"?>
<dgm:layoutDef xmlns:dgm="http://schemas.openxmlformats.org/drawingml/2006/diagram" xmlns:a="http://schemas.openxmlformats.org/drawingml/2006/main" uniqueId="urn:microsoft.com/office/officeart/2005/8/layout/matrix2">
  <dgm:title val=""/>
  <dgm:desc val=""/>
  <dgm:catLst>
    <dgm:cat type="matrix" pri="3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l" for="ch" forName="rect1" refType="w" fact="0.065"/>
          <dgm:constr type="t" for="ch" forName="rect1" refType="h" fact="0.065"/>
          <dgm:constr type="w" for="ch" forName="rect2" refType="w" fact="0.4"/>
          <dgm:constr type="h" for="ch" forName="rect2" refType="h" fact="0.4"/>
          <dgm:constr type="r" for="ch" forName="rect2" refType="w" fact="0.935"/>
          <dgm:constr type="t" for="ch" forName="rect2" refType="h" fact="0.065"/>
          <dgm:constr type="w" for="ch" forName="rect3" refType="w" fact="0.4"/>
          <dgm:constr type="h" for="ch" forName="rect3" refType="w" fact="0.4"/>
          <dgm:constr type="l" for="ch" forName="rect3" refType="w" fact="0.065"/>
          <dgm:constr type="b" for="ch" forName="rect3" refType="h" fact="0.935"/>
          <dgm:constr type="w" for="ch" forName="rect4" refType="w" fact="0.4"/>
          <dgm:constr type="h" for="ch" forName="rect4" refType="h" fact="0.4"/>
          <dgm:constr type="r" for="ch" forName="rect4" refType="w" fact="0.935"/>
          <dgm:constr type="b" for="ch" forName="rect4" refType="h" fact="0.935"/>
        </dgm:constrLst>
      </dgm:if>
      <dgm:else name="Name2">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r" for="ch" forName="rect1" refType="w" fact="0.935"/>
          <dgm:constr type="t" for="ch" forName="rect1" refType="h" fact="0.065"/>
          <dgm:constr type="w" for="ch" forName="rect2" refType="w" fact="0.4"/>
          <dgm:constr type="h" for="ch" forName="rect2" refType="h" fact="0.4"/>
          <dgm:constr type="l" for="ch" forName="rect2" refType="w" fact="0.065"/>
          <dgm:constr type="t" for="ch" forName="rect2" refType="h" fact="0.065"/>
          <dgm:constr type="w" for="ch" forName="rect3" refType="w" fact="0.4"/>
          <dgm:constr type="h" for="ch" forName="rect3" refType="w" fact="0.4"/>
          <dgm:constr type="r" for="ch" forName="rect3" refType="w" fact="0.935"/>
          <dgm:constr type="b" for="ch" forName="rect3" refType="h" fact="0.935"/>
          <dgm:constr type="w" for="ch" forName="rect4" refType="w" fact="0.4"/>
          <dgm:constr type="h" for="ch" forName="rect4" refType="h" fact="0.4"/>
          <dgm:constr type="l" for="ch" forName="rect4" refType="w" fact="0.065"/>
          <dgm:constr type="b" for="ch" forName="rect4" refType="h" fact="0.935"/>
        </dgm:constrLst>
      </dgm:else>
    </dgm:choose>
    <dgm:ruleLst/>
    <dgm:choose name="Name3">
      <dgm:if name="Name4" axis="ch" ptType="node" func="cnt" op="gte" val="1">
        <dgm:layoutNode name="axisShape" styleLbl="bgShp">
          <dgm:alg type="sp"/>
          <dgm:shape xmlns:r="http://schemas.openxmlformats.org/officeDocument/2006/relationships" type="quadArrow" r:blip="">
            <dgm:adjLst>
              <dgm:adj idx="1" val="0.02"/>
              <dgm:adj idx="2" val="0.04"/>
              <dgm:adj idx="3" val="0.05"/>
            </dgm:adjLst>
          </dgm:shape>
          <dgm:presOf/>
          <dgm:constrLst/>
          <dgm:ruleLst/>
        </dgm:layoutNode>
        <dgm:layoutNode name="rect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131.xml><?xml version="1.0" encoding="utf-8"?>
<dgm:layoutDef xmlns:dgm="http://schemas.openxmlformats.org/drawingml/2006/diagram" xmlns:a="http://schemas.openxmlformats.org/drawingml/2006/main" uniqueId="urn:microsoft.com/office/officeart/2005/8/layout/cycle4">
  <dgm:title val=""/>
  <dgm:desc val=""/>
  <dgm:catLst>
    <dgm:cat type="relationship" pri="26000"/>
    <dgm:cat type="cycle" pri="13000"/>
    <dgm:cat type="matrix" pri="4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ampData>
  <dgm:style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cycleMatrixDiagram">
    <dgm:varLst>
      <dgm:chMax val="1"/>
      <dgm:dir/>
      <dgm:animLvl val="lvl"/>
      <dgm:resizeHandles val="exact"/>
    </dgm:varLst>
    <dgm:alg type="composite">
      <dgm:param type="ar" val="1.3"/>
    </dgm:alg>
    <dgm:shape xmlns:r="http://schemas.openxmlformats.org/officeDocument/2006/relationships" r:blip="">
      <dgm:adjLst/>
    </dgm:shape>
    <dgm:presOf/>
    <dgm:constrLst>
      <dgm:constr type="w" for="ch" forName="children" refType="w"/>
      <dgm:constr type="h" for="ch" forName="children" refType="w" refFor="ch" refForName="children" fact="0.77"/>
      <dgm:constr type="ctrX" for="ch" forName="children" refType="w" fact="0.5"/>
      <dgm:constr type="ctrY" for="ch" forName="children" refType="h" fact="0.5"/>
      <dgm:constr type="w" for="ch" forName="circle" refType="w"/>
      <dgm:constr type="h" for="ch" forName="circle" refType="h"/>
      <dgm:constr type="ctrX" for="ch" forName="circle" refType="w" fact="0.5"/>
      <dgm:constr type="ctrY" for="ch" forName="circle" refType="h" fact="0.5"/>
      <dgm:constr type="w" for="ch" forName="center1" refType="w" fact="0.115"/>
      <dgm:constr type="h" for="ch" forName="center1" refType="w" fact="0.1"/>
      <dgm:constr type="ctrX" for="ch" forName="center1" refType="w" fact="0.5"/>
      <dgm:constr type="ctrY" for="ch" forName="center1" refType="h" fact="0.475"/>
      <dgm:constr type="w" for="ch" forName="center2" refType="w" fact="0.115"/>
      <dgm:constr type="h" for="ch" forName="center2" refType="w" fact="0.1"/>
      <dgm:constr type="ctrX" for="ch" forName="center2" refType="w" fact="0.5"/>
      <dgm:constr type="ctrY" for="ch" forName="center2" refType="h" fact="0.525"/>
    </dgm:constrLst>
    <dgm:ruleLst/>
    <dgm:choose name="Name0">
      <dgm:if name="Name1" axis="ch" ptType="node" func="cnt" op="gte" val="1">
        <dgm:layoutNode name="children">
          <dgm:alg type="composite">
            <dgm:param type="ar" val="1.3"/>
          </dgm:alg>
          <dgm:shape xmlns:r="http://schemas.openxmlformats.org/officeDocument/2006/relationships" r:blip="">
            <dgm:adjLst/>
          </dgm:shape>
          <dgm:presOf/>
          <dgm:choose name="Name2">
            <dgm:if name="Name3" func="var" arg="dir" op="equ" val="norm">
              <dgm:constrLst>
                <dgm:constr type="primFontSz" for="des" ptType="node" op="equ" val="65"/>
                <dgm:constr type="w" for="ch" forName="child1group" refType="w" fact="0.38"/>
                <dgm:constr type="h" for="ch" forName="child1group" refType="h" fact="0.32"/>
                <dgm:constr type="t" for="ch" forName="child1group"/>
                <dgm:constr type="l" for="ch" forName="child1group"/>
                <dgm:constr type="w" for="ch" forName="child2group" refType="w" fact="0.38"/>
                <dgm:constr type="h" for="ch" forName="child2group" refType="h" fact="0.32"/>
                <dgm:constr type="t" for="ch" forName="child2group"/>
                <dgm:constr type="r" for="ch" forName="child2group" refType="w"/>
                <dgm:constr type="w" for="ch" forName="child3group" refType="w" fact="0.38"/>
                <dgm:constr type="h" for="ch" forName="child3group" refType="h" fact="0.32"/>
                <dgm:constr type="b" for="ch" forName="child3group" refType="h"/>
                <dgm:constr type="r" for="ch" forName="child3group" refType="w"/>
                <dgm:constr type="w" for="ch" forName="child4group" refType="w" fact="0.38"/>
                <dgm:constr type="h" for="ch" forName="child4group" refType="h" fact="0.32"/>
                <dgm:constr type="b" for="ch" forName="child4group" refType="h"/>
                <dgm:constr type="l" for="ch" forName="child4group"/>
              </dgm:constrLst>
            </dgm:if>
            <dgm:else name="Name4">
              <dgm:constrLst>
                <dgm:constr type="primFontSz" for="des" ptType="node" op="equ" val="65"/>
                <dgm:constr type="w" for="ch" forName="child1group" refType="w" fact="0.38"/>
                <dgm:constr type="h" for="ch" forName="child1group" refType="h" fact="0.32"/>
                <dgm:constr type="t" for="ch" forName="child1group"/>
                <dgm:constr type="r" for="ch" forName="child1group" refType="w"/>
                <dgm:constr type="w" for="ch" forName="child2group" refType="w" fact="0.38"/>
                <dgm:constr type="h" for="ch" forName="child2group" refType="h" fact="0.32"/>
                <dgm:constr type="t" for="ch" forName="child2group"/>
                <dgm:constr type="l" for="ch" forName="child2group"/>
                <dgm:constr type="w" for="ch" forName="child3group" refType="w" fact="0.38"/>
                <dgm:constr type="h" for="ch" forName="child3group" refType="h" fact="0.32"/>
                <dgm:constr type="b" for="ch" forName="child3group" refType="h"/>
                <dgm:constr type="l" for="ch" forName="child3group"/>
                <dgm:constr type="w" for="ch" forName="child4group" refType="w" fact="0.38"/>
                <dgm:constr type="h" for="ch" forName="child4group" refType="h" fact="0.32"/>
                <dgm:constr type="b" for="ch" forName="child4group" refType="h"/>
                <dgm:constr type="r" for="ch" forName="child4group" refType="w"/>
              </dgm:constrLst>
            </dgm:else>
          </dgm:choose>
          <dgm:ruleLst/>
          <dgm:choose name="Name5">
            <dgm:if name="Name6" axis="ch ch" ptType="node node" st="1 1" cnt="1 0" func="cnt" op="gte" val="1">
              <dgm:layoutNode name="child1group">
                <dgm:alg type="composite">
                  <dgm:param type="horzAlign" val="none"/>
                  <dgm:param type="vertAlign" val="none"/>
                </dgm:alg>
                <dgm:shape xmlns:r="http://schemas.openxmlformats.org/officeDocument/2006/relationships" r:blip="">
                  <dgm:adjLst/>
                </dgm:shape>
                <dgm:presOf/>
                <dgm:choose name="Name7">
                  <dgm:if name="Name8" func="var" arg="dir" op="equ" val="norm">
                    <dgm:constrLst>
                      <dgm:constr type="w" for="ch" forName="child1" refType="w"/>
                      <dgm:constr type="h" for="ch" forName="child1" refType="h"/>
                      <dgm:constr type="t" for="ch" forName="child1"/>
                      <dgm:constr type="l" for="ch" forName="child1"/>
                      <dgm:constr type="w" for="ch" forName="child1Text" refType="w" fact="0.7"/>
                      <dgm:constr type="h" for="ch" forName="child1Text" refType="h" fact="0.75"/>
                      <dgm:constr type="t" for="ch" forName="child1Text"/>
                      <dgm:constr type="l" for="ch" forName="child1Text"/>
                    </dgm:constrLst>
                  </dgm:if>
                  <dgm:else name="Name9">
                    <dgm:constrLst>
                      <dgm:constr type="w" for="ch" forName="child1" refType="w"/>
                      <dgm:constr type="h" for="ch" forName="child1" refType="h"/>
                      <dgm:constr type="t" for="ch" forName="child1"/>
                      <dgm:constr type="r" for="ch" forName="child1" refType="w"/>
                      <dgm:constr type="w" for="ch" forName="child1Text" refType="w" fact="0.7"/>
                      <dgm:constr type="h" for="ch" forName="child1Text" refType="h" fact="0.75"/>
                      <dgm:constr type="t" for="ch" forName="child1Text"/>
                      <dgm:constr type="r" for="ch" forName="child1Text" refType="w"/>
                    </dgm:constrLst>
                  </dgm:else>
                </dgm:choose>
                <dgm:ruleLst/>
                <dgm:layoutNode name="child1" styleLbl="bgAcc1">
                  <dgm:alg type="sp"/>
                  <dgm:shape xmlns:r="http://schemas.openxmlformats.org/officeDocument/2006/relationships" type="roundRect" r:blip="" zOrderOff="-2">
                    <dgm:adjLst>
                      <dgm:adj idx="1" val="0.1"/>
                    </dgm:adjLst>
                  </dgm:shape>
                  <dgm:presOf axis="ch des" ptType="node node" st="1 1" cnt="1 0"/>
                  <dgm:constrLst/>
                  <dgm:ruleLst/>
                </dgm:layoutNode>
                <dgm:layoutNode name="child1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0"/>
          </dgm:choose>
          <dgm:choose name="Name11">
            <dgm:if name="Name12" axis="ch ch" ptType="node node" st="2 1" cnt="1 0" func="cnt" op="gte" val="1">
              <dgm:layoutNode name="child2group">
                <dgm:alg type="composite">
                  <dgm:param type="horzAlign" val="none"/>
                  <dgm:param type="vertAlign" val="none"/>
                </dgm:alg>
                <dgm:shape xmlns:r="http://schemas.openxmlformats.org/officeDocument/2006/relationships" r:blip="">
                  <dgm:adjLst/>
                </dgm:shape>
                <dgm:choose name="Name13">
                  <dgm:if name="Name14" func="var" arg="dir" op="equ" val="norm">
                    <dgm:constrLst>
                      <dgm:constr type="w" for="ch" forName="child2" refType="w"/>
                      <dgm:constr type="h" for="ch" forName="child2" refType="h"/>
                      <dgm:constr type="t" for="ch" forName="child2"/>
                      <dgm:constr type="r" for="ch" forName="child2" refType="w"/>
                      <dgm:constr type="w" for="ch" forName="child2Text" refType="w" fact="0.7"/>
                      <dgm:constr type="h" for="ch" forName="child2Text" refType="h" fact="0.75"/>
                      <dgm:constr type="t" for="ch" forName="child2Text"/>
                      <dgm:constr type="r" for="ch" forName="child2Text" refType="w"/>
                    </dgm:constrLst>
                  </dgm:if>
                  <dgm:else name="Name15">
                    <dgm:constrLst>
                      <dgm:constr type="w" for="ch" forName="child2" refType="w"/>
                      <dgm:constr type="h" for="ch" forName="child2" refType="h"/>
                      <dgm:constr type="t" for="ch" forName="child2"/>
                      <dgm:constr type="l" for="ch" forName="child2"/>
                      <dgm:constr type="w" for="ch" forName="child2Text" refType="w" fact="0.7"/>
                      <dgm:constr type="h" for="ch" forName="child2Text" refType="h" fact="0.75"/>
                      <dgm:constr type="t" for="ch" forName="child2Text"/>
                      <dgm:constr type="l" for="ch" forName="child2Text"/>
                    </dgm:constrLst>
                  </dgm:else>
                </dgm:choose>
                <dgm:ruleLst/>
                <dgm:layoutNode name="child2" styleLbl="bgAcc1">
                  <dgm:alg type="sp"/>
                  <dgm:shape xmlns:r="http://schemas.openxmlformats.org/officeDocument/2006/relationships" type="roundRect" r:blip="" zOrderOff="-2">
                    <dgm:adjLst>
                      <dgm:adj idx="1" val="0.1"/>
                    </dgm:adjLst>
                  </dgm:shape>
                  <dgm:presOf axis="ch des" ptType="node node" st="2 1" cnt="1 0"/>
                  <dgm:constrLst/>
                  <dgm:ruleLst/>
                </dgm:layoutNode>
                <dgm:layoutNode name="child2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6"/>
          </dgm:choose>
          <dgm:choose name="Name17">
            <dgm:if name="Name18" axis="ch ch" ptType="node node" st="3 1" cnt="1 0" func="cnt" op="gte" val="1">
              <dgm:layoutNode name="child3group">
                <dgm:alg type="composite">
                  <dgm:param type="horzAlign" val="none"/>
                  <dgm:param type="vertAlign" val="none"/>
                </dgm:alg>
                <dgm:shape xmlns:r="http://schemas.openxmlformats.org/officeDocument/2006/relationships" r:blip="">
                  <dgm:adjLst/>
                </dgm:shape>
                <dgm:presOf/>
                <dgm:choose name="Name19">
                  <dgm:if name="Name20" func="var" arg="dir" op="equ" val="norm">
                    <dgm:constrLst>
                      <dgm:constr type="w" for="ch" forName="child3" refType="w"/>
                      <dgm:constr type="h" for="ch" forName="child3" refType="h"/>
                      <dgm:constr type="b" for="ch" forName="child3" refType="h"/>
                      <dgm:constr type="r" for="ch" forName="child3" refType="w"/>
                      <dgm:constr type="w" for="ch" forName="child3Text" refType="w" fact="0.7"/>
                      <dgm:constr type="h" for="ch" forName="child3Text" refType="h" fact="0.75"/>
                      <dgm:constr type="b" for="ch" forName="child3Text" refType="h"/>
                      <dgm:constr type="r" for="ch" forName="child3Text" refType="w"/>
                    </dgm:constrLst>
                  </dgm:if>
                  <dgm:else name="Name21">
                    <dgm:constrLst>
                      <dgm:constr type="w" for="ch" forName="child3" refType="w"/>
                      <dgm:constr type="h" for="ch" forName="child3" refType="h"/>
                      <dgm:constr type="b" for="ch" forName="child3" refType="h"/>
                      <dgm:constr type="l" for="ch" forName="child3"/>
                      <dgm:constr type="w" for="ch" forName="child3Text" refType="w" fact="0.7"/>
                      <dgm:constr type="h" for="ch" forName="child3Text" refType="h" fact="0.75"/>
                      <dgm:constr type="b" for="ch" forName="child3Text" refType="h"/>
                      <dgm:constr type="l" for="ch" forName="child3Text"/>
                    </dgm:constrLst>
                  </dgm:else>
                </dgm:choose>
                <dgm:ruleLst/>
                <dgm:layoutNode name="child3" styleLbl="bgAcc1">
                  <dgm:alg type="sp"/>
                  <dgm:shape xmlns:r="http://schemas.openxmlformats.org/officeDocument/2006/relationships" type="roundRect" r:blip="" zOrderOff="-4">
                    <dgm:adjLst>
                      <dgm:adj idx="1" val="0.1"/>
                    </dgm:adjLst>
                  </dgm:shape>
                  <dgm:presOf axis="ch des" ptType="node node" st="3 1" cnt="1 0"/>
                  <dgm:constrLst/>
                  <dgm:ruleLst/>
                </dgm:layoutNode>
                <dgm:layoutNode name="child3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2"/>
          </dgm:choose>
          <dgm:choose name="Name23">
            <dgm:if name="Name24" axis="ch ch" ptType="node node" st="4 1" cnt="1 0" func="cnt" op="gte" val="1">
              <dgm:layoutNode name="child4group">
                <dgm:alg type="composite">
                  <dgm:param type="horzAlign" val="none"/>
                  <dgm:param type="vertAlign" val="none"/>
                </dgm:alg>
                <dgm:shape xmlns:r="http://schemas.openxmlformats.org/officeDocument/2006/relationships" r:blip="">
                  <dgm:adjLst/>
                </dgm:shape>
                <dgm:presOf/>
                <dgm:choose name="Name25">
                  <dgm:if name="Name26" func="var" arg="dir" op="equ" val="norm">
                    <dgm:constrLst>
                      <dgm:constr type="w" for="ch" forName="child4" refType="w"/>
                      <dgm:constr type="h" for="ch" forName="child4" refType="h"/>
                      <dgm:constr type="b" for="ch" forName="child4" refType="h"/>
                      <dgm:constr type="l" for="ch" forName="child4"/>
                      <dgm:constr type="w" for="ch" forName="child4Text" refType="w" fact="0.7"/>
                      <dgm:constr type="h" for="ch" forName="child4Text" refType="h" fact="0.75"/>
                      <dgm:constr type="b" for="ch" forName="child4Text" refType="h"/>
                      <dgm:constr type="l" for="ch" forName="child4Text"/>
                    </dgm:constrLst>
                  </dgm:if>
                  <dgm:else name="Name27">
                    <dgm:constrLst>
                      <dgm:constr type="w" for="ch" forName="child4" refType="w"/>
                      <dgm:constr type="h" for="ch" forName="child4" refType="h"/>
                      <dgm:constr type="b" for="ch" forName="child4" refType="h"/>
                      <dgm:constr type="r" for="ch" forName="child4" refType="w"/>
                      <dgm:constr type="w" for="ch" forName="child4Text" refType="w" fact="0.7"/>
                      <dgm:constr type="h" for="ch" forName="child4Text" refType="h" fact="0.75"/>
                      <dgm:constr type="b" for="ch" forName="child4Text" refType="h"/>
                      <dgm:constr type="r" for="ch" forName="child4Text" refType="w"/>
                    </dgm:constrLst>
                  </dgm:else>
                </dgm:choose>
                <dgm:ruleLst/>
                <dgm:layoutNode name="child4" styleLbl="bgAcc1">
                  <dgm:alg type="sp"/>
                  <dgm:shape xmlns:r="http://schemas.openxmlformats.org/officeDocument/2006/relationships" type="roundRect" r:blip="" zOrderOff="-4">
                    <dgm:adjLst>
                      <dgm:adj idx="1" val="0.1"/>
                    </dgm:adjLst>
                  </dgm:shape>
                  <dgm:presOf axis="ch des" ptType="node node" st="4 1" cnt="1 0"/>
                  <dgm:constrLst/>
                  <dgm:ruleLst/>
                </dgm:layoutNode>
                <dgm:layoutNode name="child4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8"/>
          </dgm:choose>
          <dgm:layoutNode name="childPlaceholder">
            <dgm:alg type="sp"/>
            <dgm:shape xmlns:r="http://schemas.openxmlformats.org/officeDocument/2006/relationships" r:blip="">
              <dgm:adjLst/>
            </dgm:shape>
            <dgm:presOf/>
            <dgm:constrLst/>
            <dgm:ruleLst/>
          </dgm:layoutNode>
        </dgm:layoutNode>
        <dgm:layoutNode name="circle">
          <dgm:alg type="composite">
            <dgm:param type="ar" val="1"/>
          </dgm:alg>
          <dgm:shape xmlns:r="http://schemas.openxmlformats.org/officeDocument/2006/relationships" r:blip="">
            <dgm:adjLst/>
          </dgm:shape>
          <dgm:presOf/>
          <dgm:choose name="Name29">
            <dgm:if name="Name30" func="var" arg="dir" op="equ" val="norm">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r" for="ch" forName="quadrant1" refType="w" fact="0.5"/>
                <dgm:constr type="r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l" for="ch" forName="quadrant2" refType="w" fact="0.5"/>
                <dgm:constr type="l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l" for="ch" forName="quadrant3" refType="w" fact="0.5"/>
                <dgm:constr type="l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r" for="ch" forName="quadrant4" refType="w" fact="0.5"/>
                <dgm:constr type="rOff" for="ch" forName="quadrant4" refType="w" fact="-0.01"/>
              </dgm:constrLst>
            </dgm:if>
            <dgm:else name="Name31">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l" for="ch" forName="quadrant1" refType="w" fact="0.5"/>
                <dgm:constr type="l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r" for="ch" forName="quadrant2" refType="w" fact="0.5"/>
                <dgm:constr type="r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r" for="ch" forName="quadrant3" refType="w" fact="0.5"/>
                <dgm:constr type="r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l" for="ch" forName="quadrant4" refType="w" fact="0.5"/>
                <dgm:constr type="lOff" for="ch" forName="quadrant4" refType="w" fact="0.01"/>
              </dgm:constrLst>
            </dgm:else>
          </dgm:choose>
          <dgm:ruleLst/>
          <dgm:layoutNode name="quadrant1" styleLbl="node1">
            <dgm:varLst>
              <dgm:chMax val="1"/>
              <dgm:bulletEnabled val="1"/>
            </dgm:varLst>
            <dgm:alg type="tx"/>
            <dgm:choose name="Name32">
              <dgm:if name="Name33" func="var" arg="dir" op="equ" val="norm">
                <dgm:shape xmlns:r="http://schemas.openxmlformats.org/officeDocument/2006/relationships" type="pieWedge" r:blip="">
                  <dgm:adjLst/>
                </dgm:shape>
              </dgm:if>
              <dgm:else name="Name34">
                <dgm:shape xmlns:r="http://schemas.openxmlformats.org/officeDocument/2006/relationships" rot="90" type="pieWedge" r:blip="">
                  <dgm:adjLst/>
                </dgm:shape>
              </dgm:else>
            </dgm:choose>
            <dgm:presOf axis="ch" ptType="node" cnt="1"/>
            <dgm:constrLst/>
            <dgm:ruleLst>
              <dgm:rule type="primFontSz" val="5" fact="NaN" max="NaN"/>
            </dgm:ruleLst>
          </dgm:layoutNode>
          <dgm:layoutNode name="quadrant2" styleLbl="node1">
            <dgm:varLst>
              <dgm:chMax val="1"/>
              <dgm:bulletEnabled val="1"/>
            </dgm:varLst>
            <dgm:alg type="tx"/>
            <dgm:choose name="Name35">
              <dgm:if name="Name36" func="var" arg="dir" op="equ" val="norm">
                <dgm:shape xmlns:r="http://schemas.openxmlformats.org/officeDocument/2006/relationships" rot="90" type="pieWedge" r:blip="">
                  <dgm:adjLst/>
                </dgm:shape>
              </dgm:if>
              <dgm:else name="Name37">
                <dgm:shape xmlns:r="http://schemas.openxmlformats.org/officeDocument/2006/relationships" type="pieWedge" r:blip="">
                  <dgm:adjLst/>
                </dgm:shape>
              </dgm:else>
            </dgm:choose>
            <dgm:presOf axis="ch" ptType="node" st="2" cnt="1"/>
            <dgm:constrLst/>
            <dgm:ruleLst>
              <dgm:rule type="primFontSz" val="5" fact="NaN" max="NaN"/>
            </dgm:ruleLst>
          </dgm:layoutNode>
          <dgm:layoutNode name="quadrant3" styleLbl="node1">
            <dgm:varLst>
              <dgm:chMax val="1"/>
              <dgm:bulletEnabled val="1"/>
            </dgm:varLst>
            <dgm:alg type="tx"/>
            <dgm:choose name="Name38">
              <dgm:if name="Name39" func="var" arg="dir" op="equ" val="norm">
                <dgm:shape xmlns:r="http://schemas.openxmlformats.org/officeDocument/2006/relationships" rot="180" type="pieWedge" r:blip="">
                  <dgm:adjLst/>
                </dgm:shape>
              </dgm:if>
              <dgm:else name="Name40">
                <dgm:shape xmlns:r="http://schemas.openxmlformats.org/officeDocument/2006/relationships" rot="270" type="pieWedge" r:blip="">
                  <dgm:adjLst/>
                </dgm:shape>
              </dgm:else>
            </dgm:choose>
            <dgm:presOf axis="ch" ptType="node" st="3" cnt="1"/>
            <dgm:constrLst/>
            <dgm:ruleLst>
              <dgm:rule type="primFontSz" val="5" fact="NaN" max="NaN"/>
            </dgm:ruleLst>
          </dgm:layoutNode>
          <dgm:layoutNode name="quadrant4" styleLbl="node1">
            <dgm:varLst>
              <dgm:chMax val="1"/>
              <dgm:bulletEnabled val="1"/>
            </dgm:varLst>
            <dgm:alg type="tx"/>
            <dgm:choose name="Name41">
              <dgm:if name="Name42" func="var" arg="dir" op="equ" val="norm">
                <dgm:shape xmlns:r="http://schemas.openxmlformats.org/officeDocument/2006/relationships" rot="270" type="pieWedge" r:blip="">
                  <dgm:adjLst/>
                </dgm:shape>
              </dgm:if>
              <dgm:else name="Name43">
                <dgm:shape xmlns:r="http://schemas.openxmlformats.org/officeDocument/2006/relationships" rot="180" type="pieWedge" r:blip="">
                  <dgm:adjLst/>
                </dgm:shape>
              </dgm:else>
            </dgm:choose>
            <dgm:presOf axis="ch" ptType="node" st="4" cnt="1"/>
            <dgm:constrLst/>
            <dgm:ruleLst>
              <dgm:rule type="primFontSz" val="5" fact="NaN" max="NaN"/>
            </dgm:ruleLst>
          </dgm:layoutNode>
          <dgm:layoutNode name="quadrantPlaceholder">
            <dgm:alg type="sp"/>
            <dgm:shape xmlns:r="http://schemas.openxmlformats.org/officeDocument/2006/relationships" r:blip="">
              <dgm:adjLst/>
            </dgm:shape>
            <dgm:presOf/>
            <dgm:constrLst/>
            <dgm:ruleLst/>
          </dgm:layoutNode>
        </dgm:layoutNode>
        <dgm:layoutNode name="center1" styleLbl="fgShp">
          <dgm:alg type="sp"/>
          <dgm:choose name="Name44">
            <dgm:if name="Name45" func="var" arg="dir" op="equ" val="norm">
              <dgm:shape xmlns:r="http://schemas.openxmlformats.org/officeDocument/2006/relationships" type="circularArrow" r:blip="" zOrderOff="16">
                <dgm:adjLst/>
              </dgm:shape>
            </dgm:if>
            <dgm:else name="Name46">
              <dgm:shape xmlns:r="http://schemas.openxmlformats.org/officeDocument/2006/relationships" rot="180" type="leftCircularArrow" r:blip="" zOrderOff="16">
                <dgm:adjLst/>
              </dgm:shape>
            </dgm:else>
          </dgm:choose>
          <dgm:presOf/>
          <dgm:constrLst/>
          <dgm:ruleLst/>
        </dgm:layoutNode>
        <dgm:layoutNode name="center2" styleLbl="fgShp">
          <dgm:alg type="sp"/>
          <dgm:choose name="Name47">
            <dgm:if name="Name48" func="var" arg="dir" op="equ" val="norm">
              <dgm:shape xmlns:r="http://schemas.openxmlformats.org/officeDocument/2006/relationships" rot="180" type="circularArrow" r:blip="" zOrderOff="16">
                <dgm:adjLst/>
              </dgm:shape>
            </dgm:if>
            <dgm:else name="Name49">
              <dgm:shape xmlns:r="http://schemas.openxmlformats.org/officeDocument/2006/relationships" type="leftCircularArrow" r:blip="" zOrderOff="16">
                <dgm:adjLst/>
              </dgm:shape>
            </dgm:else>
          </dgm:choose>
          <dgm:presOf/>
          <dgm:constrLst/>
          <dgm:ruleLst/>
        </dgm:layoutNode>
      </dgm:if>
      <dgm:else name="Name50"/>
    </dgm:choose>
  </dgm:layoutNode>
</dgm:layoutDef>
</file>

<file path=ppt/diagrams/layout132.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133.xml><?xml version="1.0" encoding="utf-8"?>
<dgm:layoutDef xmlns:dgm="http://schemas.openxmlformats.org/drawingml/2006/diagram" xmlns:a="http://schemas.openxmlformats.org/drawingml/2006/main" uniqueId="urn:microsoft.com/office/officeart/2005/8/layout/pyramid3">
  <dgm:title val=""/>
  <dgm:desc val=""/>
  <dgm:catLst>
    <dgm:cat type="pyramid" pri="2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T"/>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T"/>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rev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t"/>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134.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135.xml><?xml version="1.0" encoding="utf-8"?>
<dgm:layoutDef xmlns:dgm="http://schemas.openxmlformats.org/drawingml/2006/diagram" xmlns:a="http://schemas.openxmlformats.org/drawingml/2006/main" uniqueId="urn:microsoft.com/office/officeart/2005/8/layout/pyramid4">
  <dgm:title val=""/>
  <dgm:desc val=""/>
  <dgm:catLst>
    <dgm:cat type="pyramid" pri="4000"/>
    <dgm:cat type="relationship" pri="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useDef="1">
    <dgm:dataModel>
      <dgm:ptLst/>
      <dgm:bg/>
      <dgm:whole/>
    </dgm:dataModel>
  </dgm:styleData>
  <dgm:clrData useDef="1">
    <dgm:dataModel>
      <dgm:ptLst/>
      <dgm:bg/>
      <dgm:whole/>
    </dgm:dataModel>
  </dgm:clrData>
  <dgm:layoutNode name="compositeShape">
    <dgm:varLst>
      <dgm:chMax val="9"/>
      <dgm:dir/>
      <dgm:resizeHandles val="exact"/>
    </dgm:varLst>
    <dgm:alg type="composite">
      <dgm:param type="ar" val="1"/>
    </dgm:alg>
    <dgm:shape xmlns:r="http://schemas.openxmlformats.org/officeDocument/2006/relationships" r:blip="">
      <dgm:adjLst/>
    </dgm:shape>
    <dgm:presOf/>
    <dgm:choose name="Name0">
      <dgm:if name="Name1" axis="ch" ptType="node" func="cnt" op="lte" val="4">
        <dgm:choose name="Name2">
          <dgm:if name="Name3" axis="ch" ptType="node" func="cnt" op="equ" val="1">
            <dgm:constrLst>
              <dgm:constr type="primFontSz" for="ch" ptType="node" op="equ" val="65"/>
              <dgm:constr type="t" for="ch" forName="triangle1"/>
              <dgm:constr type="l" for="ch" forName="triangle1"/>
              <dgm:constr type="h" for="ch" forName="triangle1" refType="h"/>
              <dgm:constr type="w" for="ch" forName="triangle1" refType="h"/>
            </dgm:constrLst>
          </dgm:if>
          <dgm:else name="Name4">
            <dgm:constrLst>
              <dgm:constr type="primFontSz" for="ch" ptType="node" op="equ" val="65"/>
              <dgm:constr type="t" for="ch" forName="triangle1"/>
              <dgm:constr type="l" for="ch" forName="triangle1" refType="h" fact="0.25"/>
              <dgm:constr type="h" for="ch" forName="triangle1" refType="h" fact="0.5"/>
              <dgm:constr type="w" for="ch" forName="triangle1" refType="h" fact="0.5"/>
              <dgm:constr type="t" for="ch" forName="triangle2" refType="h" fact="0.5"/>
              <dgm:constr type="l" for="ch" forName="triangle2"/>
              <dgm:constr type="h" for="ch" forName="triangle2" refType="h" fact="0.5"/>
              <dgm:constr type="w" for="ch" forName="triangle2" refType="h" fact="0.5"/>
              <dgm:constr type="t" for="ch" forName="triangle3" refType="h" fact="0.5"/>
              <dgm:constr type="l" for="ch" forName="triangle3" refType="h" fact="0.25"/>
              <dgm:constr type="h" for="ch" forName="triangle3" refType="h" fact="0.5"/>
              <dgm:constr type="w" for="ch" forName="triangle3" refType="h" fact="0.5"/>
              <dgm:constr type="t" for="ch" forName="triangle4" refType="h" fact="0.5"/>
              <dgm:constr type="l" for="ch" forName="triangle4" refType="h" fact="0.5"/>
              <dgm:constr type="h" for="ch" forName="triangle4" refType="h" fact="0.5"/>
              <dgm:constr type="w" for="ch" forName="triangle4" refType="h" fact="0.5"/>
            </dgm:constrLst>
          </dgm:else>
        </dgm:choose>
      </dgm:if>
      <dgm:else name="Name5">
        <dgm:constrLst>
          <dgm:constr type="primFontSz" for="ch" ptType="node" op="equ" val="65"/>
          <dgm:constr type="t" for="ch" forName="triangle1"/>
          <dgm:constr type="l" for="ch" forName="triangle1" refType="h" fact="0.33"/>
          <dgm:constr type="h" for="ch" forName="triangle1" refType="h" fact="0.33"/>
          <dgm:constr type="w" for="ch" forName="triangle1" refType="h" fact="0.33"/>
          <dgm:constr type="t" for="ch" forName="triangle2" refType="h" fact="0.33"/>
          <dgm:constr type="l" for="ch" forName="triangle2" refType="h" fact="0.165"/>
          <dgm:constr type="h" for="ch" forName="triangle2" refType="h" fact="0.33"/>
          <dgm:constr type="w" for="ch" forName="triangle2" refType="h" fact="0.33"/>
          <dgm:constr type="t" for="ch" forName="triangle3" refType="h" fact="0.33"/>
          <dgm:constr type="l" for="ch" forName="triangle3" refType="h" fact="0.33"/>
          <dgm:constr type="h" for="ch" forName="triangle3" refType="h" fact="0.33"/>
          <dgm:constr type="w" for="ch" forName="triangle3" refType="h" fact="0.33"/>
          <dgm:constr type="t" for="ch" forName="triangle4" refType="h" fact="0.33"/>
          <dgm:constr type="l" for="ch" forName="triangle4" refType="h" fact="0.495"/>
          <dgm:constr type="h" for="ch" forName="triangle4" refType="h" fact="0.33"/>
          <dgm:constr type="w" for="ch" forName="triangle4" refType="h" fact="0.33"/>
          <dgm:constr type="t" for="ch" forName="triangle5" refType="h" fact="0.66"/>
          <dgm:constr type="l" for="ch" forName="triangle5"/>
          <dgm:constr type="h" for="ch" forName="triangle5" refType="h" fact="0.33"/>
          <dgm:constr type="w" for="ch" forName="triangle5" refType="h" fact="0.33"/>
          <dgm:constr type="t" for="ch" forName="triangle6" refType="h" fact="0.66"/>
          <dgm:constr type="l" for="ch" forName="triangle6" refType="h" fact="0.165"/>
          <dgm:constr type="h" for="ch" forName="triangle6" refType="h" fact="0.33"/>
          <dgm:constr type="w" for="ch" forName="triangle6" refType="h" fact="0.33"/>
          <dgm:constr type="t" for="ch" forName="triangle7" refType="h" fact="0.66"/>
          <dgm:constr type="l" for="ch" forName="triangle7" refType="h" fact="0.33"/>
          <dgm:constr type="h" for="ch" forName="triangle7" refType="h" fact="0.33"/>
          <dgm:constr type="w" for="ch" forName="triangle7" refType="h" fact="0.33"/>
          <dgm:constr type="t" for="ch" forName="triangle8" refType="h" fact="0.66"/>
          <dgm:constr type="l" for="ch" forName="triangle8" refType="h" fact="0.495"/>
          <dgm:constr type="h" for="ch" forName="triangle8" refType="h" fact="0.33"/>
          <dgm:constr type="w" for="ch" forName="triangle8" refType="h" fact="0.33"/>
          <dgm:constr type="t" for="ch" forName="triangle9" refType="h" fact="0.66"/>
          <dgm:constr type="l" for="ch" forName="triangle9" refType="h" fact="0.66"/>
          <dgm:constr type="h" for="ch" forName="triangle9" refType="h" fact="0.33"/>
          <dgm:constr type="w" for="ch" forName="triangle9" refType="h" fact="0.33"/>
        </dgm:constrLst>
      </dgm:else>
    </dgm:choose>
    <dgm:ruleLst/>
    <dgm:choose name="Name6">
      <dgm:if name="Name7" axis="ch" ptType="node" func="cnt" op="gte" val="1">
        <dgm:layoutNode name="triangle1" styleLbl="node1">
          <dgm:varLst>
            <dgm:bulletEnabled val="1"/>
          </dgm:varLst>
          <dgm:alg type="tx">
            <dgm:param type="txAnchorVertCh" val="mid"/>
          </dgm:alg>
          <dgm:shape xmlns:r="http://schemas.openxmlformats.org/officeDocument/2006/relationships" type="triangle"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8"/>
    </dgm:choose>
    <dgm:choose name="Name9">
      <dgm:if name="Name10" axis="ch" ptType="node" func="cnt" op="gte" val="2">
        <dgm:layoutNode name="triangle2" styleLbl="node1">
          <dgm:varLst>
            <dgm:bulletEnabled val="1"/>
          </dgm:varLst>
          <dgm:alg type="tx">
            <dgm:param type="txAnchorVertCh" val="mid"/>
          </dgm:alg>
          <dgm:shape xmlns:r="http://schemas.openxmlformats.org/officeDocument/2006/relationships" type="triangle" r:blip="">
            <dgm:adjLst/>
          </dgm:shape>
          <dgm:choose name="Name11">
            <dgm:if name="Name12" func="var" arg="dir" op="equ" val="norm">
              <dgm:presOf axis="ch desOrSelf" ptType="node node" st="2 1" cnt="1 0"/>
            </dgm:if>
            <dgm:else name="Name13">
              <dgm:presOf axis="ch desOrSelf" ptType="node node" st="4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3" styleLbl="node1">
          <dgm:varLst>
            <dgm:bulletEnabled val="1"/>
          </dgm:varLst>
          <dgm:alg type="tx">
            <dgm:param type="txAnchorVertCh" val="mid"/>
          </dgm:alg>
          <dgm:shape xmlns:r="http://schemas.openxmlformats.org/officeDocument/2006/relationships" rot="180" type="triangle"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4" styleLbl="node1">
          <dgm:varLst>
            <dgm:bulletEnabled val="1"/>
          </dgm:varLst>
          <dgm:alg type="tx">
            <dgm:param type="txAnchorVertCh" val="mid"/>
          </dgm:alg>
          <dgm:shape xmlns:r="http://schemas.openxmlformats.org/officeDocument/2006/relationships" type="triangle" r:blip="">
            <dgm:adjLst/>
          </dgm:shape>
          <dgm:choose name="Name14">
            <dgm:if name="Name15" func="var" arg="dir" op="equ" val="norm">
              <dgm:presOf axis="ch desOrSelf" ptType="node node" st="4 1" cnt="1 0"/>
            </dgm:if>
            <dgm:else name="Name16">
              <dgm:presOf axis="ch desOrSelf" ptType="node node" st="2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7"/>
    </dgm:choose>
    <dgm:choose name="Name18">
      <dgm:if name="Name19" axis="ch" ptType="node" func="cnt" op="gte" val="5">
        <dgm:layoutNode name="triangle5" styleLbl="node1">
          <dgm:varLst>
            <dgm:bulletEnabled val="1"/>
          </dgm:varLst>
          <dgm:alg type="tx">
            <dgm:param type="txAnchorVertCh" val="mid"/>
          </dgm:alg>
          <dgm:shape xmlns:r="http://schemas.openxmlformats.org/officeDocument/2006/relationships" type="triangle" r:blip="">
            <dgm:adjLst/>
          </dgm:shape>
          <dgm:choose name="Name20">
            <dgm:if name="Name21" func="var" arg="dir" op="equ" val="norm">
              <dgm:presOf axis="ch desOrSelf" ptType="node node" st="5 1" cnt="1 0"/>
            </dgm:if>
            <dgm:else name="Name22">
              <dgm:presOf axis="ch desOrSelf" ptType="node node" st="9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6" styleLbl="node1">
          <dgm:varLst>
            <dgm:bulletEnabled val="1"/>
          </dgm:varLst>
          <dgm:alg type="tx">
            <dgm:param type="txAnchorVertCh" val="mid"/>
          </dgm:alg>
          <dgm:shape xmlns:r="http://schemas.openxmlformats.org/officeDocument/2006/relationships" rot="180" type="triangle" r:blip="">
            <dgm:adjLst/>
          </dgm:shape>
          <dgm:choose name="Name23">
            <dgm:if name="Name24" func="var" arg="dir" op="equ" val="norm">
              <dgm:presOf axis="ch desOrSelf" ptType="node node" st="6 1" cnt="1 0"/>
            </dgm:if>
            <dgm:else name="Name25">
              <dgm:presOf axis="ch desOrSelf" ptType="node node" st="8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7" styleLbl="node1">
          <dgm:varLst>
            <dgm:bulletEnabled val="1"/>
          </dgm:varLst>
          <dgm:alg type="tx">
            <dgm:param type="txAnchorVertCh" val="mid"/>
          </dgm:alg>
          <dgm:shape xmlns:r="http://schemas.openxmlformats.org/officeDocument/2006/relationships" type="triangle" r:blip="">
            <dgm:adjLst/>
          </dgm:shape>
          <dgm:presOf axis="ch desOrSelf" ptType="node node" st="7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8" styleLbl="node1">
          <dgm:varLst>
            <dgm:bulletEnabled val="1"/>
          </dgm:varLst>
          <dgm:alg type="tx">
            <dgm:param type="txAnchorVertCh" val="mid"/>
          </dgm:alg>
          <dgm:shape xmlns:r="http://schemas.openxmlformats.org/officeDocument/2006/relationships" rot="180" type="triangle" r:blip="">
            <dgm:adjLst/>
          </dgm:shape>
          <dgm:choose name="Name26">
            <dgm:if name="Name27" func="var" arg="dir" op="equ" val="norm">
              <dgm:presOf axis="ch desOrSelf" ptType="node node" st="8 1" cnt="1 0"/>
            </dgm:if>
            <dgm:else name="Name28">
              <dgm:presOf axis="ch desOrSelf" ptType="node node" st="6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9" styleLbl="node1">
          <dgm:varLst>
            <dgm:bulletEnabled val="1"/>
          </dgm:varLst>
          <dgm:alg type="tx">
            <dgm:param type="txAnchorVertCh" val="mid"/>
          </dgm:alg>
          <dgm:shape xmlns:r="http://schemas.openxmlformats.org/officeDocument/2006/relationships" type="triangle" r:blip="">
            <dgm:adjLst/>
          </dgm:shape>
          <dgm:choose name="Name29">
            <dgm:if name="Name30" func="var" arg="dir" op="equ" val="norm">
              <dgm:presOf axis="ch desOrSelf" ptType="node node" st="9 1" cnt="1 0"/>
            </dgm:if>
            <dgm:else name="Name31">
              <dgm:presOf axis="ch desOrSelf" ptType="node node" st="5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2"/>
    </dgm:choose>
  </dgm:layoutNode>
</dgm:layoutDef>
</file>

<file path=ppt/diagrams/layout136.xml><?xml version="1.0" encoding="utf-8"?>
<dgm:layoutDef xmlns:dgm="http://schemas.openxmlformats.org/drawingml/2006/diagram" xmlns:a="http://schemas.openxmlformats.org/drawingml/2006/main" uniqueId="urn:microsoft.com/office/officeart/2008/layout/AccentedPicture">
  <dgm:title val=""/>
  <dgm:desc val=""/>
  <dgm:catLst>
    <dgm:cat type="picture" pri="1000"/>
    <dgm:cat type="pictureconvert" pri="1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varLst>
    <dgm:alg type="composite"/>
    <dgm:shape xmlns:r="http://schemas.openxmlformats.org/officeDocument/2006/relationships" r:blip="">
      <dgm:adjLst/>
    </dgm:shape>
    <dgm:choose name="Name1">
      <dgm:if name="Name2" axis="ch" ptType="node" func="cnt" op="lte" val="1">
        <dgm:constrLst>
          <dgm:constr type="h" for="ch" forName="picture_1" refType="h"/>
          <dgm:constr type="w" for="ch" forName="picture_1" refType="h" refFor="ch" refForName="picture_1" op="equ" fact="0.784"/>
          <dgm:constr type="l" for="ch" forName="picture_1"/>
          <dgm:constr type="t" for="ch" forName="picture_1"/>
          <dgm:constr type="w" for="ch" forName="text_1" refType="w" refFor="ch" refForName="picture_1" fact="0.77"/>
          <dgm:constr type="h" for="ch" forName="text_1" refType="h" refFor="ch" refForName="picture_1" fact="0.6"/>
          <dgm:constr type="l" for="ch" forName="text_1" refType="w" refFor="ch" refForName="picture_1" fact="0.04"/>
          <dgm:constr type="t" for="ch" forName="text_1" refType="h" refFor="ch" refForName="picture_1" fact="0.4"/>
        </dgm:constrLst>
      </dgm:if>
      <dgm:if name="Name3" axis="ch" ptType="node" func="cnt" op="lte" val="5">
        <dgm:choose name="Name4">
          <dgm:if name="Name5" func="var" arg="dir" op="equ" val="norm">
            <dgm:constrLst>
              <dgm:constr type="h" for="ch" forName="picture_1" refType="h" fact="0.909"/>
              <dgm:constr type="w" for="ch" forName="picture_1" refType="h" refFor="ch" refForName="picture_1" op="equ" fact="0.784"/>
              <dgm:constr type="l" for="ch" forName="picture_1"/>
              <dgm:constr type="t" for="ch" forName="picture_1" refType="h" refFor="ch" refForName="picture_1" fact="0.05"/>
              <dgm:constr type="w" for="ch" forName="picture_1" refType="w" op="lte" fact="0.588"/>
              <dgm:constr type="w" for="ch" forName="text_1" refType="w" refFor="ch" refForName="picture_1" fact="0.77"/>
              <dgm:constr type="h" for="ch" forName="text_1" refType="h" refFor="ch" refForName="picture_1" fact="0.6"/>
              <dgm:constr type="l" for="ch" forName="text_1" refType="w" refFor="ch" refForName="picture_1" fact="0.04"/>
              <dgm:constr type="t" for="ch" forName="text_1" refType="h" refFor="ch" refForName="picture_1" fact="0.41"/>
              <dgm:constr type="w" for="ch" forName="linV" refType="w"/>
              <dgm:constr type="h" for="ch" forName="linV" refType="h" refFor="ch" refForName="picture_1" fact="1.1"/>
              <dgm:constr type="l" for="ch" forName="linV"/>
              <dgm:constr type="t" for="ch" forName="linV"/>
              <dgm:constr type="userC" for="des" forName="pair" refType="r" refFor="ch" refForName="picture_1"/>
              <dgm:constr type="h" for="des" forName="pair" refType="h" refFor="ch" refForName="picture_1" fact="0.27"/>
              <dgm:constr type="h" for="des" forName="spaceV" refType="h" refFor="ch" refForName="picture_1" fact="0.0486"/>
              <dgm:constr type="l" for="ch" forName="maxNode" refType="r" refFor="ch" refForName="picture_1"/>
              <dgm:constr type="lOff" for="ch" forName="maxNode" refType="h" refFor="des" refForName="pair" fact="0.5"/>
              <dgm:constr type="r" for="ch" forName="maxNode" refType="w"/>
              <dgm:constr type="t" for="ch" forName="maxNode"/>
              <dgm:constr type="h" for="ch" forName="maxNode" val="1"/>
              <dgm:constr type="userW" for="des" forName="desText" refType="w" refFor="ch" refForName="maxNode"/>
            </dgm:constrLst>
          </dgm:if>
          <dgm:else name="Name6">
            <dgm:constrLst>
              <dgm:constr type="h" for="ch" forName="picture_1" refType="h" fact="0.909"/>
              <dgm:constr type="w" for="ch" forName="picture_1" refType="h" refFor="ch" refForName="picture_1" op="equ" fact="0.784"/>
              <dgm:constr type="r" for="ch" forName="picture_1" refType="w"/>
              <dgm:constr type="t" for="ch" forName="picture_1" refType="h" refFor="ch" refForName="picture_1" fact="0.05"/>
              <dgm:constr type="w" for="ch" forName="picture_1" refType="w" op="lte" fact="0.588"/>
              <dgm:constr type="w" for="ch" forName="text_1" refType="w" refFor="ch" refForName="picture_1" fact="0.77"/>
              <dgm:constr type="h" for="ch" forName="text_1" refType="h" refFor="ch" refForName="picture_1" fact="0.6"/>
              <dgm:constr type="r" for="ch" forName="text_1" refType="w"/>
              <dgm:constr type="t" for="ch" forName="text_1" refType="h" refFor="ch" refForName="picture_1" fact="0.41"/>
              <dgm:constr type="w" for="ch" forName="linV" refType="w"/>
              <dgm:constr type="h" for="ch" forName="linV" refType="h" refFor="ch" refForName="picture_1" fact="1.1"/>
              <dgm:constr type="l" for="ch" forName="linV"/>
              <dgm:constr type="t" for="ch" forName="linV"/>
              <dgm:constr type="userC" for="des" forName="pair" refType="l" refFor="ch" refForName="picture_1"/>
              <dgm:constr type="h" for="des" forName="pair" refType="h" refFor="ch" refForName="picture_1" fact="0.27"/>
              <dgm:constr type="h" for="des" forName="spaceV" refType="h" refFor="ch" refForName="picture_1" fact="0.0486"/>
              <dgm:constr type="r" for="ch" forName="maxNode" refType="l" refFor="ch" refForName="picture_1"/>
              <dgm:constr type="rOff" for="ch" forName="maxNode" refType="h" refFor="des" refForName="pair" fact="-0.5"/>
              <dgm:constr type="l" for="ch" forName="maxNode"/>
              <dgm:constr type="t" for="ch" forName="maxNode"/>
              <dgm:constr type="h" for="ch" forName="maxNode" val="1"/>
              <dgm:constr type="userW" for="des" forName="desText" refType="w" refFor="ch" refForName="maxNode"/>
            </dgm:constrLst>
          </dgm:else>
        </dgm:choose>
      </dgm:if>
      <dgm:else name="Name7">
        <dgm:choose name="Name8">
          <dgm:if name="Name9" func="var" arg="dir" op="equ" val="norm">
            <dgm:constrLst>
              <dgm:constr type="h" for="ch" forName="picture_1" refType="h" fact="0.909"/>
              <dgm:constr type="w" for="ch" forName="picture_1" refType="h" refFor="ch" refForName="picture_1" op="equ" fact="0.784"/>
              <dgm:constr type="l" for="ch" forName="picture_1"/>
              <dgm:constr type="t" for="ch" forName="picture_1" refType="h" refFor="ch" refForName="picture_1" fact="0.05"/>
              <dgm:constr type="w" for="ch" forName="picture_1" refType="w" op="lte" fact="0.588"/>
              <dgm:constr type="w" for="ch" forName="text_1" refType="w" refFor="ch" refForName="picture_1" fact="0.77"/>
              <dgm:constr type="h" for="ch" forName="text_1" refType="h" refFor="ch" refForName="picture_1" fact="0.6"/>
              <dgm:constr type="l" for="ch" forName="text_1" refType="w" refFor="ch" refForName="picture_1" fact="0.04"/>
              <dgm:constr type="t" for="ch" forName="text_1" refType="h" refFor="ch" refForName="picture_1" fact="0.41"/>
              <dgm:constr type="w" for="ch" forName="linV" refType="w"/>
              <dgm:constr type="h" for="ch" forName="linV" refType="h" refFor="ch" refForName="picture_1" fact="1.1"/>
              <dgm:constr type="l" for="ch" forName="linV"/>
              <dgm:constr type="t" for="ch" forName="linV"/>
              <dgm:constr type="userC" for="des" forName="pair" refType="r" refFor="ch" refForName="picture_1"/>
              <dgm:constr type="h" for="des" forName="pair" refType="h" refFor="ch" refForName="picture_1" fact="0.27"/>
              <dgm:constr type="h" for="des" forName="spaceV" refType="h" refFor="ch" refForName="picture_1" fact="0.0486"/>
              <dgm:constr type="l" for="ch" forName="maxNode" refType="r" refFor="ch" refForName="picture_1"/>
              <dgm:constr type="lOff" for="ch" forName="maxNode" refType="h" refFor="des" refForName="pair" fact="0.5"/>
              <dgm:constr type="r" for="ch" forName="maxNode" refType="w"/>
              <dgm:constr type="t" for="ch" forName="maxNode"/>
              <dgm:constr type="h" for="ch" forName="maxNode" val="1"/>
              <dgm:constr type="userW" for="des" forName="desText" refType="w" refFor="ch" refForName="maxNode"/>
            </dgm:constrLst>
          </dgm:if>
          <dgm:else name="Name10">
            <dgm:constrLst>
              <dgm:constr type="h" for="ch" forName="picture_1" refType="h" fact="0.909"/>
              <dgm:constr type="w" for="ch" forName="picture_1" refType="h" refFor="ch" refForName="picture_1" op="equ" fact="0.784"/>
              <dgm:constr type="r" for="ch" forName="picture_1" refType="w"/>
              <dgm:constr type="t" for="ch" forName="picture_1" refType="h" refFor="ch" refForName="picture_1" fact="0.05"/>
              <dgm:constr type="w" for="ch" forName="picture_1" refType="w" op="lte" fact="0.588"/>
              <dgm:constr type="w" for="ch" forName="text_1" refType="w" refFor="ch" refForName="picture_1" fact="0.77"/>
              <dgm:constr type="h" for="ch" forName="text_1" refType="h" refFor="ch" refForName="picture_1" fact="0.6"/>
              <dgm:constr type="r" for="ch" forName="text_1" refType="w"/>
              <dgm:constr type="t" for="ch" forName="text_1" refType="h" refFor="ch" refForName="picture_1" fact="0.41"/>
              <dgm:constr type="w" for="ch" forName="linV" refType="w"/>
              <dgm:constr type="h" for="ch" forName="linV" refType="h" refFor="ch" refForName="picture_1" fact="1.1"/>
              <dgm:constr type="l" for="ch" forName="linV"/>
              <dgm:constr type="t" for="ch" forName="linV"/>
              <dgm:constr type="userC" for="des" forName="pair" refType="l" refFor="ch" refForName="picture_1"/>
              <dgm:constr type="h" for="des" forName="pair" refType="h" refFor="ch" refForName="picture_1" fact="0.27"/>
              <dgm:constr type="h" for="des" forName="spaceV" refType="h" refFor="ch" refForName="picture_1" fact="0.0486"/>
              <dgm:constr type="r" for="ch" forName="maxNode" refType="l" refFor="ch" refForName="picture_1"/>
              <dgm:constr type="rOff" for="ch" forName="maxNode" refType="h" refFor="des" refForName="pair" fact="-0.5"/>
              <dgm:constr type="l" for="ch" forName="maxNode"/>
              <dgm:constr type="t" for="ch" forName="maxNode"/>
              <dgm:constr type="h" for="ch" forName="maxNode" val="1"/>
              <dgm:constr type="userW" for="des" forName="desText" refType="w" refFor="ch" refForName="maxNode"/>
            </dgm:constrLst>
          </dgm:else>
        </dgm:choose>
      </dgm:else>
    </dgm:choose>
    <dgm:forEach name="Name11" axis="ch" ptType="sibTrans" hideLastTrans="0" cnt="1">
      <dgm:layoutNode name="picture_1" styleLbl="bgImgPlace1">
        <dgm:alg type="sp"/>
        <dgm:shape xmlns:r="http://schemas.openxmlformats.org/officeDocument/2006/relationships" type="roundRect" r:blip="" blipPhldr="1">
          <dgm:adjLst/>
        </dgm:shape>
        <dgm:presOf axis="self"/>
      </dgm:layoutNode>
    </dgm:forEach>
    <dgm:forEach name="Name12" axis="ch" ptType="node" cnt="1">
      <dgm:layoutNode name="text_1" styleLbl="node1">
        <dgm:varLst>
          <dgm:bulletEnabled val="1"/>
        </dgm:varLst>
        <dgm:choose name="Name13">
          <dgm:if name="Name14" func="var" arg="dir" op="equ" val="norm">
            <dgm:alg type="tx">
              <dgm:param type="txAnchorVert" val="b"/>
              <dgm:param type="parTxLTRAlign" val="l"/>
              <dgm:param type="shpTxLTRAlignCh" val="l"/>
              <dgm:param type="parTxRTLAlign" val="l"/>
              <dgm:param type="shpTxRTLAlignCh" val="l"/>
            </dgm:alg>
          </dgm:if>
          <dgm:else name="Name15">
            <dgm:alg type="tx">
              <dgm:param type="txAnchorVert" val="b"/>
              <dgm:param type="parTxLTRAlign" val="r"/>
              <dgm:param type="shpTxLTRAlignCh" val="r"/>
              <dgm:param type="parTxRTLAlign" val="r"/>
              <dgm:param type="shpTxRTLAlignCh" val="r"/>
            </dgm:alg>
          </dgm:else>
        </dgm:choose>
        <dgm:shape xmlns:r="http://schemas.openxmlformats.org/officeDocument/2006/relationships" type="rect" r:blip="" hideGeom="1">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forEach>
    <dgm:choose name="Name16">
      <dgm:if name="Name17" axis="ch" ptType="node" func="cnt" op="gte" val="2">
        <dgm:layoutNode name="linV">
          <dgm:choose name="Name18">
            <dgm:if name="Name19" func="var" arg="dir" op="equ" val="norm">
              <dgm:alg type="lin">
                <dgm:param type="linDir" val="fromT"/>
                <dgm:param type="vertAlign" val="t"/>
                <dgm:param type="fallback" val="1D"/>
                <dgm:param type="horzAlign" val="l"/>
                <dgm:param type="nodeHorzAlign" val="l"/>
              </dgm:alg>
            </dgm:if>
            <dgm:else name="Name20">
              <dgm:alg type="lin">
                <dgm:param type="linDir" val="fromT"/>
                <dgm:param type="vertAlign" val="t"/>
                <dgm:param type="fallback" val="1D"/>
                <dgm:param type="horzAlign" val="r"/>
                <dgm:param type="nodeHorzAlign" val="r"/>
              </dgm:alg>
            </dgm:else>
          </dgm:choose>
          <dgm:shape xmlns:r="http://schemas.openxmlformats.org/officeDocument/2006/relationships" r:blip="">
            <dgm:adjLst/>
          </dgm:shape>
          <dgm:constrLst>
            <dgm:constr type="w" for="ch" forName="spaceV" val="1"/>
            <dgm:constr type="w" for="ch" forName="pair" refType="w" op="equ"/>
            <dgm:constr type="w" for="des" forName="desText" op="equ"/>
            <dgm:constr type="primFontSz" for="des" forName="desText" op="equ" val="65"/>
          </dgm:constrLst>
          <dgm:forEach name="Name21" axis="ch" ptType="node" st="2">
            <dgm:layoutNode name="pair">
              <dgm:alg type="composite"/>
              <dgm:shape xmlns:r="http://schemas.openxmlformats.org/officeDocument/2006/relationships" r:blip="">
                <dgm:adjLst/>
              </dgm:shape>
              <dgm:choose name="Name22">
                <dgm:if name="Name23" func="var" arg="dir" op="equ" val="norm">
                  <dgm:constrLst>
                    <dgm:constr type="userC"/>
                    <dgm:constr type="l" for="ch" forName="spaceH"/>
                    <dgm:constr type="r" for="ch" forName="spaceH" refType="userC"/>
                    <dgm:constr type="ctrY" for="ch" forName="spaceH" refType="w" fact="0.5"/>
                    <dgm:constr type="h" for="ch" forName="spaceH" val="1"/>
                    <dgm:constr type="w" for="ch" forName="desPictures" refType="h"/>
                    <dgm:constr type="h" for="ch" forName="desPictures" refType="w" refFor="ch" refForName="desPictures" op="equ"/>
                    <dgm:constr type="ctrX" for="ch" forName="desPictures" refType="userC"/>
                    <dgm:constr type="ctrY" for="ch" forName="desPictures" refType="w" fact="0.5"/>
                    <dgm:constr type="l" for="ch" forName="desTextWrapper" refType="r" refFor="ch" refForName="desPictures"/>
                    <dgm:constr type="ctrY" for="ch" forName="desTextWrapper" refType="w" fact="0.5"/>
                    <dgm:constr type="h" for="ch" forName="desTextWrapper" refType="h"/>
                    <dgm:constr type="h" for="des" forName="desText" refType="h"/>
                  </dgm:constrLst>
                </dgm:if>
                <dgm:else name="Name24">
                  <dgm:constrLst>
                    <dgm:constr type="userC"/>
                    <dgm:constr type="r" for="ch" forName="spaceH" refType="w"/>
                    <dgm:constr type="l" for="ch" forName="spaceH" refType="userC"/>
                    <dgm:constr type="ctrY" for="ch" forName="spaceH" refType="w" fact="0.5"/>
                    <dgm:constr type="h" for="ch" forName="spaceH" val="1"/>
                    <dgm:constr type="w" for="ch" forName="desPictures" refType="h"/>
                    <dgm:constr type="h" for="ch" forName="desPictures" refType="w" refFor="ch" refForName="desPictures" op="equ"/>
                    <dgm:constr type="ctrX" for="ch" forName="desPictures" refType="userC"/>
                    <dgm:constr type="ctrY" for="ch" forName="desPictures" refType="w" fact="0.5"/>
                    <dgm:constr type="r" for="ch" forName="desTextWrapper" refType="l" refFor="ch" refForName="desPictures"/>
                    <dgm:constr type="ctrY" for="ch" forName="desTextWrapper" refType="w" fact="0.5"/>
                    <dgm:constr type="h" for="ch" forName="desTextWrapper" refType="h"/>
                    <dgm:constr type="h" for="des" forName="desText" refType="h"/>
                  </dgm:constrLst>
                </dgm:else>
              </dgm:choose>
              <dgm:layoutNode name="spaceH">
                <dgm:alg type="sp"/>
                <dgm:shape xmlns:r="http://schemas.openxmlformats.org/officeDocument/2006/relationships" type="rect" r:blip="" hideGeom="1">
                  <dgm:adjLst/>
                </dgm:shape>
                <dgm:presOf/>
              </dgm:layoutNode>
              <dgm:layoutNode name="desPictures" styleLbl="alignImgPlace1">
                <dgm:alg type="sp"/>
                <dgm:shape xmlns:r="http://schemas.openxmlformats.org/officeDocument/2006/relationships" type="ellipse" r:blip="" blipPhldr="1">
                  <dgm:adjLst/>
                </dgm:shape>
                <dgm:presOf/>
              </dgm:layoutNode>
              <dgm:layoutNode name="desTextWrapper">
                <dgm:choose name="Name25">
                  <dgm:if name="Name26" func="var" arg="dir" op="equ" val="norm">
                    <dgm:alg type="lin">
                      <dgm:param type="horzAlign" val="l"/>
                    </dgm:alg>
                  </dgm:if>
                  <dgm:else name="Name27">
                    <dgm:alg type="lin">
                      <dgm:param type="horzAlign" val="r"/>
                    </dgm:alg>
                  </dgm:else>
                </dgm:choose>
                <dgm:layoutNode name="desText" styleLbl="revTx">
                  <dgm:varLst>
                    <dgm:bulletEnabled val="1"/>
                  </dgm:varLst>
                  <dgm:choose name="Name28">
                    <dgm:if name="Name29" func="var" arg="dir" op="equ" val="norm">
                      <dgm:alg type="tx">
                        <dgm:param type="parTxLTRAlign" val="l"/>
                        <dgm:param type="shpTxLTRAlignCh" val="l"/>
                        <dgm:param type="parTxRTLAlign" val="r"/>
                        <dgm:param type="shpTxRTLAlignCh" val="r"/>
                      </dgm:alg>
                    </dgm:if>
                    <dgm:else name="Name30">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2"/>
                    <dgm:constr type="rMarg" refType="primFontSz" fact="0.2"/>
                    <dgm:constr type="tMarg" refType="primFontSz" fact="0.1"/>
                    <dgm:constr type="bMarg" refType="primFontSz" fact="0.1"/>
                  </dgm:constrLst>
                  <dgm:ruleLst>
                    <dgm:rule type="w" val="NaN" fact="1" max="NaN"/>
                    <dgm:rule type="primFontSz" val="5" fact="NaN" max="NaN"/>
                  </dgm:ruleLst>
                </dgm:layoutNode>
              </dgm:layoutNode>
            </dgm:layoutNode>
            <dgm:forEach name="Name31" axis="followSib" ptType="sibTrans" cnt="1">
              <dgm:layoutNode name="spaceV">
                <dgm:alg type="sp"/>
                <dgm:shape xmlns:r="http://schemas.openxmlformats.org/officeDocument/2006/relationships" r:blip="">
                  <dgm:adjLst/>
                </dgm:shape>
                <dgm:presOf/>
              </dgm:layoutNode>
            </dgm:forEach>
          </dgm:forEach>
        </dgm:layoutNode>
      </dgm:if>
      <dgm:else name="Name32"/>
    </dgm:choose>
    <dgm:layoutNode name="maxNode">
      <dgm:alg type="lin"/>
      <dgm:shape xmlns:r="http://schemas.openxmlformats.org/officeDocument/2006/relationships" r:blip="">
        <dgm:adjLst/>
      </dgm:shape>
      <dgm:presOf/>
      <dgm:constrLst>
        <dgm:constr type="w" for="ch"/>
        <dgm:constr type="h" for="ch"/>
      </dgm:constrLst>
      <dgm:layoutNode name="Name33">
        <dgm:alg type="sp"/>
        <dgm:shape xmlns:r="http://schemas.openxmlformats.org/officeDocument/2006/relationships" r:blip="">
          <dgm:adjLst/>
        </dgm:shape>
        <dgm:presOf/>
      </dgm:layoutNode>
    </dgm:layoutNode>
  </dgm:layoutNode>
</dgm:layoutDef>
</file>

<file path=ppt/diagrams/layout137.xml><?xml version="1.0" encoding="utf-8"?>
<dgm:layoutDef xmlns:dgm="http://schemas.openxmlformats.org/drawingml/2006/diagram" xmlns:a="http://schemas.openxmlformats.org/drawingml/2006/main" uniqueId="urn:microsoft.com/office/officeart/2008/layout/CircularPictureCallout">
  <dgm:title val=""/>
  <dgm:desc val=""/>
  <dgm:catLst>
    <dgm:cat type="picture" pri="2000"/>
    <dgm:cat type="pictureconvert" pri="2000"/>
  </dgm:catLst>
  <dgm:sampData>
    <dgm:dataModel>
      <dgm:ptLst>
        <dgm:pt modelId="0" type="doc"/>
        <dgm:pt modelId="1"/>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2"/>
    </dgm:constrLst>
    <dgm:layoutNode name="Name1">
      <dgm:alg type="composite"/>
      <dgm:shape xmlns:r="http://schemas.openxmlformats.org/officeDocument/2006/relationships" r:blip="">
        <dgm:adjLst/>
      </dgm:shape>
      <dgm:choose name="Name2">
        <dgm:if name="Name3" axis="ch" ptType="node" func="cnt" op="lte" val="1">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w" refFor="ch" refForName="picture_1" fact="0.18"/>
            <dgm:constr type="t" for="ch" forName="text_1" refType="h" refFor="ch" refForName="picture_1" fact="0.531"/>
          </dgm:constrLst>
        </dgm:if>
        <dgm:if name="Name4" axis="ch" ptType="node" func="cnt" op="lte" val="2">
          <dgm:choose name="Name5">
            <dgm:if name="Name6"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5"/>
                <dgm:constr type="h" for="ch" forName="picture_2" refType="h" refFor="ch" refForName="picture_1" fact="0.5"/>
                <dgm:constr type="l" for="ch" forName="picture_2" refType="w" refFor="ch" refForName="picture_1" fact="1.21"/>
                <dgm:constr type="ctrY" for="ch" forName="picture_2" refType="h" refFor="ch" refForName="picture_1" fact="0.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Lst>
            </dgm:if>
            <dgm:else name="Name7">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5"/>
                <dgm:constr type="h" for="ch" forName="picture_2" refType="h" refFor="ch" refForName="picture_1" fact="0.5"/>
                <dgm:constr type="r" for="ch" forName="picture_2" refType="w"/>
                <dgm:constr type="rOff" for="ch" forName="picture_2" refType="w" refFor="ch" refForName="picture_1" fact="-1.21"/>
                <dgm:constr type="ctrY" for="ch" forName="picture_2" refType="h" refFor="ch" refForName="picture_1" fact="0.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Lst>
            </dgm:else>
          </dgm:choose>
        </dgm:if>
        <dgm:if name="Name8" axis="ch" ptType="node" func="cnt" op="lte" val="3">
          <dgm:choose name="Name9">
            <dgm:if name="Name10"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75"/>
                <dgm:constr type="h" for="ch" forName="picture_2" refType="h" refFor="ch" refForName="picture_1" fact="0.375"/>
                <dgm:constr type="l" for="ch" forName="picture_2" refType="w" refFor="ch" refForName="picture_1" fact="1.21"/>
                <dgm:constr type="ctrY" for="ch" forName="picture_2" refType="h" refFor="ch" refForName="picture_1" fact="0.187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375"/>
                <dgm:constr type="h" for="ch" forName="picture_3" refType="h" refFor="ch" refForName="picture_1" fact="0.375"/>
                <dgm:constr type="l" for="ch" forName="picture_3" refType="w" refFor="ch" refForName="picture_1" fact="1.21"/>
                <dgm:constr type="ctrY" for="ch" forName="picture_3" refType="h" refFor="ch" refForName="picture_1" fact="0.8125"/>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Lst>
            </dgm:if>
            <dgm:else name="Name11">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75"/>
                <dgm:constr type="h" for="ch" forName="picture_2" refType="h" refFor="ch" refForName="picture_1" fact="0.375"/>
                <dgm:constr type="r" for="ch" forName="picture_2" refType="w"/>
                <dgm:constr type="rOff" for="ch" forName="picture_2" refType="w" refFor="ch" refForName="picture_1" fact="-1.21"/>
                <dgm:constr type="ctrY" for="ch" forName="picture_2" refType="h" refFor="ch" refForName="picture_1" fact="0.187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375"/>
                <dgm:constr type="h" for="ch" forName="picture_3" refType="h" refFor="ch" refForName="picture_1" fact="0.375"/>
                <dgm:constr type="r" for="ch" forName="picture_3" refType="w"/>
                <dgm:constr type="rOff" for="ch" forName="picture_3" refType="w" refFor="ch" refForName="picture_1" fact="-1.21"/>
                <dgm:constr type="ctrY" for="ch" forName="picture_3" refType="h" refFor="ch" refForName="picture_1" fact="0.8125"/>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Lst>
            </dgm:else>
          </dgm:choose>
        </dgm:if>
        <dgm:if name="Name12" axis="ch" ptType="node" func="cnt" op="lte" val="4">
          <dgm:choose name="Name13">
            <dgm:if name="Name14"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
                <dgm:constr type="h" for="ch" forName="picture_2" refType="h" refFor="ch" refForName="picture_1" fact="0.3"/>
                <dgm:constr type="l" for="ch" forName="picture_2" refType="w" refFor="ch" refForName="picture_1" fact="1.354"/>
                <dgm:constr type="ctrY" for="ch" forName="picture_2" refType="h" refFor="ch" refForName="picture_1" fact="0.1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3"/>
                <dgm:constr type="h" for="ch" forName="picture_3" refType="h" refFor="ch" refForName="picture_1" fact="0.3"/>
                <dgm:constr type="l" for="ch" forName="picture_3" refType="w" refFor="ch" refForName="picture_1" fact="1.21"/>
                <dgm:constr type="ctrY" for="ch" forName="picture_3" refType="h" refFor="ch" refForName="picture_1" fact="0.5"/>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3"/>
                <dgm:constr type="h" for="ch" forName="picture_4" refType="h" refFor="ch" refForName="picture_1" fact="0.3"/>
                <dgm:constr type="l" for="ch" forName="picture_4" refType="w" refFor="ch" refForName="picture_1" fact="1.354"/>
                <dgm:constr type="ctrY" for="ch" forName="picture_4" refType="h" refFor="ch" refForName="picture_1" fact="0.8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Lst>
            </dgm:if>
            <dgm:else name="Name15">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
                <dgm:constr type="h" for="ch" forName="picture_2" refType="h" refFor="ch" refForName="picture_1" fact="0.3"/>
                <dgm:constr type="r" for="ch" forName="picture_2" refType="w"/>
                <dgm:constr type="rOff" for="ch" forName="picture_2" refType="w" refFor="ch" refForName="picture_1" fact="-1.354"/>
                <dgm:constr type="ctrY" for="ch" forName="picture_2" refType="h" refFor="ch" refForName="picture_1" fact="0.1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3"/>
                <dgm:constr type="h" for="ch" forName="picture_3" refType="h" refFor="ch" refForName="picture_1" fact="0.3"/>
                <dgm:constr type="r" for="ch" forName="picture_3" refType="w"/>
                <dgm:constr type="rOff" for="ch" forName="picture_3" refType="w" refFor="ch" refForName="picture_1" fact="-1.21"/>
                <dgm:constr type="ctrY" for="ch" forName="picture_3" refType="h" refFor="ch" refForName="picture_1" fact="0.5"/>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3"/>
                <dgm:constr type="h" for="ch" forName="picture_4" refType="h" refFor="ch" refForName="picture_1" fact="0.3"/>
                <dgm:constr type="r" for="ch" forName="picture_4" refType="w"/>
                <dgm:constr type="rOff" for="ch" forName="picture_4" refType="w" refFor="ch" refForName="picture_1" fact="-1.354"/>
                <dgm:constr type="ctrY" for="ch" forName="picture_4" refType="h" refFor="ch" refForName="picture_1" fact="0.8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Lst>
            </dgm:else>
          </dgm:choose>
        </dgm:if>
        <dgm:if name="Name16" axis="ch" ptType="node" func="cnt" op="lte" val="5">
          <dgm:choose name="Name17">
            <dgm:if name="Name18"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22"/>
                <dgm:constr type="h" for="ch" forName="picture_2" refType="h" refFor="ch" refForName="picture_1" fact="0.22"/>
                <dgm:constr type="l" for="ch" forName="picture_2" refType="w" refFor="ch" refForName="picture_1" fact="1.375"/>
                <dgm:constr type="ctrY" for="ch" forName="picture_2" refType="h" refFor="ch" refForName="picture_1" fact="0.11"/>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22"/>
                <dgm:constr type="h" for="ch" forName="picture_3" refType="h" refFor="ch" refForName="picture_1" fact="0.22"/>
                <dgm:constr type="l" for="ch" forName="picture_3" refType="w" refFor="ch" refForName="picture_1" fact="1.21"/>
                <dgm:constr type="ctrY" for="ch" forName="picture_3" refType="h" refFor="ch" refForName="picture_1" fact="0.353"/>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22"/>
                <dgm:constr type="h" for="ch" forName="picture_4" refType="h" refFor="ch" refForName="picture_1" fact="0.22"/>
                <dgm:constr type="l" for="ch" forName="picture_4" refType="w" refFor="ch" refForName="picture_1" fact="1.21"/>
                <dgm:constr type="ctrY" for="ch" forName="picture_4" refType="h" refFor="ch" refForName="picture_1" fact="0.647"/>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22"/>
                <dgm:constr type="h" for="ch" forName="picture_5" refType="h" refFor="ch" refForName="picture_1" fact="0.22"/>
                <dgm:constr type="l" for="ch" forName="picture_5" refType="w" refFor="ch" refForName="picture_1" fact="1.375"/>
                <dgm:constr type="ctrY" for="ch" forName="picture_5" refType="h" refFor="ch" refForName="picture_1" fact="0.89"/>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Lst>
            </dgm:if>
            <dgm:else name="Name19">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22"/>
                <dgm:constr type="h" for="ch" forName="picture_2" refType="h" refFor="ch" refForName="picture_1" fact="0.22"/>
                <dgm:constr type="r" for="ch" forName="picture_2" refType="w"/>
                <dgm:constr type="rOff" for="ch" forName="picture_2" refType="w" refFor="ch" refForName="picture_1" fact="-1.375"/>
                <dgm:constr type="ctrY" for="ch" forName="picture_2" refType="h" refFor="ch" refForName="picture_1" fact="0.11"/>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22"/>
                <dgm:constr type="h" for="ch" forName="picture_3" refType="h" refFor="ch" refForName="picture_1" fact="0.22"/>
                <dgm:constr type="r" for="ch" forName="picture_3" refType="w"/>
                <dgm:constr type="rOff" for="ch" forName="picture_3" refType="w" refFor="ch" refForName="picture_1" fact="-1.21"/>
                <dgm:constr type="ctrY" for="ch" forName="picture_3" refType="h" refFor="ch" refForName="picture_1" fact="0.353"/>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22"/>
                <dgm:constr type="h" for="ch" forName="picture_4" refType="h" refFor="ch" refForName="picture_1" fact="0.22"/>
                <dgm:constr type="r" for="ch" forName="picture_4" refType="w"/>
                <dgm:constr type="rOff" for="ch" forName="picture_4" refType="w" refFor="ch" refForName="picture_1" fact="-1.21"/>
                <dgm:constr type="ctrY" for="ch" forName="picture_4" refType="h" refFor="ch" refForName="picture_1" fact="0.647"/>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22"/>
                <dgm:constr type="h" for="ch" forName="picture_5" refType="h" refFor="ch" refForName="picture_1" fact="0.22"/>
                <dgm:constr type="r" for="ch" forName="picture_5" refType="w"/>
                <dgm:constr type="rOff" for="ch" forName="picture_5" refType="w" refFor="ch" refForName="picture_1" fact="-1.375"/>
                <dgm:constr type="ctrY" for="ch" forName="picture_5" refType="h" refFor="ch" refForName="picture_1" fact="0.89"/>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Lst>
            </dgm:else>
          </dgm:choose>
        </dgm:if>
        <dgm:if name="Name20" axis="ch" ptType="node" func="cnt" op="lte" val="6">
          <dgm:choose name="Name21">
            <dgm:if name="Name22"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8"/>
                <dgm:constr type="h" for="ch" forName="picture_2" refType="h" refFor="ch" refForName="picture_1" fact="0.18"/>
                <dgm:constr type="l" for="ch" forName="picture_2" refType="w" refFor="ch" refForName="picture_1" fact="1.4238"/>
                <dgm:constr type="ctrY" for="ch" forName="picture_2" refType="h" refFor="ch" refForName="picture_1" fact="0.09"/>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18"/>
                <dgm:constr type="h" for="ch" forName="picture_3" refType="h" refFor="ch" refForName="picture_1" fact="0.18"/>
                <dgm:constr type="l" for="ch" forName="picture_3" refType="w" refFor="ch" refForName="picture_1" fact="1.2667"/>
                <dgm:constr type="ctrY" for="ch" forName="picture_3" refType="h" refFor="ch" refForName="picture_1" fact="0.261"/>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8"/>
                <dgm:constr type="h" for="ch" forName="picture_4" refType="h" refFor="ch" refForName="picture_1" fact="0.18"/>
                <dgm:constr type="l" for="ch" forName="picture_4" refType="w" refFor="ch" refForName="picture_1" fact="1.21"/>
                <dgm:constr type="ctrY" for="ch" forName="picture_4" refType="h" refFor="ch" refForName="picture_1" fact="0.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8"/>
                <dgm:constr type="h" for="ch" forName="picture_5" refType="h" refFor="ch" refForName="picture_1" fact="0.18"/>
                <dgm:constr type="l" for="ch" forName="picture_5" refType="w" refFor="ch" refForName="picture_1" fact="1.2667"/>
                <dgm:constr type="ctrY" for="ch" forName="picture_5" refType="h" refFor="ch" refForName="picture_1" fact="0.739"/>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8"/>
                <dgm:constr type="h" for="ch" forName="picture_6" refType="h" refFor="ch" refForName="picture_1" fact="0.18"/>
                <dgm:constr type="l" for="ch" forName="picture_6" refType="w" refFor="ch" refForName="picture_1" fact="1.4238"/>
                <dgm:constr type="ctrY" for="ch" forName="picture_6" refType="h" refFor="ch" refForName="picture_1" fact="0.91"/>
                <dgm:constr type="l" for="ch" forName="line_6" refType="ctrX" refFor="ch" refForName="picture_1"/>
                <dgm:constr type="h" for="ch" forName="line_6"/>
                <dgm:constr type="r" for="ch" forName="line_6" refType="ctrX" refFor="ch" refForName="picture_6"/>
                <dgm:constr type="ctrY" for="ch" forName="line_6" refType="ctrY" refFor="ch" refForName="picture_6"/>
                <dgm:constr type="r" for="ch" forName="textparent_6" refType="w"/>
                <dgm:constr type="h" for="ch" forName="textparent_6" refType="h" refFor="ch" refForName="picture_6"/>
                <dgm:constr type="l" for="ch" forName="textparent_6" refType="r" refFor="ch" refForName="picture_6"/>
                <dgm:constr type="ctrY" for="ch" forName="textparent_6" refType="ctrY" refFor="ch" refForName="picture_6"/>
                <dgm:constr type="primFontSz" for="des" forName="text_6" refType="primFontSz" refFor="des" refForName="text_2" op="equ"/>
              </dgm:constrLst>
            </dgm:if>
            <dgm:else name="Name23">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8"/>
                <dgm:constr type="h" for="ch" forName="picture_2" refType="h" refFor="ch" refForName="picture_1" fact="0.18"/>
                <dgm:constr type="r" for="ch" forName="picture_2" refType="w"/>
                <dgm:constr type="rOff" for="ch" forName="picture_2" refType="w" refFor="ch" refForName="picture_1" fact="-1.4238"/>
                <dgm:constr type="ctrY" for="ch" forName="picture_2" refType="h" refFor="ch" refForName="picture_1" fact="0.09"/>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18"/>
                <dgm:constr type="h" for="ch" forName="picture_3" refType="h" refFor="ch" refForName="picture_1" fact="0.18"/>
                <dgm:constr type="r" for="ch" forName="picture_3" refType="w"/>
                <dgm:constr type="rOff" for="ch" forName="picture_3" refType="w" refFor="ch" refForName="picture_1" fact="-1.2667"/>
                <dgm:constr type="ctrY" for="ch" forName="picture_3" refType="h" refFor="ch" refForName="picture_1" fact="0.261"/>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8"/>
                <dgm:constr type="h" for="ch" forName="picture_4" refType="h" refFor="ch" refForName="picture_1" fact="0.18"/>
                <dgm:constr type="r" for="ch" forName="picture_4" refType="w"/>
                <dgm:constr type="rOff" for="ch" forName="picture_4" refType="w" refFor="ch" refForName="picture_1" fact="-1.21"/>
                <dgm:constr type="ctrY" for="ch" forName="picture_4" refType="h" refFor="ch" refForName="picture_1" fact="0.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8"/>
                <dgm:constr type="h" for="ch" forName="picture_5" refType="h" refFor="ch" refForName="picture_1" fact="0.18"/>
                <dgm:constr type="r" for="ch" forName="picture_5" refType="w"/>
                <dgm:constr type="rOff" for="ch" forName="picture_5" refType="w" refFor="ch" refForName="picture_1" fact="-1.2667"/>
                <dgm:constr type="ctrY" for="ch" forName="picture_5" refType="h" refFor="ch" refForName="picture_1" fact="0.739"/>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8"/>
                <dgm:constr type="h" for="ch" forName="picture_6" refType="h" refFor="ch" refForName="picture_1" fact="0.18"/>
                <dgm:constr type="r" for="ch" forName="picture_6" refType="w"/>
                <dgm:constr type="rOff" for="ch" forName="picture_6" refType="w" refFor="ch" refForName="picture_1" fact="-1.4238"/>
                <dgm:constr type="ctrY" for="ch" forName="picture_6" refType="h" refFor="ch" refForName="picture_1" fact="0.91"/>
                <dgm:constr type="r" for="ch" forName="line_6" refType="ctrX" refFor="ch" refForName="picture_1"/>
                <dgm:constr type="h" for="ch" forName="line_6"/>
                <dgm:constr type="l" for="ch" forName="line_6" refType="ctrX" refFor="ch" refForName="picture_6"/>
                <dgm:constr type="ctrY" for="ch" forName="line_6" refType="ctrY" refFor="ch" refForName="picture_6"/>
                <dgm:constr type="l" for="ch" forName="textparent_6"/>
                <dgm:constr type="h" for="ch" forName="textparent_6" refType="h" refFor="ch" refForName="picture_6"/>
                <dgm:constr type="r" for="ch" forName="textparent_6" refType="l" refFor="ch" refForName="picture_6"/>
                <dgm:constr type="ctrY" for="ch" forName="textparent_6" refType="ctrY" refFor="ch" refForName="picture_6"/>
                <dgm:constr type="primFontSz" for="des" forName="text_6" refType="primFontSz" refFor="des" refForName="text_2" op="equ"/>
              </dgm:constrLst>
            </dgm:else>
          </dgm:choose>
        </dgm:if>
        <dgm:else name="Name24">
          <dgm:choose name="Name25">
            <dgm:if name="Name26"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5"/>
                <dgm:constr type="h" for="ch" forName="picture_2" refType="h" refFor="ch" refForName="picture_1" fact="0.15"/>
                <dgm:constr type="l" for="ch" forName="picture_2" refType="w" refFor="ch" refForName="picture_1" fact="1.4363"/>
                <dgm:constr type="ctrY" for="ch" forName="picture_2" refType="h" refFor="ch" refForName="picture_1" fact="0.07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15"/>
                <dgm:constr type="h" for="ch" forName="picture_3" refType="h" refFor="ch" refForName="picture_1" fact="0.15"/>
                <dgm:constr type="l" for="ch" forName="picture_3" refType="w" refFor="ch" refForName="picture_1" fact="1.2898"/>
                <dgm:constr type="ctrY" for="ch" forName="picture_3" refType="h" refFor="ch" refForName="picture_1" fact="0.227"/>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5"/>
                <dgm:constr type="h" for="ch" forName="picture_4" refType="h" refFor="ch" refForName="picture_1" fact="0.15"/>
                <dgm:constr type="l" for="ch" forName="picture_4" refType="w" refFor="ch" refForName="picture_1" fact="1.21"/>
                <dgm:constr type="ctrY" for="ch" forName="picture_4" refType="h" refFor="ch" refForName="picture_1" fact="0.40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5"/>
                <dgm:constr type="h" for="ch" forName="picture_5" refType="h" refFor="ch" refForName="picture_1" fact="0.15"/>
                <dgm:constr type="l" for="ch" forName="picture_5" refType="w" refFor="ch" refForName="picture_1" fact="1.21"/>
                <dgm:constr type="ctrY" for="ch" forName="picture_5" refType="h" refFor="ch" refForName="picture_1" fact="0.595"/>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5"/>
                <dgm:constr type="h" for="ch" forName="picture_6" refType="h" refFor="ch" refForName="picture_1" fact="0.15"/>
                <dgm:constr type="l" for="ch" forName="picture_6" refType="w" refFor="ch" refForName="picture_1" fact="1.2898"/>
                <dgm:constr type="ctrY" for="ch" forName="picture_6" refType="h" refFor="ch" refForName="picture_1" fact="0.773"/>
                <dgm:constr type="l" for="ch" forName="line_6" refType="ctrX" refFor="ch" refForName="picture_1"/>
                <dgm:constr type="h" for="ch" forName="line_6"/>
                <dgm:constr type="r" for="ch" forName="line_6" refType="ctrX" refFor="ch" refForName="picture_6"/>
                <dgm:constr type="ctrY" for="ch" forName="line_6" refType="ctrY" refFor="ch" refForName="picture_6"/>
                <dgm:constr type="r" for="ch" forName="textparent_6" refType="w"/>
                <dgm:constr type="h" for="ch" forName="textparent_6" refType="h" refFor="ch" refForName="picture_6"/>
                <dgm:constr type="l" for="ch" forName="textparent_6" refType="r" refFor="ch" refForName="picture_6"/>
                <dgm:constr type="ctrY" for="ch" forName="textparent_6" refType="ctrY" refFor="ch" refForName="picture_6"/>
                <dgm:constr type="primFontSz" for="des" forName="text_6" refType="primFontSz" refFor="des" refForName="text_2" op="equ"/>
                <dgm:constr type="w" for="ch" forName="picture_7" refType="w" refFor="ch" refForName="picture_1" fact="0.15"/>
                <dgm:constr type="h" for="ch" forName="picture_7" refType="h" refFor="ch" refForName="picture_1" fact="0.15"/>
                <dgm:constr type="l" for="ch" forName="picture_7" refType="w" refFor="ch" refForName="picture_1" fact="1.4363"/>
                <dgm:constr type="ctrY" for="ch" forName="picture_7" refType="h" refFor="ch" refForName="picture_1" fact="0.925"/>
                <dgm:constr type="l" for="ch" forName="line_7" refType="ctrX" refFor="ch" refForName="picture_1"/>
                <dgm:constr type="h" for="ch" forName="line_7"/>
                <dgm:constr type="r" for="ch" forName="line_7" refType="ctrX" refFor="ch" refForName="picture_7"/>
                <dgm:constr type="ctrY" for="ch" forName="line_7" refType="ctrY" refFor="ch" refForName="picture_7"/>
                <dgm:constr type="r" for="ch" forName="textparent_7" refType="w"/>
                <dgm:constr type="h" for="ch" forName="textparent_7" refType="h" refFor="ch" refForName="picture_7"/>
                <dgm:constr type="l" for="ch" forName="textparent_7" refType="r" refFor="ch" refForName="picture_7"/>
                <dgm:constr type="ctrY" for="ch" forName="textparent_7" refType="ctrY" refFor="ch" refForName="picture_7"/>
                <dgm:constr type="primFontSz" for="des" forName="text_7" refType="primFontSz" refFor="des" refForName="text_2" op="equ"/>
              </dgm:constrLst>
            </dgm:if>
            <dgm:else name="Name27">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5"/>
                <dgm:constr type="h" for="ch" forName="picture_2" refType="h" refFor="ch" refForName="picture_1" fact="0.15"/>
                <dgm:constr type="r" for="ch" forName="picture_2" refType="w"/>
                <dgm:constr type="rOff" for="ch" forName="picture_2" refType="w" refFor="ch" refForName="picture_1" fact="-1.4363"/>
                <dgm:constr type="ctrY" for="ch" forName="picture_2" refType="h" refFor="ch" refForName="picture_1" fact="0.07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15"/>
                <dgm:constr type="h" for="ch" forName="picture_3" refType="h" refFor="ch" refForName="picture_1" fact="0.15"/>
                <dgm:constr type="r" for="ch" forName="picture_3" refType="w"/>
                <dgm:constr type="rOff" for="ch" forName="picture_3" refType="w" refFor="ch" refForName="picture_1" fact="-1.2898"/>
                <dgm:constr type="ctrY" for="ch" forName="picture_3" refType="h" refFor="ch" refForName="picture_1" fact="0.227"/>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5"/>
                <dgm:constr type="h" for="ch" forName="picture_4" refType="h" refFor="ch" refForName="picture_1" fact="0.15"/>
                <dgm:constr type="r" for="ch" forName="picture_4" refType="w"/>
                <dgm:constr type="rOff" for="ch" forName="picture_4" refType="w" refFor="ch" refForName="picture_1" fact="-1.21"/>
                <dgm:constr type="ctrY" for="ch" forName="picture_4" refType="h" refFor="ch" refForName="picture_1" fact="0.40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5"/>
                <dgm:constr type="h" for="ch" forName="picture_5" refType="h" refFor="ch" refForName="picture_1" fact="0.15"/>
                <dgm:constr type="r" for="ch" forName="picture_5" refType="w"/>
                <dgm:constr type="rOff" for="ch" forName="picture_5" refType="w" refFor="ch" refForName="picture_1" fact="-1.21"/>
                <dgm:constr type="ctrY" for="ch" forName="picture_5" refType="h" refFor="ch" refForName="picture_1" fact="0.595"/>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5"/>
                <dgm:constr type="h" for="ch" forName="picture_6" refType="h" refFor="ch" refForName="picture_1" fact="0.15"/>
                <dgm:constr type="r" for="ch" forName="picture_6" refType="w"/>
                <dgm:constr type="rOff" for="ch" forName="picture_6" refType="w" refFor="ch" refForName="picture_1" fact="-1.2898"/>
                <dgm:constr type="ctrY" for="ch" forName="picture_6" refType="h" refFor="ch" refForName="picture_1" fact="0.773"/>
                <dgm:constr type="r" for="ch" forName="line_6" refType="ctrX" refFor="ch" refForName="picture_1"/>
                <dgm:constr type="h" for="ch" forName="line_6"/>
                <dgm:constr type="l" for="ch" forName="line_6" refType="ctrX" refFor="ch" refForName="picture_6"/>
                <dgm:constr type="ctrY" for="ch" forName="line_6" refType="ctrY" refFor="ch" refForName="picture_6"/>
                <dgm:constr type="l" for="ch" forName="textparent_6"/>
                <dgm:constr type="h" for="ch" forName="textparent_6" refType="h" refFor="ch" refForName="picture_6"/>
                <dgm:constr type="r" for="ch" forName="textparent_6" refType="l" refFor="ch" refForName="picture_6"/>
                <dgm:constr type="ctrY" for="ch" forName="textparent_6" refType="ctrY" refFor="ch" refForName="picture_6"/>
                <dgm:constr type="primFontSz" for="des" forName="text_6" refType="primFontSz" refFor="des" refForName="text_2" op="equ"/>
                <dgm:constr type="w" for="ch" forName="picture_7" refType="w" refFor="ch" refForName="picture_1" fact="0.15"/>
                <dgm:constr type="h" for="ch" forName="picture_7" refType="h" refFor="ch" refForName="picture_1" fact="0.15"/>
                <dgm:constr type="r" for="ch" forName="picture_7" refType="w"/>
                <dgm:constr type="rOff" for="ch" forName="picture_7" refType="w" refFor="ch" refForName="picture_1" fact="-1.4363"/>
                <dgm:constr type="ctrY" for="ch" forName="picture_7" refType="h" refFor="ch" refForName="picture_1" fact="0.925"/>
                <dgm:constr type="r" for="ch" forName="line_7" refType="ctrX" refFor="ch" refForName="picture_1"/>
                <dgm:constr type="h" for="ch" forName="line_7"/>
                <dgm:constr type="l" for="ch" forName="line_7" refType="ctrX" refFor="ch" refForName="picture_7"/>
                <dgm:constr type="ctrY" for="ch" forName="line_7" refType="ctrY" refFor="ch" refForName="picture_7"/>
                <dgm:constr type="l" for="ch" forName="textparent_7"/>
                <dgm:constr type="h" for="ch" forName="textparent_7" refType="h" refFor="ch" refForName="picture_7"/>
                <dgm:constr type="r" for="ch" forName="textparent_7" refType="l" refFor="ch" refForName="picture_7"/>
                <dgm:constr type="ctrY" for="ch" forName="textparent_7" refType="ctrY" refFor="ch" refForName="picture_7"/>
                <dgm:constr type="primFontSz" for="des" forName="text_7" refType="primFontSz" refFor="des" refForName="text_2" op="equ"/>
              </dgm:constrLst>
            </dgm:else>
          </dgm:choose>
        </dgm:else>
      </dgm:choose>
      <dgm:forEach name="wrapper" axis="self" ptType="parTrans">
        <dgm:forEach name="wrapper2" axis="self" ptType="sibTrans" st="2">
          <dgm:forEach name="pictureRepeat" axis="self">
            <dgm:layoutNode name="pictureRepeatNode" styleLbl="alignImgPlace1">
              <dgm:alg type="sp"/>
              <dgm:shape xmlns:r="http://schemas.openxmlformats.org/officeDocument/2006/relationships" type="ellipse" r:blip="" blipPhldr="1">
                <dgm:adjLst/>
              </dgm:shape>
              <dgm:presOf axis="self"/>
            </dgm:layoutNode>
          </dgm:forEach>
        </dgm:forEach>
      </dgm:forEach>
      <dgm:forEach name="Name28" axis="ch" ptType="sibTrans" hideLastTrans="0" cnt="1">
        <dgm:layoutNode name="picture_1">
          <dgm:alg type="sp"/>
          <dgm:shape xmlns:r="http://schemas.openxmlformats.org/officeDocument/2006/relationships" r:blip="">
            <dgm:adjLst/>
          </dgm:shape>
          <dgm:presOf/>
          <dgm:constrLst/>
          <dgm:forEach name="Name29" ref="pictureRepeat"/>
        </dgm:layoutNode>
      </dgm:forEach>
      <dgm:forEach name="Name30" axis="ch" ptType="node" cnt="1">
        <dgm:layoutNode name="text_1" styleLbl="node1">
          <dgm:varLst>
            <dgm:bulletEnabled val="1"/>
          </dgm:varLst>
          <dgm:alg type="tx">
            <dgm:param type="txAnchorVert" val="b"/>
            <dgm:param type="txAnchorVertCh" val="b"/>
            <dgm:param type="parTxRTLAlign" val="r"/>
            <dgm:param type="shpTxRTLAlignCh" val="r"/>
          </dgm:alg>
          <dgm:shape xmlns:r="http://schemas.openxmlformats.org/officeDocument/2006/relationships" type="rect" r:blip="" hideGeom="1">
            <dgm:adjLst/>
          </dgm:shape>
          <dgm:presOf axis="desOrSelf" ptType="node"/>
          <dgm:constrLst>
            <dgm:constr type="primFontSz" val="65"/>
            <dgm:constr type="lMarg"/>
            <dgm:constr type="rMarg"/>
            <dgm:constr type="tMarg"/>
            <dgm:constr type="bMarg"/>
          </dgm:constrLst>
          <dgm:ruleLst>
            <dgm:rule type="primFontSz" val="5" fact="NaN" max="NaN"/>
          </dgm:ruleLst>
        </dgm:layoutNode>
      </dgm:forEach>
      <dgm:forEach name="Name31" axis="ch" ptType="sibTrans" hideLastTrans="0" st="2" cnt="1">
        <dgm:layoutNode name="picture_2">
          <dgm:alg type="sp"/>
          <dgm:shape xmlns:r="http://schemas.openxmlformats.org/officeDocument/2006/relationships" r:blip="">
            <dgm:adjLst/>
          </dgm:shape>
          <dgm:presOf/>
          <dgm:constrLst/>
          <dgm:forEach name="Name32" ref="pictureRepeat"/>
        </dgm:layoutNode>
      </dgm:forEach>
      <dgm:forEach name="Name33" axis="ch" ptType="node" st="2" cnt="1">
        <dgm:layoutNode name="line_2" styleLbl="parChTrans1D1">
          <dgm:alg type="sp"/>
          <dgm:shape xmlns:r="http://schemas.openxmlformats.org/officeDocument/2006/relationships" type="line" r:blip="" zOrderOff="-100">
            <dgm:adjLst/>
          </dgm:shape>
          <dgm:presOf/>
        </dgm:layoutNode>
        <dgm:layoutNode name="textparent_2">
          <dgm:choose name="Name34">
            <dgm:if name="Name35" func="var" arg="dir" op="equ" val="norm">
              <dgm:alg type="lin">
                <dgm:param type="horzAlign" val="l"/>
              </dgm:alg>
            </dgm:if>
            <dgm:else name="Name36">
              <dgm:alg type="lin">
                <dgm:param type="horzAlign" val="r"/>
              </dgm:alg>
            </dgm:else>
          </dgm:choose>
          <dgm:shape xmlns:r="http://schemas.openxmlformats.org/officeDocument/2006/relationships" type="rect" r:blip="" hideGeom="1">
            <dgm:adjLst/>
          </dgm:shape>
          <dgm:constrLst>
            <dgm:constr type="userW" for="ch" forName="text_2" refType="w"/>
            <dgm:constr type="h" for="ch" forName="text_2" refType="h"/>
          </dgm:constrLst>
          <dgm:presOf/>
          <dgm:layoutNode name="text_2" styleLbl="revTx">
            <dgm:varLst>
              <dgm:bulletEnabled val="1"/>
            </dgm:varLst>
            <dgm:choose name="Name37">
              <dgm:if name="Name38" func="var" arg="dir" op="equ" val="norm">
                <dgm:alg type="tx">
                  <dgm:param type="parTxLTRAlign" val="l"/>
                  <dgm:param type="shpTxLTRAlignCh" val="l"/>
                  <dgm:param type="parTxRTLAlign" val="r"/>
                  <dgm:param type="shpTxRTLAlignCh" val="r"/>
                </dgm:alg>
              </dgm:if>
              <dgm:else name="Name39">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40" axis="ch" ptType="sibTrans" hideLastTrans="0" st="3" cnt="1">
        <dgm:layoutNode name="picture_3">
          <dgm:alg type="sp"/>
          <dgm:shape xmlns:r="http://schemas.openxmlformats.org/officeDocument/2006/relationships" r:blip="">
            <dgm:adjLst/>
          </dgm:shape>
          <dgm:presOf/>
          <dgm:constrLst/>
          <dgm:forEach name="Name41" ref="pictureRepeat"/>
        </dgm:layoutNode>
      </dgm:forEach>
      <dgm:forEach name="Name42" axis="ch" ptType="node" st="3" cnt="1">
        <dgm:layoutNode name="line_3" styleLbl="parChTrans1D1">
          <dgm:alg type="sp"/>
          <dgm:shape xmlns:r="http://schemas.openxmlformats.org/officeDocument/2006/relationships" type="line" r:blip="" zOrderOff="-100">
            <dgm:adjLst/>
          </dgm:shape>
          <dgm:presOf/>
        </dgm:layoutNode>
        <dgm:layoutNode name="textparent_3">
          <dgm:choose name="Name43">
            <dgm:if name="Name44" func="var" arg="dir" op="equ" val="norm">
              <dgm:alg type="lin">
                <dgm:param type="horzAlign" val="l"/>
              </dgm:alg>
            </dgm:if>
            <dgm:else name="Name45">
              <dgm:alg type="lin">
                <dgm:param type="horzAlign" val="r"/>
              </dgm:alg>
            </dgm:else>
          </dgm:choose>
          <dgm:shape xmlns:r="http://schemas.openxmlformats.org/officeDocument/2006/relationships" type="rect" r:blip="" hideGeom="1">
            <dgm:adjLst/>
          </dgm:shape>
          <dgm:constrLst>
            <dgm:constr type="userW" for="ch" forName="text_3" refType="w"/>
            <dgm:constr type="h" for="ch" forName="text_3" refType="h"/>
          </dgm:constrLst>
          <dgm:presOf/>
          <dgm:layoutNode name="text_3" styleLbl="revTx">
            <dgm:varLst>
              <dgm:bulletEnabled val="1"/>
            </dgm:varLst>
            <dgm:choose name="Name46">
              <dgm:if name="Name47" func="var" arg="dir" op="equ" val="norm">
                <dgm:alg type="tx">
                  <dgm:param type="parTxLTRAlign" val="l"/>
                  <dgm:param type="shpTxLTRAlignCh" val="l"/>
                  <dgm:param type="parTxRTLAlign" val="r"/>
                  <dgm:param type="shpTxRTLAlignCh" val="r"/>
                </dgm:alg>
              </dgm:if>
              <dgm:else name="Name48">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49" axis="ch" ptType="sibTrans" hideLastTrans="0" st="4" cnt="1">
        <dgm:layoutNode name="picture_4">
          <dgm:alg type="sp"/>
          <dgm:shape xmlns:r="http://schemas.openxmlformats.org/officeDocument/2006/relationships" r:blip="">
            <dgm:adjLst/>
          </dgm:shape>
          <dgm:presOf/>
          <dgm:constrLst/>
          <dgm:forEach name="Name50" ref="pictureRepeat"/>
        </dgm:layoutNode>
      </dgm:forEach>
      <dgm:forEach name="Name51" axis="ch" ptType="node" st="4" cnt="1">
        <dgm:layoutNode name="line_4" styleLbl="parChTrans1D1">
          <dgm:alg type="sp"/>
          <dgm:shape xmlns:r="http://schemas.openxmlformats.org/officeDocument/2006/relationships" type="line" r:blip="" zOrderOff="-100">
            <dgm:adjLst/>
          </dgm:shape>
          <dgm:presOf/>
        </dgm:layoutNode>
        <dgm:layoutNode name="textparent_4">
          <dgm:choose name="Name52">
            <dgm:if name="Name53" func="var" arg="dir" op="equ" val="norm">
              <dgm:alg type="lin">
                <dgm:param type="horzAlign" val="l"/>
              </dgm:alg>
            </dgm:if>
            <dgm:else name="Name54">
              <dgm:alg type="lin">
                <dgm:param type="horzAlign" val="r"/>
              </dgm:alg>
            </dgm:else>
          </dgm:choose>
          <dgm:shape xmlns:r="http://schemas.openxmlformats.org/officeDocument/2006/relationships" type="rect" r:blip="" hideGeom="1">
            <dgm:adjLst/>
          </dgm:shape>
          <dgm:constrLst>
            <dgm:constr type="userW" for="ch" forName="text_4" refType="w"/>
            <dgm:constr type="h" for="ch" forName="text_4" refType="h"/>
          </dgm:constrLst>
          <dgm:presOf/>
          <dgm:layoutNode name="text_4" styleLbl="revTx">
            <dgm:varLst>
              <dgm:bulletEnabled val="1"/>
            </dgm:varLst>
            <dgm:choose name="Name55">
              <dgm:if name="Name56" func="var" arg="dir" op="equ" val="norm">
                <dgm:alg type="tx">
                  <dgm:param type="parTxLTRAlign" val="l"/>
                  <dgm:param type="shpTxLTRAlignCh" val="l"/>
                  <dgm:param type="parTxRTLAlign" val="r"/>
                  <dgm:param type="shpTxRTLAlignCh" val="r"/>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58" axis="ch" ptType="sibTrans" hideLastTrans="0" st="5" cnt="1">
        <dgm:layoutNode name="picture_5">
          <dgm:alg type="sp"/>
          <dgm:shape xmlns:r="http://schemas.openxmlformats.org/officeDocument/2006/relationships" r:blip="">
            <dgm:adjLst/>
          </dgm:shape>
          <dgm:presOf/>
          <dgm:constrLst/>
          <dgm:forEach name="Name59" ref="pictureRepeat"/>
        </dgm:layoutNode>
      </dgm:forEach>
      <dgm:forEach name="Name60" axis="ch" ptType="node" st="5" cnt="1">
        <dgm:layoutNode name="line_5" styleLbl="parChTrans1D1">
          <dgm:alg type="sp"/>
          <dgm:shape xmlns:r="http://schemas.openxmlformats.org/officeDocument/2006/relationships" type="line" r:blip="" zOrderOff="-100">
            <dgm:adjLst/>
          </dgm:shape>
          <dgm:presOf/>
        </dgm:layoutNode>
        <dgm:layoutNode name="textparent_5">
          <dgm:choose name="Name61">
            <dgm:if name="Name62" func="var" arg="dir" op="equ" val="norm">
              <dgm:alg type="lin">
                <dgm:param type="horzAlign" val="l"/>
              </dgm:alg>
            </dgm:if>
            <dgm:else name="Name63">
              <dgm:alg type="lin">
                <dgm:param type="horzAlign" val="r"/>
              </dgm:alg>
            </dgm:else>
          </dgm:choose>
          <dgm:shape xmlns:r="http://schemas.openxmlformats.org/officeDocument/2006/relationships" type="rect" r:blip="" hideGeom="1">
            <dgm:adjLst/>
          </dgm:shape>
          <dgm:constrLst>
            <dgm:constr type="userW" for="ch" forName="text_5" refType="w"/>
            <dgm:constr type="h" for="ch" forName="text_5" refType="h"/>
          </dgm:constrLst>
          <dgm:presOf/>
          <dgm:layoutNode name="text_5" styleLbl="revTx">
            <dgm:varLst>
              <dgm:bulletEnabled val="1"/>
            </dgm:varLst>
            <dgm:choose name="Name64">
              <dgm:if name="Name65" func="var" arg="dir" op="equ" val="norm">
                <dgm:alg type="tx">
                  <dgm:param type="parTxLTRAlign" val="l"/>
                  <dgm:param type="shpTxLTRAlignCh" val="l"/>
                  <dgm:param type="parTxRTLAlign" val="r"/>
                  <dgm:param type="shpTxRTLAlignCh" val="r"/>
                </dgm:alg>
              </dgm:if>
              <dgm:else name="Name66">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67" axis="ch" ptType="sibTrans" hideLastTrans="0" st="6" cnt="1">
        <dgm:layoutNode name="picture_6">
          <dgm:alg type="sp"/>
          <dgm:shape xmlns:r="http://schemas.openxmlformats.org/officeDocument/2006/relationships" r:blip="">
            <dgm:adjLst/>
          </dgm:shape>
          <dgm:presOf/>
          <dgm:constrLst/>
          <dgm:forEach name="Name68" ref="pictureRepeat"/>
        </dgm:layoutNode>
      </dgm:forEach>
      <dgm:forEach name="Name69" axis="ch" ptType="node" st="6" cnt="1">
        <dgm:layoutNode name="line_6" styleLbl="parChTrans1D1">
          <dgm:alg type="sp"/>
          <dgm:shape xmlns:r="http://schemas.openxmlformats.org/officeDocument/2006/relationships" type="line" r:blip="" zOrderOff="-100">
            <dgm:adjLst/>
          </dgm:shape>
          <dgm:presOf/>
        </dgm:layoutNode>
        <dgm:layoutNode name="textparent_6">
          <dgm:choose name="Name70">
            <dgm:if name="Name71" func="var" arg="dir" op="equ" val="norm">
              <dgm:alg type="lin">
                <dgm:param type="horzAlign" val="l"/>
              </dgm:alg>
            </dgm:if>
            <dgm:else name="Name72">
              <dgm:alg type="lin">
                <dgm:param type="horzAlign" val="r"/>
              </dgm:alg>
            </dgm:else>
          </dgm:choose>
          <dgm:shape xmlns:r="http://schemas.openxmlformats.org/officeDocument/2006/relationships" type="rect" r:blip="" hideGeom="1">
            <dgm:adjLst/>
          </dgm:shape>
          <dgm:constrLst>
            <dgm:constr type="userW" for="ch" forName="text_6" refType="w"/>
            <dgm:constr type="h" for="ch" forName="text_6" refType="h"/>
          </dgm:constrLst>
          <dgm:presOf/>
          <dgm:layoutNode name="text_6" styleLbl="revTx">
            <dgm:varLst>
              <dgm:bulletEnabled val="1"/>
            </dgm:varLst>
            <dgm:choose name="Name73">
              <dgm:if name="Name74" func="var" arg="dir" op="equ" val="norm">
                <dgm:alg type="tx">
                  <dgm:param type="parTxLTRAlign" val="l"/>
                  <dgm:param type="shpTxLTRAlignCh" val="l"/>
                  <dgm:param type="parTxRTLAlign" val="r"/>
                  <dgm:param type="shpTxRTLAlignCh" val="r"/>
                </dgm:alg>
              </dgm:if>
              <dgm:else name="Name75">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76" axis="ch" ptType="sibTrans" hideLastTrans="0" st="7" cnt="1">
        <dgm:layoutNode name="picture_7">
          <dgm:alg type="sp"/>
          <dgm:shape xmlns:r="http://schemas.openxmlformats.org/officeDocument/2006/relationships" r:blip="">
            <dgm:adjLst/>
          </dgm:shape>
          <dgm:presOf/>
          <dgm:constrLst/>
          <dgm:forEach name="Name77" ref="pictureRepeat"/>
        </dgm:layoutNode>
      </dgm:forEach>
      <dgm:forEach name="Name78" axis="ch" ptType="node" st="7" cnt="1">
        <dgm:layoutNode name="line_7" styleLbl="parChTrans1D1">
          <dgm:alg type="sp"/>
          <dgm:shape xmlns:r="http://schemas.openxmlformats.org/officeDocument/2006/relationships" type="line" r:blip="" zOrderOff="-100">
            <dgm:adjLst/>
          </dgm:shape>
          <dgm:presOf/>
        </dgm:layoutNode>
        <dgm:layoutNode name="textparent_7">
          <dgm:choose name="Name79">
            <dgm:if name="Name80" func="var" arg="dir" op="equ" val="norm">
              <dgm:alg type="lin">
                <dgm:param type="horzAlign" val="l"/>
              </dgm:alg>
            </dgm:if>
            <dgm:else name="Name81">
              <dgm:alg type="lin">
                <dgm:param type="horzAlign" val="r"/>
              </dgm:alg>
            </dgm:else>
          </dgm:choose>
          <dgm:shape xmlns:r="http://schemas.openxmlformats.org/officeDocument/2006/relationships" type="rect" r:blip="" hideGeom="1">
            <dgm:adjLst/>
          </dgm:shape>
          <dgm:constrLst>
            <dgm:constr type="userW" for="ch" forName="text_7" refType="w"/>
            <dgm:constr type="h" for="ch" forName="text_7" refType="h"/>
          </dgm:constrLst>
          <dgm:presOf/>
          <dgm:layoutNode name="text_7" styleLbl="revTx">
            <dgm:varLst>
              <dgm:bulletEnabled val="1"/>
            </dgm:varLst>
            <dgm:choose name="Name82">
              <dgm:if name="Name83" func="var" arg="dir" op="equ" val="norm">
                <dgm:alg type="tx">
                  <dgm:param type="parTxLTRAlign" val="l"/>
                  <dgm:param type="shpTxLTRAlignCh" val="l"/>
                  <dgm:param type="parTxRTLAlign" val="r"/>
                  <dgm:param type="shpTxRTLAlignCh" val="r"/>
                </dgm:alg>
              </dgm:if>
              <dgm:else name="Name84">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layoutNode>
  </dgm:layoutNode>
</dgm:layoutDef>
</file>

<file path=ppt/diagrams/layout138.xml><?xml version="1.0" encoding="utf-8"?>
<dgm:layoutDef xmlns:dgm="http://schemas.openxmlformats.org/drawingml/2006/diagram" xmlns:a="http://schemas.openxmlformats.org/drawingml/2006/main" uniqueId="urn:microsoft.com/office/officeart/2011/layout/RadialPictureList">
  <dgm:title val="Radial Picture List"/>
  <dgm:desc val="Use to show relationships to a central idea. The Level 1 shape contains text and all Level 2 shapes contain a picture with corresponding text. Limited to four Level 2 pictures.  Unused pictures do not appear, but remain available if you switch layouts. Works best with a small amount of Level 2 text."/>
  <dgm:catLst>
    <dgm:cat type="picture" pri="2500"/>
    <dgm:cat type="officeonline" pri="2500"/>
  </dgm:catLst>
  <dgm:sampData>
    <dgm:dataModel>
      <dgm:ptLst>
        <dgm:pt modelId="0" type="doc"/>
        <dgm:pt modelId="10">
          <dgm:prSet phldr="1"/>
        </dgm:pt>
        <dgm:pt modelId="11">
          <dgm:prSet phldr="1"/>
        </dgm:pt>
        <dgm:pt modelId="12">
          <dgm:prSet phldr="1"/>
        </dgm:pt>
        <dgm:pt modelId="13">
          <dgm:prSet phldr="1"/>
        </dgm:pt>
      </dgm:ptLst>
      <dgm:cxnLst>
        <dgm:cxn modelId="1" srcId="0" destId="10" srcOrd="0" destOrd="0"/>
        <dgm:cxn modelId="2" srcId="10" destId="11" srcOrd="0" destOrd="0"/>
        <dgm:cxn modelId="3" srcId="10" destId="12" srcOrd="1" destOrd="0"/>
        <dgm:cxn modelId="4" srcId="10" destId="13" srcOrd="2" destOrd="0"/>
      </dgm:cxnLst>
      <dgm:bg/>
      <dgm:whole/>
    </dgm:dataModel>
  </dgm:sampData>
  <dgm:styleData>
    <dgm:dataModel>
      <dgm:ptLst>
        <dgm:pt modelId="0" type="doc"/>
        <dgm:pt modelId="10">
          <dgm:prSet phldr="1"/>
        </dgm:pt>
        <dgm:pt modelId="11">
          <dgm:prSet phldr="1"/>
        </dgm:pt>
        <dgm:pt modelId="12">
          <dgm:prSet phldr="1"/>
        </dgm:pt>
      </dgm:ptLst>
      <dgm:cxnLst>
        <dgm:cxn modelId="1" srcId="0" destId="10" srcOrd="0" destOrd="0"/>
        <dgm:cxn modelId="2" srcId="10" destId="11" srcOrd="0" destOrd="0"/>
        <dgm:cxn modelId="3" srcId="10" destId="12" srcOrd="1"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14">
          <dgm:prSet phldr="1"/>
        </dgm:pt>
      </dgm:ptLst>
      <dgm:cxnLst>
        <dgm:cxn modelId="1" srcId="0" destId="10" srcOrd="0" destOrd="0"/>
        <dgm:cxn modelId="2" srcId="10" destId="11" srcOrd="0" destOrd="0"/>
        <dgm:cxn modelId="3" srcId="10" destId="12" srcOrd="1" destOrd="0"/>
        <dgm:cxn modelId="4" srcId="10" destId="13" srcOrd="2" destOrd="0"/>
        <dgm:cxn modelId="5" srcId="10" destId="14" srcOrd="3" destOrd="0"/>
      </dgm:cxnLst>
      <dgm:bg/>
      <dgm:whole/>
    </dgm:dataModel>
  </dgm:clrData>
  <dgm:layoutNode name="Name0">
    <dgm:varLst>
      <dgm:chMax val="1"/>
      <dgm:chPref val="1"/>
      <dgm:dir/>
      <dgm:resizeHandles/>
    </dgm:varLst>
    <dgm:shape xmlns:r="http://schemas.openxmlformats.org/officeDocument/2006/relationships" r:blip="">
      <dgm:adjLst/>
    </dgm:shape>
    <dgm:choose name="Name1">
      <dgm:if name="Name2" func="var" arg="dir" op="equ" val="norm">
        <dgm:choose name="Name3">
          <dgm:if name="Name4" axis="ch ch" ptType="node node" st="1 1" cnt="1 0" func="cnt" op="equ" val="0">
            <dgm:alg type="composite">
              <dgm:param type="ar" val="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5" axis="ch ch" ptType="node node" st="1 1" cnt="1 0" func="cnt" op="equ" val="1">
            <dgm:alg type="composite">
              <dgm:param type="ar" val="1.4218"/>
            </dgm:alg>
            <dgm:constrLst>
              <dgm:constr type="primFontSz" for="des" forName="Child1" val="65"/>
              <dgm:constr type="primFontSz" for="des" forName="Parent" val="65"/>
              <dgm:constr type="primFontSz" for="des" forName="Child1" refType="primFontSz" refFor="des" refForName="Parent" op="lte"/>
              <dgm:constr type="l" for="ch" forName="Accent" refType="w" fact="0"/>
              <dgm:constr type="t" for="ch" forName="Accent" refType="h" fact="0"/>
              <dgm:constr type="w" for="ch" forName="Accent" refType="w" fact="0.6747"/>
              <dgm:constr type="h" for="ch" forName="Accent" refType="h"/>
              <dgm:constr type="l" for="ch" forName="Child1" refType="w" fact="0.76"/>
              <dgm:constr type="t" for="ch" forName="Child1" refType="h" fact="0.3739"/>
              <dgm:constr type="w" for="ch" forName="Child1" refType="w" fact="0.24"/>
              <dgm:constr type="h" for="ch" forName="Child1" refType="h" fact="0.255"/>
              <dgm:constr type="l" for="ch" forName="Parent" refType="w" fact="0.1726"/>
              <dgm:constr type="t" for="ch" forName="Parent" refType="h" fact="0.2646"/>
              <dgm:constr type="w" for="ch" forName="Parent" refType="w" fact="0.3347"/>
              <dgm:constr type="h" for="ch" forName="Parent" refType="h" fact="0.4759"/>
              <dgm:constr type="l" for="ch" forName="Image1" refType="w" fact="0.5661"/>
              <dgm:constr type="t" for="ch" forName="Image1" refType="h" fact="0.3744"/>
              <dgm:constr type="w" for="ch" forName="Image1" refType="w" fact="0.1793"/>
              <dgm:constr type="h" for="ch" forName="Image1" refType="h" fact="0.255"/>
            </dgm:constrLst>
          </dgm:if>
          <dgm:if name="Name6" axis="ch ch" ptType="node node" st="1 1" cnt="1 0" func="cnt" op="equ" val="2">
            <dgm:alg type="composite">
              <dgm:param type="ar" val="1.381"/>
            </dgm:alg>
            <dgm:constrLst>
              <dgm:constr type="primFontSz" for="des" forName="Child1" val="65"/>
              <dgm:constr type="primFontSz" for="des" forName="Parent"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l" for="ch" forName="Accent" refType="w" fact="0"/>
              <dgm:constr type="t" for="ch" forName="Accent" refType="h" fact="0"/>
              <dgm:constr type="w" for="ch" forName="Accent" refType="w" fact="0.6946"/>
              <dgm:constr type="h" for="ch" forName="Accent" refType="h"/>
              <dgm:constr type="l" for="ch" forName="Parent" refType="w" fact="0.1777"/>
              <dgm:constr type="t" for="ch" forName="Parent" refType="h" fact="0.2646"/>
              <dgm:constr type="w" for="ch" forName="Parent" refType="w" fact="0.3446"/>
              <dgm:constr type="h" for="ch" forName="Parent" refType="h" fact="0.4759"/>
              <dgm:constr type="l" for="ch" forName="Image1" refType="w" fact="0.5531"/>
              <dgm:constr type="t" for="ch" forName="Image1" refType="h" fact="0.1585"/>
              <dgm:constr type="w" for="ch" forName="Image1" refType="w" fact="0.1846"/>
              <dgm:constr type="h" for="ch" forName="Image1" refType="h" fact="0.255"/>
              <dgm:constr type="l" for="ch" forName="Image2" refType="w" fact="0.5531"/>
              <dgm:constr type="t" for="ch" forName="Image2" refType="h" fact="0.5624"/>
              <dgm:constr type="w" for="ch" forName="Image2" refType="w" fact="0.1846"/>
              <dgm:constr type="h" for="ch" forName="Image2" refType="h" fact="0.255"/>
              <dgm:constr type="l" for="ch" forName="Child1" refType="w" fact="0.7529"/>
              <dgm:constr type="t" for="ch" forName="Child1" refType="h" fact="0.1618"/>
              <dgm:constr type="w" for="ch" forName="Child1" refType="w" fact="0.2471"/>
              <dgm:constr type="h" for="ch" forName="Child1" refType="h" fact="0.2468"/>
              <dgm:constr type="l" for="ch" forName="Child2" refType="w" fact="0.7529"/>
              <dgm:constr type="t" for="ch" forName="Child2" refType="h" fact="0.5657"/>
              <dgm:constr type="w" for="ch" forName="Child2" refType="w" fact="0.2471"/>
              <dgm:constr type="h" for="ch" forName="Child2" refType="h" fact="0.2468"/>
            </dgm:constrLst>
          </dgm:if>
          <dgm:if name="Name7" axis="ch ch" ptType="node node" st="1 1" cnt="1 0" func="cnt" op="equ" val="3">
            <dgm:alg type="composite">
              <dgm:param type="ar" val="1.4218"/>
            </dgm:alg>
            <dgm:constrLst>
              <dgm:constr type="primFontSz" for="des" forName="Child1" val="65"/>
              <dgm:constr type="primFontSz" for="des" forName="Parent"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l" for="ch" forName="Accent" refType="w" fact="0"/>
              <dgm:constr type="t" for="ch" forName="Accent" refType="h" fact="0"/>
              <dgm:constr type="w" for="ch" forName="Accent" refType="w" fact="0.6747"/>
              <dgm:constr type="h" for="ch" forName="Accent" refType="h"/>
              <dgm:constr type="l" for="ch" forName="Parent" refType="w" fact="0.1726"/>
              <dgm:constr type="t" for="ch" forName="Parent" refType="h" fact="0.2646"/>
              <dgm:constr type="w" for="ch" forName="Parent" refType="w" fact="0.3347"/>
              <dgm:constr type="h" for="ch" forName="Parent" refType="h" fact="0.4759"/>
              <dgm:constr type="l" for="ch" forName="Image1" refType="w" fact="0.4968"/>
              <dgm:constr type="t" for="ch" forName="Image1" refType="h" fact="0.0843"/>
              <dgm:constr type="w" for="ch" forName="Image1" refType="w" fact="0.1793"/>
              <dgm:constr type="h" for="ch" forName="Image1" refType="h" fact="0.255"/>
              <dgm:constr type="l" for="ch" forName="Image2" refType="w" fact="0.5661"/>
              <dgm:constr type="t" for="ch" forName="Image2" refType="h" fact="0.3744"/>
              <dgm:constr type="w" for="ch" forName="Image2" refType="w" fact="0.1793"/>
              <dgm:constr type="h" for="ch" forName="Image2" refType="h" fact="0.255"/>
              <dgm:constr type="l" for="ch" forName="Image3" refType="w" fact="0.4968"/>
              <dgm:constr type="t" for="ch" forName="Image3" refType="h" fact="0.6686"/>
              <dgm:constr type="w" for="ch" forName="Image3" refType="w" fact="0.1793"/>
              <dgm:constr type="h" for="ch" forName="Image3" refType="h" fact="0.255"/>
              <dgm:constr type="l" for="ch" forName="Child1" refType="w" fact="0.6897"/>
              <dgm:constr type="t" for="ch" forName="Child1" refType="h" fact="0.0884"/>
              <dgm:constr type="w" for="ch" forName="Child1" refType="w" fact="0.24"/>
              <dgm:constr type="h" for="ch" forName="Child1" refType="h" fact="0.2468"/>
              <dgm:constr type="l" for="ch" forName="Child2" refType="w" fact="0.76"/>
              <dgm:constr type="t" for="ch" forName="Child2" refType="h" fact="0.378"/>
              <dgm:constr type="w" for="ch" forName="Child2" refType="w" fact="0.24"/>
              <dgm:constr type="h" for="ch" forName="Child2" refType="h" fact="0.2468"/>
              <dgm:constr type="l" for="ch" forName="Child3" refType="w" fact="0.6897"/>
              <dgm:constr type="t" for="ch" forName="Child3" refType="h" fact="0.6738"/>
              <dgm:constr type="w" for="ch" forName="Child3" refType="w" fact="0.24"/>
              <dgm:constr type="h" for="ch" forName="Child3" refType="h" fact="0.2468"/>
            </dgm:constrLst>
          </dgm:if>
          <dgm:else name="Name8">
            <dgm:alg type="composite">
              <dgm:param type="ar" val="1.2852"/>
            </dgm:alg>
            <dgm:constrLst>
              <dgm:constr type="primFontSz" for="des" forName="Child1" val="65"/>
              <dgm:constr type="primFontSz" for="des" forName="Parent"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 refType="w" fact="0"/>
              <dgm:constr type="t" for="ch" forName="Accent" refType="h" fact="0.0361"/>
              <dgm:constr type="w" for="ch" forName="Accent" refType="w" fact="0.6865"/>
              <dgm:constr type="h" for="ch" forName="Accent" refType="h" fact="0.9197"/>
              <dgm:constr type="l" for="ch" forName="Parent" refType="w" fact="0.1756"/>
              <dgm:constr type="t" for="ch" forName="Parent" refType="h" fact="0.2795"/>
              <dgm:constr type="w" for="ch" forName="Parent" refType="w" fact="0.3406"/>
              <dgm:constr type="h" for="ch" forName="Parent" refType="h" fact="0.4377"/>
              <dgm:constr type="l" for="ch" forName="Image1" refType="w" fact="0.425"/>
              <dgm:constr type="t" for="ch" forName="Image1" refType="h" fact="0"/>
              <dgm:constr type="w" for="ch" forName="Image1" refType="w" fact="0.1825"/>
              <dgm:constr type="h" for="ch" forName="Image1" refType="h" fact="0.2345"/>
              <dgm:constr type="l" for="ch" forName="Image2" refType="w" fact="0.5598"/>
              <dgm:constr type="t" for="ch" forName="Image2" refType="h" fact="0.2184"/>
              <dgm:constr type="w" for="ch" forName="Image2" refType="w" fact="0.1825"/>
              <dgm:constr type="h" for="ch" forName="Image2" refType="h" fact="0.2345"/>
              <dgm:constr type="l" for="ch" forName="Image3" refType="w" fact="0.5591"/>
              <dgm:constr type="t" for="ch" forName="Image3" refType="h" fact="0.5395"/>
              <dgm:constr type="w" for="ch" forName="Image3" refType="w" fact="0.1825"/>
              <dgm:constr type="h" for="ch" forName="Image3" refType="h" fact="0.2345"/>
              <dgm:constr type="l" for="ch" forName="Image4" refType="w" fact="0.425"/>
              <dgm:constr type="t" for="ch" forName="Image4" refType="h" fact="0.7655"/>
              <dgm:constr type="w" for="ch" forName="Image4" refType="w" fact="0.1825"/>
              <dgm:constr type="h" for="ch" forName="Image4" refType="h" fact="0.2345"/>
              <dgm:constr type="l" for="ch" forName="Child1" refType="w" fact="0.6214"/>
              <dgm:constr type="t" for="ch" forName="Child1" refType="h" fact="0.003"/>
              <dgm:constr type="w" for="ch" forName="Child1" refType="w" fact="0.2443"/>
              <dgm:constr type="h" for="ch" forName="Child1" refType="h" fact="0.227"/>
              <dgm:constr type="l" for="ch" forName="Child2" refType="w" fact="0.7557"/>
              <dgm:constr type="t" for="ch" forName="Child2" refType="h" fact="0.2225"/>
              <dgm:constr type="w" for="ch" forName="Child2" refType="w" fact="0.2443"/>
              <dgm:constr type="h" for="ch" forName="Child2" refType="h" fact="0.227"/>
              <dgm:constr type="l" for="ch" forName="Child3" refType="w" fact="0.7557"/>
              <dgm:constr type="t" for="ch" forName="Child3" refType="h" fact="0.5433"/>
              <dgm:constr type="w" for="ch" forName="Child3" refType="w" fact="0.2443"/>
              <dgm:constr type="h" for="ch" forName="Child3" refType="h" fact="0.227"/>
              <dgm:constr type="l" for="ch" forName="Child4" refType="w" fact="0.6214"/>
              <dgm:constr type="t" for="ch" forName="Child4" refType="h" fact="0.7703"/>
              <dgm:constr type="w" for="ch" forName="Child4" refType="w" fact="0.2443"/>
              <dgm:constr type="h" for="ch" forName="Child4" refType="h" fact="0.227"/>
            </dgm:constrLst>
          </dgm:else>
        </dgm:choose>
      </dgm:if>
      <dgm:else name="Name9">
        <dgm:choose name="Name10">
          <dgm:if name="Name11" axis="ch ch" ptType="node node" st="1 1" cnt="1 0" func="cnt" op="equ" val="0">
            <dgm:alg type="composite">
              <dgm:param type="ar" val="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12" axis="ch ch" ptType="node node" st="1 1" cnt="1 0" func="cnt" op="equ" val="1">
            <dgm:alg type="composite">
              <dgm:param type="ar" val="1.4218"/>
            </dgm:alg>
            <dgm:constrLst>
              <dgm:constr type="primFontSz" for="des" forName="Child1" val="65"/>
              <dgm:constr type="primFontSz" for="des" forName="Parent" val="65"/>
              <dgm:constr type="primFontSz" for="des" forName="Child1" refType="primFontSz" refFor="des" refForName="Parent" op="lte"/>
              <dgm:constr type="r" for="ch" forName="Accent" refType="w"/>
              <dgm:constr type="t" for="ch" forName="Accent" refType="h" fact="0"/>
              <dgm:constr type="w" for="ch" forName="Accent" refType="w" fact="0.6747"/>
              <dgm:constr type="h" for="ch" forName="Accent" refType="h"/>
              <dgm:constr type="r" for="ch" forName="Child1" refType="w" fact="0.24"/>
              <dgm:constr type="t" for="ch" forName="Child1" refType="h" fact="0.3739"/>
              <dgm:constr type="w" for="ch" forName="Child1" refType="w" fact="0.24"/>
              <dgm:constr type="h" for="ch" forName="Child1" refType="h" fact="0.255"/>
              <dgm:constr type="r" for="ch" forName="Parent" refType="w" fact="0.8274"/>
              <dgm:constr type="t" for="ch" forName="Parent" refType="h" fact="0.2646"/>
              <dgm:constr type="w" for="ch" forName="Parent" refType="w" fact="0.3347"/>
              <dgm:constr type="h" for="ch" forName="Parent" refType="h" fact="0.4759"/>
              <dgm:constr type="r" for="ch" forName="Image1" refType="w" fact="0.4339"/>
              <dgm:constr type="t" for="ch" forName="Image1" refType="h" fact="0.3744"/>
              <dgm:constr type="w" for="ch" forName="Image1" refType="w" fact="0.1793"/>
              <dgm:constr type="h" for="ch" forName="Image1" refType="h" fact="0.255"/>
            </dgm:constrLst>
          </dgm:if>
          <dgm:if name="Name13" axis="ch ch" ptType="node node" st="1 1" cnt="1 0" func="cnt" op="equ" val="2">
            <dgm:alg type="composite">
              <dgm:param type="ar" val="1.381"/>
            </dgm:alg>
            <dgm:constrLst>
              <dgm:constr type="primFontSz" for="des" forName="Child1" val="65"/>
              <dgm:constr type="primFontSz" for="des" forName="Parent"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Accent" refType="w"/>
              <dgm:constr type="t" for="ch" forName="Accent" refType="h" fact="0"/>
              <dgm:constr type="w" for="ch" forName="Accent" refType="w" fact="0.6946"/>
              <dgm:constr type="h" for="ch" forName="Accent" refType="h"/>
              <dgm:constr type="r" for="ch" forName="Parent" refType="w" fact="0.8223"/>
              <dgm:constr type="t" for="ch" forName="Parent" refType="h" fact="0.2646"/>
              <dgm:constr type="w" for="ch" forName="Parent" refType="w" fact="0.3446"/>
              <dgm:constr type="h" for="ch" forName="Parent" refType="h" fact="0.4759"/>
              <dgm:constr type="r" for="ch" forName="Image1" refType="w" fact="0.4469"/>
              <dgm:constr type="t" for="ch" forName="Image1" refType="h" fact="0.1585"/>
              <dgm:constr type="w" for="ch" forName="Image1" refType="w" fact="0.1846"/>
              <dgm:constr type="h" for="ch" forName="Image1" refType="h" fact="0.255"/>
              <dgm:constr type="r" for="ch" forName="Image2" refType="w" fact="0.4469"/>
              <dgm:constr type="t" for="ch" forName="Image2" refType="h" fact="0.5624"/>
              <dgm:constr type="w" for="ch" forName="Image2" refType="w" fact="0.1846"/>
              <dgm:constr type="h" for="ch" forName="Image2" refType="h" fact="0.255"/>
              <dgm:constr type="r" for="ch" forName="Child1" refType="w" fact="0.2471"/>
              <dgm:constr type="t" for="ch" forName="Child1" refType="h" fact="0.1618"/>
              <dgm:constr type="w" for="ch" forName="Child1" refType="w" fact="0.2471"/>
              <dgm:constr type="h" for="ch" forName="Child1" refType="h" fact="0.2468"/>
              <dgm:constr type="r" for="ch" forName="Child2" refType="w" fact="0.2471"/>
              <dgm:constr type="t" for="ch" forName="Child2" refType="h" fact="0.5657"/>
              <dgm:constr type="w" for="ch" forName="Child2" refType="w" fact="0.2471"/>
              <dgm:constr type="h" for="ch" forName="Child2" refType="h" fact="0.2468"/>
            </dgm:constrLst>
          </dgm:if>
          <dgm:if name="Name14" axis="ch ch" ptType="node node" st="1 1" cnt="1 0" func="cnt" op="equ" val="3">
            <dgm:alg type="composite">
              <dgm:param type="ar" val="1.4218"/>
            </dgm:alg>
            <dgm:constrLst>
              <dgm:constr type="primFontSz" for="des" forName="Child1" val="65"/>
              <dgm:constr type="primFontSz" for="des" forName="Parent"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Accent" refType="w"/>
              <dgm:constr type="t" for="ch" forName="Accent" refType="h" fact="0"/>
              <dgm:constr type="w" for="ch" forName="Accent" refType="w" fact="0.6747"/>
              <dgm:constr type="h" for="ch" forName="Accent" refType="h"/>
              <dgm:constr type="r" for="ch" forName="Parent" refType="w" fact="0.8274"/>
              <dgm:constr type="t" for="ch" forName="Parent" refType="h" fact="0.2646"/>
              <dgm:constr type="w" for="ch" forName="Parent" refType="w" fact="0.3347"/>
              <dgm:constr type="h" for="ch" forName="Parent" refType="h" fact="0.4759"/>
              <dgm:constr type="r" for="ch" forName="Image1" refType="w" fact="0.5032"/>
              <dgm:constr type="t" for="ch" forName="Image1" refType="h" fact="0.0843"/>
              <dgm:constr type="w" for="ch" forName="Image1" refType="w" fact="0.1793"/>
              <dgm:constr type="h" for="ch" forName="Image1" refType="h" fact="0.255"/>
              <dgm:constr type="r" for="ch" forName="Image2" refType="w" fact="0.4339"/>
              <dgm:constr type="t" for="ch" forName="Image2" refType="h" fact="0.3744"/>
              <dgm:constr type="w" for="ch" forName="Image2" refType="w" fact="0.1793"/>
              <dgm:constr type="h" for="ch" forName="Image2" refType="h" fact="0.255"/>
              <dgm:constr type="r" for="ch" forName="Image3" refType="w" fact="0.5032"/>
              <dgm:constr type="t" for="ch" forName="Image3" refType="h" fact="0.6686"/>
              <dgm:constr type="w" for="ch" forName="Image3" refType="w" fact="0.1793"/>
              <dgm:constr type="h" for="ch" forName="Image3" refType="h" fact="0.255"/>
              <dgm:constr type="r" for="ch" forName="Child1" refType="w" fact="0.3103"/>
              <dgm:constr type="t" for="ch" forName="Child1" refType="h" fact="0.0884"/>
              <dgm:constr type="w" for="ch" forName="Child1" refType="w" fact="0.24"/>
              <dgm:constr type="h" for="ch" forName="Child1" refType="h" fact="0.2468"/>
              <dgm:constr type="r" for="ch" forName="Child2" refType="w" fact="0.24"/>
              <dgm:constr type="t" for="ch" forName="Child2" refType="h" fact="0.378"/>
              <dgm:constr type="w" for="ch" forName="Child2" refType="w" fact="0.24"/>
              <dgm:constr type="h" for="ch" forName="Child2" refType="h" fact="0.2468"/>
              <dgm:constr type="r" for="ch" forName="Child3" refType="w" fact="0.3103"/>
              <dgm:constr type="t" for="ch" forName="Child3" refType="h" fact="0.6738"/>
              <dgm:constr type="w" for="ch" forName="Child3" refType="w" fact="0.24"/>
              <dgm:constr type="h" for="ch" forName="Child3" refType="h" fact="0.2468"/>
            </dgm:constrLst>
          </dgm:if>
          <dgm:else name="Name15">
            <dgm:alg type="composite">
              <dgm:param type="ar" val="1.2852"/>
            </dgm:alg>
            <dgm:constrLst>
              <dgm:constr type="primFontSz" for="des" forName="Child1" val="65"/>
              <dgm:constr type="primFontSz" for="des" forName="Parent"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Accent" refType="w"/>
              <dgm:constr type="t" for="ch" forName="Accent" refType="h" fact="0.0361"/>
              <dgm:constr type="w" for="ch" forName="Accent" refType="w" fact="0.6865"/>
              <dgm:constr type="h" for="ch" forName="Accent" refType="h" fact="0.9197"/>
              <dgm:constr type="r" for="ch" forName="Parent" refType="w" fact="0.8244"/>
              <dgm:constr type="t" for="ch" forName="Parent" refType="h" fact="0.2795"/>
              <dgm:constr type="w" for="ch" forName="Parent" refType="w" fact="0.3406"/>
              <dgm:constr type="h" for="ch" forName="Parent" refType="h" fact="0.4377"/>
              <dgm:constr type="r" for="ch" forName="Image1" refType="w" fact="0.575"/>
              <dgm:constr type="t" for="ch" forName="Image1" refType="h" fact="0"/>
              <dgm:constr type="w" for="ch" forName="Image1" refType="w" fact="0.1825"/>
              <dgm:constr type="h" for="ch" forName="Image1" refType="h" fact="0.2345"/>
              <dgm:constr type="r" for="ch" forName="Image2" refType="w" fact="0.4402"/>
              <dgm:constr type="t" for="ch" forName="Image2" refType="h" fact="0.2184"/>
              <dgm:constr type="w" for="ch" forName="Image2" refType="w" fact="0.1825"/>
              <dgm:constr type="h" for="ch" forName="Image2" refType="h" fact="0.2345"/>
              <dgm:constr type="r" for="ch" forName="Image3" refType="w" fact="0.4409"/>
              <dgm:constr type="t" for="ch" forName="Image3" refType="h" fact="0.5395"/>
              <dgm:constr type="w" for="ch" forName="Image3" refType="w" fact="0.1825"/>
              <dgm:constr type="h" for="ch" forName="Image3" refType="h" fact="0.2345"/>
              <dgm:constr type="r" for="ch" forName="Image4" refType="w" fact="0.575"/>
              <dgm:constr type="t" for="ch" forName="Image4" refType="h" fact="0.7655"/>
              <dgm:constr type="w" for="ch" forName="Image4" refType="w" fact="0.1825"/>
              <dgm:constr type="h" for="ch" forName="Image4" refType="h" fact="0.2345"/>
              <dgm:constr type="r" for="ch" forName="Child1" refType="w" fact="0.3786"/>
              <dgm:constr type="t" for="ch" forName="Child1" refType="h" fact="0.003"/>
              <dgm:constr type="w" for="ch" forName="Child1" refType="w" fact="0.2443"/>
              <dgm:constr type="h" for="ch" forName="Child1" refType="h" fact="0.227"/>
              <dgm:constr type="r" for="ch" forName="Child2" refType="w" fact="0.2443"/>
              <dgm:constr type="t" for="ch" forName="Child2" refType="h" fact="0.2225"/>
              <dgm:constr type="w" for="ch" forName="Child2" refType="w" fact="0.2443"/>
              <dgm:constr type="h" for="ch" forName="Child2" refType="h" fact="0.227"/>
              <dgm:constr type="r" for="ch" forName="Child3" refType="w" fact="0.2443"/>
              <dgm:constr type="t" for="ch" forName="Child3" refType="h" fact="0.5433"/>
              <dgm:constr type="w" for="ch" forName="Child3" refType="w" fact="0.2443"/>
              <dgm:constr type="h" for="ch" forName="Child3" refType="h" fact="0.227"/>
              <dgm:constr type="r" for="ch" forName="Child4" refType="w" fact="0.3786"/>
              <dgm:constr type="t" for="ch" forName="Child4" refType="h" fact="0.7703"/>
              <dgm:constr type="w" for="ch" forName="Child4" refType="w" fact="0.2443"/>
              <dgm:constr type="h" for="ch" forName="Child4" refType="h" fact="0.227"/>
            </dgm:constrLst>
          </dgm:else>
        </dgm:choose>
      </dgm:else>
    </dgm:choose>
    <dgm:forEach name="wrapper" axis="self" ptType="parTrans">
      <dgm:forEach name="ImageRepeat" axis="self">
        <dgm:layoutNode name="Image" styleLbl="fgImgPlace1">
          <dgm:alg type="sp"/>
          <dgm:shape xmlns:r="http://schemas.openxmlformats.org/officeDocument/2006/relationships" type="ellipse" r:blip="" blipPhldr="1">
            <dgm:adjLst/>
          </dgm:shape>
          <dgm:presOf/>
        </dgm:layoutNode>
      </dgm:forEach>
    </dgm:forEach>
    <dgm:forEach name="Name16" axis="ch" ptType="node" cnt="1">
      <dgm:layoutNode name="Parent" styleLbl="node1">
        <dgm:varLst>
          <dgm:chMax val="4"/>
          <dgm:chPref val="3"/>
        </dgm:varLst>
        <dgm:alg type="tx"/>
        <dgm:shape xmlns:r="http://schemas.openxmlformats.org/officeDocument/2006/relationships" type="ellipse"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17" axis="ch ch" ptType="node node" st="1 1" cnt="1 1">
      <dgm:layoutNode name="Accent" styleLbl="node1">
        <dgm:alg type="sp"/>
        <dgm:choose name="Name18">
          <dgm:if name="Name19" func="var" arg="dir" op="equ" val="norm">
            <dgm:choose name="Name20">
              <dgm:if name="Name21" axis="followSib" ptType="node" func="cnt" op="equ" val="0">
                <dgm:shape xmlns:r="http://schemas.openxmlformats.org/officeDocument/2006/relationships" type="blockArc" r:blip="">
                  <dgm:adjLst>
                    <dgm:adj idx="1" val="-49.0368"/>
                    <dgm:adj idx="2" val="49.4265"/>
                    <dgm:adj idx="3" val="0.0564"/>
                  </dgm:adjLst>
                </dgm:shape>
              </dgm:if>
              <dgm:if name="Name22" axis="followSib" ptType="node" func="cnt" op="equ" val="1">
                <dgm:shape xmlns:r="http://schemas.openxmlformats.org/officeDocument/2006/relationships" type="blockArc" r:blip="">
                  <dgm:adjLst>
                    <dgm:adj idx="1" val="-64.2028"/>
                    <dgm:adj idx="2" val="64.5456"/>
                    <dgm:adj idx="3" val="0.0558"/>
                  </dgm:adjLst>
                </dgm:shape>
              </dgm:if>
              <dgm:if name="Name23" axis="followSib" ptType="node" func="cnt" op="equ" val="2">
                <dgm:shape xmlns:r="http://schemas.openxmlformats.org/officeDocument/2006/relationships" type="blockArc" r:blip="">
                  <dgm:adjLst>
                    <dgm:adj idx="1" val="-67.8702"/>
                    <dgm:adj idx="2" val="68.6519"/>
                    <dgm:adj idx="3" val="0.0575"/>
                  </dgm:adjLst>
                </dgm:shape>
              </dgm:if>
              <dgm:else name="Name24">
                <dgm:shape xmlns:r="http://schemas.openxmlformats.org/officeDocument/2006/relationships" type="blockArc" r:blip="">
                  <dgm:adjLst>
                    <dgm:adj idx="1" val="-84.8426"/>
                    <dgm:adj idx="2" val="84.8009"/>
                    <dgm:adj idx="3" val="0.0524"/>
                  </dgm:adjLst>
                </dgm:shape>
              </dgm:else>
            </dgm:choose>
          </dgm:if>
          <dgm:else name="Name25">
            <dgm:choose name="Name26">
              <dgm:if name="Name27" axis="followSib" ptType="node" func="cnt" op="equ" val="0">
                <dgm:shape xmlns:r="http://schemas.openxmlformats.org/officeDocument/2006/relationships" rot="180" type="blockArc" r:blip="">
                  <dgm:adjLst>
                    <dgm:adj idx="1" val="-49.0368"/>
                    <dgm:adj idx="2" val="49.4265"/>
                    <dgm:adj idx="3" val="0.0564"/>
                  </dgm:adjLst>
                </dgm:shape>
              </dgm:if>
              <dgm:if name="Name28" axis="followSib" ptType="node" func="cnt" op="equ" val="1">
                <dgm:shape xmlns:r="http://schemas.openxmlformats.org/officeDocument/2006/relationships" rot="180" type="blockArc" r:blip="">
                  <dgm:adjLst>
                    <dgm:adj idx="1" val="-64.2028"/>
                    <dgm:adj idx="2" val="64.5456"/>
                    <dgm:adj idx="3" val="0.0558"/>
                  </dgm:adjLst>
                </dgm:shape>
              </dgm:if>
              <dgm:if name="Name29" axis="followSib" ptType="node" func="cnt" op="equ" val="2">
                <dgm:shape xmlns:r="http://schemas.openxmlformats.org/officeDocument/2006/relationships" rot="180" type="blockArc" r:blip="">
                  <dgm:adjLst>
                    <dgm:adj idx="1" val="-67.8702"/>
                    <dgm:adj idx="2" val="68.6519"/>
                    <dgm:adj idx="3" val="0.0575"/>
                  </dgm:adjLst>
                </dgm:shape>
              </dgm:if>
              <dgm:else name="Name30">
                <dgm:shape xmlns:r="http://schemas.openxmlformats.org/officeDocument/2006/relationships" rot="180" type="blockArc" r:blip="">
                  <dgm:adjLst>
                    <dgm:adj idx="1" val="-84.8426"/>
                    <dgm:adj idx="2" val="84.8009"/>
                    <dgm:adj idx="3" val="0.0524"/>
                  </dgm:adjLst>
                </dgm:shape>
              </dgm:else>
            </dgm:choose>
          </dgm:else>
        </dgm:choose>
        <dgm:presOf/>
      </dgm:layoutNode>
      <dgm:layoutNode name="Image1" styleLbl="fgImgPlace1">
        <dgm:alg type="sp"/>
        <dgm:shape xmlns:r="http://schemas.openxmlformats.org/officeDocument/2006/relationships" type="ellipse" r:blip="" blipPhldr="1">
          <dgm:adjLst/>
        </dgm:shape>
        <dgm:presOf/>
      </dgm:layoutNode>
      <dgm:layoutNode name="Child1" styleLbl="revTx">
        <dgm:varLst>
          <dgm:chMax val="0"/>
          <dgm:chPref val="0"/>
          <dgm:bulletEnabled val="1"/>
        </dgm:varLst>
        <dgm:choose name="Name31">
          <dgm:if name="Name32" func="var" arg="dir" op="equ" val="norm">
            <dgm:alg type="tx">
              <dgm:param type="parTxLTRAlign" val="l"/>
              <dgm:param type="shpTxLTRAlignCh" val="l"/>
              <dgm:param type="parTxRTLAlign" val="l"/>
              <dgm:param type="shpTxRTLAlignCh" val="l"/>
              <dgm:param type="lnSpAfParP" val="10"/>
            </dgm:alg>
          </dgm:if>
          <dgm:else name="Name33">
            <dgm:alg type="tx">
              <dgm:param type="parTxLTRAlign" val="r"/>
              <dgm:param type="shpTxLTRAlignCh" val="r"/>
              <dgm:param type="parTxRTLAlign" val="r"/>
              <dgm:param type="shpTxRTLAlignCh" val="r"/>
              <dgm:param type="lnSpAfParP" val="10"/>
            </dgm:alg>
          </dgm:else>
        </dgm:choose>
        <dgm:shape xmlns:r="http://schemas.openxmlformats.org/officeDocument/2006/relationships" type="rect" r:blip="">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34" axis="ch ch" ptType="node node" st="1 2" cnt="1 1">
      <dgm:layoutNode name="Image2">
        <dgm:alg type="sp"/>
        <dgm:shape xmlns:r="http://schemas.openxmlformats.org/officeDocument/2006/relationships" r:blip="">
          <dgm:adjLst/>
        </dgm:shape>
        <dgm:presOf/>
        <dgm:constrLst/>
        <dgm:forEach name="Name35" ref="ImageRepeat"/>
      </dgm:layoutNode>
      <dgm:layoutNode name="Child2" styleLbl="revTx">
        <dgm:varLst>
          <dgm:chMax val="0"/>
          <dgm:chPref val="0"/>
          <dgm:bulletEnabled val="1"/>
        </dgm:varLst>
        <dgm:choose name="Name36">
          <dgm:if name="Name37" func="var" arg="dir" op="equ" val="norm">
            <dgm:alg type="tx">
              <dgm:param type="parTxLTRAlign" val="l"/>
              <dgm:param type="shpTxLTRAlignCh" val="l"/>
              <dgm:param type="parTxRTLAlign" val="l"/>
              <dgm:param type="shpTxRTLAlignCh" val="l"/>
              <dgm:param type="lnSpAfParP" val="10"/>
            </dgm:alg>
          </dgm:if>
          <dgm:else name="Name38">
            <dgm:alg type="tx">
              <dgm:param type="parTxLTRAlign" val="r"/>
              <dgm:param type="shpTxLTRAlignCh" val="r"/>
              <dgm:param type="parTxRTLAlign" val="r"/>
              <dgm:param type="shpTxRTLAlignCh" val="r"/>
              <dgm:param type="lnSpAfParP" val="10"/>
            </dgm:alg>
          </dgm:else>
        </dgm:choose>
        <dgm:shape xmlns:r="http://schemas.openxmlformats.org/officeDocument/2006/relationships" type="rect" r:blip="">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39" axis="ch ch" ptType="node node" st="1 3" cnt="1 1">
      <dgm:layoutNode name="Image3">
        <dgm:alg type="sp"/>
        <dgm:shape xmlns:r="http://schemas.openxmlformats.org/officeDocument/2006/relationships" r:blip="">
          <dgm:adjLst/>
        </dgm:shape>
        <dgm:presOf/>
        <dgm:constrLst/>
        <dgm:forEach name="Name40" ref="ImageRepeat"/>
      </dgm:layoutNode>
      <dgm:layoutNode name="Child3" styleLbl="revTx">
        <dgm:varLst>
          <dgm:chMax val="0"/>
          <dgm:chPref val="0"/>
          <dgm:bulletEnabled val="1"/>
        </dgm:varLst>
        <dgm:choose name="Name41">
          <dgm:if name="Name42" func="var" arg="dir" op="equ" val="norm">
            <dgm:alg type="tx">
              <dgm:param type="parTxLTRAlign" val="l"/>
              <dgm:param type="shpTxLTRAlignCh" val="l"/>
              <dgm:param type="parTxRTLAlign" val="l"/>
              <dgm:param type="shpTxRTLAlignCh" val="l"/>
              <dgm:param type="lnSpAfParP" val="10"/>
            </dgm:alg>
          </dgm:if>
          <dgm:else name="Name43">
            <dgm:alg type="tx">
              <dgm:param type="parTxLTRAlign" val="r"/>
              <dgm:param type="shpTxLTRAlignCh" val="r"/>
              <dgm:param type="parTxRTLAlign" val="r"/>
              <dgm:param type="shpTxRTLAlignCh" val="r"/>
              <dgm:param type="lnSpAfParP" val="10"/>
            </dgm:alg>
          </dgm:else>
        </dgm:choose>
        <dgm:shape xmlns:r="http://schemas.openxmlformats.org/officeDocument/2006/relationships" type="rect" r:blip="">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4" axis="ch ch" ptType="node node" st="1 4" cnt="1 1">
      <dgm:layoutNode name="Image4">
        <dgm:alg type="sp"/>
        <dgm:shape xmlns:r="http://schemas.openxmlformats.org/officeDocument/2006/relationships" r:blip="">
          <dgm:adjLst/>
        </dgm:shape>
        <dgm:presOf/>
        <dgm:constrLst/>
        <dgm:forEach name="Name45" ref="ImageRepeat"/>
      </dgm:layoutNode>
      <dgm:layoutNode name="Child4" styleLbl="revTx">
        <dgm:varLst>
          <dgm:chMax val="0"/>
          <dgm:chPref val="0"/>
          <dgm:bulletEnabled val="1"/>
        </dgm:varLst>
        <dgm:choose name="Name46">
          <dgm:if name="Name47" func="var" arg="dir" op="equ" val="norm">
            <dgm:alg type="tx">
              <dgm:param type="parTxLTRAlign" val="l"/>
              <dgm:param type="shpTxLTRAlignCh" val="l"/>
              <dgm:param type="parTxRTLAlign" val="l"/>
              <dgm:param type="shpTxRTLAlignCh" val="l"/>
              <dgm:param type="lnSpAfParP" val="10"/>
            </dgm:alg>
          </dgm:if>
          <dgm:else name="Name48">
            <dgm:alg type="tx">
              <dgm:param type="parTxLTRAlign" val="r"/>
              <dgm:param type="shpTxLTRAlignCh" val="r"/>
              <dgm:param type="parTxRTLAlign" val="r"/>
              <dgm:param type="shpTxRTLAlignCh" val="r"/>
              <dgm:param type="lnSpAfParP" val="10"/>
            </dgm:alg>
          </dgm:else>
        </dgm:choose>
        <dgm:shape xmlns:r="http://schemas.openxmlformats.org/officeDocument/2006/relationships" type="rect" r:blip="">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139.xml><?xml version="1.0" encoding="utf-8"?>
<dgm:layoutDef xmlns:dgm="http://schemas.openxmlformats.org/drawingml/2006/diagram" xmlns:a="http://schemas.openxmlformats.org/drawingml/2006/main" uniqueId="urn:microsoft.com/office/officeart/2009/3/layout/SnapshotPictureList">
  <dgm:title val=""/>
  <dgm:desc val=""/>
  <dgm:catLst>
    <dgm:cat type="picture" pri="3000"/>
    <dgm:cat type="pictureconvert" pri="3000"/>
  </dgm:catLst>
  <dgm:sampData>
    <dgm:dataModel>
      <dgm:ptLst>
        <dgm:pt modelId="0" type="doc"/>
        <dgm:pt modelId="10">
          <dgm:prSet phldr="1"/>
        </dgm:pt>
        <dgm:pt modelId="11">
          <dgm:prSet phldr="1"/>
        </dgm:pt>
      </dgm:ptLst>
      <dgm:cxnLst>
        <dgm:cxn modelId="40" srcId="0" destId="10" srcOrd="0" destOrd="0"/>
        <dgm:cxn modelId="12" srcId="10" destId="11" srcOrd="0" destOrd="0"/>
      </dgm:cxnLst>
      <dgm:bg/>
      <dgm:whole/>
    </dgm:dataModel>
  </dgm:sampData>
  <dgm:styleData>
    <dgm:dataModel>
      <dgm:ptLst>
        <dgm:pt modelId="0" type="doc"/>
        <dgm:pt modelId="10">
          <dgm:prSet phldr="1"/>
        </dgm:pt>
        <dgm:pt modelId="11">
          <dgm:prSet phldr="1"/>
        </dgm:pt>
      </dgm:ptLst>
      <dgm:cxnLst>
        <dgm:cxn modelId="40" srcId="0" destId="10" srcOrd="0" destOrd="0"/>
        <dgm:cxn modelId="12" srcId="10" destId="11" srcOrd="0" destOrd="0"/>
      </dgm:cxnLst>
      <dgm:bg/>
      <dgm:whole/>
    </dgm:dataModel>
  </dgm:styleData>
  <dgm:clrData>
    <dgm:dataModel>
      <dgm:ptLst>
        <dgm:pt modelId="0" type="doc"/>
        <dgm:pt modelId="10">
          <dgm:prSet phldr="1"/>
        </dgm:pt>
        <dgm:pt modelId="11">
          <dgm:prSet phldr="1"/>
        </dgm:pt>
      </dgm:ptLst>
      <dgm:cxnLst>
        <dgm:cxn modelId="40" srcId="0" destId="10" srcOrd="0" destOrd="0"/>
        <dgm:cxn modelId="12" srcId="10" destId="11" srcOrd="0" destOrd="0"/>
      </dgm:cxnLst>
      <dgm:bg/>
      <dgm:whole/>
    </dgm:dataModel>
  </dgm:clrData>
  <dgm:layoutNode name="Name0">
    <dgm:varLst>
      <dgm:chMax/>
      <dgm:chPref/>
      <dgm:dir/>
      <dgm:animLvl val="lvl"/>
    </dgm:varLst>
    <dgm:alg type="snake">
      <dgm:param type="grDir" val="tL"/>
      <dgm:param type="flowDir" val="col"/>
    </dgm:alg>
    <dgm:shape xmlns:r="http://schemas.openxmlformats.org/officeDocument/2006/relationships" r:blip="">
      <dgm:adjLst/>
    </dgm:shape>
    <dgm:constrLst>
      <dgm:constr type="primFontSz" for="des" forName="ChildText" refType="primFontSz" refFor="des" refForName="ParentText" op="lte"/>
      <dgm:constr type="w" for="ch" forName="composite" refType="w"/>
      <dgm:constr type="h" for="ch" forName="composite" refType="h"/>
      <dgm:constr type="sp" refType="h" refFor="ch" refForName="composite" op="equ" fact="0.1"/>
      <dgm:constr type="h" for="ch" forName="sibTrans" refType="h" refFor="ch" refForName="composite" op="equ" fact="0.1"/>
      <dgm:constr type="w" for="ch" forName="sibTrans" refType="h" refFor="ch" refForName="sibTrans" op="equ"/>
    </dgm:constrLst>
    <dgm:forEach name="nodesForEach" axis="ch" ptType="node">
      <dgm:layoutNode name="composite">
        <dgm:alg type="composite">
          <dgm:param type="ar" val="2.0273"/>
        </dgm:alg>
        <dgm:shape xmlns:r="http://schemas.openxmlformats.org/officeDocument/2006/relationships" r:blip="">
          <dgm:adjLst/>
        </dgm:shape>
        <dgm:choose name="Name1">
          <dgm:if name="Name2" func="var" arg="dir" op="equ" val="norm">
            <dgm:constrLst>
              <dgm:constr type="l" for="ch" forName="ParentAccentShape" refType="w" fact="0.0238"/>
              <dgm:constr type="t" for="ch" forName="ParentAccentShape" refType="h" fact="0.107"/>
              <dgm:constr type="w" for="ch" forName="ParentAccentShape" refType="w" fact="0.619"/>
              <dgm:constr type="h" for="ch" forName="ParentAccentShape" refType="h" fact="0.893"/>
              <dgm:constr type="l" for="ch" forName="ParentText" refType="w" fact="0.048"/>
              <dgm:constr type="t" for="ch" forName="ParentText" refType="h" fact="0.845"/>
              <dgm:constr type="w" for="ch" forName="ParentText" refType="w" fact="0.571"/>
              <dgm:constr type="h" for="ch" forName="ParentText" refType="h" fact="0.106"/>
              <dgm:constr type="l" for="ch" forName="ChildText" refType="w" fact="0.668"/>
              <dgm:constr type="t" for="ch" forName="ChildText" refType="h" fact="0.107"/>
              <dgm:constr type="w" for="ch" forName="ChildText" refType="w" fact="0.283"/>
              <dgm:constr type="h" for="ch" forName="ChildText" refType="h" fact="0.893"/>
              <dgm:constr type="l" for="ch" forName="ChildAccentShape" refType="w" fact="0.9762"/>
              <dgm:constr type="t" for="ch" forName="ChildAccentShape" refType="h" fact="0.107"/>
              <dgm:constr type="w" for="ch" forName="ChildAccentShape" refType="w" fact="0.0238"/>
              <dgm:constr type="h" for="ch" forName="ChildAccentShape" refType="h" fact="0.893"/>
              <dgm:constr type="l" for="ch" forName="Image" refType="w" fact="0"/>
              <dgm:constr type="t" for="ch" forName="Image" refType="h" fact="0"/>
              <dgm:constr type="w" for="ch" forName="Image" refType="w" fact="0.5952"/>
              <dgm:constr type="h" for="ch" forName="Image" refType="h" fact="0.8447"/>
            </dgm:constrLst>
          </dgm:if>
          <dgm:else name="Name3">
            <dgm:constrLst>
              <dgm:constr type="l" for="ch" forName="ParentAccentShape" refType="w" fact="0.3572"/>
              <dgm:constr type="t" for="ch" forName="ParentAccentShape" refType="h" fact="0.107"/>
              <dgm:constr type="w" for="ch" forName="ParentAccentShape" refType="w" fact="0.619"/>
              <dgm:constr type="h" for="ch" forName="ParentAccentShape" refType="h" fact="0.893"/>
              <dgm:constr type="l" for="ch" forName="ParentText" refType="w" fact="0.381"/>
              <dgm:constr type="t" for="ch" forName="ParentText" refType="h" fact="0.845"/>
              <dgm:constr type="w" for="ch" forName="ParentText" refType="w" fact="0.571"/>
              <dgm:constr type="h" for="ch" forName="ParentText" refType="h" fact="0.106"/>
              <dgm:constr type="l" for="ch" forName="ChildText" refType="w" fact="0.049"/>
              <dgm:constr type="t" for="ch" forName="ChildText" refType="h" fact="0.107"/>
              <dgm:constr type="w" for="ch" forName="ChildText" refType="w" fact="0.283"/>
              <dgm:constr type="h" for="ch" forName="ChildText" refType="h" fact="0.893"/>
              <dgm:constr type="l" for="ch" forName="ChildAccentShape" refType="w" fact="0"/>
              <dgm:constr type="t" for="ch" forName="ChildAccentShape" refType="h" fact="0.107"/>
              <dgm:constr type="w" for="ch" forName="ChildAccentShape" refType="w" fact="0.0238"/>
              <dgm:constr type="h" for="ch" forName="ChildAccentShape" refType="h" fact="0.893"/>
              <dgm:constr type="l" for="ch" forName="Image" refType="w" fact="0.4048"/>
              <dgm:constr type="t" for="ch" forName="Image" refType="h" fact="0"/>
              <dgm:constr type="w" for="ch" forName="Image" refType="w" fact="0.5952"/>
              <dgm:constr type="h" for="ch" forName="Image" refType="h" fact="0.8447"/>
            </dgm:constrLst>
          </dgm:else>
        </dgm:choose>
        <dgm:layoutNode name="ParentAccentShape" styleLbl="trBgShp">
          <dgm:alg type="sp"/>
          <dgm:shape xmlns:r="http://schemas.openxmlformats.org/officeDocument/2006/relationships" type="frame" r:blip="" zOrderOff="-10">
            <dgm:adjLst>
              <dgm:adj idx="1" val="0.0545"/>
            </dgm:adjLst>
          </dgm:shape>
          <dgm:presOf/>
        </dgm:layoutNode>
        <dgm:layoutNode name="ParentText" styleLbl="revTx">
          <dgm:varLst>
            <dgm:chMax val="1"/>
            <dgm:chPref val="1"/>
            <dgm:bulletEnabled val="1"/>
          </dgm:varLst>
          <dgm:alg type="tx">
            <dgm:param type="parTxLTRAlign" val="l"/>
          </dgm:alg>
          <dgm:shape xmlns:r="http://schemas.openxmlformats.org/officeDocument/2006/relationships" type="rect" r:blip="" zOrderOff="10">
            <dgm:adjLst/>
          </dgm:shape>
          <dgm:presOf axis="self" ptType="node"/>
          <dgm:constrLst>
            <dgm:constr type="lMarg" refType="primFontSz" fact="0.8"/>
            <dgm:constr type="rMarg" refType="primFontSz" fact="0.8"/>
            <dgm:constr type="tMarg" refType="primFontSz" fact="0.3"/>
            <dgm:constr type="bMarg" refType="primFontSz" fact="0.3"/>
          </dgm:constrLst>
          <dgm:ruleLst>
            <dgm:rule type="primFontSz" val="5" fact="NaN" max="NaN"/>
          </dgm:ruleLst>
        </dgm:layoutNode>
        <dgm:layoutNode name="ChildText" styleLbl="revTx">
          <dgm:varLst>
            <dgm:chMax val="0"/>
            <dgm:chPref val="0"/>
          </dgm:varLst>
          <dgm:alg type="tx">
            <dgm:param type="parTxLTRAlign" val="l"/>
            <dgm:param type="txAnchorVert" val="t"/>
          </dgm:alg>
          <dgm:shape xmlns:r="http://schemas.openxmlformats.org/officeDocument/2006/relationships" type="rect" r:blip="" zOrderOff="10">
            <dgm:adjLst/>
          </dgm:shape>
          <dgm:choose name="Name4">
            <dgm:if name="Name5" axis="ch" ptType="node" func="cnt" op="gte" val="1">
              <dgm:presOf axis="des" ptType="node"/>
            </dgm:if>
            <dgm:else name="Name6">
              <dgm:presOf/>
            </dgm:else>
          </dgm:choos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layoutNode name="ChildAccentShape" styleLbl="trBgShp">
          <dgm:alg type="sp"/>
          <dgm:choose name="Name7">
            <dgm:if name="Name8" axis="ch" ptType="node" func="cnt" op="gte" val="1">
              <dgm:shape xmlns:r="http://schemas.openxmlformats.org/officeDocument/2006/relationships" type="rect" r:blip="" zOrderOff="-10">
                <dgm:adjLst/>
              </dgm:shape>
            </dgm:if>
            <dgm:else name="Name9">
              <dgm:shape xmlns:r="http://schemas.openxmlformats.org/officeDocument/2006/relationships" type="rect" r:blip="" hideGeom="1">
                <dgm:adjLst/>
              </dgm:shape>
            </dgm:else>
          </dgm:choose>
          <dgm:presOf/>
        </dgm:layoutNode>
        <dgm:layoutNode name="Image" styleLbl="alignImgPlace1">
          <dgm:alg type="sp"/>
          <dgm:shape xmlns:r="http://schemas.openxmlformats.org/officeDocument/2006/relationships" type="rect" r:blip=""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140.xml><?xml version="1.0" encoding="utf-8"?>
<dgm:layoutDef xmlns:dgm="http://schemas.openxmlformats.org/drawingml/2006/diagram" xmlns:a="http://schemas.openxmlformats.org/drawingml/2006/main" uniqueId="urn:microsoft.com/office/officeart/2009/3/layout/SpiralPicture">
  <dgm:title val=""/>
  <dgm:desc val=""/>
  <dgm:catLst>
    <dgm:cat type="picture" pri="4000"/>
    <dgm:cat type="pictureconvert" pri="4000"/>
  </dgm:catLst>
  <dgm:sampData>
    <dgm:dataModel>
      <dgm:ptLst>
        <dgm:pt modelId="0" type="doc"/>
        <dgm:pt modelId="1"/>
        <dgm:pt modelId="2"/>
        <dgm:pt modelId="3"/>
        <dgm:pt modelId="4"/>
        <dgm:pt modelId="5"/>
      </dgm:ptLst>
      <dgm:cxnLst>
        <dgm:cxn modelId="11" srcId="0" destId="1" srcOrd="0" destOrd="0"/>
        <dgm:cxn modelId="12" srcId="0" destId="2" srcOrd="0" destOrd="0"/>
        <dgm:cxn modelId="13" srcId="0" destId="3" srcOrd="0" destOrd="0"/>
        <dgm:cxn modelId="14" srcId="0" destId="4" srcOrd="0" destOrd="0"/>
        <dgm:cxn modelId="15" srcId="0" destId="5" srcOrd="0" destOrd="0"/>
      </dgm:cxnLst>
      <dgm:bg/>
      <dgm:whole/>
    </dgm:dataModel>
  </dgm:sampData>
  <dgm:styleData useDef="1">
    <dgm:dataModel>
      <dgm:ptLst/>
      <dgm:bg/>
      <dgm:whole/>
    </dgm:dataModel>
  </dgm:styleData>
  <dgm:clrData useDef="1">
    <dgm:dataModel>
      <dgm:ptLst/>
      <dgm:bg/>
      <dgm:whole/>
    </dgm:dataModel>
  </dgm:clrData>
  <dgm:layoutNode name="Name0">
    <dgm:varLst>
      <dgm:chMax val="5"/>
      <dgm:dir/>
    </dgm:varLst>
    <dgm:alg type="composite">
      <dgm:param type="ar" val="1.515"/>
    </dgm:alg>
    <dgm:shape xmlns:r="http://schemas.openxmlformats.org/officeDocument/2006/relationships" r:blip="">
      <dgm:adjLst/>
    </dgm:shape>
    <dgm:constrLst>
      <dgm:constr type="w" for="ch" forName="picts" refType="w"/>
      <dgm:constr type="h" for="ch" forName="picts" refType="h" fact="0.93"/>
      <dgm:constr type="b" for="ch" forName="txLine" refType="h"/>
      <dgm:constr type="w" for="ch" forName="txLine" refType="w"/>
      <dgm:constr type="h" for="ch" forName="txLine" refType="h" fact="0.07"/>
      <dgm:constr type="userD" for="des" refType="h" fact="0.016"/>
    </dgm:constrLst>
    <dgm:forEach name="Name1" axis="self" ptType="parTrans">
      <dgm:forEach name="Name2" axis="self" ptType="sibTrans" st="2">
        <dgm:forEach name="imageRepeat" axis="self">
          <dgm:layoutNode name="imageRepeatNode" styleLbl="alignNode1">
            <dgm:alg type="sp"/>
            <dgm:shape xmlns:r="http://schemas.openxmlformats.org/officeDocument/2006/relationships" type="rect" r:blip="" blipPhldr="1">
              <dgm:adjLst/>
            </dgm:shape>
            <dgm:presOf axis="self"/>
          </dgm:layoutNode>
        </dgm:forEach>
      </dgm:forEach>
    </dgm:forEach>
    <dgm:layoutNode name="picts">
      <dgm:alg type="composite"/>
      <dgm:shape xmlns:r="http://schemas.openxmlformats.org/officeDocument/2006/relationships" r:blip="">
        <dgm:adjLst/>
      </dgm:shape>
      <dgm:choose name="Name3">
        <dgm:if name="Name4" func="var" arg="dir" op="equ" val="norm">
          <dgm:constrLst>
            <dgm:constr type="userD"/>
            <dgm:constr type="w" for="ch" forName="space1" refType="h"/>
            <dgm:constr type="h" for="ch" forName="space1" refType="h"/>
            <dgm:constr type="r" for="ch" forName="space2" refType="w"/>
            <dgm:constr type="w" for="ch" forName="space2" refType="h" fact="0.608"/>
            <dgm:constr type="l" for="ch" forName="pictA1"/>
            <dgm:constr type="t" for="ch" forName="pictA1"/>
            <dgm:constr type="w" for="ch" forName="pictA1" refType="h"/>
            <dgm:constr type="h" for="ch" forName="pictA1" refType="h"/>
            <dgm:constr type="l" for="ch" forName="pictB1"/>
            <dgm:constr type="t" for="ch" forName="pictB1"/>
            <dgm:constr type="w" for="ch" forName="pictB1" refType="h"/>
            <dgm:constr type="h" for="ch" forName="pictB1" refType="h"/>
            <dgm:constr type="r" for="ch" forName="oneDotPict" refType="r" refFor="ch" refForName="pictA1"/>
            <dgm:constr type="b" for="ch" forName="oneDotPict" refType="b" refFor="ch" refForName="pictA1"/>
            <dgm:constr type="rOff" for="ch" forName="oneDotPict" refType="userD" fact="-1"/>
            <dgm:constr type="bOff" for="ch" forName="oneDotPict" refType="userD" fact="-1"/>
            <dgm:constr type="w" for="ch" forName="oneDotPict" refType="userD"/>
            <dgm:constr type="h" for="ch" forName="oneDotPict" refType="userD"/>
            <dgm:constr type="r" for="ch" forName="pictA2" refType="w"/>
            <dgm:constr type="t" for="ch" forName="pictA2"/>
            <dgm:constr type="w" for="ch" forName="pictA2" refType="h" fact="0.608"/>
            <dgm:constr type="h" for="ch" forName="pictA2" refType="h" fact="0.608"/>
            <dgm:constr type="r" for="ch" forName="pictB2" refType="w"/>
            <dgm:constr type="t" for="ch" forName="pictB2"/>
            <dgm:constr type="w" for="ch" forName="pictB2" refType="h" fact="0.608"/>
            <dgm:constr type="h" for="ch" forName="pictB2" refType="h" fact="0.608"/>
            <dgm:constr type="r" for="ch" forName="twoDotsPict" refType="r" refFor="ch" refForName="pictA2"/>
            <dgm:constr type="b" for="ch" forName="twoDotsPict" refType="b" refFor="ch" refForName="pictA2"/>
            <dgm:constr type="rOff" for="ch" forName="twoDotsPict" refType="userD" fact="-1"/>
            <dgm:constr type="bOff" for="ch" forName="twoDotsPict" refType="userD" fact="-1"/>
            <dgm:constr type="w" for="ch" forName="twoDotsPict" refType="userD" fact="2.5"/>
            <dgm:constr type="h" for="ch" forName="twoDotsPict" refType="userD"/>
            <dgm:constr type="r" for="ch" forName="pictA3" refType="w"/>
            <dgm:constr type="b" for="ch" forName="pictA3" refType="h"/>
            <dgm:constr type="w" for="ch" forName="pictA3" refType="h" fact="0.371"/>
            <dgm:constr type="h" for="ch" forName="pictA3" refType="h" fact="0.371"/>
            <dgm:constr type="r" for="ch" forName="pictB3" refType="w"/>
            <dgm:constr type="b" for="ch" forName="pictB3" refType="h"/>
            <dgm:constr type="w" for="ch" forName="pictB3" refType="h" fact="0.371"/>
            <dgm:constr type="h" for="ch" forName="pictB3" refType="h" fact="0.371"/>
            <dgm:constr type="r" for="ch" forName="threeDotsPict" refType="r" refFor="ch" refForName="pictA3"/>
            <dgm:constr type="b" for="ch" forName="threeDotsPict" refType="b" refFor="ch" refForName="pictA3"/>
            <dgm:constr type="rOff" for="ch" forName="threeDotsPict" refType="userD" fact="-1"/>
            <dgm:constr type="bOff" for="ch" forName="threeDotsPict" refType="userD" fact="-1"/>
            <dgm:constr type="w" for="ch" forName="threeDotsPict" refType="userD" fact="3.25"/>
            <dgm:constr type="h" for="ch" forName="threeDotsPict" refType="userD" fact="3.25"/>
            <dgm:constr type="l" for="ch" forName="pictA4" refType="l" refFor="ch" refForName="space2"/>
            <dgm:constr type="b" for="ch" forName="pictA4" refType="h"/>
            <dgm:constr type="w" for="ch" forName="pictA4" refType="h" fact="0.216"/>
            <dgm:constr type="h" for="ch" forName="pictA4" refType="h" fact="0.216"/>
            <dgm:constr type="l" for="ch" forName="pictB4" refType="l" refFor="ch" refForName="space2"/>
            <dgm:constr type="b" for="ch" forName="pictB4" refType="h"/>
            <dgm:constr type="w" for="ch" forName="pictB4" refType="h" fact="0.216"/>
            <dgm:constr type="h" for="ch" forName="pictB4" refType="h" fact="0.216"/>
            <dgm:constr type="r" for="ch" forName="fourDotsPict" refType="r" refFor="ch" refForName="pictA4"/>
            <dgm:constr type="b" for="ch" forName="fourDotsPict" refType="b" refFor="ch" refForName="pictA4"/>
            <dgm:constr type="rOff" for="ch" forName="fourDotsPict" refType="userD" fact="-1"/>
            <dgm:constr type="bOff" for="ch" forName="fourDotsPict" refType="userD" fact="-1"/>
            <dgm:constr type="w" for="ch" forName="fourDotsPict" refType="userD" fact="2.5"/>
            <dgm:constr type="h" for="ch" forName="fourDotsPict" refType="userD" fact="2.5"/>
            <dgm:constr type="l" for="ch" forName="pictA5" refType="l" refFor="ch" refForName="space2"/>
            <dgm:constr type="t" for="ch" forName="pictA5" refType="h" fact="0.629"/>
            <dgm:constr type="w" for="ch" forName="pictA5" refType="h" fact="0.216"/>
            <dgm:constr type="h" for="ch" forName="pictA5" refType="h" fact="0.133"/>
            <dgm:constr type="l" for="ch" forName="pictB5" refType="l" refFor="ch" refForName="space2"/>
            <dgm:constr type="t" for="ch" forName="pictB5" refType="h" fact="0.629"/>
            <dgm:constr type="w" for="ch" forName="pictB5" refType="h" fact="0.216"/>
            <dgm:constr type="h" for="ch" forName="pictB5" refType="h" fact="0.133"/>
            <dgm:constr type="r" for="ch" forName="fiveDotsPict" refType="r" refFor="ch" refForName="pictA5"/>
            <dgm:constr type="b" for="ch" forName="fiveDotsPict" refType="b" refFor="ch" refForName="pictA5"/>
            <dgm:constr type="rOff" for="ch" forName="fiveDotsPict" refType="userD" fact="-1"/>
            <dgm:constr type="bOff" for="ch" forName="fiveDotsPict" refType="userD" fact="-1"/>
            <dgm:constr type="w" for="ch" forName="fiveDotsPict" refType="userD" fact="3.25"/>
            <dgm:constr type="h" for="ch" forName="fiveDotsPict" refType="userD" fact="3.25"/>
          </dgm:constrLst>
        </dgm:if>
        <dgm:else name="Name5">
          <dgm:constrLst>
            <dgm:constr type="userD"/>
            <dgm:constr type="w" for="ch" forName="space1" refType="h"/>
            <dgm:constr type="h" for="ch" forName="space1" refType="h"/>
            <dgm:constr type="l" for="ch" forName="space2"/>
            <dgm:constr type="w" for="ch" forName="space2" refType="h" fact="0.608"/>
            <dgm:constr type="r" for="ch" forName="pictA1" refType="w"/>
            <dgm:constr type="t" for="ch" forName="pictA1"/>
            <dgm:constr type="w" for="ch" forName="pictA1" refType="h"/>
            <dgm:constr type="h" for="ch" forName="pictA1" refType="h"/>
            <dgm:constr type="r" for="ch" forName="pictB1" refType="w"/>
            <dgm:constr type="t" for="ch" forName="pictB1"/>
            <dgm:constr type="w" for="ch" forName="pictB1" refType="h"/>
            <dgm:constr type="h" for="ch" forName="pictB1" refType="h"/>
            <dgm:constr type="r" for="ch" forName="oneDotPict" refType="r" refFor="ch" refForName="pictA1"/>
            <dgm:constr type="b" for="ch" forName="oneDotPict" refType="b" refFor="ch" refForName="pictA1"/>
            <dgm:constr type="rOff" for="ch" forName="oneDotPict" refType="userD" fact="-1"/>
            <dgm:constr type="bOff" for="ch" forName="oneDotPict" refType="userD" fact="-1"/>
            <dgm:constr type="w" for="ch" forName="oneDotPict" refType="userD"/>
            <dgm:constr type="h" for="ch" forName="oneDotPict" refType="userD"/>
            <dgm:constr type="l" for="ch" forName="pictA2"/>
            <dgm:constr type="t" for="ch" forName="pictA2"/>
            <dgm:constr type="w" for="ch" forName="pictA2" refType="h" fact="0.608"/>
            <dgm:constr type="h" for="ch" forName="pictA2" refType="h" fact="0.608"/>
            <dgm:constr type="l" for="ch" forName="pictB2"/>
            <dgm:constr type="t" for="ch" forName="pictB2"/>
            <dgm:constr type="w" for="ch" forName="pictB2" refType="h" fact="0.608"/>
            <dgm:constr type="h" for="ch" forName="pictB2" refType="h" fact="0.608"/>
            <dgm:constr type="r" for="ch" forName="twoDotsPict" refType="r" refFor="ch" refForName="pictA2"/>
            <dgm:constr type="b" for="ch" forName="twoDotsPict" refType="b" refFor="ch" refForName="pictA2"/>
            <dgm:constr type="rOff" for="ch" forName="twoDotsPict" refType="userD" fact="-1"/>
            <dgm:constr type="bOff" for="ch" forName="twoDotsPict" refType="userD" fact="-1"/>
            <dgm:constr type="w" for="ch" forName="twoDotsPict" refType="userD" fact="2.5"/>
            <dgm:constr type="h" for="ch" forName="twoDotsPict" refType="userD"/>
            <dgm:constr type="l" for="ch" forName="pictA3"/>
            <dgm:constr type="b" for="ch" forName="pictA3" refType="h"/>
            <dgm:constr type="w" for="ch" forName="pictA3" refType="h" fact="0.371"/>
            <dgm:constr type="h" for="ch" forName="pictA3" refType="h" fact="0.371"/>
            <dgm:constr type="l" for="ch" forName="pictB3"/>
            <dgm:constr type="b" for="ch" forName="pictB3" refType="h"/>
            <dgm:constr type="w" for="ch" forName="pictB3" refType="h" fact="0.371"/>
            <dgm:constr type="h" for="ch" forName="pictB3" refType="h" fact="0.371"/>
            <dgm:constr type="r" for="ch" forName="threeDotsPict" refType="r" refFor="ch" refForName="pictA3"/>
            <dgm:constr type="b" for="ch" forName="threeDotsPict" refType="b" refFor="ch" refForName="pictA3"/>
            <dgm:constr type="rOff" for="ch" forName="threeDotsPict" refType="userD" fact="-1"/>
            <dgm:constr type="bOff" for="ch" forName="threeDotsPict" refType="userD" fact="-1"/>
            <dgm:constr type="w" for="ch" forName="threeDotsPict" refType="userD" fact="3.25"/>
            <dgm:constr type="h" for="ch" forName="threeDotsPict" refType="userD" fact="3.25"/>
            <dgm:constr type="r" for="ch" forName="pictA4" refType="r" refFor="ch" refForName="space2"/>
            <dgm:constr type="b" for="ch" forName="pictA4" refType="h"/>
            <dgm:constr type="w" for="ch" forName="pictA4" refType="h" fact="0.216"/>
            <dgm:constr type="h" for="ch" forName="pictA4" refType="h" fact="0.216"/>
            <dgm:constr type="r" for="ch" forName="pictB4" refType="r" refFor="ch" refForName="space2"/>
            <dgm:constr type="b" for="ch" forName="pictB4" refType="h"/>
            <dgm:constr type="w" for="ch" forName="pictB4" refType="h" fact="0.216"/>
            <dgm:constr type="h" for="ch" forName="pictB4" refType="h" fact="0.216"/>
            <dgm:constr type="r" for="ch" forName="fourDotsPict" refType="r" refFor="ch" refForName="pictA4"/>
            <dgm:constr type="b" for="ch" forName="fourDotsPict" refType="b" refFor="ch" refForName="pictA4"/>
            <dgm:constr type="rOff" for="ch" forName="fourDotsPict" refType="userD" fact="-1"/>
            <dgm:constr type="bOff" for="ch" forName="fourDotsPict" refType="userD" fact="-1"/>
            <dgm:constr type="w" for="ch" forName="fourDotsPict" refType="userD" fact="2.5"/>
            <dgm:constr type="h" for="ch" forName="fourDotsPict" refType="userD" fact="2.5"/>
            <dgm:constr type="r" for="ch" forName="pictA5" refType="r" refFor="ch" refForName="space2"/>
            <dgm:constr type="t" for="ch" forName="pictA5" refType="h" fact="0.629"/>
            <dgm:constr type="w" for="ch" forName="pictA5" refType="h" fact="0.216"/>
            <dgm:constr type="h" for="ch" forName="pictA5" refType="h" fact="0.133"/>
            <dgm:constr type="r" for="ch" forName="pictB5" refType="r" refFor="ch" refForName="space2"/>
            <dgm:constr type="t" for="ch" forName="pictB5" refType="h" fact="0.629"/>
            <dgm:constr type="w" for="ch" forName="pictB5" refType="h" fact="0.216"/>
            <dgm:constr type="h" for="ch" forName="pictB5" refType="h" fact="0.133"/>
            <dgm:constr type="r" for="ch" forName="fiveDotsPict" refType="r" refFor="ch" refForName="pictA5"/>
            <dgm:constr type="b" for="ch" forName="fiveDotsPict" refType="b" refFor="ch" refForName="pictA5"/>
            <dgm:constr type="rOff" for="ch" forName="fiveDotsPict" refType="userD" fact="-1"/>
            <dgm:constr type="bOff" for="ch" forName="fiveDotsPict" refType="userD" fact="-1"/>
            <dgm:constr type="w" for="ch" forName="fiveDotsPict" refType="userD" fact="3.25"/>
            <dgm:constr type="h" for="ch" forName="fiveDotsPict" refType="userD" fact="3.25"/>
          </dgm:constrLst>
        </dgm:else>
      </dgm:choose>
      <dgm:layoutNode name="space1">
        <dgm:alg type="sp"/>
        <dgm:shape xmlns:r="http://schemas.openxmlformats.org/officeDocument/2006/relationships" r:blip="">
          <dgm:adjLst/>
        </dgm:shape>
      </dgm:layoutNode>
      <dgm:layoutNode name="space2">
        <dgm:alg type="sp"/>
        <dgm:shape xmlns:r="http://schemas.openxmlformats.org/officeDocument/2006/relationships" r:blip="">
          <dgm:adjLst/>
        </dgm:shape>
      </dgm:layoutNode>
      <dgm:choose name="Name6">
        <dgm:if name="Name7" axis="ch" ptType="node" func="cnt" op="gte" val="1">
          <dgm:forEach name="Name8" axis="ch" ptType="sibTrans" hideLastTrans="0" cnt="1">
            <dgm:layoutNode name="pictA1">
              <dgm:alg type="sp"/>
              <dgm:shape xmlns:r="http://schemas.openxmlformats.org/officeDocument/2006/relationships" r:blip="">
                <dgm:adjLst/>
              </dgm:shape>
              <dgm:presOf/>
              <dgm:forEach name="Name9" ref="imageRepeat"/>
            </dgm:layoutNode>
            <dgm:layoutNode name="oneDotPict">
              <dgm:alg type="composite"/>
              <dgm:shape xmlns:r="http://schemas.openxmlformats.org/officeDocument/2006/relationships" r:blip="">
                <dgm:adjLst/>
              </dgm:shape>
              <dgm:presOf/>
              <dgm:constrLst>
                <dgm:constr type="userD"/>
                <dgm:constr type="w" for="ch" forName="dotPict_11" refType="userD"/>
                <dgm:constr type="h" for="ch" forName="dotPict_11" refType="userD"/>
              </dgm:constrLst>
              <dgm:layoutNode name="dotPict_11" styleLbl="solidFgAcc1">
                <dgm:alg type="sp"/>
                <dgm:shape xmlns:r="http://schemas.openxmlformats.org/officeDocument/2006/relationships" type="ellipse" r:blip="">
                  <dgm:adjLst/>
                </dgm:shape>
                <dgm:presOf/>
              </dgm:layoutNode>
            </dgm:layoutNode>
          </dgm:forEach>
        </dgm:if>
        <dgm:else name="Name10">
          <dgm:layoutNode name="pictB1" styleLbl="alignNode1">
            <dgm:alg type="sp"/>
            <dgm:shape xmlns:r="http://schemas.openxmlformats.org/officeDocument/2006/relationships" type="rect" r:blip="">
              <dgm:adjLst/>
            </dgm:shape>
            <dgm:presOf/>
          </dgm:layoutNode>
        </dgm:else>
      </dgm:choose>
      <dgm:choose name="Name11">
        <dgm:if name="Name12" axis="ch" ptType="node" func="cnt" op="gte" val="2">
          <dgm:forEach name="Name13" axis="ch" ptType="sibTrans" hideLastTrans="0" st="2" cnt="1">
            <dgm:layoutNode name="pictA2">
              <dgm:alg type="sp"/>
              <dgm:shape xmlns:r="http://schemas.openxmlformats.org/officeDocument/2006/relationships" r:blip="">
                <dgm:adjLst/>
              </dgm:shape>
              <dgm:presOf/>
              <dgm:forEach name="Name14" ref="imageRepeat"/>
            </dgm:layoutNode>
            <dgm:layoutNode name="twoDotsPict">
              <dgm:alg type="composite"/>
              <dgm:shape xmlns:r="http://schemas.openxmlformats.org/officeDocument/2006/relationships" r:blip="">
                <dgm:adjLst/>
              </dgm:shape>
              <dgm:presOf/>
              <dgm:constrLst>
                <dgm:constr type="userD"/>
                <dgm:constr type="w" for="ch" forName="dotPict_21" refType="userD"/>
                <dgm:constr type="h" for="ch" forName="dotPict_21" refType="userD"/>
                <dgm:constr type="l" for="ch" forName="dotPict_22" refType="userD" fact="1.5"/>
                <dgm:constr type="w" for="ch" forName="dotPict_22" refType="userD"/>
                <dgm:constr type="h" for="ch" forName="dotPict_22" refType="userD"/>
              </dgm:constrLst>
              <dgm:layoutNode name="dotPict_21" styleLbl="solidFgAcc1">
                <dgm:alg type="sp"/>
                <dgm:shape xmlns:r="http://schemas.openxmlformats.org/officeDocument/2006/relationships" type="ellipse" r:blip="">
                  <dgm:adjLst/>
                </dgm:shape>
                <dgm:presOf/>
              </dgm:layoutNode>
              <dgm:layoutNode name="dotPict_22" styleLbl="solidFgAcc1">
                <dgm:alg type="sp"/>
                <dgm:shape xmlns:r="http://schemas.openxmlformats.org/officeDocument/2006/relationships" type="ellipse" r:blip="">
                  <dgm:adjLst/>
                </dgm:shape>
                <dgm:presOf/>
              </dgm:layoutNode>
            </dgm:layoutNode>
          </dgm:forEach>
        </dgm:if>
        <dgm:else name="Name15">
          <dgm:layoutNode name="pictB2" styleLbl="alignNode1">
            <dgm:alg type="sp"/>
            <dgm:shape xmlns:r="http://schemas.openxmlformats.org/officeDocument/2006/relationships" type="rect" r:blip="">
              <dgm:adjLst/>
            </dgm:shape>
            <dgm:presOf/>
          </dgm:layoutNode>
        </dgm:else>
      </dgm:choose>
      <dgm:choose name="Name16">
        <dgm:if name="Name17" axis="ch" ptType="node" func="cnt" op="gte" val="3">
          <dgm:forEach name="Name18" axis="ch" ptType="sibTrans" hideLastTrans="0" st="3" cnt="1">
            <dgm:layoutNode name="pictA3">
              <dgm:alg type="sp"/>
              <dgm:shape xmlns:r="http://schemas.openxmlformats.org/officeDocument/2006/relationships" r:blip="">
                <dgm:adjLst/>
              </dgm:shape>
              <dgm:presOf/>
              <dgm:forEach name="Name19" ref="imageRepeat"/>
            </dgm:layoutNode>
            <dgm:layoutNode name="threeDotsPict">
              <dgm:alg type="composite"/>
              <dgm:shape xmlns:r="http://schemas.openxmlformats.org/officeDocument/2006/relationships" r:blip="">
                <dgm:adjLst/>
              </dgm:shape>
              <dgm:presOf/>
              <dgm:constrLst>
                <dgm:constr type="userD"/>
                <dgm:constr type="l" for="ch" forName="dotPict_31"/>
                <dgm:constr type="t" for="ch" forName="dotPict_31" refType="userD" fact="2.25"/>
                <dgm:constr type="w" for="ch" forName="dotPict_31" refType="userD"/>
                <dgm:constr type="h" for="ch" forName="dotPict_31" refType="userD"/>
                <dgm:constr type="l" for="ch" forName="dotPict_32" refType="userD" fact="1.125"/>
                <dgm:constr type="t" for="ch" forName="dotPict_32" refType="userD" fact="1.125"/>
                <dgm:constr type="w" for="ch" forName="dotPict_32" refType="userD"/>
                <dgm:constr type="h" for="ch" forName="dotPict_32" refType="userD"/>
                <dgm:constr type="l" for="ch" forName="dotPict_33" refType="userD" fact="2.25"/>
                <dgm:constr type="t" for="ch" forName="dotPict_33"/>
                <dgm:constr type="w" for="ch" forName="dotPict_33" refType="userD"/>
                <dgm:constr type="h" for="ch" forName="dotPict_33" refType="userD"/>
              </dgm:constrLst>
              <dgm:layoutNode name="dotPict_31" styleLbl="solidFgAcc1">
                <dgm:alg type="sp"/>
                <dgm:shape xmlns:r="http://schemas.openxmlformats.org/officeDocument/2006/relationships" type="ellipse" r:blip="">
                  <dgm:adjLst/>
                </dgm:shape>
                <dgm:presOf/>
              </dgm:layoutNode>
              <dgm:layoutNode name="dotPict_32" styleLbl="solidFgAcc1">
                <dgm:alg type="sp"/>
                <dgm:shape xmlns:r="http://schemas.openxmlformats.org/officeDocument/2006/relationships" type="ellipse" r:blip="">
                  <dgm:adjLst/>
                </dgm:shape>
                <dgm:presOf/>
              </dgm:layoutNode>
              <dgm:layoutNode name="dotPict_33" styleLbl="solidFgAcc1">
                <dgm:alg type="sp"/>
                <dgm:shape xmlns:r="http://schemas.openxmlformats.org/officeDocument/2006/relationships" type="ellipse" r:blip="">
                  <dgm:adjLst/>
                </dgm:shape>
                <dgm:presOf/>
              </dgm:layoutNode>
            </dgm:layoutNode>
          </dgm:forEach>
        </dgm:if>
        <dgm:else name="Name20">
          <dgm:layoutNode name="pictB3" styleLbl="alignNode1">
            <dgm:alg type="sp"/>
            <dgm:shape xmlns:r="http://schemas.openxmlformats.org/officeDocument/2006/relationships" type="rect" r:blip="">
              <dgm:adjLst/>
            </dgm:shape>
            <dgm:presOf/>
          </dgm:layoutNode>
        </dgm:else>
      </dgm:choose>
      <dgm:choose name="Name21">
        <dgm:if name="Name22" axis="ch" ptType="node" func="cnt" op="gte" val="4">
          <dgm:forEach name="Name23" axis="ch" ptType="sibTrans" hideLastTrans="0" st="4" cnt="1">
            <dgm:layoutNode name="pictA4">
              <dgm:alg type="sp"/>
              <dgm:shape xmlns:r="http://schemas.openxmlformats.org/officeDocument/2006/relationships" r:blip="">
                <dgm:adjLst/>
              </dgm:shape>
              <dgm:presOf/>
              <dgm:forEach name="Name24" ref="imageRepeat"/>
            </dgm:layoutNode>
            <dgm:layoutNode name="fourDotsPict">
              <dgm:alg type="composite"/>
              <dgm:shape xmlns:r="http://schemas.openxmlformats.org/officeDocument/2006/relationships" r:blip="">
                <dgm:adjLst/>
              </dgm:shape>
              <dgm:presOf/>
              <dgm:constrLst>
                <dgm:constr type="userD"/>
                <dgm:constr type="w" for="ch" forName="dotPict_41" refType="userD"/>
                <dgm:constr type="h" for="ch" forName="dotPict_41" refType="userD"/>
                <dgm:constr type="l" for="ch" forName="dotPict_42" refType="userD" fact="1.5"/>
                <dgm:constr type="w" for="ch" forName="dotPict_42" refType="userD"/>
                <dgm:constr type="h" for="ch" forName="dotPict_42" refType="userD"/>
                <dgm:constr type="t" for="ch" forName="dotPict_43" refType="userD" fact="1.5"/>
                <dgm:constr type="w" for="ch" forName="dotPict_43" refType="userD"/>
                <dgm:constr type="h" for="ch" forName="dotPict_43" refType="userD"/>
                <dgm:constr type="l" for="ch" forName="dotPict_44" refType="userD" fact="1.5"/>
                <dgm:constr type="t" for="ch" forName="dotPict_44" refType="userD" fact="1.5"/>
                <dgm:constr type="w" for="ch" forName="dotPict_44" refType="userD"/>
                <dgm:constr type="h" for="ch" forName="dotPict_44" refType="userD"/>
              </dgm:constrLst>
              <dgm:layoutNode name="dotPict_41" styleLbl="solidFgAcc1">
                <dgm:alg type="sp"/>
                <dgm:shape xmlns:r="http://schemas.openxmlformats.org/officeDocument/2006/relationships" type="ellipse" r:blip="">
                  <dgm:adjLst/>
                </dgm:shape>
                <dgm:presOf/>
              </dgm:layoutNode>
              <dgm:layoutNode name="dotPict_42" styleLbl="solidFgAcc1">
                <dgm:alg type="sp"/>
                <dgm:shape xmlns:r="http://schemas.openxmlformats.org/officeDocument/2006/relationships" type="ellipse" r:blip="">
                  <dgm:adjLst/>
                </dgm:shape>
                <dgm:presOf/>
              </dgm:layoutNode>
              <dgm:layoutNode name="dotPict_43" styleLbl="solidFgAcc1">
                <dgm:alg type="sp"/>
                <dgm:shape xmlns:r="http://schemas.openxmlformats.org/officeDocument/2006/relationships" type="ellipse" r:blip="">
                  <dgm:adjLst/>
                </dgm:shape>
                <dgm:presOf/>
              </dgm:layoutNode>
              <dgm:layoutNode name="dotPict_44" styleLbl="solidFgAcc1">
                <dgm:alg type="sp"/>
                <dgm:shape xmlns:r="http://schemas.openxmlformats.org/officeDocument/2006/relationships" type="ellipse" r:blip="">
                  <dgm:adjLst/>
                </dgm:shape>
                <dgm:presOf/>
              </dgm:layoutNode>
            </dgm:layoutNode>
          </dgm:forEach>
        </dgm:if>
        <dgm:else name="Name25">
          <dgm:layoutNode name="pictB4" styleLbl="alignNode1">
            <dgm:alg type="sp"/>
            <dgm:shape xmlns:r="http://schemas.openxmlformats.org/officeDocument/2006/relationships" type="rect" r:blip="">
              <dgm:adjLst/>
            </dgm:shape>
            <dgm:presOf/>
          </dgm:layoutNode>
        </dgm:else>
      </dgm:choose>
      <dgm:choose name="Name26">
        <dgm:if name="Name27" axis="ch" ptType="node" func="cnt" op="gte" val="5">
          <dgm:forEach name="Name28" axis="ch" ptType="sibTrans" hideLastTrans="0" st="5" cnt="1">
            <dgm:layoutNode name="pictA5">
              <dgm:alg type="sp"/>
              <dgm:shape xmlns:r="http://schemas.openxmlformats.org/officeDocument/2006/relationships" r:blip="">
                <dgm:adjLst/>
              </dgm:shape>
              <dgm:presOf/>
              <dgm:forEach name="Name29" ref="imageRepeat"/>
            </dgm:layoutNode>
            <dgm:layoutNode name="fiveDotsPict">
              <dgm:alg type="composite"/>
              <dgm:shape xmlns:r="http://schemas.openxmlformats.org/officeDocument/2006/relationships" r:blip="">
                <dgm:adjLst/>
              </dgm:shape>
              <dgm:presOf/>
              <dgm:constrLst>
                <dgm:constr type="userD"/>
                <dgm:constr type="l" for="ch" forName="dotPict_51"/>
                <dgm:constr type="t" for="ch" forName="dotPict_51" refType="userD" fact="2.25"/>
                <dgm:constr type="w" for="ch" forName="dotPict_51" refType="userD"/>
                <dgm:constr type="h" for="ch" forName="dotPict_51" refType="userD"/>
                <dgm:constr type="l" for="ch" forName="dotPict_52" refType="userD" fact="1.125"/>
                <dgm:constr type="t" for="ch" forName="dotPict_52" refType="userD" fact="1.125"/>
                <dgm:constr type="w" for="ch" forName="dotPict_52" refType="userD"/>
                <dgm:constr type="h" for="ch" forName="dotPict_52" refType="userD"/>
                <dgm:constr type="l" for="ch" forName="dotPict_53" refType="userD" fact="2.25"/>
                <dgm:constr type="t" for="ch" forName="dotPict_53"/>
                <dgm:constr type="w" for="ch" forName="dotPict_53" refType="userD"/>
                <dgm:constr type="h" for="ch" forName="dotPict_53" refType="userD"/>
                <dgm:constr type="l" for="ch" forName="dotPict_54"/>
                <dgm:constr type="t" for="ch" forName="dotPict_54"/>
                <dgm:constr type="w" for="ch" forName="dotPict_54" refType="userD"/>
                <dgm:constr type="h" for="ch" forName="dotPict_54" refType="userD"/>
                <dgm:constr type="l" for="ch" forName="dotPict_55" refType="userD" fact="2.25"/>
                <dgm:constr type="t" for="ch" forName="dotPict_55" refType="userD" fact="2.25"/>
                <dgm:constr type="w" for="ch" forName="dotPict_55" refType="userD"/>
                <dgm:constr type="h" for="ch" forName="dotPict_55" refType="userD"/>
              </dgm:constrLst>
              <dgm:layoutNode name="dotPict_51" styleLbl="solidFgAcc1">
                <dgm:alg type="sp"/>
                <dgm:shape xmlns:r="http://schemas.openxmlformats.org/officeDocument/2006/relationships" type="ellipse" r:blip="">
                  <dgm:adjLst/>
                </dgm:shape>
                <dgm:presOf/>
              </dgm:layoutNode>
              <dgm:layoutNode name="dotPict_52" styleLbl="solidFgAcc1">
                <dgm:alg type="sp"/>
                <dgm:shape xmlns:r="http://schemas.openxmlformats.org/officeDocument/2006/relationships" type="ellipse" r:blip="">
                  <dgm:adjLst/>
                </dgm:shape>
                <dgm:presOf/>
              </dgm:layoutNode>
              <dgm:layoutNode name="dotPict_53" styleLbl="solidFgAcc1">
                <dgm:alg type="sp"/>
                <dgm:shape xmlns:r="http://schemas.openxmlformats.org/officeDocument/2006/relationships" type="ellipse" r:blip="">
                  <dgm:adjLst/>
                </dgm:shape>
                <dgm:presOf/>
              </dgm:layoutNode>
              <dgm:layoutNode name="dotPict_54" styleLbl="solidFgAcc1">
                <dgm:alg type="sp"/>
                <dgm:shape xmlns:r="http://schemas.openxmlformats.org/officeDocument/2006/relationships" type="ellipse" r:blip="">
                  <dgm:adjLst/>
                </dgm:shape>
                <dgm:presOf/>
              </dgm:layoutNode>
              <dgm:layoutNode name="dotPict_55" styleLbl="solidFgAcc1">
                <dgm:alg type="sp"/>
                <dgm:shape xmlns:r="http://schemas.openxmlformats.org/officeDocument/2006/relationships" type="ellipse" r:blip="">
                  <dgm:adjLst/>
                </dgm:shape>
                <dgm:presOf/>
              </dgm:layoutNode>
            </dgm:layoutNode>
          </dgm:forEach>
        </dgm:if>
        <dgm:else name="Name30">
          <dgm:layoutNode name="pictB5" styleLbl="alignNode1">
            <dgm:alg type="sp"/>
            <dgm:shape xmlns:r="http://schemas.openxmlformats.org/officeDocument/2006/relationships" type="rect" r:blip="">
              <dgm:adjLst/>
            </dgm:shape>
            <dgm:presOf/>
          </dgm:layoutNode>
        </dgm:else>
      </dgm:choose>
    </dgm:layoutNode>
    <dgm:layoutNode name="txLine">
      <dgm:choose name="Name31">
        <dgm:if name="Name32" func="var" arg="dir" op="equ" val="norm">
          <dgm:alg type="lin">
            <dgm:param type="horzAlign" val="r"/>
          </dgm:alg>
        </dgm:if>
        <dgm:else name="Name33">
          <dgm:alg type="lin">
            <dgm:param type="horzAlign" val="l"/>
            <dgm:param type="linDir" val="fromR"/>
          </dgm:alg>
        </dgm:else>
      </dgm:choose>
      <dgm:constrLst>
        <dgm:constr type="primFontSz" for="ch" ptType="node" op="equ" val="65"/>
        <dgm:constr type="w" for="ch" ptType="node" refType="primFontSz" refFor="ch" refPtType="node" fact="0.5"/>
        <dgm:constr type="h" for="ch" ptType="node" refType="h"/>
      </dgm:constrLst>
      <dgm:ruleLst>
        <dgm:rule type="primFontSz" for="ch" ptType="node" val="5" fact="NaN" max="NaN"/>
      </dgm:ruleLst>
      <dgm:forEach name="Name34" axis="ch" ptType="node">
        <dgm:choose name="Name35">
          <dgm:if name="Name36" axis="self" ptType="node" func="pos" op="equ" val="1">
            <dgm:layoutNode name="oneDotTx">
              <dgm:alg type="composite"/>
              <dgm:shape xmlns:r="http://schemas.openxmlformats.org/officeDocument/2006/relationships" r:blip="">
                <dgm:adjLst/>
              </dgm:shape>
              <dgm:presOf/>
              <dgm:constrLst>
                <dgm:constr type="userD"/>
                <dgm:constr type="w" for="ch" forName="dotTx_11" refType="userD"/>
                <dgm:constr type="h" for="ch" forName="dotTx_11" refType="userD"/>
              </dgm:constrLst>
              <dgm:layoutNode name="dotTx_11" styleLbl="solidFgAcc1">
                <dgm:alg type="sp"/>
                <dgm:shape xmlns:r="http://schemas.openxmlformats.org/officeDocument/2006/relationships" type="ellipse" r:blip="">
                  <dgm:adjLst/>
                </dgm:shape>
                <dgm:presOf/>
              </dgm:layoutNode>
            </dgm:layoutNode>
            <dgm:layoutNode name="Name37" styleLbl="revTx">
              <dgm:varLst>
                <dgm:bulletEnabled val="1"/>
              </dgm:varLst>
              <dgm:alg type="tx"/>
              <dgm:shape xmlns:r="http://schemas.openxmlformats.org/officeDocument/2006/relationships" type="rect" r:blip="">
                <dgm:adjLst/>
              </dgm:shape>
              <dgm:presOf axis="desOrSelf" ptType="node"/>
              <dgm:constrLst>
                <dgm:constr type="tMarg" refType="primFontSz" fact="0.2"/>
                <dgm:constr type="bMarg"/>
              </dgm:constrLst>
              <dgm:ruleLst>
                <dgm:rule type="w" val="INF" fact="NaN" max="NaN"/>
              </dgm:ruleLst>
            </dgm:layoutNode>
          </dgm:if>
          <dgm:if name="Name38" axis="self" ptType="node" func="pos" op="equ" val="2">
            <dgm:layoutNode name="twoDotsTx">
              <dgm:alg type="composite"/>
              <dgm:shape xmlns:r="http://schemas.openxmlformats.org/officeDocument/2006/relationships" r:blip="">
                <dgm:adjLst/>
              </dgm:shape>
              <dgm:presOf/>
              <dgm:constrLst>
                <dgm:constr type="userD"/>
                <dgm:constr type="w" for="ch" forName="dotTx_21" refType="userD"/>
                <dgm:constr type="h" for="ch" forName="dotTx_21" refType="userD"/>
                <dgm:constr type="l" for="ch" forName="dotTx_22" refType="userD" fact="1.5"/>
                <dgm:constr type="w" for="ch" forName="dotTx_22" refType="userD"/>
                <dgm:constr type="h" for="ch" forName="dotTx_22" refType="userD"/>
              </dgm:constrLst>
              <dgm:layoutNode name="dotTx_21" styleLbl="solidFgAcc1">
                <dgm:alg type="sp"/>
                <dgm:shape xmlns:r="http://schemas.openxmlformats.org/officeDocument/2006/relationships" type="ellipse" r:blip="">
                  <dgm:adjLst/>
                </dgm:shape>
                <dgm:presOf/>
              </dgm:layoutNode>
              <dgm:layoutNode name="dotTx_22" styleLbl="solidFgAcc1">
                <dgm:alg type="sp"/>
                <dgm:shape xmlns:r="http://schemas.openxmlformats.org/officeDocument/2006/relationships" type="ellipse" r:blip="">
                  <dgm:adjLst/>
                </dgm:shape>
                <dgm:presOf/>
              </dgm:layoutNode>
            </dgm:layoutNode>
            <dgm:layoutNode name="Name39" styleLbl="revTx">
              <dgm:varLst>
                <dgm:bulletEnabled val="1"/>
              </dgm:varLst>
              <dgm:alg type="tx"/>
              <dgm:shape xmlns:r="http://schemas.openxmlformats.org/officeDocument/2006/relationships" type="rect" r:blip="">
                <dgm:adjLst/>
              </dgm:shape>
              <dgm:presOf axis="desOrSelf" ptType="node"/>
              <dgm:constrLst>
                <dgm:constr type="tMarg" refType="primFontSz" fact="0.2"/>
                <dgm:constr type="bMarg"/>
              </dgm:constrLst>
              <dgm:ruleLst>
                <dgm:rule type="w" val="INF" fact="NaN" max="NaN"/>
              </dgm:ruleLst>
            </dgm:layoutNode>
          </dgm:if>
          <dgm:if name="Name40" axis="self" ptType="node" func="pos" op="equ" val="3">
            <dgm:layoutNode name="threeDotsTx">
              <dgm:alg type="composite"/>
              <dgm:shape xmlns:r="http://schemas.openxmlformats.org/officeDocument/2006/relationships" r:blip="">
                <dgm:adjLst/>
              </dgm:shape>
              <dgm:presOf/>
              <dgm:constrLst>
                <dgm:constr type="userD"/>
                <dgm:constr type="l" for="ch" forName="dotTx_31"/>
                <dgm:constr type="t" for="ch" forName="dotTx_31" refType="userD" fact="2.25"/>
                <dgm:constr type="w" for="ch" forName="dotTx_31" refType="userD"/>
                <dgm:constr type="h" for="ch" forName="dotTx_31" refType="userD"/>
                <dgm:constr type="l" for="ch" forName="dotTx_32" refType="userD" fact="1.125"/>
                <dgm:constr type="t" for="ch" forName="dotTx_32" refType="userD" fact="1.125"/>
                <dgm:constr type="w" for="ch" forName="dotTx_32" refType="userD"/>
                <dgm:constr type="h" for="ch" forName="dotTx_32" refType="userD"/>
                <dgm:constr type="l" for="ch" forName="dotTx_33" refType="userD" fact="2.25"/>
                <dgm:constr type="t" for="ch" forName="dotTx_33"/>
                <dgm:constr type="w" for="ch" forName="dotTx_33" refType="userD"/>
                <dgm:constr type="h" for="ch" forName="dotTx_33" refType="userD"/>
              </dgm:constrLst>
              <dgm:layoutNode name="dotTx_31" styleLbl="solidFgAcc1">
                <dgm:alg type="sp"/>
                <dgm:shape xmlns:r="http://schemas.openxmlformats.org/officeDocument/2006/relationships" type="ellipse" r:blip="">
                  <dgm:adjLst/>
                </dgm:shape>
                <dgm:presOf/>
              </dgm:layoutNode>
              <dgm:layoutNode name="dotTx_32" styleLbl="solidFgAcc1">
                <dgm:alg type="sp"/>
                <dgm:shape xmlns:r="http://schemas.openxmlformats.org/officeDocument/2006/relationships" type="ellipse" r:blip="">
                  <dgm:adjLst/>
                </dgm:shape>
                <dgm:presOf/>
              </dgm:layoutNode>
              <dgm:layoutNode name="dotTx_33" styleLbl="solidFgAcc1">
                <dgm:alg type="sp"/>
                <dgm:shape xmlns:r="http://schemas.openxmlformats.org/officeDocument/2006/relationships" type="ellipse" r:blip="">
                  <dgm:adjLst/>
                </dgm:shape>
                <dgm:presOf/>
              </dgm:layoutNode>
            </dgm:layoutNode>
            <dgm:layoutNode name="Name41" styleLbl="revTx">
              <dgm:varLst>
                <dgm:bulletEnabled val="1"/>
              </dgm:varLst>
              <dgm:alg type="tx"/>
              <dgm:shape xmlns:r="http://schemas.openxmlformats.org/officeDocument/2006/relationships" type="rect" r:blip="">
                <dgm:adjLst/>
              </dgm:shape>
              <dgm:presOf axis="desOrSelf" ptType="node"/>
              <dgm:constrLst>
                <dgm:constr type="tMarg" refType="primFontSz" fact="0.2"/>
                <dgm:constr type="bMarg"/>
              </dgm:constrLst>
              <dgm:ruleLst>
                <dgm:rule type="w" val="INF" fact="NaN" max="NaN"/>
              </dgm:ruleLst>
            </dgm:layoutNode>
          </dgm:if>
          <dgm:if name="Name42" axis="self" ptType="node" func="pos" op="equ" val="4">
            <dgm:layoutNode name="fourDotsTx">
              <dgm:alg type="composite"/>
              <dgm:shape xmlns:r="http://schemas.openxmlformats.org/officeDocument/2006/relationships" r:blip="">
                <dgm:adjLst/>
              </dgm:shape>
              <dgm:presOf/>
              <dgm:constrLst>
                <dgm:constr type="userD"/>
                <dgm:constr type="w" for="ch" forName="dotTx_41" refType="userD"/>
                <dgm:constr type="h" for="ch" forName="dotTx_41" refType="userD"/>
                <dgm:constr type="l" for="ch" forName="dotTx_42" refType="userD" fact="1.5"/>
                <dgm:constr type="w" for="ch" forName="dotTx_42" refType="userD"/>
                <dgm:constr type="h" for="ch" forName="dotTx_42" refType="userD"/>
                <dgm:constr type="t" for="ch" forName="dotTx_43" refType="userD" fact="1.5"/>
                <dgm:constr type="w" for="ch" forName="dotTx_43" refType="userD"/>
                <dgm:constr type="h" for="ch" forName="dotTx_43" refType="userD"/>
                <dgm:constr type="l" for="ch" forName="dotTx_44" refType="userD" fact="1.5"/>
                <dgm:constr type="t" for="ch" forName="dotTx_44" refType="userD" fact="1.5"/>
                <dgm:constr type="w" for="ch" forName="dotTx_44" refType="userD"/>
                <dgm:constr type="h" for="ch" forName="dotTx_44" refType="userD"/>
              </dgm:constrLst>
              <dgm:layoutNode name="dotTx_41" styleLbl="solidFgAcc1">
                <dgm:alg type="sp"/>
                <dgm:shape xmlns:r="http://schemas.openxmlformats.org/officeDocument/2006/relationships" type="ellipse" r:blip="">
                  <dgm:adjLst/>
                </dgm:shape>
                <dgm:presOf/>
              </dgm:layoutNode>
              <dgm:layoutNode name="dotTx_42" styleLbl="solidFgAcc1">
                <dgm:alg type="sp"/>
                <dgm:shape xmlns:r="http://schemas.openxmlformats.org/officeDocument/2006/relationships" type="ellipse" r:blip="">
                  <dgm:adjLst/>
                </dgm:shape>
                <dgm:presOf/>
              </dgm:layoutNode>
              <dgm:layoutNode name="dotTx_43" styleLbl="solidFgAcc1">
                <dgm:alg type="sp"/>
                <dgm:shape xmlns:r="http://schemas.openxmlformats.org/officeDocument/2006/relationships" type="ellipse" r:blip="">
                  <dgm:adjLst/>
                </dgm:shape>
                <dgm:presOf/>
              </dgm:layoutNode>
              <dgm:layoutNode name="dotTx_44" styleLbl="solidFgAcc1">
                <dgm:alg type="sp"/>
                <dgm:shape xmlns:r="http://schemas.openxmlformats.org/officeDocument/2006/relationships" type="ellipse" r:blip="">
                  <dgm:adjLst/>
                </dgm:shape>
                <dgm:presOf/>
              </dgm:layoutNode>
            </dgm:layoutNode>
            <dgm:layoutNode name="Name43" styleLbl="revTx">
              <dgm:varLst>
                <dgm:bulletEnabled val="1"/>
              </dgm:varLst>
              <dgm:alg type="tx"/>
              <dgm:shape xmlns:r="http://schemas.openxmlformats.org/officeDocument/2006/relationships" type="rect" r:blip="">
                <dgm:adjLst/>
              </dgm:shape>
              <dgm:presOf axis="desOrSelf" ptType="node"/>
              <dgm:constrLst>
                <dgm:constr type="tMarg" refType="primFontSz" fact="0.2"/>
                <dgm:constr type="bMarg"/>
              </dgm:constrLst>
              <dgm:ruleLst>
                <dgm:rule type="w" val="INF" fact="NaN" max="NaN"/>
              </dgm:ruleLst>
            </dgm:layoutNode>
          </dgm:if>
          <dgm:if name="Name44" axis="self" ptType="node" func="pos" op="equ" val="5">
            <dgm:layoutNode name="fiveDotsTx">
              <dgm:alg type="composite"/>
              <dgm:shape xmlns:r="http://schemas.openxmlformats.org/officeDocument/2006/relationships" r:blip="">
                <dgm:adjLst/>
              </dgm:shape>
              <dgm:presOf/>
              <dgm:constrLst>
                <dgm:constr type="userD"/>
                <dgm:constr type="l" for="ch" forName="dotTx_51"/>
                <dgm:constr type="t" for="ch" forName="dotTx_51" refType="userD" fact="2.25"/>
                <dgm:constr type="w" for="ch" forName="dotTx_51" refType="userD"/>
                <dgm:constr type="h" for="ch" forName="dotTx_51" refType="userD"/>
                <dgm:constr type="l" for="ch" forName="dotTx_52" refType="userD" fact="1.125"/>
                <dgm:constr type="t" for="ch" forName="dotTx_52" refType="userD" fact="1.125"/>
                <dgm:constr type="w" for="ch" forName="dotTx_52" refType="userD"/>
                <dgm:constr type="h" for="ch" forName="dotTx_52" refType="userD"/>
                <dgm:constr type="l" for="ch" forName="dotTx_53" refType="userD" fact="2.25"/>
                <dgm:constr type="t" for="ch" forName="dotTx_53"/>
                <dgm:constr type="w" for="ch" forName="dotTx_53" refType="userD"/>
                <dgm:constr type="h" for="ch" forName="dotTx_53" refType="userD"/>
                <dgm:constr type="l" for="ch" forName="dotTx_54"/>
                <dgm:constr type="t" for="ch" forName="dotTx_54"/>
                <dgm:constr type="w" for="ch" forName="dotTx_54" refType="userD"/>
                <dgm:constr type="h" for="ch" forName="dotTx_54" refType="userD"/>
                <dgm:constr type="l" for="ch" forName="dotTx_55" refType="userD" fact="2.25"/>
                <dgm:constr type="t" for="ch" forName="dotTx_55" refType="userD" fact="2.25"/>
                <dgm:constr type="w" for="ch" forName="dotTx_55" refType="userD"/>
                <dgm:constr type="h" for="ch" forName="dotTx_55" refType="userD"/>
              </dgm:constrLst>
              <dgm:layoutNode name="dotTx_51" styleLbl="solidFgAcc1">
                <dgm:alg type="sp"/>
                <dgm:shape xmlns:r="http://schemas.openxmlformats.org/officeDocument/2006/relationships" type="ellipse" r:blip="">
                  <dgm:adjLst/>
                </dgm:shape>
                <dgm:presOf/>
              </dgm:layoutNode>
              <dgm:layoutNode name="dotTx_52" styleLbl="solidFgAcc1">
                <dgm:alg type="sp"/>
                <dgm:shape xmlns:r="http://schemas.openxmlformats.org/officeDocument/2006/relationships" type="ellipse" r:blip="">
                  <dgm:adjLst/>
                </dgm:shape>
                <dgm:presOf/>
              </dgm:layoutNode>
              <dgm:layoutNode name="dotTx_53" styleLbl="solidFgAcc1">
                <dgm:alg type="sp"/>
                <dgm:shape xmlns:r="http://schemas.openxmlformats.org/officeDocument/2006/relationships" type="ellipse" r:blip="">
                  <dgm:adjLst/>
                </dgm:shape>
                <dgm:presOf/>
              </dgm:layoutNode>
              <dgm:layoutNode name="dotTx_54" styleLbl="solidFgAcc1">
                <dgm:alg type="sp"/>
                <dgm:shape xmlns:r="http://schemas.openxmlformats.org/officeDocument/2006/relationships" type="ellipse" r:blip="">
                  <dgm:adjLst/>
                </dgm:shape>
                <dgm:presOf/>
              </dgm:layoutNode>
              <dgm:layoutNode name="dotTx_55" styleLbl="solidFgAcc1">
                <dgm:alg type="sp"/>
                <dgm:shape xmlns:r="http://schemas.openxmlformats.org/officeDocument/2006/relationships" type="ellipse" r:blip="">
                  <dgm:adjLst/>
                </dgm:shape>
                <dgm:presOf/>
              </dgm:layoutNode>
            </dgm:layoutNode>
            <dgm:layoutNode name="Name45" styleLbl="revTx">
              <dgm:varLst>
                <dgm:bulletEnabled val="1"/>
              </dgm:varLst>
              <dgm:alg type="tx"/>
              <dgm:shape xmlns:r="http://schemas.openxmlformats.org/officeDocument/2006/relationships" type="rect" r:blip="">
                <dgm:adjLst/>
              </dgm:shape>
              <dgm:presOf axis="desOrSelf" ptType="node"/>
              <dgm:constrLst>
                <dgm:constr type="tMarg" refType="primFontSz" fact="0.2"/>
                <dgm:constr type="bMarg"/>
              </dgm:constrLst>
              <dgm:ruleLst>
                <dgm:rule type="w" val="INF" fact="NaN" max="NaN"/>
              </dgm:ruleLst>
            </dgm:layoutNode>
          </dgm:if>
          <dgm:else name="Name46"/>
        </dgm:choose>
      </dgm:forEach>
    </dgm:layoutNode>
  </dgm:layoutNode>
</dgm:layoutDef>
</file>

<file path=ppt/diagrams/layout141.xml><?xml version="1.0" encoding="utf-8"?>
<dgm:layoutDef xmlns:dgm="http://schemas.openxmlformats.org/drawingml/2006/diagram" xmlns:a="http://schemas.openxmlformats.org/drawingml/2006/main" uniqueId="urn:microsoft.com/office/officeart/2008/layout/CaptionedPictures">
  <dgm:title val=""/>
  <dgm:desc val=""/>
  <dgm:catLst>
    <dgm:cat type="picture" pri="5000"/>
    <dgm:cat type="pictureconvert" pri="50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60" srcId="0" destId="10" srcOrd="0" destOrd="0"/>
        <dgm:cxn modelId="12" srcId="10" destId="11" srcOrd="0" destOrd="0"/>
        <dgm:cxn modelId="7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 modelId="90" srcId="0" destId="40" srcOrd="3" destOrd="0"/>
        <dgm:cxn modelId="42" srcId="40" destId="41" srcOrd="0" destOrd="0"/>
      </dgm:cxnLst>
      <dgm:bg/>
      <dgm:whole/>
    </dgm:dataModel>
  </dgm:clrData>
  <dgm:layoutNode name="Name0">
    <dgm:varLst>
      <dgm:chMax/>
      <dgm:chPref/>
      <dgm:dir/>
    </dgm:varLst>
    <dgm:choose name="Name1">
      <dgm:if name="Name2" func="var" arg="dir" op="equ" val="norm">
        <dgm:alg type="snake">
          <dgm:param type="off" val="ctr"/>
        </dgm:alg>
      </dgm:if>
      <dgm:else name="Name3">
        <dgm:alg type="snake">
          <dgm:param type="grDir" val="tR"/>
          <dgm:param type="off" val="ctr"/>
        </dgm:alg>
      </dgm:else>
    </dgm:choose>
    <dgm:shape xmlns:r="http://schemas.openxmlformats.org/officeDocument/2006/relationships" r:blip="">
      <dgm:adjLst/>
    </dgm:shape>
    <dgm:constrLst>
      <dgm:constr type="primFontSz" for="des" forName="Parent" op="equ"/>
      <dgm:constr type="primFontSz" for="des" forName="Child" refType="primFontSz" refFor="des" refForName="Parent" op="lte"/>
      <dgm:constr type="w" for="ch" forName="composite" refType="w"/>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varLst>
          <dgm:chMax val="1"/>
          <dgm:chPref val="1"/>
        </dgm:varLst>
        <dgm:alg type="composite">
          <dgm:param type="ar" val="0.85"/>
        </dgm:alg>
        <dgm:shape xmlns:r="http://schemas.openxmlformats.org/officeDocument/2006/relationships" r:blip="">
          <dgm:adjLst/>
        </dgm:shape>
        <dgm:constrLst>
          <dgm:constr type="l" for="ch" forName="Accent" refType="w" fact="0"/>
          <dgm:constr type="t" for="ch" forName="Accent" refType="h" fact="0"/>
          <dgm:constr type="w" for="ch" forName="Accent" refType="w"/>
          <dgm:constr type="h" for="ch" forName="Accent" refType="h"/>
          <dgm:constr type="l" for="ch" forName="Image" refType="w" fact="0.05"/>
          <dgm:constr type="t" for="ch" forName="Image" refType="h" fact="0.04"/>
          <dgm:constr type="w" for="ch" forName="Image" refType="w" fact="0.9"/>
          <dgm:constr type="h" for="ch" forName="Image" refType="h" fact="0.65"/>
          <dgm:constr type="l" for="ch" forName="ChildComposite" refType="w" fact="0.05"/>
          <dgm:constr type="t" for="ch" forName="ChildComposite" refType="h" fact="0.69"/>
          <dgm:constr type="w" for="ch" forName="ChildComposite" refType="w" fact="0.9"/>
          <dgm:constr type="h" for="ch" forName="ChildComposite" refType="h" fact="0.27"/>
        </dgm:constrLst>
        <dgm:layoutNode name="Accent" styleLbl="trAlignAcc1">
          <dgm:varLst>
            <dgm:chMax val="0"/>
            <dgm:chPref val="0"/>
          </dgm:varLst>
          <dgm:alg type="sp"/>
          <dgm:shape xmlns:r="http://schemas.openxmlformats.org/officeDocument/2006/relationships" type="rect" r:blip="">
            <dgm:adjLst/>
          </dgm:shape>
          <dgm:presOf/>
        </dgm:layoutNode>
        <dgm:layoutNode name="Image" styleLbl="alignImgPlace1">
          <dgm:varLst>
            <dgm:chMax val="0"/>
            <dgm:chPref val="0"/>
          </dgm:varLst>
          <dgm:alg type="sp"/>
          <dgm:shape xmlns:r="http://schemas.openxmlformats.org/officeDocument/2006/relationships" type="rect" r:blip="" blipPhldr="1">
            <dgm:adjLst/>
          </dgm:shape>
          <dgm:presOf/>
        </dgm:layoutNode>
        <dgm:layoutNode name="ChildComposite">
          <dgm:alg type="composite"/>
          <dgm:shape xmlns:r="http://schemas.openxmlformats.org/officeDocument/2006/relationships" r:blip="">
            <dgm:adjLst/>
          </dgm:shape>
          <dgm:choose name="Name4">
            <dgm:if name="Name5" axis="ch" ptType="node" func="cnt" op="gte" val="1">
              <dgm:constrLst>
                <dgm:constr type="l" for="ch" forName="Parent" refType="w" fact="0"/>
                <dgm:constr type="t" for="ch" forName="Parent" refType="h" fact="0"/>
                <dgm:constr type="w" for="ch" forName="Parent" refType="w"/>
                <dgm:constr type="h" for="ch" forName="Parent" refType="h" fact="0.3704"/>
                <dgm:constr type="l" for="ch" forName="Child" refType="w" fact="0"/>
                <dgm:constr type="t" for="ch" forName="Child" refType="h" fact="0.3704"/>
                <dgm:constr type="w" for="ch" forName="Child" refType="w"/>
                <dgm:constr type="h" for="ch" forName="Child" refType="h" fact="0.6296"/>
              </dgm:constrLst>
            </dgm:if>
            <dgm:else name="Name6">
              <dgm:constrLst>
                <dgm:constr type="l" for="ch" forName="Parent" refType="w" fact="0"/>
                <dgm:constr type="t" for="ch" forName="Parent" refType="h" fact="0"/>
                <dgm:constr type="w" for="ch" forName="Parent" refType="w"/>
                <dgm:constr type="h" for="ch" forName="Parent" refType="h"/>
                <dgm:constr type="l" for="ch" forName="Child" refType="w" fact="0"/>
                <dgm:constr type="t" for="ch" forName="Child" refType="h" fact="0"/>
                <dgm:constr type="w" for="ch" forName="Child" refType="w" fact="0"/>
                <dgm:constr type="h" for="ch" forName="Child" refType="h" fact="0"/>
              </dgm:constrLst>
            </dgm:else>
          </dgm:choose>
          <dgm:layoutNode name="Child" styleLbl="node1">
            <dgm:varLst>
              <dgm:chMax val="0"/>
              <dgm:chPref val="0"/>
              <dgm:bulletEnabled val="1"/>
            </dgm:varLst>
            <dgm:choose name="Name7">
              <dgm:if name="Name8" axis="ch" ptType="node" func="cnt" op="gt" val="1">
                <dgm:alg type="tx">
                  <dgm:param type="parTxLTRAlign" val="l"/>
                  <dgm:param type="parTxRTLAlign" val="r"/>
                  <dgm:param type="txAnchorVert" val="mid"/>
                  <dgm:param type="txAnchorVertCh" val="mid"/>
                </dgm:alg>
              </dgm:if>
              <dgm:else name="Name9">
                <dgm:alg type="tx">
                  <dgm:param type="parTxLTRAlign" val="ctr"/>
                  <dgm:param type="parTxRTLAlign" val="ctr"/>
                  <dgm:param type="shpTxLTRAlignCh" val="l"/>
                  <dgm:param type="shpTxRTLAlignCh" val="r"/>
                  <dgm:param type="txAnchorVert" val="mid"/>
                  <dgm:param type="txAnchorVertCh" val="mid"/>
                </dgm:alg>
              </dgm:else>
            </dgm:choose>
            <dgm:choose name="Name10">
              <dgm:if name="Name11" axis="ch" ptType="node" func="cnt" op="gte" val="1">
                <dgm:shape xmlns:r="http://schemas.openxmlformats.org/officeDocument/2006/relationships" type="rect" r:blip="">
                  <dgm:adjLst/>
                </dgm:shape>
              </dgm:if>
              <dgm:else name="Name12">
                <dgm:shape xmlns:r="http://schemas.openxmlformats.org/officeDocument/2006/relationships" type="rect" r:blip="" hideGeom="1">
                  <dgm:adjLst/>
                </dgm:shape>
              </dgm:else>
            </dgm:choose>
            <dgm:choose name="Name13">
              <dgm:if name="Name14" axis="ch" ptType="node" func="cnt" op="gte" val="1">
                <dgm:presOf axis="des" ptType="node"/>
              </dgm:if>
              <dgm:else name="Name15">
                <dgm:presOf/>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 styleLbl="revTx">
            <dgm:varLst>
              <dgm:chMax val="1"/>
              <dgm:chPref val="0"/>
              <dgm:bulletEnabled val="1"/>
            </dgm:varLst>
            <dgm:alg type="tx">
              <dgm:param type="shpTxLTRAlignCh" val="ctr"/>
              <dgm:param type="txAnchorVert" val="mid"/>
            </dgm:alg>
            <dgm:shape xmlns:r="http://schemas.openxmlformats.org/officeDocument/2006/relationships" type="rect"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142.xml><?xml version="1.0" encoding="utf-8"?>
<dgm:layoutDef xmlns:dgm="http://schemas.openxmlformats.org/drawingml/2006/diagram" xmlns:a="http://schemas.openxmlformats.org/drawingml/2006/main" uniqueId="urn:microsoft.com/office/officeart/2008/layout/BendingPictureCaption">
  <dgm:title val=""/>
  <dgm:desc val=""/>
  <dgm:catLst>
    <dgm:cat type="picture" pri="6000"/>
    <dgm:cat type="pictureconvert" pri="6000"/>
  </dgm:catLst>
  <dgm:sampData>
    <dgm:dataModel>
      <dgm:ptLst>
        <dgm:pt modelId="0" type="doc"/>
        <dgm:pt modelId="1">
          <dgm:prSet phldr="1"/>
        </dgm:pt>
        <dgm:pt modelId="2">
          <dgm:prSet phldr="1"/>
        </dgm:pt>
      </dgm:ptLst>
      <dgm:cxnLst>
        <dgm:cxn modelId="7" srcId="0" destId="1" srcOrd="0" destOrd="0"/>
        <dgm:cxn modelId="8" srcId="0" destId="2" srcOrd="1"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diagram">
    <dgm:varLst>
      <dgm:dir/>
    </dgm:varLst>
    <dgm:choose name="Name0">
      <dgm:if name="Name1" func="var" arg="dir" op="equ" val="norm">
        <dgm:alg type="snake">
          <dgm:param type="off" val="ctr"/>
        </dgm:alg>
      </dgm:if>
      <dgm:else name="Name2">
        <dgm:alg type="snake">
          <dgm:param type="grDir" val="tR"/>
          <dgm:param type="off" val="c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31"/>
        </dgm:alg>
        <dgm:shape xmlns:r="http://schemas.openxmlformats.org/officeDocument/2006/relationships" r:blip="">
          <dgm:adjLst/>
        </dgm:shape>
        <dgm:choose name="Name3">
          <dgm:if name="Name4" func="var" arg="dir" op="equ" val="norm">
            <dgm:constrLst>
              <dgm:constr type="l" for="ch" forName="Image" refType="w" fact="0"/>
              <dgm:constr type="t" for="ch" forName="Image" refType="h" fact="0"/>
              <dgm:constr type="w" for="ch" forName="Image" refType="w" fact="0.94"/>
              <dgm:constr type="h" for="ch" forName="Image" refType="h" fact="0.91"/>
              <dgm:constr type="l" for="ch" forName="Parent" refType="w" fact="0.19"/>
              <dgm:constr type="t" for="ch" forName="Parent" refType="h" fact="0.745"/>
              <dgm:constr type="w" for="ch" forName="Parent" refType="w" fact="0.81"/>
              <dgm:constr type="h" for="ch" forName="Parent" refType="h" fact="0.255"/>
            </dgm:constrLst>
          </dgm:if>
          <dgm:else name="Name5">
            <dgm:constrLst>
              <dgm:constr type="l" for="ch" forName="Image" refType="w" fact="0.06"/>
              <dgm:constr type="t" for="ch" forName="Image" refType="h" fact="0"/>
              <dgm:constr type="w" for="ch" forName="Image" refType="w" fact="0.94"/>
              <dgm:constr type="h" for="ch" forName="Image" refType="h" fact="0.91"/>
              <dgm:constr type="l" for="ch" forName="Parent" refType="w" fact="0"/>
              <dgm:constr type="t" for="ch" forName="Parent" refType="h" fact="0.745"/>
              <dgm:constr type="w" for="ch" forName="Parent" refType="w" fact="0.81"/>
              <dgm:constr type="h" for="ch" forName="Parent" refType="h" fact="0.255"/>
            </dgm:constrLst>
          </dgm:else>
        </dgm:choose>
        <dgm:layoutNode name="Image" styleLbl="bgShp">
          <dgm:alg type="sp"/>
          <dgm:shape xmlns:r="http://schemas.openxmlformats.org/officeDocument/2006/relationships" type="rect" r:blip="" blipPhldr="1">
            <dgm:adjLst/>
          </dgm:shape>
          <dgm:presOf/>
        </dgm:layoutNode>
        <dgm:layoutNode name="Parent" styleLbl="node0">
          <dgm:varLst>
            <dgm:bulletEnabled val="1"/>
          </dgm:varLst>
          <dgm:alg type="tx">
            <dgm:param type="txAnchorVertCh" val="mid"/>
            <dgm:param type="shpTxRTLAlignCh" val="r"/>
            <dgm:param type="lnSpAfParP" val="5"/>
          </dgm:alg>
          <dgm:shape xmlns:r="http://schemas.openxmlformats.org/officeDocument/2006/relationships" type="rect" r:blip="">
            <dgm:adjLst/>
          </dgm:shape>
          <dgm:presOf axis="desOr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143.xml><?xml version="1.0" encoding="utf-8"?>
<dgm:layoutDef xmlns:dgm="http://schemas.openxmlformats.org/drawingml/2006/diagram" xmlns:a="http://schemas.openxmlformats.org/drawingml/2006/main" uniqueId="urn:microsoft.com/office/officeart/2011/layout/Picture Frame">
  <dgm:title val="Picture Frame"/>
  <dgm:desc val="Use to show pictures and the corresponding Level 1 text, both displayed in an offset frame. Works best with Level 1 text only."/>
  <dgm:catLst>
    <dgm:cat type="picture" pri="6500"/>
    <dgm:cat type="officeonline" pri="100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dir/>
    </dgm:varLst>
    <dgm:choose name="Name1">
      <dgm:if name="Name2" func="var" arg="dir" op="equ" val="norm">
        <dgm:alg type="snake">
          <dgm:param type="off" val="ctr"/>
        </dgm:alg>
      </dgm:if>
      <dgm:else name="Name3">
        <dgm:alg type="snake">
          <dgm:param type="grDir" val="tR"/>
          <dgm:param type="off" val="c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4927"/>
        </dgm:alg>
        <dgm:shape xmlns:r="http://schemas.openxmlformats.org/officeDocument/2006/relationships" r:blip="">
          <dgm:adjLst/>
        </dgm:shape>
        <dgm:choose name="Name4">
          <dgm:if name="Name5" func="var" arg="dir" op="equ" val="norm">
            <dgm:constrLst>
              <dgm:constr type="l" for="ch" forName="ParentText" refType="w" fact="0"/>
              <dgm:constr type="t" for="ch" forName="ParentText" refType="h" fact="0.85"/>
              <dgm:constr type="w" for="ch" forName="ParentText" refType="w" fact="0.926"/>
              <dgm:constr type="h" for="ch" forName="ParentText" refType="h" fact="0.1463"/>
              <dgm:constr type="l" for="ch" forName="Accent1" refType="w" fact="0"/>
              <dgm:constr type="t" for="ch" forName="Accent1" refType="h" fact="0.1104"/>
              <dgm:constr type="w" for="ch" forName="Accent1" refType="w" fact="0.9276"/>
              <dgm:constr type="h" for="ch" forName="Accent1" refType="h" fact="0.8896"/>
              <dgm:constr type="l" for="ch" forName="Image" refType="w" fact="0.0721"/>
              <dgm:constr type="t" for="ch" forName="Image" refType="h" fact="0"/>
              <dgm:constr type="w" for="ch" forName="Image" refType="w" fact="0.9279"/>
              <dgm:constr type="h" for="ch" forName="Image" refType="h" fact="0.855"/>
            </dgm:constrLst>
          </dgm:if>
          <dgm:else name="Name6">
            <dgm:constrLst>
              <dgm:constr type="l" for="ch" forName="ParentText" refType="w" fact="0.0837"/>
              <dgm:constr type="t" for="ch" forName="ParentText" refType="h" fact="0.84"/>
              <dgm:constr type="w" for="ch" forName="ParentText" refType="w" fact="0.9163"/>
              <dgm:constr type="h" for="ch" forName="ParentText" refType="h" fact="0.1463"/>
              <dgm:constr type="l" for="ch" forName="Accent1" refType="w" fact="0.0724"/>
              <dgm:constr type="t" for="ch" forName="Accent1" refType="h" fact="0.1104"/>
              <dgm:constr type="w" for="ch" forName="Accent1" refType="w" fact="0.9276"/>
              <dgm:constr type="h" for="ch" forName="Accent1" refType="h" fact="0.8896"/>
              <dgm:constr type="l" for="ch" forName="Image" refType="w" fact="0"/>
              <dgm:constr type="t" for="ch" forName="Image" refType="h" fact="0"/>
              <dgm:constr type="w" for="ch" forName="Image" refType="w" fact="0.9279"/>
              <dgm:constr type="h" for="ch" forName="Image" refType="h" fact="0.855"/>
            </dgm:constrLst>
          </dgm:else>
        </dgm:choose>
        <dgm:layoutNode name="ParentText" styleLbl="revTx">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
            <dgm:constr type="bMarg" refType="primFontSz" fact="0"/>
          </dgm:constrLst>
          <dgm:ruleLst>
            <dgm:rule type="primFontSz" val="5" fact="NaN" max="NaN"/>
          </dgm:ruleLst>
        </dgm:layoutNode>
        <dgm:layoutNode name="Accent1" styleLbl="parChTrans1D1">
          <dgm:alg type="sp"/>
          <dgm:shape xmlns:r="http://schemas.openxmlformats.org/officeDocument/2006/relationships" type="rect" r:blip="" zOrderOff="10">
            <dgm:adjLst/>
          </dgm:shape>
          <dgm:presOf/>
        </dgm:layoutNode>
        <dgm:layoutNode name="Image" styleLbl="alignImgPlace1">
          <dgm:alg type="sp"/>
          <dgm:shape xmlns:r="http://schemas.openxmlformats.org/officeDocument/2006/relationships" type="rect" r:blip="" zOrderOff="-15"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144.xml><?xml version="1.0" encoding="utf-8"?>
<dgm:layoutDef xmlns:dgm="http://schemas.openxmlformats.org/drawingml/2006/diagram" xmlns:a="http://schemas.openxmlformats.org/drawingml/2006/main" uniqueId="urn:microsoft.com/office/officeart/2008/layout/BendingPictureSemiTransparentText">
  <dgm:title val=""/>
  <dgm:desc val=""/>
  <dgm:catLst>
    <dgm:cat type="picture" pri="7000"/>
    <dgm:cat type="pictureconvert" pri="70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h" fact="1.19"/>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1667"/>
        </dgm:alg>
        <dgm:shape xmlns:r="http://schemas.openxmlformats.org/officeDocument/2006/relationships" r:blip="">
          <dgm:adjLst/>
        </dgm:shape>
        <dgm:constrLst>
          <dgm:constr type="l" for="ch" forName="rect1" refType="w" fact="0"/>
          <dgm:constr type="t" for="ch" forName="rect1" refType="h" fact="0"/>
          <dgm:constr type="w" for="ch" forName="rect1" refType="w"/>
          <dgm:constr type="h" for="ch" forName="rect1" refType="h"/>
          <dgm:constr type="l" for="ch" forName="rect2" refType="w" fact="0"/>
          <dgm:constr type="t" for="ch" forName="rect2" refType="h" fact="0.7"/>
          <dgm:constr type="w" for="ch" forName="rect2" refType="w"/>
          <dgm:constr type="h" for="ch" forName="rect2" refType="h" fact="0.24"/>
        </dgm:constrLst>
        <dgm:layoutNode name="rect1" styleLbl="bgShp">
          <dgm:alg type="sp"/>
          <dgm:shape xmlns:r="http://schemas.openxmlformats.org/officeDocument/2006/relationships" type="rect" r:blip="" blipPhldr="1">
            <dgm:adjLst/>
          </dgm:shape>
          <dgm:presOf/>
        </dgm:layoutNode>
        <dgm:layoutNode name="rect2" styleLbl="trBgShp">
          <dgm:varLst>
            <dgm:bulletEnabled val="1"/>
          </dgm:varLst>
          <dgm:alg type="tx">
            <dgm:param type="txAnchorVertCh" val="mid"/>
          </dgm:alg>
          <dgm:shape xmlns:r="http://schemas.openxmlformats.org/officeDocument/2006/relationships" type="rect" r:blip="">
            <dgm:adjLst/>
          </dgm:shape>
          <dgm:presOf axis="desOrSelf" ptType="nod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145.xml><?xml version="1.0" encoding="utf-8"?>
<dgm:layoutDef xmlns:dgm="http://schemas.openxmlformats.org/drawingml/2006/diagram" xmlns:a="http://schemas.openxmlformats.org/drawingml/2006/main" uniqueId="urn:microsoft.com/office/officeart/2008/layout/BendingPictureBlocks">
  <dgm:title val=""/>
  <dgm:desc val=""/>
  <dgm:catLst>
    <dgm:cat type="picture" pri="8000"/>
    <dgm:cat type="pictureconvert" pri="80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dir/>
      <dgm:resizeHandles/>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h" fact="1.61"/>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3908"/>
        </dgm:alg>
        <dgm:shape xmlns:r="http://schemas.openxmlformats.org/officeDocument/2006/relationships" r:blip="">
          <dgm:adjLst/>
        </dgm:shape>
        <dgm:choose name="Name4">
          <dgm:if name="Name5" func="var" arg="dir" op="equ" val="norm">
            <dgm:constrLst>
              <dgm:constr type="l" for="ch" forName="rect1" refType="w" fact="0.3"/>
              <dgm:constr type="t" for="ch" forName="rect1" refType="h" fact="0"/>
              <dgm:constr type="w" for="ch" forName="rect1" refType="h" fact="1.12"/>
              <dgm:constr type="h" for="ch" forName="rect1" refType="h" fact="0.942"/>
              <dgm:constr type="l" for="ch" forName="rect2" refType="w" fact="0"/>
              <dgm:constr type="t" for="ch" forName="rect2" refType="h" fact="0.396"/>
              <dgm:constr type="w" for="ch" forName="rect2" refType="h" fact="0.607"/>
              <dgm:constr type="h" for="ch" forName="rect2" refType="h" fact="0.607"/>
            </dgm:constrLst>
          </dgm:if>
          <dgm:else name="Name6">
            <dgm:constrLst>
              <dgm:constr type="l" for="ch" forName="rect1" refType="w" fact="0"/>
              <dgm:constr type="t" for="ch" forName="rect1" refType="h" fact="0"/>
              <dgm:constr type="w" for="ch" forName="rect1" refType="h" fact="1.12"/>
              <dgm:constr type="h" for="ch" forName="rect1" refType="h" fact="0.942"/>
              <dgm:constr type="l" for="ch" forName="rect2" refType="w" fact="0.63"/>
              <dgm:constr type="t" for="ch" forName="rect2" refType="h" fact="0.396"/>
              <dgm:constr type="w" for="ch" forName="rect2" refType="h" fact="0.607"/>
              <dgm:constr type="h" for="ch" forName="rect2" refType="h" fact="0.607"/>
            </dgm:constrLst>
          </dgm:else>
        </dgm:choose>
        <dgm:layoutNode name="rect1" styleLbl="bgImgPlace1">
          <dgm:alg type="sp"/>
          <dgm:shape xmlns:r="http://schemas.openxmlformats.org/officeDocument/2006/relationships" type="rect" r:blip="" blipPhldr="1">
            <dgm:adjLst/>
          </dgm:shape>
          <dgm:presOf/>
        </dgm:layoutNode>
        <dgm:layoutNode name="rect2" styleLbl="node1">
          <dgm:varLst>
            <dgm:bulletEnabled val="1"/>
          </dgm:varLst>
          <dgm:alg type="tx">
            <dgm:param type="txAnchorVertCh" val="mid"/>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146.xml><?xml version="1.0" encoding="utf-8"?>
<dgm:layoutDef xmlns:dgm="http://schemas.openxmlformats.org/drawingml/2006/diagram" xmlns:a="http://schemas.openxmlformats.org/drawingml/2006/main" uniqueId="urn:microsoft.com/office/officeart/2008/layout/BendingPictureCaptionList">
  <dgm:title val=""/>
  <dgm:desc val=""/>
  <dgm:catLst>
    <dgm:cat type="picture" pri="9000"/>
    <dgm:cat type="pictureconvert" pri="90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w" fact="1.11"/>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
        </dgm:alg>
        <dgm:shape xmlns:r="http://schemas.openxmlformats.org/officeDocument/2006/relationships" r:blip="">
          <dgm:adjLst/>
        </dgm:shape>
        <dgm:choose name="Name4">
          <dgm:if name="Name5" func="var" arg="dir" op="equ" val="norm">
            <dgm:constrLst>
              <dgm:constr type="l" for="ch" forName="rect1" refType="w" fact="0"/>
              <dgm:constr type="t" for="ch" forName="rect1" refType="h" fact="0"/>
              <dgm:constr type="w" for="ch" forName="rect1" refType="w"/>
              <dgm:constr type="h" for="ch" forName="rect1" refType="h" fact="0.8"/>
              <dgm:constr type="l" for="ch" forName="wedgeRectCallout1" refType="w" fact="0.09"/>
              <dgm:constr type="t" for="ch" forName="wedgeRectCallout1" refType="h" fact="0.72"/>
              <dgm:constr type="w" for="ch" forName="wedgeRectCallout1" refType="w" fact="0.89"/>
              <dgm:constr type="h" for="ch" forName="wedgeRectCallout1" refType="h" fact="0.28"/>
            </dgm:constrLst>
          </dgm:if>
          <dgm:else name="Name6">
            <dgm:constrLst>
              <dgm:constr type="l" for="ch" forName="rect1" refType="w" fact="0"/>
              <dgm:constr type="t" for="ch" forName="rect1" refType="h" fact="0"/>
              <dgm:constr type="w" for="ch" forName="rect1" refType="w"/>
              <dgm:constr type="h" for="ch" forName="rect1" refType="h" fact="0.8"/>
              <dgm:constr type="l" for="ch" forName="wedgeRectCallout1" refType="w" fact="0.02"/>
              <dgm:constr type="t" for="ch" forName="wedgeRectCallout1" refType="h" fact="0.72"/>
              <dgm:constr type="w" for="ch" forName="wedgeRectCallout1" refType="w" fact="0.89"/>
              <dgm:constr type="h" for="ch" forName="wedgeRectCallout1" refType="h" fact="0.28"/>
            </dgm:constrLst>
          </dgm:else>
        </dgm:choose>
        <dgm:layoutNode name="rect1" styleLbl="bgImgPlace1">
          <dgm:alg type="sp"/>
          <dgm:shape xmlns:r="http://schemas.openxmlformats.org/officeDocument/2006/relationships" type="rect" r:blip="" blipPhldr="1">
            <dgm:adjLst/>
          </dgm:shape>
          <dgm:presOf/>
        </dgm:layoutNode>
        <dgm:layoutNode name="wedgeRectCallout1" styleLbl="node1">
          <dgm:varLst>
            <dgm:bulletEnabled val="1"/>
          </dgm:varLst>
          <dgm:alg type="tx"/>
          <dgm:choose name="Name7">
            <dgm:if name="Name8" func="var" arg="dir" op="equ" val="norm">
              <dgm:shape xmlns:r="http://schemas.openxmlformats.org/officeDocument/2006/relationships" type="wedgeRectCallout" r:blip="">
                <dgm:adjLst>
                  <dgm:adj idx="1" val="0.2025"/>
                  <dgm:adj idx="2" val="-0.607"/>
                </dgm:adjLst>
              </dgm:shape>
            </dgm:if>
            <dgm:else name="Name9">
              <dgm:shape xmlns:r="http://schemas.openxmlformats.org/officeDocument/2006/relationships" type="wedgeRectCallout" r:blip="">
                <dgm:adjLst>
                  <dgm:adj idx="1" val="-0.2025"/>
                  <dgm:adj idx="2" val="-0.607"/>
                </dgm:adjLst>
              </dgm:shape>
            </dgm:else>
          </dgm:choos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147.xml><?xml version="1.0" encoding="utf-8"?>
<dgm:layoutDef xmlns:dgm="http://schemas.openxmlformats.org/drawingml/2006/diagram" xmlns:a="http://schemas.openxmlformats.org/drawingml/2006/main" uniqueId="urn:microsoft.com/office/officeart/2008/layout/TitledPictureBlocks">
  <dgm:title val=""/>
  <dgm:desc val=""/>
  <dgm:catLst>
    <dgm:cat type="picture" pri="10000"/>
    <dgm:cat type="pictureconvert" pri="100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60" srcId="0" destId="10" srcOrd="0" destOrd="0"/>
        <dgm:cxn modelId="12" srcId="10" destId="11" srcOrd="0" destOrd="0"/>
        <dgm:cxn modelId="7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 modelId="90" srcId="0" destId="40" srcOrd="3" destOrd="0"/>
        <dgm:cxn modelId="42" srcId="40" destId="41" srcOrd="0" destOrd="0"/>
      </dgm:cxnLst>
      <dgm:bg/>
      <dgm:whole/>
    </dgm:dataModel>
  </dgm:clrData>
  <dgm:layoutNode name="rootNode">
    <dgm:varLst>
      <dgm:chMax/>
      <dgm:chPref/>
      <dgm:dir/>
      <dgm:animLvl val="lvl"/>
    </dgm:varLst>
    <dgm:choose name="Name0">
      <dgm:if name="Name1" func="var" arg="dir" op="equ" val="norm">
        <dgm:alg type="snake">
          <dgm:param type="off" val="ctr"/>
          <dgm:param type="grDir" val="tL"/>
        </dgm:alg>
      </dgm:if>
      <dgm:else name="Name2">
        <dgm:alg type="snake">
          <dgm:param type="off" val="ctr"/>
          <dgm:param type="grDir" val="tR"/>
        </dgm:alg>
      </dgm:else>
    </dgm:choose>
    <dgm:shape xmlns:r="http://schemas.openxmlformats.org/officeDocument/2006/relationships" r:blip="">
      <dgm:adjLst/>
    </dgm:shape>
    <dgm:constrLst>
      <dgm:constr type="primFontSz" for="des" forName="ParentText" op="equ"/>
      <dgm:constr type="primFontSz" for="des" forName="ChildText" op="equ"/>
      <dgm:constr type="w" for="ch" forName="composite" refType="w"/>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3787"/>
        </dgm:alg>
        <dgm:shape xmlns:r="http://schemas.openxmlformats.org/officeDocument/2006/relationships" r:blip="">
          <dgm:adjLst/>
        </dgm:shape>
        <dgm:choose name="Name3">
          <dgm:if name="Name4" func="var" arg="dir" op="equ" val="norm">
            <dgm:constrLst>
              <dgm:constr type="l" for="ch" forName="ParentText" refType="w" fact="0"/>
              <dgm:constr type="t" for="ch" forName="ParentText" refType="h" fact="0"/>
              <dgm:constr type="w" for="ch" forName="ParentText" refType="w" fact="0.7457"/>
              <dgm:constr type="h" for="ch" forName="ParentText" refType="h" fact="0.15"/>
              <dgm:constr type="l" for="ch" forName="Image" refType="w" fact="0"/>
              <dgm:constr type="t" for="ch" forName="Image" refType="h" fact="0.1661"/>
              <dgm:constr type="w" for="ch" forName="Image" refType="w" fact="0.7457"/>
              <dgm:constr type="h" for="ch" forName="Image" refType="h" fact="0.8711"/>
              <dgm:constr type="l" for="ch" forName="ChildText" refType="w" fact="0.6464"/>
              <dgm:constr type="t" for="ch" forName="ChildText" refType="h" fact="0.288"/>
              <dgm:constr type="w" for="ch" forName="ChildText" refType="w" fact="0.3536"/>
              <dgm:constr type="h" for="ch" forName="ChildText" refType="h" fact="0.5074"/>
            </dgm:constrLst>
          </dgm:if>
          <dgm:else name="Name5">
            <dgm:constrLst>
              <dgm:constr type="l" for="ch" forName="ParentText" refType="w" fact="0.26"/>
              <dgm:constr type="t" for="ch" forName="ParentText" refType="h" fact="0"/>
              <dgm:constr type="w" for="ch" forName="ParentText" refType="w" fact="0.7457"/>
              <dgm:constr type="h" for="ch" forName="ParentText" refType="h" fact="0.15"/>
              <dgm:constr type="l" for="ch" forName="Image" refType="w" fact="0.26"/>
              <dgm:constr type="t" for="ch" forName="Image" refType="h" fact="0.1661"/>
              <dgm:constr type="w" for="ch" forName="Image" refType="w" fact="0.7446"/>
              <dgm:constr type="h" for="ch" forName="Image" refType="h" fact="0.8711"/>
              <dgm:constr type="l" for="ch" forName="ChildText" refType="w" fact="0"/>
              <dgm:constr type="t" for="ch" forName="ChildText" refType="h" fact="0.288"/>
              <dgm:constr type="w" for="ch" forName="ChildText" refType="w" fact="0.3536"/>
              <dgm:constr type="h" for="ch" forName="ChildText" refType="h" fact="0.5074"/>
            </dgm:constrLst>
          </dgm:else>
        </dgm:choose>
        <dgm:layoutNode name="ParentText" styleLbl="node1">
          <dgm:varLst>
            <dgm:chMax val="1"/>
            <dgm:chPref val="1"/>
            <dgm:bulletEnabled val="1"/>
          </dgm:varLst>
          <dgm:alg type="tx"/>
          <dgm:shape xmlns:r="http://schemas.openxmlformats.org/officeDocument/2006/relationships" type="rect" r:blip="" zOrderOff="10">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Image" styleLbl="bgImgPlace1">
          <dgm:alg type="sp"/>
          <dgm:shape xmlns:r="http://schemas.openxmlformats.org/officeDocument/2006/relationships" type="rect" r:blip="" blipPhldr="1">
            <dgm:adjLst/>
          </dgm:shape>
          <dgm:presOf/>
        </dgm:layoutNode>
        <dgm:layoutNode name="ChildText" styleLbl="fgAcc1">
          <dgm:varLst>
            <dgm:chMax val="0"/>
            <dgm:chPref val="0"/>
            <dgm:bulletEnabled val="1"/>
          </dgm:varLst>
          <dgm:choose name="Name6">
            <dgm:if name="Name7" axis="des" ptType="node" func="cnt" op="equ" val="1">
              <dgm:alg type="tx">
                <dgm:param type="stBulletLvl" val="2"/>
                <dgm:param type="txAnchorVertCh" val="mid"/>
                <dgm:param type="parTxLTRAlign" val="l"/>
              </dgm:alg>
            </dgm:if>
            <dgm:else name="Name8">
              <dgm:alg type="tx">
                <dgm:param type="stBulletLvl" val="1"/>
                <dgm:param type="txAnchorVertCh" val="mid"/>
              </dgm:alg>
            </dgm:else>
          </dgm:choose>
          <dgm:choose name="Name9">
            <dgm:if name="Name10" axis="ch" ptType="node" func="cnt" op="gte" val="1">
              <dgm:shape xmlns:r="http://schemas.openxmlformats.org/officeDocument/2006/relationships" type="roundRect" r:blip="">
                <dgm:adjLst>
                  <dgm:adj idx="1" val="0.1"/>
                </dgm:adjLst>
              </dgm:shape>
              <dgm:presOf axis="des" ptType="node"/>
            </dgm:if>
            <dgm:else name="Name11">
              <dgm:shape xmlns:r="http://schemas.openxmlformats.org/officeDocument/2006/relationships" type="roundRect" r:blip="" hideGeom="1">
                <dgm:adjLst>
                  <dgm:adj idx="1" val="0.1"/>
                </dgm:adjLst>
              </dgm:shape>
              <dgm:presOf/>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148.xml><?xml version="1.0" encoding="utf-8"?>
<dgm:layoutDef xmlns:dgm="http://schemas.openxmlformats.org/drawingml/2006/diagram" xmlns:a="http://schemas.openxmlformats.org/drawingml/2006/main" uniqueId="urn:microsoft.com/office/officeart/2008/layout/PictureGrid">
  <dgm:title val=""/>
  <dgm:desc val=""/>
  <dgm:catLst>
    <dgm:cat type="picture" pri="11000"/>
    <dgm:cat type="pictureconvert" pri="11000"/>
  </dgm:catLst>
  <dgm:samp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dir/>
    </dgm:varLst>
    <dgm:choose name="Name1">
      <dgm:if name="Name2" axis="ch" ptType="node" func="cnt" op="lte" val="4">
        <dgm:choose name="Name3">
          <dgm:if name="Name4" func="var" arg="dir" op="equ" val="norm">
            <dgm:alg type="snake">
              <dgm:param type="off" val="ctr"/>
              <dgm:param type="bkpt" val="fixed"/>
              <dgm:param type="bkPtFixedVal" val="2"/>
            </dgm:alg>
          </dgm:if>
          <dgm:else name="Name5">
            <dgm:alg type="snake">
              <dgm:param type="off" val="ctr"/>
              <dgm:param type="grDir" val="tR"/>
              <dgm:param type="bkpt" val="fixed"/>
              <dgm:param type="bkPtFixedVal" val="2"/>
            </dgm:alg>
          </dgm:else>
        </dgm:choose>
      </dgm:if>
      <dgm:else name="Name6">
        <dgm:choose name="Name7">
          <dgm:if name="Name8" axis="ch" ptType="node" func="cnt" op="lte" val="9">
            <dgm:choose name="Name9">
              <dgm:if name="Name10" func="var" arg="dir" op="equ" val="norm">
                <dgm:alg type="snake">
                  <dgm:param type="off" val="ctr"/>
                  <dgm:param type="bkpt" val="fixed"/>
                  <dgm:param type="bkPtFixedVal" val="3"/>
                </dgm:alg>
              </dgm:if>
              <dgm:else name="Name11">
                <dgm:alg type="snake">
                  <dgm:param type="off" val="ctr"/>
                  <dgm:param type="grDir" val="tR"/>
                  <dgm:param type="bkpt" val="fixed"/>
                  <dgm:param type="bkPtFixedVal" val="3"/>
                </dgm:alg>
              </dgm:else>
            </dgm:choose>
          </dgm:if>
          <dgm:else name="Name12">
            <dgm:choose name="Name13">
              <dgm:if name="Name14" axis="ch" ptType="node" func="cnt" op="lte" val="16">
                <dgm:choose name="Name15">
                  <dgm:if name="Name16" func="var" arg="dir" op="equ" val="norm">
                    <dgm:alg type="snake">
                      <dgm:param type="off" val="ctr"/>
                      <dgm:param type="bkpt" val="fixed"/>
                      <dgm:param type="bkPtFixedVal" val="4"/>
                    </dgm:alg>
                  </dgm:if>
                  <dgm:else name="Name17">
                    <dgm:alg type="snake">
                      <dgm:param type="off" val="ctr"/>
                      <dgm:param type="grDir" val="tR"/>
                      <dgm:param type="bkpt" val="fixed"/>
                      <dgm:param type="bkPtFixedVal" val="4"/>
                    </dgm:alg>
                  </dgm:else>
                </dgm:choose>
              </dgm:if>
              <dgm:else name="Name18">
                <dgm:choose name="Name19">
                  <dgm:if name="Name20" axis="ch" ptType="node" func="cnt" op="lte" val="25">
                    <dgm:choose name="Name21">
                      <dgm:if name="Name22" func="var" arg="dir" op="equ" val="norm">
                        <dgm:alg type="snake">
                          <dgm:param type="off" val="ctr"/>
                          <dgm:param type="bkpt" val="fixed"/>
                          <dgm:param type="bkPtFixedVal" val="5"/>
                        </dgm:alg>
                      </dgm:if>
                      <dgm:else name="Name23">
                        <dgm:alg type="snake">
                          <dgm:param type="off" val="ctr"/>
                          <dgm:param type="grDir" val="tR"/>
                          <dgm:param type="bkpt" val="fixed"/>
                          <dgm:param type="bkPtFixedVal" val="5"/>
                        </dgm:alg>
                      </dgm:else>
                    </dgm:choose>
                  </dgm:if>
                  <dgm:else name="Name24">
                    <dgm:choose name="Name25">
                      <dgm:if name="Name26" func="var" arg="dir" op="equ" val="norm">
                        <dgm:alg type="snake">
                          <dgm:param type="off" val="ctr"/>
                        </dgm:alg>
                      </dgm:if>
                      <dgm:else name="Name27">
                        <dgm:alg type="snake">
                          <dgm:param type="off" val="ctr"/>
                          <dgm:param type="grDir" val="tR"/>
                        </dgm:alg>
                      </dgm:else>
                    </dgm:choose>
                  </dgm:else>
                </dgm:choose>
              </dgm:else>
            </dgm:choose>
          </dgm:else>
        </dgm:choose>
      </dgm:else>
    </dgm:choose>
    <dgm:shape xmlns:r="http://schemas.openxmlformats.org/officeDocument/2006/relationships" r:blip="">
      <dgm:adjLst/>
    </dgm:shape>
    <dgm:constrLst>
      <dgm:constr type="primFontSz" for="des" ptType="node" op="equ" val="65"/>
      <dgm:constr type="w" for="ch" forName="composite" refType="h" fact="0.8"/>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0.7568"/>
        </dgm:alg>
        <dgm:shape xmlns:r="http://schemas.openxmlformats.org/officeDocument/2006/relationships" r:blip="">
          <dgm:adjLst/>
        </dgm:shape>
        <dgm:constrLst>
          <dgm:constr type="l" for="ch" forName="rect1" refType="w" fact="0"/>
          <dgm:constr type="t" for="ch" forName="rect1" refType="h" fact="0.15"/>
          <dgm:constr type="w" for="ch" forName="rect1" refType="w"/>
          <dgm:constr type="h" for="ch" forName="rect1" refType="w"/>
          <dgm:constr type="l" for="ch" forName="rect2" refType="w" fact="0"/>
          <dgm:constr type="t" for="ch" forName="rect2" refType="h" fact="0"/>
          <dgm:constr type="w" for="ch" forName="rect2" refType="w"/>
          <dgm:constr type="h" for="ch" forName="rect2" refType="w" fact="0.15"/>
        </dgm:constrLst>
        <dgm:layoutNode name="rect2" styleLbl="revTx">
          <dgm:varLst>
            <dgm:bulletEnabled val="1"/>
          </dgm:varLst>
          <dgm:alg type="tx">
            <dgm:param type="stBulletLvl" val="3"/>
            <dgm:param type="parTxLTRAlign" val="l"/>
            <dgm:param type="parTxRTLAlign" val="r"/>
            <dgm:param type="txAnchorVert" val="b"/>
            <dgm:param type="txAnchorVertCh" val="b"/>
          </dgm:alg>
          <dgm:shape xmlns:r="http://schemas.openxmlformats.org/officeDocument/2006/relationships" type="rect" r:blip="">
            <dgm:adjLst/>
          </dgm:shape>
          <dgm:presOf axis="desOrSelf" ptType="node"/>
          <dgm:constrLst>
            <dgm:constr type="lMarg" refType="primFontSz" fact="0"/>
            <dgm:constr type="rMarg" refType="primFontSz" fact="0.3"/>
            <dgm:constr type="tMarg" refType="primFontSz" fact="0.3"/>
            <dgm:constr type="bMarg" refType="primFontSz" fact="0"/>
            <dgm:constr type="secFontSz" refType="primFontSz" fact="0.8"/>
          </dgm:constrLst>
          <dgm:ruleLst>
            <dgm:rule type="primFontSz" val="5" fact="NaN" max="NaN"/>
          </dgm:ruleLst>
        </dgm:layoutNode>
        <dgm:layoutNode name="rect1" styleLbl="alignImgPlace1">
          <dgm:alg type="sp"/>
          <dgm:shape xmlns:r="http://schemas.openxmlformats.org/officeDocument/2006/relationships" type="rect" r:blip=""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149.xml><?xml version="1.0" encoding="utf-8"?>
<dgm:layoutDef xmlns:dgm="http://schemas.openxmlformats.org/drawingml/2006/diagram" xmlns:a="http://schemas.openxmlformats.org/drawingml/2006/main" uniqueId="urn:microsoft.com/office/officeart/2008/layout/PictureAccentBlocks">
  <dgm:title val=""/>
  <dgm:desc val=""/>
  <dgm:catLst>
    <dgm:cat type="picture" pri="12000"/>
    <dgm:cat type="pictureconvert" pri="120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dir/>
    </dgm:varLst>
    <dgm:choose name="Name1">
      <dgm:if name="Name2" axis="ch" ptType="node" func="cnt" op="gt" val="5">
        <dgm:choose name="Name3">
          <dgm:if name="Name4" func="var" arg="dir" op="equ" val="norm">
            <dgm:alg type="snake">
              <dgm:param type="grDir" val="bL"/>
              <dgm:param type="bkpt" val="fixed"/>
              <dgm:param type="bkPtFixedVal" val="3"/>
              <dgm:param type="off" val="off"/>
              <dgm:param type="horzAlign" val="r"/>
              <dgm:param type="vertAlign" val="b"/>
            </dgm:alg>
          </dgm:if>
          <dgm:else name="Name5">
            <dgm:alg type="snake">
              <dgm:param type="grDir" val="bR"/>
              <dgm:param type="bkpt" val="fixed"/>
              <dgm:param type="bkPtFixedVal" val="3"/>
              <dgm:param type="off" val="off"/>
              <dgm:param type="horzAlign" val="l"/>
              <dgm:param type="vertAlign" val="b"/>
            </dgm:alg>
          </dgm:else>
        </dgm:choose>
      </dgm:if>
      <dgm:else name="Name6">
        <dgm:choose name="Name7">
          <dgm:if name="Name8" func="var" arg="dir" op="equ" val="norm">
            <dgm:alg type="snake">
              <dgm:param type="grDir" val="bL"/>
              <dgm:param type="bkpt" val="fixed"/>
              <dgm:param type="bkPtFixedVal" val="2"/>
              <dgm:param type="off" val="off"/>
              <dgm:param type="horzAlign" val="r"/>
              <dgm:param type="vertAlign" val="b"/>
            </dgm:alg>
          </dgm:if>
          <dgm:else name="Name9">
            <dgm:alg type="snake">
              <dgm:param type="grDir" val="bR"/>
              <dgm:param type="bkpt" val="fixed"/>
              <dgm:param type="bkPtFixedVal" val="2"/>
              <dgm:param type="off" val="off"/>
              <dgm:param type="horzAlign" val="l"/>
              <dgm:param type="vertAlign" val="b"/>
            </dgm:alg>
          </dgm:else>
        </dgm:choose>
      </dgm:else>
    </dgm:choose>
    <dgm:shape xmlns:r="http://schemas.openxmlformats.org/officeDocument/2006/relationships" r:blip="">
      <dgm:adjLst/>
    </dgm:shape>
    <dgm:constrLst>
      <dgm:constr type="alignOff" val="1"/>
      <dgm:constr type="primFontSz" for="des" ptType="node" op="equ" val="65"/>
      <dgm:constr type="w" for="ch" forName="composite" refType="w"/>
      <dgm:constr type="h" for="ch" forName="composite" refType="h"/>
      <dgm:constr type="sp" refType="w" refFor="ch" refForName="composite" op="equ" fact="0.113"/>
      <dgm:constr type="w" for="ch" forName="sibTrans" refType="w" refFor="ch" refForName="composite" op="equ" fact="0.0001"/>
      <dgm:constr type="h" for="ch" forName="sibTrans" refType="w" refFor="ch" refForName="sibTrans" op="equ"/>
    </dgm:constrLst>
    <dgm:forEach name="nodesForEach" axis="ch" ptType="node">
      <dgm:layoutNode name="composite">
        <dgm:alg type="composite">
          <dgm:param type="ar" val="1.2"/>
        </dgm:alg>
        <dgm:shape xmlns:r="http://schemas.openxmlformats.org/officeDocument/2006/relationships" r:blip="">
          <dgm:adjLst/>
        </dgm:shape>
        <dgm:choose name="Name10">
          <dgm:if name="Name11" func="var" arg="dir" op="equ" val="norm">
            <dgm:constrLst>
              <dgm:constr type="l" for="ch" forName="Image" refType="w" refFor="ch" refForName="Image" fact="0.2"/>
              <dgm:constr type="t" for="ch" forName="Image" refType="h" fact="0"/>
              <dgm:constr type="h" for="ch" forName="Image" refType="h"/>
              <dgm:constr type="w" for="ch" forName="Image" refType="h" refFor="ch" refForName="Image" op="equ"/>
              <dgm:constr type="l" for="ch" forName="Parent" refType="w" fact="0"/>
              <dgm:constr type="t" for="ch" forName="Parent" refType="h" fact="0"/>
              <dgm:constr type="w" for="ch" forName="Parent" refType="h" refFor="ch" refForName="Image" op="equ" fact="0.2"/>
              <dgm:constr type="h" for="ch" forName="Parent" refType="h" refFor="ch" refForName="Image" op="equ"/>
            </dgm:constrLst>
          </dgm:if>
          <dgm:else name="Name12">
            <dgm:constrLst>
              <dgm:constr type="l" for="ch" forName="Image" refType="w" fact="0"/>
              <dgm:constr type="t" for="ch" forName="Image" refType="h" fact="0"/>
              <dgm:constr type="h" for="ch" forName="Image" refType="h"/>
              <dgm:constr type="w" for="ch" forName="Image" refType="h" refFor="ch" refForName="Image" op="equ"/>
              <dgm:constr type="l" for="ch" forName="Parent" refType="w" refFor="ch" refForName="Image"/>
              <dgm:constr type="t" for="ch" forName="Parent" refType="h" fact="0"/>
              <dgm:constr type="w" for="ch" forName="Parent" refType="w" refFor="ch" refForName="Image" fact="0.2"/>
              <dgm:constr type="h" for="ch" forName="Parent" refType="h" refFor="ch" refForName="Image"/>
            </dgm:constrLst>
          </dgm:else>
        </dgm:choose>
        <dgm:layoutNode name="Image" styleLbl="alignNode1">
          <dgm:alg type="sp"/>
          <dgm:shape xmlns:r="http://schemas.openxmlformats.org/officeDocument/2006/relationships" type="rect" r:blip="" blipPhldr="1">
            <dgm:adjLst/>
          </dgm:shape>
          <dgm:presOf/>
        </dgm:layoutNode>
        <dgm:layoutNode name="Parent" styleLbl="revTx">
          <dgm:varLst>
            <dgm:bulletEnabled val="1"/>
          </dgm:varLst>
          <dgm:alg type="tx">
            <dgm:param type="parTxLTRAlign" val="l"/>
            <dgm:param type="txAnchorVert" val="b"/>
            <dgm:param type="txAnchorVertCh" val="b"/>
            <dgm:param type="autoTxRot" val="grav"/>
          </dgm:alg>
          <dgm:choose name="Name13">
            <dgm:if name="Name14" func="var" arg="dir" op="equ" val="norm">
              <dgm:shape xmlns:r="http://schemas.openxmlformats.org/officeDocument/2006/relationships" rot="270" type="rect" r:blip="">
                <dgm:adjLst/>
              </dgm:shape>
            </dgm:if>
            <dgm:else name="Name15">
              <dgm:shape xmlns:r="http://schemas.openxmlformats.org/officeDocument/2006/relationships" rot="90" type="rect" r:blip="">
                <dgm:adjLst/>
              </dgm:shape>
            </dgm:else>
          </dgm:choose>
          <dgm:presOf axis="desOr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150.xml><?xml version="1.0" encoding="utf-8"?>
<dgm:layoutDef xmlns:dgm="http://schemas.openxmlformats.org/drawingml/2006/diagram" xmlns:a="http://schemas.openxmlformats.org/drawingml/2006/main" uniqueId="urn:microsoft.com/office/officeart/2011/layout/ThemePictureAccent">
  <dgm:title val="Theme Picture Accent"/>
  <dgm:desc val="Use to show a group of pictures with the first picture being centered and the largest. Can contain up to six Level 1 pictures. Unused pictures do not appear, but remain available if you switch layouts.  Works best with small amounts of text."/>
  <dgm:catLst>
    <dgm:cat type="picture" pri="13250"/>
    <dgm:cat type="officeonline" pri="4000"/>
  </dgm:catLst>
  <dgm:sampData>
    <dgm:dataModel>
      <dgm:ptLst>
        <dgm:pt modelId="0" type="doc"/>
        <dgm:pt modelId="10">
          <dgm:prSet phldr="1"/>
        </dgm:pt>
        <dgm:pt modelId="20">
          <dgm:prSet phldr="1"/>
        </dgm:pt>
        <dgm:pt modelId="30">
          <dgm:prSet phldr="1"/>
        </dgm:pt>
        <dgm:pt modelId="40">
          <dgm:prSet phldr="1"/>
        </dgm:pt>
        <dgm:pt modelId="50">
          <dgm:prSet phldr="1"/>
        </dgm:pt>
        <dgm:pt modelId="60">
          <dgm:prSet phldr="1"/>
        </dgm:pt>
      </dgm:ptLst>
      <dgm:cxnLst>
        <dgm:cxn modelId="70" srcId="0" destId="10" srcOrd="0" destOrd="0"/>
        <dgm:cxn modelId="80" srcId="0" destId="20" srcOrd="1" destOrd="0"/>
        <dgm:cxn modelId="90" srcId="0" destId="30" srcOrd="2" destOrd="0"/>
        <dgm:cxn modelId="100" srcId="0" destId="40" srcOrd="3" destOrd="0"/>
        <dgm:cxn modelId="110" srcId="0" destId="50" srcOrd="4" destOrd="0"/>
        <dgm:cxn modelId="120" srcId="0" destId="60" srcOrd="5"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6"/>
      <dgm:chPref val="6"/>
      <dgm:dir/>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62"/>
            </dgm:alg>
            <dgm:constrLst>
              <dgm:constr type="primFontSz" for="des" forName="Text1" val="65"/>
              <dgm:constr type="l" for="ch" forName="Image1" refType="w" fact="0"/>
              <dgm:constr type="t" for="ch" forName="Image1" refType="h" fact="0"/>
              <dgm:constr type="w" for="ch" forName="Image1" refType="w"/>
              <dgm:constr type="h" for="ch" forName="Image1" refType="h"/>
              <dgm:constr type="l" for="ch" forName="Accent1" refType="w" fact="0.0491"/>
              <dgm:constr type="t" for="ch" forName="Accent1" refType="h" fact="0.0756"/>
              <dgm:constr type="w" for="ch" forName="Accent1" refType="w" fact="0.9035"/>
              <dgm:constr type="h" for="ch" forName="Accent1" refType="h" fact="0.8429"/>
              <dgm:constr type="l" for="ch" forName="Text1" refType="w" fact="0.0491"/>
              <dgm:constr type="t" for="ch" forName="Text1" refType="h" fact="0.6654"/>
              <dgm:constr type="w" for="ch" forName="Text1" refType="w" fact="0.9035"/>
              <dgm:constr type="h" for="ch" forName="Text1" refType="h" fact="0.2548"/>
            </dgm:constrLst>
          </dgm:if>
          <dgm:if name="Name5" axis="ch" ptType="node" func="cnt" op="equ" val="2">
            <dgm:alg type="composite">
              <dgm:param type="ar" val="0.9528"/>
            </dgm:alg>
            <dgm:constrLst>
              <dgm:constr type="primFontSz" for="des" forName="Text1" val="65"/>
              <dgm:constr type="primFontSz" for="des" forName="Text2" refType="primFontSz" refFor="des" refForName="Text1" op="equ"/>
              <dgm:constr type="l" for="ch" forName="Image1" refType="w" fact="0"/>
              <dgm:constr type="t" for="ch" forName="Image1" refType="h" fact="0.4119"/>
              <dgm:constr type="w" for="ch" forName="Image1" refType="w" fact="0.997"/>
              <dgm:constr type="h" for="ch" forName="Image1" refType="h" fact="0.5881"/>
              <dgm:constr type="l" for="ch" forName="Accent1" refType="w" fact="0.049"/>
              <dgm:constr type="t" for="ch" forName="Accent1" refType="h" fact="0.4563"/>
              <dgm:constr type="w" for="ch" forName="Accent1" refType="w" fact="0.9008"/>
              <dgm:constr type="h" for="ch" forName="Accent1" refType="h" fact="0.4958"/>
              <dgm:constr type="l" for="ch" forName="Image2" refType="w" fact="0.6099"/>
              <dgm:constr type="t" for="ch" forName="Image2" refType="h" fact="0"/>
              <dgm:constr type="w" for="ch" forName="Image2" refType="w" fact="0.3901"/>
              <dgm:constr type="h" for="ch" forName="Image2" refType="h" fact="0.3806"/>
              <dgm:constr type="l" for="ch" forName="Accent2" refType="w" fact="0.6338"/>
              <dgm:constr type="t" for="ch" forName="Accent2" refType="h" fact="0.0231"/>
              <dgm:constr type="w" for="ch" forName="Accent2" refType="w" fact="0.3418"/>
              <dgm:constr type="h" for="ch" forName="Accent2" refType="h" fact="0.3343"/>
              <dgm:constr type="l" for="ch" forName="Text1" refType="w" fact="0.049"/>
              <dgm:constr type="t" for="ch" forName="Text1" refType="h" fact="0.8032"/>
              <dgm:constr type="w" for="ch" forName="Text1" refType="w" fact="0.9008"/>
              <dgm:constr type="h" for="ch" forName="Text1" refType="h" fact="0.1499"/>
              <dgm:constr type="l" for="ch" forName="Text2" refType="w" fact="0.6335"/>
              <dgm:constr type="t" for="ch" forName="Text2" refType="h" fact="0.2575"/>
              <dgm:constr type="w" for="ch" forName="Text2" refType="w" fact="0.3418"/>
              <dgm:constr type="h" for="ch" forName="Text2" refType="h" fact="0.0999"/>
            </dgm:constrLst>
          </dgm:if>
          <dgm:if name="Name6" axis="ch" ptType="node" func="cnt" op="equ" val="3">
            <dgm:alg type="composite">
              <dgm:param type="ar" val="1.4351"/>
            </dgm:alg>
            <dgm:constrLst>
              <dgm:constr type="primFontSz" for="des" forName="Text1" val="65"/>
              <dgm:constr type="primFontSz" for="des" forName="Text2" refType="primFontSz" refFor="des" refForName="Text1" op="equ"/>
              <dgm:constr type="primFontSz" for="des" forName="Text3" refType="primFontSz" refFor="des" refForName="Text1" op="equ"/>
              <dgm:constr type="l" for="ch" forName="Image1" refType="w" fact="0"/>
              <dgm:constr type="t" for="ch" forName="Image1" refType="h" fact="0.4119"/>
              <dgm:constr type="w" for="ch" forName="Image1" refType="w" fact="0.6627"/>
              <dgm:constr type="h" for="ch" forName="Image1" refType="h" fact="0.5881"/>
              <dgm:constr type="l" for="ch" forName="Accent1" refType="w" fact="0.0326"/>
              <dgm:constr type="t" for="ch" forName="Accent1" refType="h" fact="0.4563"/>
              <dgm:constr type="w" for="ch" forName="Accent1" refType="w" fact="0.5988"/>
              <dgm:constr type="h" for="ch" forName="Accent1" refType="h" fact="0.4958"/>
              <dgm:constr type="l" for="ch" forName="Image3" refType="w" fact="0.6846"/>
              <dgm:constr type="t" for="ch" forName="Image3" refType="h" fact="0.6397"/>
              <dgm:constr type="w" for="ch" forName="Image3" refType="w" fact="0.3154"/>
              <dgm:constr type="h" for="ch" forName="Image3" refType="h" fact="0.2805"/>
              <dgm:constr type="l" for="ch" forName="Accent3" refType="w" fact="0.7006"/>
              <dgm:constr type="t" for="ch" forName="Accent3" refType="h" fact="0.6629"/>
              <dgm:constr type="w" for="ch" forName="Accent3" refType="w" fact="0.2833"/>
              <dgm:constr type="h" for="ch" forName="Accent3" refType="h" fact="0.2344"/>
              <dgm:constr type="l" for="ch" forName="Image2" refType="w" fact="0.4054"/>
              <dgm:constr type="t" for="ch" forName="Image2" refType="h" fact="0"/>
              <dgm:constr type="w" for="ch" forName="Image2" refType="w" fact="0.2593"/>
              <dgm:constr type="h" for="ch" forName="Image2" refType="h" fact="0.3806"/>
              <dgm:constr type="l" for="ch" forName="Accent2" refType="w" fact="0.4213"/>
              <dgm:constr type="t" for="ch" forName="Accent2" refType="h" fact="0.0231"/>
              <dgm:constr type="w" for="ch" forName="Accent2" refType="w" fact="0.2272"/>
              <dgm:constr type="h" for="ch" forName="Accent2" refType="h" fact="0.3343"/>
              <dgm:constr type="l" for="ch" forName="Text1" refType="w" fact="0.0326"/>
              <dgm:constr type="t" for="ch" forName="Text1" refType="h" fact="0.8032"/>
              <dgm:constr type="w" for="ch" forName="Text1" refType="w" fact="0.5988"/>
              <dgm:constr type="h" for="ch" forName="Text1" refType="h" fact="0.1499"/>
              <dgm:constr type="l" for="ch" forName="Text2" refType="w" fact="0.4211"/>
              <dgm:constr type="t" for="ch" forName="Text2" refType="h" fact="0.2575"/>
              <dgm:constr type="w" for="ch" forName="Text2" refType="w" fact="0.2272"/>
              <dgm:constr type="h" for="ch" forName="Text2" refType="h" fact="0.0999"/>
              <dgm:constr type="l" for="ch" forName="Text3" refType="w" fact="0.7006"/>
              <dgm:constr type="t" for="ch" forName="Text3" refType="h" fact="0.7974"/>
              <dgm:constr type="w" for="ch" forName="Text3" refType="w" fact="0.2833"/>
              <dgm:constr type="h" for="ch" forName="Text3" refType="h" fact="0.0999"/>
            </dgm:constrLst>
          </dgm:if>
          <dgm:if name="Name7" axis="ch" ptType="node" func="cnt" op="equ" val="4">
            <dgm:alg type="composite">
              <dgm:param type="ar" val="1.6922"/>
            </dgm:alg>
            <dgm:constrLst>
              <dgm:constr type="primFontSz" for="des" forName="Text1" val="65"/>
              <dgm:constr type="primFontSz" for="des" forName="Text2" refType="primFontSz" refFor="des" refForName="Text1" op="equ"/>
              <dgm:constr type="primFontSz" for="des" forName="Text3" refType="primFontSz" refFor="des" refForName="Text1" op="equ"/>
              <dgm:constr type="primFontSz" for="des" forName="Text4" refType="primFontSz" refFor="des" refForName="Text1" op="equ"/>
              <dgm:constr type="l" for="ch" forName="Image1" refType="w" fact="0.1498"/>
              <dgm:constr type="t" for="ch" forName="Image1" refType="h" fact="0.4119"/>
              <dgm:constr type="w" for="ch" forName="Image1" refType="w" fact="0.5634"/>
              <dgm:constr type="h" for="ch" forName="Image1" refType="h" fact="0.5881"/>
              <dgm:constr type="l" for="ch" forName="Accent1" refType="w" fact="0.1774"/>
              <dgm:constr type="t" for="ch" forName="Accent1" refType="h" fact="0.4563"/>
              <dgm:constr type="w" for="ch" forName="Accent1" refType="w" fact="0.5091"/>
              <dgm:constr type="h" for="ch" forName="Accent1" refType="h" fact="0.4958"/>
              <dgm:constr type="l" for="ch" forName="Image4" refType="w" fact="0"/>
              <dgm:constr type="t" for="ch" forName="Image4" refType="h" fact="0.7601"/>
              <dgm:constr type="w" for="ch" forName="Image4" refType="w" fact="0.1316"/>
              <dgm:constr type="h" for="ch" forName="Image4" refType="h" fact="0.2262"/>
              <dgm:constr type="l" for="ch" forName="Accent4" refType="w" fact="0.0136"/>
              <dgm:constr type="t" for="ch" forName="Accent4" refType="h" fact="0.7839"/>
              <dgm:constr type="w" for="ch" forName="Accent4" refType="w" fact="0.1045"/>
              <dgm:constr type="h" for="ch" forName="Accent4" refType="h" fact="0.1806"/>
              <dgm:constr type="l" for="ch" forName="Image3" refType="w" fact="0.7318"/>
              <dgm:constr type="t" for="ch" forName="Image3" refType="h" fact="0.6397"/>
              <dgm:constr type="w" for="ch" forName="Image3" refType="w" fact="0.2682"/>
              <dgm:constr type="h" for="ch" forName="Image3" refType="h" fact="0.2805"/>
              <dgm:constr type="l" for="ch" forName="Accent3" refType="w" fact="0.7455"/>
              <dgm:constr type="t" for="ch" forName="Accent3" refType="h" fact="0.6629"/>
              <dgm:constr type="w" for="ch" forName="Accent3" refType="w" fact="0.2409"/>
              <dgm:constr type="h" for="ch" forName="Accent3" refType="h" fact="0.2344"/>
              <dgm:constr type="l" for="ch" forName="Image2" refType="w" fact="0.4944"/>
              <dgm:constr type="t" for="ch" forName="Image2" refType="h" fact="0"/>
              <dgm:constr type="w" for="ch" forName="Image2" refType="w" fact="0.2205"/>
              <dgm:constr type="h" for="ch" forName="Image2" refType="h" fact="0.3806"/>
              <dgm:constr type="l" for="ch" forName="Accent2" refType="w" fact="0.508"/>
              <dgm:constr type="t" for="ch" forName="Accent2" refType="h" fact="0.0231"/>
              <dgm:constr type="w" for="ch" forName="Accent2" refType="w" fact="0.1932"/>
              <dgm:constr type="h" for="ch" forName="Accent2" refType="h" fact="0.3343"/>
              <dgm:constr type="l" for="ch" forName="Text1" refType="w" fact="0.1774"/>
              <dgm:constr type="t" for="ch" forName="Text1" refType="h" fact="0.8032"/>
              <dgm:constr type="w" for="ch" forName="Text1" refType="w" fact="0.5091"/>
              <dgm:constr type="h" for="ch" forName="Text1" refType="h" fact="0.1499"/>
              <dgm:constr type="l" for="ch" forName="Text2" refType="w" fact="0.5078"/>
              <dgm:constr type="t" for="ch" forName="Text2" refType="h" fact="0.2575"/>
              <dgm:constr type="w" for="ch" forName="Text2" refType="w" fact="0.1932"/>
              <dgm:constr type="h" for="ch" forName="Text2" refType="h" fact="0.0999"/>
              <dgm:constr type="l" for="ch" forName="Text3" refType="w" fact="0.7455"/>
              <dgm:constr type="t" for="ch" forName="Text3" refType="h" fact="0.7974"/>
              <dgm:constr type="w" for="ch" forName="Text3" refType="w" fact="0.2409"/>
              <dgm:constr type="h" for="ch" forName="Text3" refType="h" fact="0.0999"/>
              <dgm:constr type="l" for="ch" forName="Text4" refType="w" fact="0.0136"/>
              <dgm:constr type="t" for="ch" forName="Text4" refType="h" fact="0.8647"/>
              <dgm:constr type="w" for="ch" forName="Text4" refType="w" fact="0.1045"/>
              <dgm:constr type="h" for="ch" forName="Text4" refType="h" fact="0.0999"/>
            </dgm:constrLst>
          </dgm:if>
          <dgm:if name="Name8" axis="ch" ptType="node" func="cnt" op="equ" val="5">
            <dgm:alg type="composite">
              <dgm:param type="ar" val="1.1999"/>
            </dgm:alg>
            <dgm:constrLst>
              <dgm:constr type="primFontSz" for="des" forName="Text1" val="65"/>
              <dgm:constr type="primFontSz" for="des" forName="Text2" refType="primFontSz" refFor="des" refForName="Text1" op="equ"/>
              <dgm:constr type="primFontSz" for="des" forName="Text3" refType="primFontSz" refFor="des" refForName="Text1" op="equ"/>
              <dgm:constr type="primFontSz" for="des" forName="Text4" refType="primFontSz" refFor="des" refForName="Text1" op="equ"/>
              <dgm:constr type="primFontSz" for="des" forName="Text5" refType="primFontSz" refFor="des" refForName="Text1" op="equ"/>
              <dgm:constr type="l" for="ch" forName="Image1" refType="w" fact="0.1498"/>
              <dgm:constr type="t" for="ch" forName="Image1" refType="h" fact="0.2921"/>
              <dgm:constr type="w" for="ch" forName="Image1" refType="w" fact="0.5634"/>
              <dgm:constr type="h" for="ch" forName="Image1" refType="h" fact="0.417"/>
              <dgm:constr type="l" for="ch" forName="Accent1" refType="w" fact="0.1774"/>
              <dgm:constr type="t" for="ch" forName="Accent1" refType="h" fact="0.3236"/>
              <dgm:constr type="w" for="ch" forName="Accent1" refType="w" fact="0.5091"/>
              <dgm:constr type="h" for="ch" forName="Accent1" refType="h" fact="0.3515"/>
              <dgm:constr type="l" for="ch" forName="Image4" refType="w" fact="0"/>
              <dgm:constr type="t" for="ch" forName="Image4" refType="h" fact="0.539"/>
              <dgm:constr type="w" for="ch" forName="Image4" refType="w" fact="0.1316"/>
              <dgm:constr type="h" for="ch" forName="Image4" refType="h" fact="0.1604"/>
              <dgm:constr type="l" for="ch" forName="Accent4" refType="w" fact="0.0136"/>
              <dgm:constr type="t" for="ch" forName="Accent4" refType="h" fact="0.5559"/>
              <dgm:constr type="w" for="ch" forName="Accent4" refType="w" fact="0.1045"/>
              <dgm:constr type="h" for="ch" forName="Accent4" refType="h" fact="0.1281"/>
              <dgm:constr type="l" for="ch" forName="Image5" refType="w" fact="0.6287"/>
              <dgm:constr type="t" for="ch" forName="Image5" refType="h" fact="0.7301"/>
              <dgm:constr type="w" for="ch" forName="Image5" refType="w" fact="0.2318"/>
              <dgm:constr type="h" for="ch" forName="Image5" refType="h" fact="0.2699"/>
              <dgm:constr type="l" for="ch" forName="Accent5" refType="w" fact="0.642"/>
              <dgm:constr type="t" for="ch" forName="Accent5" refType="h" fact="0.7467"/>
              <dgm:constr type="w" for="ch" forName="Accent5" refType="w" fact="0.2045"/>
              <dgm:constr type="h" for="ch" forName="Accent5" refType="h" fact="0.2371"/>
              <dgm:constr type="l" for="ch" forName="Image3" refType="w" fact="0.7318"/>
              <dgm:constr type="t" for="ch" forName="Image3" refType="h" fact="0.4536"/>
              <dgm:constr type="w" for="ch" forName="Image3" refType="w" fact="0.2682"/>
              <dgm:constr type="h" for="ch" forName="Image3" refType="h" fact="0.1989"/>
              <dgm:constr type="l" for="ch" forName="Accent3" refType="w" fact="0.7455"/>
              <dgm:constr type="t" for="ch" forName="Accent3" refType="h" fact="0.4701"/>
              <dgm:constr type="w" for="ch" forName="Accent3" refType="w" fact="0.2409"/>
              <dgm:constr type="h" for="ch" forName="Accent3" refType="h" fact="0.1662"/>
              <dgm:constr type="l" for="ch" forName="Image2" refType="w" fact="0.4944"/>
              <dgm:constr type="t" for="ch" forName="Image2" refType="h" fact="0"/>
              <dgm:constr type="w" for="ch" forName="Image2" refType="w" fact="0.2205"/>
              <dgm:constr type="h" for="ch" forName="Image2" refType="h" fact="0.2699"/>
              <dgm:constr type="l" for="ch" forName="Accent2" refType="w" fact="0.508"/>
              <dgm:constr type="t" for="ch" forName="Accent2" refType="h" fact="0.0164"/>
              <dgm:constr type="w" for="ch" forName="Accent2" refType="w" fact="0.1932"/>
              <dgm:constr type="h" for="ch" forName="Accent2" refType="h" fact="0.2371"/>
              <dgm:constr type="l" for="ch" forName="Text1" refType="w" fact="0.1774"/>
              <dgm:constr type="t" for="ch" forName="Text1" refType="h" fact="0.5695"/>
              <dgm:constr type="w" for="ch" forName="Text1" refType="w" fact="0.5091"/>
              <dgm:constr type="h" for="ch" forName="Text1" refType="h" fact="0.1063"/>
              <dgm:constr type="l" for="ch" forName="Text2" refType="w" fact="0.5078"/>
              <dgm:constr type="t" for="ch" forName="Text2" refType="h" fact="0.1826"/>
              <dgm:constr type="w" for="ch" forName="Text2" refType="w" fact="0.1932"/>
              <dgm:constr type="h" for="ch" forName="Text2" refType="h" fact="0.0709"/>
              <dgm:constr type="l" for="ch" forName="Text3" refType="w" fact="0.7455"/>
              <dgm:constr type="t" for="ch" forName="Text3" refType="h" fact="0.5655"/>
              <dgm:constr type="w" for="ch" forName="Text3" refType="w" fact="0.2409"/>
              <dgm:constr type="h" for="ch" forName="Text3" refType="h" fact="0.0709"/>
              <dgm:constr type="l" for="ch" forName="Text5" refType="w" fact="0.642"/>
              <dgm:constr type="t" for="ch" forName="Text5" refType="h" fact="0.9129"/>
              <dgm:constr type="w" for="ch" forName="Text5" refType="w" fact="0.2045"/>
              <dgm:constr type="h" for="ch" forName="Text5" refType="h" fact="0.0709"/>
              <dgm:constr type="l" for="ch" forName="Text4" refType="w" fact="0.0136"/>
              <dgm:constr type="t" for="ch" forName="Text4" refType="h" fact="0.6132"/>
              <dgm:constr type="w" for="ch" forName="Text4" refType="w" fact="0.1045"/>
              <dgm:constr type="h" for="ch" forName="Text4" refType="h" fact="0.0709"/>
            </dgm:constrLst>
          </dgm:if>
          <dgm:else name="Name9">
            <dgm:alg type="composite">
              <dgm:param type="ar" val="1.1999"/>
            </dgm:alg>
            <dgm:constrLst>
              <dgm:constr type="primFontSz" for="des" forName="Text1" val="65"/>
              <dgm:constr type="primFontSz" for="des" forName="Text2" refType="primFontSz" refFor="des" refForName="Text1" op="equ"/>
              <dgm:constr type="primFontSz" for="des" forName="Text3" refType="primFontSz" refFor="des" refForName="Text1" op="equ"/>
              <dgm:constr type="primFontSz" for="des" forName="Text4" refType="primFontSz" refFor="des" refForName="Text1" op="equ"/>
              <dgm:constr type="primFontSz" for="des" forName="Text5" refType="primFontSz" refFor="des" refForName="Text1" op="equ"/>
              <dgm:constr type="primFontSz" for="des" forName="Text6" refType="primFontSz" refFor="des" refForName="Text1" op="equ"/>
              <dgm:constr type="l" for="ch" forName="Image1" refType="w" fact="0.1498"/>
              <dgm:constr type="t" for="ch" forName="Image1" refType="h" fact="0.2921"/>
              <dgm:constr type="w" for="ch" forName="Image1" refType="w" fact="0.5634"/>
              <dgm:constr type="h" for="ch" forName="Image1" refType="h" fact="0.417"/>
              <dgm:constr type="l" for="ch" forName="Accent1" refType="w" fact="0.1774"/>
              <dgm:constr type="t" for="ch" forName="Accent1" refType="h" fact="0.3236"/>
              <dgm:constr type="w" for="ch" forName="Accent1" refType="w" fact="0.5091"/>
              <dgm:constr type="h" for="ch" forName="Accent1" refType="h" fact="0.3515"/>
              <dgm:constr type="l" for="ch" forName="Image4" refType="w" fact="0"/>
              <dgm:constr type="t" for="ch" forName="Image4" refType="h" fact="0.539"/>
              <dgm:constr type="w" for="ch" forName="Image4" refType="w" fact="0.1316"/>
              <dgm:constr type="h" for="ch" forName="Image4" refType="h" fact="0.1604"/>
              <dgm:constr type="l" for="ch" forName="Accent4" refType="w" fact="0.0136"/>
              <dgm:constr type="t" for="ch" forName="Accent4" refType="h" fact="0.5559"/>
              <dgm:constr type="w" for="ch" forName="Accent4" refType="w" fact="0.1045"/>
              <dgm:constr type="h" for="ch" forName="Accent4" refType="h" fact="0.1281"/>
              <dgm:constr type="l" for="ch" forName="Image5" refType="w" fact="0.6287"/>
              <dgm:constr type="t" for="ch" forName="Image5" refType="h" fact="0.7301"/>
              <dgm:constr type="w" for="ch" forName="Image5" refType="w" fact="0.2318"/>
              <dgm:constr type="h" for="ch" forName="Image5" refType="h" fact="0.2699"/>
              <dgm:constr type="l" for="ch" forName="Accent5" refType="w" fact="0.642"/>
              <dgm:constr type="t" for="ch" forName="Accent5" refType="h" fact="0.7467"/>
              <dgm:constr type="w" for="ch" forName="Accent5" refType="w" fact="0.2045"/>
              <dgm:constr type="h" for="ch" forName="Accent5" refType="h" fact="0.2371"/>
              <dgm:constr type="l" for="ch" forName="Image3" refType="w" fact="0.7318"/>
              <dgm:constr type="t" for="ch" forName="Image3" refType="h" fact="0.4536"/>
              <dgm:constr type="w" for="ch" forName="Image3" refType="w" fact="0.2682"/>
              <dgm:constr type="h" for="ch" forName="Image3" refType="h" fact="0.1989"/>
              <dgm:constr type="l" for="ch" forName="Accent3" refType="w" fact="0.7455"/>
              <dgm:constr type="t" for="ch" forName="Accent3" refType="h" fact="0.4701"/>
              <dgm:constr type="w" for="ch" forName="Accent3" refType="w" fact="0.2409"/>
              <dgm:constr type="h" for="ch" forName="Accent3" refType="h" fact="0.1662"/>
              <dgm:constr type="l" for="ch" forName="Image2" refType="w" fact="0.4944"/>
              <dgm:constr type="t" for="ch" forName="Image2" refType="h" fact="0"/>
              <dgm:constr type="w" for="ch" forName="Image2" refType="w" fact="0.2205"/>
              <dgm:constr type="h" for="ch" forName="Image2" refType="h" fact="0.2699"/>
              <dgm:constr type="l" for="ch" forName="Accent2" refType="w" fact="0.508"/>
              <dgm:constr type="t" for="ch" forName="Accent2" refType="h" fact="0.0164"/>
              <dgm:constr type="w" for="ch" forName="Accent2" refType="w" fact="0.1932"/>
              <dgm:constr type="h" for="ch" forName="Accent2" refType="h" fact="0.2371"/>
              <dgm:constr type="l" for="ch" forName="Text1" refType="w" fact="0.1774"/>
              <dgm:constr type="t" for="ch" forName="Text1" refType="h" fact="0.5695"/>
              <dgm:constr type="w" for="ch" forName="Text1" refType="w" fact="0.5091"/>
              <dgm:constr type="h" for="ch" forName="Text1" refType="h" fact="0.1063"/>
              <dgm:constr type="l" for="ch" forName="Image6" refType="w" fact="0.151"/>
              <dgm:constr type="t" for="ch" forName="Image6" refType="h" fact="0.7301"/>
              <dgm:constr type="w" for="ch" forName="Image6" refType="w" fact="0.2361"/>
              <dgm:constr type="h" for="ch" forName="Image6" refType="h" fact="0.1604"/>
              <dgm:constr type="l" for="ch" forName="Accent6" refType="w" fact="0.1648"/>
              <dgm:constr type="t" for="ch" forName="Accent6" refType="h" fact="0.7467"/>
              <dgm:constr type="w" for="ch" forName="Accent6" refType="w" fact="0.2091"/>
              <dgm:constr type="h" for="ch" forName="Accent6" refType="h" fact="0.1281"/>
              <dgm:constr type="l" for="ch" forName="Text2" refType="w" fact="0.5078"/>
              <dgm:constr type="t" for="ch" forName="Text2" refType="h" fact="0.1826"/>
              <dgm:constr type="w" for="ch" forName="Text2" refType="w" fact="0.1932"/>
              <dgm:constr type="h" for="ch" forName="Text2" refType="h" fact="0.0709"/>
              <dgm:constr type="l" for="ch" forName="Text3" refType="w" fact="0.7455"/>
              <dgm:constr type="t" for="ch" forName="Text3" refType="h" fact="0.5655"/>
              <dgm:constr type="w" for="ch" forName="Text3" refType="w" fact="0.2409"/>
              <dgm:constr type="h" for="ch" forName="Text3" refType="h" fact="0.0709"/>
              <dgm:constr type="l" for="ch" forName="Text5" refType="w" fact="0.642"/>
              <dgm:constr type="t" for="ch" forName="Text5" refType="h" fact="0.9129"/>
              <dgm:constr type="w" for="ch" forName="Text5" refType="w" fact="0.2045"/>
              <dgm:constr type="h" for="ch" forName="Text5" refType="h" fact="0.0709"/>
              <dgm:constr type="l" for="ch" forName="Text6" refType="w" fact="0.1648"/>
              <dgm:constr type="t" for="ch" forName="Text6" refType="h" fact="0.8039"/>
              <dgm:constr type="w" for="ch" forName="Text6" refType="w" fact="0.2091"/>
              <dgm:constr type="h" for="ch" forName="Text6" refType="h" fact="0.0709"/>
              <dgm:constr type="l" for="ch" forName="Text4" refType="w" fact="0.0136"/>
              <dgm:constr type="t" for="ch" forName="Text4" refType="h" fact="0.6132"/>
              <dgm:constr type="w" for="ch" forName="Text4" refType="w" fact="0.1045"/>
              <dgm:constr type="h" for="ch" forName="Text4" refType="h" fact="0.0709"/>
            </dgm:constrLst>
          </dgm:else>
        </dgm:choose>
      </dgm:if>
      <dgm:else name="Name10">
        <dgm:choose name="Name11">
          <dgm:if name="Name12" axis="ch" ptType="node" func="cnt" op="equ" val="1">
            <dgm:alg type="composite">
              <dgm:param type="ar" val="1.62"/>
            </dgm:alg>
            <dgm:constrLst>
              <dgm:constr type="primFontSz" for="des" forName="Text1" val="65"/>
              <dgm:constr type="l" for="ch" forName="Image1" refType="w" fact="0"/>
              <dgm:constr type="t" for="ch" forName="Image1" refType="h" fact="0"/>
              <dgm:constr type="w" for="ch" forName="Image1" refType="w"/>
              <dgm:constr type="h" for="ch" forName="Image1" refType="h"/>
              <dgm:constr type="l" for="ch" forName="Accent1" refType="w" fact="0.0491"/>
              <dgm:constr type="t" for="ch" forName="Accent1" refType="h" fact="0.0756"/>
              <dgm:constr type="w" for="ch" forName="Accent1" refType="w" fact="0.9035"/>
              <dgm:constr type="h" for="ch" forName="Accent1" refType="h" fact="0.8429"/>
              <dgm:constr type="l" for="ch" forName="Text1" refType="w" fact="0.0491"/>
              <dgm:constr type="t" for="ch" forName="Text1" refType="h" fact="0.6654"/>
              <dgm:constr type="w" for="ch" forName="Text1" refType="w" fact="0.9035"/>
              <dgm:constr type="h" for="ch" forName="Text1" refType="h" fact="0.2548"/>
            </dgm:constrLst>
          </dgm:if>
          <dgm:if name="Name13" axis="ch" ptType="node" func="cnt" op="equ" val="2">
            <dgm:alg type="composite">
              <dgm:param type="ar" val="0.9528"/>
            </dgm:alg>
            <dgm:constrLst>
              <dgm:constr type="primFontSz" for="des" forName="Text1" val="65"/>
              <dgm:constr type="primFontSz" for="des" forName="Text2" refType="primFontSz" refFor="des" refForName="Text1" op="equ"/>
              <dgm:constr type="r" for="ch" forName="Image1" refType="w"/>
              <dgm:constr type="t" for="ch" forName="Image1" refType="h" fact="0.4119"/>
              <dgm:constr type="w" for="ch" forName="Image1" refType="w" fact="0.997"/>
              <dgm:constr type="h" for="ch" forName="Image1" refType="h" fact="0.5881"/>
              <dgm:constr type="r" for="ch" forName="Accent1" refType="w" fact="0.951"/>
              <dgm:constr type="t" for="ch" forName="Accent1" refType="h" fact="0.4563"/>
              <dgm:constr type="w" for="ch" forName="Accent1" refType="w" fact="0.9008"/>
              <dgm:constr type="h" for="ch" forName="Accent1" refType="h" fact="0.4958"/>
              <dgm:constr type="r" for="ch" forName="Image2" refType="w" fact="0.3901"/>
              <dgm:constr type="t" for="ch" forName="Image2" refType="h" fact="0"/>
              <dgm:constr type="w" for="ch" forName="Image2" refType="w" fact="0.3901"/>
              <dgm:constr type="h" for="ch" forName="Image2" refType="h" fact="0.3806"/>
              <dgm:constr type="r" for="ch" forName="Accent2" refType="w" fact="0.3662"/>
              <dgm:constr type="t" for="ch" forName="Accent2" refType="h" fact="0.0231"/>
              <dgm:constr type="w" for="ch" forName="Accent2" refType="w" fact="0.3418"/>
              <dgm:constr type="h" for="ch" forName="Accent2" refType="h" fact="0.3343"/>
              <dgm:constr type="r" for="ch" forName="Text1" refType="w" fact="0.951"/>
              <dgm:constr type="t" for="ch" forName="Text1" refType="h" fact="0.8032"/>
              <dgm:constr type="w" for="ch" forName="Text1" refType="w" fact="0.9008"/>
              <dgm:constr type="h" for="ch" forName="Text1" refType="h" fact="0.1499"/>
              <dgm:constr type="r" for="ch" forName="Text2" refType="w" fact="0.3665"/>
              <dgm:constr type="t" for="ch" forName="Text2" refType="h" fact="0.2575"/>
              <dgm:constr type="w" for="ch" forName="Text2" refType="w" fact="0.3418"/>
              <dgm:constr type="h" for="ch" forName="Text2" refType="h" fact="0.0999"/>
            </dgm:constrLst>
          </dgm:if>
          <dgm:if name="Name14" axis="ch" ptType="node" func="cnt" op="equ" val="3">
            <dgm:alg type="composite">
              <dgm:param type="ar" val="1.4351"/>
            </dgm:alg>
            <dgm:constrLst>
              <dgm:constr type="primFontSz" for="des" forName="Text1" val="65"/>
              <dgm:constr type="primFontSz" for="des" forName="Text2" refType="primFontSz" refFor="des" refForName="Text1" op="equ"/>
              <dgm:constr type="primFontSz" for="des" forName="Text3" refType="primFontSz" refFor="des" refForName="Text1" op="equ"/>
              <dgm:constr type="r" for="ch" forName="Image1" refType="w"/>
              <dgm:constr type="t" for="ch" forName="Image1" refType="h" fact="0.4119"/>
              <dgm:constr type="w" for="ch" forName="Image1" refType="w" fact="0.6627"/>
              <dgm:constr type="h" for="ch" forName="Image1" refType="h" fact="0.5881"/>
              <dgm:constr type="r" for="ch" forName="Accent1" refType="w" fact="0.9674"/>
              <dgm:constr type="t" for="ch" forName="Accent1" refType="h" fact="0.4563"/>
              <dgm:constr type="w" for="ch" forName="Accent1" refType="w" fact="0.5988"/>
              <dgm:constr type="h" for="ch" forName="Accent1" refType="h" fact="0.4958"/>
              <dgm:constr type="r" for="ch" forName="Image3" refType="w" fact="0.3154"/>
              <dgm:constr type="t" for="ch" forName="Image3" refType="h" fact="0.6397"/>
              <dgm:constr type="w" for="ch" forName="Image3" refType="w" fact="0.3154"/>
              <dgm:constr type="h" for="ch" forName="Image3" refType="h" fact="0.2805"/>
              <dgm:constr type="r" for="ch" forName="Accent3" refType="w" fact="0.2994"/>
              <dgm:constr type="t" for="ch" forName="Accent3" refType="h" fact="0.6629"/>
              <dgm:constr type="w" for="ch" forName="Accent3" refType="w" fact="0.2833"/>
              <dgm:constr type="h" for="ch" forName="Accent3" refType="h" fact="0.2344"/>
              <dgm:constr type="r" for="ch" forName="Image2" refType="w" fact="0.5946"/>
              <dgm:constr type="t" for="ch" forName="Image2" refType="h" fact="0"/>
              <dgm:constr type="w" for="ch" forName="Image2" refType="w" fact="0.2593"/>
              <dgm:constr type="h" for="ch" forName="Image2" refType="h" fact="0.3806"/>
              <dgm:constr type="r" for="ch" forName="Accent2" refType="w" fact="0.5787"/>
              <dgm:constr type="t" for="ch" forName="Accent2" refType="h" fact="0.0231"/>
              <dgm:constr type="w" for="ch" forName="Accent2" refType="w" fact="0.2272"/>
              <dgm:constr type="h" for="ch" forName="Accent2" refType="h" fact="0.3343"/>
              <dgm:constr type="r" for="ch" forName="Text1" refType="w" fact="0.9674"/>
              <dgm:constr type="t" for="ch" forName="Text1" refType="h" fact="0.8032"/>
              <dgm:constr type="w" for="ch" forName="Text1" refType="w" fact="0.5988"/>
              <dgm:constr type="h" for="ch" forName="Text1" refType="h" fact="0.1499"/>
              <dgm:constr type="r" for="ch" forName="Text2" refType="w" fact="0.5789"/>
              <dgm:constr type="t" for="ch" forName="Text2" refType="h" fact="0.2575"/>
              <dgm:constr type="w" for="ch" forName="Text2" refType="w" fact="0.2272"/>
              <dgm:constr type="h" for="ch" forName="Text2" refType="h" fact="0.0999"/>
              <dgm:constr type="r" for="ch" forName="Text3" refType="w" fact="0.2994"/>
              <dgm:constr type="t" for="ch" forName="Text3" refType="h" fact="0.7974"/>
              <dgm:constr type="w" for="ch" forName="Text3" refType="w" fact="0.2833"/>
              <dgm:constr type="h" for="ch" forName="Text3" refType="h" fact="0.0999"/>
            </dgm:constrLst>
          </dgm:if>
          <dgm:if name="Name15" axis="ch" ptType="node" func="cnt" op="equ" val="4">
            <dgm:alg type="composite">
              <dgm:param type="ar" val="1.6922"/>
            </dgm:alg>
            <dgm:constrLst>
              <dgm:constr type="primFontSz" for="des" forName="Text1" val="65"/>
              <dgm:constr type="primFontSz" for="des" forName="Text2" refType="primFontSz" refFor="des" refForName="Text1" op="equ"/>
              <dgm:constr type="primFontSz" for="des" forName="Text3" refType="primFontSz" refFor="des" refForName="Text1" op="equ"/>
              <dgm:constr type="primFontSz" for="des" forName="Text4" refType="primFontSz" refFor="des" refForName="Text1" op="equ"/>
              <dgm:constr type="r" for="ch" forName="Image1" refType="w" fact="0.8502"/>
              <dgm:constr type="t" for="ch" forName="Image1" refType="h" fact="0.4119"/>
              <dgm:constr type="w" for="ch" forName="Image1" refType="w" fact="0.5634"/>
              <dgm:constr type="h" for="ch" forName="Image1" refType="h" fact="0.5881"/>
              <dgm:constr type="r" for="ch" forName="Accent1" refType="w" fact="0.8226"/>
              <dgm:constr type="t" for="ch" forName="Accent1" refType="h" fact="0.4563"/>
              <dgm:constr type="w" for="ch" forName="Accent1" refType="w" fact="0.5091"/>
              <dgm:constr type="h" for="ch" forName="Accent1" refType="h" fact="0.4958"/>
              <dgm:constr type="r" for="ch" forName="Image4" refType="w"/>
              <dgm:constr type="t" for="ch" forName="Image4" refType="h" fact="0.7601"/>
              <dgm:constr type="w" for="ch" forName="Image4" refType="w" fact="0.1316"/>
              <dgm:constr type="h" for="ch" forName="Image4" refType="h" fact="0.2262"/>
              <dgm:constr type="r" for="ch" forName="Accent4" refType="w" fact="0.9864"/>
              <dgm:constr type="t" for="ch" forName="Accent4" refType="h" fact="0.7839"/>
              <dgm:constr type="w" for="ch" forName="Accent4" refType="w" fact="0.1045"/>
              <dgm:constr type="h" for="ch" forName="Accent4" refType="h" fact="0.1806"/>
              <dgm:constr type="r" for="ch" forName="Image3" refType="w" fact="0.2682"/>
              <dgm:constr type="t" for="ch" forName="Image3" refType="h" fact="0.6397"/>
              <dgm:constr type="w" for="ch" forName="Image3" refType="w" fact="0.2682"/>
              <dgm:constr type="h" for="ch" forName="Image3" refType="h" fact="0.2805"/>
              <dgm:constr type="r" for="ch" forName="Accent3" refType="w" fact="0.2545"/>
              <dgm:constr type="t" for="ch" forName="Accent3" refType="h" fact="0.6629"/>
              <dgm:constr type="w" for="ch" forName="Accent3" refType="w" fact="0.2409"/>
              <dgm:constr type="h" for="ch" forName="Accent3" refType="h" fact="0.2344"/>
              <dgm:constr type="r" for="ch" forName="Image2" refType="w" fact="0.5056"/>
              <dgm:constr type="t" for="ch" forName="Image2" refType="h" fact="0"/>
              <dgm:constr type="w" for="ch" forName="Image2" refType="w" fact="0.2205"/>
              <dgm:constr type="h" for="ch" forName="Image2" refType="h" fact="0.3806"/>
              <dgm:constr type="r" for="ch" forName="Accent2" refType="w" fact="0.492"/>
              <dgm:constr type="t" for="ch" forName="Accent2" refType="h" fact="0.0231"/>
              <dgm:constr type="w" for="ch" forName="Accent2" refType="w" fact="0.1932"/>
              <dgm:constr type="h" for="ch" forName="Accent2" refType="h" fact="0.3343"/>
              <dgm:constr type="r" for="ch" forName="Text1" refType="w" fact="0.8226"/>
              <dgm:constr type="t" for="ch" forName="Text1" refType="h" fact="0.8032"/>
              <dgm:constr type="w" for="ch" forName="Text1" refType="w" fact="0.5091"/>
              <dgm:constr type="h" for="ch" forName="Text1" refType="h" fact="0.1499"/>
              <dgm:constr type="r" for="ch" forName="Text2" refType="w" fact="0.4922"/>
              <dgm:constr type="t" for="ch" forName="Text2" refType="h" fact="0.2575"/>
              <dgm:constr type="w" for="ch" forName="Text2" refType="w" fact="0.1932"/>
              <dgm:constr type="h" for="ch" forName="Text2" refType="h" fact="0.0999"/>
              <dgm:constr type="r" for="ch" forName="Text3" refType="w" fact="0.2545"/>
              <dgm:constr type="t" for="ch" forName="Text3" refType="h" fact="0.7974"/>
              <dgm:constr type="w" for="ch" forName="Text3" refType="w" fact="0.2409"/>
              <dgm:constr type="h" for="ch" forName="Text3" refType="h" fact="0.0999"/>
              <dgm:constr type="r" for="ch" forName="Text4" refType="w" fact="0.9864"/>
              <dgm:constr type="t" for="ch" forName="Text4" refType="h" fact="0.8647"/>
              <dgm:constr type="w" for="ch" forName="Text4" refType="w" fact="0.1045"/>
              <dgm:constr type="h" for="ch" forName="Text4" refType="h" fact="0.0999"/>
            </dgm:constrLst>
          </dgm:if>
          <dgm:if name="Name16" axis="ch" ptType="node" func="cnt" op="equ" val="5">
            <dgm:alg type="composite">
              <dgm:param type="ar" val="1.1999"/>
            </dgm:alg>
            <dgm:constrLst>
              <dgm:constr type="primFontSz" for="des" forName="Text1" val="65"/>
              <dgm:constr type="primFontSz" for="des" forName="Text2" refType="primFontSz" refFor="des" refForName="Text1" op="equ"/>
              <dgm:constr type="primFontSz" for="des" forName="Text3" refType="primFontSz" refFor="des" refForName="Text1" op="equ"/>
              <dgm:constr type="primFontSz" for="des" forName="Text4" refType="primFontSz" refFor="des" refForName="Text1" op="equ"/>
              <dgm:constr type="primFontSz" for="des" forName="Text5" refType="primFontSz" refFor="des" refForName="Text1" op="equ"/>
              <dgm:constr type="r" for="ch" forName="Image1" refType="w" fact="0.8502"/>
              <dgm:constr type="t" for="ch" forName="Image1" refType="h" fact="0.2921"/>
              <dgm:constr type="w" for="ch" forName="Image1" refType="w" fact="0.5634"/>
              <dgm:constr type="h" for="ch" forName="Image1" refType="h" fact="0.417"/>
              <dgm:constr type="r" for="ch" forName="Accent1" refType="w" fact="0.8226"/>
              <dgm:constr type="t" for="ch" forName="Accent1" refType="h" fact="0.3236"/>
              <dgm:constr type="w" for="ch" forName="Accent1" refType="w" fact="0.5091"/>
              <dgm:constr type="h" for="ch" forName="Accent1" refType="h" fact="0.3515"/>
              <dgm:constr type="r" for="ch" forName="Image4" refType="w"/>
              <dgm:constr type="t" for="ch" forName="Image4" refType="h" fact="0.539"/>
              <dgm:constr type="w" for="ch" forName="Image4" refType="w" fact="0.1316"/>
              <dgm:constr type="h" for="ch" forName="Image4" refType="h" fact="0.1604"/>
              <dgm:constr type="r" for="ch" forName="Accent4" refType="w" fact="0.9864"/>
              <dgm:constr type="t" for="ch" forName="Accent4" refType="h" fact="0.5559"/>
              <dgm:constr type="w" for="ch" forName="Accent4" refType="w" fact="0.1045"/>
              <dgm:constr type="h" for="ch" forName="Accent4" refType="h" fact="0.1281"/>
              <dgm:constr type="r" for="ch" forName="Image5" refType="w" fact="0.3723"/>
              <dgm:constr type="t" for="ch" forName="Image5" refType="h" fact="0.7301"/>
              <dgm:constr type="w" for="ch" forName="Image5" refType="w" fact="0.2318"/>
              <dgm:constr type="h" for="ch" forName="Image5" refType="h" fact="0.2699"/>
              <dgm:constr type="r" for="ch" forName="Accent5" refType="w" fact="0.358"/>
              <dgm:constr type="t" for="ch" forName="Accent5" refType="h" fact="0.7467"/>
              <dgm:constr type="w" for="ch" forName="Accent5" refType="w" fact="0.2045"/>
              <dgm:constr type="h" for="ch" forName="Accent5" refType="h" fact="0.2371"/>
              <dgm:constr type="r" for="ch" forName="Image3" refType="w" fact="0.2682"/>
              <dgm:constr type="t" for="ch" forName="Image3" refType="h" fact="0.4536"/>
              <dgm:constr type="w" for="ch" forName="Image3" refType="w" fact="0.2682"/>
              <dgm:constr type="h" for="ch" forName="Image3" refType="h" fact="0.1989"/>
              <dgm:constr type="r" for="ch" forName="Accent3" refType="w" fact="0.2545"/>
              <dgm:constr type="t" for="ch" forName="Accent3" refType="h" fact="0.4701"/>
              <dgm:constr type="w" for="ch" forName="Accent3" refType="w" fact="0.2409"/>
              <dgm:constr type="h" for="ch" forName="Accent3" refType="h" fact="0.1662"/>
              <dgm:constr type="r" for="ch" forName="Image2" refType="w" fact="0.5056"/>
              <dgm:constr type="t" for="ch" forName="Image2" refType="h" fact="0"/>
              <dgm:constr type="w" for="ch" forName="Image2" refType="w" fact="0.2205"/>
              <dgm:constr type="h" for="ch" forName="Image2" refType="h" fact="0.2699"/>
              <dgm:constr type="r" for="ch" forName="Accent2" refType="w" fact="0.492"/>
              <dgm:constr type="t" for="ch" forName="Accent2" refType="h" fact="0.0164"/>
              <dgm:constr type="w" for="ch" forName="Accent2" refType="w" fact="0.1932"/>
              <dgm:constr type="h" for="ch" forName="Accent2" refType="h" fact="0.2371"/>
              <dgm:constr type="r" for="ch" forName="Text1" refType="w" fact="0.8226"/>
              <dgm:constr type="t" for="ch" forName="Text1" refType="h" fact="0.5695"/>
              <dgm:constr type="w" for="ch" forName="Text1" refType="w" fact="0.5091"/>
              <dgm:constr type="h" for="ch" forName="Text1" refType="h" fact="0.1063"/>
              <dgm:constr type="r" for="ch" forName="Text2" refType="w" fact="0.4922"/>
              <dgm:constr type="t" for="ch" forName="Text2" refType="h" fact="0.1826"/>
              <dgm:constr type="w" for="ch" forName="Text2" refType="w" fact="0.1932"/>
              <dgm:constr type="h" for="ch" forName="Text2" refType="h" fact="0.0709"/>
              <dgm:constr type="r" for="ch" forName="Text3" refType="w" fact="0.2545"/>
              <dgm:constr type="t" for="ch" forName="Text3" refType="h" fact="0.5655"/>
              <dgm:constr type="w" for="ch" forName="Text3" refType="w" fact="0.2409"/>
              <dgm:constr type="h" for="ch" forName="Text3" refType="h" fact="0.0709"/>
              <dgm:constr type="r" for="ch" forName="Text5" refType="w" fact="0.358"/>
              <dgm:constr type="t" for="ch" forName="Text5" refType="h" fact="0.9129"/>
              <dgm:constr type="w" for="ch" forName="Text5" refType="w" fact="0.2045"/>
              <dgm:constr type="h" for="ch" forName="Text5" refType="h" fact="0.0709"/>
              <dgm:constr type="r" for="ch" forName="Text4" refType="w" fact="0.9864"/>
              <dgm:constr type="t" for="ch" forName="Text4" refType="h" fact="0.6132"/>
              <dgm:constr type="w" for="ch" forName="Text4" refType="w" fact="0.1045"/>
              <dgm:constr type="h" for="ch" forName="Text4" refType="h" fact="0.0709"/>
            </dgm:constrLst>
          </dgm:if>
          <dgm:else name="Name17">
            <dgm:alg type="composite">
              <dgm:param type="ar" val="1.1999"/>
            </dgm:alg>
            <dgm:constrLst>
              <dgm:constr type="primFontSz" for="des" forName="Text1" val="65"/>
              <dgm:constr type="primFontSz" for="des" forName="Text2" refType="primFontSz" refFor="des" refForName="Text1" op="equ"/>
              <dgm:constr type="primFontSz" for="des" forName="Text3" refType="primFontSz" refFor="des" refForName="Text1" op="equ"/>
              <dgm:constr type="primFontSz" for="des" forName="Text4" refType="primFontSz" refFor="des" refForName="Text1" op="equ"/>
              <dgm:constr type="primFontSz" for="des" forName="Text5" refType="primFontSz" refFor="des" refForName="Text1" op="equ"/>
              <dgm:constr type="primFontSz" for="des" forName="Text6" refType="primFontSz" refFor="des" refForName="Text1" op="equ"/>
              <dgm:constr type="r" for="ch" forName="Image1" refType="w" fact="0.8502"/>
              <dgm:constr type="t" for="ch" forName="Image1" refType="h" fact="0.2921"/>
              <dgm:constr type="w" for="ch" forName="Image1" refType="w" fact="0.5634"/>
              <dgm:constr type="h" for="ch" forName="Image1" refType="h" fact="0.417"/>
              <dgm:constr type="r" for="ch" forName="Accent1" refType="w" fact="0.8226"/>
              <dgm:constr type="t" for="ch" forName="Accent1" refType="h" fact="0.3236"/>
              <dgm:constr type="w" for="ch" forName="Accent1" refType="w" fact="0.5091"/>
              <dgm:constr type="h" for="ch" forName="Accent1" refType="h" fact="0.3515"/>
              <dgm:constr type="r" for="ch" forName="Image4" refType="w"/>
              <dgm:constr type="t" for="ch" forName="Image4" refType="h" fact="0.539"/>
              <dgm:constr type="w" for="ch" forName="Image4" refType="w" fact="0.1316"/>
              <dgm:constr type="h" for="ch" forName="Image4" refType="h" fact="0.1604"/>
              <dgm:constr type="r" for="ch" forName="Accent4" refType="w" fact="0.9864"/>
              <dgm:constr type="t" for="ch" forName="Accent4" refType="h" fact="0.5559"/>
              <dgm:constr type="w" for="ch" forName="Accent4" refType="w" fact="0.1045"/>
              <dgm:constr type="h" for="ch" forName="Accent4" refType="h" fact="0.1281"/>
              <dgm:constr type="r" for="ch" forName="Image5" refType="w" fact="0.3713"/>
              <dgm:constr type="t" for="ch" forName="Image5" refType="h" fact="0.7301"/>
              <dgm:constr type="w" for="ch" forName="Image5" refType="w" fact="0.2318"/>
              <dgm:constr type="h" for="ch" forName="Image5" refType="h" fact="0.2699"/>
              <dgm:constr type="r" for="ch" forName="Accent5" refType="w" fact="0.358"/>
              <dgm:constr type="t" for="ch" forName="Accent5" refType="h" fact="0.7467"/>
              <dgm:constr type="w" for="ch" forName="Accent5" refType="w" fact="0.2045"/>
              <dgm:constr type="h" for="ch" forName="Accent5" refType="h" fact="0.2371"/>
              <dgm:constr type="r" for="ch" forName="Image3" refType="w" fact="0.2682"/>
              <dgm:constr type="t" for="ch" forName="Image3" refType="h" fact="0.4536"/>
              <dgm:constr type="w" for="ch" forName="Image3" refType="w" fact="0.2682"/>
              <dgm:constr type="h" for="ch" forName="Image3" refType="h" fact="0.1989"/>
              <dgm:constr type="r" for="ch" forName="Accent3" refType="w" fact="0.2545"/>
              <dgm:constr type="t" for="ch" forName="Accent3" refType="h" fact="0.4701"/>
              <dgm:constr type="w" for="ch" forName="Accent3" refType="w" fact="0.2409"/>
              <dgm:constr type="h" for="ch" forName="Accent3" refType="h" fact="0.1662"/>
              <dgm:constr type="r" for="ch" forName="Image2" refType="w" fact="0.5056"/>
              <dgm:constr type="t" for="ch" forName="Image2" refType="h" fact="0"/>
              <dgm:constr type="w" for="ch" forName="Image2" refType="w" fact="0.2205"/>
              <dgm:constr type="h" for="ch" forName="Image2" refType="h" fact="0.2699"/>
              <dgm:constr type="r" for="ch" forName="Accent2" refType="w" fact="0.492"/>
              <dgm:constr type="t" for="ch" forName="Accent2" refType="h" fact="0.0164"/>
              <dgm:constr type="w" for="ch" forName="Accent2" refType="w" fact="0.1932"/>
              <dgm:constr type="h" for="ch" forName="Accent2" refType="h" fact="0.2371"/>
              <dgm:constr type="r" for="ch" forName="Text1" refType="w" fact="0.8226"/>
              <dgm:constr type="t" for="ch" forName="Text1" refType="h" fact="0.5695"/>
              <dgm:constr type="w" for="ch" forName="Text1" refType="w" fact="0.5091"/>
              <dgm:constr type="h" for="ch" forName="Text1" refType="h" fact="0.1063"/>
              <dgm:constr type="r" for="ch" forName="Image6" refType="w" fact="0.849"/>
              <dgm:constr type="t" for="ch" forName="Image6" refType="h" fact="0.7301"/>
              <dgm:constr type="w" for="ch" forName="Image6" refType="w" fact="0.2361"/>
              <dgm:constr type="h" for="ch" forName="Image6" refType="h" fact="0.1604"/>
              <dgm:constr type="r" for="ch" forName="Accent6" refType="w" fact="0.8352"/>
              <dgm:constr type="t" for="ch" forName="Accent6" refType="h" fact="0.7467"/>
              <dgm:constr type="w" for="ch" forName="Accent6" refType="w" fact="0.2091"/>
              <dgm:constr type="h" for="ch" forName="Accent6" refType="h" fact="0.1281"/>
              <dgm:constr type="r" for="ch" forName="Text2" refType="w" fact="0.4922"/>
              <dgm:constr type="t" for="ch" forName="Text2" refType="h" fact="0.1826"/>
              <dgm:constr type="w" for="ch" forName="Text2" refType="w" fact="0.1932"/>
              <dgm:constr type="h" for="ch" forName="Text2" refType="h" fact="0.0709"/>
              <dgm:constr type="r" for="ch" forName="Text3" refType="w" fact="0.2545"/>
              <dgm:constr type="t" for="ch" forName="Text3" refType="h" fact="0.5655"/>
              <dgm:constr type="w" for="ch" forName="Text3" refType="w" fact="0.2409"/>
              <dgm:constr type="h" for="ch" forName="Text3" refType="h" fact="0.0709"/>
              <dgm:constr type="r" for="ch" forName="Text5" refType="w" fact="0.358"/>
              <dgm:constr type="t" for="ch" forName="Text5" refType="h" fact="0.9129"/>
              <dgm:constr type="w" for="ch" forName="Text5" refType="w" fact="0.2045"/>
              <dgm:constr type="h" for="ch" forName="Text5" refType="h" fact="0.0709"/>
              <dgm:constr type="r" for="ch" forName="Text6" refType="w" fact="0.8352"/>
              <dgm:constr type="t" for="ch" forName="Text6" refType="h" fact="0.8039"/>
              <dgm:constr type="w" for="ch" forName="Text6" refType="w" fact="0.2091"/>
              <dgm:constr type="h" for="ch" forName="Text6" refType="h" fact="0.0709"/>
              <dgm:constr type="r" for="ch" forName="Text4" refType="w" fact="0.9864"/>
              <dgm:constr type="t" for="ch" forName="Text4" refType="h" fact="0.6132"/>
              <dgm:constr type="w" for="ch" forName="Text4" refType="w" fact="0.1045"/>
              <dgm:constr type="h" for="ch" forName="Text4" refType="h" fact="0.0709"/>
            </dgm:constrLst>
          </dgm:else>
        </dgm:choose>
      </dgm:else>
    </dgm:choose>
    <dgm:forEach name="wrapper" axis="self" ptType="parTrans">
      <dgm:forEach name="ImageRepeat" axis="self">
        <dgm:layoutNode name="Image" styleLbl="alignImgPlace1">
          <dgm:alg type="sp"/>
          <dgm:shape xmlns:r="http://schemas.openxmlformats.org/officeDocument/2006/relationships" type="rect" r:blip="" blipPhldr="1">
            <dgm:adjLst/>
          </dgm:shape>
          <dgm:presOf/>
        </dgm:layoutNode>
      </dgm:forEach>
      <dgm:forEach name="accentRepeat" axis="self">
        <dgm:layoutNode name="Accent" styleLbl="parChTrans1D1">
          <dgm:alg type="sp"/>
          <dgm:shape xmlns:r="http://schemas.openxmlformats.org/officeDocument/2006/relationships" type="rect" r:blip="">
            <dgm:adjLst/>
          </dgm:shape>
          <dgm:presOf/>
        </dgm:layoutNode>
      </dgm:forEach>
    </dgm:forEach>
    <dgm:forEach name="Name18" axis="ch" ptType="node" cnt="1">
      <dgm:layoutNode name="Image1">
        <dgm:alg type="sp"/>
        <dgm:shape xmlns:r="http://schemas.openxmlformats.org/officeDocument/2006/relationships" r:blip="">
          <dgm:adjLst/>
        </dgm:shape>
        <dgm:presOf/>
        <dgm:forEach name="Name19" ref="ImageRepeat"/>
      </dgm:layoutNode>
      <dgm:layoutNode name="Accent1">
        <dgm:alg type="sp"/>
        <dgm:shape xmlns:r="http://schemas.openxmlformats.org/officeDocument/2006/relationships" r:blip="">
          <dgm:adjLst/>
        </dgm:shape>
        <dgm:presOf/>
        <dgm:constrLst/>
        <dgm:forEach name="Name20" ref="accentRepeat"/>
      </dgm:layoutNode>
      <dgm:layoutNode name="Text1" styleLbl="alignImgPlace1">
        <dgm:varLst>
          <dgm:chMax val="0"/>
          <dgm:chPref val="0"/>
          <dgm:bulletEnabled val="1"/>
        </dgm:varLst>
        <dgm:alg type="tx">
          <dgm:param type="parTxLTRAlign" val="r"/>
          <dgm:param type="shpTxLTRAlignCh" val="r"/>
          <dgm:param type="txAnchorVert" val="b"/>
          <dgm:param type="txAnchorVertCh" val="b"/>
          <dgm:param type="lnSpPar" val="100"/>
        </dgm:alg>
        <dgm:shape xmlns:r="http://schemas.openxmlformats.org/officeDocument/2006/relationships" type="rect" r:blip="" hideGeom="1">
          <dgm:adjLst/>
        </dgm:shape>
        <dgm:presOf axis="desOrSelf" ptType="node"/>
        <dgm:constrLst>
          <dgm:constr type="lMarg" refType="primFontSz" fact="0.15"/>
          <dgm:constr type="rMarg" refType="primFontSz" fact="0.15"/>
          <dgm:constr type="tMarg" refType="primFontSz" fact="0.05"/>
          <dgm:constr type="bMarg" refType="primFontSz" fact="0"/>
        </dgm:constrLst>
        <dgm:ruleLst>
          <dgm:rule type="primFontSz" val="5" fact="NaN" max="NaN"/>
        </dgm:ruleLst>
      </dgm:layoutNode>
    </dgm:forEach>
    <dgm:forEach name="Name21" axis="ch" ptType="node" st="2" cnt="1">
      <dgm:layoutNode name="Image2">
        <dgm:alg type="sp"/>
        <dgm:shape xmlns:r="http://schemas.openxmlformats.org/officeDocument/2006/relationships" r:blip="">
          <dgm:adjLst/>
        </dgm:shape>
        <dgm:presOf/>
        <dgm:forEach name="Name22" ref="ImageRepeat"/>
      </dgm:layoutNode>
      <dgm:layoutNode name="Accent2">
        <dgm:alg type="sp"/>
        <dgm:shape xmlns:r="http://schemas.openxmlformats.org/officeDocument/2006/relationships" r:blip="">
          <dgm:adjLst/>
        </dgm:shape>
        <dgm:presOf/>
        <dgm:constrLst/>
        <dgm:forEach name="Name23" ref="accentRepeat"/>
      </dgm:layoutNode>
      <dgm:layoutNode name="Text2" styleLbl="alignImgPlace1">
        <dgm:varLst>
          <dgm:chMax val="0"/>
          <dgm:chPref val="0"/>
          <dgm:bulletEnabled val="1"/>
        </dgm:varLst>
        <dgm:alg type="tx">
          <dgm:param type="parTxLTRAlign" val="r"/>
          <dgm:param type="shpTxLTRAlignCh"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15"/>
          <dgm:constr type="rMarg" refType="primFontSz" fact="0.15"/>
          <dgm:constr type="tMarg" refType="primFontSz" fact="0.05"/>
          <dgm:constr type="bMarg" refType="primFontSz" fact="0"/>
        </dgm:constrLst>
        <dgm:ruleLst>
          <dgm:rule type="primFontSz" val="5" fact="NaN" max="NaN"/>
        </dgm:ruleLst>
      </dgm:layoutNode>
    </dgm:forEach>
    <dgm:forEach name="Name24" axis="ch" ptType="node" st="3" cnt="1">
      <dgm:layoutNode name="Image3">
        <dgm:alg type="sp"/>
        <dgm:shape xmlns:r="http://schemas.openxmlformats.org/officeDocument/2006/relationships" r:blip="">
          <dgm:adjLst/>
        </dgm:shape>
        <dgm:presOf/>
        <dgm:forEach name="Name25" ref="ImageRepeat"/>
      </dgm:layoutNode>
      <dgm:layoutNode name="Accent3">
        <dgm:alg type="sp"/>
        <dgm:shape xmlns:r="http://schemas.openxmlformats.org/officeDocument/2006/relationships" r:blip="">
          <dgm:adjLst/>
        </dgm:shape>
        <dgm:presOf/>
        <dgm:constrLst/>
        <dgm:forEach name="Name26" ref="accentRepeat"/>
      </dgm:layoutNode>
      <dgm:layoutNode name="Text3" styleLbl="alignImgPlace1">
        <dgm:varLst>
          <dgm:chMax val="0"/>
          <dgm:chPref val="0"/>
          <dgm:bulletEnabled val="1"/>
        </dgm:varLst>
        <dgm:alg type="tx">
          <dgm:param type="parTxLTRAlign" val="r"/>
          <dgm:param type="shpTxLTRAlignCh"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15"/>
          <dgm:constr type="rMarg" refType="primFontSz" fact="0.15"/>
          <dgm:constr type="tMarg" refType="primFontSz" fact="0.05"/>
          <dgm:constr type="bMarg" refType="primFontSz" fact="0"/>
        </dgm:constrLst>
        <dgm:ruleLst>
          <dgm:rule type="primFontSz" val="5" fact="NaN" max="NaN"/>
        </dgm:ruleLst>
      </dgm:layoutNode>
    </dgm:forEach>
    <dgm:forEach name="Name27" axis="ch" ptType="node" st="4" cnt="1">
      <dgm:layoutNode name="Image4">
        <dgm:alg type="sp"/>
        <dgm:shape xmlns:r="http://schemas.openxmlformats.org/officeDocument/2006/relationships" r:blip="">
          <dgm:adjLst/>
        </dgm:shape>
        <dgm:presOf/>
        <dgm:forEach name="Name28" ref="ImageRepeat"/>
      </dgm:layoutNode>
      <dgm:layoutNode name="Accent4">
        <dgm:alg type="sp"/>
        <dgm:shape xmlns:r="http://schemas.openxmlformats.org/officeDocument/2006/relationships" r:blip="">
          <dgm:adjLst/>
        </dgm:shape>
        <dgm:presOf/>
        <dgm:constrLst/>
        <dgm:forEach name="Name29" ref="accentRepeat"/>
      </dgm:layoutNode>
      <dgm:layoutNode name="Text4" styleLbl="alignImgPlace1">
        <dgm:varLst>
          <dgm:chMax val="0"/>
          <dgm:chPref val="0"/>
          <dgm:bulletEnabled val="1"/>
        </dgm:varLst>
        <dgm:alg type="tx">
          <dgm:param type="parTxLTRAlign" val="r"/>
          <dgm:param type="shpTxLTRAlignCh"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15"/>
          <dgm:constr type="rMarg" refType="primFontSz" fact="0.15"/>
          <dgm:constr type="tMarg" refType="primFontSz" fact="0.05"/>
          <dgm:constr type="bMarg" refType="primFontSz" fact="0"/>
        </dgm:constrLst>
        <dgm:ruleLst>
          <dgm:rule type="primFontSz" val="5" fact="NaN" max="NaN"/>
        </dgm:ruleLst>
      </dgm:layoutNode>
    </dgm:forEach>
    <dgm:forEach name="Name30" axis="ch" ptType="node" st="5" cnt="1">
      <dgm:layoutNode name="Image5">
        <dgm:alg type="sp"/>
        <dgm:shape xmlns:r="http://schemas.openxmlformats.org/officeDocument/2006/relationships" r:blip="">
          <dgm:adjLst/>
        </dgm:shape>
        <dgm:presOf/>
        <dgm:forEach name="Name31" ref="ImageRepeat"/>
      </dgm:layoutNode>
      <dgm:layoutNode name="Accent5">
        <dgm:alg type="sp"/>
        <dgm:shape xmlns:r="http://schemas.openxmlformats.org/officeDocument/2006/relationships" r:blip="">
          <dgm:adjLst/>
        </dgm:shape>
        <dgm:presOf/>
        <dgm:constrLst/>
        <dgm:forEach name="Name32" ref="accentRepeat"/>
      </dgm:layoutNode>
      <dgm:layoutNode name="Text5" styleLbl="alignImgPlace1">
        <dgm:varLst>
          <dgm:chMax val="0"/>
          <dgm:chPref val="0"/>
          <dgm:bulletEnabled val="1"/>
        </dgm:varLst>
        <dgm:alg type="tx">
          <dgm:param type="parTxLTRAlign" val="r"/>
          <dgm:param type="shpTxLTRAlignCh"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15"/>
          <dgm:constr type="rMarg" refType="primFontSz" fact="0.15"/>
          <dgm:constr type="tMarg" refType="primFontSz" fact="0.05"/>
          <dgm:constr type="bMarg" refType="primFontSz" fact="0"/>
        </dgm:constrLst>
        <dgm:ruleLst>
          <dgm:rule type="primFontSz" val="5" fact="NaN" max="NaN"/>
        </dgm:ruleLst>
      </dgm:layoutNode>
    </dgm:forEach>
    <dgm:forEach name="Name33" axis="ch" ptType="node" st="6" cnt="1">
      <dgm:layoutNode name="Image6">
        <dgm:alg type="sp"/>
        <dgm:shape xmlns:r="http://schemas.openxmlformats.org/officeDocument/2006/relationships" r:blip="">
          <dgm:adjLst/>
        </dgm:shape>
        <dgm:presOf/>
        <dgm:forEach name="Name34" ref="ImageRepeat"/>
      </dgm:layoutNode>
      <dgm:layoutNode name="Accent6">
        <dgm:alg type="sp"/>
        <dgm:shape xmlns:r="http://schemas.openxmlformats.org/officeDocument/2006/relationships" r:blip="">
          <dgm:adjLst/>
        </dgm:shape>
        <dgm:presOf/>
        <dgm:constrLst/>
        <dgm:forEach name="Name35" ref="accentRepeat"/>
      </dgm:layoutNode>
      <dgm:layoutNode name="Text6" styleLbl="alignImgPlace1">
        <dgm:varLst>
          <dgm:chMax val="0"/>
          <dgm:chPref val="0"/>
          <dgm:bulletEnabled val="1"/>
        </dgm:varLst>
        <dgm:alg type="tx">
          <dgm:param type="parTxLTRAlign" val="r"/>
          <dgm:param type="shpTxLTRAlignCh"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15"/>
          <dgm:constr type="rMarg" refType="primFontSz" fact="0.15"/>
          <dgm:constr type="tMarg" refType="primFontSz" fact="0.05"/>
          <dgm:constr type="bMarg" refType="primFontSz" fact="0"/>
        </dgm:constrLst>
        <dgm:ruleLst>
          <dgm:rule type="primFontSz" val="5" fact="NaN" max="NaN"/>
        </dgm:ruleLst>
      </dgm:layoutNode>
    </dgm:forEach>
  </dgm:layoutNode>
</dgm:layoutDef>
</file>

<file path=ppt/diagrams/layout151.xml><?xml version="1.0" encoding="utf-8"?>
<dgm:layoutDef xmlns:dgm="http://schemas.openxmlformats.org/drawingml/2006/diagram" xmlns:a="http://schemas.openxmlformats.org/drawingml/2006/main" uniqueId="urn:microsoft.com/office/officeart/2011/layout/ThemePictureGrid">
  <dgm:title val="Theme Picture Grid"/>
  <dgm:desc val="Use to show a group of pictures with the first picture being the largest. Can contain up to five Level 1 pictures.  Unused pictures do not appear, but remain available if you switch layouts. Works best with small amounts of corresponding text."/>
  <dgm:catLst>
    <dgm:cat type="picture" pri="13500"/>
    <dgm:cat type="officeonline" pri="8000"/>
  </dgm:catLst>
  <dgm:sampData>
    <dgm:dataModel>
      <dgm:ptLst>
        <dgm:pt modelId="0" type="doc"/>
        <dgm:pt modelId="10">
          <dgm:prSet phldr="1"/>
        </dgm:pt>
        <dgm:pt modelId="20">
          <dgm:prSet phldr="1"/>
        </dgm:pt>
        <dgm:pt modelId="30">
          <dgm:prSet phldr="1"/>
        </dgm:pt>
        <dgm:pt modelId="70">
          <dgm:prSet phldr="1"/>
        </dgm:pt>
        <dgm:pt modelId="80">
          <dgm:prSet phldr="1"/>
        </dgm:pt>
      </dgm:ptLst>
      <dgm:cxnLst>
        <dgm:cxn modelId="40" srcId="0" destId="10" srcOrd="0" destOrd="0"/>
        <dgm:cxn modelId="50" srcId="0" destId="20" srcOrd="1" destOrd="0"/>
        <dgm:cxn modelId="60" srcId="0" destId="30" srcOrd="2" destOrd="0"/>
        <dgm:cxn modelId="71" srcId="0" destId="70" srcOrd="1" destOrd="0"/>
        <dgm:cxn modelId="81" srcId="0" destId="80" srcOrd="2" destOrd="0"/>
      </dgm:cxnLst>
      <dgm:bg/>
      <dgm:whole/>
    </dgm:dataModel>
  </dgm:sampData>
  <dgm:style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tyleData>
  <dgm:clr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clrData>
  <dgm:layoutNode name="Name0">
    <dgm:varLst>
      <dgm:chMax val="5"/>
      <dgm:chPref val="5"/>
      <dgm:dir/>
    </dgm:varLst>
    <dgm:shape xmlns:r="http://schemas.openxmlformats.org/officeDocument/2006/relationships" r:blip="">
      <dgm:adjLst/>
    </dgm:shape>
    <dgm:choose name="Name1">
      <dgm:if name="Name2" axis="ch" ptType="node" func="cnt" op="equ" val="1">
        <dgm:alg type="composite">
          <dgm:param type="ar" val="1.391"/>
        </dgm:alg>
        <dgm:choose name="Name3">
          <dgm:if name="Name4" func="var" arg="dir" op="equ" val="norm">
            <dgm:constrLst>
              <dgm:constr type="primFontSz" for="des" ptType="node" op="equ" val="65"/>
              <dgm:constr type="l" for="ch" forName="accent1" refType="w" fact="0.0415"/>
              <dgm:constr type="t" for="ch" forName="accent1" refType="h" fact="0.1789"/>
              <dgm:constr type="w" for="ch" forName="accent1" refType="w" fact="0.9585"/>
              <dgm:constr type="h" for="ch" forName="accent1" refType="h" fact="0.8211"/>
              <dgm:constr type="l" for="ch" forName="parent1" refType="w" fact="0"/>
              <dgm:constr type="t" for="ch" forName="parent1" refType="h" fact="0"/>
              <dgm:constr type="w" for="ch" forName="parent1" refType="w" fact="0.9667"/>
              <dgm:constr type="h" for="ch" forName="parent1" refType="h" fact="0.1224"/>
              <dgm:constr type="l" for="ch" forName="picture1" refType="w" fact="0.0019"/>
              <dgm:constr type="t" for="ch" forName="picture1" refType="h" fact="0.1272"/>
              <dgm:constr type="w" for="ch" forName="picture1" refType="w" fact="0.9667"/>
              <dgm:constr type="h" for="ch" forName="picture1" refType="h" fact="0.83"/>
            </dgm:constrLst>
          </dgm:if>
          <dgm:else name="Name5">
            <dgm:constrLst>
              <dgm:constr type="primFontSz" for="des" ptType="node" op="equ" val="65"/>
              <dgm:constr type="l" for="ch" forName="accent1" refType="w" fact="0"/>
              <dgm:constr type="t" for="ch" forName="accent1" refType="h" fact="0.1789"/>
              <dgm:constr type="w" for="ch" forName="accent1" refType="w" fact="0.9585"/>
              <dgm:constr type="h" for="ch" forName="accent1" refType="h" fact="0.8211"/>
              <dgm:constr type="l" for="ch" forName="parent1" refType="w" fact="0.0333"/>
              <dgm:constr type="t" for="ch" forName="parent1" refType="h" fact="0"/>
              <dgm:constr type="w" for="ch" forName="parent1" refType="w" fact="0.9667"/>
              <dgm:constr type="h" for="ch" forName="parent1" refType="h" fact="0.1224"/>
              <dgm:constr type="r" for="ch" forName="picture1" refType="w" fact="0.9981"/>
              <dgm:constr type="t" for="ch" forName="picture1" refType="h" fact="0.1272"/>
              <dgm:constr type="w" for="ch" forName="picture1" refType="w" fact="0.9667"/>
              <dgm:constr type="h" for="ch" forName="picture1" refType="h" fact="0.83"/>
            </dgm:constrLst>
          </dgm:else>
        </dgm:choose>
      </dgm:if>
      <dgm:if name="Name6" axis="ch" ptType="node" func="cnt" op="equ" val="2">
        <dgm:alg type="composite">
          <dgm:param type="ar" val="0.7877"/>
        </dgm:alg>
        <dgm:choose name="Name7">
          <dgm:if name="Name8" func="var" arg="dir" op="equ" val="norm">
            <dgm:constrLst>
              <dgm:constr type="primFontSz" for="des" forName="parent1" val="65"/>
              <dgm:constr type="primFontSz" for="des" forName="parent2" val="65"/>
              <dgm:constr type="primFontSz" for="des" forName="parent2" refType="primFontSz" refFor="des" refForName="parent1" op="lte"/>
              <dgm:constr type="l" for="ch" forName="picture1" refType="w" fact="0.004"/>
              <dgm:constr type="t" for="ch" forName="picture1" refType="h" fact="0.0744"/>
              <dgm:constr type="w" for="ch" forName="picture1" refType="w" fact="0.996"/>
              <dgm:constr type="h" for="ch" forName="picture1" refType="h" fact="0.4853"/>
              <dgm:constr type="l" for="ch" forName="accent1" refType="w" fact="0.0447"/>
              <dgm:constr type="t" for="ch" forName="accent1" refType="h" fact="0.1046"/>
              <dgm:constr type="w" for="ch" forName="accent1" refType="w" fact="0.9169"/>
              <dgm:constr type="h" for="ch" forName="accent1" refType="h" fact="0.8954"/>
              <dgm:constr type="l" for="ch" forName="parent1" refType="w" fact="0"/>
              <dgm:constr type="t" for="ch" forName="parent1" refType="h" fact="0"/>
              <dgm:constr type="w" for="ch" forName="parent1" refType="w" fact="0.996"/>
              <dgm:constr type="h" for="ch" forName="parent1" refType="h" fact="0.0716"/>
              <dgm:constr type="l" for="ch" forName="picture2" refType="w" fact="0.0831"/>
              <dgm:constr type="t" for="ch" forName="picture2" refType="h" fact="0.5391"/>
              <dgm:constr type="w" for="ch" forName="picture2" refType="w" fact="0.8985"/>
              <dgm:constr type="h" for="ch" forName="picture2" refType="h" fact="0.4306"/>
              <dgm:constr type="l" for="ch" forName="parent2" refType="w" fact="0.085"/>
              <dgm:constr type="t" for="ch" forName="parent2" refType="h" fact="0.901"/>
              <dgm:constr type="w" for="ch" forName="parent2" refType="w" fact="0.8947"/>
              <dgm:constr type="h" for="ch" forName="parent2" refType="h" fact="0.0668"/>
            </dgm:constrLst>
          </dgm:if>
          <dgm:else name="Name9">
            <dgm:constrLst>
              <dgm:constr type="primFontSz" for="des" forName="parent1" val="65"/>
              <dgm:constr type="primFontSz" for="des" forName="parent2" val="65"/>
              <dgm:constr type="primFontSz" for="des" forName="parent2" refType="primFontSz" refFor="des" refForName="parent1" op="lte"/>
              <dgm:constr type="r" for="ch" forName="picture1" refType="w" fact="0.996"/>
              <dgm:constr type="t" for="ch" forName="picture1" refType="h" fact="0.0744"/>
              <dgm:constr type="w" for="ch" forName="picture1" refType="w" fact="0.996"/>
              <dgm:constr type="h" for="ch" forName="picture1" refType="h" fact="0.4853"/>
              <dgm:constr type="r" for="ch" forName="accent1" refType="w" fact="0.9597"/>
              <dgm:constr type="t" for="ch" forName="accent1" refType="h" fact="0.1046"/>
              <dgm:constr type="w" for="ch" forName="accent1" refType="w" fact="0.9169"/>
              <dgm:constr type="h" for="ch" forName="accent1" refType="h" fact="0.8954"/>
              <dgm:constr type="r" for="ch" forName="parent1" refType="w"/>
              <dgm:constr type="t" for="ch" forName="parent1" refType="h" fact="0"/>
              <dgm:constr type="w" for="ch" forName="parent1" refType="w" fact="0.996"/>
              <dgm:constr type="h" for="ch" forName="parent1" refType="h" fact="0.0716"/>
              <dgm:constr type="r" for="ch" forName="picture2" refType="w" fact="0.9169"/>
              <dgm:constr type="t" for="ch" forName="picture2" refType="h" fact="0.5391"/>
              <dgm:constr type="w" for="ch" forName="picture2" refType="w" fact="0.8985"/>
              <dgm:constr type="h" for="ch" forName="picture2" refType="h" fact="0.4306"/>
              <dgm:constr type="r" for="ch" forName="parent2" refType="w" fact="0.915"/>
              <dgm:constr type="t" for="ch" forName="parent2" refType="h" fact="0.901"/>
              <dgm:constr type="w" for="ch" forName="parent2" refType="w" fact="0.8947"/>
              <dgm:constr type="h" for="ch" forName="parent2" refType="h" fact="0.0668"/>
            </dgm:constrLst>
          </dgm:else>
        </dgm:choose>
      </dgm:if>
      <dgm:if name="Name10" axis="ch" ptType="node" func="cnt" op="equ" val="3">
        <dgm:alg type="composite">
          <dgm:param type="ar" val="1.0535"/>
        </dgm:alg>
        <dgm:choose name="Name11">
          <dgm:if name="Name12" func="var" arg="dir" op="equ" val="norm">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l" for="ch" forName="picture1" refType="w" fact="0.0019"/>
              <dgm:constr type="t" for="ch" forName="picture1" refType="h" fact="0.0934"/>
              <dgm:constr type="w" for="ch" forName="picture1" refType="w" fact="0.9372"/>
              <dgm:constr type="h" for="ch" forName="picture1" refType="h" fact="0.6095"/>
              <dgm:constr type="l" for="ch" forName="accent1" refType="w" fact="0.0403"/>
              <dgm:constr type="t" for="ch" forName="accent1" refType="h" fact="0.1314"/>
              <dgm:constr type="w" for="ch" forName="accent1" refType="w" fact="0.9293"/>
              <dgm:constr type="h" for="ch" forName="accent1" refType="h" fact="0.8686"/>
              <dgm:constr type="l" for="ch" forName="picture3" refType="w" fact="0.5536"/>
              <dgm:constr type="t" for="ch" forName="picture3" refType="h" fact="0.6771"/>
              <dgm:constr type="w" for="ch" forName="picture3" refType="w" fact="0.4464"/>
              <dgm:constr type="h" for="ch" forName="picture3" refType="h" fact="0.2903"/>
              <dgm:constr type="l" for="ch" forName="picture2" refType="w" fact="0.078"/>
              <dgm:constr type="t" for="ch" forName="picture2" refType="h" fact="0.6771"/>
              <dgm:constr type="w" for="ch" forName="picture2" refType="w" fact="0.4458"/>
              <dgm:constr type="h" for="ch" forName="picture2" refType="h" fact="0.2903"/>
              <dgm:constr type="l" for="ch" forName="parent1" refType="w" fact="0"/>
              <dgm:constr type="t" for="ch" forName="parent1" refType="h" fact="0"/>
              <dgm:constr type="w" for="ch" forName="parent1" refType="w" fact="0.9372"/>
              <dgm:constr type="h" for="ch" forName="parent1" refType="h" fact="0.0899"/>
              <dgm:constr type="l" for="ch" forName="parent3" refType="w" fact="0.5548"/>
              <dgm:constr type="t" for="ch" forName="parent3" refType="h" fact="0.9211"/>
              <dgm:constr type="w" for="ch" forName="parent3" refType="w" fact="0.4439"/>
              <dgm:constr type="h" for="ch" forName="parent3" refType="h" fact="0.045"/>
              <dgm:constr type="l" for="ch" forName="parent2" refType="w" fact="0.079"/>
              <dgm:constr type="t" for="ch" forName="parent2" refType="h" fact="0.9211"/>
              <dgm:constr type="w" for="ch" forName="parent2" refType="w" fact="0.4439"/>
              <dgm:constr type="h" for="ch" forName="parent2" refType="h" fact="0.045"/>
            </dgm:constrLst>
          </dgm:if>
          <dgm:else name="Name13">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r" for="ch" forName="picture1" refType="w" fact="0.9981"/>
              <dgm:constr type="t" for="ch" forName="picture1" refType="h" fact="0.0934"/>
              <dgm:constr type="w" for="ch" forName="picture1" refType="w" fact="0.9372"/>
              <dgm:constr type="h" for="ch" forName="picture1" refType="h" fact="0.6095"/>
              <dgm:constr type="r" for="ch" forName="accent1" refType="w" fact="0.9597"/>
              <dgm:constr type="t" for="ch" forName="accent1" refType="h" fact="0.1314"/>
              <dgm:constr type="w" for="ch" forName="accent1" refType="w" fact="0.9293"/>
              <dgm:constr type="h" for="ch" forName="accent1" refType="h" fact="0.8686"/>
              <dgm:constr type="r" for="ch" forName="picture3" refType="w" fact="0.4464"/>
              <dgm:constr type="t" for="ch" forName="picture3" refType="h" fact="0.6771"/>
              <dgm:constr type="w" for="ch" forName="picture3" refType="w" fact="0.4464"/>
              <dgm:constr type="h" for="ch" forName="picture3" refType="h" fact="0.2903"/>
              <dgm:constr type="r" for="ch" forName="picture2" refType="w" fact="0.922"/>
              <dgm:constr type="t" for="ch" forName="picture2" refType="h" fact="0.6771"/>
              <dgm:constr type="w" for="ch" forName="picture2" refType="w" fact="0.4458"/>
              <dgm:constr type="h" for="ch" forName="picture2" refType="h" fact="0.2903"/>
              <dgm:constr type="r" for="ch" forName="parent1" refType="w"/>
              <dgm:constr type="t" for="ch" forName="parent1" refType="h" fact="0"/>
              <dgm:constr type="w" for="ch" forName="parent1" refType="w" fact="0.9372"/>
              <dgm:constr type="h" for="ch" forName="parent1" refType="h" fact="0.0899"/>
              <dgm:constr type="r" for="ch" forName="parent3" refType="w" fact="0.4452"/>
              <dgm:constr type="t" for="ch" forName="parent3" refType="h" fact="0.9211"/>
              <dgm:constr type="w" for="ch" forName="parent3" refType="w" fact="0.4439"/>
              <dgm:constr type="h" for="ch" forName="parent3" refType="h" fact="0.045"/>
              <dgm:constr type="r" for="ch" forName="parent2" refType="w" fact="0.921"/>
              <dgm:constr type="t" for="ch" forName="parent2" refType="h" fact="0.9211"/>
              <dgm:constr type="w" for="ch" forName="parent2" refType="w" fact="0.4439"/>
              <dgm:constr type="h" for="ch" forName="parent2" refType="h" fact="0.045"/>
            </dgm:constrLst>
          </dgm:else>
        </dgm:choose>
      </dgm:if>
      <dgm:if name="Name14" axis="ch" ptType="node" func="cnt" op="equ" val="4">
        <dgm:alg type="composite">
          <dgm:param type="ar" val="1.2068"/>
        </dgm:alg>
        <dgm:choose name="Name15">
          <dgm:if name="Name16" func="var" arg="dir" op="equ" val="norm">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l" for="ch" forName="picture1" refType="w" fact="0.0018"/>
              <dgm:constr type="t" for="ch" forName="picture1" refType="h" fact="0.1037"/>
              <dgm:constr type="w" for="ch" forName="picture1" refType="w" fact="0.9084"/>
              <dgm:constr type="h" for="ch" forName="picture1" refType="h" fact="0.6767"/>
              <dgm:constr type="l" for="ch" forName="accent1" refType="w" fact="0.039"/>
              <dgm:constr type="t" for="ch" forName="accent1" refType="h" fact="0.1459"/>
              <dgm:constr type="w" for="ch" forName="accent1" refType="w" fact="0.9007"/>
              <dgm:constr type="h" for="ch" forName="accent1" refType="h" fact="0.8541"/>
              <dgm:constr type="l" for="ch" forName="parent1" refType="w" fact="0"/>
              <dgm:constr type="t" for="ch" forName="parent1" refType="h" fact="0"/>
              <dgm:constr type="w" for="ch" forName="parent1" refType="w" fact="0.9084"/>
              <dgm:constr type="h" for="ch" forName="parent1" refType="h" fact="0.0998"/>
              <dgm:constr type="l" for="ch" forName="picture3" refType="w" fact="0.3539"/>
              <dgm:constr type="t" for="ch" forName="picture3" refType="h" fact="0.7301"/>
              <dgm:constr type="w" for="ch" forName="picture3" refType="w" fact="0.3131"/>
              <dgm:constr type="h" for="ch" forName="picture3" refType="h" fact="0.2332"/>
              <dgm:constr type="l" for="ch" forName="parent3" refType="w" fact="0.3548"/>
              <dgm:constr type="t" for="ch" forName="parent3" refType="h" fact="0.926"/>
              <dgm:constr type="w" for="ch" forName="parent3" refType="w" fact="0.3113"/>
              <dgm:constr type="h" for="ch" forName="parent3" refType="h" fact="0.0361"/>
              <dgm:constr type="l" for="ch" forName="picture4" refType="w" fact="0.6874"/>
              <dgm:constr type="t" for="ch" forName="picture4" refType="h" fact="0.7301"/>
              <dgm:constr type="w" for="ch" forName="picture4" refType="w" fact="0.3126"/>
              <dgm:constr type="h" for="ch" forName="picture4" refType="h" fact="0.2332"/>
              <dgm:constr type="l" for="ch" forName="parent4" refType="w" fact="0.6881"/>
              <dgm:constr type="t" for="ch" forName="parent4" refType="h" fact="0.9264"/>
              <dgm:constr type="w" for="ch" forName="parent4" refType="w" fact="0.3113"/>
              <dgm:constr type="h" for="ch" forName="parent4" refType="h" fact="0.0361"/>
              <dgm:constr type="l" for="ch" forName="picture2" refType="w" fact="0.0204"/>
              <dgm:constr type="t" for="ch" forName="picture2" refType="h" fact="0.7301"/>
              <dgm:constr type="w" for="ch" forName="picture2" refType="w" fact="0.3126"/>
              <dgm:constr type="h" for="ch" forName="picture2" refType="h" fact="0.2332"/>
              <dgm:constr type="l" for="ch" forName="parent2" refType="w" fact="0.0211"/>
              <dgm:constr type="t" for="ch" forName="parent2" refType="h" fact="0.926"/>
              <dgm:constr type="w" for="ch" forName="parent2" refType="w" fact="0.3113"/>
              <dgm:constr type="h" for="ch" forName="parent2" refType="h" fact="0.0361"/>
            </dgm:constrLst>
          </dgm:if>
          <dgm:else name="Name17">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r" for="ch" forName="picture1" refType="w" fact="0.9982"/>
              <dgm:constr type="t" for="ch" forName="picture1" refType="h" fact="0.1037"/>
              <dgm:constr type="w" for="ch" forName="picture1" refType="w" fact="0.9084"/>
              <dgm:constr type="h" for="ch" forName="picture1" refType="h" fact="0.6767"/>
              <dgm:constr type="r" for="ch" forName="accent1" refType="w" fact="0.961"/>
              <dgm:constr type="t" for="ch" forName="accent1" refType="h" fact="0.1459"/>
              <dgm:constr type="w" for="ch" forName="accent1" refType="w" fact="0.9007"/>
              <dgm:constr type="h" for="ch" forName="accent1" refType="h" fact="0.8541"/>
              <dgm:constr type="r" for="ch" forName="parent1" refType="w"/>
              <dgm:constr type="t" for="ch" forName="parent1" refType="h" fact="0"/>
              <dgm:constr type="w" for="ch" forName="parent1" refType="w" fact="0.9084"/>
              <dgm:constr type="h" for="ch" forName="parent1" refType="h" fact="0.0998"/>
              <dgm:constr type="r" for="ch" forName="picture3" refType="w" fact="0.6461"/>
              <dgm:constr type="t" for="ch" forName="picture3" refType="h" fact="0.7301"/>
              <dgm:constr type="w" for="ch" forName="picture3" refType="w" fact="0.3131"/>
              <dgm:constr type="h" for="ch" forName="picture3" refType="h" fact="0.2332"/>
              <dgm:constr type="r" for="ch" forName="parent3" refType="w" fact="0.6452"/>
              <dgm:constr type="t" for="ch" forName="parent3" refType="h" fact="0.926"/>
              <dgm:constr type="w" for="ch" forName="parent3" refType="w" fact="0.3113"/>
              <dgm:constr type="h" for="ch" forName="parent3" refType="h" fact="0.0361"/>
              <dgm:constr type="r" for="ch" forName="picture4" refType="w" fact="0.3126"/>
              <dgm:constr type="t" for="ch" forName="picture4" refType="h" fact="0.7301"/>
              <dgm:constr type="w" for="ch" forName="picture4" refType="w" fact="0.3126"/>
              <dgm:constr type="h" for="ch" forName="picture4" refType="h" fact="0.2332"/>
              <dgm:constr type="r" for="ch" forName="parent4" refType="w" fact="0.3319"/>
              <dgm:constr type="t" for="ch" forName="parent4" refType="h" fact="0.9264"/>
              <dgm:constr type="w" for="ch" forName="parent4" refType="w" fact="0.3113"/>
              <dgm:constr type="h" for="ch" forName="parent4" refType="h" fact="0.0361"/>
              <dgm:constr type="r" for="ch" forName="picture2" refType="w" fact="0.9796"/>
              <dgm:constr type="t" for="ch" forName="picture2" refType="h" fact="0.7301"/>
              <dgm:constr type="w" for="ch" forName="picture2" refType="w" fact="0.3126"/>
              <dgm:constr type="h" for="ch" forName="picture2" refType="h" fact="0.2332"/>
              <dgm:constr type="r" for="ch" forName="parent2" refType="w" fact="0.9789"/>
              <dgm:constr type="t" for="ch" forName="parent2" refType="h" fact="0.926"/>
              <dgm:constr type="w" for="ch" forName="parent2" refType="w" fact="0.3113"/>
              <dgm:constr type="h" for="ch" forName="parent2" refType="h" fact="0.0361"/>
            </dgm:constrLst>
          </dgm:else>
        </dgm:choose>
      </dgm:if>
      <dgm:else name="Name18">
        <dgm:alg type="composite">
          <dgm:param type="ar" val="0.817"/>
        </dgm:alg>
        <dgm:choose name="Name19">
          <dgm:if name="Name20" func="var" arg="dir" op="equ" val="norm">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l" for="ch" forName="picture1" refType="w" fact="0.0019"/>
              <dgm:constr type="t" for="ch" forName="picture1" refType="h" fact="0.0724"/>
              <dgm:constr type="w" for="ch" forName="picture1" refType="w" fact="0.9372"/>
              <dgm:constr type="h" for="ch" forName="picture1" refType="h" fact="0.4727"/>
              <dgm:constr type="l" for="ch" forName="accent1" refType="w" fact="0.0403"/>
              <dgm:constr type="t" for="ch" forName="accent1" refType="h" fact="0.1019"/>
              <dgm:constr type="w" for="ch" forName="accent1" refType="w" fact="0.9293"/>
              <dgm:constr type="h" for="ch" forName="accent1" refType="h" fact="0.8921"/>
              <dgm:constr type="l" for="ch" forName="picture4" refType="w" fact="0.078"/>
              <dgm:constr type="t" for="ch" forName="picture4" refType="h" fact="0.7749"/>
              <dgm:constr type="w" for="ch" forName="picture4" refType="w" fact="0.4458"/>
              <dgm:constr type="h" for="ch" forName="picture4" refType="h" fact="0.2251"/>
              <dgm:constr type="l" for="ch" forName="picture5" refType="w" fact="0.5536"/>
              <dgm:constr type="t" for="ch" forName="picture5" refType="h" fact="0.7749"/>
              <dgm:constr type="w" for="ch" forName="picture5" refType="w" fact="0.4464"/>
              <dgm:constr type="h" for="ch" forName="picture5" refType="h" fact="0.2251"/>
              <dgm:constr type="l" for="ch" forName="picture3" refType="w" fact="0.5536"/>
              <dgm:constr type="t" for="ch" forName="picture3" refType="h" fact="0.5251"/>
              <dgm:constr type="w" for="ch" forName="picture3" refType="w" fact="0.4464"/>
              <dgm:constr type="h" for="ch" forName="picture3" refType="h" fact="0.2251"/>
              <dgm:constr type="l" for="ch" forName="picture2" refType="w" fact="0.078"/>
              <dgm:constr type="t" for="ch" forName="picture2" refType="h" fact="0.5251"/>
              <dgm:constr type="w" for="ch" forName="picture2" refType="w" fact="0.4458"/>
              <dgm:constr type="h" for="ch" forName="picture2" refType="h" fact="0.2251"/>
              <dgm:constr type="l" for="ch" forName="parent1" refType="w" fact="0"/>
              <dgm:constr type="t" for="ch" forName="parent1" refType="h" fact="0"/>
              <dgm:constr type="w" for="ch" forName="parent1" refType="w" fact="0.9372"/>
              <dgm:constr type="h" for="ch" forName="parent1" refType="h" fact="0.0697"/>
              <dgm:constr type="l" for="ch" forName="parent3" refType="w" fact="0.5548"/>
              <dgm:constr type="t" for="ch" forName="parent3" refType="h" fact="0.7143"/>
              <dgm:constr type="w" for="ch" forName="parent3" refType="w" fact="0.4439"/>
              <dgm:constr type="h" for="ch" forName="parent3" refType="h" fact="0.0349"/>
              <dgm:constr type="l" for="ch" forName="parent5" refType="w" fact="0.5548"/>
              <dgm:constr type="t" for="ch" forName="parent5" refType="h" fact="0.9644"/>
              <dgm:constr type="w" for="ch" forName="parent5" refType="w" fact="0.4439"/>
              <dgm:constr type="h" for="ch" forName="parent5" refType="h" fact="0.0349"/>
              <dgm:constr type="l" for="ch" forName="parent4" refType="w" fact="0.079"/>
              <dgm:constr type="t" for="ch" forName="parent4" refType="h" fact="0.9644"/>
              <dgm:constr type="w" for="ch" forName="parent4" refType="w" fact="0.4439"/>
              <dgm:constr type="h" for="ch" forName="parent4" refType="h" fact="0.0349"/>
              <dgm:constr type="l" for="ch" forName="parent2" refType="w" fact="0.079"/>
              <dgm:constr type="t" for="ch" forName="parent2" refType="h" fact="0.7143"/>
              <dgm:constr type="w" for="ch" forName="parent2" refType="w" fact="0.4439"/>
              <dgm:constr type="h" for="ch" forName="parent2" refType="h" fact="0.0349"/>
            </dgm:constrLst>
          </dgm:if>
          <dgm:else name="Name21">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r" for="ch" forName="picture1" refType="w" fact="0.9981"/>
              <dgm:constr type="t" for="ch" forName="picture1" refType="h" fact="0.0724"/>
              <dgm:constr type="w" for="ch" forName="picture1" refType="w" fact="0.9372"/>
              <dgm:constr type="h" for="ch" forName="picture1" refType="h" fact="0.4727"/>
              <dgm:constr type="r" for="ch" forName="accent1" refType="w" fact="0.9597"/>
              <dgm:constr type="t" for="ch" forName="accent1" refType="h" fact="0.1019"/>
              <dgm:constr type="w" for="ch" forName="accent1" refType="w" fact="0.9293"/>
              <dgm:constr type="h" for="ch" forName="accent1" refType="h" fact="0.8921"/>
              <dgm:constr type="r" for="ch" forName="picture4" refType="w" fact="0.922"/>
              <dgm:constr type="t" for="ch" forName="picture4" refType="h" fact="0.7749"/>
              <dgm:constr type="w" for="ch" forName="picture4" refType="w" fact="0.4458"/>
              <dgm:constr type="h" for="ch" forName="picture4" refType="h" fact="0.2251"/>
              <dgm:constr type="r" for="ch" forName="picture5" refType="w" fact="0.4464"/>
              <dgm:constr type="t" for="ch" forName="picture5" refType="h" fact="0.7749"/>
              <dgm:constr type="w" for="ch" forName="picture5" refType="w" fact="0.4464"/>
              <dgm:constr type="h" for="ch" forName="picture5" refType="h" fact="0.2251"/>
              <dgm:constr type="r" for="ch" forName="picture3" refType="w" fact="0.4464"/>
              <dgm:constr type="t" for="ch" forName="picture3" refType="h" fact="0.5251"/>
              <dgm:constr type="w" for="ch" forName="picture3" refType="w" fact="0.4464"/>
              <dgm:constr type="h" for="ch" forName="picture3" refType="h" fact="0.2251"/>
              <dgm:constr type="r" for="ch" forName="picture2" refType="w" fact="0.922"/>
              <dgm:constr type="t" for="ch" forName="picture2" refType="h" fact="0.5251"/>
              <dgm:constr type="w" for="ch" forName="picture2" refType="w" fact="0.4458"/>
              <dgm:constr type="h" for="ch" forName="picture2" refType="h" fact="0.2251"/>
              <dgm:constr type="l" for="ch" forName="parent1" refType="w" fact="0.0628"/>
              <dgm:constr type="t" for="ch" forName="parent1" refType="h" fact="0"/>
              <dgm:constr type="w" for="ch" forName="parent1" refType="w" fact="0.9372"/>
              <dgm:constr type="h" for="ch" forName="parent1" refType="h" fact="0.0697"/>
              <dgm:constr type="r" for="ch" forName="parent3" refType="w" fact="0.4452"/>
              <dgm:constr type="t" for="ch" forName="parent3" refType="h" fact="0.7143"/>
              <dgm:constr type="w" for="ch" forName="parent3" refType="w" fact="0.4439"/>
              <dgm:constr type="h" for="ch" forName="parent3" refType="h" fact="0.0349"/>
              <dgm:constr type="r" for="ch" forName="parent5" refType="w" fact="0.4452"/>
              <dgm:constr type="t" for="ch" forName="parent5" refType="h" fact="0.9644"/>
              <dgm:constr type="w" for="ch" forName="parent5" refType="w" fact="0.4439"/>
              <dgm:constr type="h" for="ch" forName="parent5" refType="h" fact="0.0349"/>
              <dgm:constr type="r" for="ch" forName="parent4" refType="w" fact="0.921"/>
              <dgm:constr type="t" for="ch" forName="parent4" refType="h" fact="0.9644"/>
              <dgm:constr type="w" for="ch" forName="parent4" refType="w" fact="0.4439"/>
              <dgm:constr type="h" for="ch" forName="parent4" refType="h" fact="0.0349"/>
              <dgm:constr type="r" for="ch" forName="parent2" refType="w" fact="0.921"/>
              <dgm:constr type="t" for="ch" forName="parent2" refType="h" fact="0.7143"/>
              <dgm:constr type="w" for="ch" forName="parent2" refType="w" fact="0.4439"/>
              <dgm:constr type="h" for="ch" forName="parent2" refType="h" fact="0.0349"/>
            </dgm:constrLst>
          </dgm:else>
        </dgm:choose>
      </dgm:else>
    </dgm:choose>
    <dgm:forEach name="Name22" axis="ch" ptType="node" cnt="1">
      <dgm:layoutNode name="picture1">
        <dgm:alg type="sp"/>
        <dgm:shape xmlns:r="http://schemas.openxmlformats.org/officeDocument/2006/relationships" r:blip="">
          <dgm:adjLst/>
        </dgm:shape>
        <dgm:presOf/>
        <dgm:forEach name="Name23" ref="pictureWrapper"/>
      </dgm:layoutNode>
      <dgm:layoutNode name="accent1" styleLbl="parChTrans1D1">
        <dgm:alg type="sp"/>
        <dgm:shape xmlns:r="http://schemas.openxmlformats.org/officeDocument/2006/relationships" type="rect" r:blip="">
          <dgm:adjLst/>
        </dgm:shape>
        <dgm:presOf/>
      </dgm:layoutNode>
      <dgm:layoutNode name="parent1" styleLbl="revTx">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
          <dgm:constr type="bMarg" refType="primFontSz" fact="0.1"/>
        </dgm:constrLst>
        <dgm:ruleLst>
          <dgm:rule type="primFontSz" val="5" fact="NaN" max="NaN"/>
        </dgm:ruleLst>
      </dgm:layoutNode>
    </dgm:forEach>
    <dgm:forEach name="Name24" axis="ch" ptType="node" st="2" cnt="1">
      <dgm:layoutNode name="picture2">
        <dgm:alg type="sp"/>
        <dgm:shape xmlns:r="http://schemas.openxmlformats.org/officeDocument/2006/relationships" r:blip="">
          <dgm:adjLst/>
        </dgm:shape>
        <dgm:presOf/>
        <dgm:forEach name="Name25" ref="pictureWrapper"/>
      </dgm:layoutNode>
      <dgm:layoutNode name="parent2" styleLbl="trBgShp">
        <dgm:varLst>
          <dgm:chMax val="0"/>
          <dgm:chPref val="0"/>
          <dgm:bulletEnabled val="1"/>
        </dgm:varLst>
        <dgm:alg type="tx">
          <dgm:param type="parTxLTRAlign" val="r"/>
          <dgm:param type="parTxRTLAlign" val="r"/>
          <dgm:param type="txAnchorVert" val="b"/>
          <dgm:param type="txAnchorVertCh" val="b"/>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
          <dgm:constr type="bMarg" refType="primFontSz" fact="0.1"/>
        </dgm:constrLst>
        <dgm:ruleLst>
          <dgm:rule type="primFontSz" val="5" fact="NaN" max="NaN"/>
        </dgm:ruleLst>
      </dgm:layoutNode>
    </dgm:forEach>
    <dgm:forEach name="Name26" axis="ch" ptType="node" st="3" cnt="1">
      <dgm:layoutNode name="picture3">
        <dgm:alg type="sp"/>
        <dgm:shape xmlns:r="http://schemas.openxmlformats.org/officeDocument/2006/relationships" r:blip="">
          <dgm:adjLst/>
        </dgm:shape>
        <dgm:presOf/>
        <dgm:forEach name="Name27" ref="pictureWrapper"/>
      </dgm:layoutNode>
      <dgm:layoutNode name="parent3" styleLbl="trBgShp">
        <dgm:varLst>
          <dgm:chMax val="0"/>
          <dgm:chPref val="0"/>
          <dgm:bulletEnabled val="1"/>
        </dgm:varLst>
        <dgm:alg type="tx">
          <dgm:param type="parTxLTRAlign" val="r"/>
          <dgm:param type="parTxRTLAlign" val="r"/>
          <dgm:param type="txAnchorVert" val="b"/>
          <dgm:param type="txAnchorVertCh" val="b"/>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28" axis="ch" ptType="node" st="4" cnt="1">
      <dgm:layoutNode name="picture4">
        <dgm:alg type="sp"/>
        <dgm:shape xmlns:r="http://schemas.openxmlformats.org/officeDocument/2006/relationships" r:blip="">
          <dgm:adjLst/>
        </dgm:shape>
        <dgm:presOf/>
        <dgm:forEach name="Name29" ref="pictureWrapper"/>
      </dgm:layoutNode>
      <dgm:layoutNode name="parent4" styleLbl="trBgShp">
        <dgm:varLst>
          <dgm:chMax val="0"/>
          <dgm:chPref val="0"/>
          <dgm:bulletEnabled val="1"/>
        </dgm:varLst>
        <dgm:alg type="tx">
          <dgm:param type="parTxLTRAlign" val="r"/>
          <dgm:param type="parTxRTLAlign" val="r"/>
          <dgm:param type="txAnchorVert" val="b"/>
          <dgm:param type="txAnchorVertCh" val="b"/>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30" axis="ch" ptType="node" st="5" cnt="1">
      <dgm:layoutNode name="picture5">
        <dgm:alg type="sp"/>
        <dgm:shape xmlns:r="http://schemas.openxmlformats.org/officeDocument/2006/relationships" r:blip="">
          <dgm:adjLst/>
        </dgm:shape>
        <dgm:presOf/>
        <dgm:forEach name="Name31" ref="pictureWrapper"/>
      </dgm:layoutNode>
      <dgm:layoutNode name="parent5" styleLbl="trBgShp">
        <dgm:varLst>
          <dgm:chMax val="0"/>
          <dgm:chPref val="0"/>
        </dgm:varLst>
        <dgm:alg type="tx">
          <dgm:param type="parTxLTRAlign" val="r"/>
          <dgm:param type="parTxRTLAlign" val="r"/>
          <dgm:param type="txAnchorVert" val="b"/>
          <dgm:param type="txAnchorVertCh" val="b"/>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wrapper" axis="self" ptType="parTrans">
      <dgm:forEach name="pictureWrapper" axis="self">
        <dgm:layoutNode name="picture" styleLbl="bgImgPlace1">
          <dgm:alg type="sp"/>
          <dgm:shape xmlns:r="http://schemas.openxmlformats.org/officeDocument/2006/relationships" type="rect" r:blip="" blipPhldr="1">
            <dgm:adjLst/>
          </dgm:shape>
          <dgm:presOf/>
        </dgm:layoutNode>
      </dgm:forEach>
    </dgm:forEach>
  </dgm:layoutNode>
</dgm:layoutDef>
</file>

<file path=ppt/diagrams/layout152.xml><?xml version="1.0" encoding="utf-8"?>
<dgm:layoutDef xmlns:dgm="http://schemas.openxmlformats.org/drawingml/2006/diagram" xmlns:a="http://schemas.openxmlformats.org/drawingml/2006/main" uniqueId="urn:microsoft.com/office/officeart/2011/layout/ThemePictureAlternatingAccent">
  <dgm:title val="Theme Picture Alternating Accent"/>
  <dgm:desc val="Use to show a group of pictures with the first picture being the largest and on top. Additional Level 1 pictures alternate between squares and rectangles with a limit of nine Level 1 pictures. Works best with small amounts of text. Unused text does not appear, but remains available if you switch layouts."/>
  <dgm:catLst>
    <dgm:cat type="picture" pri="13750"/>
    <dgm:cat type="officeonline" pri="7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tyleData>
  <dgm:clr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clrData>
  <dgm:layoutNode name="Name0">
    <dgm:varLst>
      <dgm:chMax val="9"/>
      <dgm:chPref val="9"/>
    </dgm:varLst>
    <dgm:shape xmlns:r="http://schemas.openxmlformats.org/officeDocument/2006/relationships" r:blip="">
      <dgm:adjLst/>
    </dgm:shape>
    <dgm:choose name="Name1">
      <dgm:if name="Name2" axis="ch" ptType="node" func="cnt" op="equ" val="1">
        <dgm:alg type="composite">
          <dgm:param type="ar" val="1.62"/>
        </dgm:alg>
        <dgm:constrLst>
          <dgm:constr type="primFontSz" for="des" forName="parent1" val="65"/>
          <dgm:constr type="l" for="ch" forName="picture1" refType="w" fact="0"/>
          <dgm:constr type="t" for="ch" forName="picture1" refType="h" fact="0"/>
          <dgm:constr type="w" for="ch" forName="picture1" refType="w"/>
          <dgm:constr type="h" for="ch" forName="picture1" refType="h"/>
          <dgm:constr type="l" for="ch" forName="parent1" refType="w" fact="0"/>
          <dgm:constr type="t" for="ch" forName="parent1" refType="h" fact="0.8776"/>
          <dgm:constr type="w" for="ch" forName="parent1" refType="w"/>
          <dgm:constr type="h" for="ch" forName="parent1" refType="h" fact="0.1166"/>
        </dgm:constrLst>
      </dgm:if>
      <dgm:if name="Name3" axis="ch" ptType="node" func="cnt" op="equ" val="2">
        <dgm:alg type="composite">
          <dgm:param type="ar" val="1.0352"/>
        </dgm:alg>
        <dgm:constrLst>
          <dgm:constr type="primFontSz" for="des" forName="parent1" val="65"/>
          <dgm:constr type="primFontSz" for="des" forName="parent2" val="65"/>
          <dgm:constr type="l" for="ch" forName="picture1" refType="w" fact="0"/>
          <dgm:constr type="t" for="ch" forName="picture1" refType="h" fact="0"/>
          <dgm:constr type="w" for="ch" forName="picture1" refType="w"/>
          <dgm:constr type="h" for="ch" forName="picture1" refType="h" fact="0.639"/>
          <dgm:constr type="l" for="ch" forName="parent1" refType="w" fact="0"/>
          <dgm:constr type="t" for="ch" forName="parent1" refType="h" fact="0.5608"/>
          <dgm:constr type="w" for="ch" forName="parent1" refType="w"/>
          <dgm:constr type="h" for="ch" forName="parent1" refType="h" fact="0.0745"/>
          <dgm:constr type="l" for="ch" forName="picture2" refType="w" fact="0"/>
          <dgm:constr type="t" for="ch" forName="picture2" refType="h" fact="0.6589"/>
          <dgm:constr type="w" for="ch" forName="picture2" refType="w" fact="0.6312"/>
          <dgm:constr type="h" for="ch" forName="picture2" refType="h" fact="0.3411"/>
          <dgm:constr type="l" for="ch" forName="parent2" refType="w" fact="0"/>
          <dgm:constr type="t" for="ch" forName="parent2" refType="h" fact="0.9532"/>
          <dgm:constr type="w" for="ch" forName="parent2" refType="w" fact="0.6312"/>
          <dgm:constr type="h" for="ch" forName="parent2" refType="h" fact="0.0426"/>
        </dgm:constrLst>
      </dgm:if>
      <dgm:if name="Name4" axis="ch" ptType="node" func="cnt" op="equ" val="3">
        <dgm:alg type="composite">
          <dgm:param type="ar" val="1.0352"/>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l" for="ch" forName="picture1" refType="w" fact="0"/>
          <dgm:constr type="t" for="ch" forName="picture1" refType="h" fact="0"/>
          <dgm:constr type="w" for="ch" forName="picture1" refType="w"/>
          <dgm:constr type="h" for="ch" forName="picture1" refType="h" fact="0.639"/>
          <dgm:constr type="l" for="ch" forName="parent1" refType="w" fact="0"/>
          <dgm:constr type="t" for="ch" forName="parent1" refType="h" fact="0.5608"/>
          <dgm:constr type="w" for="ch" forName="parent1" refType="w"/>
          <dgm:constr type="h" for="ch" forName="parent1" refType="h" fact="0.0745"/>
          <dgm:constr type="l" for="ch" forName="picture2" refType="w" fact="0"/>
          <dgm:constr type="t" for="ch" forName="picture2" refType="h" fact="0.6589"/>
          <dgm:constr type="w" for="ch" forName="picture2" refType="w" fact="0.6312"/>
          <dgm:constr type="h" for="ch" forName="picture2" refType="h" fact="0.3411"/>
          <dgm:constr type="l" for="ch" forName="parent2" refType="w" fact="0"/>
          <dgm:constr type="t" for="ch" forName="parent2" refType="h" fact="0.9532"/>
          <dgm:constr type="w" for="ch" forName="parent2" refType="w" fact="0.6312"/>
          <dgm:constr type="h" for="ch" forName="parent2" refType="h" fact="0.0426"/>
          <dgm:constr type="l" for="ch" forName="picture3" refType="w" fact="0.6501"/>
          <dgm:constr type="t" for="ch" forName="picture3" refType="h" fact="0.6589"/>
          <dgm:constr type="w" for="ch" forName="picture3" refType="w" fact="0.3499"/>
          <dgm:constr type="h" for="ch" forName="picture3" refType="h" fact="0.3411"/>
          <dgm:constr type="l" for="ch" forName="parent3" refType="w" fact="0.6501"/>
          <dgm:constr type="t" for="ch" forName="parent3" refType="h" fact="0.9525"/>
          <dgm:constr type="w" for="ch" forName="parent3" refType="w" fact="0.3499"/>
          <dgm:constr type="h" for="ch" forName="parent3" refType="h" fact="0.043"/>
        </dgm:constrLst>
      </dgm:if>
      <dgm:if name="Name5" axis="ch" ptType="node" func="cnt" op="equ" val="4">
        <dgm:alg type="composite">
          <dgm:param type="ar" val="0.7603"/>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l" for="ch" forName="picture1" refType="w" fact="0"/>
          <dgm:constr type="t" for="ch" forName="picture1" refType="h" fact="0"/>
          <dgm:constr type="w" for="ch" forName="picture1" refType="w" fact="0.9998"/>
          <dgm:constr type="h" for="ch" forName="picture1" refType="h" fact="0.4692"/>
          <dgm:constr type="l" for="ch" forName="parent1" refType="w" fact="0"/>
          <dgm:constr type="t" for="ch" forName="parent1" refType="h" fact="0.4118"/>
          <dgm:constr type="w" for="ch" forName="parent1" refType="w" fact="0.9998"/>
          <dgm:constr type="h" for="ch" forName="parent1" refType="h" fact="0.0547"/>
          <dgm:constr type="l" for="ch" forName="picture2" refType="w" fact="0"/>
          <dgm:constr type="t" for="ch" forName="picture2" refType="h" fact="0.4839"/>
          <dgm:constr type="w" for="ch" forName="picture2" refType="w" fact="0.631"/>
          <dgm:constr type="h" for="ch" forName="picture2" refType="h" fact="0.2504"/>
          <dgm:constr type="l" for="ch" forName="parent2" refType="w" fact="0"/>
          <dgm:constr type="t" for="ch" forName="parent2" refType="h" fact="0.6999"/>
          <dgm:constr type="w" for="ch" forName="parent2" refType="w" fact="0.631"/>
          <dgm:constr type="h" for="ch" forName="parent2" refType="h" fact="0.0313"/>
          <dgm:constr type="l" for="ch" forName="picture3" refType="w" fact="0.65"/>
          <dgm:constr type="t" for="ch" forName="picture3" refType="h" fact="0.4839"/>
          <dgm:constr type="w" for="ch" forName="picture3" refType="w" fact="0.3498"/>
          <dgm:constr type="h" for="ch" forName="picture3" refType="h" fact="0.2504"/>
          <dgm:constr type="l" for="ch" forName="parent3" refType="w" fact="0.65"/>
          <dgm:constr type="t" for="ch" forName="parent3" refType="h" fact="0.6994"/>
          <dgm:constr type="w" for="ch" forName="parent3" refType="w" fact="0.3498"/>
          <dgm:constr type="h" for="ch" forName="parent3" refType="h" fact="0.0316"/>
          <dgm:constr type="l" for="ch" forName="picture4" refType="w" fact="0"/>
          <dgm:constr type="t" for="ch" forName="picture4" refType="h" fact="0.7496"/>
          <dgm:constr type="w" for="ch" forName="picture4" refType="w" fact="0.3498"/>
          <dgm:constr type="h" for="ch" forName="picture4" refType="h" fact="0.2504"/>
          <dgm:constr type="l" for="ch" forName="parent4" refType="w" fact="0"/>
          <dgm:constr type="t" for="ch" forName="parent4" refType="h" fact="0.9651"/>
          <dgm:constr type="w" for="ch" forName="parent4" refType="w" fact="0.3498"/>
          <dgm:constr type="h" for="ch" forName="parent4" refType="h" fact="0.0316"/>
        </dgm:constrLst>
      </dgm:if>
      <dgm:if name="Name6" axis="ch" ptType="node" func="cnt" op="equ" val="5">
        <dgm:alg type="composite">
          <dgm:param type="ar" val="0.7603"/>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l" for="ch" forName="picture1" refType="w" fact="0"/>
          <dgm:constr type="t" for="ch" forName="picture1" refType="h" fact="0"/>
          <dgm:constr type="w" for="ch" forName="picture1" refType="w" fact="0.9998"/>
          <dgm:constr type="h" for="ch" forName="picture1" refType="h" fact="0.4692"/>
          <dgm:constr type="l" for="ch" forName="parent1" refType="w" fact="0"/>
          <dgm:constr type="t" for="ch" forName="parent1" refType="h" fact="0.4118"/>
          <dgm:constr type="w" for="ch" forName="parent1" refType="w" fact="0.9998"/>
          <dgm:constr type="h" for="ch" forName="parent1" refType="h" fact="0.0547"/>
          <dgm:constr type="l" for="ch" forName="picture2" refType="w" fact="0"/>
          <dgm:constr type="t" for="ch" forName="picture2" refType="h" fact="0.4839"/>
          <dgm:constr type="w" for="ch" forName="picture2" refType="w" fact="0.631"/>
          <dgm:constr type="h" for="ch" forName="picture2" refType="h" fact="0.2504"/>
          <dgm:constr type="l" for="ch" forName="parent2" refType="w" fact="0"/>
          <dgm:constr type="t" for="ch" forName="parent2" refType="h" fact="0.6999"/>
          <dgm:constr type="w" for="ch" forName="parent2" refType="w" fact="0.631"/>
          <dgm:constr type="h" for="ch" forName="parent2" refType="h" fact="0.0313"/>
          <dgm:constr type="l" for="ch" forName="picture3" refType="w" fact="0.65"/>
          <dgm:constr type="t" for="ch" forName="picture3" refType="h" fact="0.4839"/>
          <dgm:constr type="w" for="ch" forName="picture3" refType="w" fact="0.3498"/>
          <dgm:constr type="h" for="ch" forName="picture3" refType="h" fact="0.2504"/>
          <dgm:constr type="l" for="ch" forName="parent3" refType="w" fact="0.65"/>
          <dgm:constr type="t" for="ch" forName="parent3" refType="h" fact="0.6994"/>
          <dgm:constr type="w" for="ch" forName="parent3" refType="w" fact="0.3498"/>
          <dgm:constr type="h" for="ch" forName="parent3" refType="h" fact="0.0316"/>
          <dgm:constr type="l" for="ch" forName="picture4" refType="w" fact="0"/>
          <dgm:constr type="t" for="ch" forName="picture4" refType="h" fact="0.7496"/>
          <dgm:constr type="w" for="ch" forName="picture4" refType="w" fact="0.3498"/>
          <dgm:constr type="h" for="ch" forName="picture4" refType="h" fact="0.2504"/>
          <dgm:constr type="l" for="ch" forName="parent4" refType="w" fact="0"/>
          <dgm:constr type="t" for="ch" forName="parent4" refType="h" fact="0.9651"/>
          <dgm:constr type="w" for="ch" forName="parent4" refType="w" fact="0.3498"/>
          <dgm:constr type="h" for="ch" forName="parent4" refType="h" fact="0.0316"/>
          <dgm:constr type="l" for="ch" forName="picture5" refType="w" fact="0.369"/>
          <dgm:constr type="t" for="ch" forName="picture5" refType="h" fact="0.7496"/>
          <dgm:constr type="w" for="ch" forName="picture5" refType="w" fact="0.631"/>
          <dgm:constr type="h" for="ch" forName="picture5" refType="h" fact="0.2504"/>
          <dgm:constr type="l" for="ch" forName="parent5" refType="w" fact="0.369"/>
          <dgm:constr type="t" for="ch" forName="parent5" refType="h" fact="0.9656"/>
          <dgm:constr type="w" for="ch" forName="parent5" refType="w" fact="0.631"/>
          <dgm:constr type="h" for="ch" forName="parent5" refType="h" fact="0.0313"/>
        </dgm:constrLst>
      </dgm:if>
      <dgm:if name="Name7" axis="ch" ptType="node" func="cnt" op="equ" val="6">
        <dgm:alg type="composite">
          <dgm:param type="ar" val="0.6012"/>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primFontSz" for="des" forName="parent6" refType="primFontSz" refFor="des" refForName="parent2" op="equ"/>
          <dgm:constr type="l" for="ch" forName="picture1" refType="w" fact="0"/>
          <dgm:constr type="t" for="ch" forName="picture1" refType="h" fact="0"/>
          <dgm:constr type="w" for="ch" forName="picture1" refType="w" fact="0.9992"/>
          <dgm:constr type="h" for="ch" forName="picture1" refType="h" fact="0.3708"/>
          <dgm:constr type="l" for="ch" forName="parent1" refType="w" fact="0"/>
          <dgm:constr type="t" for="ch" forName="parent1" refType="h" fact="0.3254"/>
          <dgm:constr type="w" for="ch" forName="parent1" refType="w" fact="0.9992"/>
          <dgm:constr type="h" for="ch" forName="parent1" refType="h" fact="0.0432"/>
          <dgm:constr type="l" for="ch" forName="picture2" refType="w" fact="0"/>
          <dgm:constr type="t" for="ch" forName="picture2" refType="h" fact="0.3824"/>
          <dgm:constr type="w" for="ch" forName="picture2" refType="w" fact="0.6307"/>
          <dgm:constr type="h" for="ch" forName="picture2" refType="h" fact="0.1979"/>
          <dgm:constr type="l" for="ch" forName="parent2" refType="w" fact="0"/>
          <dgm:constr type="t" for="ch" forName="parent2" refType="h" fact="0.5531"/>
          <dgm:constr type="w" for="ch" forName="parent2" refType="w" fact="0.6307"/>
          <dgm:constr type="h" for="ch" forName="parent2" refType="h" fact="0.0247"/>
          <dgm:constr type="l" for="ch" forName="picture3" refType="w" fact="0.6496"/>
          <dgm:constr type="t" for="ch" forName="picture3" refType="h" fact="0.3824"/>
          <dgm:constr type="w" for="ch" forName="picture3" refType="w" fact="0.3496"/>
          <dgm:constr type="h" for="ch" forName="picture3" refType="h" fact="0.1979"/>
          <dgm:constr type="l" for="ch" forName="parent3" refType="w" fact="0.6496"/>
          <dgm:constr type="t" for="ch" forName="parent3" refType="h" fact="0.5527"/>
          <dgm:constr type="w" for="ch" forName="parent3" refType="w" fact="0.3496"/>
          <dgm:constr type="h" for="ch" forName="parent3" refType="h" fact="0.025"/>
          <dgm:constr type="l" for="ch" forName="picture4" refType="w" fact="0"/>
          <dgm:constr type="t" for="ch" forName="picture4" refType="h" fact="0.5924"/>
          <dgm:constr type="w" for="ch" forName="picture4" refType="w" fact="0.3496"/>
          <dgm:constr type="h" for="ch" forName="picture4" refType="h" fact="0.1979"/>
          <dgm:constr type="l" for="ch" forName="parent4" refType="w" fact="0"/>
          <dgm:constr type="t" for="ch" forName="parent4" refType="h" fact="0.7627"/>
          <dgm:constr type="w" for="ch" forName="parent4" refType="w" fact="0.3496"/>
          <dgm:constr type="h" for="ch" forName="parent4" refType="h" fact="0.025"/>
          <dgm:constr type="l" for="ch" forName="picture5" refType="w" fact="0.3688"/>
          <dgm:constr type="t" for="ch" forName="picture5" refType="h" fact="0.5924"/>
          <dgm:constr type="w" for="ch" forName="picture5" refType="w" fact="0.6307"/>
          <dgm:constr type="h" for="ch" forName="picture5" refType="h" fact="0.1979"/>
          <dgm:constr type="l" for="ch" forName="parent5" refType="w" fact="0.3688"/>
          <dgm:constr type="t" for="ch" forName="parent5" refType="h" fact="0.7631"/>
          <dgm:constr type="w" for="ch" forName="parent5" refType="w" fact="0.6307"/>
          <dgm:constr type="h" for="ch" forName="parent5" refType="h" fact="0.0247"/>
          <dgm:constr type="l" for="ch" forName="picture6" refType="w" fact="0"/>
          <dgm:constr type="t" for="ch" forName="picture6" refType="h" fact="0.8021"/>
          <dgm:constr type="w" for="ch" forName="picture6" refType="w" fact="0.6307"/>
          <dgm:constr type="h" for="ch" forName="picture6" refType="h" fact="0.1979"/>
          <dgm:constr type="l" for="ch" forName="parent6" refType="w" fact="0"/>
          <dgm:constr type="t" for="ch" forName="parent6" refType="h" fact="0.9728"/>
          <dgm:constr type="w" for="ch" forName="parent6" refType="w" fact="0.6307"/>
          <dgm:constr type="h" for="ch" forName="parent6" refType="h" fact="0.0247"/>
        </dgm:constrLst>
      </dgm:if>
      <dgm:if name="Name8" axis="ch" ptType="node" func="cnt" op="equ" val="7">
        <dgm:alg type="composite">
          <dgm:param type="ar" val="0.6012"/>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primFontSz" for="des" forName="parent6" refType="primFontSz" refFor="des" refForName="parent2" op="equ"/>
          <dgm:constr type="primFontSz" for="des" forName="parent7" refType="primFontSz" refFor="des" refForName="parent2" op="equ"/>
          <dgm:constr type="l" for="ch" forName="picture1" refType="w" fact="0"/>
          <dgm:constr type="t" for="ch" forName="picture1" refType="h" fact="0"/>
          <dgm:constr type="w" for="ch" forName="picture1" refType="w" fact="0.9992"/>
          <dgm:constr type="h" for="ch" forName="picture1" refType="h" fact="0.3708"/>
          <dgm:constr type="l" for="ch" forName="parent1" refType="w" fact="0"/>
          <dgm:constr type="t" for="ch" forName="parent1" refType="h" fact="0.3254"/>
          <dgm:constr type="w" for="ch" forName="parent1" refType="w" fact="0.9992"/>
          <dgm:constr type="h" for="ch" forName="parent1" refType="h" fact="0.0432"/>
          <dgm:constr type="l" for="ch" forName="picture2" refType="w" fact="0"/>
          <dgm:constr type="t" for="ch" forName="picture2" refType="h" fact="0.3824"/>
          <dgm:constr type="w" for="ch" forName="picture2" refType="w" fact="0.6307"/>
          <dgm:constr type="h" for="ch" forName="picture2" refType="h" fact="0.1979"/>
          <dgm:constr type="l" for="ch" forName="parent2" refType="w" fact="0"/>
          <dgm:constr type="t" for="ch" forName="parent2" refType="h" fact="0.5531"/>
          <dgm:constr type="w" for="ch" forName="parent2" refType="w" fact="0.6307"/>
          <dgm:constr type="h" for="ch" forName="parent2" refType="h" fact="0.0247"/>
          <dgm:constr type="l" for="ch" forName="picture3" refType="w" fact="0.6496"/>
          <dgm:constr type="t" for="ch" forName="picture3" refType="h" fact="0.3824"/>
          <dgm:constr type="w" for="ch" forName="picture3" refType="w" fact="0.3496"/>
          <dgm:constr type="h" for="ch" forName="picture3" refType="h" fact="0.1979"/>
          <dgm:constr type="l" for="ch" forName="parent3" refType="w" fact="0.6496"/>
          <dgm:constr type="t" for="ch" forName="parent3" refType="h" fact="0.5527"/>
          <dgm:constr type="w" for="ch" forName="parent3" refType="w" fact="0.3496"/>
          <dgm:constr type="h" for="ch" forName="parent3" refType="h" fact="0.025"/>
          <dgm:constr type="l" for="ch" forName="picture4" refType="w" fact="0"/>
          <dgm:constr type="t" for="ch" forName="picture4" refType="h" fact="0.5924"/>
          <dgm:constr type="w" for="ch" forName="picture4" refType="w" fact="0.3496"/>
          <dgm:constr type="h" for="ch" forName="picture4" refType="h" fact="0.1979"/>
          <dgm:constr type="l" for="ch" forName="parent4" refType="w" fact="0"/>
          <dgm:constr type="t" for="ch" forName="parent4" refType="h" fact="0.7627"/>
          <dgm:constr type="w" for="ch" forName="parent4" refType="w" fact="0.3496"/>
          <dgm:constr type="h" for="ch" forName="parent4" refType="h" fact="0.025"/>
          <dgm:constr type="l" for="ch" forName="picture5" refType="w" fact="0.3688"/>
          <dgm:constr type="t" for="ch" forName="picture5" refType="h" fact="0.5924"/>
          <dgm:constr type="w" for="ch" forName="picture5" refType="w" fact="0.6307"/>
          <dgm:constr type="h" for="ch" forName="picture5" refType="h" fact="0.1979"/>
          <dgm:constr type="l" for="ch" forName="parent5" refType="w" fact="0.3688"/>
          <dgm:constr type="t" for="ch" forName="parent5" refType="h" fact="0.7631"/>
          <dgm:constr type="w" for="ch" forName="parent5" refType="w" fact="0.6307"/>
          <dgm:constr type="h" for="ch" forName="parent5" refType="h" fact="0.0247"/>
          <dgm:constr type="l" for="ch" forName="picture6" refType="w" fact="0"/>
          <dgm:constr type="t" for="ch" forName="picture6" refType="h" fact="0.8021"/>
          <dgm:constr type="w" for="ch" forName="picture6" refType="w" fact="0.6307"/>
          <dgm:constr type="h" for="ch" forName="picture6" refType="h" fact="0.1979"/>
          <dgm:constr type="l" for="ch" forName="parent6" refType="w" fact="0"/>
          <dgm:constr type="t" for="ch" forName="parent6" refType="h" fact="0.9728"/>
          <dgm:constr type="w" for="ch" forName="parent6" refType="w" fact="0.6307"/>
          <dgm:constr type="h" for="ch" forName="parent6" refType="h" fact="0.0247"/>
          <dgm:constr type="l" for="ch" forName="picture7" refType="w" fact="0.6504"/>
          <dgm:constr type="t" for="ch" forName="picture7" refType="h" fact="0.8021"/>
          <dgm:constr type="w" for="ch" forName="picture7" refType="w" fact="0.3496"/>
          <dgm:constr type="h" for="ch" forName="picture7" refType="h" fact="0.1979"/>
          <dgm:constr type="l" for="ch" forName="parent7" refType="w" fact="0.6504"/>
          <dgm:constr type="t" for="ch" forName="parent7" refType="h" fact="0.9724"/>
          <dgm:constr type="w" for="ch" forName="parent7" refType="w" fact="0.3496"/>
          <dgm:constr type="h" for="ch" forName="parent7" refType="h" fact="0.025"/>
        </dgm:constrLst>
      </dgm:if>
      <dgm:if name="Name9" axis="ch" ptType="node" func="cnt" op="equ" val="8">
        <dgm:alg type="composite">
          <dgm:param type="ar" val="0.4976"/>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primFontSz" for="des" forName="parent6" refType="primFontSz" refFor="des" refForName="parent2" op="equ"/>
          <dgm:constr type="primFontSz" for="des" forName="parent7" refType="primFontSz" refFor="des" refForName="parent2" op="equ"/>
          <dgm:constr type="primFontSz" for="des" forName="parent8" refType="primFontSz" refFor="des" refForName="parent2" op="equ"/>
          <dgm:constr type="l" for="ch" forName="picture1" refType="w" fact="0"/>
          <dgm:constr type="t" for="ch" forName="picture1" refType="h" fact="0"/>
          <dgm:constr type="w" for="ch" forName="picture1" refType="w" fact="0.9992"/>
          <dgm:constr type="h" for="ch" forName="picture1" refType="h" fact="0.3069"/>
          <dgm:constr type="l" for="ch" forName="parent1" refType="w" fact="0"/>
          <dgm:constr type="t" for="ch" forName="parent1" refType="h" fact="0.2693"/>
          <dgm:constr type="w" for="ch" forName="parent1" refType="w" fact="0.9992"/>
          <dgm:constr type="h" for="ch" forName="parent1" refType="h" fact="0.0358"/>
          <dgm:constr type="l" for="ch" forName="picture2" refType="w" fact="0"/>
          <dgm:constr type="t" for="ch" forName="picture2" refType="h" fact="0.3165"/>
          <dgm:constr type="w" for="ch" forName="picture2" refType="w" fact="0.6307"/>
          <dgm:constr type="h" for="ch" forName="picture2" refType="h" fact="0.1638"/>
          <dgm:constr type="l" for="ch" forName="parent2" refType="w" fact="0"/>
          <dgm:constr type="t" for="ch" forName="parent2" refType="h" fact="0.4578"/>
          <dgm:constr type="w" for="ch" forName="parent2" refType="w" fact="0.6307"/>
          <dgm:constr type="h" for="ch" forName="parent2" refType="h" fact="0.0205"/>
          <dgm:constr type="l" for="ch" forName="picture3" refType="w" fact="0.6496"/>
          <dgm:constr type="t" for="ch" forName="picture3" refType="h" fact="0.3165"/>
          <dgm:constr type="w" for="ch" forName="picture3" refType="w" fact="0.3496"/>
          <dgm:constr type="h" for="ch" forName="picture3" refType="h" fact="0.1638"/>
          <dgm:constr type="l" for="ch" forName="parent3" refType="w" fact="0.6496"/>
          <dgm:constr type="t" for="ch" forName="parent3" refType="h" fact="0.4575"/>
          <dgm:constr type="w" for="ch" forName="parent3" refType="w" fact="0.3496"/>
          <dgm:constr type="h" for="ch" forName="parent3" refType="h" fact="0.0207"/>
          <dgm:constr type="l" for="ch" forName="picture5" refType="w" fact="0.3688"/>
          <dgm:constr type="t" for="ch" forName="picture5" refType="h" fact="0.4903"/>
          <dgm:constr type="w" for="ch" forName="picture5" refType="w" fact="0.6307"/>
          <dgm:constr type="h" for="ch" forName="picture5" refType="h" fact="0.1638"/>
          <dgm:constr type="l" for="ch" forName="parent5" refType="w" fact="0.3688"/>
          <dgm:constr type="t" for="ch" forName="parent5" refType="h" fact="0.6316"/>
          <dgm:constr type="w" for="ch" forName="parent5" refType="w" fact="0.6307"/>
          <dgm:constr type="h" for="ch" forName="parent5" refType="h" fact="0.0205"/>
          <dgm:constr type="l" for="ch" forName="picture4" refType="w" fact="0"/>
          <dgm:constr type="t" for="ch" forName="picture4" refType="h" fact="0.4903"/>
          <dgm:constr type="w" for="ch" forName="picture4" refType="w" fact="0.3496"/>
          <dgm:constr type="h" for="ch" forName="picture4" refType="h" fact="0.1638"/>
          <dgm:constr type="l" for="ch" forName="parent4" refType="w" fact="0"/>
          <dgm:constr type="t" for="ch" forName="parent4" refType="h" fact="0.6313"/>
          <dgm:constr type="w" for="ch" forName="parent4" refType="w" fact="0.3496"/>
          <dgm:constr type="h" for="ch" forName="parent4" refType="h" fact="0.0207"/>
          <dgm:constr type="l" for="ch" forName="picture6" refType="w" fact="0"/>
          <dgm:constr type="t" for="ch" forName="picture6" refType="h" fact="0.6638"/>
          <dgm:constr type="w" for="ch" forName="picture6" refType="w" fact="0.6307"/>
          <dgm:constr type="h" for="ch" forName="picture6" refType="h" fact="0.1638"/>
          <dgm:constr type="l" for="ch" forName="parent6" refType="w" fact="0"/>
          <dgm:constr type="t" for="ch" forName="parent6" refType="h" fact="0.8051"/>
          <dgm:constr type="w" for="ch" forName="parent6" refType="w" fact="0.6307"/>
          <dgm:constr type="h" for="ch" forName="parent6" refType="h" fact="0.0205"/>
          <dgm:constr type="l" for="ch" forName="picture7" refType="w" fact="0.6504"/>
          <dgm:constr type="t" for="ch" forName="picture7" refType="h" fact="0.6638"/>
          <dgm:constr type="w" for="ch" forName="picture7" refType="w" fact="0.3496"/>
          <dgm:constr type="h" for="ch" forName="picture7" refType="h" fact="0.1638"/>
          <dgm:constr type="l" for="ch" forName="parent7" refType="w" fact="0.6504"/>
          <dgm:constr type="t" for="ch" forName="parent7" refType="h" fact="0.8048"/>
          <dgm:constr type="w" for="ch" forName="parent7" refType="w" fact="0.3496"/>
          <dgm:constr type="h" for="ch" forName="parent7" refType="h" fact="0.0207"/>
          <dgm:constr type="l" for="ch" forName="picture8" refType="w" fact="0"/>
          <dgm:constr type="t" for="ch" forName="picture8" refType="h" fact="0.8362"/>
          <dgm:constr type="w" for="ch" forName="picture8" refType="w" fact="0.3496"/>
          <dgm:constr type="h" for="ch" forName="picture8" refType="h" fact="0.1638"/>
          <dgm:constr type="l" for="ch" forName="parent8" refType="w" fact="0"/>
          <dgm:constr type="t" for="ch" forName="parent8" refType="h" fact="0.9772"/>
          <dgm:constr type="w" for="ch" forName="parent8" refType="w" fact="0.3496"/>
          <dgm:constr type="h" for="ch" forName="parent8" refType="h" fact="0.0207"/>
        </dgm:constrLst>
      </dgm:if>
      <dgm:else name="Name10">
        <dgm:alg type="composite">
          <dgm:param type="ar" val="0.4976"/>
        </dgm:alg>
        <dgm:constrLst>
          <dgm:constr type="primFontSz" for="des" forName="parent1" val="65"/>
          <dgm:constr type="primFontSz" for="des" forName="parent2" val="65"/>
          <dgm:constr type="primFontSz" for="des" forName="parent2" refType="primFontSz" refFor="des" refForName="parent1" op="lte"/>
          <dgm:constr type="primFontSz" for="des" forName="parent3" refType="primFontSz" refFor="des" refForName="parent2" op="equ"/>
          <dgm:constr type="primFontSz" for="des" forName="parent4" refType="primFontSz" refFor="des" refForName="parent2" op="equ"/>
          <dgm:constr type="primFontSz" for="des" forName="parent5" refType="primFontSz" refFor="des" refForName="parent2" op="equ"/>
          <dgm:constr type="primFontSz" for="des" forName="parent6" refType="primFontSz" refFor="des" refForName="parent2" op="equ"/>
          <dgm:constr type="primFontSz" for="des" forName="parent7" refType="primFontSz" refFor="des" refForName="parent2" op="equ"/>
          <dgm:constr type="primFontSz" for="des" forName="parent8" refType="primFontSz" refFor="des" refForName="parent2" op="equ"/>
          <dgm:constr type="primFontSz" for="des" forName="parent9" refType="primFontSz" refFor="des" refForName="parent2" op="equ"/>
          <dgm:constr type="l" for="ch" forName="picture1" refType="w" fact="0"/>
          <dgm:constr type="t" for="ch" forName="picture1" refType="h" fact="0"/>
          <dgm:constr type="w" for="ch" forName="picture1" refType="w" fact="0.9992"/>
          <dgm:constr type="h" for="ch" forName="picture1" refType="h" fact="0.3069"/>
          <dgm:constr type="l" for="ch" forName="parent1" refType="w" fact="0"/>
          <dgm:constr type="t" for="ch" forName="parent1" refType="h" fact="0.2693"/>
          <dgm:constr type="w" for="ch" forName="parent1" refType="w" fact="0.9992"/>
          <dgm:constr type="h" for="ch" forName="parent1" refType="h" fact="0.0358"/>
          <dgm:constr type="l" for="ch" forName="picture2" refType="w" fact="0"/>
          <dgm:constr type="t" for="ch" forName="picture2" refType="h" fact="0.3165"/>
          <dgm:constr type="w" for="ch" forName="picture2" refType="w" fact="0.6307"/>
          <dgm:constr type="h" for="ch" forName="picture2" refType="h" fact="0.1638"/>
          <dgm:constr type="l" for="ch" forName="parent2" refType="w" fact="0"/>
          <dgm:constr type="t" for="ch" forName="parent2" refType="h" fact="0.4578"/>
          <dgm:constr type="w" for="ch" forName="parent2" refType="w" fact="0.6307"/>
          <dgm:constr type="h" for="ch" forName="parent2" refType="h" fact="0.0205"/>
          <dgm:constr type="l" for="ch" forName="picture3" refType="w" fact="0.6496"/>
          <dgm:constr type="t" for="ch" forName="picture3" refType="h" fact="0.3165"/>
          <dgm:constr type="w" for="ch" forName="picture3" refType="w" fact="0.3496"/>
          <dgm:constr type="h" for="ch" forName="picture3" refType="h" fact="0.1638"/>
          <dgm:constr type="l" for="ch" forName="parent3" refType="w" fact="0.6496"/>
          <dgm:constr type="t" for="ch" forName="parent3" refType="h" fact="0.4575"/>
          <dgm:constr type="w" for="ch" forName="parent3" refType="w" fact="0.3496"/>
          <dgm:constr type="h" for="ch" forName="parent3" refType="h" fact="0.0207"/>
          <dgm:constr type="l" for="ch" forName="picture5" refType="w" fact="0.3688"/>
          <dgm:constr type="t" for="ch" forName="picture5" refType="h" fact="0.4903"/>
          <dgm:constr type="w" for="ch" forName="picture5" refType="w" fact="0.6307"/>
          <dgm:constr type="h" for="ch" forName="picture5" refType="h" fact="0.1638"/>
          <dgm:constr type="l" for="ch" forName="parent5" refType="w" fact="0.3688"/>
          <dgm:constr type="t" for="ch" forName="parent5" refType="h" fact="0.6316"/>
          <dgm:constr type="w" for="ch" forName="parent5" refType="w" fact="0.6307"/>
          <dgm:constr type="h" for="ch" forName="parent5" refType="h" fact="0.0205"/>
          <dgm:constr type="l" for="ch" forName="picture4" refType="w" fact="0"/>
          <dgm:constr type="t" for="ch" forName="picture4" refType="h" fact="0.4903"/>
          <dgm:constr type="w" for="ch" forName="picture4" refType="w" fact="0.3496"/>
          <dgm:constr type="h" for="ch" forName="picture4" refType="h" fact="0.1638"/>
          <dgm:constr type="l" for="ch" forName="parent4" refType="w" fact="0"/>
          <dgm:constr type="t" for="ch" forName="parent4" refType="h" fact="0.6313"/>
          <dgm:constr type="w" for="ch" forName="parent4" refType="w" fact="0.3496"/>
          <dgm:constr type="h" for="ch" forName="parent4" refType="h" fact="0.0207"/>
          <dgm:constr type="l" for="ch" forName="picture6" refType="w" fact="0"/>
          <dgm:constr type="t" for="ch" forName="picture6" refType="h" fact="0.6638"/>
          <dgm:constr type="w" for="ch" forName="picture6" refType="w" fact="0.6307"/>
          <dgm:constr type="h" for="ch" forName="picture6" refType="h" fact="0.1638"/>
          <dgm:constr type="l" for="ch" forName="parent6" refType="w" fact="0"/>
          <dgm:constr type="t" for="ch" forName="parent6" refType="h" fact="0.8051"/>
          <dgm:constr type="w" for="ch" forName="parent6" refType="w" fact="0.6307"/>
          <dgm:constr type="h" for="ch" forName="parent6" refType="h" fact="0.0205"/>
          <dgm:constr type="l" for="ch" forName="picture7" refType="w" fact="0.6504"/>
          <dgm:constr type="t" for="ch" forName="picture7" refType="h" fact="0.6638"/>
          <dgm:constr type="w" for="ch" forName="picture7" refType="w" fact="0.3496"/>
          <dgm:constr type="h" for="ch" forName="picture7" refType="h" fact="0.1638"/>
          <dgm:constr type="l" for="ch" forName="parent7" refType="w" fact="0.6504"/>
          <dgm:constr type="t" for="ch" forName="parent7" refType="h" fact="0.8048"/>
          <dgm:constr type="w" for="ch" forName="parent7" refType="w" fact="0.3496"/>
          <dgm:constr type="h" for="ch" forName="parent7" refType="h" fact="0.0207"/>
          <dgm:constr type="l" for="ch" forName="picture8" refType="w" fact="0"/>
          <dgm:constr type="t" for="ch" forName="picture8" refType="h" fact="0.8362"/>
          <dgm:constr type="w" for="ch" forName="picture8" refType="w" fact="0.3496"/>
          <dgm:constr type="h" for="ch" forName="picture8" refType="h" fact="0.1638"/>
          <dgm:constr type="l" for="ch" forName="parent8" refType="w" fact="0"/>
          <dgm:constr type="t" for="ch" forName="parent8" refType="h" fact="0.9772"/>
          <dgm:constr type="w" for="ch" forName="parent8" refType="w" fact="0.3496"/>
          <dgm:constr type="h" for="ch" forName="parent8" refType="h" fact="0.0207"/>
          <dgm:constr type="l" for="ch" forName="picture9" refType="w" fact="0.3689"/>
          <dgm:constr type="t" for="ch" forName="picture9" refType="h" fact="0.8362"/>
          <dgm:constr type="w" for="ch" forName="picture9" refType="w" fact="0.6307"/>
          <dgm:constr type="h" for="ch" forName="picture9" refType="h" fact="0.1638"/>
          <dgm:constr type="l" for="ch" forName="parent9" refType="w" fact="0.3689"/>
          <dgm:constr type="t" for="ch" forName="parent9" refType="h" fact="0.9775"/>
          <dgm:constr type="w" for="ch" forName="parent9" refType="w" fact="0.6307"/>
          <dgm:constr type="h" for="ch" forName="parent9" refType="h" fact="0.0205"/>
        </dgm:constrLst>
      </dgm:else>
    </dgm:choose>
    <dgm:forEach name="Name11" axis="ch" ptType="node" cnt="1">
      <dgm:layoutNode name="picture1">
        <dgm:alg type="sp"/>
        <dgm:shape xmlns:r="http://schemas.openxmlformats.org/officeDocument/2006/relationships" r:blip="">
          <dgm:adjLst/>
        </dgm:shape>
        <dgm:presOf/>
        <dgm:forEach name="Name12" ref="pictureWrapper"/>
      </dgm:layoutNode>
      <dgm:layoutNode name="parent1">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13" axis="ch" ptType="node" st="2" cnt="1">
      <dgm:layoutNode name="picture2">
        <dgm:alg type="sp"/>
        <dgm:shape xmlns:r="http://schemas.openxmlformats.org/officeDocument/2006/relationships" r:blip="">
          <dgm:adjLst/>
        </dgm:shape>
        <dgm:presOf/>
        <dgm:forEach name="Name14" ref="pictureWrapper"/>
      </dgm:layoutNode>
      <dgm:layoutNode name="parent2">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15" axis="ch" ptType="node" st="3" cnt="1">
      <dgm:layoutNode name="picture3">
        <dgm:alg type="sp"/>
        <dgm:shape xmlns:r="http://schemas.openxmlformats.org/officeDocument/2006/relationships" r:blip="">
          <dgm:adjLst/>
        </dgm:shape>
        <dgm:presOf/>
        <dgm:forEach name="Name16" ref="pictureWrapper"/>
      </dgm:layoutNode>
      <dgm:layoutNode name="parent3">
        <dgm:varLst>
          <dgm:chMax val="0"/>
          <dgm:chPref val="0"/>
          <dgm:bulletEnabled val="1"/>
        </dgm:varLst>
        <dgm:alg type="tx">
          <dgm:param type="parTxLTRAlign" val="r"/>
          <dgm:param type="parTxRTLAlign"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17" axis="ch" ptType="node" st="4" cnt="1">
      <dgm:layoutNode name="picture4">
        <dgm:alg type="sp"/>
        <dgm:shape xmlns:r="http://schemas.openxmlformats.org/officeDocument/2006/relationships" r:blip="">
          <dgm:adjLst/>
        </dgm:shape>
        <dgm:presOf/>
        <dgm:forEach name="Name18" ref="pictureWrapper"/>
      </dgm:layoutNode>
      <dgm:layoutNode name="parent4">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19" axis="ch" ptType="node" st="5" cnt="1">
      <dgm:layoutNode name="picture5">
        <dgm:alg type="sp"/>
        <dgm:shape xmlns:r="http://schemas.openxmlformats.org/officeDocument/2006/relationships" r:blip="">
          <dgm:adjLst/>
        </dgm:shape>
        <dgm:presOf/>
        <dgm:forEach name="Name20" ref="pictureWrapper"/>
      </dgm:layoutNode>
      <dgm:layoutNode name="parent5">
        <dgm:varLst>
          <dgm:chMax val="0"/>
          <dgm:chPref val="0"/>
          <dgm:bulletEnabled val="1"/>
        </dgm:varLst>
        <dgm:alg type="tx">
          <dgm:param type="parTxLTRAlign" val="r"/>
          <dgm:param type="parTxRTLAlign"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21" axis="ch" ptType="node" st="6" cnt="1">
      <dgm:layoutNode name="picture6">
        <dgm:alg type="sp"/>
        <dgm:shape xmlns:r="http://schemas.openxmlformats.org/officeDocument/2006/relationships" r:blip="">
          <dgm:adjLst/>
        </dgm:shape>
        <dgm:presOf/>
        <dgm:forEach name="Name22" ref="pictureWrapper"/>
      </dgm:layoutNode>
      <dgm:layoutNode name="parent6">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23" axis="ch" ptType="node" st="7" cnt="1">
      <dgm:layoutNode name="picture7">
        <dgm:alg type="sp"/>
        <dgm:shape xmlns:r="http://schemas.openxmlformats.org/officeDocument/2006/relationships" r:blip="">
          <dgm:adjLst/>
        </dgm:shape>
        <dgm:presOf/>
        <dgm:forEach name="Name24" ref="pictureWrapper"/>
      </dgm:layoutNode>
      <dgm:layoutNode name="parent7">
        <dgm:varLst>
          <dgm:chMax val="0"/>
          <dgm:chPref val="0"/>
          <dgm:bulletEnabled val="1"/>
        </dgm:varLst>
        <dgm:alg type="tx">
          <dgm:param type="parTxLTRAlign" val="r"/>
          <dgm:param type="parTxRTLAlign"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25" axis="ch" ptType="node" st="8" cnt="1">
      <dgm:layoutNode name="picture8">
        <dgm:alg type="sp"/>
        <dgm:shape xmlns:r="http://schemas.openxmlformats.org/officeDocument/2006/relationships" r:blip="">
          <dgm:adjLst/>
        </dgm:shape>
        <dgm:presOf/>
        <dgm:forEach name="Name26" ref="pictureWrapper"/>
      </dgm:layoutNode>
      <dgm:layoutNode name="parent8">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Name27" axis="ch" ptType="node" st="9" cnt="1">
      <dgm:layoutNode name="picture9">
        <dgm:alg type="sp"/>
        <dgm:shape xmlns:r="http://schemas.openxmlformats.org/officeDocument/2006/relationships" r:blip="">
          <dgm:adjLst/>
        </dgm:shape>
        <dgm:presOf/>
        <dgm:forEach name="Name28" ref="pictureWrapper"/>
      </dgm:layoutNode>
      <dgm:layoutNode name="parent9">
        <dgm:varLst>
          <dgm:chMax val="0"/>
          <dgm:chPref val="0"/>
          <dgm:bulletEnabled val="1"/>
        </dgm:varLst>
        <dgm:alg type="tx">
          <dgm:param type="parTxLTRAlign" val="r"/>
          <dgm:param type="parTxRTLAlign" val="r"/>
          <dgm:param type="txAnchorVert" val="b"/>
          <dgm:param type="txAnchorVertCh" val="b"/>
        </dgm:alg>
        <dgm:shape xmlns:r="http://schemas.openxmlformats.org/officeDocument/2006/relationships" type="rect" r:blip="" hideGeom="1">
          <dgm:adjLst/>
        </dgm:shape>
        <dgm:presOf axis="desOrSelf" ptType="node"/>
        <dgm:constrLst>
          <dgm:constr type="lMarg" refType="primFontSz" fact="0.3"/>
          <dgm:constr type="rMarg" refType="primFontSz" fact="0.3"/>
          <dgm:constr type="tMarg" refType="primFontSz" fact="0.1"/>
          <dgm:constr type="bMarg" refType="primFontSz" fact="0.1"/>
        </dgm:constrLst>
        <dgm:ruleLst>
          <dgm:rule type="primFontSz" val="5" fact="NaN" max="NaN"/>
        </dgm:ruleLst>
      </dgm:layoutNode>
    </dgm:forEach>
    <dgm:forEach name="wrapper" axis="self" ptType="parTrans">
      <dgm:forEach name="pictureWrapper" axis="self">
        <dgm:layoutNode name="picture" styleLbl="alignImgPlace1">
          <dgm:alg type="sp"/>
          <dgm:shape xmlns:r="http://schemas.openxmlformats.org/officeDocument/2006/relationships" type="rect" r:blip="" blipPhldr="1">
            <dgm:adjLst/>
          </dgm:shape>
          <dgm:presOf/>
        </dgm:layoutNode>
      </dgm:forEach>
    </dgm:forEach>
  </dgm:layoutNode>
</dgm:layoutDef>
</file>

<file path=ppt/diagrams/layout153.xml><?xml version="1.0" encoding="utf-8"?>
<dgm:layoutDef xmlns:dgm="http://schemas.openxmlformats.org/drawingml/2006/diagram" xmlns:a="http://schemas.openxmlformats.org/drawingml/2006/main" uniqueId="urn:microsoft.com/office/officeart/2008/layout/PictureAccentList">
  <dgm:title val=""/>
  <dgm:desc val=""/>
  <dgm:catLst>
    <dgm:cat type="picture" pri="14000"/>
    <dgm:cat type="list" pri="14500"/>
  </dgm:catLst>
  <dgm:sampData>
    <dgm:dataModel>
      <dgm:ptLst>
        <dgm:pt modelId="0" type="doc"/>
        <dgm:pt modelId="1">
          <dgm:prSet phldr="1"/>
        </dgm:pt>
        <dgm:pt modelId="11">
          <dgm:prSet phldr="1"/>
        </dgm:pt>
        <dgm:pt modelId="12">
          <dgm:prSet phldr="1"/>
        </dgm:pt>
      </dgm:ptLst>
      <dgm:cxnLst>
        <dgm:cxn modelId="4" srcId="0" destId="1" srcOrd="0" destOrd="0"/>
        <dgm:cxn modelId="5" srcId="1" destId="11" srcOrd="0" destOrd="0"/>
        <dgm:cxn modelId="6" srcId="1" destId="12" srcOrd="1" destOrd="0"/>
      </dgm:cxnLst>
      <dgm:bg/>
      <dgm:whole/>
    </dgm:dataModel>
  </dgm:sampData>
  <dgm:styleData>
    <dgm:dataModel>
      <dgm:ptLst>
        <dgm:pt modelId="0" type="doc"/>
        <dgm:pt modelId="1"/>
        <dgm:pt modelId="11"/>
        <dgm:pt modelId="12"/>
        <dgm:pt modelId="13"/>
      </dgm:ptLst>
      <dgm:cxnLst>
        <dgm:cxn modelId="4" srcId="0" destId="1" srcOrd="0" destOrd="0"/>
        <dgm:cxn modelId="5" srcId="1" destId="11" srcOrd="0" destOrd="0"/>
        <dgm:cxn modelId="6" srcId="1" destId="12" srcOrd="0" destOrd="0"/>
        <dgm:cxn modelId="14" srcId="1" destId="13" srcOrd="0" destOrd="0"/>
      </dgm:cxnLst>
      <dgm:bg/>
      <dgm:whole/>
    </dgm:dataModel>
  </dgm:styleData>
  <dgm:clrData>
    <dgm:dataModel>
      <dgm:ptLst>
        <dgm:pt modelId="0" type="doc"/>
        <dgm:pt modelId="1"/>
        <dgm:pt modelId="11"/>
        <dgm:pt modelId="12"/>
        <dgm:pt modelId="13"/>
      </dgm:ptLst>
      <dgm:cxnLst>
        <dgm:cxn modelId="4" srcId="0" destId="1" srcOrd="0" destOrd="0"/>
        <dgm:cxn modelId="5" srcId="1" destId="11" srcOrd="0" destOrd="0"/>
        <dgm:cxn modelId="6" srcId="1" destId="12" srcOrd="0" destOrd="0"/>
        <dgm:cxn modelId="14" srcId="1" destId="13" srcOrd="0" destOrd="0"/>
      </dgm:cxnLst>
      <dgm:bg/>
      <dgm:whole/>
    </dgm:dataModel>
  </dgm:clrData>
  <dgm:layoutNode name="layout">
    <dgm:varLst>
      <dgm:chMax/>
      <dgm:chPref/>
      <dgm:dir/>
      <dgm:animOne val="branch"/>
      <dgm:animLvl val="lvl"/>
      <dgm:resizeHandles/>
    </dgm:varLst>
    <dgm:choose name="Name0">
      <dgm:if name="Name1" func="var" arg="dir" op="equ" val="norm">
        <dgm:alg type="hierChild">
          <dgm:param type="linDir" val="fromL"/>
        </dgm:alg>
      </dgm:if>
      <dgm:else name="Name2">
        <dgm:alg type="hierChild">
          <dgm:param type="linDir" val="fromL"/>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primFontSz" for="des" forName="childText" refType="primFontSz" refFor="des" refForName="rootText" op="lte"/>
      <dgm:constr type="w" for="des" forName="rootComposite" refType="w" fact="4"/>
      <dgm:constr type="h" for="des" forName="rootComposite" refType="h"/>
      <dgm:constr type="w" for="des" forName="childComposite" refType="w" refFor="des" refForName="rootComposite"/>
      <dgm:constr type="h" for="des" forName="childComposite" refType="h" refFor="des" refForName="rootComposite"/>
      <dgm:constr type="sibSp" refType="w" refFor="des" refForName="rootComposite" fact="0.1"/>
      <dgm:constr type="sibSp" for="des" forName="childShape" refType="h" refFor="des" refForName="rootComposite" fact="0.12"/>
      <dgm:constr type="sp" for="des" forName="root" refType="h" refFor="des" refForName="rootComposite" fact="0.18"/>
    </dgm:constrLst>
    <dgm:ruleLst/>
    <dgm:forEach name="Name3" axis="ch">
      <dgm:forEach name="Name4" axis="self" ptType="node" cnt="1">
        <dgm:layoutNode name="root">
          <dgm:varLst>
            <dgm:chMax/>
            <dgm:chPref val="4"/>
          </dgm:varLst>
          <dgm:alg type="hierRoot"/>
          <dgm:shape xmlns:r="http://schemas.openxmlformats.org/officeDocument/2006/relationships" r:blip="">
            <dgm:adjLst/>
          </dgm:shape>
          <dgm:presOf/>
          <dgm:constrLst/>
          <dgm:ruleLst/>
          <dgm:layoutNode name="rootComposite">
            <dgm:varLst/>
            <dgm:alg type="composite"/>
            <dgm:shape xmlns:r="http://schemas.openxmlformats.org/officeDocument/2006/relationships" r:blip="">
              <dgm:adjLst/>
            </dgm:shape>
            <dgm:presOf axis="self" ptType="node" cnt="1"/>
            <dgm:constrLst>
              <dgm:constr type="l" for="ch" forName="rootText"/>
              <dgm:constr type="t" for="ch" forName="rootText"/>
              <dgm:constr type="w" for="ch" forName="rootText" refType="w"/>
              <dgm:constr type="h" for="ch" forName="rootText" refType="h"/>
            </dgm:constrLst>
            <dgm:ruleLst/>
            <dgm:layoutNode name="rootText" styleLbl="node0">
              <dgm:varLst>
                <dgm:chMax/>
                <dgm:chPref val="4"/>
              </dgm:varLst>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 type="primFontSz" val="65" fact="NaN" max="NaN"/>
              </dgm:ruleLst>
            </dgm:layoutNode>
          </dgm:layoutNode>
          <dgm:layoutNode name="childShape">
            <dgm:varLst>
              <dgm:chMax val="0"/>
              <dgm:chPref val="0"/>
            </dgm:varLst>
            <dgm:alg type="hierChild">
              <dgm:param type="chAlign" val="r"/>
              <dgm:param type="linDir" val="fromT"/>
              <dgm:param type="fallback" val="2D"/>
            </dgm:alg>
            <dgm:shape xmlns:r="http://schemas.openxmlformats.org/officeDocument/2006/relationships" r:blip="">
              <dgm:adjLst/>
            </dgm:shape>
            <dgm:presOf/>
            <dgm:constrLst/>
            <dgm:ruleLst/>
            <dgm:forEach name="Name5" axis="ch">
              <dgm:forEach name="Name6" axis="self" ptType="node">
                <dgm:layoutNode name="childComposite">
                  <dgm:varLst>
                    <dgm:chMax val="0"/>
                    <dgm:chPref val="0"/>
                  </dgm:varLst>
                  <dgm:alg type="composite"/>
                  <dgm:shape xmlns:r="http://schemas.openxmlformats.org/officeDocument/2006/relationships" r:blip="">
                    <dgm:adjLst/>
                  </dgm:shape>
                  <dgm:presOf/>
                  <dgm:choose name="Name7">
                    <dgm:if name="Name8" func="var" arg="dir" op="equ" val="norm">
                      <dgm:constrLst>
                        <dgm:constr type="w" for="ch" forName="Image" refType="h"/>
                        <dgm:constr type="h" for="ch" forName="Image" refType="h"/>
                        <dgm:constr type="l" for="ch" forName="Image"/>
                        <dgm:constr type="t" for="ch" forName="Image"/>
                        <dgm:constr type="h" for="ch" forName="childText" refType="h"/>
                        <dgm:constr type="l" for="ch" forName="childText" refType="w" refFor="ch" refForName="Image" fact="1.06"/>
                        <dgm:constr type="t" for="ch" forName="childText"/>
                      </dgm:constrLst>
                    </dgm:if>
                    <dgm:else name="Name9">
                      <dgm:constrLst>
                        <dgm:constr type="w" for="ch" forName="Image" refType="h"/>
                        <dgm:constr type="h" for="ch" forName="Image" refType="h"/>
                        <dgm:constr type="r" for="ch" forName="Image" refType="w"/>
                        <dgm:constr type="t" for="ch" forName="Image"/>
                        <dgm:constr type="h" for="ch" forName="childText" refType="h"/>
                        <dgm:constr type="t" for="ch" forName="childText"/>
                        <dgm:constr type="wOff" for="ch" forName="childText" refType="w" refFor="ch" refForName="Image" fact="-1.06"/>
                      </dgm:constrLst>
                    </dgm:else>
                  </dgm:choose>
                  <dgm:ruleLst/>
                  <dgm:layoutNode name="Image" styleLbl="node1">
                    <dgm:alg type="sp"/>
                    <dgm:shape xmlns:r="http://schemas.openxmlformats.org/officeDocument/2006/relationships" type="roundRect" r:blip="" blipPhldr="1">
                      <dgm:adjLst>
                        <dgm:adj idx="1" val="0.1667"/>
                      </dgm:adjLst>
                    </dgm:shape>
                    <dgm:presOf/>
                  </dgm:layoutNode>
                  <dgm:layoutNode name="childText" styleLbl="lnNode1">
                    <dgm:varLst>
                      <dgm:chMax val="0"/>
                      <dgm:chPref val="0"/>
                      <dgm:bulletEnabled val="1"/>
                    </dgm:varLst>
                    <dgm:alg type="tx"/>
                    <dgm:shape xmlns:r="http://schemas.openxmlformats.org/officeDocument/2006/relationships" type="roundRect" r:blip="">
                      <dgm:adjLst>
                        <dgm:adj idx="1" val="0.1667"/>
                      </dgm:adjLst>
                    </dgm:shape>
                    <dgm:presOf axis="self desOrSelf" ptType="node node" st="1 1" cnt="1 0"/>
                    <dgm:ruleLst>
                      <dgm:rule type="primFontSz" val="5" fact="NaN" max="NaN"/>
                    </dgm:ruleLst>
                  </dgm:layoutNode>
                </dgm:layoutNode>
              </dgm:forEach>
            </dgm:forEach>
          </dgm:layoutNode>
        </dgm:layoutNode>
      </dgm:forEach>
    </dgm:forEach>
  </dgm:layoutNode>
</dgm:layoutDef>
</file>

<file path=ppt/diagrams/layout154.xml><?xml version="1.0" encoding="utf-8"?>
<dgm:layoutDef xmlns:dgm="http://schemas.openxmlformats.org/drawingml/2006/diagram" xmlns:a="http://schemas.openxmlformats.org/drawingml/2006/main" uniqueId="urn:microsoft.com/office/officeart/2008/layout/AlternatingPictureCircles">
  <dgm:title val=""/>
  <dgm:desc val=""/>
  <dgm:catLst>
    <dgm:cat type="picture" pri="17000"/>
    <dgm:cat type="pictureconvert" pri="17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40" srcId="0" destId="10" srcOrd="0" destOrd="0"/>
        <dgm:cxn modelId="50" srcId="0" destId="20" srcOrd="1" destOrd="0"/>
        <dgm:cxn modelId="60" srcId="0" destId="30" srcOrd="2" destOrd="0"/>
        <dgm:cxn modelId="70" srcId="0" destId="40" srcOrd="3" destOrd="0"/>
      </dgm:cxnLst>
      <dgm:bg/>
      <dgm:whole/>
    </dgm:dataModel>
  </dgm:clrData>
  <dgm:layoutNode name="Name0">
    <dgm:varLst>
      <dgm:chMax/>
      <dgm:chPref/>
      <dgm:dir/>
    </dgm:varLst>
    <dgm:alg type="lin">
      <dgm:param type="linDir" val="fromT"/>
      <dgm:param type="fallback" val="2D"/>
      <dgm:param type="horzAlign" val="ctr"/>
      <dgm:param type="nodeVertAlign" val="t"/>
    </dgm:alg>
    <dgm:shape xmlns:r="http://schemas.openxmlformats.org/officeDocument/2006/relationships" r:blip="">
      <dgm:adjLst/>
    </dgm:shape>
    <dgm:choose name="Name1">
      <dgm:if name="Name2" axis="ch" ptType="node" func="cnt" op="gte" val="2">
        <dgm:constrLst>
          <dgm:constr type="primFontSz" for="des" ptType="node" op="equ" val="65"/>
          <dgm:constr type="w" for="ch" forName="composite" refType="h" refFor="ch" refForName="composite" fact="2.9499"/>
          <dgm:constr type="h" for="ch" forName="composite" refType="h"/>
          <dgm:constr type="h" for="ch" forName="ConnectorComposite" refType="w" refFor="ch" refForName="composite" op="equ" fact="0.1685"/>
          <dgm:constr type="w" for="ch" forName="ConnectorComposite" refType="h" refFor="ch" refForName="ConnectorComposite" op="equ"/>
        </dgm:constrLst>
      </dgm:if>
      <dgm:else name="Name3">
        <dgm:constrLst>
          <dgm:constr type="primFontSz" for="des" ptType="node" op="equ" val="65"/>
          <dgm:constr type="w" for="ch" forName="composite" refType="h" refFor="ch" refForName="composite" fact="1.9752"/>
          <dgm:constr type="h" for="ch" forName="composite" refType="h"/>
          <dgm:constr type="h" for="ch" forName="ConnectorComposite" refType="w" refFor="ch" refForName="composite" op="equ" fact="0.1685"/>
          <dgm:constr type="w" for="ch" forName="ConnectorComposite" refType="h" refFor="ch" refForName="ConnectorComposite" op="equ"/>
        </dgm:constrLst>
      </dgm:else>
    </dgm:choose>
    <dgm:forEach name="nodesForEach" axis="ch" ptType="node">
      <dgm:layoutNode name="composite">
        <dgm:alg type="composite"/>
        <dgm:shape xmlns:r="http://schemas.openxmlformats.org/officeDocument/2006/relationships" r:blip="">
          <dgm:adjLst/>
        </dgm:shape>
        <dgm:choose name="Name4">
          <dgm:if name="Name5" axis="precedSib" ptType="sibTrans" func="cnt" op="lte" val="0">
            <dgm:choose name="Name6">
              <dgm:if name="Name7" axis="followSib" ptType="sibTrans" func="cnt" op="lte" val="0">
                <dgm:choose name="Name8">
                  <dgm:if name="Name9" func="var" arg="dir" op="equ" val="norm">
                    <dgm:constrLst>
                      <dgm:constr type="l" for="ch" forName="Accent" refType="w" fact="0.4937"/>
                      <dgm:constr type="t" for="ch" forName="Accent" refType="h" fact="0"/>
                      <dgm:constr type="h" for="ch" forName="Accent" refType="w" refFor="ch" refForName="Accent"/>
                      <dgm:constr type="w" for="ch" forName="Accent" refType="w" fact="0.5063"/>
                      <dgm:constr type="l" for="ch" forName="Parent" refType="w" fact="0.5494"/>
                      <dgm:constr type="t" for="ch" forName="Parent" refType="h" fact="0.11"/>
                      <dgm:constr type="h" for="ch" forName="Parent" refType="w" refFor="ch" refForName="Parent"/>
                      <dgm:constr type="w" for="ch" forName="Parent" refType="w" fact="0.3949"/>
                      <dgm:constr type="l" for="ch" forName="Image" refType="w" fact="0"/>
                      <dgm:constr type="t" for="ch" forName="Image" refType="h" fact="0.035"/>
                      <dgm:constr type="h" for="ch" forName="Image" refType="h" fact="0.93"/>
                      <dgm:constr type="w" for="ch" forName="Image" refType="w" fact="0.6227"/>
                    </dgm:constrLst>
                  </dgm:if>
                  <dgm:else name="Name10">
                    <dgm:constrLst>
                      <dgm:constr type="l" for="ch" forName="Accent" refType="w" fact="0"/>
                      <dgm:constr type="t" for="ch" forName="Accent" refType="h" fact="0"/>
                      <dgm:constr type="h" for="ch" forName="Accent" refType="w" refFor="ch" refForName="Accent"/>
                      <dgm:constr type="w" for="ch" forName="Accent" refType="w" fact="0.5063"/>
                      <dgm:constr type="l" for="ch" forName="Parent" refType="w" fact="0.0557"/>
                      <dgm:constr type="t" for="ch" forName="Parent" refType="h" fact="0.11"/>
                      <dgm:constr type="h" for="ch" forName="Parent" refType="w" refFor="ch" refForName="Parent"/>
                      <dgm:constr type="w" for="ch" forName="Parent" refType="w" fact="0.3949"/>
                      <dgm:constr type="l" for="ch" forName="Image" refType="w" fact="0.3773"/>
                      <dgm:constr type="t" for="ch" forName="Image" refType="h" fact="0.035"/>
                      <dgm:constr type="h" for="ch" forName="Image" refType="h" fact="0.93"/>
                      <dgm:constr type="w" for="ch" forName="Image" refType="w" fact="0.6227"/>
                    </dgm:constrLst>
                  </dgm:else>
                </dgm:choose>
              </dgm:if>
              <dgm:else name="Name11">
                <dgm:choose name="Name12">
                  <dgm:if name="Name13" func="var" arg="dir" op="equ" val="norm">
                    <dgm:choose name="Name14">
                      <dgm:if name="Name15" axis="self" ptType="node" func="posOdd" op="equ" val="1">
                        <dgm:constrLst>
                          <dgm:constr type="l" for="ch" forName="Accent" refType="w" fact="0.3305"/>
                          <dgm:constr type="t" for="ch" forName="Accent" refType="w" fact="0"/>
                          <dgm:constr type="h" for="ch" forName="Accent" refType="w" refFor="ch" refForName="Accent"/>
                          <dgm:constr type="w" for="ch" forName="Accent" refType="w" fact="0.339"/>
                          <dgm:constr type="l" for="ch" forName="Parent" refType="w" fact="0.3678"/>
                          <dgm:constr type="t" for="ch" forName="Parent" refType="w" fact="0.0373"/>
                          <dgm:constr type="h" for="ch" forName="Parent" refType="w" refFor="ch" refForName="Parent"/>
                          <dgm:constr type="w" for="ch" forName="Parent" refType="w" fact="0.2644"/>
                          <dgm:constr type="l" for="ch" forName="Image" refType="w" fact="0"/>
                          <dgm:constr type="t" for="ch" forName="Image" refType="h" fact="0.035"/>
                          <dgm:constr type="h" for="ch" forName="Image" refType="h" fact="0.93"/>
                          <dgm:constr type="w" for="ch" forName="Image" refType="w" fact="0.4169"/>
                          <dgm:constr type="r" for="ch" forName="Space" refType="w"/>
                          <dgm:constr type="t" for="ch" forName="Space" refType="h" fact="0"/>
                          <dgm:constr type="h" for="ch" forName="Space" refType="h"/>
                          <dgm:constr type="w" for="ch" forName="Space" refType="w" fact="0.3305"/>
                        </dgm:constrLst>
                      </dgm:if>
                      <dgm:else name="Name16">
                        <dgm:constrLst>
                          <dgm:constr type="l" for="ch" forName="Accent" refType="w" fact="0.3305"/>
                          <dgm:constr type="t" for="ch" forName="Accent" refType="w" fact="0"/>
                          <dgm:constr type="h" for="ch" forName="Accent" refType="w" refFor="ch" refForName="Accent"/>
                          <dgm:constr type="w" for="ch" forName="Accent" refType="w" fact="0.339"/>
                          <dgm:constr type="l" for="ch" forName="Parent" refType="w" fact="0.3678"/>
                          <dgm:constr type="t" for="ch" forName="Parent" refType="w" fact="0.0373"/>
                          <dgm:constr type="h" for="ch" forName="Parent" refType="w" refFor="ch" refForName="Parent"/>
                          <dgm:constr type="w" for="ch" forName="Parent" refType="w" fact="0.2644"/>
                          <dgm:constr type="r" for="ch" forName="Image" refType="w"/>
                          <dgm:constr type="t" for="ch" forName="Image" refType="h" fact="0.035"/>
                          <dgm:constr type="h" for="ch" forName="Image" refType="h" fact="0.93"/>
                          <dgm:constr type="w" for="ch" forName="Image" refType="w" fact="0.4169"/>
                          <dgm:constr type="l" for="ch" forName="Space" refType="w" fact="0"/>
                          <dgm:constr type="t" for="ch" forName="Space" refType="h" fact="0"/>
                          <dgm:constr type="h" for="ch" forName="Space" refType="h"/>
                          <dgm:constr type="w" for="ch" forName="Space" refType="w" fact="0.3305"/>
                        </dgm:constrLst>
                      </dgm:else>
                    </dgm:choose>
                  </dgm:if>
                  <dgm:else name="Name17">
                    <dgm:choose name="Name18">
                      <dgm:if name="Name19" axis="self" ptType="node" func="posOdd" op="equ" val="1">
                        <dgm:constrLst>
                          <dgm:constr type="l" for="ch" forName="Accent" refType="w" fact="0.3305"/>
                          <dgm:constr type="t" for="ch" forName="Accent" refType="w" fact="0"/>
                          <dgm:constr type="h" for="ch" forName="Accent" refType="w" refFor="ch" refForName="Accent"/>
                          <dgm:constr type="w" for="ch" forName="Accent" refType="w" fact="0.339"/>
                          <dgm:constr type="l" for="ch" forName="Parent" refType="w" fact="0.3678"/>
                          <dgm:constr type="t" for="ch" forName="Parent" refType="w" fact="0.0373"/>
                          <dgm:constr type="h" for="ch" forName="Parent" refType="w" refFor="ch" refForName="Parent"/>
                          <dgm:constr type="w" for="ch" forName="Parent" refType="w" fact="0.2644"/>
                          <dgm:constr type="r" for="ch" forName="Image" refType="w"/>
                          <dgm:constr type="t" for="ch" forName="Image" refType="h" fact="0.035"/>
                          <dgm:constr type="h" for="ch" forName="Image" refType="h" fact="0.93"/>
                          <dgm:constr type="w" for="ch" forName="Image" refType="w" fact="0.4169"/>
                          <dgm:constr type="l" for="ch" forName="Space" refType="w" fact="0"/>
                          <dgm:constr type="t" for="ch" forName="Space" refType="h" fact="0"/>
                          <dgm:constr type="h" for="ch" forName="Space" refType="h"/>
                          <dgm:constr type="w" for="ch" forName="Space" refType="w" fact="0.3305"/>
                        </dgm:constrLst>
                      </dgm:if>
                      <dgm:else name="Name20">
                        <dgm:constrLst>
                          <dgm:constr type="l" for="ch" forName="Accent" refType="w" fact="0.3305"/>
                          <dgm:constr type="t" for="ch" forName="Accent" refType="w" fact="0"/>
                          <dgm:constr type="h" for="ch" forName="Accent" refType="w" refFor="ch" refForName="Accent"/>
                          <dgm:constr type="w" for="ch" forName="Accent" refType="w" fact="0.339"/>
                          <dgm:constr type="l" for="ch" forName="Parent" refType="w" fact="0.3678"/>
                          <dgm:constr type="t" for="ch" forName="Parent" refType="w" fact="0.0373"/>
                          <dgm:constr type="h" for="ch" forName="Parent" refType="w" refFor="ch" refForName="Parent"/>
                          <dgm:constr type="w" for="ch" forName="Parent" refType="w" fact="0.2644"/>
                          <dgm:constr type="l" for="ch" forName="Image" refType="w" fact="0"/>
                          <dgm:constr type="t" for="ch" forName="Image" refType="h" fact="0.035"/>
                          <dgm:constr type="h" for="ch" forName="Image" refType="h" fact="0.93"/>
                          <dgm:constr type="w" for="ch" forName="Image" refType="w" fact="0.4169"/>
                          <dgm:constr type="r" for="ch" forName="Space" refType="w"/>
                          <dgm:constr type="t" for="ch" forName="Space" refType="h" fact="0"/>
                          <dgm:constr type="h" for="ch" forName="Space" refType="h"/>
                          <dgm:constr type="w" for="ch" forName="Space" refType="w" fact="0.3305"/>
                        </dgm:constrLst>
                      </dgm:else>
                    </dgm:choose>
                  </dgm:else>
                </dgm:choose>
              </dgm:else>
            </dgm:choose>
          </dgm:if>
          <dgm:else name="Name21">
            <dgm:choose name="Name22">
              <dgm:if name="Name23" func="var" arg="dir" op="equ" val="norm">
                <dgm:choose name="Name24">
                  <dgm:if name="Name25" axis="self" ptType="node" func="posOdd" op="equ" val="1">
                    <dgm:constrLst>
                      <dgm:constr type="l" for="ch" forName="Accent" refType="w" fact="0.3305"/>
                      <dgm:constr type="t" for="ch" forName="Accent" refType="w" fact="0"/>
                      <dgm:constr type="h" for="ch" forName="Accent" refType="w" refFor="ch" refForName="Accent"/>
                      <dgm:constr type="w" for="ch" forName="Accent" refType="w" fact="0.339"/>
                      <dgm:constr type="l" for="ch" forName="Parent" refType="w" fact="0.3678"/>
                      <dgm:constr type="t" for="ch" forName="Parent" refType="w" fact="0.0373"/>
                      <dgm:constr type="h" for="ch" forName="Parent" refType="w" refFor="ch" refForName="Parent"/>
                      <dgm:constr type="w" for="ch" forName="Parent" refType="w" fact="0.2644"/>
                      <dgm:constr type="l" for="ch" forName="Image" refType="w" fact="0"/>
                      <dgm:constr type="t" for="ch" forName="Image" refType="h" fact="0.035"/>
                      <dgm:constr type="h" for="ch" forName="Image" refType="h" fact="0.93"/>
                      <dgm:constr type="w" for="ch" forName="Image" refType="w" fact="0.4169"/>
                      <dgm:constr type="r" for="ch" forName="Space" refType="w"/>
                      <dgm:constr type="t" for="ch" forName="Space" refType="h" fact="0"/>
                      <dgm:constr type="h" for="ch" forName="Space" refType="h"/>
                      <dgm:constr type="w" for="ch" forName="Space" refType="w" fact="0.3305"/>
                    </dgm:constrLst>
                  </dgm:if>
                  <dgm:else name="Name26">
                    <dgm:constrLst>
                      <dgm:constr type="l" for="ch" forName="Accent" refType="w" fact="0.3305"/>
                      <dgm:constr type="t" for="ch" forName="Accent" refType="w" fact="0"/>
                      <dgm:constr type="h" for="ch" forName="Accent" refType="w" refFor="ch" refForName="Accent"/>
                      <dgm:constr type="w" for="ch" forName="Accent" refType="w" fact="0.339"/>
                      <dgm:constr type="l" for="ch" forName="Parent" refType="w" fact="0.3678"/>
                      <dgm:constr type="t" for="ch" forName="Parent" refType="w" fact="0.0373"/>
                      <dgm:constr type="h" for="ch" forName="Parent" refType="w" refFor="ch" refForName="Parent"/>
                      <dgm:constr type="w" for="ch" forName="Parent" refType="w" fact="0.2644"/>
                      <dgm:constr type="r" for="ch" forName="Image" refType="w"/>
                      <dgm:constr type="t" for="ch" forName="Image" refType="h" fact="0.035"/>
                      <dgm:constr type="h" for="ch" forName="Image" refType="h" fact="0.93"/>
                      <dgm:constr type="w" for="ch" forName="Image" refType="w" fact="0.4169"/>
                      <dgm:constr type="l" for="ch" forName="Space" refType="w" fact="0"/>
                      <dgm:constr type="t" for="ch" forName="Space" refType="h" fact="0"/>
                      <dgm:constr type="h" for="ch" forName="Space" refType="h"/>
                      <dgm:constr type="w" for="ch" forName="Space" refType="w" fact="0.3305"/>
                    </dgm:constrLst>
                  </dgm:else>
                </dgm:choose>
              </dgm:if>
              <dgm:else name="Name27">
                <dgm:choose name="Name28">
                  <dgm:if name="Name29" axis="self" ptType="node" func="posOdd" op="equ" val="1">
                    <dgm:constrLst>
                      <dgm:constr type="l" for="ch" forName="Accent" refType="w" fact="0.3305"/>
                      <dgm:constr type="t" for="ch" forName="Accent" refType="w" fact="0"/>
                      <dgm:constr type="h" for="ch" forName="Accent" refType="w" refFor="ch" refForName="Accent"/>
                      <dgm:constr type="w" for="ch" forName="Accent" refType="w" fact="0.339"/>
                      <dgm:constr type="l" for="ch" forName="Parent" refType="w" fact="0.3678"/>
                      <dgm:constr type="t" for="ch" forName="Parent" refType="w" fact="0.0373"/>
                      <dgm:constr type="h" for="ch" forName="Parent" refType="w" refFor="ch" refForName="Parent"/>
                      <dgm:constr type="w" for="ch" forName="Parent" refType="w" fact="0.2644"/>
                      <dgm:constr type="r" for="ch" forName="Image" refType="w"/>
                      <dgm:constr type="t" for="ch" forName="Image" refType="h" fact="0.035"/>
                      <dgm:constr type="h" for="ch" forName="Image" refType="h" fact="0.93"/>
                      <dgm:constr type="w" for="ch" forName="Image" refType="w" fact="0.4169"/>
                      <dgm:constr type="l" for="ch" forName="Space" refType="w" fact="0"/>
                      <dgm:constr type="t" for="ch" forName="Space" refType="h" fact="0"/>
                      <dgm:constr type="h" for="ch" forName="Space" refType="h"/>
                      <dgm:constr type="w" for="ch" forName="Space" refType="w" fact="0.3305"/>
                    </dgm:constrLst>
                  </dgm:if>
                  <dgm:else name="Name30">
                    <dgm:constrLst>
                      <dgm:constr type="l" for="ch" forName="Accent" refType="w" fact="0.3305"/>
                      <dgm:constr type="t" for="ch" forName="Accent" refType="w" fact="0"/>
                      <dgm:constr type="h" for="ch" forName="Accent" refType="w" refFor="ch" refForName="Accent"/>
                      <dgm:constr type="w" for="ch" forName="Accent" refType="w" fact="0.339"/>
                      <dgm:constr type="l" for="ch" forName="Parent" refType="w" fact="0.3678"/>
                      <dgm:constr type="t" for="ch" forName="Parent" refType="w" fact="0.0373"/>
                      <dgm:constr type="h" for="ch" forName="Parent" refType="w" refFor="ch" refForName="Parent"/>
                      <dgm:constr type="w" for="ch" forName="Parent" refType="w" fact="0.2644"/>
                      <dgm:constr type="l" for="ch" forName="Image" refType="w" fact="0"/>
                      <dgm:constr type="t" for="ch" forName="Image" refType="h" fact="0.035"/>
                      <dgm:constr type="h" for="ch" forName="Image" refType="h" fact="0.93"/>
                      <dgm:constr type="w" for="ch" forName="Image" refType="w" fact="0.4169"/>
                      <dgm:constr type="r" for="ch" forName="Space" refType="w"/>
                      <dgm:constr type="t" for="ch" forName="Space" refType="h" fact="0"/>
                      <dgm:constr type="h" for="ch" forName="Space" refType="h"/>
                      <dgm:constr type="w" for="ch" forName="Space" refType="w" fact="0.3305"/>
                    </dgm:constrLst>
                  </dgm:else>
                </dgm:choose>
              </dgm:else>
            </dgm:choose>
          </dgm:else>
        </dgm:choose>
        <dgm:layoutNode name="Accent" styleLbl="alignNode1">
          <dgm:varLst>
            <dgm:chMax val="0"/>
            <dgm:chPref val="0"/>
          </dgm:varLst>
          <dgm:alg type="sp"/>
          <dgm:shape xmlns:r="http://schemas.openxmlformats.org/officeDocument/2006/relationships" type="donut" r:blip="">
            <dgm:adjLst>
              <dgm:adj idx="1" val="0.1101"/>
            </dgm:adjLst>
          </dgm:shape>
          <dgm:presOf/>
        </dgm:layoutNode>
        <dgm:layoutNode name="Image" styleLbl="bgImgPlace1">
          <dgm:varLst>
            <dgm:chMax val="0"/>
            <dgm:chPref val="0"/>
            <dgm:bulletEnabled val="1"/>
          </dgm:varLst>
          <dgm:alg type="sp"/>
          <dgm:shape xmlns:r="http://schemas.openxmlformats.org/officeDocument/2006/relationships" type="rect" r:blip="" blipPhldr="1">
            <dgm:adjLst/>
          </dgm:shape>
          <dgm:presOf/>
        </dgm:layoutNode>
        <dgm:layoutNode name="Parent" styleLbl="fgAccFollowNode1">
          <dgm:varLst>
            <dgm:chMax val="0"/>
            <dgm:chPref val="0"/>
            <dgm:bulletEnabled val="1"/>
          </dgm:varLst>
          <dgm:alg type="tx">
            <dgm:param type="txAnchorVertCh" val="mid"/>
          </dgm:alg>
          <dgm:shape xmlns:r="http://schemas.openxmlformats.org/officeDocument/2006/relationships" type="ellipse" r:blip="">
            <dgm:adjLst/>
          </dgm:shape>
          <dgm:presOf axis="desOrSelf" ptType="node"/>
          <dgm:constrLst>
            <dgm:constr type="lMarg" refType="primFontSz" fact="0"/>
            <dgm:constr type="rMarg" refType="primFontSz" fact="0"/>
            <dgm:constr type="tMarg" refType="primFontSz" fact="0"/>
            <dgm:constr type="bMarg" refType="primFontSz" fact="0"/>
          </dgm:constrLst>
          <dgm:ruleLst>
            <dgm:rule type="primFontSz" val="5" fact="NaN" max="NaN"/>
          </dgm:ruleLst>
        </dgm:layoutNode>
        <dgm:layoutNode name="Space">
          <dgm:varLst>
            <dgm:chMax val="0"/>
            <dgm:chPref val="0"/>
          </dgm:varLst>
          <dgm:alg type="sp"/>
          <dgm:shape xmlns:r="http://schemas.openxmlformats.org/officeDocument/2006/relationships" r:blip="">
            <dgm:adjLst/>
          </dgm:shape>
          <dgm:presOf/>
        </dgm:layoutNode>
      </dgm:layoutNode>
      <dgm:forEach name="Name31" axis="followSib" ptType="sibTrans" cnt="1">
        <dgm:layoutNode name="ConnectorComposite">
          <dgm:alg type="composite">
            <dgm:param type="ar" val=".4"/>
          </dgm:alg>
          <dgm:shape xmlns:r="http://schemas.openxmlformats.org/officeDocument/2006/relationships" r:blip="">
            <dgm:adjLst/>
          </dgm:shape>
          <dgm:constrLst>
            <dgm:constr type="l" for="ch" forName="TopSpacing" refType="w" fact="0"/>
            <dgm:constr type="t" for="ch" forName="TopSpacing" refType="h" fact="0"/>
            <dgm:constr type="h" for="ch" forName="TopSpacing" refType="h" fact="0.3"/>
            <dgm:constr type="w" for="ch" forName="TopSpacing" refType="w"/>
            <dgm:constr type="l" for="ch" forName="Connector" refType="w" fact="0"/>
            <dgm:constr type="t" for="ch" forName="Connector" refType="h" fact="0.3"/>
            <dgm:constr type="h" for="ch" forName="Connector" refType="h" fact="0.4"/>
            <dgm:constr type="w" for="ch" forName="Connector" refType="h" refFor="ch" refForName="Connector"/>
            <dgm:constr type="l" for="ch" forName="BottomSpacing" refType="w" fact="0"/>
            <dgm:constr type="t" for="ch" forName="BottomSpacing" refType="h" fact="0.7"/>
            <dgm:constr type="h" for="ch" forName="BottomSpacing" refType="h" fact="0.3"/>
            <dgm:constr type="w" for="ch" forName="BottomSpacing" refType="w"/>
          </dgm:constrLst>
          <dgm:layoutNode name="TopSpacing">
            <dgm:alg type="sp"/>
            <dgm:shape xmlns:r="http://schemas.openxmlformats.org/officeDocument/2006/relationships" r:blip="">
              <dgm:adjLst/>
            </dgm:shape>
          </dgm:layoutNode>
          <dgm:layoutNode name="Connector" styleLbl="alignNode1">
            <dgm:alg type="sp"/>
            <dgm:shape xmlns:r="http://schemas.openxmlformats.org/officeDocument/2006/relationships" type="flowChartConnector" r:blip="">
              <dgm:adjLst/>
            </dgm:shape>
            <dgm:presOf/>
          </dgm:layoutNode>
          <dgm:layoutNode name="BottomSpacing">
            <dgm:alg type="sp"/>
            <dgm:shape xmlns:r="http://schemas.openxmlformats.org/officeDocument/2006/relationships" r:blip="">
              <dgm:adjLst/>
            </dgm:shape>
          </dgm:layoutNode>
        </dgm:layoutNode>
      </dgm:forEach>
    </dgm:forEach>
  </dgm:layoutNode>
</dgm:layoutDef>
</file>

<file path=ppt/diagrams/layout155.xml><?xml version="1.0" encoding="utf-8"?>
<dgm:layoutDef xmlns:dgm="http://schemas.openxmlformats.org/drawingml/2006/diagram" xmlns:a="http://schemas.openxmlformats.org/drawingml/2006/main" uniqueId="urn:microsoft.com/office/officeart/2008/layout/TitlePictureLineup">
  <dgm:title val=""/>
  <dgm:desc val=""/>
  <dgm:catLst>
    <dgm:cat type="picture" pri="18000"/>
    <dgm:cat type="pictureconvert" pri="180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dir/>
    </dgm:varLst>
    <dgm:choose name="Name1">
      <dgm:if name="Name2" func="var" arg="dir" op="equ" val="norm">
        <dgm:alg type="lin">
          <dgm:param type="linDir" val="fromL"/>
          <dgm:param type="fallback" val="1D"/>
          <dgm:param type="horzAlign" val="ctr"/>
          <dgm:param type="vertAlign" val="mid"/>
          <dgm:param type="nodeVertAlign" val="t"/>
        </dgm:alg>
      </dgm:if>
      <dgm:else name="Name3">
        <dgm:alg type="lin">
          <dgm:param type="linDir" val="fromR"/>
          <dgm:param type="fallback" val="1D"/>
          <dgm:param type="horzAlign" val="ctr"/>
          <dgm:param type="vertAlign" val="mid"/>
          <dgm:param type="nodeVertAlign" val="t"/>
        </dgm:alg>
      </dgm:else>
    </dgm:choose>
    <dgm:shape xmlns:r="http://schemas.openxmlformats.org/officeDocument/2006/relationships" r:blip="">
      <dgm:adjLst/>
    </dgm:shape>
    <dgm:constrLst>
      <dgm:constr type="h" for="des" forName="Child" op="equ"/>
      <dgm:constr type="w" for="des" forName="Child" op="equ"/>
      <dgm:constr type="h" for="des" forName="Accent" op="equ"/>
      <dgm:constr type="w" for="des" forName="Accent" op="equ"/>
      <dgm:constr type="primFontSz" for="des" forName="Parent" op="equ"/>
      <dgm:constr type="primFontSz" for="des" forName="Child" op="equ"/>
      <dgm:constr type="w" for="ch" forName="composite" refType="w"/>
      <dgm:constr type="h" for="ch" forName="composite" refType="h"/>
      <dgm:constr type="sp" refType="w" refFor="ch" refForName="composite" op="equ" fact="0.1"/>
      <dgm:constr type="w" for="ch" forName="sibTrans" refType="w" refFor="ch" refForName="composite" op="equ" fact="0.05"/>
      <dgm:constr type="h" for="ch" forName="sibTrans" refType="w" refFor="ch" refForName="sibTrans" op="equ"/>
    </dgm:constrLst>
    <dgm:forEach name="nodesForEach" axis="ch" ptType="node">
      <dgm:layoutNode name="composite">
        <dgm:alg type="composite">
          <dgm:param type="ar" val="0.5"/>
        </dgm:alg>
        <dgm:shape xmlns:r="http://schemas.openxmlformats.org/officeDocument/2006/relationships" r:blip="">
          <dgm:adjLst/>
        </dgm:shape>
        <dgm:choose name="Name4">
          <dgm:if name="Name5" func="var" arg="dir" op="equ" val="norm">
            <dgm:constrLst>
              <dgm:constr type="l" for="ch" forName="Parent" refType="w" fact="0"/>
              <dgm:constr type="t" for="ch" forName="Parent" refType="h" fact="0"/>
              <dgm:constr type="w" for="ch" forName="Parent" refType="w"/>
              <dgm:constr type="h" for="ch" forName="Parent" refType="h" fact="0.1"/>
              <dgm:constr type="l" for="ch" forName="Accent" refType="w" fact="0"/>
              <dgm:constr type="b" for="ch" forName="Accent" refType="h"/>
              <dgm:constr type="w" for="ch" forName="Accent" refType="w" fact="0"/>
              <dgm:constr type="h" for="ch" forName="Accent" refType="h" fact="0.9"/>
              <dgm:constr type="l" for="ch" forName="Image" refType="w" fact="0.05"/>
              <dgm:constr type="t" for="ch" forName="Image" refType="h" fact="0.13"/>
              <dgm:constr type="w" for="ch" forName="Image" refType="w" fact="0.9467"/>
              <dgm:constr type="h" for="ch" forName="Image" refType="h" fact="0.405"/>
              <dgm:constr type="l" for="ch" forName="Child" refType="w" fact="0.05"/>
              <dgm:constr type="t" for="ch" forName="Child" refType="h" fact="0.535"/>
              <dgm:constr type="w" for="ch" forName="Child" refType="w" fact="0.9467"/>
              <dgm:constr type="h" for="ch" forName="Child" refType="h" fact="0.465"/>
            </dgm:constrLst>
          </dgm:if>
          <dgm:else name="Name6">
            <dgm:constrLst>
              <dgm:constr type="l" for="ch" forName="Parent" refType="w" fact="0"/>
              <dgm:constr type="t" for="ch" forName="Parent" refType="h" fact="0"/>
              <dgm:constr type="w" for="ch" forName="Parent" refType="w"/>
              <dgm:constr type="h" for="ch" forName="Parent" refType="h" fact="0.1"/>
              <dgm:constr type="l" for="ch" forName="Accent" refType="w"/>
              <dgm:constr type="b" for="ch" forName="Accent" refType="h"/>
              <dgm:constr type="h" for="ch" forName="Accent" refType="h" fact="0.9"/>
              <dgm:constr type="l" for="ch" forName="Image" refType="w" fact="0"/>
              <dgm:constr type="t" for="ch" forName="Image" refType="h" fact="0.13"/>
              <dgm:constr type="w" for="ch" forName="Image" refType="w" fact="0.9467"/>
              <dgm:constr type="h" for="ch" forName="Image" refType="h" fact="0.405"/>
              <dgm:constr type="l" for="ch" forName="Child" refType="w" fact="0"/>
              <dgm:constr type="t" for="ch" forName="Child" refType="h" fact="0.535"/>
              <dgm:constr type="w" for="ch" forName="Child" refType="w" fact="0.9467"/>
              <dgm:constr type="h" for="ch" forName="Child" refType="h" fact="0.465"/>
            </dgm:constrLst>
          </dgm:else>
        </dgm:choose>
        <dgm:forEach name="Name7" axis="self" ptType="node">
          <dgm:layoutNode name="Accent" styleLbl="alignAcc1">
            <dgm:alg type="sp"/>
            <dgm:shape xmlns:r="http://schemas.openxmlformats.org/officeDocument/2006/relationships" type="line" r:blip="">
              <dgm:adjLst/>
            </dgm:shape>
            <dgm:presOf/>
          </dgm:layoutNode>
          <dgm:layoutNode name="Image">
            <dgm:alg type="sp"/>
            <dgm:shape xmlns:r="http://schemas.openxmlformats.org/officeDocument/2006/relationships" type="rect" r:blip="" blipPhldr="1">
              <dgm:adjLst/>
            </dgm:shape>
            <dgm:presOf/>
          </dgm:layoutNode>
          <dgm:layoutNode name="Child" styleLbl="revTx">
            <dgm:varLst>
              <dgm:bulletEnabled val="1"/>
            </dgm:varLst>
            <dgm:choose name="Name8">
              <dgm:if name="Name9" axis="ch" ptType="node" func="cnt" op="gt" val="1">
                <dgm:choose name="Name10">
                  <dgm:if name="Name11" func="var" arg="dir" op="equ" val="norm">
                    <dgm:alg type="tx">
                      <dgm:param type="shpTxLTRAlignCh" val="l"/>
                      <dgm:param type="shpTxRTLAlignCh" val="r"/>
                      <dgm:param type="txAnchorVert" val="t"/>
                      <dgm:param type="stBulletLvl" val="1"/>
                    </dgm:alg>
                  </dgm:if>
                  <dgm:else name="Name12">
                    <dgm:alg type="tx">
                      <dgm:param type="shpTxLTRAlignCh" val="l"/>
                      <dgm:param type="shpTxRTLAlignCh" val="r"/>
                      <dgm:param type="txAnchorVert" val="t"/>
                      <dgm:param type="stBulletLvl" val="1"/>
                    </dgm:alg>
                  </dgm:else>
                </dgm:choose>
              </dgm:if>
              <dgm:else name="Name13">
                <dgm:choose name="Name14">
                  <dgm:if name="Name15" func="var" arg="dir" op="equ" val="norm">
                    <dgm:alg type="tx">
                      <dgm:param type="shpTxLTRAlignCh" val="l"/>
                      <dgm:param type="shpTxRTLAlignCh" val="r"/>
                      <dgm:param type="txAnchorVert" val="t"/>
                      <dgm:param type="stBulletLvl" val="2"/>
                    </dgm:alg>
                  </dgm:if>
                  <dgm:else name="Name16">
                    <dgm:alg type="tx">
                      <dgm:param type="shpTxLTRAlignCh" val="l"/>
                      <dgm:param type="shpTxRTLAlignCh" val="r"/>
                      <dgm:param type="txAnchorVert" val="t"/>
                      <dgm:param type="stBulletLvl" val="2"/>
                    </dgm:alg>
                  </dgm:else>
                </dgm:choose>
              </dgm:else>
            </dgm:choose>
            <dgm:shape xmlns:r="http://schemas.openxmlformats.org/officeDocument/2006/relationships" type="rect" r:blip="">
              <dgm:adjLst/>
            </dgm:shape>
            <dgm:presOf axis="des" ptType="nod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Parent" styleLbl="alignNode1">
            <dgm:varLst>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forEach>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156.xml><?xml version="1.0" encoding="utf-8"?>
<dgm:layoutDef xmlns:dgm="http://schemas.openxmlformats.org/drawingml/2006/diagram" xmlns:a="http://schemas.openxmlformats.org/drawingml/2006/main" uniqueId="urn:microsoft.com/office/officeart/2008/layout/PictureLineup">
  <dgm:title val=""/>
  <dgm:desc val=""/>
  <dgm:catLst>
    <dgm:cat type="picture" pri="19000"/>
    <dgm:cat type="pictureconvert" pri="19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 modelId="70" srcId="0" destId="40" srcOrd="3" destOrd="0"/>
        <dgm:cxn modelId="42" srcId="30" destId="41" srcOrd="0" destOrd="0"/>
      </dgm:cxnLst>
      <dgm:bg/>
      <dgm:whole/>
    </dgm:dataModel>
  </dgm:clrData>
  <dgm:layoutNode name="Name0">
    <dgm:varLst>
      <dgm:chMax/>
      <dgm:chPref/>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Parent" op="equ" val="65"/>
      <dgm:constr type="primFontSz" for="des" forName="Parent" refType="primFontSz" refFor="des" refForName="Parent" op="lte"/>
      <dgm:constr type="w" for="ch" forName="composite" refType="w"/>
      <dgm:constr type="h" for="ch" forName="composite" refType="h"/>
      <dgm:constr type="sp" refType="w" refFor="ch" refForName="composite" op="equ" fact="0"/>
      <dgm:constr type="w" for="ch" forName="sibTrans" refType="w" refFor="ch" refForName="composite" op="equ" fact="0.0001"/>
      <dgm:constr type="h" for="ch" forName="sibTrans" refType="w" refFor="ch" refForName="sibTrans" op="equ"/>
    </dgm:constrLst>
    <dgm:forEach name="nodesForEach" axis="ch" ptType="node">
      <dgm:layoutNode name="composite">
        <dgm:alg type="composite">
          <dgm:param type="ar" val="0.5"/>
        </dgm:alg>
        <dgm:shape xmlns:r="http://schemas.openxmlformats.org/officeDocument/2006/relationships" r:blip="">
          <dgm:adjLst/>
        </dgm:shape>
        <dgm:choose name="Name4">
          <dgm:if name="Name5" func="var" arg="dir" op="equ" val="norm">
            <dgm:constrLst>
              <dgm:constr type="l" for="ch" forName="Image" refType="w" fact="0"/>
              <dgm:constr type="t" for="ch" forName="Image" refType="h" fact="0"/>
              <dgm:constr type="w" for="ch" forName="Image" refType="h" fact="0.5"/>
              <dgm:constr type="h" for="ch" forName="Image" refType="w"/>
              <dgm:constr type="l" for="ch" forName="Accent" refType="w" fact="0"/>
              <dgm:constr type="t" for="ch" forName="Accent" refType="h" fact="0"/>
              <dgm:constr type="w" for="ch" forName="Accent" refType="w" fact="0.0001"/>
              <dgm:constr type="h" for="ch" forName="Accent" refType="h"/>
              <dgm:constr type="l" for="ch" forName="Parent" refType="w" fact="0"/>
              <dgm:constr type="t" for="ch" forName="Parent" refType="h" fact="0.5"/>
              <dgm:constr type="w" for="ch" forName="Parent" refType="w"/>
            </dgm:constrLst>
          </dgm:if>
          <dgm:else name="Name6">
            <dgm:constrLst>
              <dgm:constr type="l" for="ch" forName="Image" refType="w" fact="0"/>
              <dgm:constr type="t" for="ch" forName="Image" refType="h" fact="0"/>
              <dgm:constr type="w" for="ch" forName="Image" refType="h" fact="0.5"/>
              <dgm:constr type="h" for="ch" forName="Image" refType="w"/>
              <dgm:constr type="r" for="ch" forName="Accent" refType="w"/>
              <dgm:constr type="t" for="ch" forName="Accent" refType="h" fact="0"/>
              <dgm:constr type="w" for="ch" forName="Accent" refType="w" fact="0.0001"/>
              <dgm:constr type="h" for="ch" forName="Accent" refType="h"/>
              <dgm:constr type="l" for="ch" forName="Parent" refType="w" fact="0"/>
              <dgm:constr type="t" for="ch" forName="Parent" refType="h" fact="0.5"/>
              <dgm:constr type="w" for="ch" forName="Parent" refType="w"/>
            </dgm:constrLst>
          </dgm:else>
        </dgm:choose>
        <dgm:layoutNode name="Image" styleLbl="alignNode1">
          <dgm:alg type="sp"/>
          <dgm:shape xmlns:r="http://schemas.openxmlformats.org/officeDocument/2006/relationships" type="rect" r:blip="" blipPhldr="1">
            <dgm:adjLst/>
          </dgm:shape>
          <dgm:presOf/>
        </dgm:layoutNode>
        <dgm:layoutNode name="Accent" styleLbl="parChTrans1D1">
          <dgm:alg type="sp"/>
          <dgm:shape xmlns:r="http://schemas.openxmlformats.org/officeDocument/2006/relationships" type="line" r:blip="">
            <dgm:adjLst/>
          </dgm:shape>
          <dgm:presOf/>
        </dgm:layoutNode>
        <dgm:layoutNode name="Paren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157.xml><?xml version="1.0" encoding="utf-8"?>
<dgm:layoutDef xmlns:dgm="http://schemas.openxmlformats.org/drawingml/2006/diagram" xmlns:a="http://schemas.openxmlformats.org/drawingml/2006/main" uniqueId="urn:microsoft.com/office/officeart/2009/3/layout/FramedTextPicture">
  <dgm:title val=""/>
  <dgm:desc val=""/>
  <dgm:catLst>
    <dgm:cat type="picture" pri="20000"/>
    <dgm:cat type="pictureconvert" pri="20000"/>
  </dgm:catLst>
  <dgm:sampData>
    <dgm:dataModel>
      <dgm:ptLst>
        <dgm:pt modelId="0" type="doc"/>
        <dgm:pt modelId="10">
          <dgm:prSet phldr="1"/>
        </dgm:pt>
      </dgm:ptLst>
      <dgm:cxnLst>
        <dgm:cxn modelId="20" srcId="0" destId="10" srcOrd="0" destOrd="0"/>
      </dgm:cxnLst>
      <dgm:bg/>
      <dgm:whole/>
    </dgm:dataModel>
  </dgm:sampData>
  <dgm:styleData>
    <dgm:dataModel>
      <dgm:ptLst>
        <dgm:pt modelId="0" type="doc"/>
        <dgm:pt modelId="10">
          <dgm:prSet phldr="1"/>
        </dgm:pt>
      </dgm:ptLst>
      <dgm:cxnLst>
        <dgm:cxn modelId="20" srcId="0" destId="10" srcOrd="0" destOrd="0"/>
      </dgm:cxnLst>
      <dgm:bg/>
      <dgm:whole/>
    </dgm:dataModel>
  </dgm:styleData>
  <dgm:clrData>
    <dgm:dataModel>
      <dgm:ptLst>
        <dgm:pt modelId="0" type="doc"/>
        <dgm:pt modelId="10">
          <dgm:prSet phldr="1"/>
        </dgm:pt>
      </dgm:ptLst>
      <dgm:cxnLst>
        <dgm:cxn modelId="20" srcId="0" destId="10" srcOrd="0" destOrd="0"/>
      </dgm:cxnLst>
      <dgm:bg/>
      <dgm:whole/>
    </dgm:dataModel>
  </dgm:clrData>
  <dgm:layoutNode name="Name0">
    <dgm:varLst>
      <dgm:chMax/>
      <dgm:chPref/>
      <dgm:dir/>
    </dgm:varLst>
    <dgm:choose name="Name1">
      <dgm:if name="Name2" func="var" arg="dir" op="equ" val="norm">
        <dgm:alg type="snake">
          <dgm:param type="grDir" val="tL"/>
          <dgm:param type="off" val="ctr"/>
        </dgm:alg>
      </dgm:if>
      <dgm:else name="Name3">
        <dgm:alg type="snake">
          <dgm:param type="grDir" val="tR"/>
          <dgm:param type="off" val="ctr"/>
        </dgm:alg>
      </dgm:else>
    </dgm:choose>
    <dgm:shape xmlns:r="http://schemas.openxmlformats.org/officeDocument/2006/relationships" r:blip="">
      <dgm:adjLst/>
    </dgm:shape>
    <dgm:constrLst>
      <dgm:constr type="w" for="ch" forName="composite" refType="w"/>
      <dgm:constr type="h" for="ch" forName="composite" refType="h"/>
      <dgm:constr type="primFontSz" for="des" ptType="node" op="equ" val="65"/>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varLst>
          <dgm:chMax/>
          <dgm:chPref/>
        </dgm:varLst>
        <dgm:alg type="composite">
          <dgm:param type="ar" val="1.5179"/>
        </dgm:alg>
        <dgm:shape xmlns:r="http://schemas.openxmlformats.org/officeDocument/2006/relationships" r:blip="">
          <dgm:adjLst/>
        </dgm:shape>
        <dgm:choose name="Name4">
          <dgm:if name="Name5" func="var" arg="dir" op="equ" val="norm">
            <dgm:constrLst>
              <dgm:constr type="l" for="ch" forName="Image" refType="w" fact="0"/>
              <dgm:constr type="t" for="ch" forName="Image" refType="h" fact="0"/>
              <dgm:constr type="w" for="ch" forName="Image" refType="w" fact="0.3856"/>
              <dgm:constr type="h" for="ch" forName="Image" refType="h" fact="0.3902"/>
              <dgm:constr type="l" for="ch" forName="ParentText" refType="w" fact="0.4017"/>
              <dgm:constr type="t" for="ch" forName="ParentText" refType="h" fact="0.4146"/>
              <dgm:constr type="w" for="ch" forName="ParentText" refType="w" fact="0.5463"/>
              <dgm:constr type="h" for="ch" forName="ParentText" refType="h" fact="0.5122"/>
              <dgm:constr type="l" for="ch" forName="tlFrame" refType="w" fact="0.3535"/>
              <dgm:constr type="t" for="ch" forName="tlFrame" refType="h" fact="0.3415"/>
              <dgm:constr type="w" for="ch" forName="tlFrame" refType="w" fact="0.1312"/>
              <dgm:constr type="h" for="ch" forName="tlFrame" refType="h" fact="0.1992"/>
              <dgm:constr type="l" for="ch" forName="trFrame" refType="w" fact="0.8688"/>
              <dgm:constr type="t" for="ch" forName="trFrame" refType="h" fact="0.3415"/>
              <dgm:constr type="w" for="ch" forName="trFrame" refType="w" fact="0.1312"/>
              <dgm:constr type="h" for="ch" forName="trFrame" refType="h" fact="0.1992"/>
              <dgm:constr type="l" for="ch" forName="blFrame" refType="w" fact="0.3535"/>
              <dgm:constr type="t" for="ch" forName="blFrame" refType="h" fact="0.8008"/>
              <dgm:constr type="w" for="ch" forName="blFrame" refType="w" fact="0.1312"/>
              <dgm:constr type="h" for="ch" forName="blFrame" refType="h" fact="0.1992"/>
              <dgm:constr type="l" for="ch" forName="brFrame" refType="w" fact="0.8688"/>
              <dgm:constr type="t" for="ch" forName="brFrame" refType="h" fact="0.8008"/>
              <dgm:constr type="w" for="ch" forName="brFrame" refType="w" fact="0.1312"/>
              <dgm:constr type="h" for="ch" forName="brFrame" refType="h" fact="0.1992"/>
            </dgm:constrLst>
          </dgm:if>
          <dgm:else name="Name6">
            <dgm:constrLst>
              <dgm:constr type="l" for="ch" forName="Image" refType="w" fact="0.6144"/>
              <dgm:constr type="t" for="ch" forName="Image" refType="h" fact="0"/>
              <dgm:constr type="w" for="ch" forName="Image" refType="w" fact="0.3856"/>
              <dgm:constr type="h" for="ch" forName="Image" refType="h" fact="0.3902"/>
              <dgm:constr type="l" for="ch" forName="ParentText" refType="w" fact="0.0482"/>
              <dgm:constr type="t" for="ch" forName="ParentText" refType="h" fact="0.4146"/>
              <dgm:constr type="w" for="ch" forName="ParentText" refType="w" fact="0.5463"/>
              <dgm:constr type="h" for="ch" forName="ParentText" refType="h" fact="0.5122"/>
              <dgm:constr type="l" for="ch" forName="tlFrame" refType="w" fact="0"/>
              <dgm:constr type="t" for="ch" forName="tlFrame" refType="h" fact="0.3415"/>
              <dgm:constr type="w" for="ch" forName="tlFrame" refType="w" fact="0.1312"/>
              <dgm:constr type="h" for="ch" forName="tlFrame" refType="h" fact="0.1992"/>
              <dgm:constr type="l" for="ch" forName="trFrame" refType="w" fact="0.5153"/>
              <dgm:constr type="t" for="ch" forName="trFrame" refType="h" fact="0.3415"/>
              <dgm:constr type="w" for="ch" forName="trFrame" refType="w" fact="0.1312"/>
              <dgm:constr type="h" for="ch" forName="trFrame" refType="h" fact="0.1992"/>
              <dgm:constr type="l" for="ch" forName="blFrame" refType="w" fact="0"/>
              <dgm:constr type="t" for="ch" forName="blFrame" refType="h" fact="0.8008"/>
              <dgm:constr type="w" for="ch" forName="blFrame" refType="w" fact="0.1312"/>
              <dgm:constr type="h" for="ch" forName="blFrame" refType="h" fact="0.1992"/>
              <dgm:constr type="l" for="ch" forName="brFrame" refType="w" fact="0.5153"/>
              <dgm:constr type="t" for="ch" forName="brFrame" refType="h" fact="0.8008"/>
              <dgm:constr type="w" for="ch" forName="brFrame" refType="w" fact="0.1312"/>
              <dgm:constr type="h" for="ch" forName="brFrame" refType="h" fact="0.1992"/>
            </dgm:constrLst>
          </dgm:else>
        </dgm:choose>
        <dgm:layoutNode name="Image" styleLbl="bgImgPlace1">
          <dgm:alg type="sp"/>
          <dgm:shape xmlns:r="http://schemas.openxmlformats.org/officeDocument/2006/relationships" type="rect" r:blip="" blipPhldr="1">
            <dgm:adjLst/>
          </dgm:shape>
          <dgm:presOf/>
        </dgm:layoutNode>
        <dgm:layoutNode name="ParentText" styleLbl="revTx">
          <dgm:varLst>
            <dgm:chMax val="0"/>
            <dgm:chPref val="0"/>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lFrame" styleLbl="node1">
          <dgm:alg type="sp"/>
          <dgm:shape xmlns:r="http://schemas.openxmlformats.org/officeDocument/2006/relationships" type="halfFrame" r:blip="">
            <dgm:adjLst>
              <dgm:adj idx="1" val="0.2577"/>
              <dgm:adj idx="2" val="0.2577"/>
            </dgm:adjLst>
          </dgm:shape>
          <dgm:presOf/>
        </dgm:layoutNode>
        <dgm:layoutNode name="trFrame" styleLbl="node1">
          <dgm:alg type="sp"/>
          <dgm:shape xmlns:r="http://schemas.openxmlformats.org/officeDocument/2006/relationships" rot="90" type="halfFrame" r:blip="">
            <dgm:adjLst>
              <dgm:adj idx="1" val="0.2577"/>
              <dgm:adj idx="2" val="0.2577"/>
            </dgm:adjLst>
          </dgm:shape>
          <dgm:presOf/>
        </dgm:layoutNode>
        <dgm:layoutNode name="blFrame" styleLbl="node1">
          <dgm:alg type="sp"/>
          <dgm:shape xmlns:r="http://schemas.openxmlformats.org/officeDocument/2006/relationships" rot="270" type="halfFrame" r:blip="">
            <dgm:adjLst>
              <dgm:adj idx="1" val="0.2577"/>
              <dgm:adj idx="2" val="0.2577"/>
            </dgm:adjLst>
          </dgm:shape>
          <dgm:presOf/>
        </dgm:layoutNode>
        <dgm:layoutNode name="brFrame" styleLbl="node1">
          <dgm:alg type="sp"/>
          <dgm:shape xmlns:r="http://schemas.openxmlformats.org/officeDocument/2006/relationships" rot="180" type="halfFrame" r:blip="">
            <dgm:adjLst>
              <dgm:adj idx="1" val="0.2577"/>
              <dgm:adj idx="2" val="0.2577"/>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158.xml><?xml version="1.0" encoding="utf-8"?>
<dgm:layoutDef xmlns:dgm="http://schemas.openxmlformats.org/drawingml/2006/diagram" xmlns:a="http://schemas.openxmlformats.org/drawingml/2006/main" uniqueId="urn:microsoft.com/office/officeart/2008/layout/HexagonCluster">
  <dgm:title val=""/>
  <dgm:desc val=""/>
  <dgm:catLst>
    <dgm:cat type="picture" pri="21000"/>
    <dgm:cat type="relationship" pri="3200"/>
    <dgm:cat type="pictureconvert" pri="21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tyleData>
  <dgm:clr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clrData>
  <dgm:layoutNode name="Name0">
    <dgm:varLst>
      <dgm:chMax val="21"/>
      <dgm:chPref val="21"/>
    </dgm:varLst>
    <dgm:shape xmlns:r="http://schemas.openxmlformats.org/officeDocument/2006/relationships" r:blip="">
      <dgm:adjLst/>
    </dgm:shape>
    <dgm:choose name="Name1">
      <dgm:if name="Name2" axis="ch" ptType="node" func="cnt" op="equ" val="1">
        <dgm:alg type="composite">
          <dgm:param type="ar" val="1.3871"/>
        </dgm:alg>
        <dgm:constrLst>
          <dgm:constr type="primFontSz" for="des" ptType="node" op="equ" val="65"/>
          <dgm:constr type="l" for="ch" forName="text1" refType="w" fact="0.4525"/>
          <dgm:constr type="t" for="ch" forName="text1" refType="h" fact="0.346"/>
          <dgm:constr type="w" for="ch" forName="text1" refType="w" fact="0.5475"/>
          <dgm:constr type="h" for="ch" forName="text1" refType="h" fact="0.654"/>
          <dgm:constr type="l" for="ch" forName="textaccent1" refType="w" fact="0.4652"/>
          <dgm:constr type="t" for="ch" forName="textaccent1" refType="h" fact="0.6348"/>
          <dgm:constr type="w" for="ch" forName="textaccent1" refType="w" fact="0.0639"/>
          <dgm:constr type="h" for="ch" forName="textaccent1" refType="h" fact="0.0765"/>
          <dgm:constr type="l" for="ch" forName="image1" refType="w" fact="0"/>
          <dgm:constr type="t" for="ch" forName="image1" refType="h" fact="0"/>
          <dgm:constr type="w" for="ch" forName="image1" refType="w" fact="0.5468"/>
          <dgm:constr type="h" for="ch" forName="image1" refType="h" fact="0.6538"/>
          <dgm:constr type="l" for="ch" forName="imageaccent1" refType="w" fact="0.3702"/>
          <dgm:constr type="t" for="ch" forName="imageaccent1" refType="h" fact="0.5633"/>
          <dgm:constr type="w" for="ch" forName="imageaccent1" refType="w" fact="0.0639"/>
          <dgm:constr type="h" for="ch" forName="imageaccent1" refType="h" fact="0.0765"/>
        </dgm:constrLst>
      </dgm:if>
      <dgm:if name="Name3" axis="ch" ptType="node" func="cnt" op="equ" val="2">
        <dgm:alg type="composite">
          <dgm:param type="ar" val="2.6443"/>
        </dgm:alg>
        <dgm:constrLst>
          <dgm:constr type="primFontSz" for="des" ptType="node" op="equ" val="65"/>
          <dgm:constr type="l" for="ch" forName="text1" refType="w" fact="0.2383"/>
          <dgm:constr type="t" for="ch" forName="text1" refType="h" fact="0.3501"/>
          <dgm:constr type="w" for="ch" forName="text1" refType="w" fact="0.285"/>
          <dgm:constr type="h" for="ch" forName="text1" refType="h" fact="0.6499"/>
          <dgm:constr type="l" for="ch" forName="textaccent1" refType="w" fact="0.2472"/>
          <dgm:constr type="t" for="ch" forName="textaccent1" refType="h" fact="0.6371"/>
          <dgm:constr type="w" for="ch" forName="textaccent1" refType="w" fact="0.0333"/>
          <dgm:constr type="h" for="ch" forName="textaccent1" refType="h" fact="0.076"/>
          <dgm:constr type="l" for="ch" forName="image1" refType="w" fact="0"/>
          <dgm:constr type="t" for="ch" forName="image1" refType="h" fact="0"/>
          <dgm:constr type="w" for="ch" forName="image1" refType="w" fact="0.285"/>
          <dgm:constr type="h" for="ch" forName="image1" refType="h" fact="0.6499"/>
          <dgm:constr type="l" for="ch" forName="imageaccent1" refType="w" fact="0.1942"/>
          <dgm:constr type="t" for="ch" forName="imageaccent1" refType="h" fact="0.5602"/>
          <dgm:constr type="w" for="ch" forName="imageaccent1" refType="w" fact="0.0333"/>
          <dgm:constr type="h" for="ch" forName="imageaccent1" refType="h" fact="0.076"/>
          <dgm:constr type="l" for="ch" forName="text2" refType="w" fact="0.4767"/>
          <dgm:constr type="t" for="ch" forName="text2" refType="h" fact="0"/>
          <dgm:constr type="w" for="ch" forName="text2" refType="w" fact="0.285"/>
          <dgm:constr type="h" for="ch" forName="text2" refType="h" fact="0.6499"/>
          <dgm:constr type="l" for="ch" forName="textaccent2" refType="w" fact="0.6709"/>
          <dgm:constr type="t" for="ch" forName="textaccent2" refType="h" fact="0.5602"/>
          <dgm:constr type="w" for="ch" forName="textaccent2" refType="w" fact="0.0333"/>
          <dgm:constr type="h" for="ch" forName="textaccent2" refType="h" fact="0.076"/>
          <dgm:constr type="l" for="ch" forName="image2" refType="w" fact="0.715"/>
          <dgm:constr type="t" for="ch" forName="image2" refType="h" fact="0.3501"/>
          <dgm:constr type="w" for="ch" forName="image2" refType="w" fact="0.285"/>
          <dgm:constr type="h" for="ch" forName="image2" refType="h" fact="0.6499"/>
          <dgm:constr type="l" for="ch" forName="imageaccent2" refType="w" fact="0.7239"/>
          <dgm:constr type="t" for="ch" forName="imageaccent2" refType="h" fact="0.6371"/>
          <dgm:constr type="w" for="ch" forName="imageaccent2" refType="w" fact="0.0333"/>
          <dgm:constr type="h" for="ch" forName="imageaccent2" refType="h" fact="0.076"/>
        </dgm:constrLst>
      </dgm:if>
      <dgm:if name="Name4" axis="ch" ptType="node" func="cnt" op="equ" val="3">
        <dgm:alg type="composite">
          <dgm:param type="ar" val="1.5623"/>
        </dgm:alg>
        <dgm:constrLst>
          <dgm:constr type="primFontSz" for="des" ptType="node" op="equ" val="65"/>
          <dgm:constr type="l" for="ch" forName="text1" refType="w" fact="0.2402"/>
          <dgm:constr type="t" for="ch" forName="text1" refType="h" fact="0.6215"/>
          <dgm:constr type="w" for="ch" forName="text1" refType="w" fact="0.281"/>
          <dgm:constr type="h" for="ch" forName="text1" refType="h" fact="0.3785"/>
          <dgm:constr type="l" for="ch" forName="textaccent1" refType="w" fact="0.2475"/>
          <dgm:constr type="t" for="ch" forName="textaccent1" refType="h" fact="0.7886"/>
          <dgm:constr type="w" for="ch" forName="textaccent1" refType="w" fact="0.0329"/>
          <dgm:constr type="h" for="ch" forName="textaccent1" refType="h" fact="0.0443"/>
          <dgm:constr type="l" for="ch" forName="image1" refType="w" fact="0"/>
          <dgm:constr type="t" for="ch" forName="image1" refType="h" fact="0.4182"/>
          <dgm:constr type="w" for="ch" forName="image1" refType="w" fact="0.281"/>
          <dgm:constr type="h" for="ch" forName="image1" refType="h" fact="0.3785"/>
          <dgm:constr type="l" for="ch" forName="imageaccent1" refType="w" fact="0.1913"/>
          <dgm:constr type="t" for="ch" forName="imageaccent1" refType="h" fact="0.7467"/>
          <dgm:constr type="w" for="ch" forName="imageaccent1" refType="w" fact="0.0329"/>
          <dgm:constr type="h" for="ch" forName="imageaccent1" refType="h" fact="0.0443"/>
          <dgm:constr type="l" for="ch" forName="text2" refType="w" fact="0.4796"/>
          <dgm:constr type="t" for="ch" forName="text2" refType="h" fact="0.4137"/>
          <dgm:constr type="w" for="ch" forName="text2" refType="w" fact="0.281"/>
          <dgm:constr type="h" for="ch" forName="text2" refType="h" fact="0.3785"/>
          <dgm:constr type="l" for="ch" forName="textaccent2" refType="w" fact="0.6717"/>
          <dgm:constr type="t" for="ch" forName="textaccent2" refType="h" fact="0.7418"/>
          <dgm:constr type="w" for="ch" forName="textaccent2" refType="w" fact="0.0329"/>
          <dgm:constr type="h" for="ch" forName="textaccent2" refType="h" fact="0.0443"/>
          <dgm:constr type="l" for="ch" forName="image2" refType="w" fact="0.719"/>
          <dgm:constr type="t" for="ch" forName="image2" refType="h" fact="0.6215"/>
          <dgm:constr type="w" for="ch" forName="image2" refType="w" fact="0.281"/>
          <dgm:constr type="h" for="ch" forName="image2" refType="h" fact="0.3785"/>
          <dgm:constr type="l" for="ch" forName="imageaccent2" refType="w" fact="0.7263"/>
          <dgm:constr type="t" for="ch" forName="imageaccent2" refType="h" fact="0.7886"/>
          <dgm:constr type="w" for="ch" forName="imageaccent2" refType="w" fact="0.0329"/>
          <dgm:constr type="h" for="ch" forName="imageaccent2" refType="h" fact="0.0443"/>
          <dgm:constr type="l" for="ch" forName="text3" refType="w" fact="0.2402"/>
          <dgm:constr type="t" for="ch" forName="text3" refType="h" fact="0.2068"/>
          <dgm:constr type="w" for="ch" forName="text3" refType="w" fact="0.281"/>
          <dgm:constr type="h" for="ch" forName="text3" refType="h" fact="0.3785"/>
          <dgm:constr type="l" for="ch" forName="textaccent3" refType="w" fact="0.4307"/>
          <dgm:constr type="t" for="ch" forName="textaccent3" refType="h" fact="0.215"/>
          <dgm:constr type="w" for="ch" forName="textaccent3" refType="w" fact="0.0329"/>
          <dgm:constr type="h" for="ch" forName="textaccent3" refType="h" fact="0.0443"/>
          <dgm:constr type="l" for="ch" forName="image3" refType="w" fact="0.4796"/>
          <dgm:constr type="t" for="ch" forName="image3" refType="h" fact="0"/>
          <dgm:constr type="w" for="ch" forName="image3" refType="w" fact="0.281"/>
          <dgm:constr type="h" for="ch" forName="image3" refType="h" fact="0.3785"/>
          <dgm:constr type="l" for="ch" forName="imageaccent3" refType="w" fact="0.4879"/>
          <dgm:constr type="t" for="ch" forName="imageaccent3" refType="h" fact="0.1662"/>
          <dgm:constr type="w" for="ch" forName="imageaccent3" refType="w" fact="0.0329"/>
          <dgm:constr type="h" for="ch" forName="imageaccent3" refType="h" fact="0.0443"/>
        </dgm:constrLst>
      </dgm:if>
      <dgm:if name="Name5" axis="ch" ptType="node" func="cnt" op="equ" val="4">
        <dgm:alg type="composite">
          <dgm:param type="ar" val="1.943"/>
        </dgm:alg>
        <dgm:constrLst>
          <dgm:constr type="primFontSz" for="des" ptType="node" op="equ" val="65"/>
          <dgm:constr type="l" for="ch" forName="image2" refType="w" fact="0.5787"/>
          <dgm:constr type="t" for="ch" forName="image2" refType="h" fact="0.6208"/>
          <dgm:constr type="w" for="ch" forName="image2" refType="w" fact="0.227"/>
          <dgm:constr type="h" for="ch" forName="image2" refType="h" fact="0.3786"/>
          <dgm:constr type="l" for="ch" forName="text4" refType="w" fact="0.5787"/>
          <dgm:constr type="t" for="ch" forName="text4" refType="h" fact="0.2081"/>
          <dgm:constr type="w" for="ch" forName="text4" refType="w" fact="0.227"/>
          <dgm:constr type="h" for="ch" forName="text4" refType="h" fact="0.3786"/>
          <dgm:constr type="l" for="ch" forName="text2" refType="w" fact="0.3852"/>
          <dgm:constr type="t" for="ch" forName="text2" refType="h" fact="0.4127"/>
          <dgm:constr type="w" for="ch" forName="text2" refType="w" fact="0.227"/>
          <dgm:constr type="h" for="ch" forName="text2" refType="h" fact="0.3786"/>
          <dgm:constr type="l" for="ch" forName="image3" refType="w" fact="0.3852"/>
          <dgm:constr type="t" for="ch" forName="image3" refType="h" fact="0"/>
          <dgm:constr type="w" for="ch" forName="image3" refType="w" fact="0.227"/>
          <dgm:constr type="h" for="ch" forName="image3" refType="h" fact="0.3786"/>
          <dgm:constr type="l" for="ch" forName="text1" refType="w" fact="0.1927"/>
          <dgm:constr type="t" for="ch" forName="text1" refType="h" fact="0.6214"/>
          <dgm:constr type="w" for="ch" forName="text1" refType="w" fact="0.227"/>
          <dgm:constr type="h" for="ch" forName="text1" refType="h" fact="0.3786"/>
          <dgm:constr type="l" for="ch" forName="textaccent1" refType="w" fact="0.1998"/>
          <dgm:constr type="t" for="ch" forName="textaccent1" refType="h" fact="0.7887"/>
          <dgm:constr type="w" for="ch" forName="textaccent1" refType="w" fact="0.0265"/>
          <dgm:constr type="h" for="ch" forName="textaccent1" refType="h" fact="0.0444"/>
          <dgm:constr type="l" for="ch" forName="image1" refType="w" fact="0"/>
          <dgm:constr type="t" for="ch" forName="image1" refType="h" fact="0.4156"/>
          <dgm:constr type="w" for="ch" forName="image1" refType="w" fact="0.227"/>
          <dgm:constr type="h" for="ch" forName="image1" refType="h" fact="0.3786"/>
          <dgm:constr type="l" for="ch" forName="imageaccent1" refType="w" fact="0.1537"/>
          <dgm:constr type="t" for="ch" forName="imageaccent1" refType="h" fact="0.7417"/>
          <dgm:constr type="w" for="ch" forName="imageaccent1" refType="w" fact="0.0265"/>
          <dgm:constr type="h" for="ch" forName="imageaccent1" refType="h" fact="0.0444"/>
          <dgm:constr type="l" for="ch" forName="textaccent2" refType="w" fact="0.5407"/>
          <dgm:constr type="t" for="ch" forName="textaccent2" refType="h" fact="0.7384"/>
          <dgm:constr type="w" for="ch" forName="textaccent2" refType="w" fact="0.0265"/>
          <dgm:constr type="h" for="ch" forName="textaccent2" refType="h" fact="0.0444"/>
          <dgm:constr type="l" for="ch" forName="imageaccent2" refType="w" fact="0.5839"/>
          <dgm:constr type="t" for="ch" forName="imageaccent2" refType="h" fact="0.7904"/>
          <dgm:constr type="w" for="ch" forName="imageaccent2" refType="w" fact="0.0265"/>
          <dgm:constr type="h" for="ch" forName="imageaccent2" refType="h" fact="0.0444"/>
          <dgm:constr type="l" for="ch" forName="text3" refType="w" fact="0.1927"/>
          <dgm:constr type="t" for="ch" forName="text3" refType="h" fact="0.2087"/>
          <dgm:constr type="w" for="ch" forName="text3" refType="w" fact="0.227"/>
          <dgm:constr type="h" for="ch" forName="text3" refType="h" fact="0.3786"/>
          <dgm:constr type="l" for="ch" forName="textaccent3" refType="w" fact="0.3472"/>
          <dgm:constr type="t" for="ch" forName="textaccent3" refType="h" fact="0.2165"/>
          <dgm:constr type="w" for="ch" forName="textaccent3" refType="w" fact="0.0265"/>
          <dgm:constr type="h" for="ch" forName="textaccent3" refType="h" fact="0.0444"/>
          <dgm:constr type="l" for="ch" forName="imageaccent3" refType="w" fact="0.3904"/>
          <dgm:constr type="t" for="ch" forName="imageaccent3" refType="h" fact="0.1678"/>
          <dgm:constr type="w" for="ch" forName="imageaccent3" refType="w" fact="0.0265"/>
          <dgm:constr type="h" for="ch" forName="imageaccent3" refType="h" fact="0.0444"/>
          <dgm:constr type="l" for="ch" forName="textaccent4" refType="w" fact="0.7739"/>
          <dgm:constr type="t" for="ch" forName="textaccent4" refType="h" fact="0.3752"/>
          <dgm:constr type="w" for="ch" forName="textaccent4" refType="w" fact="0.0265"/>
          <dgm:constr type="h" for="ch" forName="textaccent4" refType="h" fact="0.0444"/>
          <dgm:constr type="l" for="ch" forName="image4" refType="w" fact="0.773"/>
          <dgm:constr type="t" for="ch" forName="image4" refType="h" fact="0.4162"/>
          <dgm:constr type="w" for="ch" forName="image4" refType="w" fact="0.227"/>
          <dgm:constr type="h" for="ch" forName="image4" refType="h" fact="0.3786"/>
          <dgm:constr type="l" for="ch" forName="imageaccent4" refType="w" fact="0.8188"/>
          <dgm:constr type="t" for="ch" forName="imageaccent4" refType="h" fact="0.4229"/>
          <dgm:constr type="w" for="ch" forName="imageaccent4" refType="w" fact="0.0265"/>
          <dgm:constr type="h" for="ch" forName="imageaccent4" refType="h" fact="0.0444"/>
        </dgm:constrLst>
      </dgm:if>
      <dgm:if name="Name6" axis="ch" ptType="node" func="cnt" op="equ" val="5">
        <dgm:alg type="composite">
          <dgm:param type="ar" val="2.3203"/>
        </dgm:alg>
        <dgm:constrLst>
          <dgm:constr type="primFontSz" for="des" ptType="node" op="equ" val="65"/>
          <dgm:constr type="l" for="ch" forName="image4" refType="w" fact="0.6491"/>
          <dgm:constr type="t" for="ch" forName="image4" refType="h" fact="0.4193"/>
          <dgm:constr type="w" for="ch" forName="image4" refType="w" fact="0.1886"/>
          <dgm:constr type="h" for="ch" forName="image4" refType="h" fact="0.3757"/>
          <dgm:constr type="l" for="ch" forName="text5" refType="w" fact="0.6491"/>
          <dgm:constr type="t" for="ch" forName="text5" refType="h" fact="0.004"/>
          <dgm:constr type="w" for="ch" forName="text5" refType="w" fact="0.1886"/>
          <dgm:constr type="h" for="ch" forName="text5" refType="h" fact="0.3757"/>
          <dgm:constr type="l" for="ch" forName="image5" refType="w" fact="0.8114"/>
          <dgm:constr type="t" for="ch" forName="image5" refType="h" fact="0.2136"/>
          <dgm:constr type="w" for="ch" forName="image5" refType="w" fact="0.1886"/>
          <dgm:constr type="h" for="ch" forName="image5" refType="h" fact="0.3757"/>
          <dgm:constr type="l" for="ch" forName="image2" refType="w" fact="0.4868"/>
          <dgm:constr type="t" for="ch" forName="image2" refType="h" fact="0.6235"/>
          <dgm:constr type="w" for="ch" forName="image2" refType="w" fact="0.1886"/>
          <dgm:constr type="h" for="ch" forName="image2" refType="h" fact="0.3757"/>
          <dgm:constr type="l" for="ch" forName="text4" refType="w" fact="0.4868"/>
          <dgm:constr type="t" for="ch" forName="text4" refType="h" fact="0.2081"/>
          <dgm:constr type="w" for="ch" forName="text4" refType="w" fact="0.1886"/>
          <dgm:constr type="h" for="ch" forName="text4" refType="h" fact="0.3757"/>
          <dgm:constr type="l" for="ch" forName="text2" refType="w" fact="0.3246"/>
          <dgm:constr type="t" for="ch" forName="text2" refType="h" fact="0.4154"/>
          <dgm:constr type="w" for="ch" forName="text2" refType="w" fact="0.1886"/>
          <dgm:constr type="h" for="ch" forName="text2" refType="h" fact="0.3757"/>
          <dgm:constr type="l" for="ch" forName="image3" refType="w" fact="0.3246"/>
          <dgm:constr type="t" for="ch" forName="image3" refType="h" fact="0"/>
          <dgm:constr type="w" for="ch" forName="image3" refType="w" fact="0.1886"/>
          <dgm:constr type="h" for="ch" forName="image3" refType="h" fact="0.3757"/>
          <dgm:constr type="l" for="ch" forName="text1" refType="w" fact="0.1623"/>
          <dgm:constr type="t" for="ch" forName="text1" refType="h" fact="0.6243"/>
          <dgm:constr type="w" for="ch" forName="text1" refType="w" fact="0.1886"/>
          <dgm:constr type="h" for="ch" forName="text1" refType="h" fact="0.3757"/>
          <dgm:constr type="l" for="ch" forName="text3" refType="w" fact="0.1623"/>
          <dgm:constr type="t" for="ch" forName="text3" refType="h" fact="0.2089"/>
          <dgm:constr type="w" for="ch" forName="text3" refType="w" fact="0.1886"/>
          <dgm:constr type="h" for="ch" forName="text3" refType="h" fact="0.3757"/>
          <dgm:constr type="l" for="ch" forName="textaccent1" refType="w" fact="0.1668"/>
          <dgm:constr type="t" for="ch" forName="textaccent1" refType="h" fact="0.7923"/>
          <dgm:constr type="w" for="ch" forName="textaccent1" refType="w" fact="0.022"/>
          <dgm:constr type="h" for="ch" forName="textaccent1" refType="h" fact="0.044"/>
          <dgm:constr type="l" for="ch" forName="image1" refType="w" fact="0"/>
          <dgm:constr type="t" for="ch" forName="image1" refType="h" fact="0.4166"/>
          <dgm:constr type="w" for="ch" forName="image1" refType="w" fact="0.1886"/>
          <dgm:constr type="h" for="ch" forName="image1" refType="h" fact="0.3757"/>
          <dgm:constr type="l" for="ch" forName="imageaccent1" refType="w" fact="0.1292"/>
          <dgm:constr type="t" for="ch" forName="imageaccent1" refType="h" fact="0.7424"/>
          <dgm:constr type="w" for="ch" forName="imageaccent1" refType="w" fact="0.022"/>
          <dgm:constr type="h" for="ch" forName="imageaccent1" refType="h" fact="0.044"/>
          <dgm:constr type="l" for="ch" forName="textaccent2" refType="w" fact="0.4544"/>
          <dgm:constr type="t" for="ch" forName="textaccent2" refType="h" fact="0.7404"/>
          <dgm:constr type="w" for="ch" forName="textaccent2" refType="w" fact="0.022"/>
          <dgm:constr type="h" for="ch" forName="textaccent2" refType="h" fact="0.044"/>
          <dgm:constr type="l" for="ch" forName="imageaccent2" refType="w" fact="0.4914"/>
          <dgm:constr type="t" for="ch" forName="imageaccent2" refType="h" fact="0.7907"/>
          <dgm:constr type="w" for="ch" forName="imageaccent2" refType="w" fact="0.022"/>
          <dgm:constr type="h" for="ch" forName="imageaccent2" refType="h" fact="0.044"/>
          <dgm:constr type="l" for="ch" forName="textaccent3" refType="w" fact="0.2915"/>
          <dgm:constr type="t" for="ch" forName="textaccent3" refType="h" fact="0.216"/>
          <dgm:constr type="w" for="ch" forName="textaccent3" refType="w" fact="0.022"/>
          <dgm:constr type="h" for="ch" forName="textaccent3" refType="h" fact="0.044"/>
          <dgm:constr type="l" for="ch" forName="imageaccent3" refType="w" fact="0.3299"/>
          <dgm:constr type="t" for="ch" forName="imageaccent3" refType="h" fact="0.1665"/>
          <dgm:constr type="w" for="ch" forName="imageaccent3" refType="w" fact="0.022"/>
          <dgm:constr type="h" for="ch" forName="imageaccent3" refType="h" fact="0.044"/>
          <dgm:constr type="l" for="ch" forName="textaccent4" refType="w" fact="0.65"/>
          <dgm:constr type="t" for="ch" forName="textaccent4" refType="h" fact="0.3746"/>
          <dgm:constr type="w" for="ch" forName="textaccent4" refType="w" fact="0.022"/>
          <dgm:constr type="h" for="ch" forName="textaccent4" refType="h" fact="0.044"/>
          <dgm:constr type="l" for="ch" forName="imageaccent4" refType="w" fact="0.6859"/>
          <dgm:constr type="t" for="ch" forName="imageaccent4" refType="h" fact="0.4261"/>
          <dgm:constr type="w" for="ch" forName="imageaccent4" refType="w" fact="0.022"/>
          <dgm:constr type="h" for="ch" forName="imageaccent4" refType="h" fact="0.044"/>
          <dgm:constr type="l" for="ch" forName="textaccent5" refType="w" fact="0.8123"/>
          <dgm:constr type="t" for="ch" forName="textaccent5" refType="h" fact="0.1724"/>
          <dgm:constr type="w" for="ch" forName="textaccent5" refType="w" fact="0.022"/>
          <dgm:constr type="h" for="ch" forName="textaccent5" refType="h" fact="0.044"/>
          <dgm:constr type="l" for="ch" forName="imageaccent5" refType="w" fact="0.849"/>
          <dgm:constr type="t" for="ch" forName="imageaccent5" refType="h" fact="0.222"/>
          <dgm:constr type="w" for="ch" forName="imageaccent5" refType="w" fact="0.022"/>
          <dgm:constr type="h" for="ch" forName="imageaccent5" refType="h" fact="0.044"/>
        </dgm:constrLst>
      </dgm:if>
      <dgm:if name="Name7" axis="ch" ptType="node" func="cnt" op="equ" val="6">
        <dgm:alg type="composite">
          <dgm:param type="ar" val="1.9179"/>
        </dgm:alg>
        <dgm:constrLst>
          <dgm:constr type="primFontSz" for="des" ptType="node" op="equ" val="65"/>
          <dgm:constr type="l" for="ch" forName="image4" refType="w" fact="0.6491"/>
          <dgm:constr type="t" for="ch" forName="image4" refType="h" fact="0.3466"/>
          <dgm:constr type="w" for="ch" forName="image4" refType="w" fact="0.1886"/>
          <dgm:constr type="h" for="ch" forName="image4" refType="h" fact="0.3106"/>
          <dgm:constr type="l" for="ch" forName="text5" refType="w" fact="0.6491"/>
          <dgm:constr type="t" for="ch" forName="text5" refType="h" fact="0.0033"/>
          <dgm:constr type="w" for="ch" forName="text5" refType="w" fact="0.1886"/>
          <dgm:constr type="h" for="ch" forName="text5" refType="h" fact="0.3106"/>
          <dgm:constr type="l" for="ch" forName="image5" refType="w" fact="0.8114"/>
          <dgm:constr type="t" for="ch" forName="image5" refType="h" fact="0.1766"/>
          <dgm:constr type="w" for="ch" forName="image5" refType="w" fact="0.1886"/>
          <dgm:constr type="h" for="ch" forName="image5" refType="h" fact="0.3106"/>
          <dgm:constr type="l" for="ch" forName="image2" refType="w" fact="0.4868"/>
          <dgm:constr type="t" for="ch" forName="image2" refType="h" fact="0.5154"/>
          <dgm:constr type="w" for="ch" forName="image2" refType="w" fact="0.1886"/>
          <dgm:constr type="h" for="ch" forName="image2" refType="h" fact="0.3106"/>
          <dgm:constr type="l" for="ch" forName="text4" refType="w" fact="0.4868"/>
          <dgm:constr type="t" for="ch" forName="text4" refType="h" fact="0.172"/>
          <dgm:constr type="w" for="ch" forName="text4" refType="w" fact="0.1886"/>
          <dgm:constr type="h" for="ch" forName="text4" refType="h" fact="0.3106"/>
          <dgm:constr type="l" for="ch" forName="text2" refType="w" fact="0.3246"/>
          <dgm:constr type="t" for="ch" forName="text2" refType="h" fact="0.3434"/>
          <dgm:constr type="w" for="ch" forName="text2" refType="w" fact="0.1886"/>
          <dgm:constr type="h" for="ch" forName="text2" refType="h" fact="0.3106"/>
          <dgm:constr type="l" for="ch" forName="image3" refType="w" fact="0.3246"/>
          <dgm:constr type="t" for="ch" forName="image3" refType="h" fact="0"/>
          <dgm:constr type="w" for="ch" forName="image3" refType="w" fact="0.1886"/>
          <dgm:constr type="h" for="ch" forName="image3" refType="h" fact="0.3106"/>
          <dgm:constr type="l" for="ch" forName="text1" refType="w" fact="0.1623"/>
          <dgm:constr type="t" for="ch" forName="text1" refType="h" fact="0.516"/>
          <dgm:constr type="w" for="ch" forName="text1" refType="w" fact="0.1886"/>
          <dgm:constr type="h" for="ch" forName="text1" refType="h" fact="0.3106"/>
          <dgm:constr type="l" for="ch" forName="text3" refType="w" fact="0.1623"/>
          <dgm:constr type="t" for="ch" forName="text3" refType="h" fact="0.1727"/>
          <dgm:constr type="w" for="ch" forName="text3" refType="w" fact="0.1886"/>
          <dgm:constr type="h" for="ch" forName="text3" refType="h" fact="0.3106"/>
          <dgm:constr type="l" for="ch" forName="textaccent1" refType="w" fact="0.1668"/>
          <dgm:constr type="t" for="ch" forName="textaccent1" refType="h" fact="0.6549"/>
          <dgm:constr type="w" for="ch" forName="textaccent1" refType="w" fact="0.022"/>
          <dgm:constr type="h" for="ch" forName="textaccent1" refType="h" fact="0.0364"/>
          <dgm:constr type="l" for="ch" forName="image1" refType="w" fact="0"/>
          <dgm:constr type="t" for="ch" forName="image1" refType="h" fact="0.3443"/>
          <dgm:constr type="w" for="ch" forName="image1" refType="w" fact="0.1886"/>
          <dgm:constr type="h" for="ch" forName="image1" refType="h" fact="0.3106"/>
          <dgm:constr type="l" for="ch" forName="imageaccent1" refType="w" fact="0.1292"/>
          <dgm:constr type="t" for="ch" forName="imageaccent1" refType="h" fact="0.6137"/>
          <dgm:constr type="w" for="ch" forName="imageaccent1" refType="w" fact="0.022"/>
          <dgm:constr type="h" for="ch" forName="imageaccent1" refType="h" fact="0.0364"/>
          <dgm:constr type="l" for="ch" forName="textaccent2" refType="w" fact="0.4544"/>
          <dgm:constr type="t" for="ch" forName="textaccent2" refType="h" fact="0.612"/>
          <dgm:constr type="w" for="ch" forName="textaccent2" refType="w" fact="0.022"/>
          <dgm:constr type="h" for="ch" forName="textaccent2" refType="h" fact="0.0364"/>
          <dgm:constr type="l" for="ch" forName="imageaccent2" refType="w" fact="0.4914"/>
          <dgm:constr type="t" for="ch" forName="imageaccent2" refType="h" fact="0.6536"/>
          <dgm:constr type="w" for="ch" forName="imageaccent2" refType="w" fact="0.022"/>
          <dgm:constr type="h" for="ch" forName="imageaccent2" refType="h" fact="0.0364"/>
          <dgm:constr type="l" for="ch" forName="textaccent3" refType="w" fact="0.2915"/>
          <dgm:constr type="t" for="ch" forName="textaccent3" refType="h" fact="0.1786"/>
          <dgm:constr type="w" for="ch" forName="textaccent3" refType="w" fact="0.022"/>
          <dgm:constr type="h" for="ch" forName="textaccent3" refType="h" fact="0.0364"/>
          <dgm:constr type="l" for="ch" forName="imageaccent3" refType="w" fact="0.3299"/>
          <dgm:constr type="t" for="ch" forName="imageaccent3" refType="h" fact="0.1376"/>
          <dgm:constr type="w" for="ch" forName="imageaccent3" refType="w" fact="0.022"/>
          <dgm:constr type="h" for="ch" forName="imageaccent3" refType="h" fact="0.0364"/>
          <dgm:constr type="l" for="ch" forName="textaccent4" refType="w" fact="0.65"/>
          <dgm:constr type="t" for="ch" forName="textaccent4" refType="h" fact="0.3096"/>
          <dgm:constr type="w" for="ch" forName="textaccent4" refType="w" fact="0.022"/>
          <dgm:constr type="h" for="ch" forName="textaccent4" refType="h" fact="0.0364"/>
          <dgm:constr type="l" for="ch" forName="imageaccent4" refType="w" fact="0.6859"/>
          <dgm:constr type="t" for="ch" forName="imageaccent4" refType="h" fact="0.3522"/>
          <dgm:constr type="w" for="ch" forName="imageaccent4" refType="w" fact="0.022"/>
          <dgm:constr type="h" for="ch" forName="imageaccent4" refType="h" fact="0.0364"/>
          <dgm:constr type="l" for="ch" forName="textaccent5" refType="w" fact="0.8123"/>
          <dgm:constr type="t" for="ch" forName="textaccent5" refType="h" fact="0.1425"/>
          <dgm:constr type="w" for="ch" forName="textaccent5" refType="w" fact="0.022"/>
          <dgm:constr type="h" for="ch" forName="textaccent5" refType="h" fact="0.0364"/>
          <dgm:constr type="l" for="ch" forName="imageaccent5" refType="w" fact="0.849"/>
          <dgm:constr type="t" for="ch" forName="imageaccent5" refType="h" fact="0.1835"/>
          <dgm:constr type="w" for="ch" forName="imageaccent5" refType="w" fact="0.022"/>
          <dgm:constr type="h" for="ch" forName="imageaccent5" refType="h" fact="0.0364"/>
          <dgm:constr type="l" for="ch" forName="image6" refType="w" fact="0.6491"/>
          <dgm:constr type="t" for="ch" forName="image6" refType="h" fact="0.6894"/>
          <dgm:constr type="w" for="ch" forName="image6" refType="w" fact="0.1886"/>
          <dgm:constr type="h" for="ch" forName="image6" refType="h" fact="0.3106"/>
          <dgm:constr type="l" for="ch" forName="text6" refType="w" fact="0.8114"/>
          <dgm:constr type="t" for="ch" forName="text6" refType="h" fact="0.5194"/>
          <dgm:constr type="w" for="ch" forName="text6" refType="w" fact="0.1886"/>
          <dgm:constr type="h" for="ch" forName="text6" refType="h" fact="0.3106"/>
          <dgm:constr type="l" for="ch" forName="imageaccent6" refType="w" fact="0.8138"/>
          <dgm:constr type="t" for="ch" forName="imageaccent6" refType="h" fact="0.8257"/>
          <dgm:constr type="w" for="ch" forName="imageaccent6" refType="w" fact="0.022"/>
          <dgm:constr type="h" for="ch" forName="imageaccent6" refType="h" fact="0.0364"/>
          <dgm:constr type="l" for="ch" forName="textaccent6" refType="w" fact="0.8488"/>
          <dgm:constr type="t" for="ch" forName="textaccent6" refType="h" fact="0.7914"/>
          <dgm:constr type="w" for="ch" forName="textaccent6" refType="w" fact="0.022"/>
          <dgm:constr type="h" for="ch" forName="textaccent6" refType="h" fact="0.0364"/>
        </dgm:constrLst>
      </dgm:if>
      <dgm:if name="Name8" axis="ch" ptType="node" func="cnt" op="equ" val="7">
        <dgm:alg type="composite">
          <dgm:param type="ar" val="1.6382"/>
        </dgm:alg>
        <dgm:constrLst>
          <dgm:constr type="primFontSz" for="des" ptType="node" op="equ" val="65"/>
          <dgm:constr type="l" for="ch" forName="image4" refType="w" fact="0.6491"/>
          <dgm:constr type="t" for="ch" forName="image4" refType="h" fact="0.2961"/>
          <dgm:constr type="w" for="ch" forName="image4" refType="w" fact="0.1886"/>
          <dgm:constr type="h" for="ch" forName="image4" refType="h" fact="0.2653"/>
          <dgm:constr type="l" for="ch" forName="text5" refType="w" fact="0.6491"/>
          <dgm:constr type="t" for="ch" forName="text5" refType="h" fact="0.0028"/>
          <dgm:constr type="w" for="ch" forName="text5" refType="w" fact="0.1886"/>
          <dgm:constr type="h" for="ch" forName="text5" refType="h" fact="0.2653"/>
          <dgm:constr type="l" for="ch" forName="image5" refType="w" fact="0.8114"/>
          <dgm:constr type="t" for="ch" forName="image5" refType="h" fact="0.1508"/>
          <dgm:constr type="w" for="ch" forName="image5" refType="w" fact="0.1886"/>
          <dgm:constr type="h" for="ch" forName="image5" refType="h" fact="0.2653"/>
          <dgm:constr type="l" for="ch" forName="image2" refType="w" fact="0.4868"/>
          <dgm:constr type="t" for="ch" forName="image2" refType="h" fact="0.4402"/>
          <dgm:constr type="w" for="ch" forName="image2" refType="w" fact="0.1886"/>
          <dgm:constr type="h" for="ch" forName="image2" refType="h" fact="0.2653"/>
          <dgm:constr type="l" for="ch" forName="text4" refType="w" fact="0.4868"/>
          <dgm:constr type="t" for="ch" forName="text4" refType="h" fact="0.1469"/>
          <dgm:constr type="w" for="ch" forName="text4" refType="w" fact="0.1886"/>
          <dgm:constr type="h" for="ch" forName="text4" refType="h" fact="0.2653"/>
          <dgm:constr type="l" for="ch" forName="text2" refType="w" fact="0.3246"/>
          <dgm:constr type="t" for="ch" forName="text2" refType="h" fact="0.2933"/>
          <dgm:constr type="w" for="ch" forName="text2" refType="w" fact="0.1886"/>
          <dgm:constr type="h" for="ch" forName="text2" refType="h" fact="0.2653"/>
          <dgm:constr type="l" for="ch" forName="image3" refType="w" fact="0.3246"/>
          <dgm:constr type="t" for="ch" forName="image3" refType="h" fact="0"/>
          <dgm:constr type="w" for="ch" forName="image3" refType="w" fact="0.1886"/>
          <dgm:constr type="h" for="ch" forName="image3" refType="h" fact="0.2653"/>
          <dgm:constr type="l" for="ch" forName="text1" refType="w" fact="0.1623"/>
          <dgm:constr type="t" for="ch" forName="text1" refType="h" fact="0.4408"/>
          <dgm:constr type="w" for="ch" forName="text1" refType="w" fact="0.1886"/>
          <dgm:constr type="h" for="ch" forName="text1" refType="h" fact="0.2653"/>
          <dgm:constr type="l" for="ch" forName="text3" refType="w" fact="0.1623"/>
          <dgm:constr type="t" for="ch" forName="text3" refType="h" fact="0.1475"/>
          <dgm:constr type="w" for="ch" forName="text3" refType="w" fact="0.1886"/>
          <dgm:constr type="h" for="ch" forName="text3" refType="h" fact="0.2653"/>
          <dgm:constr type="l" for="ch" forName="textaccent1" refType="w" fact="0.1668"/>
          <dgm:constr type="t" for="ch" forName="textaccent1" refType="h" fact="0.5594"/>
          <dgm:constr type="w" for="ch" forName="textaccent1" refType="w" fact="0.022"/>
          <dgm:constr type="h" for="ch" forName="textaccent1" refType="h" fact="0.0311"/>
          <dgm:constr type="l" for="ch" forName="image1" refType="w" fact="0"/>
          <dgm:constr type="t" for="ch" forName="image1" refType="h" fact="0.2941"/>
          <dgm:constr type="w" for="ch" forName="image1" refType="w" fact="0.1886"/>
          <dgm:constr type="h" for="ch" forName="image1" refType="h" fact="0.2653"/>
          <dgm:constr type="l" for="ch" forName="imageaccent1" refType="w" fact="0.1292"/>
          <dgm:constr type="t" for="ch" forName="imageaccent1" refType="h" fact="0.5242"/>
          <dgm:constr type="w" for="ch" forName="imageaccent1" refType="w" fact="0.022"/>
          <dgm:constr type="h" for="ch" forName="imageaccent1" refType="h" fact="0.0311"/>
          <dgm:constr type="l" for="ch" forName="textaccent2" refType="w" fact="0.4544"/>
          <dgm:constr type="t" for="ch" forName="textaccent2" refType="h" fact="0.5228"/>
          <dgm:constr type="w" for="ch" forName="textaccent2" refType="w" fact="0.022"/>
          <dgm:constr type="h" for="ch" forName="textaccent2" refType="h" fact="0.0311"/>
          <dgm:constr type="l" for="ch" forName="imageaccent2" refType="w" fact="0.4914"/>
          <dgm:constr type="t" for="ch" forName="imageaccent2" refType="h" fact="0.5583"/>
          <dgm:constr type="w" for="ch" forName="imageaccent2" refType="w" fact="0.022"/>
          <dgm:constr type="h" for="ch" forName="imageaccent2" refType="h" fact="0.0311"/>
          <dgm:constr type="l" for="ch" forName="textaccent3" refType="w" fact="0.2907"/>
          <dgm:constr type="t" for="ch" forName="textaccent3" refType="h" fact="0.1511"/>
          <dgm:constr type="w" for="ch" forName="textaccent3" refType="w" fact="0.022"/>
          <dgm:constr type="h" for="ch" forName="textaccent3" refType="h" fact="0.0311"/>
          <dgm:constr type="l" for="ch" forName="imageaccent3" refType="w" fact="0.3299"/>
          <dgm:constr type="t" for="ch" forName="imageaccent3" refType="h" fact="0.1175"/>
          <dgm:constr type="w" for="ch" forName="imageaccent3" refType="w" fact="0.022"/>
          <dgm:constr type="h" for="ch" forName="imageaccent3" refType="h" fact="0.0311"/>
          <dgm:constr type="l" for="ch" forName="textaccent4" refType="w" fact="0.65"/>
          <dgm:constr type="t" for="ch" forName="textaccent4" refType="h" fact="0.2645"/>
          <dgm:constr type="w" for="ch" forName="textaccent4" refType="w" fact="0.022"/>
          <dgm:constr type="h" for="ch" forName="textaccent4" refType="h" fact="0.0311"/>
          <dgm:constr type="l" for="ch" forName="imageaccent4" refType="w" fact="0.6859"/>
          <dgm:constr type="t" for="ch" forName="imageaccent4" refType="h" fact="0.3008"/>
          <dgm:constr type="w" for="ch" forName="imageaccent4" refType="w" fact="0.022"/>
          <dgm:constr type="h" for="ch" forName="imageaccent4" refType="h" fact="0.0311"/>
          <dgm:constr type="l" for="ch" forName="textaccent5" refType="w" fact="0.8123"/>
          <dgm:constr type="t" for="ch" forName="textaccent5" refType="h" fact="0.1217"/>
          <dgm:constr type="w" for="ch" forName="textaccent5" refType="w" fact="0.022"/>
          <dgm:constr type="h" for="ch" forName="textaccent5" refType="h" fact="0.0311"/>
          <dgm:constr type="l" for="ch" forName="imageaccent5" refType="w" fact="0.849"/>
          <dgm:constr type="t" for="ch" forName="imageaccent5" refType="h" fact="0.1567"/>
          <dgm:constr type="w" for="ch" forName="imageaccent5" refType="w" fact="0.022"/>
          <dgm:constr type="h" for="ch" forName="imageaccent5" refType="h" fact="0.0311"/>
          <dgm:constr type="l" for="ch" forName="image6" refType="w" fact="0.6491"/>
          <dgm:constr type="t" for="ch" forName="image6" refType="h" fact="0.5889"/>
          <dgm:constr type="w" for="ch" forName="image6" refType="w" fact="0.1886"/>
          <dgm:constr type="h" for="ch" forName="image6" refType="h" fact="0.2653"/>
          <dgm:constr type="l" for="ch" forName="text6" refType="w" fact="0.8114"/>
          <dgm:constr type="t" for="ch" forName="text6" refType="h" fact="0.4436"/>
          <dgm:constr type="w" for="ch" forName="text6" refType="w" fact="0.1886"/>
          <dgm:constr type="h" for="ch" forName="text6" refType="h" fact="0.2653"/>
          <dgm:constr type="l" for="ch" forName="imageaccent6" refType="w" fact="0.8138"/>
          <dgm:constr type="t" for="ch" forName="imageaccent6" refType="h" fact="0.7053"/>
          <dgm:constr type="w" for="ch" forName="imageaccent6" refType="w" fact="0.022"/>
          <dgm:constr type="h" for="ch" forName="imageaccent6" refType="h" fact="0.0311"/>
          <dgm:constr type="l" for="ch" forName="textaccent6" refType="w" fact="0.8488"/>
          <dgm:constr type="t" for="ch" forName="textaccent6" refType="h" fact="0.676"/>
          <dgm:constr type="w" for="ch" forName="textaccent6" refType="w" fact="0.022"/>
          <dgm:constr type="h" for="ch" forName="textaccent6" refType="h" fact="0.0311"/>
          <dgm:constr type="l" for="ch" forName="text7" refType="w" fact="0.3244"/>
          <dgm:constr type="t" for="ch" forName="text7" refType="h" fact="0.5872"/>
          <dgm:constr type="w" for="ch" forName="text7" refType="w" fact="0.1886"/>
          <dgm:constr type="h" for="ch" forName="text7" refType="h" fact="0.2653"/>
          <dgm:constr type="l" for="ch" forName="image7" refType="w" fact="0.1622"/>
          <dgm:constr type="t" for="ch" forName="image7" refType="h" fact="0.7347"/>
          <dgm:constr type="w" for="ch" forName="image7" refType="w" fact="0.1886"/>
          <dgm:constr type="h" for="ch" forName="image7" refType="h" fact="0.2653"/>
          <dgm:constr type="l" for="ch" forName="imageaccent7" refType="w" fact="0.2905"/>
          <dgm:constr type="t" for="ch" forName="imageaccent7" refType="h" fact="0.7384"/>
          <dgm:constr type="w" for="ch" forName="imageaccent7" refType="w" fact="0.022"/>
          <dgm:constr type="h" for="ch" forName="imageaccent7" refType="h" fact="0.0311"/>
          <dgm:constr type="l" for="ch" forName="textaccent7" refType="w" fact="0.3298"/>
          <dgm:constr type="t" for="ch" forName="textaccent7" refType="h" fact="0.7048"/>
          <dgm:constr type="w" for="ch" forName="textaccent7" refType="w" fact="0.022"/>
          <dgm:constr type="h" for="ch" forName="textaccent7" refType="h" fact="0.0311"/>
        </dgm:constrLst>
      </dgm:if>
      <dgm:if name="Name9" axis="ch" ptType="node" func="cnt" op="equ" val="8">
        <dgm:alg type="composite">
          <dgm:param type="ar" val="1.8974"/>
        </dgm:alg>
        <dgm:constrLst>
          <dgm:constr type="primFontSz" for="des" ptType="node" op="equ" val="65"/>
          <dgm:constr type="l" for="ch" forName="image4" refType="w" fact="0.5589"/>
          <dgm:constr type="t" for="ch" forName="image4" refType="h" fact="0.2952"/>
          <dgm:constr type="w" for="ch" forName="image4" refType="w" fact="0.1624"/>
          <dgm:constr type="h" for="ch" forName="image4" refType="h" fact="0.2645"/>
          <dgm:constr type="l" for="ch" forName="text5" refType="w" fact="0.5589"/>
          <dgm:constr type="t" for="ch" forName="text5" refType="h" fact="0.0028"/>
          <dgm:constr type="w" for="ch" forName="text5" refType="w" fact="0.1624"/>
          <dgm:constr type="h" for="ch" forName="text5" refType="h" fact="0.2645"/>
          <dgm:constr type="l" for="ch" forName="image5" refType="w" fact="0.6986"/>
          <dgm:constr type="t" for="ch" forName="image5" refType="h" fact="0.1504"/>
          <dgm:constr type="w" for="ch" forName="image5" refType="w" fact="0.1624"/>
          <dgm:constr type="h" for="ch" forName="image5" refType="h" fact="0.2645"/>
          <dgm:constr type="l" for="ch" forName="image2" refType="w" fact="0.4192"/>
          <dgm:constr type="t" for="ch" forName="image2" refType="h" fact="0.439"/>
          <dgm:constr type="w" for="ch" forName="image2" refType="w" fact="0.1624"/>
          <dgm:constr type="h" for="ch" forName="image2" refType="h" fact="0.2645"/>
          <dgm:constr type="l" for="ch" forName="text4" refType="w" fact="0.4192"/>
          <dgm:constr type="t" for="ch" forName="text4" refType="h" fact="0.1465"/>
          <dgm:constr type="w" for="ch" forName="text4" refType="w" fact="0.1624"/>
          <dgm:constr type="h" for="ch" forName="text4" refType="h" fact="0.2645"/>
          <dgm:constr type="l" for="ch" forName="text2" refType="w" fact="0.2794"/>
          <dgm:constr type="t" for="ch" forName="text2" refType="h" fact="0.2925"/>
          <dgm:constr type="w" for="ch" forName="text2" refType="w" fact="0.1624"/>
          <dgm:constr type="h" for="ch" forName="text2" refType="h" fact="0.2645"/>
          <dgm:constr type="l" for="ch" forName="image3" refType="w" fact="0.2794"/>
          <dgm:constr type="t" for="ch" forName="image3" refType="h" fact="0"/>
          <dgm:constr type="w" for="ch" forName="image3" refType="w" fact="0.1624"/>
          <dgm:constr type="h" for="ch" forName="image3" refType="h" fact="0.2645"/>
          <dgm:constr type="l" for="ch" forName="text1" refType="w" fact="0.1397"/>
          <dgm:constr type="t" for="ch" forName="text1" refType="h" fact="0.4395"/>
          <dgm:constr type="w" for="ch" forName="text1" refType="w" fact="0.1624"/>
          <dgm:constr type="h" for="ch" forName="text1" refType="h" fact="0.2645"/>
          <dgm:constr type="l" for="ch" forName="text3" refType="w" fact="0.1397"/>
          <dgm:constr type="t" for="ch" forName="text3" refType="h" fact="0.1471"/>
          <dgm:constr type="w" for="ch" forName="text3" refType="w" fact="0.1624"/>
          <dgm:constr type="h" for="ch" forName="text3" refType="h" fact="0.2645"/>
          <dgm:constr type="l" for="ch" forName="textaccent1" refType="w" fact="0.1436"/>
          <dgm:constr type="t" for="ch" forName="textaccent1" refType="h" fact="0.5578"/>
          <dgm:constr type="w" for="ch" forName="textaccent1" refType="w" fact="0.0189"/>
          <dgm:constr type="h" for="ch" forName="textaccent1" refType="h" fact="0.031"/>
          <dgm:constr type="l" for="ch" forName="image1" refType="w" fact="0"/>
          <dgm:constr type="t" for="ch" forName="image1" refType="h" fact="0.2933"/>
          <dgm:constr type="w" for="ch" forName="image1" refType="w" fact="0.1624"/>
          <dgm:constr type="h" for="ch" forName="image1" refType="h" fact="0.2645"/>
          <dgm:constr type="l" for="ch" forName="imageaccent1" refType="w" fact="0.1112"/>
          <dgm:constr type="t" for="ch" forName="imageaccent1" refType="h" fact="0.5227"/>
          <dgm:constr type="w" for="ch" forName="imageaccent1" refType="w" fact="0.0189"/>
          <dgm:constr type="h" for="ch" forName="imageaccent1" refType="h" fact="0.031"/>
          <dgm:constr type="l" for="ch" forName="textaccent2" refType="w" fact="0.3912"/>
          <dgm:constr type="t" for="ch" forName="textaccent2" refType="h" fact="0.5213"/>
          <dgm:constr type="w" for="ch" forName="textaccent2" refType="w" fact="0.0189"/>
          <dgm:constr type="h" for="ch" forName="textaccent2" refType="h" fact="0.031"/>
          <dgm:constr type="l" for="ch" forName="imageaccent2" refType="w" fact="0.4231"/>
          <dgm:constr type="t" for="ch" forName="imageaccent2" refType="h" fact="0.5567"/>
          <dgm:constr type="w" for="ch" forName="imageaccent2" refType="w" fact="0.0189"/>
          <dgm:constr type="h" for="ch" forName="imageaccent2" refType="h" fact="0.031"/>
          <dgm:constr type="l" for="ch" forName="textaccent3" refType="w" fact="0.2502"/>
          <dgm:constr type="t" for="ch" forName="textaccent3" refType="h" fact="0.1507"/>
          <dgm:constr type="w" for="ch" forName="textaccent3" refType="w" fact="0.0189"/>
          <dgm:constr type="h" for="ch" forName="textaccent3" refType="h" fact="0.031"/>
          <dgm:constr type="l" for="ch" forName="imageaccent3" refType="w" fact="0.2841"/>
          <dgm:constr type="t" for="ch" forName="imageaccent3" refType="h" fact="0.1172"/>
          <dgm:constr type="w" for="ch" forName="imageaccent3" refType="w" fact="0.0189"/>
          <dgm:constr type="h" for="ch" forName="imageaccent3" refType="h" fact="0.031"/>
          <dgm:constr type="l" for="ch" forName="textaccent4" refType="w" fact="0.5596"/>
          <dgm:constr type="t" for="ch" forName="textaccent4" refType="h" fact="0.2637"/>
          <dgm:constr type="w" for="ch" forName="textaccent4" refType="w" fact="0.0189"/>
          <dgm:constr type="h" for="ch" forName="textaccent4" refType="h" fact="0.031"/>
          <dgm:constr type="l" for="ch" forName="imageaccent4" refType="w" fact="0.5905"/>
          <dgm:constr type="t" for="ch" forName="imageaccent4" refType="h" fact="0.3"/>
          <dgm:constr type="w" for="ch" forName="imageaccent4" refType="w" fact="0.0189"/>
          <dgm:constr type="h" for="ch" forName="imageaccent4" refType="h" fact="0.031"/>
          <dgm:constr type="l" for="ch" forName="textaccent5" refType="w" fact="0.6993"/>
          <dgm:constr type="t" for="ch" forName="textaccent5" refType="h" fact="0.1214"/>
          <dgm:constr type="w" for="ch" forName="textaccent5" refType="w" fact="0.0189"/>
          <dgm:constr type="h" for="ch" forName="textaccent5" refType="h" fact="0.031"/>
          <dgm:constr type="l" for="ch" forName="imageaccent5" refType="w" fact="0.731"/>
          <dgm:constr type="t" for="ch" forName="imageaccent5" refType="h" fact="0.1563"/>
          <dgm:constr type="w" for="ch" forName="imageaccent5" refType="w" fact="0.0189"/>
          <dgm:constr type="h" for="ch" forName="imageaccent5" refType="h" fact="0.031"/>
          <dgm:constr type="l" for="ch" forName="image6" refType="w" fact="0.5589"/>
          <dgm:constr type="t" for="ch" forName="image6" refType="h" fact="0.5872"/>
          <dgm:constr type="w" for="ch" forName="image6" refType="w" fact="0.1624"/>
          <dgm:constr type="h" for="ch" forName="image6" refType="h" fact="0.2645"/>
          <dgm:constr type="l" for="ch" forName="text6" refType="w" fact="0.6986"/>
          <dgm:constr type="t" for="ch" forName="text6" refType="h" fact="0.4424"/>
          <dgm:constr type="w" for="ch" forName="text6" refType="w" fact="0.1624"/>
          <dgm:constr type="h" for="ch" forName="text6" refType="h" fact="0.2645"/>
          <dgm:constr type="l" for="ch" forName="imageaccent6" refType="w" fact="0.7007"/>
          <dgm:constr type="t" for="ch" forName="imageaccent6" refType="h" fact="0.7033"/>
          <dgm:constr type="w" for="ch" forName="imageaccent6" refType="w" fact="0.0189"/>
          <dgm:constr type="h" for="ch" forName="imageaccent6" refType="h" fact="0.031"/>
          <dgm:constr type="l" for="ch" forName="textaccent6" refType="w" fact="0.7308"/>
          <dgm:constr type="t" for="ch" forName="textaccent6" refType="h" fact="0.6741"/>
          <dgm:constr type="w" for="ch" forName="textaccent6" refType="w" fact="0.0189"/>
          <dgm:constr type="h" for="ch" forName="textaccent6" refType="h" fact="0.031"/>
          <dgm:constr type="l" for="ch" forName="text7" refType="w" fact="0.2793"/>
          <dgm:constr type="t" for="ch" forName="text7" refType="h" fact="0.5856"/>
          <dgm:constr type="w" for="ch" forName="text7" refType="w" fact="0.1624"/>
          <dgm:constr type="h" for="ch" forName="text7" refType="h" fact="0.2645"/>
          <dgm:constr type="l" for="ch" forName="image7" refType="w" fact="0.1396"/>
          <dgm:constr type="t" for="ch" forName="image7" refType="h" fact="0.7326"/>
          <dgm:constr type="w" for="ch" forName="image7" refType="w" fact="0.1624"/>
          <dgm:constr type="h" for="ch" forName="image7" refType="h" fact="0.2645"/>
          <dgm:constr type="l" for="ch" forName="imageaccent7" refType="w" fact="0.2501"/>
          <dgm:constr type="t" for="ch" forName="imageaccent7" refType="h" fact="0.7363"/>
          <dgm:constr type="w" for="ch" forName="imageaccent7" refType="w" fact="0.0189"/>
          <dgm:constr type="h" for="ch" forName="imageaccent7" refType="h" fact="0.031"/>
          <dgm:constr type="l" for="ch" forName="textaccent7" refType="w" fact="0.284"/>
          <dgm:constr type="t" for="ch" forName="textaccent7" refType="h" fact="0.7028"/>
          <dgm:constr type="w" for="ch" forName="textaccent7" refType="w" fact="0.0189"/>
          <dgm:constr type="h" for="ch" forName="textaccent7" refType="h" fact="0.031"/>
          <dgm:constr type="l" for="ch" forName="image8" refType="w" fact="0.6979"/>
          <dgm:constr type="t" for="ch" forName="image8" refType="h" fact="0.7355"/>
          <dgm:constr type="w" for="ch" forName="image8" refType="w" fact="0.1624"/>
          <dgm:constr type="h" for="ch" forName="image8" refType="h" fact="0.2645"/>
          <dgm:constr type="l" for="ch" forName="text8" refType="w" fact="0.8376"/>
          <dgm:constr type="t" for="ch" forName="text8" refType="h" fact="0.5906"/>
          <dgm:constr type="w" for="ch" forName="text8" refType="w" fact="0.1624"/>
          <dgm:constr type="h" for="ch" forName="text8" refType="h" fact="0.2645"/>
          <dgm:constr type="l" for="ch" forName="imageaccent8" refType="w" fact="0.8397"/>
          <dgm:constr type="t" for="ch" forName="imageaccent8" refType="h" fact="0.8516"/>
          <dgm:constr type="w" for="ch" forName="imageaccent8" refType="w" fact="0.0189"/>
          <dgm:constr type="h" for="ch" forName="imageaccent8" refType="h" fact="0.031"/>
          <dgm:constr type="l" for="ch" forName="textaccent8" refType="w" fact="0.8698"/>
          <dgm:constr type="t" for="ch" forName="textaccent8" refType="h" fact="0.8223"/>
          <dgm:constr type="w" for="ch" forName="textaccent8" refType="w" fact="0.0189"/>
          <dgm:constr type="h" for="ch" forName="textaccent8" refType="h" fact="0.031"/>
        </dgm:constrLst>
      </dgm:if>
      <dgm:if name="Name10" axis="ch" ptType="node" func="cnt" op="equ" val="9">
        <dgm:alg type="composite">
          <dgm:param type="ar" val="1.8986"/>
        </dgm:alg>
        <dgm:constrLst>
          <dgm:constr type="primFontSz" for="des" ptType="node" op="equ" val="65"/>
          <dgm:constr type="l" for="ch" forName="image4" refType="w" fact="0.5585"/>
          <dgm:constr type="t" for="ch" forName="image4" refType="h" fact="0.2952"/>
          <dgm:constr type="w" for="ch" forName="image4" refType="w" fact="0.1623"/>
          <dgm:constr type="h" for="ch" forName="image4" refType="h" fact="0.2645"/>
          <dgm:constr type="l" for="ch" forName="text5" refType="w" fact="0.5585"/>
          <dgm:constr type="t" for="ch" forName="text5" refType="h" fact="0.0028"/>
          <dgm:constr type="w" for="ch" forName="text5" refType="w" fact="0.1623"/>
          <dgm:constr type="h" for="ch" forName="text5" refType="h" fact="0.2645"/>
          <dgm:constr type="l" for="ch" forName="image5" refType="w" fact="0.6982"/>
          <dgm:constr type="t" for="ch" forName="image5" refType="h" fact="0.1504"/>
          <dgm:constr type="w" for="ch" forName="image5" refType="w" fact="0.1623"/>
          <dgm:constr type="h" for="ch" forName="image5" refType="h" fact="0.2645"/>
          <dgm:constr type="l" for="ch" forName="image2" refType="w" fact="0.4189"/>
          <dgm:constr type="t" for="ch" forName="image2" refType="h" fact="0.439"/>
          <dgm:constr type="w" for="ch" forName="image2" refType="w" fact="0.1623"/>
          <dgm:constr type="h" for="ch" forName="image2" refType="h" fact="0.2645"/>
          <dgm:constr type="l" for="ch" forName="text4" refType="w" fact="0.4189"/>
          <dgm:constr type="t" for="ch" forName="text4" refType="h" fact="0.1465"/>
          <dgm:constr type="w" for="ch" forName="text4" refType="w" fact="0.1623"/>
          <dgm:constr type="h" for="ch" forName="text4" refType="h" fact="0.2645"/>
          <dgm:constr type="l" for="ch" forName="text2" refType="w" fact="0.2793"/>
          <dgm:constr type="t" for="ch" forName="text2" refType="h" fact="0.2925"/>
          <dgm:constr type="w" for="ch" forName="text2" refType="w" fact="0.1623"/>
          <dgm:constr type="h" for="ch" forName="text2" refType="h" fact="0.2645"/>
          <dgm:constr type="l" for="ch" forName="image3" refType="w" fact="0.2793"/>
          <dgm:constr type="t" for="ch" forName="image3" refType="h" fact="0"/>
          <dgm:constr type="w" for="ch" forName="image3" refType="w" fact="0.1623"/>
          <dgm:constr type="h" for="ch" forName="image3" refType="h" fact="0.2645"/>
          <dgm:constr type="l" for="ch" forName="text1" refType="w" fact="0.1396"/>
          <dgm:constr type="t" for="ch" forName="text1" refType="h" fact="0.4395"/>
          <dgm:constr type="w" for="ch" forName="text1" refType="w" fact="0.1623"/>
          <dgm:constr type="h" for="ch" forName="text1" refType="h" fact="0.2645"/>
          <dgm:constr type="l" for="ch" forName="text3" refType="w" fact="0.1396"/>
          <dgm:constr type="t" for="ch" forName="text3" refType="h" fact="0.1471"/>
          <dgm:constr type="w" for="ch" forName="text3" refType="w" fact="0.1623"/>
          <dgm:constr type="h" for="ch" forName="text3" refType="h" fact="0.2645"/>
          <dgm:constr type="l" for="ch" forName="textaccent1" refType="w" fact="0.1435"/>
          <dgm:constr type="t" for="ch" forName="textaccent1" refType="h" fact="0.5578"/>
          <dgm:constr type="w" for="ch" forName="textaccent1" refType="w" fact="0.0189"/>
          <dgm:constr type="h" for="ch" forName="textaccent1" refType="h" fact="0.031"/>
          <dgm:constr type="l" for="ch" forName="image1" refType="w" fact="0"/>
          <dgm:constr type="t" for="ch" forName="image1" refType="h" fact="0.2933"/>
          <dgm:constr type="w" for="ch" forName="image1" refType="w" fact="0.1623"/>
          <dgm:constr type="h" for="ch" forName="image1" refType="h" fact="0.2645"/>
          <dgm:constr type="l" for="ch" forName="imageaccent1" refType="w" fact="0.1111"/>
          <dgm:constr type="t" for="ch" forName="imageaccent1" refType="h" fact="0.5227"/>
          <dgm:constr type="w" for="ch" forName="imageaccent1" refType="w" fact="0.0189"/>
          <dgm:constr type="h" for="ch" forName="imageaccent1" refType="h" fact="0.031"/>
          <dgm:constr type="l" for="ch" forName="textaccent2" refType="w" fact="0.391"/>
          <dgm:constr type="t" for="ch" forName="textaccent2" refType="h" fact="0.5213"/>
          <dgm:constr type="w" for="ch" forName="textaccent2" refType="w" fact="0.0189"/>
          <dgm:constr type="h" for="ch" forName="textaccent2" refType="h" fact="0.031"/>
          <dgm:constr type="l" for="ch" forName="imageaccent2" refType="w" fact="0.4228"/>
          <dgm:constr type="t" for="ch" forName="imageaccent2" refType="h" fact="0.5567"/>
          <dgm:constr type="w" for="ch" forName="imageaccent2" refType="w" fact="0.0189"/>
          <dgm:constr type="h" for="ch" forName="imageaccent2" refType="h" fact="0.031"/>
          <dgm:constr type="l" for="ch" forName="textaccent3" refType="w" fact="0.2501"/>
          <dgm:constr type="t" for="ch" forName="textaccent3" refType="h" fact="0.1507"/>
          <dgm:constr type="w" for="ch" forName="textaccent3" refType="w" fact="0.0189"/>
          <dgm:constr type="h" for="ch" forName="textaccent3" refType="h" fact="0.031"/>
          <dgm:constr type="l" for="ch" forName="imageaccent3" refType="w" fact="0.2839"/>
          <dgm:constr type="t" for="ch" forName="imageaccent3" refType="h" fact="0.1172"/>
          <dgm:constr type="w" for="ch" forName="imageaccent3" refType="w" fact="0.0189"/>
          <dgm:constr type="h" for="ch" forName="imageaccent3" refType="h" fact="0.031"/>
          <dgm:constr type="l" for="ch" forName="textaccent4" refType="w" fact="0.5593"/>
          <dgm:constr type="t" for="ch" forName="textaccent4" refType="h" fact="0.2637"/>
          <dgm:constr type="w" for="ch" forName="textaccent4" refType="w" fact="0.0189"/>
          <dgm:constr type="h" for="ch" forName="textaccent4" refType="h" fact="0.031"/>
          <dgm:constr type="l" for="ch" forName="imageaccent4" refType="w" fact="0.5901"/>
          <dgm:constr type="t" for="ch" forName="imageaccent4" refType="h" fact="0.3"/>
          <dgm:constr type="w" for="ch" forName="imageaccent4" refType="w" fact="0.0189"/>
          <dgm:constr type="h" for="ch" forName="imageaccent4" refType="h" fact="0.031"/>
          <dgm:constr type="l" for="ch" forName="textaccent5" refType="w" fact="0.6989"/>
          <dgm:constr type="t" for="ch" forName="textaccent5" refType="h" fact="0.1214"/>
          <dgm:constr type="w" for="ch" forName="textaccent5" refType="w" fact="0.0189"/>
          <dgm:constr type="h" for="ch" forName="textaccent5" refType="h" fact="0.031"/>
          <dgm:constr type="l" for="ch" forName="imageaccent5" refType="w" fact="0.7305"/>
          <dgm:constr type="t" for="ch" forName="imageaccent5" refType="h" fact="0.1563"/>
          <dgm:constr type="w" for="ch" forName="imageaccent5" refType="w" fact="0.0189"/>
          <dgm:constr type="h" for="ch" forName="imageaccent5" refType="h" fact="0.031"/>
          <dgm:constr type="l" for="ch" forName="image6" refType="w" fact="0.5585"/>
          <dgm:constr type="t" for="ch" forName="image6" refType="h" fact="0.5872"/>
          <dgm:constr type="w" for="ch" forName="image6" refType="w" fact="0.1623"/>
          <dgm:constr type="h" for="ch" forName="image6" refType="h" fact="0.2645"/>
          <dgm:constr type="l" for="ch" forName="text6" refType="w" fact="0.6982"/>
          <dgm:constr type="t" for="ch" forName="text6" refType="h" fact="0.4424"/>
          <dgm:constr type="w" for="ch" forName="text6" refType="w" fact="0.1623"/>
          <dgm:constr type="h" for="ch" forName="text6" refType="h" fact="0.2645"/>
          <dgm:constr type="l" for="ch" forName="imageaccent6" refType="w" fact="0.7002"/>
          <dgm:constr type="t" for="ch" forName="imageaccent6" refType="h" fact="0.7033"/>
          <dgm:constr type="w" for="ch" forName="imageaccent6" refType="w" fact="0.0189"/>
          <dgm:constr type="h" for="ch" forName="imageaccent6" refType="h" fact="0.031"/>
          <dgm:constr type="l" for="ch" forName="textaccent6" refType="w" fact="0.7303"/>
          <dgm:constr type="t" for="ch" forName="textaccent6" refType="h" fact="0.6741"/>
          <dgm:constr type="w" for="ch" forName="textaccent6" refType="w" fact="0.0189"/>
          <dgm:constr type="h" for="ch" forName="textaccent6" refType="h" fact="0.031"/>
          <dgm:constr type="l" for="ch" forName="text7" refType="w" fact="0.2792"/>
          <dgm:constr type="t" for="ch" forName="text7" refType="h" fact="0.5856"/>
          <dgm:constr type="w" for="ch" forName="text7" refType="w" fact="0.1623"/>
          <dgm:constr type="h" for="ch" forName="text7" refType="h" fact="0.2645"/>
          <dgm:constr type="l" for="ch" forName="image7" refType="w" fact="0.1395"/>
          <dgm:constr type="t" for="ch" forName="image7" refType="h" fact="0.7326"/>
          <dgm:constr type="w" for="ch" forName="image7" refType="w" fact="0.1623"/>
          <dgm:constr type="h" for="ch" forName="image7" refType="h" fact="0.2645"/>
          <dgm:constr type="l" for="ch" forName="imageaccent7" refType="w" fact="0.25"/>
          <dgm:constr type="t" for="ch" forName="imageaccent7" refType="h" fact="0.7363"/>
          <dgm:constr type="w" for="ch" forName="imageaccent7" refType="w" fact="0.0189"/>
          <dgm:constr type="h" for="ch" forName="imageaccent7" refType="h" fact="0.031"/>
          <dgm:constr type="l" for="ch" forName="textaccent7" refType="w" fact="0.2838"/>
          <dgm:constr type="t" for="ch" forName="textaccent7" refType="h" fact="0.7028"/>
          <dgm:constr type="w" for="ch" forName="textaccent7" refType="w" fact="0.0189"/>
          <dgm:constr type="h" for="ch" forName="textaccent7" refType="h" fact="0.031"/>
          <dgm:constr type="l" for="ch" forName="image8" refType="w" fact="0.6975"/>
          <dgm:constr type="t" for="ch" forName="image8" refType="h" fact="0.7355"/>
          <dgm:constr type="w" for="ch" forName="image8" refType="w" fact="0.1623"/>
          <dgm:constr type="h" for="ch" forName="image8" refType="h" fact="0.2645"/>
          <dgm:constr type="l" for="ch" forName="text8" refType="w" fact="0.8371"/>
          <dgm:constr type="t" for="ch" forName="text8" refType="h" fact="0.5906"/>
          <dgm:constr type="w" for="ch" forName="text8" refType="w" fact="0.1623"/>
          <dgm:constr type="h" for="ch" forName="text8" refType="h" fact="0.2645"/>
          <dgm:constr type="l" for="ch" forName="imageaccent8" refType="w" fact="0.8392"/>
          <dgm:constr type="t" for="ch" forName="imageaccent8" refType="h" fact="0.8516"/>
          <dgm:constr type="w" for="ch" forName="imageaccent8" refType="w" fact="0.0189"/>
          <dgm:constr type="h" for="ch" forName="imageaccent8" refType="h" fact="0.031"/>
          <dgm:constr type="l" for="ch" forName="textaccent8" refType="w" fact="0.8693"/>
          <dgm:constr type="t" for="ch" forName="textaccent8" refType="h" fact="0.8223"/>
          <dgm:constr type="w" for="ch" forName="textaccent8" refType="w" fact="0.0189"/>
          <dgm:constr type="h" for="ch" forName="textaccent8" refType="h" fact="0.031"/>
          <dgm:constr type="l" for="ch" forName="text9" refType="w" fact="0.8377"/>
          <dgm:constr type="t" for="ch" forName="text9" refType="h" fact="0.0057"/>
          <dgm:constr type="w" for="ch" forName="text9" refType="w" fact="0.1623"/>
          <dgm:constr type="h" for="ch" forName="text9" refType="h" fact="0.2645"/>
          <dgm:constr type="l" for="ch" forName="textaccent9" refType="w" fact="0.95"/>
          <dgm:constr type="t" for="ch" forName="textaccent9" refType="h" fact="0.2383"/>
          <dgm:constr type="w" for="ch" forName="textaccent9" refType="w" fact="0.0189"/>
          <dgm:constr type="h" for="ch" forName="textaccent9" refType="h" fact="0.031"/>
          <dgm:constr type="l" for="ch" forName="image9" refType="w" fact="0.8377"/>
          <dgm:constr type="t" for="ch" forName="image9" refType="h" fact="0.2977"/>
          <dgm:constr type="w" for="ch" forName="image9" refType="w" fact="0.1623"/>
          <dgm:constr type="h" for="ch" forName="image9" refType="h" fact="0.2645"/>
          <dgm:constr type="l" for="ch" forName="imageaccent9" refType="w" fact="0.95"/>
          <dgm:constr type="t" for="ch" forName="imageaccent9" refType="h" fact="0.2993"/>
          <dgm:constr type="w" for="ch" forName="imageaccent9" refType="w" fact="0.0189"/>
          <dgm:constr type="h" for="ch" forName="imageaccent9" refType="h" fact="0.031"/>
        </dgm:constrLst>
      </dgm:if>
      <dgm:if name="Name11" axis="ch" ptType="node" func="cnt" op="equ" val="10">
        <dgm:alg type="composite">
          <dgm:param type="ar" val="1.6608"/>
        </dgm:alg>
        <dgm:constrLst>
          <dgm:constr type="primFontSz" for="des" ptType="node" op="equ" val="65"/>
          <dgm:constr type="l" for="ch" forName="image4" refType="w" fact="0.5585"/>
          <dgm:constr type="t" for="ch" forName="image4" refType="h" fact="0.2583"/>
          <dgm:constr type="w" for="ch" forName="image4" refType="w" fact="0.1623"/>
          <dgm:constr type="h" for="ch" forName="image4" refType="h" fact="0.2314"/>
          <dgm:constr type="l" for="ch" forName="text5" refType="w" fact="0.5585"/>
          <dgm:constr type="t" for="ch" forName="text5" refType="h" fact="0.0024"/>
          <dgm:constr type="w" for="ch" forName="text5" refType="w" fact="0.1623"/>
          <dgm:constr type="h" for="ch" forName="text5" refType="h" fact="0.2314"/>
          <dgm:constr type="l" for="ch" forName="image5" refType="w" fact="0.6982"/>
          <dgm:constr type="t" for="ch" forName="image5" refType="h" fact="0.1316"/>
          <dgm:constr type="w" for="ch" forName="image5" refType="w" fact="0.1623"/>
          <dgm:constr type="h" for="ch" forName="image5" refType="h" fact="0.2314"/>
          <dgm:constr type="l" for="ch" forName="image2" refType="w" fact="0.4189"/>
          <dgm:constr type="t" for="ch" forName="image2" refType="h" fact="0.384"/>
          <dgm:constr type="w" for="ch" forName="image2" refType="w" fact="0.1623"/>
          <dgm:constr type="h" for="ch" forName="image2" refType="h" fact="0.2314"/>
          <dgm:constr type="l" for="ch" forName="text4" refType="w" fact="0.4189"/>
          <dgm:constr type="t" for="ch" forName="text4" refType="h" fact="0.1282"/>
          <dgm:constr type="w" for="ch" forName="text4" refType="w" fact="0.1623"/>
          <dgm:constr type="h" for="ch" forName="text4" refType="h" fact="0.2314"/>
          <dgm:constr type="l" for="ch" forName="text2" refType="w" fact="0.2793"/>
          <dgm:constr type="t" for="ch" forName="text2" refType="h" fact="0.2558"/>
          <dgm:constr type="w" for="ch" forName="text2" refType="w" fact="0.1623"/>
          <dgm:constr type="h" for="ch" forName="text2" refType="h" fact="0.2314"/>
          <dgm:constr type="l" for="ch" forName="image3" refType="w" fact="0.2793"/>
          <dgm:constr type="t" for="ch" forName="image3" refType="h" fact="0"/>
          <dgm:constr type="w" for="ch" forName="image3" refType="w" fact="0.1623"/>
          <dgm:constr type="h" for="ch" forName="image3" refType="h" fact="0.2314"/>
          <dgm:constr type="l" for="ch" forName="text1" refType="w" fact="0.1396"/>
          <dgm:constr type="t" for="ch" forName="text1" refType="h" fact="0.3845"/>
          <dgm:constr type="w" for="ch" forName="text1" refType="w" fact="0.1623"/>
          <dgm:constr type="h" for="ch" forName="text1" refType="h" fact="0.2314"/>
          <dgm:constr type="l" for="ch" forName="text3" refType="w" fact="0.1396"/>
          <dgm:constr type="t" for="ch" forName="text3" refType="h" fact="0.1286"/>
          <dgm:constr type="w" for="ch" forName="text3" refType="w" fact="0.1623"/>
          <dgm:constr type="h" for="ch" forName="text3" refType="h" fact="0.2314"/>
          <dgm:constr type="l" for="ch" forName="textaccent1" refType="w" fact="0.1435"/>
          <dgm:constr type="t" for="ch" forName="textaccent1" refType="h" fact="0.488"/>
          <dgm:constr type="w" for="ch" forName="textaccent1" refType="w" fact="0.0189"/>
          <dgm:constr type="h" for="ch" forName="textaccent1" refType="h" fact="0.0271"/>
          <dgm:constr type="l" for="ch" forName="image1" refType="w" fact="0"/>
          <dgm:constr type="t" for="ch" forName="image1" refType="h" fact="0.2566"/>
          <dgm:constr type="w" for="ch" forName="image1" refType="w" fact="0.1623"/>
          <dgm:constr type="h" for="ch" forName="image1" refType="h" fact="0.2314"/>
          <dgm:constr type="l" for="ch" forName="imageaccent1" refType="w" fact="0.1111"/>
          <dgm:constr type="t" for="ch" forName="imageaccent1" refType="h" fact="0.4572"/>
          <dgm:constr type="w" for="ch" forName="imageaccent1" refType="w" fact="0.0189"/>
          <dgm:constr type="h" for="ch" forName="imageaccent1" refType="h" fact="0.0271"/>
          <dgm:constr type="l" for="ch" forName="textaccent2" refType="w" fact="0.391"/>
          <dgm:constr type="t" for="ch" forName="textaccent2" refType="h" fact="0.456"/>
          <dgm:constr type="w" for="ch" forName="textaccent2" refType="w" fact="0.0189"/>
          <dgm:constr type="h" for="ch" forName="textaccent2" refType="h" fact="0.0271"/>
          <dgm:constr type="l" for="ch" forName="imageaccent2" refType="w" fact="0.4228"/>
          <dgm:constr type="t" for="ch" forName="imageaccent2" refType="h" fact="0.487"/>
          <dgm:constr type="w" for="ch" forName="imageaccent2" refType="w" fact="0.0189"/>
          <dgm:constr type="h" for="ch" forName="imageaccent2" refType="h" fact="0.0271"/>
          <dgm:constr type="l" for="ch" forName="textaccent3" refType="w" fact="0.2501"/>
          <dgm:constr type="t" for="ch" forName="textaccent3" refType="h" fact="0.1318"/>
          <dgm:constr type="w" for="ch" forName="textaccent3" refType="w" fact="0.0189"/>
          <dgm:constr type="h" for="ch" forName="textaccent3" refType="h" fact="0.0271"/>
          <dgm:constr type="l" for="ch" forName="imageaccent3" refType="w" fact="0.2839"/>
          <dgm:constr type="t" for="ch" forName="imageaccent3" refType="h" fact="0.1025"/>
          <dgm:constr type="w" for="ch" forName="imageaccent3" refType="w" fact="0.0189"/>
          <dgm:constr type="h" for="ch" forName="imageaccent3" refType="h" fact="0.0271"/>
          <dgm:constr type="l" for="ch" forName="textaccent4" refType="w" fact="0.5593"/>
          <dgm:constr type="t" for="ch" forName="textaccent4" refType="h" fact="0.2307"/>
          <dgm:constr type="w" for="ch" forName="textaccent4" refType="w" fact="0.0189"/>
          <dgm:constr type="h" for="ch" forName="textaccent4" refType="h" fact="0.0271"/>
          <dgm:constr type="l" for="ch" forName="imageaccent4" refType="w" fact="0.5901"/>
          <dgm:constr type="t" for="ch" forName="imageaccent4" refType="h" fact="0.2624"/>
          <dgm:constr type="w" for="ch" forName="imageaccent4" refType="w" fact="0.0189"/>
          <dgm:constr type="h" for="ch" forName="imageaccent4" refType="h" fact="0.0271"/>
          <dgm:constr type="l" for="ch" forName="textaccent5" refType="w" fact="0.6989"/>
          <dgm:constr type="t" for="ch" forName="textaccent5" refType="h" fact="0.1062"/>
          <dgm:constr type="w" for="ch" forName="textaccent5" refType="w" fact="0.0189"/>
          <dgm:constr type="h" for="ch" forName="textaccent5" refType="h" fact="0.0271"/>
          <dgm:constr type="l" for="ch" forName="imageaccent5" refType="w" fact="0.7305"/>
          <dgm:constr type="t" for="ch" forName="imageaccent5" refType="h" fact="0.1367"/>
          <dgm:constr type="w" for="ch" forName="imageaccent5" refType="w" fact="0.0189"/>
          <dgm:constr type="h" for="ch" forName="imageaccent5" refType="h" fact="0.0271"/>
          <dgm:constr type="l" for="ch" forName="image6" refType="w" fact="0.5585"/>
          <dgm:constr type="t" for="ch" forName="image6" refType="h" fact="0.5137"/>
          <dgm:constr type="w" for="ch" forName="image6" refType="w" fact="0.1623"/>
          <dgm:constr type="h" for="ch" forName="image6" refType="h" fact="0.2314"/>
          <dgm:constr type="l" for="ch" forName="text6" refType="w" fact="0.6982"/>
          <dgm:constr type="t" for="ch" forName="text6" refType="h" fact="0.387"/>
          <dgm:constr type="w" for="ch" forName="text6" refType="w" fact="0.1623"/>
          <dgm:constr type="h" for="ch" forName="text6" refType="h" fact="0.2314"/>
          <dgm:constr type="l" for="ch" forName="imageaccent6" refType="w" fact="0.7002"/>
          <dgm:constr type="t" for="ch" forName="imageaccent6" refType="h" fact="0.6152"/>
          <dgm:constr type="w" for="ch" forName="imageaccent6" refType="w" fact="0.0189"/>
          <dgm:constr type="h" for="ch" forName="imageaccent6" refType="h" fact="0.0271"/>
          <dgm:constr type="l" for="ch" forName="textaccent6" refType="w" fact="0.7303"/>
          <dgm:constr type="t" for="ch" forName="textaccent6" refType="h" fact="0.5897"/>
          <dgm:constr type="w" for="ch" forName="textaccent6" refType="w" fact="0.0189"/>
          <dgm:constr type="h" for="ch" forName="textaccent6" refType="h" fact="0.0271"/>
          <dgm:constr type="l" for="ch" forName="text7" refType="w" fact="0.2792"/>
          <dgm:constr type="t" for="ch" forName="text7" refType="h" fact="0.5122"/>
          <dgm:constr type="w" for="ch" forName="text7" refType="w" fact="0.1623"/>
          <dgm:constr type="h" for="ch" forName="text7" refType="h" fact="0.2314"/>
          <dgm:constr type="l" for="ch" forName="image7" refType="w" fact="0.1395"/>
          <dgm:constr type="t" for="ch" forName="image7" refType="h" fact="0.6409"/>
          <dgm:constr type="w" for="ch" forName="image7" refType="w" fact="0.1623"/>
          <dgm:constr type="h" for="ch" forName="image7" refType="h" fact="0.2314"/>
          <dgm:constr type="l" for="ch" forName="imageaccent7" refType="w" fact="0.25"/>
          <dgm:constr type="t" for="ch" forName="imageaccent7" refType="h" fact="0.6441"/>
          <dgm:constr type="w" for="ch" forName="imageaccent7" refType="w" fact="0.0189"/>
          <dgm:constr type="h" for="ch" forName="imageaccent7" refType="h" fact="0.0271"/>
          <dgm:constr type="l" for="ch" forName="textaccent7" refType="w" fact="0.2838"/>
          <dgm:constr type="t" for="ch" forName="textaccent7" refType="h" fact="0.6148"/>
          <dgm:constr type="w" for="ch" forName="textaccent7" refType="w" fact="0.0189"/>
          <dgm:constr type="h" for="ch" forName="textaccent7" refType="h" fact="0.0271"/>
          <dgm:constr type="l" for="ch" forName="image8" refType="w" fact="0.6975"/>
          <dgm:constr type="t" for="ch" forName="image8" refType="h" fact="0.6433"/>
          <dgm:constr type="w" for="ch" forName="image8" refType="w" fact="0.1623"/>
          <dgm:constr type="h" for="ch" forName="image8" refType="h" fact="0.2314"/>
          <dgm:constr type="l" for="ch" forName="text8" refType="w" fact="0.8371"/>
          <dgm:constr type="t" for="ch" forName="text8" refType="h" fact="0.5167"/>
          <dgm:constr type="w" for="ch" forName="text8" refType="w" fact="0.1623"/>
          <dgm:constr type="h" for="ch" forName="text8" refType="h" fact="0.2314"/>
          <dgm:constr type="l" for="ch" forName="imageaccent8" refType="w" fact="0.8392"/>
          <dgm:constr type="t" for="ch" forName="imageaccent8" refType="h" fact="0.7449"/>
          <dgm:constr type="w" for="ch" forName="imageaccent8" refType="w" fact="0.0189"/>
          <dgm:constr type="h" for="ch" forName="imageaccent8" refType="h" fact="0.0271"/>
          <dgm:constr type="l" for="ch" forName="textaccent8" refType="w" fact="0.8693"/>
          <dgm:constr type="t" for="ch" forName="textaccent8" refType="h" fact="0.7194"/>
          <dgm:constr type="w" for="ch" forName="textaccent8" refType="w" fact="0.0189"/>
          <dgm:constr type="h" for="ch" forName="textaccent8" refType="h" fact="0.0271"/>
          <dgm:constr type="l" for="ch" forName="text9" refType="w" fact="0.8377"/>
          <dgm:constr type="t" for="ch" forName="text9" refType="h" fact="0.005"/>
          <dgm:constr type="w" for="ch" forName="text9" refType="w" fact="0.1623"/>
          <dgm:constr type="h" for="ch" forName="text9" refType="h" fact="0.2314"/>
          <dgm:constr type="l" for="ch" forName="textaccent9" refType="w" fact="0.95"/>
          <dgm:constr type="t" for="ch" forName="textaccent9" refType="h" fact="0.2084"/>
          <dgm:constr type="w" for="ch" forName="textaccent9" refType="w" fact="0.0189"/>
          <dgm:constr type="h" for="ch" forName="textaccent9" refType="h" fact="0.0271"/>
          <dgm:constr type="l" for="ch" forName="image9" refType="w" fact="0.8377"/>
          <dgm:constr type="t" for="ch" forName="image9" refType="h" fact="0.2604"/>
          <dgm:constr type="w" for="ch" forName="image9" refType="w" fact="0.1623"/>
          <dgm:constr type="h" for="ch" forName="image9" refType="h" fact="0.2314"/>
          <dgm:constr type="l" for="ch" forName="imageaccent9" refType="w" fact="0.95"/>
          <dgm:constr type="t" for="ch" forName="imageaccent9" refType="h" fact="0.2618"/>
          <dgm:constr type="w" for="ch" forName="imageaccent9" refType="w" fact="0.0189"/>
          <dgm:constr type="h" for="ch" forName="imageaccent9" refType="h" fact="0.0271"/>
          <dgm:constr type="l" for="ch" forName="image10" refType="w" fact="0.2786"/>
          <dgm:constr type="t" for="ch" forName="image10" refType="h" fact="0.7686"/>
          <dgm:constr type="w" for="ch" forName="image10" refType="w" fact="0.1623"/>
          <dgm:constr type="h" for="ch" forName="image10" refType="h" fact="0.2314"/>
          <dgm:constr type="l" for="ch" forName="text10" refType="w" fact="0.4183"/>
          <dgm:constr type="t" for="ch" forName="text10" refType="h" fact="0.6419"/>
          <dgm:constr type="w" for="ch" forName="text10" refType="w" fact="0.1623"/>
          <dgm:constr type="h" for="ch" forName="text10" refType="h" fact="0.2314"/>
          <dgm:constr type="l" for="ch" forName="imageaccent10" refType="w" fact="0.4203"/>
          <dgm:constr type="t" for="ch" forName="imageaccent10" refType="h" fact="0.8701"/>
          <dgm:constr type="w" for="ch" forName="imageaccent10" refType="w" fact="0.0189"/>
          <dgm:constr type="h" for="ch" forName="imageaccent10" refType="h" fact="0.0271"/>
          <dgm:constr type="l" for="ch" forName="textaccent10" refType="w" fact="0.4504"/>
          <dgm:constr type="t" for="ch" forName="textaccent10" refType="h" fact="0.8446"/>
          <dgm:constr type="w" for="ch" forName="textaccent10" refType="w" fact="0.0189"/>
          <dgm:constr type="h" for="ch" forName="textaccent10" refType="h" fact="0.0271"/>
        </dgm:constrLst>
      </dgm:if>
      <dgm:if name="Name12" axis="ch" ptType="node" func="cnt" op="equ" val="11">
        <dgm:alg type="composite">
          <dgm:param type="ar" val="1.4704"/>
        </dgm:alg>
        <dgm:constrLst>
          <dgm:constr type="primFontSz" for="des" ptType="node" op="equ" val="65"/>
          <dgm:constr type="l" for="ch" forName="image4" refType="w" fact="0.5585"/>
          <dgm:constr type="t" for="ch" forName="image4" refType="h" fact="0.2287"/>
          <dgm:constr type="w" for="ch" forName="image4" refType="w" fact="0.1623"/>
          <dgm:constr type="h" for="ch" forName="image4" refType="h" fact="0.2049"/>
          <dgm:constr type="l" for="ch" forName="text5" refType="w" fact="0.5585"/>
          <dgm:constr type="t" for="ch" forName="text5" refType="h" fact="0.0022"/>
          <dgm:constr type="w" for="ch" forName="text5" refType="w" fact="0.1623"/>
          <dgm:constr type="h" for="ch" forName="text5" refType="h" fact="0.2049"/>
          <dgm:constr type="l" for="ch" forName="image5" refType="w" fact="0.6982"/>
          <dgm:constr type="t" for="ch" forName="image5" refType="h" fact="0.1165"/>
          <dgm:constr type="w" for="ch" forName="image5" refType="w" fact="0.1623"/>
          <dgm:constr type="h" for="ch" forName="image5" refType="h" fact="0.2049"/>
          <dgm:constr type="l" for="ch" forName="image2" refType="w" fact="0.4189"/>
          <dgm:constr type="t" for="ch" forName="image2" refType="h" fact="0.34"/>
          <dgm:constr type="w" for="ch" forName="image2" refType="w" fact="0.1623"/>
          <dgm:constr type="h" for="ch" forName="image2" refType="h" fact="0.2049"/>
          <dgm:constr type="l" for="ch" forName="text4" refType="w" fact="0.4189"/>
          <dgm:constr type="t" for="ch" forName="text4" refType="h" fact="0.1135"/>
          <dgm:constr type="w" for="ch" forName="text4" refType="w" fact="0.1623"/>
          <dgm:constr type="h" for="ch" forName="text4" refType="h" fact="0.2049"/>
          <dgm:constr type="l" for="ch" forName="text2" refType="w" fact="0.2793"/>
          <dgm:constr type="t" for="ch" forName="text2" refType="h" fact="0.2265"/>
          <dgm:constr type="w" for="ch" forName="text2" refType="w" fact="0.1623"/>
          <dgm:constr type="h" for="ch" forName="text2" refType="h" fact="0.2049"/>
          <dgm:constr type="l" for="ch" forName="image3" refType="w" fact="0.2793"/>
          <dgm:constr type="t" for="ch" forName="image3" refType="h" fact="0"/>
          <dgm:constr type="w" for="ch" forName="image3" refType="w" fact="0.1623"/>
          <dgm:constr type="h" for="ch" forName="image3" refType="h" fact="0.2049"/>
          <dgm:constr type="l" for="ch" forName="text1" refType="w" fact="0.1396"/>
          <dgm:constr type="t" for="ch" forName="text1" refType="h" fact="0.3404"/>
          <dgm:constr type="w" for="ch" forName="text1" refType="w" fact="0.1623"/>
          <dgm:constr type="h" for="ch" forName="text1" refType="h" fact="0.2049"/>
          <dgm:constr type="l" for="ch" forName="text3" refType="w" fact="0.1396"/>
          <dgm:constr type="t" for="ch" forName="text3" refType="h" fact="0.1139"/>
          <dgm:constr type="w" for="ch" forName="text3" refType="w" fact="0.1623"/>
          <dgm:constr type="h" for="ch" forName="text3" refType="h" fact="0.2049"/>
          <dgm:constr type="l" for="ch" forName="textaccent1" refType="w" fact="0.1435"/>
          <dgm:constr type="t" for="ch" forName="textaccent1" refType="h" fact="0.432"/>
          <dgm:constr type="w" for="ch" forName="textaccent1" refType="w" fact="0.0189"/>
          <dgm:constr type="h" for="ch" forName="textaccent1" refType="h" fact="0.024"/>
          <dgm:constr type="l" for="ch" forName="image1" refType="w" fact="0"/>
          <dgm:constr type="t" for="ch" forName="image1" refType="h" fact="0.2272"/>
          <dgm:constr type="w" for="ch" forName="image1" refType="w" fact="0.1623"/>
          <dgm:constr type="h" for="ch" forName="image1" refType="h" fact="0.2049"/>
          <dgm:constr type="l" for="ch" forName="imageaccent1" refType="w" fact="0.1111"/>
          <dgm:constr type="t" for="ch" forName="imageaccent1" refType="h" fact="0.4048"/>
          <dgm:constr type="w" for="ch" forName="imageaccent1" refType="w" fact="0.0189"/>
          <dgm:constr type="h" for="ch" forName="imageaccent1" refType="h" fact="0.024"/>
          <dgm:constr type="l" for="ch" forName="textaccent2" refType="w" fact="0.391"/>
          <dgm:constr type="t" for="ch" forName="textaccent2" refType="h" fact="0.4038"/>
          <dgm:constr type="w" for="ch" forName="textaccent2" refType="w" fact="0.0189"/>
          <dgm:constr type="h" for="ch" forName="textaccent2" refType="h" fact="0.024"/>
          <dgm:constr type="l" for="ch" forName="imageaccent2" refType="w" fact="0.4228"/>
          <dgm:constr type="t" for="ch" forName="imageaccent2" refType="h" fact="0.4312"/>
          <dgm:constr type="w" for="ch" forName="imageaccent2" refType="w" fact="0.0189"/>
          <dgm:constr type="h" for="ch" forName="imageaccent2" refType="h" fact="0.024"/>
          <dgm:constr type="l" for="ch" forName="textaccent3" refType="w" fact="0.2501"/>
          <dgm:constr type="t" for="ch" forName="textaccent3" refType="h" fact="0.1167"/>
          <dgm:constr type="w" for="ch" forName="textaccent3" refType="w" fact="0.0189"/>
          <dgm:constr type="h" for="ch" forName="textaccent3" refType="h" fact="0.024"/>
          <dgm:constr type="l" for="ch" forName="imageaccent3" refType="w" fact="0.2839"/>
          <dgm:constr type="t" for="ch" forName="imageaccent3" refType="h" fact="0.0908"/>
          <dgm:constr type="w" for="ch" forName="imageaccent3" refType="w" fact="0.0189"/>
          <dgm:constr type="h" for="ch" forName="imageaccent3" refType="h" fact="0.024"/>
          <dgm:constr type="l" for="ch" forName="textaccent4" refType="w" fact="0.5593"/>
          <dgm:constr type="t" for="ch" forName="textaccent4" refType="h" fact="0.2042"/>
          <dgm:constr type="w" for="ch" forName="textaccent4" refType="w" fact="0.0189"/>
          <dgm:constr type="h" for="ch" forName="textaccent4" refType="h" fact="0.024"/>
          <dgm:constr type="l" for="ch" forName="imageaccent4" refType="w" fact="0.5901"/>
          <dgm:constr type="t" for="ch" forName="imageaccent4" refType="h" fact="0.2323"/>
          <dgm:constr type="w" for="ch" forName="imageaccent4" refType="w" fact="0.0189"/>
          <dgm:constr type="h" for="ch" forName="imageaccent4" refType="h" fact="0.024"/>
          <dgm:constr type="l" for="ch" forName="textaccent5" refType="w" fact="0.6989"/>
          <dgm:constr type="t" for="ch" forName="textaccent5" refType="h" fact="0.094"/>
          <dgm:constr type="w" for="ch" forName="textaccent5" refType="w" fact="0.0189"/>
          <dgm:constr type="h" for="ch" forName="textaccent5" refType="h" fact="0.024"/>
          <dgm:constr type="l" for="ch" forName="imageaccent5" refType="w" fact="0.7305"/>
          <dgm:constr type="t" for="ch" forName="imageaccent5" refType="h" fact="0.121"/>
          <dgm:constr type="w" for="ch" forName="imageaccent5" refType="w" fact="0.0189"/>
          <dgm:constr type="h" for="ch" forName="imageaccent5" refType="h" fact="0.024"/>
          <dgm:constr type="l" for="ch" forName="image6" refType="w" fact="0.5585"/>
          <dgm:constr type="t" for="ch" forName="image6" refType="h" fact="0.4548"/>
          <dgm:constr type="w" for="ch" forName="image6" refType="w" fact="0.1623"/>
          <dgm:constr type="h" for="ch" forName="image6" refType="h" fact="0.2049"/>
          <dgm:constr type="l" for="ch" forName="text6" refType="w" fact="0.6982"/>
          <dgm:constr type="t" for="ch" forName="text6" refType="h" fact="0.3426"/>
          <dgm:constr type="w" for="ch" forName="text6" refType="w" fact="0.1623"/>
          <dgm:constr type="h" for="ch" forName="text6" refType="h" fact="0.2049"/>
          <dgm:constr type="l" for="ch" forName="imageaccent6" refType="w" fact="0.7002"/>
          <dgm:constr type="t" for="ch" forName="imageaccent6" refType="h" fact="0.5447"/>
          <dgm:constr type="w" for="ch" forName="imageaccent6" refType="w" fact="0.0189"/>
          <dgm:constr type="h" for="ch" forName="imageaccent6" refType="h" fact="0.024"/>
          <dgm:constr type="l" for="ch" forName="textaccent6" refType="w" fact="0.7303"/>
          <dgm:constr type="t" for="ch" forName="textaccent6" refType="h" fact="0.5221"/>
          <dgm:constr type="w" for="ch" forName="textaccent6" refType="w" fact="0.0189"/>
          <dgm:constr type="h" for="ch" forName="textaccent6" refType="h" fact="0.024"/>
          <dgm:constr type="l" for="ch" forName="text7" refType="w" fact="0.2792"/>
          <dgm:constr type="t" for="ch" forName="text7" refType="h" fact="0.4535"/>
          <dgm:constr type="w" for="ch" forName="text7" refType="w" fact="0.1623"/>
          <dgm:constr type="h" for="ch" forName="text7" refType="h" fact="0.2049"/>
          <dgm:constr type="l" for="ch" forName="image7" refType="w" fact="0.1395"/>
          <dgm:constr type="t" for="ch" forName="image7" refType="h" fact="0.5674"/>
          <dgm:constr type="w" for="ch" forName="image7" refType="w" fact="0.1623"/>
          <dgm:constr type="h" for="ch" forName="image7" refType="h" fact="0.2049"/>
          <dgm:constr type="l" for="ch" forName="imageaccent7" refType="w" fact="0.25"/>
          <dgm:constr type="t" for="ch" forName="imageaccent7" refType="h" fact="0.5703"/>
          <dgm:constr type="w" for="ch" forName="imageaccent7" refType="w" fact="0.0189"/>
          <dgm:constr type="h" for="ch" forName="imageaccent7" refType="h" fact="0.024"/>
          <dgm:constr type="l" for="ch" forName="textaccent7" refType="w" fact="0.2838"/>
          <dgm:constr type="t" for="ch" forName="textaccent7" refType="h" fact="0.5443"/>
          <dgm:constr type="w" for="ch" forName="textaccent7" refType="w" fact="0.0189"/>
          <dgm:constr type="h" for="ch" forName="textaccent7" refType="h" fact="0.024"/>
          <dgm:constr type="l" for="ch" forName="image8" refType="w" fact="0.6975"/>
          <dgm:constr type="t" for="ch" forName="image8" refType="h" fact="0.5696"/>
          <dgm:constr type="w" for="ch" forName="image8" refType="w" fact="0.1623"/>
          <dgm:constr type="h" for="ch" forName="image8" refType="h" fact="0.2049"/>
          <dgm:constr type="l" for="ch" forName="text8" refType="w" fact="0.8371"/>
          <dgm:constr type="t" for="ch" forName="text8" refType="h" fact="0.4574"/>
          <dgm:constr type="w" for="ch" forName="text8" refType="w" fact="0.1623"/>
          <dgm:constr type="h" for="ch" forName="text8" refType="h" fact="0.2049"/>
          <dgm:constr type="l" for="ch" forName="imageaccent8" refType="w" fact="0.8392"/>
          <dgm:constr type="t" for="ch" forName="imageaccent8" refType="h" fact="0.6595"/>
          <dgm:constr type="w" for="ch" forName="imageaccent8" refType="w" fact="0.0189"/>
          <dgm:constr type="h" for="ch" forName="imageaccent8" refType="h" fact="0.024"/>
          <dgm:constr type="l" for="ch" forName="textaccent8" refType="w" fact="0.8693"/>
          <dgm:constr type="t" for="ch" forName="textaccent8" refType="h" fact="0.6369"/>
          <dgm:constr type="w" for="ch" forName="textaccent8" refType="w" fact="0.0189"/>
          <dgm:constr type="h" for="ch" forName="textaccent8" refType="h" fact="0.024"/>
          <dgm:constr type="l" for="ch" forName="text9" refType="w" fact="0.8377"/>
          <dgm:constr type="t" for="ch" forName="text9" refType="h" fact="0.0044"/>
          <dgm:constr type="w" for="ch" forName="text9" refType="w" fact="0.1623"/>
          <dgm:constr type="h" for="ch" forName="text9" refType="h" fact="0.2049"/>
          <dgm:constr type="l" for="ch" forName="textaccent9" refType="w" fact="0.95"/>
          <dgm:constr type="t" for="ch" forName="textaccent9" refType="h" fact="0.1846"/>
          <dgm:constr type="w" for="ch" forName="textaccent9" refType="w" fact="0.0189"/>
          <dgm:constr type="h" for="ch" forName="textaccent9" refType="h" fact="0.024"/>
          <dgm:constr type="l" for="ch" forName="image9" refType="w" fact="0.8377"/>
          <dgm:constr type="t" for="ch" forName="image9" refType="h" fact="0.2306"/>
          <dgm:constr type="w" for="ch" forName="image9" refType="w" fact="0.1623"/>
          <dgm:constr type="h" for="ch" forName="image9" refType="h" fact="0.2049"/>
          <dgm:constr type="l" for="ch" forName="imageaccent9" refType="w" fact="0.95"/>
          <dgm:constr type="t" for="ch" forName="imageaccent9" refType="h" fact="0.2318"/>
          <dgm:constr type="w" for="ch" forName="imageaccent9" refType="w" fact="0.0189"/>
          <dgm:constr type="h" for="ch" forName="imageaccent9" refType="h" fact="0.024"/>
          <dgm:constr type="l" for="ch" forName="image10" refType="w" fact="0.2786"/>
          <dgm:constr type="t" for="ch" forName="image10" refType="h" fact="0.6805"/>
          <dgm:constr type="w" for="ch" forName="image10" refType="w" fact="0.1623"/>
          <dgm:constr type="h" for="ch" forName="image10" refType="h" fact="0.2049"/>
          <dgm:constr type="l" for="ch" forName="text10" refType="w" fact="0.4183"/>
          <dgm:constr type="t" for="ch" forName="text10" refType="h" fact="0.5683"/>
          <dgm:constr type="w" for="ch" forName="text10" refType="w" fact="0.1623"/>
          <dgm:constr type="h" for="ch" forName="text10" refType="h" fact="0.2049"/>
          <dgm:constr type="l" for="ch" forName="imageaccent10" refType="w" fact="0.4203"/>
          <dgm:constr type="t" for="ch" forName="imageaccent10" refType="h" fact="0.7704"/>
          <dgm:constr type="w" for="ch" forName="imageaccent10" refType="w" fact="0.0189"/>
          <dgm:constr type="h" for="ch" forName="imageaccent10" refType="h" fact="0.024"/>
          <dgm:constr type="l" for="ch" forName="textaccent10" refType="w" fact="0.4504"/>
          <dgm:constr type="t" for="ch" forName="textaccent10" refType="h" fact="0.7478"/>
          <dgm:constr type="w" for="ch" forName="textaccent10" refType="w" fact="0.0189"/>
          <dgm:constr type="h" for="ch" forName="textaccent10" refType="h" fact="0.024"/>
          <dgm:constr type="l" for="ch" forName="text11" refType="w" fact="0.6971"/>
          <dgm:constr type="t" for="ch" forName="text11" refType="h" fact="0.7951"/>
          <dgm:constr type="w" for="ch" forName="text11" refType="w" fact="0.1623"/>
          <dgm:constr type="h" for="ch" forName="text11" refType="h" fact="0.2049"/>
          <dgm:constr type="l" for="ch" forName="image11" refType="w" fact="0.5575"/>
          <dgm:constr type="t" for="ch" forName="image11" refType="h" fact="0.6816"/>
          <dgm:constr type="w" for="ch" forName="image11" refType="w" fact="0.1623"/>
          <dgm:constr type="h" for="ch" forName="image11" refType="h" fact="0.2049"/>
          <dgm:constr type="l" for="ch" forName="imageaccent11" refType="w" fact="0.6692"/>
          <dgm:constr type="t" for="ch" forName="imageaccent11" refType="h" fact="0.8589"/>
          <dgm:constr type="w" for="ch" forName="imageaccent11" refType="w" fact="0.0189"/>
          <dgm:constr type="h" for="ch" forName="imageaccent11" refType="h" fact="0.024"/>
          <dgm:constr type="l" for="ch" forName="textaccent11" refType="w" fact="0.701"/>
          <dgm:constr type="t" for="ch" forName="textaccent11" refType="h" fact="0.8863"/>
          <dgm:constr type="w" for="ch" forName="textaccent11" refType="w" fact="0.0189"/>
          <dgm:constr type="h" for="ch" forName="textaccent11" refType="h" fact="0.024"/>
        </dgm:constrLst>
      </dgm:if>
      <dgm:else name="Name13">
        <dgm:alg type="composite">
          <dgm:param type="ar" val="1.675"/>
        </dgm:alg>
        <dgm:constrLst>
          <dgm:constr type="primFontSz" for="des" ptType="node" op="equ" val="65"/>
          <dgm:constr type="l" for="ch" forName="image4" refType="w" fact="0.4903"/>
          <dgm:constr type="t" for="ch" forName="image4" refType="h" fact="0.2287"/>
          <dgm:constr type="w" for="ch" forName="image4" refType="w" fact="0.1425"/>
          <dgm:constr type="h" for="ch" forName="image4" refType="h" fact="0.2049"/>
          <dgm:constr type="l" for="ch" forName="text5" refType="w" fact="0.4903"/>
          <dgm:constr type="t" for="ch" forName="text5" refType="h" fact="0.0022"/>
          <dgm:constr type="w" for="ch" forName="text5" refType="w" fact="0.1425"/>
          <dgm:constr type="h" for="ch" forName="text5" refType="h" fact="0.2049"/>
          <dgm:constr type="l" for="ch" forName="image5" refType="w" fact="0.6129"/>
          <dgm:constr type="t" for="ch" forName="image5" refType="h" fact="0.1165"/>
          <dgm:constr type="w" for="ch" forName="image5" refType="w" fact="0.1425"/>
          <dgm:constr type="h" for="ch" forName="image5" refType="h" fact="0.2049"/>
          <dgm:constr type="l" for="ch" forName="image2" refType="w" fact="0.3677"/>
          <dgm:constr type="t" for="ch" forName="image2" refType="h" fact="0.34"/>
          <dgm:constr type="w" for="ch" forName="image2" refType="w" fact="0.1425"/>
          <dgm:constr type="h" for="ch" forName="image2" refType="h" fact="0.2049"/>
          <dgm:constr type="l" for="ch" forName="text4" refType="w" fact="0.3677"/>
          <dgm:constr type="t" for="ch" forName="text4" refType="h" fact="0.1135"/>
          <dgm:constr type="w" for="ch" forName="text4" refType="w" fact="0.1425"/>
          <dgm:constr type="h" for="ch" forName="text4" refType="h" fact="0.2049"/>
          <dgm:constr type="l" for="ch" forName="text2" refType="w" fact="0.2452"/>
          <dgm:constr type="t" for="ch" forName="text2" refType="h" fact="0.2265"/>
          <dgm:constr type="w" for="ch" forName="text2" refType="w" fact="0.1425"/>
          <dgm:constr type="h" for="ch" forName="text2" refType="h" fact="0.2049"/>
          <dgm:constr type="l" for="ch" forName="image3" refType="w" fact="0.2452"/>
          <dgm:constr type="t" for="ch" forName="image3" refType="h" fact="0"/>
          <dgm:constr type="w" for="ch" forName="image3" refType="w" fact="0.1425"/>
          <dgm:constr type="h" for="ch" forName="image3" refType="h" fact="0.2049"/>
          <dgm:constr type="l" for="ch" forName="text1" refType="w" fact="0.1226"/>
          <dgm:constr type="t" for="ch" forName="text1" refType="h" fact="0.3404"/>
          <dgm:constr type="w" for="ch" forName="text1" refType="w" fact="0.1425"/>
          <dgm:constr type="h" for="ch" forName="text1" refType="h" fact="0.2049"/>
          <dgm:constr type="l" for="ch" forName="text3" refType="w" fact="0.1226"/>
          <dgm:constr type="t" for="ch" forName="text3" refType="h" fact="0.1139"/>
          <dgm:constr type="w" for="ch" forName="text3" refType="w" fact="0.1425"/>
          <dgm:constr type="h" for="ch" forName="text3" refType="h" fact="0.2049"/>
          <dgm:constr type="l" for="ch" forName="textaccent1" refType="w" fact="0.126"/>
          <dgm:constr type="t" for="ch" forName="textaccent1" refType="h" fact="0.432"/>
          <dgm:constr type="w" for="ch" forName="textaccent1" refType="w" fact="0.0166"/>
          <dgm:constr type="h" for="ch" forName="textaccent1" refType="h" fact="0.024"/>
          <dgm:constr type="l" for="ch" forName="image1" refType="w" fact="0"/>
          <dgm:constr type="t" for="ch" forName="image1" refType="h" fact="0.2272"/>
          <dgm:constr type="w" for="ch" forName="image1" refType="w" fact="0.1425"/>
          <dgm:constr type="h" for="ch" forName="image1" refType="h" fact="0.2049"/>
          <dgm:constr type="l" for="ch" forName="imageaccent1" refType="w" fact="0.0976"/>
          <dgm:constr type="t" for="ch" forName="imageaccent1" refType="h" fact="0.4048"/>
          <dgm:constr type="w" for="ch" forName="imageaccent1" refType="w" fact="0.0166"/>
          <dgm:constr type="h" for="ch" forName="imageaccent1" refType="h" fact="0.024"/>
          <dgm:constr type="l" for="ch" forName="textaccent2" refType="w" fact="0.3432"/>
          <dgm:constr type="t" for="ch" forName="textaccent2" refType="h" fact="0.4038"/>
          <dgm:constr type="w" for="ch" forName="textaccent2" refType="w" fact="0.0166"/>
          <dgm:constr type="h" for="ch" forName="textaccent2" refType="h" fact="0.024"/>
          <dgm:constr type="l" for="ch" forName="imageaccent2" refType="w" fact="0.3712"/>
          <dgm:constr type="t" for="ch" forName="imageaccent2" refType="h" fact="0.4312"/>
          <dgm:constr type="w" for="ch" forName="imageaccent2" refType="w" fact="0.0166"/>
          <dgm:constr type="h" for="ch" forName="imageaccent2" refType="h" fact="0.024"/>
          <dgm:constr type="l" for="ch" forName="textaccent3" refType="w" fact="0.2196"/>
          <dgm:constr type="t" for="ch" forName="textaccent3" refType="h" fact="0.1167"/>
          <dgm:constr type="w" for="ch" forName="textaccent3" refType="w" fact="0.0166"/>
          <dgm:constr type="h" for="ch" forName="textaccent3" refType="h" fact="0.024"/>
          <dgm:constr type="l" for="ch" forName="imageaccent3" refType="w" fact="0.2492"/>
          <dgm:constr type="t" for="ch" forName="imageaccent3" refType="h" fact="0.0908"/>
          <dgm:constr type="w" for="ch" forName="imageaccent3" refType="w" fact="0.0166"/>
          <dgm:constr type="h" for="ch" forName="imageaccent3" refType="h" fact="0.024"/>
          <dgm:constr type="l" for="ch" forName="textaccent4" refType="w" fact="0.491"/>
          <dgm:constr type="t" for="ch" forName="textaccent4" refType="h" fact="0.2042"/>
          <dgm:constr type="w" for="ch" forName="textaccent4" refType="w" fact="0.0166"/>
          <dgm:constr type="h" for="ch" forName="textaccent4" refType="h" fact="0.024"/>
          <dgm:constr type="l" for="ch" forName="imageaccent4" refType="w" fact="0.5181"/>
          <dgm:constr type="t" for="ch" forName="imageaccent4" refType="h" fact="0.2323"/>
          <dgm:constr type="w" for="ch" forName="imageaccent4" refType="w" fact="0.0166"/>
          <dgm:constr type="h" for="ch" forName="imageaccent4" refType="h" fact="0.024"/>
          <dgm:constr type="l" for="ch" forName="textaccent5" refType="w" fact="0.6136"/>
          <dgm:constr type="t" for="ch" forName="textaccent5" refType="h" fact="0.094"/>
          <dgm:constr type="w" for="ch" forName="textaccent5" refType="w" fact="0.0166"/>
          <dgm:constr type="h" for="ch" forName="textaccent5" refType="h" fact="0.024"/>
          <dgm:constr type="l" for="ch" forName="imageaccent5" refType="w" fact="0.6413"/>
          <dgm:constr type="t" for="ch" forName="imageaccent5" refType="h" fact="0.121"/>
          <dgm:constr type="w" for="ch" forName="imageaccent5" refType="w" fact="0.0166"/>
          <dgm:constr type="h" for="ch" forName="imageaccent5" refType="h" fact="0.024"/>
          <dgm:constr type="l" for="ch" forName="image6" refType="w" fact="0.4903"/>
          <dgm:constr type="t" for="ch" forName="image6" refType="h" fact="0.4548"/>
          <dgm:constr type="w" for="ch" forName="image6" refType="w" fact="0.1425"/>
          <dgm:constr type="h" for="ch" forName="image6" refType="h" fact="0.2049"/>
          <dgm:constr type="l" for="ch" forName="text6" refType="w" fact="0.6129"/>
          <dgm:constr type="t" for="ch" forName="text6" refType="h" fact="0.3426"/>
          <dgm:constr type="w" for="ch" forName="text6" refType="w" fact="0.1425"/>
          <dgm:constr type="h" for="ch" forName="text6" refType="h" fact="0.2049"/>
          <dgm:constr type="l" for="ch" forName="imageaccent6" refType="w" fact="0.6147"/>
          <dgm:constr type="t" for="ch" forName="imageaccent6" refType="h" fact="0.5447"/>
          <dgm:constr type="w" for="ch" forName="imageaccent6" refType="w" fact="0.0166"/>
          <dgm:constr type="h" for="ch" forName="imageaccent6" refType="h" fact="0.024"/>
          <dgm:constr type="l" for="ch" forName="textaccent6" refType="w" fact="0.6411"/>
          <dgm:constr type="t" for="ch" forName="textaccent6" refType="h" fact="0.5221"/>
          <dgm:constr type="w" for="ch" forName="textaccent6" refType="w" fact="0.0166"/>
          <dgm:constr type="h" for="ch" forName="textaccent6" refType="h" fact="0.024"/>
          <dgm:constr type="l" for="ch" forName="text7" refType="w" fact="0.2451"/>
          <dgm:constr type="t" for="ch" forName="text7" refType="h" fact="0.4535"/>
          <dgm:constr type="w" for="ch" forName="text7" refType="w" fact="0.1425"/>
          <dgm:constr type="h" for="ch" forName="text7" refType="h" fact="0.2049"/>
          <dgm:constr type="l" for="ch" forName="image7" refType="w" fact="0.1225"/>
          <dgm:constr type="t" for="ch" forName="image7" refType="h" fact="0.5674"/>
          <dgm:constr type="w" for="ch" forName="image7" refType="w" fact="0.1425"/>
          <dgm:constr type="h" for="ch" forName="image7" refType="h" fact="0.2049"/>
          <dgm:constr type="l" for="ch" forName="imageaccent7" refType="w" fact="0.2195"/>
          <dgm:constr type="t" for="ch" forName="imageaccent7" refType="h" fact="0.5703"/>
          <dgm:constr type="w" for="ch" forName="imageaccent7" refType="w" fact="0.0166"/>
          <dgm:constr type="h" for="ch" forName="imageaccent7" refType="h" fact="0.024"/>
          <dgm:constr type="l" for="ch" forName="textaccent7" refType="w" fact="0.2491"/>
          <dgm:constr type="t" for="ch" forName="textaccent7" refType="h" fact="0.5443"/>
          <dgm:constr type="w" for="ch" forName="textaccent7" refType="w" fact="0.0166"/>
          <dgm:constr type="h" for="ch" forName="textaccent7" refType="h" fact="0.024"/>
          <dgm:constr type="l" for="ch" forName="image8" refType="w" fact="0.6123"/>
          <dgm:constr type="t" for="ch" forName="image8" refType="h" fact="0.5696"/>
          <dgm:constr type="w" for="ch" forName="image8" refType="w" fact="0.1425"/>
          <dgm:constr type="h" for="ch" forName="image8" refType="h" fact="0.2049"/>
          <dgm:constr type="l" for="ch" forName="text8" refType="w" fact="0.7349"/>
          <dgm:constr type="t" for="ch" forName="text8" refType="h" fact="0.4574"/>
          <dgm:constr type="w" for="ch" forName="text8" refType="w" fact="0.1425"/>
          <dgm:constr type="h" for="ch" forName="text8" refType="h" fact="0.2049"/>
          <dgm:constr type="l" for="ch" forName="imageaccent8" refType="w" fact="0.7367"/>
          <dgm:constr type="t" for="ch" forName="imageaccent8" refType="h" fact="0.6595"/>
          <dgm:constr type="w" for="ch" forName="imageaccent8" refType="w" fact="0.0166"/>
          <dgm:constr type="h" for="ch" forName="imageaccent8" refType="h" fact="0.024"/>
          <dgm:constr type="l" for="ch" forName="textaccent8" refType="w" fact="0.7631"/>
          <dgm:constr type="t" for="ch" forName="textaccent8" refType="h" fact="0.6369"/>
          <dgm:constr type="w" for="ch" forName="textaccent8" refType="w" fact="0.0166"/>
          <dgm:constr type="h" for="ch" forName="textaccent8" refType="h" fact="0.024"/>
          <dgm:constr type="l" for="ch" forName="text9" refType="w" fact="0.7354"/>
          <dgm:constr type="t" for="ch" forName="text9" refType="h" fact="0.0044"/>
          <dgm:constr type="w" for="ch" forName="text9" refType="w" fact="0.1425"/>
          <dgm:constr type="h" for="ch" forName="text9" refType="h" fact="0.2049"/>
          <dgm:constr type="l" for="ch" forName="textaccent9" refType="w" fact="0.8339"/>
          <dgm:constr type="t" for="ch" forName="textaccent9" refType="h" fact="0.1846"/>
          <dgm:constr type="w" for="ch" forName="textaccent9" refType="w" fact="0.0166"/>
          <dgm:constr type="h" for="ch" forName="textaccent9" refType="h" fact="0.024"/>
          <dgm:constr type="l" for="ch" forName="image9" refType="w" fact="0.7354"/>
          <dgm:constr type="t" for="ch" forName="image9" refType="h" fact="0.2306"/>
          <dgm:constr type="w" for="ch" forName="image9" refType="w" fact="0.1425"/>
          <dgm:constr type="h" for="ch" forName="image9" refType="h" fact="0.2049"/>
          <dgm:constr type="l" for="ch" forName="imageaccent9" refType="w" fact="0.8339"/>
          <dgm:constr type="t" for="ch" forName="imageaccent9" refType="h" fact="0.2318"/>
          <dgm:constr type="w" for="ch" forName="imageaccent9" refType="w" fact="0.0166"/>
          <dgm:constr type="h" for="ch" forName="imageaccent9" refType="h" fact="0.024"/>
          <dgm:constr type="l" for="ch" forName="image10" refType="w" fact="0.2446"/>
          <dgm:constr type="t" for="ch" forName="image10" refType="h" fact="0.6805"/>
          <dgm:constr type="w" for="ch" forName="image10" refType="w" fact="0.1425"/>
          <dgm:constr type="h" for="ch" forName="image10" refType="h" fact="0.2049"/>
          <dgm:constr type="l" for="ch" forName="text10" refType="w" fact="0.3672"/>
          <dgm:constr type="t" for="ch" forName="text10" refType="h" fact="0.5683"/>
          <dgm:constr type="w" for="ch" forName="text10" refType="w" fact="0.1425"/>
          <dgm:constr type="h" for="ch" forName="text10" refType="h" fact="0.2049"/>
          <dgm:constr type="l" for="ch" forName="imageaccent10" refType="w" fact="0.369"/>
          <dgm:constr type="t" for="ch" forName="imageaccent10" refType="h" fact="0.7704"/>
          <dgm:constr type="w" for="ch" forName="imageaccent10" refType="w" fact="0.0166"/>
          <dgm:constr type="h" for="ch" forName="imageaccent10" refType="h" fact="0.024"/>
          <dgm:constr type="l" for="ch" forName="textaccent10" refType="w" fact="0.3954"/>
          <dgm:constr type="t" for="ch" forName="textaccent10" refType="h" fact="0.7478"/>
          <dgm:constr type="w" for="ch" forName="textaccent10" refType="w" fact="0.0166"/>
          <dgm:constr type="h" for="ch" forName="textaccent10" refType="h" fact="0.024"/>
          <dgm:constr type="l" for="ch" forName="text11" refType="w" fact="0.612"/>
          <dgm:constr type="t" for="ch" forName="text11" refType="h" fact="0.7951"/>
          <dgm:constr type="w" for="ch" forName="text11" refType="w" fact="0.1425"/>
          <dgm:constr type="h" for="ch" forName="text11" refType="h" fact="0.2049"/>
          <dgm:constr type="l" for="ch" forName="image11" refType="w" fact="0.4894"/>
          <dgm:constr type="t" for="ch" forName="image11" refType="h" fact="0.6816"/>
          <dgm:constr type="w" for="ch" forName="image11" refType="w" fact="0.1425"/>
          <dgm:constr type="h" for="ch" forName="image11" refType="h" fact="0.2049"/>
          <dgm:constr type="l" for="ch" forName="imageaccent11" refType="w" fact="0.5874"/>
          <dgm:constr type="t" for="ch" forName="imageaccent11" refType="h" fact="0.8589"/>
          <dgm:constr type="w" for="ch" forName="imageaccent11" refType="w" fact="0.0166"/>
          <dgm:constr type="h" for="ch" forName="imageaccent11" refType="h" fact="0.024"/>
          <dgm:constr type="l" for="ch" forName="textaccent11" refType="w" fact="0.6154"/>
          <dgm:constr type="t" for="ch" forName="textaccent11" refType="h" fact="0.8863"/>
          <dgm:constr type="w" for="ch" forName="textaccent11" refType="w" fact="0.0166"/>
          <dgm:constr type="h" for="ch" forName="textaccent11" refType="h" fact="0.024"/>
          <dgm:constr type="l" for="ch" forName="text12" refType="w" fact="0.735"/>
          <dgm:constr type="t" for="ch" forName="text12" refType="h" fact="0.684"/>
          <dgm:constr type="w" for="ch" forName="text12" refType="w" fact="0.1425"/>
          <dgm:constr type="h" for="ch" forName="text12" refType="h" fact="0.2049"/>
          <dgm:constr type="l" for="ch" forName="image12" refType="w" fact="0.8575"/>
          <dgm:constr type="t" for="ch" forName="image12" refType="h" fact="0.5718"/>
          <dgm:constr type="w" for="ch" forName="image12" refType="w" fact="0.1425"/>
          <dgm:constr type="h" for="ch" forName="image12" refType="h" fact="0.2049"/>
          <dgm:constr type="l" for="ch" forName="textaccent12" refType="w" fact="0.8594"/>
          <dgm:constr type="t" for="ch" forName="textaccent12" refType="h" fact="0.7739"/>
          <dgm:constr type="w" for="ch" forName="textaccent12" refType="w" fact="0.0166"/>
          <dgm:constr type="h" for="ch" forName="textaccent12" refType="h" fact="0.024"/>
          <dgm:constr type="l" for="ch" forName="imageaccent12" refType="w" fact="0.8858"/>
          <dgm:constr type="t" for="ch" forName="imageaccent12" refType="h" fact="0.7513"/>
          <dgm:constr type="w" for="ch" forName="imageaccent12" refType="w" fact="0.0166"/>
          <dgm:constr type="h" for="ch" forName="imageaccent12" refType="h" fact="0.024"/>
        </dgm:constrLst>
      </dgm:else>
    </dgm:choose>
    <dgm:forEach name="wrapper" axis="self" ptType="parTrans">
      <dgm:forEach name="wrapper2" axis="self" ptType="sibTrans" st="2">
        <dgm:forEach name="textRepeat" axis="self">
          <dgm:layoutNode name="textRepeatNode" styleLbl="alignNode1">
            <dgm:varLst>
              <dgm:chMax val="0"/>
              <dgm:chPref val="0"/>
              <dgm:bulletEnabled val="1"/>
            </dgm:varLst>
            <dgm:alg type="tx"/>
            <dgm:shape xmlns:r="http://schemas.openxmlformats.org/officeDocument/2006/relationships" type="hexagon" r:blip="">
              <dgm:adjLst>
                <dgm:adj idx="1" val="0.25"/>
                <dgm:adj idx="2" val="1.1547"/>
              </dgm:adjLst>
            </dgm:shape>
            <dgm:presOf axis="desOrSelf" ptType="node"/>
            <dgm:constrLst>
              <dgm:constr type="lMarg" refType="primFontSz" fact="0"/>
              <dgm:constr type="rMarg" refType="primFontSz" fact="0"/>
              <dgm:constr type="tMarg" refType="primFontSz" fact="0.1"/>
              <dgm:constr type="bMarg" refType="primFontSz" fact="0.1"/>
            </dgm:constrLst>
            <dgm:ruleLst>
              <dgm:rule type="primFontSz" val="5" fact="NaN" max="NaN"/>
            </dgm:ruleLst>
          </dgm:layoutNode>
        </dgm:forEach>
        <dgm:forEach name="accentRepeat" axis="self">
          <dgm:layoutNode name="accentRepeatNode" styleLbl="solidAlignAcc1">
            <dgm:alg type="sp"/>
            <dgm:shape xmlns:r="http://schemas.openxmlformats.org/officeDocument/2006/relationships" type="hexagon" r:blip="">
              <dgm:adjLst>
                <dgm:adj idx="1" val="0.25"/>
                <dgm:adj idx="2" val="1.1547"/>
              </dgm:adjLst>
            </dgm:shape>
            <dgm:presOf/>
          </dgm:layoutNode>
        </dgm:forEach>
        <dgm:forEach name="imageRepeat" axis="self">
          <dgm:layoutNode name="imageRepeatNode" styleLbl="alignAcc1">
            <dgm:alg type="sp"/>
            <dgm:shape xmlns:r="http://schemas.openxmlformats.org/officeDocument/2006/relationships" type="hexagon" r:blip="" blipPhldr="1">
              <dgm:adjLst>
                <dgm:adj idx="1" val="0.25"/>
                <dgm:adj idx="2" val="1.1547"/>
              </dgm:adjLst>
            </dgm:shape>
            <dgm:presOf axis="self"/>
          </dgm:layoutNode>
        </dgm:forEach>
      </dgm:forEach>
    </dgm:forEach>
    <dgm:forEach name="Name14" axis="ch" ptType="node" cnt="1">
      <dgm:layoutNode name="text1">
        <dgm:alg type="sp"/>
        <dgm:shape xmlns:r="http://schemas.openxmlformats.org/officeDocument/2006/relationships" r:blip="">
          <dgm:adjLst/>
        </dgm:shape>
        <dgm:presOf/>
        <dgm:constrLst/>
        <dgm:forEach name="Name15" ref="textRepeat"/>
      </dgm:layoutNode>
      <dgm:layoutNode name="textaccent1">
        <dgm:alg type="sp"/>
        <dgm:shape xmlns:r="http://schemas.openxmlformats.org/officeDocument/2006/relationships" r:blip="">
          <dgm:adjLst/>
        </dgm:shape>
        <dgm:presOf/>
        <dgm:constrLst/>
        <dgm:forEach name="Name16" ref="accentRepeat"/>
      </dgm:layoutNode>
    </dgm:forEach>
    <dgm:forEach name="Name17" axis="ch" ptType="sibTrans" hideLastTrans="0" cnt="1">
      <dgm:layoutNode name="image1">
        <dgm:alg type="sp"/>
        <dgm:shape xmlns:r="http://schemas.openxmlformats.org/officeDocument/2006/relationships" r:blip="">
          <dgm:adjLst/>
        </dgm:shape>
        <dgm:presOf/>
        <dgm:constrLst/>
        <dgm:forEach name="Name18" ref="imageRepeat"/>
      </dgm:layoutNode>
      <dgm:layoutNode name="imageaccent1">
        <dgm:alg type="sp"/>
        <dgm:shape xmlns:r="http://schemas.openxmlformats.org/officeDocument/2006/relationships" r:blip="">
          <dgm:adjLst/>
        </dgm:shape>
        <dgm:presOf/>
        <dgm:constrLst/>
        <dgm:forEach name="Name19" ref="accentRepeat"/>
      </dgm:layoutNode>
    </dgm:forEach>
    <dgm:forEach name="Name20" axis="ch" ptType="node" st="2" cnt="1">
      <dgm:layoutNode name="text2">
        <dgm:alg type="sp"/>
        <dgm:shape xmlns:r="http://schemas.openxmlformats.org/officeDocument/2006/relationships" r:blip="">
          <dgm:adjLst/>
        </dgm:shape>
        <dgm:presOf/>
        <dgm:constrLst/>
        <dgm:forEach name="Name21" ref="textRepeat"/>
      </dgm:layoutNode>
      <dgm:layoutNode name="textaccent2">
        <dgm:alg type="sp"/>
        <dgm:shape xmlns:r="http://schemas.openxmlformats.org/officeDocument/2006/relationships" r:blip="">
          <dgm:adjLst/>
        </dgm:shape>
        <dgm:presOf/>
        <dgm:constrLst/>
        <dgm:forEach name="Name22" ref="accentRepeat"/>
      </dgm:layoutNode>
    </dgm:forEach>
    <dgm:forEach name="Name23" axis="ch" ptType="sibTrans" hideLastTrans="0" st="2" cnt="1">
      <dgm:layoutNode name="image2">
        <dgm:alg type="sp"/>
        <dgm:shape xmlns:r="http://schemas.openxmlformats.org/officeDocument/2006/relationships" r:blip="">
          <dgm:adjLst/>
        </dgm:shape>
        <dgm:presOf/>
        <dgm:constrLst/>
        <dgm:forEach name="Name24" ref="imageRepeat"/>
      </dgm:layoutNode>
      <dgm:layoutNode name="imageaccent2">
        <dgm:alg type="sp"/>
        <dgm:shape xmlns:r="http://schemas.openxmlformats.org/officeDocument/2006/relationships" r:blip="">
          <dgm:adjLst/>
        </dgm:shape>
        <dgm:presOf/>
        <dgm:constrLst/>
        <dgm:forEach name="Name25" ref="accentRepeat"/>
      </dgm:layoutNode>
    </dgm:forEach>
    <dgm:forEach name="Name26" axis="ch" ptType="node" st="3" cnt="1">
      <dgm:layoutNode name="text3">
        <dgm:alg type="sp"/>
        <dgm:shape xmlns:r="http://schemas.openxmlformats.org/officeDocument/2006/relationships" r:blip="">
          <dgm:adjLst/>
        </dgm:shape>
        <dgm:presOf/>
        <dgm:constrLst/>
        <dgm:forEach name="Name27" ref="textRepeat"/>
      </dgm:layoutNode>
      <dgm:layoutNode name="textaccent3">
        <dgm:alg type="sp"/>
        <dgm:shape xmlns:r="http://schemas.openxmlformats.org/officeDocument/2006/relationships" r:blip="">
          <dgm:adjLst/>
        </dgm:shape>
        <dgm:presOf/>
        <dgm:constrLst/>
        <dgm:forEach name="Name28" ref="accentRepeat"/>
      </dgm:layoutNode>
    </dgm:forEach>
    <dgm:forEach name="Name29" axis="ch" ptType="sibTrans" hideLastTrans="0" st="3" cnt="1">
      <dgm:layoutNode name="image3">
        <dgm:alg type="sp"/>
        <dgm:shape xmlns:r="http://schemas.openxmlformats.org/officeDocument/2006/relationships" r:blip="">
          <dgm:adjLst/>
        </dgm:shape>
        <dgm:presOf/>
        <dgm:constrLst/>
        <dgm:forEach name="Name30" ref="imageRepeat"/>
      </dgm:layoutNode>
      <dgm:layoutNode name="imageaccent3">
        <dgm:alg type="sp"/>
        <dgm:shape xmlns:r="http://schemas.openxmlformats.org/officeDocument/2006/relationships" r:blip="">
          <dgm:adjLst/>
        </dgm:shape>
        <dgm:presOf/>
        <dgm:constrLst/>
        <dgm:forEach name="Name31" ref="accentRepeat"/>
      </dgm:layoutNode>
    </dgm:forEach>
    <dgm:forEach name="Name32" axis="ch" ptType="node" st="4" cnt="1">
      <dgm:layoutNode name="text4">
        <dgm:alg type="sp"/>
        <dgm:shape xmlns:r="http://schemas.openxmlformats.org/officeDocument/2006/relationships" r:blip="">
          <dgm:adjLst/>
        </dgm:shape>
        <dgm:presOf/>
        <dgm:constrLst/>
        <dgm:forEach name="Name33" ref="textRepeat"/>
      </dgm:layoutNode>
      <dgm:layoutNode name="textaccent4">
        <dgm:alg type="sp"/>
        <dgm:shape xmlns:r="http://schemas.openxmlformats.org/officeDocument/2006/relationships" r:blip="">
          <dgm:adjLst/>
        </dgm:shape>
        <dgm:presOf/>
        <dgm:constrLst/>
        <dgm:forEach name="Name34" ref="accentRepeat"/>
      </dgm:layoutNode>
    </dgm:forEach>
    <dgm:forEach name="Name35" axis="ch" ptType="sibTrans" hideLastTrans="0" st="4" cnt="1">
      <dgm:layoutNode name="image4">
        <dgm:alg type="sp"/>
        <dgm:shape xmlns:r="http://schemas.openxmlformats.org/officeDocument/2006/relationships" r:blip="">
          <dgm:adjLst/>
        </dgm:shape>
        <dgm:presOf/>
        <dgm:constrLst/>
        <dgm:forEach name="Name36" ref="imageRepeat"/>
      </dgm:layoutNode>
      <dgm:layoutNode name="imageaccent4">
        <dgm:alg type="sp"/>
        <dgm:shape xmlns:r="http://schemas.openxmlformats.org/officeDocument/2006/relationships" r:blip="">
          <dgm:adjLst/>
        </dgm:shape>
        <dgm:presOf/>
        <dgm:constrLst/>
        <dgm:forEach name="Name37" ref="accentRepeat"/>
      </dgm:layoutNode>
    </dgm:forEach>
    <dgm:forEach name="Name38" axis="ch" ptType="node" st="5" cnt="1">
      <dgm:layoutNode name="text5">
        <dgm:alg type="sp"/>
        <dgm:shape xmlns:r="http://schemas.openxmlformats.org/officeDocument/2006/relationships" r:blip="">
          <dgm:adjLst/>
        </dgm:shape>
        <dgm:presOf/>
        <dgm:constrLst/>
        <dgm:forEach name="Name39" ref="textRepeat"/>
      </dgm:layoutNode>
      <dgm:layoutNode name="textaccent5">
        <dgm:alg type="sp"/>
        <dgm:shape xmlns:r="http://schemas.openxmlformats.org/officeDocument/2006/relationships" r:blip="">
          <dgm:adjLst/>
        </dgm:shape>
        <dgm:presOf/>
        <dgm:constrLst/>
        <dgm:forEach name="Name40" ref="accentRepeat"/>
      </dgm:layoutNode>
    </dgm:forEach>
    <dgm:forEach name="Name41" axis="ch" ptType="sibTrans" hideLastTrans="0" st="5" cnt="1">
      <dgm:layoutNode name="image5">
        <dgm:alg type="sp"/>
        <dgm:shape xmlns:r="http://schemas.openxmlformats.org/officeDocument/2006/relationships" r:blip="">
          <dgm:adjLst/>
        </dgm:shape>
        <dgm:presOf/>
        <dgm:constrLst/>
        <dgm:forEach name="Name42" ref="imageRepeat"/>
      </dgm:layoutNode>
      <dgm:layoutNode name="imageaccent5">
        <dgm:alg type="sp"/>
        <dgm:shape xmlns:r="http://schemas.openxmlformats.org/officeDocument/2006/relationships" r:blip="">
          <dgm:adjLst/>
        </dgm:shape>
        <dgm:presOf/>
        <dgm:constrLst/>
        <dgm:forEach name="Name43" ref="accentRepeat"/>
      </dgm:layoutNode>
    </dgm:forEach>
    <dgm:forEach name="Name44" axis="ch" ptType="node" st="6" cnt="1">
      <dgm:layoutNode name="text6">
        <dgm:alg type="sp"/>
        <dgm:shape xmlns:r="http://schemas.openxmlformats.org/officeDocument/2006/relationships" r:blip="">
          <dgm:adjLst/>
        </dgm:shape>
        <dgm:presOf/>
        <dgm:constrLst/>
        <dgm:forEach name="Name45" ref="textRepeat"/>
      </dgm:layoutNode>
      <dgm:layoutNode name="textaccent6">
        <dgm:alg type="sp"/>
        <dgm:shape xmlns:r="http://schemas.openxmlformats.org/officeDocument/2006/relationships" r:blip="">
          <dgm:adjLst/>
        </dgm:shape>
        <dgm:presOf/>
        <dgm:constrLst/>
        <dgm:forEach name="Name46" ref="accentRepeat"/>
      </dgm:layoutNode>
    </dgm:forEach>
    <dgm:forEach name="Name47" axis="ch" ptType="sibTrans" hideLastTrans="0" st="6" cnt="1">
      <dgm:layoutNode name="image6">
        <dgm:alg type="sp"/>
        <dgm:shape xmlns:r="http://schemas.openxmlformats.org/officeDocument/2006/relationships" r:blip="">
          <dgm:adjLst/>
        </dgm:shape>
        <dgm:presOf/>
        <dgm:constrLst/>
        <dgm:forEach name="Name48" ref="imageRepeat"/>
      </dgm:layoutNode>
      <dgm:layoutNode name="imageaccent6">
        <dgm:alg type="sp"/>
        <dgm:shape xmlns:r="http://schemas.openxmlformats.org/officeDocument/2006/relationships" r:blip="">
          <dgm:adjLst/>
        </dgm:shape>
        <dgm:presOf/>
        <dgm:constrLst/>
        <dgm:forEach name="Name49" ref="accentRepeat"/>
      </dgm:layoutNode>
    </dgm:forEach>
    <dgm:forEach name="Name50" axis="ch" ptType="node" st="7" cnt="1">
      <dgm:layoutNode name="text7">
        <dgm:alg type="sp"/>
        <dgm:shape xmlns:r="http://schemas.openxmlformats.org/officeDocument/2006/relationships" r:blip="">
          <dgm:adjLst/>
        </dgm:shape>
        <dgm:presOf/>
        <dgm:constrLst/>
        <dgm:forEach name="Name51" ref="textRepeat"/>
      </dgm:layoutNode>
      <dgm:layoutNode name="textaccent7">
        <dgm:alg type="sp"/>
        <dgm:shape xmlns:r="http://schemas.openxmlformats.org/officeDocument/2006/relationships" r:blip="">
          <dgm:adjLst/>
        </dgm:shape>
        <dgm:presOf/>
        <dgm:constrLst/>
        <dgm:forEach name="Name52" ref="accentRepeat"/>
      </dgm:layoutNode>
    </dgm:forEach>
    <dgm:forEach name="Name53" axis="ch" ptType="sibTrans" hideLastTrans="0" st="7" cnt="1">
      <dgm:layoutNode name="image7">
        <dgm:alg type="sp"/>
        <dgm:shape xmlns:r="http://schemas.openxmlformats.org/officeDocument/2006/relationships" r:blip="">
          <dgm:adjLst/>
        </dgm:shape>
        <dgm:presOf/>
        <dgm:constrLst/>
        <dgm:forEach name="Name54" ref="imageRepeat"/>
      </dgm:layoutNode>
      <dgm:layoutNode name="imageaccent7">
        <dgm:alg type="sp"/>
        <dgm:shape xmlns:r="http://schemas.openxmlformats.org/officeDocument/2006/relationships" r:blip="">
          <dgm:adjLst/>
        </dgm:shape>
        <dgm:presOf/>
        <dgm:constrLst/>
        <dgm:forEach name="Name55" ref="accentRepeat"/>
      </dgm:layoutNode>
    </dgm:forEach>
    <dgm:forEach name="Name56" axis="ch" ptType="node" st="8" cnt="1">
      <dgm:layoutNode name="text8">
        <dgm:alg type="sp"/>
        <dgm:shape xmlns:r="http://schemas.openxmlformats.org/officeDocument/2006/relationships" r:blip="">
          <dgm:adjLst/>
        </dgm:shape>
        <dgm:presOf/>
        <dgm:constrLst/>
        <dgm:forEach name="Name57" ref="textRepeat"/>
      </dgm:layoutNode>
      <dgm:layoutNode name="textaccent8">
        <dgm:alg type="sp"/>
        <dgm:shape xmlns:r="http://schemas.openxmlformats.org/officeDocument/2006/relationships" r:blip="">
          <dgm:adjLst/>
        </dgm:shape>
        <dgm:presOf/>
        <dgm:constrLst/>
        <dgm:forEach name="Name58" ref="accentRepeat"/>
      </dgm:layoutNode>
    </dgm:forEach>
    <dgm:forEach name="Name59" axis="ch" ptType="sibTrans" hideLastTrans="0" st="8" cnt="1">
      <dgm:layoutNode name="image8">
        <dgm:alg type="sp"/>
        <dgm:shape xmlns:r="http://schemas.openxmlformats.org/officeDocument/2006/relationships" r:blip="">
          <dgm:adjLst/>
        </dgm:shape>
        <dgm:presOf/>
        <dgm:constrLst/>
        <dgm:forEach name="Name60" ref="imageRepeat"/>
      </dgm:layoutNode>
      <dgm:layoutNode name="imageaccent8">
        <dgm:alg type="sp"/>
        <dgm:shape xmlns:r="http://schemas.openxmlformats.org/officeDocument/2006/relationships" r:blip="">
          <dgm:adjLst/>
        </dgm:shape>
        <dgm:presOf/>
        <dgm:constrLst/>
        <dgm:forEach name="Name61" ref="accentRepeat"/>
      </dgm:layoutNode>
    </dgm:forEach>
    <dgm:forEach name="Name62" axis="ch" ptType="node" st="9" cnt="1">
      <dgm:layoutNode name="text9">
        <dgm:alg type="sp"/>
        <dgm:shape xmlns:r="http://schemas.openxmlformats.org/officeDocument/2006/relationships" r:blip="">
          <dgm:adjLst/>
        </dgm:shape>
        <dgm:presOf/>
        <dgm:constrLst/>
        <dgm:forEach name="Name63" ref="textRepeat"/>
      </dgm:layoutNode>
      <dgm:layoutNode name="textaccent9">
        <dgm:alg type="sp"/>
        <dgm:shape xmlns:r="http://schemas.openxmlformats.org/officeDocument/2006/relationships" r:blip="">
          <dgm:adjLst/>
        </dgm:shape>
        <dgm:presOf/>
        <dgm:constrLst/>
        <dgm:forEach name="Name64" ref="accentRepeat"/>
      </dgm:layoutNode>
    </dgm:forEach>
    <dgm:forEach name="Name65" axis="ch" ptType="sibTrans" hideLastTrans="0" st="9" cnt="1">
      <dgm:layoutNode name="image9">
        <dgm:alg type="sp"/>
        <dgm:shape xmlns:r="http://schemas.openxmlformats.org/officeDocument/2006/relationships" r:blip="">
          <dgm:adjLst/>
        </dgm:shape>
        <dgm:presOf/>
        <dgm:constrLst/>
        <dgm:forEach name="Name66" ref="imageRepeat"/>
      </dgm:layoutNode>
      <dgm:layoutNode name="imageaccent9">
        <dgm:alg type="sp"/>
        <dgm:shape xmlns:r="http://schemas.openxmlformats.org/officeDocument/2006/relationships" r:blip="">
          <dgm:adjLst/>
        </dgm:shape>
        <dgm:presOf/>
        <dgm:constrLst/>
        <dgm:forEach name="Name67" ref="accentRepeat"/>
      </dgm:layoutNode>
    </dgm:forEach>
    <dgm:forEach name="Name68" axis="ch" ptType="node" st="10" cnt="1">
      <dgm:layoutNode name="text10">
        <dgm:alg type="sp"/>
        <dgm:shape xmlns:r="http://schemas.openxmlformats.org/officeDocument/2006/relationships" r:blip="">
          <dgm:adjLst/>
        </dgm:shape>
        <dgm:presOf/>
        <dgm:constrLst/>
        <dgm:forEach name="Name69" ref="textRepeat"/>
      </dgm:layoutNode>
      <dgm:layoutNode name="textaccent10">
        <dgm:alg type="sp"/>
        <dgm:shape xmlns:r="http://schemas.openxmlformats.org/officeDocument/2006/relationships" r:blip="">
          <dgm:adjLst/>
        </dgm:shape>
        <dgm:presOf/>
        <dgm:constrLst/>
        <dgm:forEach name="Name70" ref="accentRepeat"/>
      </dgm:layoutNode>
    </dgm:forEach>
    <dgm:forEach name="Name71" axis="ch" ptType="sibTrans" hideLastTrans="0" st="10" cnt="1">
      <dgm:layoutNode name="image10">
        <dgm:alg type="sp"/>
        <dgm:shape xmlns:r="http://schemas.openxmlformats.org/officeDocument/2006/relationships" r:blip="">
          <dgm:adjLst/>
        </dgm:shape>
        <dgm:presOf/>
        <dgm:constrLst/>
        <dgm:forEach name="Name72" ref="imageRepeat"/>
      </dgm:layoutNode>
      <dgm:layoutNode name="imageaccent10">
        <dgm:alg type="sp"/>
        <dgm:shape xmlns:r="http://schemas.openxmlformats.org/officeDocument/2006/relationships" r:blip="">
          <dgm:adjLst/>
        </dgm:shape>
        <dgm:presOf/>
        <dgm:constrLst/>
        <dgm:forEach name="Name73" ref="accentRepeat"/>
      </dgm:layoutNode>
    </dgm:forEach>
    <dgm:forEach name="Name74" axis="ch" ptType="node" st="11" cnt="1">
      <dgm:layoutNode name="text11">
        <dgm:alg type="sp"/>
        <dgm:shape xmlns:r="http://schemas.openxmlformats.org/officeDocument/2006/relationships" r:blip="">
          <dgm:adjLst/>
        </dgm:shape>
        <dgm:presOf/>
        <dgm:constrLst/>
        <dgm:forEach name="Name75" ref="textRepeat"/>
      </dgm:layoutNode>
      <dgm:layoutNode name="textaccent11">
        <dgm:alg type="sp"/>
        <dgm:shape xmlns:r="http://schemas.openxmlformats.org/officeDocument/2006/relationships" r:blip="">
          <dgm:adjLst/>
        </dgm:shape>
        <dgm:presOf/>
        <dgm:constrLst/>
        <dgm:forEach name="Name76" ref="accentRepeat"/>
      </dgm:layoutNode>
    </dgm:forEach>
    <dgm:forEach name="Name77" axis="ch" ptType="sibTrans" hideLastTrans="0" st="11" cnt="1">
      <dgm:layoutNode name="image11">
        <dgm:alg type="sp"/>
        <dgm:shape xmlns:r="http://schemas.openxmlformats.org/officeDocument/2006/relationships" r:blip="">
          <dgm:adjLst/>
        </dgm:shape>
        <dgm:presOf/>
        <dgm:constrLst/>
        <dgm:forEach name="Name78" ref="imageRepeat"/>
      </dgm:layoutNode>
      <dgm:layoutNode name="imageaccent11">
        <dgm:alg type="sp"/>
        <dgm:shape xmlns:r="http://schemas.openxmlformats.org/officeDocument/2006/relationships" r:blip="">
          <dgm:adjLst/>
        </dgm:shape>
        <dgm:presOf/>
        <dgm:constrLst/>
        <dgm:forEach name="Name79" ref="accentRepeat"/>
      </dgm:layoutNode>
    </dgm:forEach>
    <dgm:forEach name="Name80" axis="ch" ptType="node" st="12" cnt="1">
      <dgm:layoutNode name="text12">
        <dgm:alg type="sp"/>
        <dgm:shape xmlns:r="http://schemas.openxmlformats.org/officeDocument/2006/relationships" r:blip="">
          <dgm:adjLst/>
        </dgm:shape>
        <dgm:presOf/>
        <dgm:constrLst/>
        <dgm:forEach name="Name81" ref="textRepeat"/>
      </dgm:layoutNode>
      <dgm:layoutNode name="textaccent12">
        <dgm:alg type="sp"/>
        <dgm:shape xmlns:r="http://schemas.openxmlformats.org/officeDocument/2006/relationships" r:blip="">
          <dgm:adjLst/>
        </dgm:shape>
        <dgm:presOf/>
        <dgm:constrLst/>
        <dgm:forEach name="Name82" ref="accentRepeat"/>
      </dgm:layoutNode>
    </dgm:forEach>
    <dgm:forEach name="Name83" axis="ch" ptType="sibTrans" hideLastTrans="0" st="12" cnt="1">
      <dgm:layoutNode name="image12">
        <dgm:alg type="sp"/>
        <dgm:shape xmlns:r="http://schemas.openxmlformats.org/officeDocument/2006/relationships" r:blip="">
          <dgm:adjLst/>
        </dgm:shape>
        <dgm:presOf/>
        <dgm:constrLst/>
        <dgm:forEach name="Name84" ref="imageRepeat"/>
      </dgm:layoutNode>
      <dgm:layoutNode name="imageaccent12">
        <dgm:alg type="sp"/>
        <dgm:shape xmlns:r="http://schemas.openxmlformats.org/officeDocument/2006/relationships" r:blip="">
          <dgm:adjLst/>
        </dgm:shape>
        <dgm:presOf/>
        <dgm:constrLst/>
        <dgm:forEach name="Name85" ref="accentRepeat"/>
      </dgm:layoutNode>
    </dgm:forEach>
  </dgm:layoutNode>
</dgm:layoutDef>
</file>

<file path=ppt/diagrams/layout159.xml><?xml version="1.0" encoding="utf-8"?>
<dgm:layoutDef xmlns:dgm="http://schemas.openxmlformats.org/drawingml/2006/diagram" xmlns:a="http://schemas.openxmlformats.org/drawingml/2006/main" uniqueId="urn:microsoft.com/office/officeart/2008/layout/BubblePictureList">
  <dgm:title val=""/>
  <dgm:desc val=""/>
  <dgm:catLst>
    <dgm:cat type="picture" pri="22000"/>
    <dgm:cat type="pictureconvert" pri="22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tyleData>
  <dgm:clr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clrData>
  <dgm:layoutNode name="Name0">
    <dgm:varLst>
      <dgm:chMax val="8"/>
      <dgm:chPref val="8"/>
      <dgm:dir/>
    </dgm:varLst>
    <dgm:shape xmlns:r="http://schemas.openxmlformats.org/officeDocument/2006/relationships" r:blip="">
      <dgm:adjLst/>
    </dgm:shape>
    <dgm:choose name="Name1">
      <dgm:if name="Name2" axis="ch" ptType="node" func="cnt" op="equ" val="1">
        <dgm:alg type="composite">
          <dgm:param type="ar" val="1.7423"/>
        </dgm:alg>
        <dgm:choose name="Name3">
          <dgm:if name="Name4" func="var" arg="dir" op="equ" val="norm">
            <dgm:constrLst>
              <dgm:constr type="primFontSz" for="des" ptType="node" op="equ" val="65"/>
              <dgm:constr type="l" for="ch" forName="parent_text_1" refType="w" fact="0"/>
              <dgm:constr type="t" for="ch" forName="parent_text_1" refType="h" fact="0"/>
              <dgm:constr type="w" for="ch" forName="parent_text_1" refType="w" fact="0.6457"/>
              <dgm:constr type="h" for="ch" forName="parent_text_1" refType="h" fact="0.225"/>
              <dgm:constr type="l" for="ch" forName="image_accent_1" refType="w" fact="0.4305"/>
              <dgm:constr type="t" for="ch" forName="image_accent_1" refType="h" fact="0.2417"/>
              <dgm:constr type="w" for="ch" forName="image_accent_1" refType="w" fact="0.4352"/>
              <dgm:constr type="h" for="ch" forName="image_accent_1" refType="h" fact="0.7583"/>
              <dgm:constr type="l" for="ch" forName="accent_1" refType="w" fact="0.8709"/>
              <dgm:constr type="t" for="ch" forName="accent_1" refType="h" fact="0.1491"/>
              <dgm:constr type="w" for="ch" forName="accent_1" refType="w" fact="0.1291"/>
              <dgm:constr type="h" for="ch" forName="accent_1" refType="h" fact="0.225"/>
              <dgm:constr type="l" for="ch" forName="image_1" refType="w" fact="0.4457"/>
              <dgm:constr type="t" for="ch" forName="image_1" refType="h" fact="0.2709"/>
              <dgm:constr type="w" for="ch" forName="image_1" refType="w" fact="0.4018"/>
              <dgm:constr type="h" for="ch" forName="image_1" refType="h" fact="0.7"/>
            </dgm:constrLst>
          </dgm:if>
          <dgm:else name="Name5">
            <dgm:constrLst>
              <dgm:constr type="primFontSz" for="des" ptType="node" op="equ" val="65"/>
              <dgm:constr type="l" for="ch" forName="parent_text_1" refType="w" fact="0.3543"/>
              <dgm:constr type="t" for="ch" forName="parent_text_1" refType="h" fact="0"/>
              <dgm:constr type="w" for="ch" forName="parent_text_1" refType="w" fact="0.6457"/>
              <dgm:constr type="h" for="ch" forName="parent_text_1" refType="h" fact="0.225"/>
              <dgm:constr type="l" for="ch" forName="image_accent_1" refType="w" fact="0.1344"/>
              <dgm:constr type="t" for="ch" forName="image_accent_1" refType="h" fact="0.2417"/>
              <dgm:constr type="w" for="ch" forName="image_accent_1" refType="w" fact="0.4352"/>
              <dgm:constr type="h" for="ch" forName="image_accent_1" refType="h" fact="0.7583"/>
              <dgm:constr type="l" for="ch" forName="accent_1" refType="w" fact="0"/>
              <dgm:constr type="t" for="ch" forName="accent_1" refType="h" fact="0.1491"/>
              <dgm:constr type="w" for="ch" forName="accent_1" refType="w" fact="0.1291"/>
              <dgm:constr type="h" for="ch" forName="accent_1" refType="h" fact="0.225"/>
              <dgm:constr type="l" for="ch" forName="image_1" refType="w" fact="0.1525"/>
              <dgm:constr type="t" for="ch" forName="image_1" refType="h" fact="0.2709"/>
              <dgm:constr type="w" for="ch" forName="image_1" refType="w" fact="0.4018"/>
              <dgm:constr type="h" for="ch" forName="image_1" refType="h" fact="0.7"/>
            </dgm:constrLst>
          </dgm:else>
        </dgm:choose>
      </dgm:if>
      <dgm:if name="Name6" axis="ch" ptType="node" func="cnt" op="equ" val="2">
        <dgm:alg type="composite">
          <dgm:param type="ar" val="3.193"/>
        </dgm:alg>
        <dgm:choose name="Name7">
          <dgm:if name="Name8" func="var" arg="dir" op="equ" val="norm">
            <dgm:constrLst>
              <dgm:constr type="primFontSz" for="des" ptType="node" op="equ" val="65"/>
              <dgm:constr type="l" for="ch" forName="image_accent_1" refType="w" fact="0.2342"/>
              <dgm:constr type="t" for="ch" forName="image_accent_1" refType="h" fact="0.2354"/>
              <dgm:constr type="w" for="ch" forName="image_accent_1" refType="w" fact="0.2394"/>
              <dgm:constr type="h" for="ch" forName="image_accent_1" refType="h" fact="0.7646"/>
              <dgm:constr type="l" for="ch" forName="image_1" refType="w" fact="0.2434"/>
              <dgm:constr type="t" for="ch" forName="image_1" refType="h" fact="0.2648"/>
              <dgm:constr type="w" for="ch" forName="image_1" refType="w" fact="0.2211"/>
              <dgm:constr type="h" for="ch" forName="image_1" refType="h" fact="0.7058"/>
              <dgm:constr type="l" for="ch" forName="parent_text_1" refType="w" fact="0"/>
              <dgm:constr type="t" for="ch" forName="parent_text_1" refType="h" fact="0"/>
              <dgm:constr type="w" for="ch" forName="parent_text_1" refType="w" fact="0.3553"/>
              <dgm:constr type="h" for="ch" forName="parent_text_1" refType="h" fact="0.215"/>
              <dgm:constr type="l" for="ch" forName="image_accent_2" refType="w" fact="0.5"/>
              <dgm:constr type="t" for="ch" forName="image_accent_2" refType="h" fact="0.3883"/>
              <dgm:constr type="w" for="ch" forName="image_accent_2" refType="w" fact="0.1253"/>
              <dgm:constr type="h" for="ch" forName="image_accent_2" refType="h" fact="0.4"/>
              <dgm:constr type="l" for="ch" forName="image_2" refType="w" fact="0.5074"/>
              <dgm:constr type="t" for="ch" forName="image_2" refType="h" fact="0.4118"/>
              <dgm:constr type="w" for="ch" forName="image_2" refType="w" fact="0.1105"/>
              <dgm:constr type="h" for="ch" forName="image_2" refType="h" fact="0.3529"/>
              <dgm:constr type="l" for="ch" forName="parent_text_2" refType="w" fact="0.6447"/>
              <dgm:constr type="t" for="ch" forName="parent_text_2" refType="h" fact="0.4118"/>
              <dgm:constr type="w" for="ch" forName="parent_text_2" refType="w" fact="0.3553"/>
              <dgm:constr type="h" for="ch" forName="parent_text_2" refType="h" fact="0.3529"/>
              <dgm:constr type="l" for="ch" forName="accent_1" refType="w" fact="0.6316"/>
              <dgm:constr type="t" for="ch" forName="accent_1" refType="h" fact="0.7899"/>
              <dgm:constr type="w" for="ch" forName="accent_1" refType="w" fact="0.0395"/>
              <dgm:constr type="h" for="ch" forName="accent_1" refType="h" fact="0.126"/>
            </dgm:constrLst>
          </dgm:if>
          <dgm:else name="Name9">
            <dgm:constrLst>
              <dgm:constr type="primFontSz" for="des" ptType="node" op="equ" val="65"/>
              <dgm:constr type="l" for="ch" forName="image_accent_2" refType="w" fact="0.3747"/>
              <dgm:constr type="t" for="ch" forName="image_accent_2" refType="h" fact="0.3883"/>
              <dgm:constr type="w" for="ch" forName="image_accent_2" refType="w" fact="0.1253"/>
              <dgm:constr type="h" for="ch" forName="image_accent_2" refType="h" fact="0.4"/>
              <dgm:constr type="l" for="ch" forName="image_2" refType="w" fact="0.3821"/>
              <dgm:constr type="t" for="ch" forName="image_2" refType="h" fact="0.4118"/>
              <dgm:constr type="w" for="ch" forName="image_2" refType="w" fact="0.1105"/>
              <dgm:constr type="h" for="ch" forName="image_2" refType="h" fact="0.3529"/>
              <dgm:constr type="l" for="ch" forName="parent_text_1" refType="w" fact="0.6447"/>
              <dgm:constr type="t" for="ch" forName="parent_text_1" refType="h" fact="0"/>
              <dgm:constr type="w" for="ch" forName="parent_text_1" refType="w" fact="0.3553"/>
              <dgm:constr type="h" for="ch" forName="parent_text_1" refType="h" fact="0.215"/>
              <dgm:constr type="l" for="ch" forName="parent_text_2" refType="w" fact="0"/>
              <dgm:constr type="t" for="ch" forName="parent_text_2" refType="h" fact="0.4118"/>
              <dgm:constr type="w" for="ch" forName="parent_text_2" refType="w" fact="0.3553"/>
              <dgm:constr type="h" for="ch" forName="parent_text_2" refType="h" fact="0.3529"/>
              <dgm:constr type="l" for="ch" forName="image_accent_1" refType="w" fact="0.5263"/>
              <dgm:constr type="t" for="ch" forName="image_accent_1" refType="h" fact="0.2354"/>
              <dgm:constr type="w" for="ch" forName="image_accent_1" refType="w" fact="0.2394"/>
              <dgm:constr type="h" for="ch" forName="image_accent_1" refType="h" fact="0.7646"/>
              <dgm:constr type="l" for="ch" forName="image_1" refType="w" fact="0.5355"/>
              <dgm:constr type="t" for="ch" forName="image_1" refType="h" fact="0.2648"/>
              <dgm:constr type="w" for="ch" forName="image_1" refType="w" fact="0.2211"/>
              <dgm:constr type="h" for="ch" forName="image_1" refType="h" fact="0.7058"/>
              <dgm:constr type="l" for="ch" forName="accent_1" refType="w" fact="0.3289"/>
              <dgm:constr type="t" for="ch" forName="accent_1" refType="h" fact="0.7899"/>
              <dgm:constr type="w" for="ch" forName="accent_1" refType="w" fact="0.0395"/>
              <dgm:constr type="h" for="ch" forName="accent_1" refType="h" fact="0.126"/>
            </dgm:constrLst>
          </dgm:else>
        </dgm:choose>
      </dgm:if>
      <dgm:if name="Name10" axis="ch" ptType="node" func="cnt" op="equ" val="3">
        <dgm:alg type="composite">
          <dgm:param type="ar" val="2.4052"/>
        </dgm:alg>
        <dgm:choose name="Name11">
          <dgm:if name="Name12" func="var" arg="dir" op="equ" val="norm">
            <dgm:constrLst>
              <dgm:constr type="primFontSz" for="des" ptType="node" op="equ" val="65"/>
              <dgm:constr type="l" for="ch" forName="accent_3" refType="w" fact="0.6316"/>
              <dgm:constr type="t" for="ch" forName="accent_3" refType="h" fact="0.8355"/>
              <dgm:constr type="w" for="ch" forName="accent_3" refType="w" fact="0.0395"/>
              <dgm:constr type="h" for="ch" forName="accent_3" refType="h" fact="0.0949"/>
              <dgm:constr type="l" for="ch" forName="image_accent_2" refType="w" fact="0.4936"/>
              <dgm:constr type="t" for="ch" forName="image_accent_2" refType="h" fact="0.5329"/>
              <dgm:constr type="w" for="ch" forName="image_accent_2" refType="w" fact="0.1253"/>
              <dgm:constr type="h" for="ch" forName="image_accent_2" refType="h" fact="0.3013"/>
              <dgm:constr type="l" for="ch" forName="image_2" refType="w" fact="0.501"/>
              <dgm:constr type="t" for="ch" forName="image_2" refType="h" fact="0.5507"/>
              <dgm:constr type="w" for="ch" forName="image_2" refType="w" fact="0.1105"/>
              <dgm:constr type="h" for="ch" forName="image_2" refType="h" fact="0.2658"/>
              <dgm:constr type="l" for="ch" forName="image_accent_3" refType="w" fact="0.4446"/>
              <dgm:constr type="t" for="ch" forName="image_accent_3" refType="h" fact="0.1076"/>
              <dgm:constr type="w" for="ch" forName="image_accent_3" refType="w" fact="0.1606"/>
              <dgm:constr type="h" for="ch" forName="image_accent_3" refType="h" fact="0.3864"/>
              <dgm:constr type="l" for="ch" forName="image_3" refType="w" fact="0.4531"/>
              <dgm:constr type="t" for="ch" forName="image_3" refType="h" fact="0.128"/>
              <dgm:constr type="w" for="ch" forName="image_3" refType="w" fact="0.1437"/>
              <dgm:constr type="h" for="ch" forName="image_3" refType="h" fact="0.3456"/>
              <dgm:constr type="l" for="ch" forName="image_accent_1" refType="w" fact="0.2368"/>
              <dgm:constr type="t" for="ch" forName="image_accent_1" refType="h" fact="0.4241"/>
              <dgm:constr type="w" for="ch" forName="image_accent_1" refType="w" fact="0.2394"/>
              <dgm:constr type="h" for="ch" forName="image_accent_1" refType="h" fact="0.5759"/>
              <dgm:constr type="l" for="ch" forName="image_1" refType="w" fact="0.246"/>
              <dgm:constr type="t" for="ch" forName="image_1" refType="h" fact="0.4462"/>
              <dgm:constr type="w" for="ch" forName="image_1" refType="w" fact="0.2211"/>
              <dgm:constr type="h" for="ch" forName="image_1" refType="h" fact="0.5317"/>
              <dgm:constr type="l" for="ch" forName="parent_text_1" refType="w" fact="0"/>
              <dgm:constr type="t" for="ch" forName="parent_text_1" refType="h" fact="0.128"/>
              <dgm:constr type="w" for="ch" forName="parent_text_1" refType="w" fact="0.3553"/>
              <dgm:constr type="h" for="ch" forName="parent_text_1" refType="h" fact="0.2775"/>
              <dgm:constr type="l" for="ch" forName="accent_1" refType="w" fact="0.3895"/>
              <dgm:constr type="t" for="ch" forName="accent_1" refType="h" fact="0"/>
              <dgm:constr type="w" for="ch" forName="accent_1" refType="w" fact="0.0711"/>
              <dgm:constr type="h" for="ch" forName="accent_1" refType="h" fact="0.1709"/>
              <dgm:constr type="l" for="ch" forName="parent_text_2" refType="w" fact="0.6447"/>
              <dgm:constr type="t" for="ch" forName="parent_text_2" refType="h" fact="0.5507"/>
              <dgm:constr type="w" for="ch" forName="parent_text_2" refType="w" fact="0.3553"/>
              <dgm:constr type="h" for="ch" forName="parent_text_2" refType="h" fact="0.2658"/>
              <dgm:constr type="l" for="ch" forName="parent_text_3" refType="w" fact="0.6316"/>
              <dgm:constr type="t" for="ch" forName="parent_text_3" refType="h" fact="0.128"/>
              <dgm:constr type="w" for="ch" forName="parent_text_3" refType="w" fact="0.3553"/>
              <dgm:constr type="h" for="ch" forName="parent_text_3" refType="h" fact="0.3456"/>
              <dgm:constr type="l" for="ch" forName="accent_2" refType="w" fact="0.5789"/>
              <dgm:constr type="t" for="ch" forName="accent_2" refType="h" fact="0.0127"/>
              <dgm:constr type="w" for="ch" forName="accent_2" refType="w" fact="0.0526"/>
              <dgm:constr type="h" for="ch" forName="accent_2" refType="h" fact="0.1266"/>
            </dgm:constrLst>
          </dgm:if>
          <dgm:else name="Name13">
            <dgm:constrLst>
              <dgm:constr type="primFontSz" for="des" ptType="node" op="equ" val="65"/>
              <dgm:constr type="l" for="ch" forName="accent_1" refType="w" fact="0.3289"/>
              <dgm:constr type="t" for="ch" forName="accent_1" refType="h" fact="0.8355"/>
              <dgm:constr type="w" for="ch" forName="accent_1" refType="w" fact="0.0395"/>
              <dgm:constr type="h" for="ch" forName="accent_1" refType="h" fact="0.0949"/>
              <dgm:constr type="l" for="ch" forName="image_accent_2" refType="w" fact="0.3811"/>
              <dgm:constr type="t" for="ch" forName="image_accent_2" refType="h" fact="0.5329"/>
              <dgm:constr type="w" for="ch" forName="image_accent_2" refType="w" fact="0.1253"/>
              <dgm:constr type="h" for="ch" forName="image_accent_2" refType="h" fact="0.3013"/>
              <dgm:constr type="l" for="ch" forName="image_2" refType="w" fact="0.3885"/>
              <dgm:constr type="t" for="ch" forName="image_2" refType="h" fact="0.5507"/>
              <dgm:constr type="w" for="ch" forName="image_2" refType="w" fact="0.1105"/>
              <dgm:constr type="h" for="ch" forName="image_2" refType="h" fact="0.2658"/>
              <dgm:constr type="l" for="ch" forName="image_accent_3" refType="w" fact="0.3947"/>
              <dgm:constr type="t" for="ch" forName="image_accent_3" refType="h" fact="0.1076"/>
              <dgm:constr type="w" for="ch" forName="image_accent_3" refType="w" fact="0.1606"/>
              <dgm:constr type="h" for="ch" forName="image_accent_3" refType="h" fact="0.3864"/>
              <dgm:constr type="l" for="ch" forName="image_3" refType="w" fact="0.4032"/>
              <dgm:constr type="t" for="ch" forName="image_3" refType="h" fact="0.128"/>
              <dgm:constr type="w" for="ch" forName="image_3" refType="w" fact="0.1437"/>
              <dgm:constr type="h" for="ch" forName="image_3" refType="h" fact="0.3456"/>
              <dgm:constr type="l" for="ch" forName="image_accent_1" refType="w" fact="0.5237"/>
              <dgm:constr type="t" for="ch" forName="image_accent_1" refType="h" fact="0.4241"/>
              <dgm:constr type="w" for="ch" forName="image_accent_1" refType="w" fact="0.2394"/>
              <dgm:constr type="h" for="ch" forName="image_accent_1" refType="h" fact="0.5759"/>
              <dgm:constr type="l" for="ch" forName="image_1" refType="w" fact="0.5329"/>
              <dgm:constr type="t" for="ch" forName="image_1" refType="h" fact="0.4462"/>
              <dgm:constr type="w" for="ch" forName="image_1" refType="w" fact="0.2211"/>
              <dgm:constr type="h" for="ch" forName="image_1" refType="h" fact="0.5317"/>
              <dgm:constr type="l" for="ch" forName="parent_text_1" refType="w" fact="0.6447"/>
              <dgm:constr type="t" for="ch" forName="parent_text_1" refType="h" fact="0.128"/>
              <dgm:constr type="w" for="ch" forName="parent_text_1" refType="w" fact="0.3553"/>
              <dgm:constr type="h" for="ch" forName="parent_text_1" refType="h" fact="0.2775"/>
              <dgm:constr type="l" for="ch" forName="accent_2" refType="w" fact="0.5395"/>
              <dgm:constr type="t" for="ch" forName="accent_2" refType="h" fact="0"/>
              <dgm:constr type="w" for="ch" forName="accent_2" refType="w" fact="0.0711"/>
              <dgm:constr type="h" for="ch" forName="accent_2" refType="h" fact="0.1709"/>
              <dgm:constr type="l" for="ch" forName="parent_text_3" refType="w" fact="0.0132"/>
              <dgm:constr type="t" for="ch" forName="parent_text_3" refType="h" fact="0.128"/>
              <dgm:constr type="w" for="ch" forName="parent_text_3" refType="w" fact="0.3553"/>
              <dgm:constr type="h" for="ch" forName="parent_text_3" refType="h" fact="0.3456"/>
              <dgm:constr type="l" for="ch" forName="parent_text_2" refType="w" fact="0"/>
              <dgm:constr type="t" for="ch" forName="parent_text_2" refType="h" fact="0.5507"/>
              <dgm:constr type="w" for="ch" forName="parent_text_2" refType="w" fact="0.3553"/>
              <dgm:constr type="h" for="ch" forName="parent_text_2" refType="h" fact="0.2658"/>
              <dgm:constr type="l" for="ch" forName="accent_3" refType="w" fact="0.3684"/>
              <dgm:constr type="t" for="ch" forName="accent_3" refType="h" fact="0.0127"/>
              <dgm:constr type="w" for="ch" forName="accent_3" refType="w" fact="0.0526"/>
              <dgm:constr type="h" for="ch" forName="accent_3" refType="h" fact="0.1266"/>
            </dgm:constrLst>
          </dgm:else>
        </dgm:choose>
      </dgm:if>
      <dgm:if name="Name14" axis="ch" ptType="node" func="cnt" op="equ" val="4">
        <dgm:alg type="composite">
          <dgm:param type="ar" val="1.6704"/>
        </dgm:alg>
        <dgm:choose name="Name15">
          <dgm:if name="Name16" func="var" arg="dir" op="equ" val="norm">
            <dgm:constrLst>
              <dgm:constr type="primFontSz" for="des" ptType="node" op="equ" val="65"/>
              <dgm:constr type="l" for="ch" forName="image_accent_4" refType="w" fact="0.4626"/>
              <dgm:constr type="t" for="ch" forName="image_accent_4" refType="h" fact="0.1415"/>
              <dgm:constr type="w" for="ch" forName="image_accent_4" refType="w" fact="0.1126"/>
              <dgm:constr type="h" for="ch" forName="image_accent_4" refType="h" fact="0.1881"/>
              <dgm:constr type="l" for="ch" forName="image_4" refType="w" fact="0.4692"/>
              <dgm:constr type="t" for="ch" forName="image_4" refType="h" fact="0.1526"/>
              <dgm:constr type="w" for="ch" forName="image_4" refType="w" fact="0.0994"/>
              <dgm:constr type="h" for="ch" forName="image_4" refType="h" fact="0.166"/>
              <dgm:constr type="l" for="ch" forName="image_accent_2" refType="w" fact="0.4936"/>
              <dgm:constr type="t" for="ch" forName="image_accent_2" refType="h" fact="0.6756"/>
              <dgm:constr type="w" for="ch" forName="image_accent_2" refType="w" fact="0.1253"/>
              <dgm:constr type="h" for="ch" forName="image_accent_2" refType="h" fact="0.2092"/>
              <dgm:constr type="l" for="ch" forName="image_2" refType="w" fact="0.501"/>
              <dgm:constr type="t" for="ch" forName="image_2" refType="h" fact="0.6879"/>
              <dgm:constr type="w" for="ch" forName="image_2" refType="w" fact="0.1105"/>
              <dgm:constr type="h" for="ch" forName="image_2" refType="h" fact="0.1846"/>
              <dgm:constr type="l" for="ch" forName="image_accent_3" refType="w" fact="0.4446"/>
              <dgm:constr type="t" for="ch" forName="image_accent_3" refType="h" fact="0.3802"/>
              <dgm:constr type="w" for="ch" forName="image_accent_3" refType="w" fact="0.1606"/>
              <dgm:constr type="h" for="ch" forName="image_accent_3" refType="h" fact="0.2683"/>
              <dgm:constr type="l" for="ch" forName="image_3" refType="w" fact="0.4531"/>
              <dgm:constr type="t" for="ch" forName="image_3" refType="h" fact="0.3944"/>
              <dgm:constr type="w" for="ch" forName="image_3" refType="w" fact="0.1437"/>
              <dgm:constr type="h" for="ch" forName="image_3" refType="h" fact="0.24"/>
              <dgm:constr type="l" for="ch" forName="image_accent_1" refType="w" fact="0.2368"/>
              <dgm:constr type="t" for="ch" forName="image_accent_1" refType="h" fact="0.6"/>
              <dgm:constr type="w" for="ch" forName="image_accent_1" refType="w" fact="0.2394"/>
              <dgm:constr type="h" for="ch" forName="image_accent_1" refType="h" fact="0.4"/>
              <dgm:constr type="l" for="ch" forName="image_1" refType="w" fact="0.246"/>
              <dgm:constr type="t" for="ch" forName="image_1" refType="h" fact="0.6154"/>
              <dgm:constr type="w" for="ch" forName="image_1" refType="w" fact="0.2211"/>
              <dgm:constr type="h" for="ch" forName="image_1" refType="h" fact="0.3692"/>
              <dgm:constr type="l" for="ch" forName="parent_text_1" refType="w" fact="0"/>
              <dgm:constr type="t" for="ch" forName="parent_text_1" refType="h" fact="0.3944"/>
              <dgm:constr type="w" for="ch" forName="parent_text_1" refType="w" fact="0.3553"/>
              <dgm:constr type="h" for="ch" forName="parent_text_1" refType="h" fact="0.1931"/>
              <dgm:constr type="l" for="ch" forName="accent_1" refType="w" fact="0.3895"/>
              <dgm:constr type="t" for="ch" forName="accent_1" refType="h" fact="0.3055"/>
              <dgm:constr type="w" for="ch" forName="accent_1" refType="w" fact="0.0711"/>
              <dgm:constr type="h" for="ch" forName="accent_1" refType="h" fact="0.1187"/>
              <dgm:constr type="l" for="ch" forName="parent_text_3" refType="w" fact="0.6316"/>
              <dgm:constr type="t" for="ch" forName="parent_text_3" refType="h" fact="0.3944"/>
              <dgm:constr type="w" for="ch" forName="parent_text_3" refType="w" fact="0.3553"/>
              <dgm:constr type="h" for="ch" forName="parent_text_3" refType="h" fact="0.24"/>
              <dgm:constr type="l" for="ch" forName="parent_text_2" refType="w" fact="0.6447"/>
              <dgm:constr type="t" for="ch" forName="parent_text_2" refType="h" fact="0.6879"/>
              <dgm:constr type="w" for="ch" forName="parent_text_2" refType="w" fact="0.3553"/>
              <dgm:constr type="h" for="ch" forName="parent_text_2" refType="h" fact="0.1846"/>
              <dgm:constr type="l" for="ch" forName="accent_2" refType="w" fact="0.5347"/>
              <dgm:constr type="t" for="ch" forName="accent_2" refType="h" fact="0.044"/>
              <dgm:constr type="w" for="ch" forName="accent_2" refType="w" fact="0.0526"/>
              <dgm:constr type="h" for="ch" forName="accent_2" refType="h" fact="0.0879"/>
              <dgm:constr type="l" for="ch" forName="accent_3" refType="w" fact="0.6005"/>
              <dgm:constr type="t" for="ch" forName="accent_3" refType="h" fact="0"/>
              <dgm:constr type="w" for="ch" forName="accent_3" refType="w" fact="0.0263"/>
              <dgm:constr type="h" for="ch" forName="accent_3" refType="h" fact="0.044"/>
              <dgm:constr type="l" for="ch" forName="parent_text_4" refType="w" fact="0.6005"/>
              <dgm:constr type="t" for="ch" forName="parent_text_4" refType="h" fact="0.1526"/>
              <dgm:constr type="w" for="ch" forName="parent_text_4" refType="w" fact="0.3553"/>
              <dgm:constr type="h" for="ch" forName="parent_text_4" refType="h" fact="0.166"/>
              <dgm:constr type="l" for="ch" forName="accent_4" refType="w" fact="0.6268"/>
              <dgm:constr type="t" for="ch" forName="accent_4" refType="h" fact="0.8791"/>
              <dgm:constr type="w" for="ch" forName="accent_4" refType="w" fact="0.0395"/>
              <dgm:constr type="h" for="ch" forName="accent_4" refType="h" fact="0.0659"/>
            </dgm:constrLst>
          </dgm:if>
          <dgm:else name="Name17">
            <dgm:constrLst>
              <dgm:constr type="primFontSz" for="des" ptType="node" op="equ" val="65"/>
              <dgm:constr type="l" for="ch" forName="image_accent_4" refType="w" fact="0.4248"/>
              <dgm:constr type="t" for="ch" forName="image_accent_4" refType="h" fact="0.1415"/>
              <dgm:constr type="w" for="ch" forName="image_accent_4" refType="w" fact="0.1126"/>
              <dgm:constr type="h" for="ch" forName="image_accent_4" refType="h" fact="0.1881"/>
              <dgm:constr type="l" for="ch" forName="image_4" refType="w" fact="0.4314"/>
              <dgm:constr type="t" for="ch" forName="image_4" refType="h" fact="0.1526"/>
              <dgm:constr type="w" for="ch" forName="image_4" refType="w" fact="0.0994"/>
              <dgm:constr type="h" for="ch" forName="image_4" refType="h" fact="0.166"/>
              <dgm:constr type="l" for="ch" forName="image_accent_2" refType="w" fact="0.3811"/>
              <dgm:constr type="t" for="ch" forName="image_accent_2" refType="h" fact="0.6756"/>
              <dgm:constr type="w" for="ch" forName="image_accent_2" refType="w" fact="0.1253"/>
              <dgm:constr type="h" for="ch" forName="image_accent_2" refType="h" fact="0.2092"/>
              <dgm:constr type="l" for="ch" forName="image_2" refType="w" fact="0.3885"/>
              <dgm:constr type="t" for="ch" forName="image_2" refType="h" fact="0.6879"/>
              <dgm:constr type="w" for="ch" forName="image_2" refType="w" fact="0.1105"/>
              <dgm:constr type="h" for="ch" forName="image_2" refType="h" fact="0.1846"/>
              <dgm:constr type="l" for="ch" forName="image_accent_3" refType="w" fact="0.3947"/>
              <dgm:constr type="t" for="ch" forName="image_accent_3" refType="h" fact="0.3802"/>
              <dgm:constr type="w" for="ch" forName="image_accent_3" refType="w" fact="0.1606"/>
              <dgm:constr type="h" for="ch" forName="image_accent_3" refType="h" fact="0.2683"/>
              <dgm:constr type="l" for="ch" forName="image_3" refType="w" fact="0.4032"/>
              <dgm:constr type="t" for="ch" forName="image_3" refType="h" fact="0.3944"/>
              <dgm:constr type="w" for="ch" forName="image_3" refType="w" fact="0.1437"/>
              <dgm:constr type="h" for="ch" forName="image_3" refType="h" fact="0.24"/>
              <dgm:constr type="l" for="ch" forName="image_accent_1" refType="w" fact="0.5237"/>
              <dgm:constr type="t" for="ch" forName="image_accent_1" refType="h" fact="0.6"/>
              <dgm:constr type="w" for="ch" forName="image_accent_1" refType="w" fact="0.2394"/>
              <dgm:constr type="h" for="ch" forName="image_accent_1" refType="h" fact="0.4"/>
              <dgm:constr type="l" for="ch" forName="image_1" refType="w" fact="0.5329"/>
              <dgm:constr type="t" for="ch" forName="image_1" refType="h" fact="0.6154"/>
              <dgm:constr type="w" for="ch" forName="image_1" refType="w" fact="0.2211"/>
              <dgm:constr type="h" for="ch" forName="image_1" refType="h" fact="0.3692"/>
              <dgm:constr type="l" for="ch" forName="parent_text_1" refType="w" fact="0.6447"/>
              <dgm:constr type="t" for="ch" forName="parent_text_1" refType="h" fact="0.3944"/>
              <dgm:constr type="w" for="ch" forName="parent_text_1" refType="w" fact="0.3553"/>
              <dgm:constr type="h" for="ch" forName="parent_text_1" refType="h" fact="0.1931"/>
              <dgm:constr type="l" for="ch" forName="accent_1" refType="w" fact="0.5395"/>
              <dgm:constr type="t" for="ch" forName="accent_1" refType="h" fact="0.3055"/>
              <dgm:constr type="w" for="ch" forName="accent_1" refType="w" fact="0.0711"/>
              <dgm:constr type="h" for="ch" forName="accent_1" refType="h" fact="0.1187"/>
              <dgm:constr type="l" for="ch" forName="parent_text_3" refType="w" fact="0.0132"/>
              <dgm:constr type="t" for="ch" forName="parent_text_3" refType="h" fact="0.3944"/>
              <dgm:constr type="w" for="ch" forName="parent_text_3" refType="w" fact="0.3553"/>
              <dgm:constr type="h" for="ch" forName="parent_text_3" refType="h" fact="0.24"/>
              <dgm:constr type="l" for="ch" forName="parent_text_2" refType="w" fact="0"/>
              <dgm:constr type="t" for="ch" forName="parent_text_2" refType="h" fact="0.6879"/>
              <dgm:constr type="w" for="ch" forName="parent_text_2" refType="w" fact="0.3553"/>
              <dgm:constr type="h" for="ch" forName="parent_text_2" refType="h" fact="0.1846"/>
              <dgm:constr type="l" for="ch" forName="accent_2" refType="w" fact="0.4126"/>
              <dgm:constr type="t" for="ch" forName="accent_2" refType="h" fact="0.044"/>
              <dgm:constr type="w" for="ch" forName="accent_2" refType="w" fact="0.0526"/>
              <dgm:constr type="h" for="ch" forName="accent_2" refType="h" fact="0.0879"/>
              <dgm:constr type="l" for="ch" forName="accent_3" refType="w" fact="0.3732"/>
              <dgm:constr type="t" for="ch" forName="accent_3" refType="h" fact="0"/>
              <dgm:constr type="w" for="ch" forName="accent_3" refType="w" fact="0.0263"/>
              <dgm:constr type="h" for="ch" forName="accent_3" refType="h" fact="0.044"/>
              <dgm:constr type="l" for="ch" forName="parent_text_4" refType="w" fact="0.0442"/>
              <dgm:constr type="t" for="ch" forName="parent_text_4" refType="h" fact="0.1526"/>
              <dgm:constr type="w" for="ch" forName="parent_text_4" refType="w" fact="0.3553"/>
              <dgm:constr type="h" for="ch" forName="parent_text_4" refType="h" fact="0.166"/>
              <dgm:constr type="l" for="ch" forName="accent_4" refType="w" fact="0.3337"/>
              <dgm:constr type="t" for="ch" forName="accent_4" refType="h" fact="0.8791"/>
              <dgm:constr type="w" for="ch" forName="accent_4" refType="w" fact="0.0395"/>
              <dgm:constr type="h" for="ch" forName="accent_4" refType="h" fact="0.0659"/>
            </dgm:constrLst>
          </dgm:else>
        </dgm:choose>
      </dgm:if>
      <dgm:if name="Name18" axis="ch" ptType="node" func="cnt" op="equ" val="5">
        <dgm:alg type="composite">
          <dgm:param type="ar" val="1.5076"/>
        </dgm:alg>
        <dgm:choose name="Name19">
          <dgm:if name="Name20" func="var" arg="dir" op="equ" val="norm">
            <dgm:constrLst>
              <dgm:constr type="primFontSz" for="des" ptType="node" op="equ" val="65"/>
              <dgm:constr type="l" for="ch" forName="image_accent_5" refType="w" fact="0.5301"/>
              <dgm:constr type="t" for="ch" forName="image_accent_5" refType="h" fact="0.0862"/>
              <dgm:constr type="w" for="ch" forName="image_accent_5" refType="w" fact="0.1022"/>
              <dgm:constr type="h" for="ch" forName="image_accent_5" refType="h" fact="0.1541"/>
              <dgm:constr type="l" for="ch" forName="image_5" refType="w" fact="0.5361"/>
              <dgm:constr type="t" for="ch" forName="image_5" refType="h" fact="0.0953"/>
              <dgm:constr type="w" for="ch" forName="image_5" refType="w" fact="0.0902"/>
              <dgm:constr type="h" for="ch" forName="image_5" refType="h" fact="0.1359"/>
              <dgm:constr type="l" for="ch" forName="image_accent_4" refType="w" fact="0.4528"/>
              <dgm:constr type="t" for="ch" forName="image_accent_4" refType="h" fact="0.2416"/>
              <dgm:constr type="w" for="ch" forName="image_accent_4" refType="w" fact="0.1103"/>
              <dgm:constr type="h" for="ch" forName="image_accent_4" refType="h" fact="0.1662"/>
              <dgm:constr type="l" for="ch" forName="image_4" refType="w" fact="0.4593"/>
              <dgm:constr type="t" for="ch" forName="image_4" refType="h" fact="0.2513"/>
              <dgm:constr type="w" for="ch" forName="image_4" refType="w" fact="0.0973"/>
              <dgm:constr type="h" for="ch" forName="image_4" refType="h" fact="0.1467"/>
              <dgm:constr type="l" for="ch" forName="image_accent_2" refType="w" fact="0.4832"/>
              <dgm:constr type="t" for="ch" forName="image_accent_2" refType="h" fact="0.7134"/>
              <dgm:constr type="w" for="ch" forName="image_accent_2" refType="w" fact="0.1226"/>
              <dgm:constr type="h" for="ch" forName="image_accent_2" refType="h" fact="0.1849"/>
              <dgm:constr type="l" for="ch" forName="image_2" refType="w" fact="0.4904"/>
              <dgm:constr type="t" for="ch" forName="image_2" refType="h" fact="0.7243"/>
              <dgm:constr type="w" for="ch" forName="image_2" refType="w" fact="0.1082"/>
              <dgm:constr type="h" for="ch" forName="image_2" refType="h" fact="0.1631"/>
              <dgm:constr type="l" for="ch" forName="image_accent_3" refType="w" fact="0.4352"/>
              <dgm:constr type="t" for="ch" forName="image_accent_3" refType="h" fact="0.4525"/>
              <dgm:constr type="w" for="ch" forName="image_accent_3" refType="w" fact="0.1573"/>
              <dgm:constr type="h" for="ch" forName="image_accent_3" refType="h" fact="0.2371"/>
              <dgm:constr type="l" for="ch" forName="image_3" refType="w" fact="0.4435"/>
              <dgm:constr type="t" for="ch" forName="image_3" refType="h" fact="0.465"/>
              <dgm:constr type="w" for="ch" forName="image_3" refType="w" fact="0.1407"/>
              <dgm:constr type="h" for="ch" forName="image_3" refType="h" fact="0.212"/>
              <dgm:constr type="l" for="ch" forName="image_accent_1" refType="w" fact="0.2318"/>
              <dgm:constr type="t" for="ch" forName="image_accent_1" refType="h" fact="0.6466"/>
              <dgm:constr type="w" for="ch" forName="image_accent_1" refType="w" fact="0.2344"/>
              <dgm:constr type="h" for="ch" forName="image_accent_1" refType="h" fact="0.3534"/>
              <dgm:constr type="l" for="ch" forName="image_1" refType="w" fact="0.2408"/>
              <dgm:constr type="t" for="ch" forName="image_1" refType="h" fact="0.6602"/>
              <dgm:constr type="w" for="ch" forName="image_1" refType="w" fact="0.2164"/>
              <dgm:constr type="h" for="ch" forName="image_1" refType="h" fact="0.3262"/>
              <dgm:constr type="l" for="ch" forName="parent_text_1" refType="w" fact="0"/>
              <dgm:constr type="t" for="ch" forName="parent_text_1" refType="h" fact="0.465"/>
              <dgm:constr type="w" for="ch" forName="parent_text_1" refType="w" fact="0.3478"/>
              <dgm:constr type="h" for="ch" forName="parent_text_1" refType="h" fact="0.165"/>
              <dgm:constr type="l" for="ch" forName="accent_1" refType="w" fact="0.3813"/>
              <dgm:constr type="t" for="ch" forName="accent_1" refType="h" fact="0.3864"/>
              <dgm:constr type="w" for="ch" forName="accent_1" refType="w" fact="0.0696"/>
              <dgm:constr type="h" for="ch" forName="accent_1" refType="h" fact="0.1049"/>
              <dgm:constr type="l" for="ch" forName="parent_text_3" refType="w" fact="0.6182"/>
              <dgm:constr type="t" for="ch" forName="parent_text_3" refType="h" fact="0.465"/>
              <dgm:constr type="w" for="ch" forName="parent_text_3" refType="w" fact="0.3478"/>
              <dgm:constr type="h" for="ch" forName="parent_text_3" refType="h" fact="0.212"/>
              <dgm:constr type="l" for="ch" forName="parent_text_2" refType="w" fact="0.6311"/>
              <dgm:constr type="t" for="ch" forName="parent_text_2" refType="h" fact="0.7243"/>
              <dgm:constr type="w" for="ch" forName="parent_text_2" refType="w" fact="0.3478"/>
              <dgm:constr type="h" for="ch" forName="parent_text_2" refType="h" fact="0.1631"/>
              <dgm:constr type="l" for="ch" forName="parent_text_4" refType="w" fact="0.5878"/>
              <dgm:constr type="t" for="ch" forName="parent_text_4" refType="h" fact="0.2513"/>
              <dgm:constr type="w" for="ch" forName="parent_text_4" refType="w" fact="0.3478"/>
              <dgm:constr type="h" for="ch" forName="parent_text_4" refType="h" fact="0.1467"/>
              <dgm:constr type="l" for="ch" forName="accent_2" refType="w" fact="0.6265"/>
              <dgm:constr type="t" for="ch" forName="accent_2" refType="h" fact="0.0194"/>
              <dgm:constr type="w" for="ch" forName="accent_2" refType="w" fact="0.0515"/>
              <dgm:constr type="h" for="ch" forName="accent_2" refType="h" fact="0.0777"/>
              <dgm:constr type="l" for="ch" forName="accent_3" refType="w" fact="0.7038"/>
              <dgm:constr type="t" for="ch" forName="accent_3" refType="h" fact="0"/>
              <dgm:constr type="w" for="ch" forName="accent_3" refType="w" fact="0.0258"/>
              <dgm:constr type="h" for="ch" forName="accent_3" refType="h" fact="0.0388"/>
              <dgm:constr type="l" for="ch" forName="parent_text_5" refType="w" fact="0.6522"/>
              <dgm:constr type="t" for="ch" forName="parent_text_5" refType="h" fact="0.0953"/>
              <dgm:constr type="w" for="ch" forName="parent_text_5" refType="w" fact="0.3478"/>
              <dgm:constr type="h" for="ch" forName="parent_text_5" refType="h" fact="0.1359"/>
              <dgm:constr type="l" for="ch" forName="accent_4" refType="w" fact="0.6136"/>
              <dgm:constr type="t" for="ch" forName="accent_4" refType="h" fact="0.8932"/>
              <dgm:constr type="w" for="ch" forName="accent_4" refType="w" fact="0.0386"/>
              <dgm:constr type="h" for="ch" forName="accent_4" refType="h" fact="0.0583"/>
            </dgm:constrLst>
          </dgm:if>
          <dgm:else name="Name21">
            <dgm:constrLst>
              <dgm:constr type="primFontSz" for="des" ptType="node" op="equ" val="65"/>
              <dgm:constr type="l" for="ch" forName="image_accent_5" refType="w" fact="0.3677"/>
              <dgm:constr type="t" for="ch" forName="image_accent_5" refType="h" fact="0.0862"/>
              <dgm:constr type="w" for="ch" forName="image_accent_5" refType="w" fact="0.1022"/>
              <dgm:constr type="h" for="ch" forName="image_accent_5" refType="h" fact="0.1541"/>
              <dgm:constr type="l" for="ch" forName="image_5" refType="w" fact="0.3738"/>
              <dgm:constr type="t" for="ch" forName="image_5" refType="h" fact="0.0953"/>
              <dgm:constr type="w" for="ch" forName="image_5" refType="w" fact="0.0902"/>
              <dgm:constr type="h" for="ch" forName="image_5" refType="h" fact="0.1359"/>
              <dgm:constr type="l" for="ch" forName="image_accent_4" refType="w" fact="0.437"/>
              <dgm:constr type="t" for="ch" forName="image_accent_4" refType="h" fact="0.2416"/>
              <dgm:constr type="w" for="ch" forName="image_accent_4" refType="w" fact="0.1103"/>
              <dgm:constr type="h" for="ch" forName="image_accent_4" refType="h" fact="0.1662"/>
              <dgm:constr type="l" for="ch" forName="image_4" refType="w" fact="0.4434"/>
              <dgm:constr type="t" for="ch" forName="image_4" refType="h" fact="0.2513"/>
              <dgm:constr type="w" for="ch" forName="image_4" refType="w" fact="0.0973"/>
              <dgm:constr type="h" for="ch" forName="image_4" refType="h" fact="0.1467"/>
              <dgm:constr type="l" for="ch" forName="image_accent_2" refType="w" fact="0.3942"/>
              <dgm:constr type="t" for="ch" forName="image_accent_2" refType="h" fact="0.7134"/>
              <dgm:constr type="w" for="ch" forName="image_accent_2" refType="w" fact="0.1226"/>
              <dgm:constr type="h" for="ch" forName="image_accent_2" refType="h" fact="0.1849"/>
              <dgm:constr type="l" for="ch" forName="image_2" refType="w" fact="0.4014"/>
              <dgm:constr type="t" for="ch" forName="image_2" refType="h" fact="0.7243"/>
              <dgm:constr type="w" for="ch" forName="image_2" refType="w" fact="0.1082"/>
              <dgm:constr type="h" for="ch" forName="image_2" refType="h" fact="0.1631"/>
              <dgm:constr type="l" for="ch" forName="image_accent_3" refType="w" fact="0.4075"/>
              <dgm:constr type="t" for="ch" forName="image_accent_3" refType="h" fact="0.4525"/>
              <dgm:constr type="w" for="ch" forName="image_accent_3" refType="w" fact="0.1573"/>
              <dgm:constr type="h" for="ch" forName="image_accent_3" refType="h" fact="0.2371"/>
              <dgm:constr type="l" for="ch" forName="image_3" refType="w" fact="0.4158"/>
              <dgm:constr type="t" for="ch" forName="image_3" refType="h" fact="0.465"/>
              <dgm:constr type="w" for="ch" forName="image_3" refType="w" fact="0.1407"/>
              <dgm:constr type="h" for="ch" forName="image_3" refType="h" fact="0.212"/>
              <dgm:constr type="l" for="ch" forName="image_accent_1" refType="w" fact="0.5338"/>
              <dgm:constr type="t" for="ch" forName="image_accent_1" refType="h" fact="0.6466"/>
              <dgm:constr type="w" for="ch" forName="image_accent_1" refType="w" fact="0.2344"/>
              <dgm:constr type="h" for="ch" forName="image_accent_1" refType="h" fact="0.3534"/>
              <dgm:constr type="l" for="ch" forName="image_1" refType="w" fact="0.5428"/>
              <dgm:constr type="t" for="ch" forName="image_1" refType="h" fact="0.6602"/>
              <dgm:constr type="w" for="ch" forName="image_1" refType="w" fact="0.2164"/>
              <dgm:constr type="h" for="ch" forName="image_1" refType="h" fact="0.3262"/>
              <dgm:constr type="l" for="ch" forName="parent_text_1" refType="w" fact="0.6522"/>
              <dgm:constr type="t" for="ch" forName="parent_text_1" refType="h" fact="0.465"/>
              <dgm:constr type="w" for="ch" forName="parent_text_1" refType="w" fact="0.3478"/>
              <dgm:constr type="h" for="ch" forName="parent_text_1" refType="h" fact="0.165"/>
              <dgm:constr type="l" for="ch" forName="accent_1" refType="w" fact="0.5492"/>
              <dgm:constr type="t" for="ch" forName="accent_1" refType="h" fact="0.3864"/>
              <dgm:constr type="w" for="ch" forName="accent_1" refType="w" fact="0.0696"/>
              <dgm:constr type="h" for="ch" forName="accent_1" refType="h" fact="0.1049"/>
              <dgm:constr type="l" for="ch" forName="parent_text_3" refType="w" fact="0.034"/>
              <dgm:constr type="t" for="ch" forName="parent_text_3" refType="h" fact="0.465"/>
              <dgm:constr type="w" for="ch" forName="parent_text_3" refType="w" fact="0.3478"/>
              <dgm:constr type="h" for="ch" forName="parent_text_3" refType="h" fact="0.212"/>
              <dgm:constr type="l" for="ch" forName="parent_text_2" refType="w" fact="0.0211"/>
              <dgm:constr type="t" for="ch" forName="parent_text_2" refType="h" fact="0.7243"/>
              <dgm:constr type="w" for="ch" forName="parent_text_2" refType="w" fact="0.3478"/>
              <dgm:constr type="h" for="ch" forName="parent_text_2" refType="h" fact="0.1631"/>
              <dgm:constr type="l" for="ch" forName="parent_text_4" refType="w" fact="0.0644"/>
              <dgm:constr type="t" for="ch" forName="parent_text_4" refType="h" fact="0.2513"/>
              <dgm:constr type="w" for="ch" forName="parent_text_4" refType="w" fact="0.3478"/>
              <dgm:constr type="h" for="ch" forName="parent_text_4" refType="h" fact="0.1467"/>
              <dgm:constr type="l" for="ch" forName="accent_2" refType="w" fact="0.322"/>
              <dgm:constr type="t" for="ch" forName="accent_2" refType="h" fact="0.0194"/>
              <dgm:constr type="w" for="ch" forName="accent_2" refType="w" fact="0.0515"/>
              <dgm:constr type="h" for="ch" forName="accent_2" refType="h" fact="0.0777"/>
              <dgm:constr type="l" for="ch" forName="accent_3" refType="w" fact="0.2705"/>
              <dgm:constr type="t" for="ch" forName="accent_3" refType="h" fact="0"/>
              <dgm:constr type="w" for="ch" forName="accent_3" refType="w" fact="0.0258"/>
              <dgm:constr type="h" for="ch" forName="accent_3" refType="h" fact="0.0388"/>
              <dgm:constr type="l" for="ch" forName="parent_text_5" refType="w" fact="0"/>
              <dgm:constr type="t" for="ch" forName="parent_text_5" refType="h" fact="0.0953"/>
              <dgm:constr type="w" for="ch" forName="parent_text_5" refType="w" fact="0.3478"/>
              <dgm:constr type="h" for="ch" forName="parent_text_5" refType="h" fact="0.1359"/>
              <dgm:constr type="l" for="ch" forName="accent_4" refType="w" fact="0.3478"/>
              <dgm:constr type="t" for="ch" forName="accent_4" refType="h" fact="0.8932"/>
              <dgm:constr type="w" for="ch" forName="accent_4" refType="w" fact="0.0386"/>
              <dgm:constr type="h" for="ch" forName="accent_4" refType="h" fact="0.0583"/>
            </dgm:constrLst>
          </dgm:else>
        </dgm:choose>
      </dgm:if>
      <dgm:if name="Name22" axis="ch" ptType="node" func="cnt" op="equ" val="6">
        <dgm:alg type="composite">
          <dgm:param type="ar" val="1.1351"/>
        </dgm:alg>
        <dgm:choose name="Name23">
          <dgm:if name="Name24" func="var" arg="dir" op="equ" val="norm">
            <dgm:constrLst>
              <dgm:constr type="primFontSz" for="des" ptType="node" op="equ" val="65"/>
              <dgm:constr type="l" for="ch" forName="image_accent_6" refType="w" fact="0.3864"/>
              <dgm:constr type="t" for="ch" forName="image_accent_6" refType="h" fact="0.7456"/>
              <dgm:constr type="w" for="ch" forName="image_accent_6" refType="w" fact="0.1757"/>
              <dgm:constr type="h" for="ch" forName="image_accent_6" refType="h" fact="0.1995"/>
              <dgm:constr type="l" for="ch" forName="image_6" refType="w" fact="0.3957"/>
              <dgm:constr type="t" for="ch" forName="image_6" refType="h" fact="0.7561"/>
              <dgm:constr type="w" for="ch" forName="image_6" refType="w" fact="0.1572"/>
              <dgm:constr type="h" for="ch" forName="image_6" refType="h" fact="0.1784"/>
              <dgm:constr type="l" for="ch" forName="image_accent_5" refType="w" fact="0.5301"/>
              <dgm:constr type="t" for="ch" forName="image_accent_5" refType="h" fact="0.0649"/>
              <dgm:constr type="w" for="ch" forName="image_accent_5" refType="w" fact="0.1022"/>
              <dgm:constr type="h" for="ch" forName="image_accent_5" refType="h" fact="0.116"/>
              <dgm:constr type="l" for="ch" forName="image_5" refType="w" fact="0.5361"/>
              <dgm:constr type="t" for="ch" forName="image_5" refType="h" fact="0.0717"/>
              <dgm:constr type="w" for="ch" forName="image_5" refType="w" fact="0.0902"/>
              <dgm:constr type="h" for="ch" forName="image_5" refType="h" fact="0.1023"/>
              <dgm:constr type="l" for="ch" forName="image_accent_4" refType="w" fact="0.4528"/>
              <dgm:constr type="t" for="ch" forName="image_accent_4" refType="h" fact="0.1819"/>
              <dgm:constr type="w" for="ch" forName="image_accent_4" refType="w" fact="0.1103"/>
              <dgm:constr type="h" for="ch" forName="image_accent_4" refType="h" fact="0.1251"/>
              <dgm:constr type="l" for="ch" forName="image_4" refType="w" fact="0.4593"/>
              <dgm:constr type="t" for="ch" forName="image_4" refType="h" fact="0.1892"/>
              <dgm:constr type="w" for="ch" forName="image_4" refType="w" fact="0.0973"/>
              <dgm:constr type="h" for="ch" forName="image_4" refType="h" fact="0.1104"/>
              <dgm:constr type="l" for="ch" forName="image_accent_2" refType="w" fact="0.4832"/>
              <dgm:constr type="t" for="ch" forName="image_accent_2" refType="h" fact="0.5371"/>
              <dgm:constr type="w" for="ch" forName="image_accent_2" refType="w" fact="0.1226"/>
              <dgm:constr type="h" for="ch" forName="image_accent_2" refType="h" fact="0.1392"/>
              <dgm:constr type="l" for="ch" forName="image_2" refType="w" fact="0.4904"/>
              <dgm:constr type="t" for="ch" forName="image_2" refType="h" fact="0.5453"/>
              <dgm:constr type="w" for="ch" forName="image_2" refType="w" fact="0.1082"/>
              <dgm:constr type="h" for="ch" forName="image_2" refType="h" fact="0.1228"/>
              <dgm:constr type="l" for="ch" forName="image_accent_3" refType="w" fact="0.4352"/>
              <dgm:constr type="t" for="ch" forName="image_accent_3" refType="h" fact="0.3407"/>
              <dgm:constr type="w" for="ch" forName="image_accent_3" refType="w" fact="0.1573"/>
              <dgm:constr type="h" for="ch" forName="image_accent_3" refType="h" fact="0.1785"/>
              <dgm:constr type="l" for="ch" forName="image_3" refType="w" fact="0.4435"/>
              <dgm:constr type="t" for="ch" forName="image_3" refType="h" fact="0.3501"/>
              <dgm:constr type="w" for="ch" forName="image_3" refType="w" fact="0.1407"/>
              <dgm:constr type="h" for="ch" forName="image_3" refType="h" fact="0.1596"/>
              <dgm:constr type="l" for="ch" forName="image_accent_1" refType="w" fact="0.2318"/>
              <dgm:constr type="t" for="ch" forName="image_accent_1" refType="h" fact="0.4869"/>
              <dgm:constr type="w" for="ch" forName="image_accent_1" refType="w" fact="0.2344"/>
              <dgm:constr type="h" for="ch" forName="image_accent_1" refType="h" fact="0.2661"/>
              <dgm:constr type="l" for="ch" forName="image_1" refType="w" fact="0.2401"/>
              <dgm:constr type="t" for="ch" forName="image_1" refType="h" fact="0.4971"/>
              <dgm:constr type="w" for="ch" forName="image_1" refType="w" fact="0.2164"/>
              <dgm:constr type="h" for="ch" forName="image_1" refType="h" fact="0.2456"/>
              <dgm:constr type="l" for="ch" forName="parent_text_1" refType="w" fact="0"/>
              <dgm:constr type="t" for="ch" forName="parent_text_1" refType="h" fact="0.3501"/>
              <dgm:constr type="w" for="ch" forName="parent_text_1" refType="w" fact="0.3478"/>
              <dgm:constr type="h" for="ch" forName="parent_text_1" refType="h" fact="0.125"/>
              <dgm:constr type="l" for="ch" forName="accent_1" refType="w" fact="0.3813"/>
              <dgm:constr type="t" for="ch" forName="accent_1" refType="h" fact="0.2909"/>
              <dgm:constr type="w" for="ch" forName="accent_1" refType="w" fact="0.0696"/>
              <dgm:constr type="h" for="ch" forName="accent_1" refType="h" fact="0.0789"/>
              <dgm:constr type="l" for="ch" forName="parent_text_2" refType="w" fact="0.6311"/>
              <dgm:constr type="t" for="ch" forName="parent_text_2" refType="h" fact="0.5453"/>
              <dgm:constr type="w" for="ch" forName="parent_text_2" refType="w" fact="0.3478"/>
              <dgm:constr type="h" for="ch" forName="parent_text_2" refType="h" fact="0.1228"/>
              <dgm:constr type="l" for="ch" forName="parent_text_4" refType="w" fact="0.5878"/>
              <dgm:constr type="t" for="ch" forName="parent_text_4" refType="h" fact="0.1892"/>
              <dgm:constr type="w" for="ch" forName="parent_text_4" refType="w" fact="0.3478"/>
              <dgm:constr type="h" for="ch" forName="parent_text_4" refType="h" fact="0.1104"/>
              <dgm:constr type="l" for="ch" forName="accent_2" refType="w" fact="0.6265"/>
              <dgm:constr type="t" for="ch" forName="accent_2" refType="h" fact="0.0146"/>
              <dgm:constr type="w" for="ch" forName="accent_2" refType="w" fact="0.0515"/>
              <dgm:constr type="h" for="ch" forName="accent_2" refType="h" fact="0.0585"/>
              <dgm:constr type="l" for="ch" forName="accent_3" refType="w" fact="0.7038"/>
              <dgm:constr type="t" for="ch" forName="accent_3" refType="h" fact="0"/>
              <dgm:constr type="w" for="ch" forName="accent_3" refType="w" fact="0.0258"/>
              <dgm:constr type="h" for="ch" forName="accent_3" refType="h" fact="0.0292"/>
              <dgm:constr type="l" for="ch" forName="parent_text_5" refType="w" fact="0.6522"/>
              <dgm:constr type="t" for="ch" forName="parent_text_5" refType="h" fact="0.0717"/>
              <dgm:constr type="w" for="ch" forName="parent_text_5" refType="w" fact="0.3478"/>
              <dgm:constr type="h" for="ch" forName="parent_text_5" refType="h" fact="0.1023"/>
              <dgm:constr type="l" for="ch" forName="parent_text_3" refType="w" fact="0.6182"/>
              <dgm:constr type="t" for="ch" forName="parent_text_3" refType="h" fact="0.3501"/>
              <dgm:constr type="w" for="ch" forName="parent_text_3" refType="w" fact="0.3478"/>
              <dgm:constr type="h" for="ch" forName="parent_text_3" refType="h" fact="0.1596"/>
              <dgm:constr type="l" for="ch" forName="accent_4" refType="w" fact="0.5538"/>
              <dgm:constr type="t" for="ch" forName="accent_4" refType="h" fact="0.9211"/>
              <dgm:constr type="w" for="ch" forName="accent_4" refType="w" fact="0.0696"/>
              <dgm:constr type="h" for="ch" forName="accent_4" refType="h" fact="0.0789"/>
              <dgm:constr type="l" for="ch" forName="parent_text_6" refType="w" fact="0.0195"/>
              <dgm:constr type="t" for="ch" forName="parent_text_6" refType="h" fact="0.7561"/>
              <dgm:constr type="w" for="ch" forName="parent_text_6" refType="w" fact="0.3478"/>
              <dgm:constr type="h" for="ch" forName="parent_text_6" refType="h" fact="0.1784"/>
              <dgm:constr type="l" for="ch" forName="accent_5" refType="w" fact="0.6182"/>
              <dgm:constr type="t" for="ch" forName="accent_5" refType="h" fact="0.6725"/>
              <dgm:constr type="w" for="ch" forName="accent_5" refType="w" fact="0.0386"/>
              <dgm:constr type="h" for="ch" forName="accent_5" refType="h" fact="0.0439"/>
            </dgm:constrLst>
          </dgm:if>
          <dgm:else name="Name25">
            <dgm:constrLst>
              <dgm:constr type="primFontSz" for="des" ptType="node" op="equ" val="65"/>
              <dgm:constr type="l" for="ch" forName="image_accent_6" refType="w" fact="0.4379"/>
              <dgm:constr type="t" for="ch" forName="image_accent_6" refType="h" fact="0.7456"/>
              <dgm:constr type="w" for="ch" forName="image_accent_6" refType="w" fact="0.1757"/>
              <dgm:constr type="h" for="ch" forName="image_accent_6" refType="h" fact="0.1995"/>
              <dgm:constr type="l" for="ch" forName="image_6" refType="w" fact="0.4471"/>
              <dgm:constr type="t" for="ch" forName="image_6" refType="h" fact="0.7561"/>
              <dgm:constr type="w" for="ch" forName="image_6" refType="w" fact="0.1572"/>
              <dgm:constr type="h" for="ch" forName="image_6" refType="h" fact="0.1784"/>
              <dgm:constr type="l" for="ch" forName="image_accent_5" refType="w" fact="0.3677"/>
              <dgm:constr type="t" for="ch" forName="image_accent_5" refType="h" fact="0.0649"/>
              <dgm:constr type="w" for="ch" forName="image_accent_5" refType="w" fact="0.1022"/>
              <dgm:constr type="h" for="ch" forName="image_accent_5" refType="h" fact="0.116"/>
              <dgm:constr type="l" for="ch" forName="image_5" refType="w" fact="0.3738"/>
              <dgm:constr type="t" for="ch" forName="image_5" refType="h" fact="0.0717"/>
              <dgm:constr type="w" for="ch" forName="image_5" refType="w" fact="0.0902"/>
              <dgm:constr type="h" for="ch" forName="image_5" refType="h" fact="0.1023"/>
              <dgm:constr type="l" for="ch" forName="image_accent_4" refType="w" fact="0.437"/>
              <dgm:constr type="t" for="ch" forName="image_accent_4" refType="h" fact="0.1819"/>
              <dgm:constr type="w" for="ch" forName="image_accent_4" refType="w" fact="0.1103"/>
              <dgm:constr type="h" for="ch" forName="image_accent_4" refType="h" fact="0.1251"/>
              <dgm:constr type="l" for="ch" forName="image_4" refType="w" fact="0.4434"/>
              <dgm:constr type="t" for="ch" forName="image_4" refType="h" fact="0.1892"/>
              <dgm:constr type="w" for="ch" forName="image_4" refType="w" fact="0.0973"/>
              <dgm:constr type="h" for="ch" forName="image_4" refType="h" fact="0.1104"/>
              <dgm:constr type="l" for="ch" forName="image_accent_2" refType="w" fact="0.3942"/>
              <dgm:constr type="t" for="ch" forName="image_accent_2" refType="h" fact="0.5371"/>
              <dgm:constr type="w" for="ch" forName="image_accent_2" refType="w" fact="0.1226"/>
              <dgm:constr type="h" for="ch" forName="image_accent_2" refType="h" fact="0.1392"/>
              <dgm:constr type="l" for="ch" forName="image_2" refType="w" fact="0.4014"/>
              <dgm:constr type="t" for="ch" forName="image_2" refType="h" fact="0.5453"/>
              <dgm:constr type="w" for="ch" forName="image_2" refType="w" fact="0.1082"/>
              <dgm:constr type="h" for="ch" forName="image_2" refType="h" fact="0.1228"/>
              <dgm:constr type="l" for="ch" forName="image_accent_3" refType="w" fact="0.4075"/>
              <dgm:constr type="t" for="ch" forName="image_accent_3" refType="h" fact="0.3407"/>
              <dgm:constr type="w" for="ch" forName="image_accent_3" refType="w" fact="0.1573"/>
              <dgm:constr type="h" for="ch" forName="image_accent_3" refType="h" fact="0.1785"/>
              <dgm:constr type="l" for="ch" forName="image_3" refType="w" fact="0.4158"/>
              <dgm:constr type="t" for="ch" forName="image_3" refType="h" fact="0.3501"/>
              <dgm:constr type="w" for="ch" forName="image_3" refType="w" fact="0.1407"/>
              <dgm:constr type="h" for="ch" forName="image_3" refType="h" fact="0.1596"/>
              <dgm:constr type="l" for="ch" forName="image_accent_1" refType="w" fact="0.5338"/>
              <dgm:constr type="t" for="ch" forName="image_accent_1" refType="h" fact="0.4869"/>
              <dgm:constr type="w" for="ch" forName="image_accent_1" refType="w" fact="0.2344"/>
              <dgm:constr type="h" for="ch" forName="image_accent_1" refType="h" fact="0.2661"/>
              <dgm:constr type="l" for="ch" forName="image_1" refType="w" fact="0.5435"/>
              <dgm:constr type="t" for="ch" forName="image_1" refType="h" fact="0.4971"/>
              <dgm:constr type="w" for="ch" forName="image_1" refType="w" fact="0.2164"/>
              <dgm:constr type="h" for="ch" forName="image_1" refType="h" fact="0.2456"/>
              <dgm:constr type="l" for="ch" forName="parent_text_1" refType="w" fact="0.6522"/>
              <dgm:constr type="t" for="ch" forName="parent_text_1" refType="h" fact="0.3501"/>
              <dgm:constr type="w" for="ch" forName="parent_text_1" refType="w" fact="0.3478"/>
              <dgm:constr type="h" for="ch" forName="parent_text_1" refType="h" fact="0.125"/>
              <dgm:constr type="l" for="ch" forName="accent_1" refType="w" fact="0.5492"/>
              <dgm:constr type="t" for="ch" forName="accent_1" refType="h" fact="0.2909"/>
              <dgm:constr type="w" for="ch" forName="accent_1" refType="w" fact="0.0696"/>
              <dgm:constr type="h" for="ch" forName="accent_1" refType="h" fact="0.0789"/>
              <dgm:constr type="l" for="ch" forName="parent_text_2" refType="w" fact="0.0211"/>
              <dgm:constr type="t" for="ch" forName="parent_text_2" refType="h" fact="0.5453"/>
              <dgm:constr type="w" for="ch" forName="parent_text_2" refType="w" fact="0.3478"/>
              <dgm:constr type="h" for="ch" forName="parent_text_2" refType="h" fact="0.1228"/>
              <dgm:constr type="l" for="ch" forName="parent_text_4" refType="w" fact="0.0644"/>
              <dgm:constr type="t" for="ch" forName="parent_text_4" refType="h" fact="0.1892"/>
              <dgm:constr type="w" for="ch" forName="parent_text_4" refType="w" fact="0.3478"/>
              <dgm:constr type="h" for="ch" forName="parent_text_4" refType="h" fact="0.1104"/>
              <dgm:constr type="l" for="ch" forName="accent_2" refType="w" fact="0.322"/>
              <dgm:constr type="t" for="ch" forName="accent_2" refType="h" fact="0.0146"/>
              <dgm:constr type="w" for="ch" forName="accent_2" refType="w" fact="0.0515"/>
              <dgm:constr type="h" for="ch" forName="accent_2" refType="h" fact="0.0585"/>
              <dgm:constr type="l" for="ch" forName="accent_3" refType="w" fact="0.2705"/>
              <dgm:constr type="t" for="ch" forName="accent_3" refType="h" fact="0"/>
              <dgm:constr type="w" for="ch" forName="accent_3" refType="w" fact="0.0258"/>
              <dgm:constr type="h" for="ch" forName="accent_3" refType="h" fact="0.0292"/>
              <dgm:constr type="l" for="ch" forName="parent_text_5" refType="w" fact="0"/>
              <dgm:constr type="t" for="ch" forName="parent_text_5" refType="h" fact="0.0717"/>
              <dgm:constr type="w" for="ch" forName="parent_text_5" refType="w" fact="0.3478"/>
              <dgm:constr type="h" for="ch" forName="parent_text_5" refType="h" fact="0.1023"/>
              <dgm:constr type="l" for="ch" forName="parent_text_3" refType="w" fact="0.034"/>
              <dgm:constr type="t" for="ch" forName="parent_text_3" refType="h" fact="0.3501"/>
              <dgm:constr type="w" for="ch" forName="parent_text_3" refType="w" fact="0.3478"/>
              <dgm:constr type="h" for="ch" forName="parent_text_3" refType="h" fact="0.1596"/>
              <dgm:constr type="l" for="ch" forName="accent_4" refType="w" fact="0.3766"/>
              <dgm:constr type="t" for="ch" forName="accent_4" refType="h" fact="0.9211"/>
              <dgm:constr type="w" for="ch" forName="accent_4" refType="w" fact="0.0696"/>
              <dgm:constr type="h" for="ch" forName="accent_4" refType="h" fact="0.0789"/>
              <dgm:constr type="l" for="ch" forName="parent_text_6" refType="w" fact="0.6328"/>
              <dgm:constr type="t" for="ch" forName="parent_text_6" refType="h" fact="0.7561"/>
              <dgm:constr type="w" for="ch" forName="parent_text_6" refType="w" fact="0.3478"/>
              <dgm:constr type="h" for="ch" forName="parent_text_6" refType="h" fact="0.1784"/>
              <dgm:constr type="l" for="ch" forName="accent_5" refType="w" fact="0.3431"/>
              <dgm:constr type="t" for="ch" forName="accent_5" refType="h" fact="0.6725"/>
              <dgm:constr type="w" for="ch" forName="accent_5" refType="w" fact="0.0386"/>
              <dgm:constr type="h" for="ch" forName="accent_5" refType="h" fact="0.0439"/>
            </dgm:constrLst>
          </dgm:else>
        </dgm:choose>
      </dgm:if>
      <dgm:if name="Name26" axis="ch" ptType="node" func="cnt" op="equ" val="7">
        <dgm:alg type="composite">
          <dgm:param type="ar" val="1.0352"/>
        </dgm:alg>
        <dgm:choose name="Name27">
          <dgm:if name="Name28" func="var" arg="dir" op="equ" val="norm">
            <dgm:constrLst>
              <dgm:constr type="primFontSz" for="des" ptType="node" op="equ" val="65"/>
              <dgm:constr type="l" for="ch" forName="accent_1" refType="w" fact="0.7553"/>
              <dgm:constr type="t" for="ch" forName="accent_1" refType="h" fact="0.96"/>
              <dgm:constr type="w" for="ch" forName="accent_1" refType="w" fact="0.0386"/>
              <dgm:constr type="h" for="ch" forName="accent_1" refType="h" fact="0.04"/>
              <dgm:constr type="l" for="ch" forName="image_accent_2" refType="w" fact="0.4832"/>
              <dgm:constr type="t" for="ch" forName="image_accent_2" refType="h" fact="0.4899"/>
              <dgm:constr type="w" for="ch" forName="image_accent_2" refType="w" fact="0.1226"/>
              <dgm:constr type="h" for="ch" forName="image_accent_2" refType="h" fact="0.1269"/>
              <dgm:constr type="l" for="ch" forName="image_2" refType="w" fact="0.4904"/>
              <dgm:constr type="t" for="ch" forName="image_2" refType="h" fact="0.4973"/>
              <dgm:constr type="w" for="ch" forName="image_2" refType="w" fact="0.1082"/>
              <dgm:constr type="h" for="ch" forName="image_2" refType="h" fact="0.112"/>
              <dgm:constr type="l" for="ch" forName="image_accent_3" refType="w" fact="0.4352"/>
              <dgm:constr type="t" for="ch" forName="image_accent_3" refType="h" fact="0.3107"/>
              <dgm:constr type="w" for="ch" forName="image_accent_3" refType="w" fact="0.1573"/>
              <dgm:constr type="h" for="ch" forName="image_accent_3" refType="h" fact="0.1628"/>
              <dgm:constr type="l" for="ch" forName="image_3" refType="w" fact="0.4435"/>
              <dgm:constr type="t" for="ch" forName="image_3" refType="h" fact="0.3193"/>
              <dgm:constr type="w" for="ch" forName="image_3" refType="w" fact="0.1407"/>
              <dgm:constr type="h" for="ch" forName="image_3" refType="h" fact="0.1456"/>
              <dgm:constr type="l" for="ch" forName="image_accent_4" refType="w" fact="0.4528"/>
              <dgm:constr type="t" for="ch" forName="image_accent_4" refType="h" fact="0.1659"/>
              <dgm:constr type="w" for="ch" forName="image_accent_4" refType="w" fact="0.1103"/>
              <dgm:constr type="h" for="ch" forName="image_accent_4" refType="h" fact="0.1141"/>
              <dgm:constr type="l" for="ch" forName="image_4" refType="w" fact="0.4593"/>
              <dgm:constr type="t" for="ch" forName="image_4" refType="h" fact="0.1726"/>
              <dgm:constr type="w" for="ch" forName="image_4" refType="w" fact="0.0973"/>
              <dgm:constr type="h" for="ch" forName="image_4" refType="h" fact="0.1007"/>
              <dgm:constr type="l" for="ch" forName="image_accent_5" refType="w" fact="0.5301"/>
              <dgm:constr type="t" for="ch" forName="image_accent_5" refType="h" fact="0.0592"/>
              <dgm:constr type="w" for="ch" forName="image_accent_5" refType="w" fact="0.1022"/>
              <dgm:constr type="h" for="ch" forName="image_accent_5" refType="h" fact="0.1058"/>
              <dgm:constr type="l" for="ch" forName="image_5" refType="w" fact="0.5361"/>
              <dgm:constr type="t" for="ch" forName="image_5" refType="h" fact="0.0654"/>
              <dgm:constr type="w" for="ch" forName="image_5" refType="w" fact="0.0902"/>
              <dgm:constr type="h" for="ch" forName="image_5" refType="h" fact="0.0933"/>
              <dgm:constr type="l" for="ch" forName="image_accent_6" refType="w" fact="0.3864"/>
              <dgm:constr type="t" for="ch" forName="image_accent_6" refType="h" fact="0.68"/>
              <dgm:constr type="w" for="ch" forName="image_accent_6" refType="w" fact="0.1757"/>
              <dgm:constr type="h" for="ch" forName="image_accent_6" refType="h" fact="0.1819"/>
              <dgm:constr type="l" for="ch" forName="image_6" refType="w" fact="0.3957"/>
              <dgm:constr type="t" for="ch" forName="image_6" refType="h" fact="0.6896"/>
              <dgm:constr type="w" for="ch" forName="image_6" refType="w" fact="0.1572"/>
              <dgm:constr type="h" for="ch" forName="image_6" refType="h" fact="0.1627"/>
              <dgm:constr type="l" for="ch" forName="image_accent_7" refType="w" fact="0.5291"/>
              <dgm:constr type="t" for="ch" forName="image_accent_7" refType="h" fact="0.8325"/>
              <dgm:constr type="w" for="ch" forName="image_accent_7" refType="w" fact="0.1103"/>
              <dgm:constr type="h" for="ch" forName="image_accent_7" refType="h" fact="0.1141"/>
              <dgm:constr type="l" for="ch" forName="image_7" refType="w" fact="0.5356"/>
              <dgm:constr type="t" for="ch" forName="image_7" refType="h" fact="0.8392"/>
              <dgm:constr type="w" for="ch" forName="image_7" refType="w" fact="0.0973"/>
              <dgm:constr type="h" for="ch" forName="image_7" refType="h" fact="0.1007"/>
              <dgm:constr type="l" for="ch" forName="image_accent_1" refType="w" fact="0.2318"/>
              <dgm:constr type="t" for="ch" forName="image_accent_1" refType="h" fact="0.444"/>
              <dgm:constr type="w" for="ch" forName="image_accent_1" refType="w" fact="0.2344"/>
              <dgm:constr type="h" for="ch" forName="image_accent_1" refType="h" fact="0.2426"/>
              <dgm:constr type="l" for="ch" forName="image_1" refType="w" fact="0.2408"/>
              <dgm:constr type="t" for="ch" forName="image_1" refType="h" fact="0.4533"/>
              <dgm:constr type="w" for="ch" forName="image_1" refType="w" fact="0.2164"/>
              <dgm:constr type="h" for="ch" forName="image_1" refType="h" fact="0.224"/>
              <dgm:constr type="l" for="ch" forName="parent_text_1" refType="w" fact="0"/>
              <dgm:constr type="t" for="ch" forName="parent_text_1" refType="h" fact="0.3193"/>
              <dgm:constr type="w" for="ch" forName="parent_text_1" refType="w" fact="0.3478"/>
              <dgm:constr type="h" for="ch" forName="parent_text_1" refType="h" fact="0.115"/>
              <dgm:constr type="l" for="ch" forName="accent_2" refType="w" fact="0.3813"/>
              <dgm:constr type="t" for="ch" forName="accent_2" refType="h" fact="0.2653"/>
              <dgm:constr type="w" for="ch" forName="accent_2" refType="w" fact="0.0696"/>
              <dgm:constr type="h" for="ch" forName="accent_2" refType="h" fact="0.072"/>
              <dgm:constr type="l" for="ch" forName="parent_text_2" refType="w" fact="0.6311"/>
              <dgm:constr type="t" for="ch" forName="parent_text_2" refType="h" fact="0.4973"/>
              <dgm:constr type="w" for="ch" forName="parent_text_2" refType="w" fact="0.3478"/>
              <dgm:constr type="h" for="ch" forName="parent_text_2" refType="h" fact="0.112"/>
              <dgm:constr type="l" for="ch" forName="parent_text_4" refType="w" fact="0.5878"/>
              <dgm:constr type="t" for="ch" forName="parent_text_4" refType="h" fact="0.1726"/>
              <dgm:constr type="w" for="ch" forName="parent_text_4" refType="w" fact="0.3478"/>
              <dgm:constr type="h" for="ch" forName="parent_text_4" refType="h" fact="0.1007"/>
              <dgm:constr type="l" for="ch" forName="accent_3" refType="w" fact="0.7038"/>
              <dgm:constr type="t" for="ch" forName="accent_3" refType="h" fact="0"/>
              <dgm:constr type="w" for="ch" forName="accent_3" refType="w" fact="0.0258"/>
              <dgm:constr type="h" for="ch" forName="accent_3" refType="h" fact="0.0267"/>
              <dgm:constr type="l" for="ch" forName="parent_text_5" refType="w" fact="0.6522"/>
              <dgm:constr type="t" for="ch" forName="parent_text_5" refType="h" fact="0.0654"/>
              <dgm:constr type="w" for="ch" forName="parent_text_5" refType="w" fact="0.3478"/>
              <dgm:constr type="h" for="ch" forName="parent_text_5" refType="h" fact="0.0933"/>
              <dgm:constr type="l" for="ch" forName="parent_text_3" refType="w" fact="0.6182"/>
              <dgm:constr type="t" for="ch" forName="parent_text_3" refType="h" fact="0.3193"/>
              <dgm:constr type="w" for="ch" forName="parent_text_3" refType="w" fact="0.3478"/>
              <dgm:constr type="h" for="ch" forName="parent_text_3" refType="h" fact="0.1456"/>
              <dgm:constr type="l" for="ch" forName="parent_text_6" refType="w" fact="0.02"/>
              <dgm:constr type="t" for="ch" forName="parent_text_6" refType="h" fact="0.6896"/>
              <dgm:constr type="w" for="ch" forName="parent_text_6" refType="w" fact="0.3478"/>
              <dgm:constr type="h" for="ch" forName="parent_text_6" refType="h" fact="0.1627"/>
              <dgm:constr type="l" for="ch" forName="accent_4" refType="w" fact="0.6265"/>
              <dgm:constr type="t" for="ch" forName="accent_4" refType="h" fact="0.0213"/>
              <dgm:constr type="w" for="ch" forName="accent_4" refType="w" fact="0.0515"/>
              <dgm:constr type="h" for="ch" forName="accent_4" refType="h" fact="0.0533"/>
              <dgm:constr type="l" for="ch" forName="accent_5" refType="w" fact="0.6522"/>
              <dgm:constr type="t" for="ch" forName="accent_5" refType="h" fact="0.92"/>
              <dgm:constr type="w" for="ch" forName="accent_5" refType="w" fact="0.0696"/>
              <dgm:constr type="h" for="ch" forName="accent_5" refType="h" fact="0.072"/>
              <dgm:constr type="l" for="ch" forName="parent_text_7" refType="w" fact="0.105"/>
              <dgm:constr type="t" for="ch" forName="parent_text_7" refType="h" fact="0.87"/>
              <dgm:constr type="w" for="ch" forName="parent_text_7" refType="w" fact="0.407"/>
              <dgm:constr type="h" for="ch" forName="parent_text_7" refType="h" fact="0.13"/>
              <dgm:constr type="l" for="ch" forName="accent_6" refType="w" fact="0.6136"/>
              <dgm:constr type="t" for="ch" forName="accent_6" refType="h" fact="0.6133"/>
              <dgm:constr type="w" for="ch" forName="accent_6" refType="w" fact="0.0386"/>
              <dgm:constr type="h" for="ch" forName="accent_6" refType="h" fact="0.04"/>
            </dgm:constrLst>
          </dgm:if>
          <dgm:else name="Name29">
            <dgm:constrLst>
              <dgm:constr type="primFontSz" for="des" ptType="node" op="equ" val="65"/>
              <dgm:constr type="l" for="ch" forName="accent_1" refType="w" fact="0.2061"/>
              <dgm:constr type="t" for="ch" forName="accent_1" refType="h" fact="0.96"/>
              <dgm:constr type="w" for="ch" forName="accent_1" refType="w" fact="0.0386"/>
              <dgm:constr type="h" for="ch" forName="accent_1" refType="h" fact="0.04"/>
              <dgm:constr type="l" for="ch" forName="image_accent_7" refType="w" fact="0.3606"/>
              <dgm:constr type="t" for="ch" forName="image_accent_7" refType="h" fact="0.8325"/>
              <dgm:constr type="w" for="ch" forName="image_accent_7" refType="w" fact="0.1103"/>
              <dgm:constr type="h" for="ch" forName="image_accent_7" refType="h" fact="0.1141"/>
              <dgm:constr type="l" for="ch" forName="image_7" refType="w" fact="0.3671"/>
              <dgm:constr type="t" for="ch" forName="image_7" refType="h" fact="0.8392"/>
              <dgm:constr type="w" for="ch" forName="image_7" refType="w" fact="0.0973"/>
              <dgm:constr type="h" for="ch" forName="image_7" refType="h" fact="0.1007"/>
              <dgm:constr type="l" for="ch" forName="image_accent_6" refType="w" fact="0.4379"/>
              <dgm:constr type="t" for="ch" forName="image_accent_6" refType="h" fact="0.68"/>
              <dgm:constr type="w" for="ch" forName="image_accent_6" refType="w" fact="0.1757"/>
              <dgm:constr type="h" for="ch" forName="image_accent_6" refType="h" fact="0.1819"/>
              <dgm:constr type="l" for="ch" forName="image_6" refType="w" fact="0.4471"/>
              <dgm:constr type="t" for="ch" forName="image_6" refType="h" fact="0.6896"/>
              <dgm:constr type="w" for="ch" forName="image_6" refType="w" fact="0.1572"/>
              <dgm:constr type="h" for="ch" forName="image_6" refType="h" fact="0.1627"/>
              <dgm:constr type="l" for="ch" forName="image_accent_5" refType="w" fact="0.3677"/>
              <dgm:constr type="t" for="ch" forName="image_accent_5" refType="h" fact="0.0592"/>
              <dgm:constr type="w" for="ch" forName="image_accent_5" refType="w" fact="0.1022"/>
              <dgm:constr type="h" for="ch" forName="image_accent_5" refType="h" fact="0.1058"/>
              <dgm:constr type="l" for="ch" forName="image_5" refType="w" fact="0.3738"/>
              <dgm:constr type="t" for="ch" forName="image_5" refType="h" fact="0.0654"/>
              <dgm:constr type="w" for="ch" forName="image_5" refType="w" fact="0.0902"/>
              <dgm:constr type="h" for="ch" forName="image_5" refType="h" fact="0.0933"/>
              <dgm:constr type="l" for="ch" forName="image_accent_4" refType="w" fact="0.437"/>
              <dgm:constr type="t" for="ch" forName="image_accent_4" refType="h" fact="0.1659"/>
              <dgm:constr type="w" for="ch" forName="image_accent_4" refType="w" fact="0.1103"/>
              <dgm:constr type="h" for="ch" forName="image_accent_4" refType="h" fact="0.1141"/>
              <dgm:constr type="l" for="ch" forName="image_4" refType="w" fact="0.4434"/>
              <dgm:constr type="t" for="ch" forName="image_4" refType="h" fact="0.1726"/>
              <dgm:constr type="w" for="ch" forName="image_4" refType="w" fact="0.0973"/>
              <dgm:constr type="h" for="ch" forName="image_4" refType="h" fact="0.1007"/>
              <dgm:constr type="l" for="ch" forName="image_accent_2" refType="w" fact="0.3942"/>
              <dgm:constr type="t" for="ch" forName="image_accent_2" refType="h" fact="0.4899"/>
              <dgm:constr type="w" for="ch" forName="image_accent_2" refType="w" fact="0.1226"/>
              <dgm:constr type="h" for="ch" forName="image_accent_2" refType="h" fact="0.1269"/>
              <dgm:constr type="l" for="ch" forName="image_2" refType="w" fact="0.4014"/>
              <dgm:constr type="t" for="ch" forName="image_2" refType="h" fact="0.4973"/>
              <dgm:constr type="w" for="ch" forName="image_2" refType="w" fact="0.1082"/>
              <dgm:constr type="h" for="ch" forName="image_2" refType="h" fact="0.112"/>
              <dgm:constr type="l" for="ch" forName="image_accent_3" refType="w" fact="0.4075"/>
              <dgm:constr type="t" for="ch" forName="image_accent_3" refType="h" fact="0.3107"/>
              <dgm:constr type="w" for="ch" forName="image_accent_3" refType="w" fact="0.1573"/>
              <dgm:constr type="h" for="ch" forName="image_accent_3" refType="h" fact="0.1628"/>
              <dgm:constr type="l" for="ch" forName="image_3" refType="w" fact="0.4158"/>
              <dgm:constr type="t" for="ch" forName="image_3" refType="h" fact="0.3193"/>
              <dgm:constr type="w" for="ch" forName="image_3" refType="w" fact="0.1407"/>
              <dgm:constr type="h" for="ch" forName="image_3" refType="h" fact="0.1456"/>
              <dgm:constr type="l" for="ch" forName="image_accent_1" refType="w" fact="0.5338"/>
              <dgm:constr type="t" for="ch" forName="image_accent_1" refType="h" fact="0.444"/>
              <dgm:constr type="w" for="ch" forName="image_accent_1" refType="w" fact="0.2344"/>
              <dgm:constr type="h" for="ch" forName="image_accent_1" refType="h" fact="0.2426"/>
              <dgm:constr type="l" for="ch" forName="image_1" refType="w" fact="0.5428"/>
              <dgm:constr type="t" for="ch" forName="image_1" refType="h" fact="0.4533"/>
              <dgm:constr type="w" for="ch" forName="image_1" refType="w" fact="0.2164"/>
              <dgm:constr type="h" for="ch" forName="image_1" refType="h" fact="0.224"/>
              <dgm:constr type="l" for="ch" forName="parent_text_1" refType="w" fact="0.6522"/>
              <dgm:constr type="t" for="ch" forName="parent_text_1" refType="h" fact="0.3193"/>
              <dgm:constr type="w" for="ch" forName="parent_text_1" refType="w" fact="0.3478"/>
              <dgm:constr type="h" for="ch" forName="parent_text_1" refType="h" fact="0.115"/>
              <dgm:constr type="l" for="ch" forName="accent_2" refType="w" fact="0.5492"/>
              <dgm:constr type="t" for="ch" forName="accent_2" refType="h" fact="0.2653"/>
              <dgm:constr type="w" for="ch" forName="accent_2" refType="w" fact="0.0696"/>
              <dgm:constr type="h" for="ch" forName="accent_2" refType="h" fact="0.072"/>
              <dgm:constr type="l" for="ch" forName="parent_text_2" refType="w" fact="0.0211"/>
              <dgm:constr type="t" for="ch" forName="parent_text_2" refType="h" fact="0.4973"/>
              <dgm:constr type="w" for="ch" forName="parent_text_2" refType="w" fact="0.3478"/>
              <dgm:constr type="h" for="ch" forName="parent_text_2" refType="h" fact="0.112"/>
              <dgm:constr type="l" for="ch" forName="parent_text_4" refType="w" fact="0.0644"/>
              <dgm:constr type="t" for="ch" forName="parent_text_4" refType="h" fact="0.1726"/>
              <dgm:constr type="w" for="ch" forName="parent_text_4" refType="w" fact="0.3478"/>
              <dgm:constr type="h" for="ch" forName="parent_text_4" refType="h" fact="0.1007"/>
              <dgm:constr type="l" for="ch" forName="accent_3" refType="w" fact="0.2705"/>
              <dgm:constr type="t" for="ch" forName="accent_3" refType="h" fact="0"/>
              <dgm:constr type="w" for="ch" forName="accent_3" refType="w" fact="0.0258"/>
              <dgm:constr type="h" for="ch" forName="accent_3" refType="h" fact="0.0267"/>
              <dgm:constr type="l" for="ch" forName="parent_text_5" refType="w" fact="0"/>
              <dgm:constr type="t" for="ch" forName="parent_text_5" refType="h" fact="0.0654"/>
              <dgm:constr type="w" for="ch" forName="parent_text_5" refType="w" fact="0.3478"/>
              <dgm:constr type="h" for="ch" forName="parent_text_5" refType="h" fact="0.0933"/>
              <dgm:constr type="l" for="ch" forName="parent_text_3" refType="w" fact="0.034"/>
              <dgm:constr type="t" for="ch" forName="parent_text_3" refType="h" fact="0.3193"/>
              <dgm:constr type="w" for="ch" forName="parent_text_3" refType="w" fact="0.3478"/>
              <dgm:constr type="h" for="ch" forName="parent_text_3" refType="h" fact="0.1456"/>
              <dgm:constr type="l" for="ch" forName="parent_text_6" refType="w" fact="0.63"/>
              <dgm:constr type="t" for="ch" forName="parent_text_6" refType="h" fact="0.6896"/>
              <dgm:constr type="w" for="ch" forName="parent_text_6" refType="w" fact="0.3478"/>
              <dgm:constr type="h" for="ch" forName="parent_text_6" refType="h" fact="0.1627"/>
              <dgm:constr type="l" for="ch" forName="accent_4" refType="w" fact="0.322"/>
              <dgm:constr type="t" for="ch" forName="accent_4" refType="h" fact="0.0213"/>
              <dgm:constr type="w" for="ch" forName="accent_4" refType="w" fact="0.0515"/>
              <dgm:constr type="h" for="ch" forName="accent_4" refType="h" fact="0.0533"/>
              <dgm:constr type="l" for="ch" forName="accent_5" refType="w" fact="0.2782"/>
              <dgm:constr type="t" for="ch" forName="accent_5" refType="h" fact="0.92"/>
              <dgm:constr type="w" for="ch" forName="accent_5" refType="w" fact="0.0696"/>
              <dgm:constr type="h" for="ch" forName="accent_5" refType="h" fact="0.072"/>
              <dgm:constr type="l" for="ch" forName="parent_text_7" refType="w" fact="0.485"/>
              <dgm:constr type="t" for="ch" forName="parent_text_7" refType="h" fact="0.87"/>
              <dgm:constr type="w" for="ch" forName="parent_text_7" refType="w" fact="0.347"/>
              <dgm:constr type="h" for="ch" forName="parent_text_7" refType="h" fact="0.13"/>
              <dgm:constr type="l" for="ch" forName="accent_6" refType="w" fact="0.3478"/>
              <dgm:constr type="t" for="ch" forName="accent_6" refType="h" fact="0.6133"/>
              <dgm:constr type="w" for="ch" forName="accent_6" refType="w" fact="0.0386"/>
              <dgm:constr type="h" for="ch" forName="accent_6" refType="h" fact="0.04"/>
            </dgm:constrLst>
          </dgm:else>
        </dgm:choose>
        <dgm:layoutNode name="accent_6" styleLbl="alignNode1">
          <dgm:alg type="sp"/>
          <dgm:shape xmlns:r="http://schemas.openxmlformats.org/officeDocument/2006/relationships" type="donut" r:blip="">
            <dgm:adjLst>
              <dgm:adj idx="1" val="0.0746"/>
            </dgm:adjLst>
          </dgm:shape>
          <dgm:presOf/>
        </dgm:layoutNode>
      </dgm:if>
      <dgm:else name="Name30">
        <dgm:alg type="composite">
          <dgm:param type="ar" val="0.9705"/>
        </dgm:alg>
        <dgm:choose name="Name31">
          <dgm:if name="Name32" func="var" arg="dir" op="equ" val="norm">
            <dgm:constrLst>
              <dgm:constr type="primFontSz" for="des" ptType="node" op="equ" val="65"/>
              <dgm:constr type="l" for="ch" forName="accent_1" refType="w" fact="0.7599"/>
              <dgm:constr type="t" for="ch" forName="accent_1" refType="h" fact="0.925"/>
              <dgm:constr type="w" for="ch" forName="accent_1" refType="w" fact="0.0386"/>
              <dgm:constr type="h" for="ch" forName="accent_1" refType="h" fact="0.0375"/>
              <dgm:constr type="l" for="ch" forName="accent_2" refType="w" fact="0.6182"/>
              <dgm:constr type="t" for="ch" forName="accent_2" refType="h" fact="0.575"/>
              <dgm:constr type="w" for="ch" forName="accent_2" refType="w" fact="0.0386"/>
              <dgm:constr type="h" for="ch" forName="accent_2" refType="h" fact="0.0375"/>
              <dgm:constr type="l" for="ch" forName="image_accent_8" refType="w" fact="0.6449"/>
              <dgm:constr type="t" for="ch" forName="image_accent_8" refType="h" fact="0.8508"/>
              <dgm:constr type="w" for="ch" forName="image_accent_8" refType="w" fact="0.1022"/>
              <dgm:constr type="h" for="ch" forName="image_accent_8" refType="h" fact="0.0992"/>
              <dgm:constr type="l" for="ch" forName="image_8" refType="w" fact="0.6538"/>
              <dgm:constr type="t" for="ch" forName="image_8" refType="h" fact="0.8595"/>
              <dgm:constr type="w" for="ch" forName="image_8" refType="w" fact="0.0844"/>
              <dgm:constr type="h" for="ch" forName="image_8" refType="h" fact="0.0819"/>
              <dgm:constr type="l" for="ch" forName="image_accent_7" refType="w" fact="0.5291"/>
              <dgm:constr type="t" for="ch" forName="image_accent_7" refType="h" fact="0.7805"/>
              <dgm:constr type="w" for="ch" forName="image_accent_7" refType="w" fact="0.1103"/>
              <dgm:constr type="h" for="ch" forName="image_accent_7" refType="h" fact="0.107"/>
              <dgm:constr type="l" for="ch" forName="image_7" refType="w" fact="0.5356"/>
              <dgm:constr type="t" for="ch" forName="image_7" refType="h" fact="0.7868"/>
              <dgm:constr type="w" for="ch" forName="image_7" refType="w" fact="0.0973"/>
              <dgm:constr type="h" for="ch" forName="image_7" refType="h" fact="0.0944"/>
              <dgm:constr type="l" for="ch" forName="image_accent_6" refType="w" fact="0.3864"/>
              <dgm:constr type="t" for="ch" forName="image_accent_6" refType="h" fact="0.6375"/>
              <dgm:constr type="w" for="ch" forName="image_accent_6" refType="w" fact="0.1757"/>
              <dgm:constr type="h" for="ch" forName="image_accent_6" refType="h" fact="0.1706"/>
              <dgm:constr type="l" for="ch" forName="image_6" refType="w" fact="0.3957"/>
              <dgm:constr type="t" for="ch" forName="image_6" refType="h" fact="0.6465"/>
              <dgm:constr type="w" for="ch" forName="image_6" refType="w" fact="0.1572"/>
              <dgm:constr type="h" for="ch" forName="image_6" refType="h" fact="0.1525"/>
              <dgm:constr type="l" for="ch" forName="image_accent_5" refType="w" fact="0.5301"/>
              <dgm:constr type="t" for="ch" forName="image_accent_5" refType="h" fact="0.0555"/>
              <dgm:constr type="w" for="ch" forName="image_accent_5" refType="w" fact="0.1022"/>
              <dgm:constr type="h" for="ch" forName="image_accent_5" refType="h" fact="0.0992"/>
              <dgm:constr type="l" for="ch" forName="image_5" refType="w" fact="0.5361"/>
              <dgm:constr type="t" for="ch" forName="image_5" refType="h" fact="0.0613"/>
              <dgm:constr type="w" for="ch" forName="image_5" refType="w" fact="0.0902"/>
              <dgm:constr type="h" for="ch" forName="image_5" refType="h" fact="0.0875"/>
              <dgm:constr type="l" for="ch" forName="image_accent_4" refType="w" fact="0.4528"/>
              <dgm:constr type="t" for="ch" forName="image_accent_4" refType="h" fact="0.1555"/>
              <dgm:constr type="w" for="ch" forName="image_accent_4" refType="w" fact="0.1103"/>
              <dgm:constr type="h" for="ch" forName="image_accent_4" refType="h" fact="0.107"/>
              <dgm:constr type="l" for="ch" forName="image_4" refType="w" fact="0.4593"/>
              <dgm:constr type="t" for="ch" forName="image_4" refType="h" fact="0.1618"/>
              <dgm:constr type="w" for="ch" forName="image_4" refType="w" fact="0.0973"/>
              <dgm:constr type="h" for="ch" forName="image_4" refType="h" fact="0.0944"/>
              <dgm:constr type="l" for="ch" forName="image_accent_2" refType="w" fact="0.4832"/>
              <dgm:constr type="t" for="ch" forName="image_accent_2" refType="h" fact="0.4593"/>
              <dgm:constr type="w" for="ch" forName="image_accent_2" refType="w" fact="0.1226"/>
              <dgm:constr type="h" for="ch" forName="image_accent_2" refType="h" fact="0.119"/>
              <dgm:constr type="l" for="ch" forName="image_2" refType="w" fact="0.4904"/>
              <dgm:constr type="t" for="ch" forName="image_2" refType="h" fact="0.4663"/>
              <dgm:constr type="w" for="ch" forName="image_2" refType="w" fact="0.1082"/>
              <dgm:constr type="h" for="ch" forName="image_2" refType="h" fact="0.105"/>
              <dgm:constr type="l" for="ch" forName="image_accent_3" refType="w" fact="0.4352"/>
              <dgm:constr type="t" for="ch" forName="image_accent_3" refType="h" fact="0.2913"/>
              <dgm:constr type="w" for="ch" forName="image_accent_3" refType="w" fact="0.1573"/>
              <dgm:constr type="h" for="ch" forName="image_accent_3" refType="h" fact="0.1526"/>
              <dgm:constr type="l" for="ch" forName="image_3" refType="w" fact="0.4435"/>
              <dgm:constr type="t" for="ch" forName="image_3" refType="h" fact="0.2993"/>
              <dgm:constr type="w" for="ch" forName="image_3" refType="w" fact="0.1407"/>
              <dgm:constr type="h" for="ch" forName="image_3" refType="h" fact="0.1365"/>
              <dgm:constr type="l" for="ch" forName="image_accent_1" refType="w" fact="0.2318"/>
              <dgm:constr type="t" for="ch" forName="image_accent_1" refType="h" fact="0.4163"/>
              <dgm:constr type="w" for="ch" forName="image_accent_1" refType="w" fact="0.2344"/>
              <dgm:constr type="h" for="ch" forName="image_accent_1" refType="h" fact="0.2275"/>
              <dgm:constr type="l" for="ch" forName="image_1" refType="w" fact="0.2408"/>
              <dgm:constr type="t" for="ch" forName="image_1" refType="h" fact="0.425"/>
              <dgm:constr type="w" for="ch" forName="image_1" refType="w" fact="0.2164"/>
              <dgm:constr type="h" for="ch" forName="image_1" refType="h" fact="0.21"/>
              <dgm:constr type="l" for="ch" forName="parent_text_1" refType="w" fact="0"/>
              <dgm:constr type="t" for="ch" forName="parent_text_1" refType="h" fact="0.2993"/>
              <dgm:constr type="w" for="ch" forName="parent_text_1" refType="w" fact="0.3478"/>
              <dgm:constr type="h" for="ch" forName="parent_text_1" refType="h" fact="0.11"/>
              <dgm:constr type="l" for="ch" forName="accent_3" refType="w" fact="0.3813"/>
              <dgm:constr type="t" for="ch" forName="accent_3" refType="h" fact="0.2488"/>
              <dgm:constr type="w" for="ch" forName="accent_3" refType="w" fact="0.0696"/>
              <dgm:constr type="h" for="ch" forName="accent_3" refType="h" fact="0.0675"/>
              <dgm:constr type="l" for="ch" forName="parent_text_2" refType="w" fact="0.6311"/>
              <dgm:constr type="t" for="ch" forName="parent_text_2" refType="h" fact="0.4663"/>
              <dgm:constr type="w" for="ch" forName="parent_text_2" refType="w" fact="0.3478"/>
              <dgm:constr type="h" for="ch" forName="parent_text_2" refType="h" fact="0.105"/>
              <dgm:constr type="l" for="ch" forName="parent_text_4" refType="w" fact="0.5878"/>
              <dgm:constr type="t" for="ch" forName="parent_text_4" refType="h" fact="0.1618"/>
              <dgm:constr type="w" for="ch" forName="parent_text_4" refType="w" fact="0.3478"/>
              <dgm:constr type="h" for="ch" forName="parent_text_4" refType="h" fact="0.0944"/>
              <dgm:constr type="l" for="ch" forName="accent_4" refType="w" fact="0.7038"/>
              <dgm:constr type="t" for="ch" forName="accent_4" refType="h" fact="0"/>
              <dgm:constr type="w" for="ch" forName="accent_4" refType="w" fact="0.0258"/>
              <dgm:constr type="h" for="ch" forName="accent_4" refType="h" fact="0.025"/>
              <dgm:constr type="l" for="ch" forName="parent_text_5" refType="w" fact="0.6522"/>
              <dgm:constr type="t" for="ch" forName="parent_text_5" refType="h" fact="0.0625"/>
              <dgm:constr type="w" for="ch" forName="parent_text_5" refType="w" fact="0.3478"/>
              <dgm:constr type="h" for="ch" forName="parent_text_5" refType="h" fact="0.0863"/>
              <dgm:constr type="l" for="ch" forName="parent_text_3" refType="w" fact="0.6182"/>
              <dgm:constr type="t" for="ch" forName="parent_text_3" refType="h" fact="0.2993"/>
              <dgm:constr type="w" for="ch" forName="parent_text_3" refType="w" fact="0.3478"/>
              <dgm:constr type="h" for="ch" forName="parent_text_3" refType="h" fact="0.1365"/>
              <dgm:constr type="l" for="ch" forName="parent_text_6" refType="w" fact="0.02"/>
              <dgm:constr type="t" for="ch" forName="parent_text_6" refType="h" fact="0.6465"/>
              <dgm:constr type="w" for="ch" forName="parent_text_6" refType="w" fact="0.3478"/>
              <dgm:constr type="h" for="ch" forName="parent_text_6" refType="h" fact="0.1525"/>
              <dgm:constr type="l" for="ch" forName="accent_5" refType="w" fact="0.6265"/>
              <dgm:constr type="t" for="ch" forName="accent_5" refType="h" fact="0.02"/>
              <dgm:constr type="w" for="ch" forName="accent_5" refType="w" fact="0.0515"/>
              <dgm:constr type="h" for="ch" forName="accent_5" refType="h" fact="0.05"/>
              <dgm:constr type="l" for="ch" forName="parent_text_7" refType="w" fact="0.165"/>
              <dgm:constr type="t" for="ch" forName="parent_text_7" refType="h" fact="0.81"/>
              <dgm:constr type="w" for="ch" forName="parent_text_7" refType="w" fact="0.3478"/>
              <dgm:constr type="h" for="ch" forName="parent_text_7" refType="h" fact="0.077"/>
              <dgm:constr type="l" for="ch" forName="parent_text_8" refType="w" fact="0.275"/>
              <dgm:constr type="t" for="ch" forName="parent_text_8" refType="h" fact="0.89"/>
              <dgm:constr type="w" for="ch" forName="parent_text_8" refType="w" fact="0.3478"/>
              <dgm:constr type="h" for="ch" forName="parent_text_8" refType="h" fact="0.11"/>
            </dgm:constrLst>
          </dgm:if>
          <dgm:else name="Name33">
            <dgm:constrLst>
              <dgm:constr type="primFontSz" for="des" ptType="node" op="equ" val="65"/>
              <dgm:constr type="l" for="ch" forName="accent_1" refType="w" fact="0.2014"/>
              <dgm:constr type="t" for="ch" forName="accent_1" refType="h" fact="0.925"/>
              <dgm:constr type="w" for="ch" forName="accent_1" refType="w" fact="0.0386"/>
              <dgm:constr type="h" for="ch" forName="accent_1" refType="h" fact="0.0375"/>
              <dgm:constr type="l" for="ch" forName="accent_2" refType="w" fact="0.3431"/>
              <dgm:constr type="t" for="ch" forName="accent_2" refType="h" fact="0.575"/>
              <dgm:constr type="w" for="ch" forName="accent_2" refType="w" fact="0.0386"/>
              <dgm:constr type="h" for="ch" forName="accent_2" refType="h" fact="0.0375"/>
              <dgm:constr type="l" for="ch" forName="image_accent_8" refType="w" fact="0.253"/>
              <dgm:constr type="t" for="ch" forName="image_accent_8" refType="h" fact="0.8508"/>
              <dgm:constr type="w" for="ch" forName="image_accent_8" refType="w" fact="0.1022"/>
              <dgm:constr type="h" for="ch" forName="image_accent_8" refType="h" fact="0.0992"/>
              <dgm:constr type="l" for="ch" forName="image_8" refType="w" fact="0.2619"/>
              <dgm:constr type="t" for="ch" forName="image_8" refType="h" fact="0.8595"/>
              <dgm:constr type="w" for="ch" forName="image_8" refType="w" fact="0.0844"/>
              <dgm:constr type="h" for="ch" forName="image_8" refType="h" fact="0.0819"/>
              <dgm:constr type="l" for="ch" forName="image_accent_7" refType="w" fact="0.3606"/>
              <dgm:constr type="t" for="ch" forName="image_accent_7" refType="h" fact="0.7805"/>
              <dgm:constr type="w" for="ch" forName="image_accent_7" refType="w" fact="0.1103"/>
              <dgm:constr type="h" for="ch" forName="image_accent_7" refType="h" fact="0.107"/>
              <dgm:constr type="l" for="ch" forName="image_7" refType="w" fact="0.3671"/>
              <dgm:constr type="t" for="ch" forName="image_7" refType="h" fact="0.7868"/>
              <dgm:constr type="w" for="ch" forName="image_7" refType="w" fact="0.0973"/>
              <dgm:constr type="h" for="ch" forName="image_7" refType="h" fact="0.0944"/>
              <dgm:constr type="l" for="ch" forName="image_accent_6" refType="w" fact="0.4379"/>
              <dgm:constr type="t" for="ch" forName="image_accent_6" refType="h" fact="0.6375"/>
              <dgm:constr type="w" for="ch" forName="image_accent_6" refType="w" fact="0.1757"/>
              <dgm:constr type="h" for="ch" forName="image_accent_6" refType="h" fact="0.1706"/>
              <dgm:constr type="l" for="ch" forName="image_6" refType="w" fact="0.4471"/>
              <dgm:constr type="t" for="ch" forName="image_6" refType="h" fact="0.6465"/>
              <dgm:constr type="w" for="ch" forName="image_6" refType="w" fact="0.1572"/>
              <dgm:constr type="h" for="ch" forName="image_6" refType="h" fact="0.1525"/>
              <dgm:constr type="l" for="ch" forName="image_accent_5" refType="w" fact="0.3677"/>
              <dgm:constr type="t" for="ch" forName="image_accent_5" refType="h" fact="0.0555"/>
              <dgm:constr type="w" for="ch" forName="image_accent_5" refType="w" fact="0.1022"/>
              <dgm:constr type="h" for="ch" forName="image_accent_5" refType="h" fact="0.0992"/>
              <dgm:constr type="l" for="ch" forName="image_5" refType="w" fact="0.3738"/>
              <dgm:constr type="t" for="ch" forName="image_5" refType="h" fact="0.0613"/>
              <dgm:constr type="w" for="ch" forName="image_5" refType="w" fact="0.0902"/>
              <dgm:constr type="h" for="ch" forName="image_5" refType="h" fact="0.0875"/>
              <dgm:constr type="l" for="ch" forName="image_accent_4" refType="w" fact="0.437"/>
              <dgm:constr type="t" for="ch" forName="image_accent_4" refType="h" fact="0.1555"/>
              <dgm:constr type="w" for="ch" forName="image_accent_4" refType="w" fact="0.1103"/>
              <dgm:constr type="h" for="ch" forName="image_accent_4" refType="h" fact="0.107"/>
              <dgm:constr type="l" for="ch" forName="image_4" refType="w" fact="0.4434"/>
              <dgm:constr type="t" for="ch" forName="image_4" refType="h" fact="0.1618"/>
              <dgm:constr type="w" for="ch" forName="image_4" refType="w" fact="0.0973"/>
              <dgm:constr type="h" for="ch" forName="image_4" refType="h" fact="0.0944"/>
              <dgm:constr type="l" for="ch" forName="image_accent_2" refType="w" fact="0.3942"/>
              <dgm:constr type="t" for="ch" forName="image_accent_2" refType="h" fact="0.4593"/>
              <dgm:constr type="w" for="ch" forName="image_accent_2" refType="w" fact="0.1226"/>
              <dgm:constr type="h" for="ch" forName="image_accent_2" refType="h" fact="0.119"/>
              <dgm:constr type="l" for="ch" forName="image_2" refType="w" fact="0.4014"/>
              <dgm:constr type="t" for="ch" forName="image_2" refType="h" fact="0.4663"/>
              <dgm:constr type="w" for="ch" forName="image_2" refType="w" fact="0.1082"/>
              <dgm:constr type="h" for="ch" forName="image_2" refType="h" fact="0.105"/>
              <dgm:constr type="l" for="ch" forName="image_accent_3" refType="w" fact="0.4075"/>
              <dgm:constr type="t" for="ch" forName="image_accent_3" refType="h" fact="0.2913"/>
              <dgm:constr type="w" for="ch" forName="image_accent_3" refType="w" fact="0.1573"/>
              <dgm:constr type="h" for="ch" forName="image_accent_3" refType="h" fact="0.1526"/>
              <dgm:constr type="l" for="ch" forName="image_3" refType="w" fact="0.4158"/>
              <dgm:constr type="t" for="ch" forName="image_3" refType="h" fact="0.2993"/>
              <dgm:constr type="w" for="ch" forName="image_3" refType="w" fact="0.1407"/>
              <dgm:constr type="h" for="ch" forName="image_3" refType="h" fact="0.1365"/>
              <dgm:constr type="l" for="ch" forName="image_accent_1" refType="w" fact="0.5338"/>
              <dgm:constr type="t" for="ch" forName="image_accent_1" refType="h" fact="0.4163"/>
              <dgm:constr type="w" for="ch" forName="image_accent_1" refType="w" fact="0.2344"/>
              <dgm:constr type="h" for="ch" forName="image_accent_1" refType="h" fact="0.2275"/>
              <dgm:constr type="l" for="ch" forName="image_1" refType="w" fact="0.5428"/>
              <dgm:constr type="t" for="ch" forName="image_1" refType="h" fact="0.425"/>
              <dgm:constr type="w" for="ch" forName="image_1" refType="w" fact="0.2164"/>
              <dgm:constr type="h" for="ch" forName="image_1" refType="h" fact="0.21"/>
              <dgm:constr type="l" for="ch" forName="parent_text_1" refType="w" fact="0.6522"/>
              <dgm:constr type="t" for="ch" forName="parent_text_1" refType="h" fact="0.2993"/>
              <dgm:constr type="w" for="ch" forName="parent_text_1" refType="w" fact="0.3478"/>
              <dgm:constr type="h" for="ch" forName="parent_text_1" refType="h" fact="0.11"/>
              <dgm:constr type="l" for="ch" forName="accent_3" refType="w" fact="0.5492"/>
              <dgm:constr type="t" for="ch" forName="accent_3" refType="h" fact="0.2488"/>
              <dgm:constr type="w" for="ch" forName="accent_3" refType="w" fact="0.0696"/>
              <dgm:constr type="h" for="ch" forName="accent_3" refType="h" fact="0.0675"/>
              <dgm:constr type="l" for="ch" forName="parent_text_2" refType="w" fact="0.0211"/>
              <dgm:constr type="t" for="ch" forName="parent_text_2" refType="h" fact="0.4663"/>
              <dgm:constr type="w" for="ch" forName="parent_text_2" refType="w" fact="0.3478"/>
              <dgm:constr type="h" for="ch" forName="parent_text_2" refType="h" fact="0.105"/>
              <dgm:constr type="l" for="ch" forName="parent_text_4" refType="w" fact="0.0635"/>
              <dgm:constr type="t" for="ch" forName="parent_text_4" refType="h" fact="0.1618"/>
              <dgm:constr type="w" for="ch" forName="parent_text_4" refType="w" fact="0.3478"/>
              <dgm:constr type="h" for="ch" forName="parent_text_4" refType="h" fact="0.0944"/>
              <dgm:constr type="l" for="ch" forName="accent_4" refType="w" fact="0.2705"/>
              <dgm:constr type="t" for="ch" forName="accent_4" refType="h" fact="0"/>
              <dgm:constr type="w" for="ch" forName="accent_4" refType="w" fact="0.0258"/>
              <dgm:constr type="h" for="ch" forName="accent_4" refType="h" fact="0.025"/>
              <dgm:constr type="l" for="ch" forName="parent_text_5" refType="w" fact="0"/>
              <dgm:constr type="t" for="ch" forName="parent_text_5" refType="h" fact="0.0625"/>
              <dgm:constr type="w" for="ch" forName="parent_text_5" refType="w" fact="0.3478"/>
              <dgm:constr type="h" for="ch" forName="parent_text_5" refType="h" fact="0.0863"/>
              <dgm:constr type="l" for="ch" forName="parent_text_3" refType="w" fact="0.034"/>
              <dgm:constr type="t" for="ch" forName="parent_text_3" refType="h" fact="0.2993"/>
              <dgm:constr type="w" for="ch" forName="parent_text_3" refType="w" fact="0.3478"/>
              <dgm:constr type="h" for="ch" forName="parent_text_3" refType="h" fact="0.1365"/>
              <dgm:constr type="l" for="ch" forName="parent_text_6" refType="w" fact="0.635"/>
              <dgm:constr type="t" for="ch" forName="parent_text_6" refType="h" fact="0.6465"/>
              <dgm:constr type="w" for="ch" forName="parent_text_6" refType="w" fact="0.3478"/>
              <dgm:constr type="h" for="ch" forName="parent_text_6" refType="h" fact="0.1525"/>
              <dgm:constr type="l" for="ch" forName="accent_5" refType="w" fact="0.322"/>
              <dgm:constr type="t" for="ch" forName="accent_5" refType="h" fact="0.02"/>
              <dgm:constr type="w" for="ch" forName="accent_5" refType="w" fact="0.0515"/>
              <dgm:constr type="h" for="ch" forName="accent_5" refType="h" fact="0.05"/>
              <dgm:constr type="l" for="ch" forName="parent_text_7" refType="w" fact="0.49"/>
              <dgm:constr type="t" for="ch" forName="parent_text_7" refType="h" fact="0.81"/>
              <dgm:constr type="w" for="ch" forName="parent_text_7" refType="w" fact="0.3478"/>
              <dgm:constr type="h" for="ch" forName="parent_text_7" refType="h" fact="0.077"/>
              <dgm:constr type="l" for="ch" forName="parent_text_8" refType="w" fact="0.375"/>
              <dgm:constr type="t" for="ch" forName="parent_text_8" refType="h" fact="0.89"/>
              <dgm:constr type="w" for="ch" forName="parent_text_8" refType="w" fact="0.3478"/>
              <dgm:constr type="h" for="ch" forName="parent_text_8" refType="h" fact="0.11"/>
            </dgm:constrLst>
          </dgm:else>
        </dgm:choose>
      </dgm:else>
    </dgm:choose>
    <dgm:forEach name="wrapper" axis="self" ptType="parTrans">
      <dgm:forEach name="wrapper2" axis="self" ptType="sibTrans" st="2">
        <dgm:forEach name="imageAccentRepeat" axis="self">
          <dgm:layoutNode name="imageAccentRepeatNode" styleLbl="alignNode1">
            <dgm:alg type="sp"/>
            <dgm:shape xmlns:r="http://schemas.openxmlformats.org/officeDocument/2006/relationships" type="ellipse" r:blip="">
              <dgm:adjLst/>
            </dgm:shape>
            <dgm:presOf/>
          </dgm:layoutNode>
        </dgm:forEach>
        <dgm:forEach name="imageRepeat" axis="self">
          <dgm:layoutNode name="imageRepeatNode" styleLbl="fgImgPlace1">
            <dgm:alg type="sp"/>
            <dgm:shape xmlns:r="http://schemas.openxmlformats.org/officeDocument/2006/relationships" type="ellipse" r:blip="" blipPhldr="1">
              <dgm:adjLst/>
            </dgm:shape>
            <dgm:presOf axis="self"/>
          </dgm:layoutNode>
        </dgm:forEach>
      </dgm:forEach>
    </dgm:forEach>
    <dgm:forEach name="Name34" axis="ch" ptType="node" cnt="1">
      <dgm:layoutNode name="parent_text_1" styleLbl="revTx">
        <dgm:varLst>
          <dgm:chMax val="0"/>
          <dgm:chPref val="0"/>
          <dgm:bulletEnabled val="1"/>
        </dgm:varLst>
        <dgm:choose name="Name35">
          <dgm:if name="Name36" func="var" arg="dir" op="equ" val="norm">
            <dgm:alg type="tx">
              <dgm:param type="parTxLTRAlign" val="r"/>
              <dgm:param type="shpTxLTRAlignCh" val="r"/>
              <dgm:param type="txAnchorVert" val="b"/>
              <dgm:param type="lnSpCh" val="15"/>
            </dgm:alg>
          </dgm:if>
          <dgm:else name="Name37">
            <dgm:alg type="tx">
              <dgm:param type="parTxLTRAlign" val="l"/>
              <dgm:param type="shpTxLTRAlignCh" val="l"/>
              <dgm:param type="txAnchorVert" val="b"/>
              <dgm:param type="lnSpCh" val="15"/>
            </dgm:alg>
          </dgm:else>
        </dgm:choose>
        <dgm:shape xmlns:r="http://schemas.openxmlformats.org/officeDocument/2006/relationships" type="rect" r:blip="" zOrderOff="99999">
          <dgm:adjLst/>
        </dgm:shape>
        <dgm:presOf axis="desOrSelf"/>
        <dgm:constrLst>
          <dgm:constr type="lMarg" refType="primFontSz" fact="0.1"/>
          <dgm:constr type="rMarg" refType="primFontSz" fact="0.1"/>
          <dgm:constr type="tMarg" refType="primFontSz" fact="0.1"/>
          <dgm:constr type="bMarg" refType="primFontSz" fact="0.01"/>
        </dgm:constrLst>
        <dgm:ruleLst>
          <dgm:rule type="primFontSz" val="5" fact="NaN" max="NaN"/>
        </dgm:ruleLst>
      </dgm:layoutNode>
      <dgm:layoutNode name="image_accent_1">
        <dgm:alg type="sp"/>
        <dgm:shape xmlns:r="http://schemas.openxmlformats.org/officeDocument/2006/relationships" r:blip="">
          <dgm:adjLst/>
        </dgm:shape>
        <dgm:presOf/>
        <dgm:constrLst/>
        <dgm:forEach name="Name38" ref="imageAccentRepeat"/>
      </dgm:layoutNode>
      <dgm:layoutNode name="accent_1" styleLbl="alignNode1">
        <dgm:alg type="sp"/>
        <dgm:shape xmlns:r="http://schemas.openxmlformats.org/officeDocument/2006/relationships" type="donut" r:blip="">
          <dgm:adjLst>
            <dgm:adj idx="1" val="0.0746"/>
          </dgm:adjLst>
        </dgm:shape>
        <dgm:presOf/>
      </dgm:layoutNode>
    </dgm:forEach>
    <dgm:forEach name="Name39" axis="ch" ptType="sibTrans" hideLastTrans="0" cnt="1">
      <dgm:layoutNode name="image_1">
        <dgm:alg type="sp"/>
        <dgm:shape xmlns:r="http://schemas.openxmlformats.org/officeDocument/2006/relationships" r:blip="">
          <dgm:adjLst/>
        </dgm:shape>
        <dgm:presOf/>
        <dgm:constrLst/>
        <dgm:forEach name="Name40" ref="imageRepeat"/>
      </dgm:layoutNode>
    </dgm:forEach>
    <dgm:forEach name="Name41" axis="ch" ptType="node" st="2" cnt="1">
      <dgm:layoutNode name="parent_text_2" styleLbl="revTx">
        <dgm:varLst>
          <dgm:chMax val="0"/>
          <dgm:chPref val="0"/>
          <dgm:bulletEnabled val="1"/>
        </dgm:varLst>
        <dgm:choose name="Name42">
          <dgm:if name="Name43" func="var" arg="dir" op="equ" val="norm">
            <dgm:alg type="tx">
              <dgm:param type="parTxLTRAlign" val="l"/>
              <dgm:param type="lnSpCh" val="15"/>
            </dgm:alg>
          </dgm:if>
          <dgm:else name="Name44">
            <dgm:alg type="tx">
              <dgm:param type="parTxLTRAlign" val="r"/>
              <dgm:param type="lnSpCh" val="15"/>
            </dgm:alg>
          </dgm:else>
        </dgm:choose>
        <dgm:shape xmlns:r="http://schemas.openxmlformats.org/officeDocument/2006/relationships" type="rect" r:blip="" zOrderOff="99999">
          <dgm:adjLst/>
        </dgm:shape>
        <dgm:presOf axis="desOr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image_accent_2">
        <dgm:alg type="sp"/>
        <dgm:shape xmlns:r="http://schemas.openxmlformats.org/officeDocument/2006/relationships" r:blip="">
          <dgm:adjLst/>
        </dgm:shape>
        <dgm:presOf/>
        <dgm:constrLst/>
        <dgm:forEach name="Name45" ref="imageAccentRepeat"/>
      </dgm:layoutNode>
    </dgm:forEach>
    <dgm:forEach name="Name46" axis="ch" ptType="sibTrans" hideLastTrans="0" st="2" cnt="1">
      <dgm:layoutNode name="image_2">
        <dgm:alg type="sp"/>
        <dgm:shape xmlns:r="http://schemas.openxmlformats.org/officeDocument/2006/relationships" r:blip="">
          <dgm:adjLst/>
        </dgm:shape>
        <dgm:presOf/>
        <dgm:constrLst/>
        <dgm:forEach name="Name47" ref="imageRepeat"/>
      </dgm:layoutNode>
    </dgm:forEach>
    <dgm:forEach name="Name48" axis="ch" ptType="node" st="3" cnt="1">
      <dgm:layoutNode name="image_accent_3">
        <dgm:alg type="sp"/>
        <dgm:shape xmlns:r="http://schemas.openxmlformats.org/officeDocument/2006/relationships" r:blip="">
          <dgm:adjLst/>
        </dgm:shape>
        <dgm:presOf/>
        <dgm:constrLst/>
        <dgm:forEach name="Name49" ref="imageAccentRepeat"/>
      </dgm:layoutNode>
      <dgm:layoutNode name="parent_text_3" styleLbl="revTx">
        <dgm:varLst>
          <dgm:chMax val="0"/>
          <dgm:chPref val="0"/>
          <dgm:bulletEnabled val="1"/>
        </dgm:varLst>
        <dgm:choose name="Name50">
          <dgm:if name="Name51" func="var" arg="dir" op="equ" val="norm">
            <dgm:alg type="tx">
              <dgm:param type="parTxLTRAlign" val="l"/>
              <dgm:param type="lnSpCh" val="15"/>
            </dgm:alg>
          </dgm:if>
          <dgm:else name="Name52">
            <dgm:alg type="tx">
              <dgm:param type="parTxLTRAlign" val="r"/>
              <dgm:param type="lnSpCh" val="15"/>
            </dgm:alg>
          </dgm:else>
        </dgm:choose>
        <dgm:shape xmlns:r="http://schemas.openxmlformats.org/officeDocument/2006/relationships" type="rect" r:blip="" zOrderOff="99999">
          <dgm:adjLst/>
        </dgm:shape>
        <dgm:presOf axis="desOr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accent_2" styleLbl="alignNode1">
        <dgm:alg type="sp"/>
        <dgm:shape xmlns:r="http://schemas.openxmlformats.org/officeDocument/2006/relationships" type="donut" r:blip="">
          <dgm:adjLst>
            <dgm:adj idx="1" val="0.0746"/>
          </dgm:adjLst>
        </dgm:shape>
        <dgm:presOf/>
      </dgm:layoutNode>
      <dgm:layoutNode name="accent_3" styleLbl="alignNode1">
        <dgm:alg type="sp"/>
        <dgm:shape xmlns:r="http://schemas.openxmlformats.org/officeDocument/2006/relationships" type="donut" r:blip="">
          <dgm:adjLst>
            <dgm:adj idx="1" val="0.0746"/>
          </dgm:adjLst>
        </dgm:shape>
        <dgm:presOf/>
      </dgm:layoutNode>
    </dgm:forEach>
    <dgm:forEach name="Name53" axis="ch" ptType="sibTrans" hideLastTrans="0" st="3" cnt="1">
      <dgm:layoutNode name="image_3">
        <dgm:alg type="sp"/>
        <dgm:shape xmlns:r="http://schemas.openxmlformats.org/officeDocument/2006/relationships" r:blip="">
          <dgm:adjLst/>
        </dgm:shape>
        <dgm:presOf/>
        <dgm:constrLst/>
        <dgm:forEach name="Name54" ref="imageRepeat"/>
      </dgm:layoutNode>
    </dgm:forEach>
    <dgm:forEach name="Name55" axis="ch" ptType="node" st="4" cnt="1">
      <dgm:layoutNode name="image_accent_4">
        <dgm:alg type="sp"/>
        <dgm:shape xmlns:r="http://schemas.openxmlformats.org/officeDocument/2006/relationships" r:blip="">
          <dgm:adjLst/>
        </dgm:shape>
        <dgm:presOf/>
        <dgm:constrLst/>
        <dgm:forEach name="Name56" ref="imageAccentRepeat"/>
      </dgm:layoutNode>
      <dgm:layoutNode name="parent_text_4" styleLbl="revTx">
        <dgm:varLst>
          <dgm:chMax val="0"/>
          <dgm:chPref val="0"/>
          <dgm:bulletEnabled val="1"/>
        </dgm:varLst>
        <dgm:choose name="Name57">
          <dgm:if name="Name58" func="var" arg="dir" op="equ" val="norm">
            <dgm:alg type="tx">
              <dgm:param type="parTxLTRAlign" val="l"/>
              <dgm:param type="lnSpCh" val="15"/>
            </dgm:alg>
          </dgm:if>
          <dgm:else name="Name59">
            <dgm:alg type="tx">
              <dgm:param type="parTxLTRAlign" val="r"/>
              <dgm:param type="lnSpCh" val="15"/>
            </dgm:alg>
          </dgm:else>
        </dgm:choose>
        <dgm:shape xmlns:r="http://schemas.openxmlformats.org/officeDocument/2006/relationships" type="rect" r:blip="" zOrderOff="99999">
          <dgm:adjLst/>
        </dgm:shape>
        <dgm:presOf axis="desOr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accent_4" styleLbl="alignNode1">
        <dgm:alg type="sp"/>
        <dgm:shape xmlns:r="http://schemas.openxmlformats.org/officeDocument/2006/relationships" type="donut" r:blip="">
          <dgm:adjLst>
            <dgm:adj idx="1" val="0.0746"/>
          </dgm:adjLst>
        </dgm:shape>
        <dgm:presOf/>
      </dgm:layoutNode>
    </dgm:forEach>
    <dgm:forEach name="Name60" axis="ch" ptType="sibTrans" hideLastTrans="0" st="4" cnt="1">
      <dgm:layoutNode name="image_4">
        <dgm:alg type="sp"/>
        <dgm:shape xmlns:r="http://schemas.openxmlformats.org/officeDocument/2006/relationships" r:blip="">
          <dgm:adjLst/>
        </dgm:shape>
        <dgm:presOf/>
        <dgm:constrLst/>
        <dgm:forEach name="Name61" ref="imageRepeat"/>
      </dgm:layoutNode>
    </dgm:forEach>
    <dgm:forEach name="Name62" axis="ch" ptType="node" st="5" cnt="1">
      <dgm:layoutNode name="image_accent_5">
        <dgm:alg type="sp"/>
        <dgm:shape xmlns:r="http://schemas.openxmlformats.org/officeDocument/2006/relationships" r:blip="">
          <dgm:adjLst/>
        </dgm:shape>
        <dgm:presOf/>
        <dgm:constrLst/>
        <dgm:forEach name="Name63" ref="imageAccentRepeat"/>
      </dgm:layoutNode>
      <dgm:layoutNode name="parent_text_5" styleLbl="revTx">
        <dgm:varLst>
          <dgm:chMax val="0"/>
          <dgm:chPref val="0"/>
          <dgm:bulletEnabled val="1"/>
        </dgm:varLst>
        <dgm:choose name="Name64">
          <dgm:if name="Name65" func="var" arg="dir" op="equ" val="norm">
            <dgm:alg type="tx">
              <dgm:param type="parTxLTRAlign" val="l"/>
              <dgm:param type="lnSpCh" val="15"/>
            </dgm:alg>
          </dgm:if>
          <dgm:else name="Name66">
            <dgm:alg type="tx">
              <dgm:param type="parTxLTRAlign" val="r"/>
              <dgm:param type="lnSpCh" val="15"/>
            </dgm:alg>
          </dgm:else>
        </dgm:choose>
        <dgm:shape xmlns:r="http://schemas.openxmlformats.org/officeDocument/2006/relationships" type="rect" r:blip="" zOrderOff="99999">
          <dgm:adjLst/>
        </dgm:shape>
        <dgm:presOf axis="desOr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sibTrans" hideLastTrans="0" st="5" cnt="1">
      <dgm:layoutNode name="image_5">
        <dgm:alg type="sp"/>
        <dgm:shape xmlns:r="http://schemas.openxmlformats.org/officeDocument/2006/relationships" r:blip="">
          <dgm:adjLst/>
        </dgm:shape>
        <dgm:presOf/>
        <dgm:constrLst/>
        <dgm:forEach name="Name68" ref="imageRepeat"/>
      </dgm:layoutNode>
    </dgm:forEach>
    <dgm:forEach name="Name69" axis="ch" ptType="node" st="6" cnt="1">
      <dgm:layoutNode name="parent_text_6" styleLbl="revTx">
        <dgm:varLst>
          <dgm:chMax val="0"/>
          <dgm:chPref val="0"/>
          <dgm:bulletEnabled val="1"/>
        </dgm:varLst>
        <dgm:choose name="Name70">
          <dgm:if name="Name71" func="var" arg="dir" op="equ" val="norm">
            <dgm:alg type="tx">
              <dgm:param type="parTxLTRAlign" val="r"/>
              <dgm:param type="shpTxLTRAlignCh" val="r"/>
              <dgm:param type="lnSpCh" val="15"/>
            </dgm:alg>
          </dgm:if>
          <dgm:else name="Name72">
            <dgm:alg type="tx">
              <dgm:param type="parTxLTRAlign" val="l"/>
              <dgm:param type="shpTxLTRAlignCh" val="l"/>
              <dgm:param type="lnSpCh" val="15"/>
            </dgm:alg>
          </dgm:else>
        </dgm:choose>
        <dgm:shape xmlns:r="http://schemas.openxmlformats.org/officeDocument/2006/relationships" type="rect" r:blip="" zOrderOff="99999">
          <dgm:adjLst/>
        </dgm:shape>
        <dgm:presOf axis="desOr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image_accent_6">
        <dgm:alg type="sp"/>
        <dgm:shape xmlns:r="http://schemas.openxmlformats.org/officeDocument/2006/relationships" r:blip="">
          <dgm:adjLst/>
        </dgm:shape>
        <dgm:presOf/>
        <dgm:constrLst/>
        <dgm:forEach name="Name73" ref="imageAccentRepeat"/>
      </dgm:layoutNode>
      <dgm:layoutNode name="accent_5" styleLbl="alignNode1">
        <dgm:alg type="sp"/>
        <dgm:shape xmlns:r="http://schemas.openxmlformats.org/officeDocument/2006/relationships" type="donut" r:blip="">
          <dgm:adjLst>
            <dgm:adj idx="1" val="0.0746"/>
          </dgm:adjLst>
        </dgm:shape>
        <dgm:presOf/>
      </dgm:layoutNode>
    </dgm:forEach>
    <dgm:forEach name="Name74" axis="ch" ptType="sibTrans" hideLastTrans="0" st="6" cnt="1">
      <dgm:layoutNode name="image_6">
        <dgm:alg type="sp"/>
        <dgm:shape xmlns:r="http://schemas.openxmlformats.org/officeDocument/2006/relationships" r:blip="">
          <dgm:adjLst/>
        </dgm:shape>
        <dgm:presOf/>
        <dgm:constrLst/>
        <dgm:forEach name="Name75" ref="imageRepeat"/>
      </dgm:layoutNode>
    </dgm:forEach>
    <dgm:forEach name="Name76" axis="ch" ptType="node" st="7" cnt="1">
      <dgm:layoutNode name="parent_text_7" styleLbl="revTx">
        <dgm:varLst>
          <dgm:chMax val="0"/>
          <dgm:chPref val="0"/>
          <dgm:bulletEnabled val="1"/>
        </dgm:varLst>
        <dgm:choose name="Name77">
          <dgm:if name="Name78" func="var" arg="dir" op="equ" val="norm">
            <dgm:alg type="tx">
              <dgm:param type="parTxLTRAlign" val="r"/>
              <dgm:param type="shpTxLTRAlignCh" val="r"/>
              <dgm:param type="txAnchorVert" val="t"/>
              <dgm:param type="lnSpCh" val="15"/>
            </dgm:alg>
          </dgm:if>
          <dgm:else name="Name79">
            <dgm:alg type="tx">
              <dgm:param type="parTxLTRAlign" val="l"/>
              <dgm:param type="shpTxLTRAlignCh" val="l"/>
              <dgm:param type="txAnchorVert" val="t"/>
              <dgm:param type="lnSpCh" val="15"/>
            </dgm:alg>
          </dgm:else>
        </dgm:choose>
        <dgm:shape xmlns:r="http://schemas.openxmlformats.org/officeDocument/2006/relationships" type="rect" r:blip="" zOrderOff="99999">
          <dgm:adjLst/>
        </dgm:shape>
        <dgm:presOf axis="desOr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image_accent_7">
        <dgm:alg type="sp"/>
        <dgm:shape xmlns:r="http://schemas.openxmlformats.org/officeDocument/2006/relationships" r:blip="">
          <dgm:adjLst/>
        </dgm:shape>
        <dgm:presOf/>
        <dgm:constrLst/>
        <dgm:forEach name="Name80" ref="imageAccentRepeat"/>
      </dgm:layoutNode>
    </dgm:forEach>
    <dgm:forEach name="Name81" axis="ch" ptType="sibTrans" hideLastTrans="0" st="7" cnt="1">
      <dgm:layoutNode name="image_7">
        <dgm:alg type="sp"/>
        <dgm:shape xmlns:r="http://schemas.openxmlformats.org/officeDocument/2006/relationships" r:blip="">
          <dgm:adjLst/>
        </dgm:shape>
        <dgm:presOf/>
        <dgm:constrLst/>
        <dgm:forEach name="Name82" ref="imageRepeat"/>
      </dgm:layoutNode>
    </dgm:forEach>
    <dgm:forEach name="Name83" axis="ch" ptType="node" st="8" cnt="1">
      <dgm:layoutNode name="parent_text_8" styleLbl="revTx">
        <dgm:varLst>
          <dgm:chMax val="0"/>
          <dgm:chPref val="0"/>
          <dgm:bulletEnabled val="1"/>
        </dgm:varLst>
        <dgm:choose name="Name84">
          <dgm:if name="Name85" func="var" arg="dir" op="equ" val="norm">
            <dgm:alg type="tx">
              <dgm:param type="parTxLTRAlign" val="r"/>
              <dgm:param type="shpTxLTRAlignCh" val="r"/>
              <dgm:param type="txAnchorVert" val="t"/>
              <dgm:param type="lnSpCh" val="15"/>
            </dgm:alg>
          </dgm:if>
          <dgm:else name="Name86">
            <dgm:alg type="tx">
              <dgm:param type="parTxLTRAlign" val="l"/>
              <dgm:param type="shpTxLTRAlignCh" val="l"/>
              <dgm:param type="txAnchorVert" val="t"/>
              <dgm:param type="lnSpCh" val="15"/>
            </dgm:alg>
          </dgm:else>
        </dgm:choose>
        <dgm:shape xmlns:r="http://schemas.openxmlformats.org/officeDocument/2006/relationships" type="rect" r:blip="" zOrderOff="99999">
          <dgm:adjLst/>
        </dgm:shape>
        <dgm:presOf axis="desOr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image_accent_8">
        <dgm:alg type="sp"/>
        <dgm:shape xmlns:r="http://schemas.openxmlformats.org/officeDocument/2006/relationships" r:blip="">
          <dgm:adjLst/>
        </dgm:shape>
        <dgm:presOf/>
        <dgm:constrLst/>
        <dgm:forEach name="Name87" ref="imageAccentRepeat"/>
      </dgm:layoutNode>
    </dgm:forEach>
    <dgm:forEach name="Name88" axis="ch" ptType="sibTrans" hideLastTrans="0" st="8" cnt="1">
      <dgm:layoutNode name="image_8">
        <dgm:alg type="sp"/>
        <dgm:shape xmlns:r="http://schemas.openxmlformats.org/officeDocument/2006/relationships" r:blip="">
          <dgm:adjLst/>
        </dgm:shape>
        <dgm:presOf/>
        <dgm:constrLst/>
        <dgm:forEach name="Name89" ref="imageRepea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Espace réservé de la date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A33B4B9-AFB0-43EB-82AF-ED70AC262E4F}" type="datetimeFigureOut">
              <a:rPr lang="en-US" smtClean="0"/>
              <a:pPr/>
              <a:t>1/17/2020</a:t>
            </a:fld>
            <a:endParaRPr lang="en-US"/>
          </a:p>
        </p:txBody>
      </p:sp>
      <p:sp>
        <p:nvSpPr>
          <p:cNvPr id="4" name="Espace réservé du pied de page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Espace réservé du numéro de diapositive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6472C8F-9949-4688-BFEB-F813D79CFC0A}" type="slidenum">
              <a:rPr lang="en-US" smtClean="0"/>
              <a:pPr/>
              <a:t>‹#›</a:t>
            </a:fld>
            <a:endParaRPr lang="en-US"/>
          </a:p>
        </p:txBody>
      </p:sp>
    </p:spTree>
    <p:extLst>
      <p:ext uri="{BB962C8B-B14F-4D97-AF65-F5344CB8AC3E}">
        <p14:creationId xmlns:p14="http://schemas.microsoft.com/office/powerpoint/2010/main" val="17929926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D31E77A-DD07-4A76-801D-B4BF4990C412}" type="datetimeFigureOut">
              <a:rPr lang="en-US" smtClean="0"/>
              <a:pPr/>
              <a:t>1/17/2020</a:t>
            </a:fld>
            <a:endParaRPr lang="en-US"/>
          </a:p>
        </p:txBody>
      </p:sp>
      <p:sp>
        <p:nvSpPr>
          <p:cNvPr id="4" name="Espace réservé de l'image des diapositives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CA3AB2B-189A-4C92-A457-C6A3833631A7}" type="slidenum">
              <a:rPr lang="en-US" smtClean="0"/>
              <a:pPr/>
              <a:t>‹#›</a:t>
            </a:fld>
            <a:endParaRPr lang="en-US"/>
          </a:p>
        </p:txBody>
      </p:sp>
    </p:spTree>
    <p:extLst>
      <p:ext uri="{BB962C8B-B14F-4D97-AF65-F5344CB8AC3E}">
        <p14:creationId xmlns:p14="http://schemas.microsoft.com/office/powerpoint/2010/main" val="2753898374"/>
      </p:ext>
    </p:extLst>
  </p:cSld>
  <p:clrMap bg1="lt1" tx1="dk1" bg2="lt2" tx2="dk2" accent1="accent1" accent2="accent2" accent3="accent3" accent4="accent4" accent5="accent5" accent6="accent6" hlink="hlink" folHlink="folHlink"/>
  <p:hf hdr="0" ftr="0" dt="0"/>
  <p:notesStyle>
    <a:lvl1pPr marL="0" algn="l" defTabSz="914354" rtl="0" eaLnBrk="1" latinLnBrk="0" hangingPunct="1">
      <a:defRPr sz="1200" kern="1200">
        <a:solidFill>
          <a:schemeClr val="tx1"/>
        </a:solidFill>
        <a:latin typeface="+mn-lt"/>
        <a:ea typeface="+mn-ea"/>
        <a:cs typeface="+mn-cs"/>
      </a:defRPr>
    </a:lvl1pPr>
    <a:lvl2pPr marL="457178" algn="l" defTabSz="914354" rtl="0" eaLnBrk="1" latinLnBrk="0" hangingPunct="1">
      <a:defRPr sz="1200" kern="1200">
        <a:solidFill>
          <a:schemeClr val="tx1"/>
        </a:solidFill>
        <a:latin typeface="+mn-lt"/>
        <a:ea typeface="+mn-ea"/>
        <a:cs typeface="+mn-cs"/>
      </a:defRPr>
    </a:lvl2pPr>
    <a:lvl3pPr marL="914354" algn="l" defTabSz="914354" rtl="0" eaLnBrk="1" latinLnBrk="0" hangingPunct="1">
      <a:defRPr sz="1200" kern="1200">
        <a:solidFill>
          <a:schemeClr val="tx1"/>
        </a:solidFill>
        <a:latin typeface="+mn-lt"/>
        <a:ea typeface="+mn-ea"/>
        <a:cs typeface="+mn-cs"/>
      </a:defRPr>
    </a:lvl3pPr>
    <a:lvl4pPr marL="1371532" algn="l" defTabSz="914354" rtl="0" eaLnBrk="1" latinLnBrk="0" hangingPunct="1">
      <a:defRPr sz="1200" kern="1200">
        <a:solidFill>
          <a:schemeClr val="tx1"/>
        </a:solidFill>
        <a:latin typeface="+mn-lt"/>
        <a:ea typeface="+mn-ea"/>
        <a:cs typeface="+mn-cs"/>
      </a:defRPr>
    </a:lvl4pPr>
    <a:lvl5pPr marL="1828709" algn="l" defTabSz="914354" rtl="0" eaLnBrk="1" latinLnBrk="0" hangingPunct="1">
      <a:defRPr sz="1200" kern="1200">
        <a:solidFill>
          <a:schemeClr val="tx1"/>
        </a:solidFill>
        <a:latin typeface="+mn-lt"/>
        <a:ea typeface="+mn-ea"/>
        <a:cs typeface="+mn-cs"/>
      </a:defRPr>
    </a:lvl5pPr>
    <a:lvl6pPr marL="2285886" algn="l" defTabSz="914354" rtl="0" eaLnBrk="1" latinLnBrk="0" hangingPunct="1">
      <a:defRPr sz="1200" kern="1200">
        <a:solidFill>
          <a:schemeClr val="tx1"/>
        </a:solidFill>
        <a:latin typeface="+mn-lt"/>
        <a:ea typeface="+mn-ea"/>
        <a:cs typeface="+mn-cs"/>
      </a:defRPr>
    </a:lvl6pPr>
    <a:lvl7pPr marL="2743062" algn="l" defTabSz="914354" rtl="0" eaLnBrk="1" latinLnBrk="0" hangingPunct="1">
      <a:defRPr sz="1200" kern="1200">
        <a:solidFill>
          <a:schemeClr val="tx1"/>
        </a:solidFill>
        <a:latin typeface="+mn-lt"/>
        <a:ea typeface="+mn-ea"/>
        <a:cs typeface="+mn-cs"/>
      </a:defRPr>
    </a:lvl7pPr>
    <a:lvl8pPr marL="3200240" algn="l" defTabSz="914354" rtl="0" eaLnBrk="1" latinLnBrk="0" hangingPunct="1">
      <a:defRPr sz="1200" kern="1200">
        <a:solidFill>
          <a:schemeClr val="tx1"/>
        </a:solidFill>
        <a:latin typeface="+mn-lt"/>
        <a:ea typeface="+mn-ea"/>
        <a:cs typeface="+mn-cs"/>
      </a:defRPr>
    </a:lvl8pPr>
    <a:lvl9pPr marL="3657418" algn="l" defTabSz="914354"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a:t>
            </a:fld>
            <a:endParaRPr lang="en-US"/>
          </a:p>
        </p:txBody>
      </p:sp>
    </p:spTree>
    <p:extLst>
      <p:ext uri="{BB962C8B-B14F-4D97-AF65-F5344CB8AC3E}">
        <p14:creationId xmlns:p14="http://schemas.microsoft.com/office/powerpoint/2010/main" val="17324128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2</a:t>
            </a:fld>
            <a:endParaRPr lang="en-US"/>
          </a:p>
        </p:txBody>
      </p:sp>
    </p:spTree>
    <p:extLst>
      <p:ext uri="{BB962C8B-B14F-4D97-AF65-F5344CB8AC3E}">
        <p14:creationId xmlns:p14="http://schemas.microsoft.com/office/powerpoint/2010/main" val="18897249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3</a:t>
            </a:fld>
            <a:endParaRPr lang="en-US"/>
          </a:p>
        </p:txBody>
      </p:sp>
    </p:spTree>
    <p:extLst>
      <p:ext uri="{BB962C8B-B14F-4D97-AF65-F5344CB8AC3E}">
        <p14:creationId xmlns:p14="http://schemas.microsoft.com/office/powerpoint/2010/main" val="29960681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4</a:t>
            </a:fld>
            <a:endParaRPr lang="en-US"/>
          </a:p>
        </p:txBody>
      </p:sp>
    </p:spTree>
    <p:extLst>
      <p:ext uri="{BB962C8B-B14F-4D97-AF65-F5344CB8AC3E}">
        <p14:creationId xmlns:p14="http://schemas.microsoft.com/office/powerpoint/2010/main" val="20967675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5</a:t>
            </a:fld>
            <a:endParaRPr lang="en-US"/>
          </a:p>
        </p:txBody>
      </p:sp>
    </p:spTree>
    <p:extLst>
      <p:ext uri="{BB962C8B-B14F-4D97-AF65-F5344CB8AC3E}">
        <p14:creationId xmlns:p14="http://schemas.microsoft.com/office/powerpoint/2010/main" val="328443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6</a:t>
            </a:fld>
            <a:endParaRPr lang="en-US"/>
          </a:p>
        </p:txBody>
      </p:sp>
    </p:spTree>
    <p:extLst>
      <p:ext uri="{BB962C8B-B14F-4D97-AF65-F5344CB8AC3E}">
        <p14:creationId xmlns:p14="http://schemas.microsoft.com/office/powerpoint/2010/main" val="33823662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7</a:t>
            </a:fld>
            <a:endParaRPr lang="en-US"/>
          </a:p>
        </p:txBody>
      </p:sp>
    </p:spTree>
    <p:extLst>
      <p:ext uri="{BB962C8B-B14F-4D97-AF65-F5344CB8AC3E}">
        <p14:creationId xmlns:p14="http://schemas.microsoft.com/office/powerpoint/2010/main" val="21363802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8</a:t>
            </a:fld>
            <a:endParaRPr lang="en-US"/>
          </a:p>
        </p:txBody>
      </p:sp>
    </p:spTree>
    <p:extLst>
      <p:ext uri="{BB962C8B-B14F-4D97-AF65-F5344CB8AC3E}">
        <p14:creationId xmlns:p14="http://schemas.microsoft.com/office/powerpoint/2010/main" val="41485771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9</a:t>
            </a:fld>
            <a:endParaRPr lang="en-US"/>
          </a:p>
        </p:txBody>
      </p:sp>
    </p:spTree>
    <p:extLst>
      <p:ext uri="{BB962C8B-B14F-4D97-AF65-F5344CB8AC3E}">
        <p14:creationId xmlns:p14="http://schemas.microsoft.com/office/powerpoint/2010/main" val="41244573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10</a:t>
            </a:fld>
            <a:endParaRPr lang="en-US"/>
          </a:p>
        </p:txBody>
      </p:sp>
    </p:spTree>
    <p:extLst>
      <p:ext uri="{BB962C8B-B14F-4D97-AF65-F5344CB8AC3E}">
        <p14:creationId xmlns:p14="http://schemas.microsoft.com/office/powerpoint/2010/main" val="39486450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11</a:t>
            </a:fld>
            <a:endParaRPr lang="en-US"/>
          </a:p>
        </p:txBody>
      </p:sp>
    </p:spTree>
    <p:extLst>
      <p:ext uri="{BB962C8B-B14F-4D97-AF65-F5344CB8AC3E}">
        <p14:creationId xmlns:p14="http://schemas.microsoft.com/office/powerpoint/2010/main" val="14700980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12</a:t>
            </a:fld>
            <a:endParaRPr lang="en-US"/>
          </a:p>
        </p:txBody>
      </p:sp>
    </p:spTree>
    <p:extLst>
      <p:ext uri="{BB962C8B-B14F-4D97-AF65-F5344CB8AC3E}">
        <p14:creationId xmlns:p14="http://schemas.microsoft.com/office/powerpoint/2010/main" val="38978467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13</a:t>
            </a:fld>
            <a:endParaRPr lang="en-US"/>
          </a:p>
        </p:txBody>
      </p:sp>
    </p:spTree>
    <p:extLst>
      <p:ext uri="{BB962C8B-B14F-4D97-AF65-F5344CB8AC3E}">
        <p14:creationId xmlns:p14="http://schemas.microsoft.com/office/powerpoint/2010/main" val="41572345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14</a:t>
            </a:fld>
            <a:endParaRPr lang="en-US"/>
          </a:p>
        </p:txBody>
      </p:sp>
    </p:spTree>
    <p:extLst>
      <p:ext uri="{BB962C8B-B14F-4D97-AF65-F5344CB8AC3E}">
        <p14:creationId xmlns:p14="http://schemas.microsoft.com/office/powerpoint/2010/main" val="1537887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15</a:t>
            </a:fld>
            <a:endParaRPr lang="en-US"/>
          </a:p>
        </p:txBody>
      </p:sp>
    </p:spTree>
    <p:extLst>
      <p:ext uri="{BB962C8B-B14F-4D97-AF65-F5344CB8AC3E}">
        <p14:creationId xmlns:p14="http://schemas.microsoft.com/office/powerpoint/2010/main" val="27402391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16</a:t>
            </a:fld>
            <a:endParaRPr lang="en-US"/>
          </a:p>
        </p:txBody>
      </p:sp>
    </p:spTree>
    <p:extLst>
      <p:ext uri="{BB962C8B-B14F-4D97-AF65-F5344CB8AC3E}">
        <p14:creationId xmlns:p14="http://schemas.microsoft.com/office/powerpoint/2010/main" val="28396126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17</a:t>
            </a:fld>
            <a:endParaRPr lang="en-US"/>
          </a:p>
        </p:txBody>
      </p:sp>
    </p:spTree>
    <p:extLst>
      <p:ext uri="{BB962C8B-B14F-4D97-AF65-F5344CB8AC3E}">
        <p14:creationId xmlns:p14="http://schemas.microsoft.com/office/powerpoint/2010/main" val="9258998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18</a:t>
            </a:fld>
            <a:endParaRPr lang="en-US"/>
          </a:p>
        </p:txBody>
      </p:sp>
    </p:spTree>
    <p:extLst>
      <p:ext uri="{BB962C8B-B14F-4D97-AF65-F5344CB8AC3E}">
        <p14:creationId xmlns:p14="http://schemas.microsoft.com/office/powerpoint/2010/main" val="4436586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19</a:t>
            </a:fld>
            <a:endParaRPr lang="en-US"/>
          </a:p>
        </p:txBody>
      </p:sp>
    </p:spTree>
    <p:extLst>
      <p:ext uri="{BB962C8B-B14F-4D97-AF65-F5344CB8AC3E}">
        <p14:creationId xmlns:p14="http://schemas.microsoft.com/office/powerpoint/2010/main" val="28509306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20</a:t>
            </a:fld>
            <a:endParaRPr lang="en-US"/>
          </a:p>
        </p:txBody>
      </p:sp>
    </p:spTree>
    <p:extLst>
      <p:ext uri="{BB962C8B-B14F-4D97-AF65-F5344CB8AC3E}">
        <p14:creationId xmlns:p14="http://schemas.microsoft.com/office/powerpoint/2010/main" val="31054611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21</a:t>
            </a:fld>
            <a:endParaRPr lang="en-US"/>
          </a:p>
        </p:txBody>
      </p:sp>
    </p:spTree>
    <p:extLst>
      <p:ext uri="{BB962C8B-B14F-4D97-AF65-F5344CB8AC3E}">
        <p14:creationId xmlns:p14="http://schemas.microsoft.com/office/powerpoint/2010/main" val="23760653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22</a:t>
            </a:fld>
            <a:endParaRPr lang="en-US"/>
          </a:p>
        </p:txBody>
      </p:sp>
    </p:spTree>
    <p:extLst>
      <p:ext uri="{BB962C8B-B14F-4D97-AF65-F5344CB8AC3E}">
        <p14:creationId xmlns:p14="http://schemas.microsoft.com/office/powerpoint/2010/main" val="26177202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23</a:t>
            </a:fld>
            <a:endParaRPr lang="en-US"/>
          </a:p>
        </p:txBody>
      </p:sp>
    </p:spTree>
    <p:extLst>
      <p:ext uri="{BB962C8B-B14F-4D97-AF65-F5344CB8AC3E}">
        <p14:creationId xmlns:p14="http://schemas.microsoft.com/office/powerpoint/2010/main" val="40461472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24</a:t>
            </a:fld>
            <a:endParaRPr lang="en-US"/>
          </a:p>
        </p:txBody>
      </p:sp>
    </p:spTree>
    <p:extLst>
      <p:ext uri="{BB962C8B-B14F-4D97-AF65-F5344CB8AC3E}">
        <p14:creationId xmlns:p14="http://schemas.microsoft.com/office/powerpoint/2010/main" val="128490400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25</a:t>
            </a:fld>
            <a:endParaRPr lang="en-US"/>
          </a:p>
        </p:txBody>
      </p:sp>
    </p:spTree>
    <p:extLst>
      <p:ext uri="{BB962C8B-B14F-4D97-AF65-F5344CB8AC3E}">
        <p14:creationId xmlns:p14="http://schemas.microsoft.com/office/powerpoint/2010/main" val="20520452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26</a:t>
            </a:fld>
            <a:endParaRPr lang="en-US"/>
          </a:p>
        </p:txBody>
      </p:sp>
    </p:spTree>
    <p:extLst>
      <p:ext uri="{BB962C8B-B14F-4D97-AF65-F5344CB8AC3E}">
        <p14:creationId xmlns:p14="http://schemas.microsoft.com/office/powerpoint/2010/main" val="363905974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27</a:t>
            </a:fld>
            <a:endParaRPr lang="en-US"/>
          </a:p>
        </p:txBody>
      </p:sp>
    </p:spTree>
    <p:extLst>
      <p:ext uri="{BB962C8B-B14F-4D97-AF65-F5344CB8AC3E}">
        <p14:creationId xmlns:p14="http://schemas.microsoft.com/office/powerpoint/2010/main" val="193040791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28</a:t>
            </a:fld>
            <a:endParaRPr lang="en-US"/>
          </a:p>
        </p:txBody>
      </p:sp>
    </p:spTree>
    <p:extLst>
      <p:ext uri="{BB962C8B-B14F-4D97-AF65-F5344CB8AC3E}">
        <p14:creationId xmlns:p14="http://schemas.microsoft.com/office/powerpoint/2010/main" val="321456199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29</a:t>
            </a:fld>
            <a:endParaRPr lang="en-US"/>
          </a:p>
        </p:txBody>
      </p:sp>
    </p:spTree>
    <p:extLst>
      <p:ext uri="{BB962C8B-B14F-4D97-AF65-F5344CB8AC3E}">
        <p14:creationId xmlns:p14="http://schemas.microsoft.com/office/powerpoint/2010/main" val="258209902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30</a:t>
            </a:fld>
            <a:endParaRPr lang="en-US"/>
          </a:p>
        </p:txBody>
      </p:sp>
    </p:spTree>
    <p:extLst>
      <p:ext uri="{BB962C8B-B14F-4D97-AF65-F5344CB8AC3E}">
        <p14:creationId xmlns:p14="http://schemas.microsoft.com/office/powerpoint/2010/main" val="204479157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31</a:t>
            </a:fld>
            <a:endParaRPr lang="en-US"/>
          </a:p>
        </p:txBody>
      </p:sp>
    </p:spTree>
    <p:extLst>
      <p:ext uri="{BB962C8B-B14F-4D97-AF65-F5344CB8AC3E}">
        <p14:creationId xmlns:p14="http://schemas.microsoft.com/office/powerpoint/2010/main" val="47582370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32</a:t>
            </a:fld>
            <a:endParaRPr lang="en-US"/>
          </a:p>
        </p:txBody>
      </p:sp>
    </p:spTree>
    <p:extLst>
      <p:ext uri="{BB962C8B-B14F-4D97-AF65-F5344CB8AC3E}">
        <p14:creationId xmlns:p14="http://schemas.microsoft.com/office/powerpoint/2010/main" val="22213439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33</a:t>
            </a:fld>
            <a:endParaRPr lang="en-US"/>
          </a:p>
        </p:txBody>
      </p:sp>
    </p:spTree>
    <p:extLst>
      <p:ext uri="{BB962C8B-B14F-4D97-AF65-F5344CB8AC3E}">
        <p14:creationId xmlns:p14="http://schemas.microsoft.com/office/powerpoint/2010/main" val="368858378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34</a:t>
            </a:fld>
            <a:endParaRPr lang="en-US"/>
          </a:p>
        </p:txBody>
      </p:sp>
    </p:spTree>
    <p:extLst>
      <p:ext uri="{BB962C8B-B14F-4D97-AF65-F5344CB8AC3E}">
        <p14:creationId xmlns:p14="http://schemas.microsoft.com/office/powerpoint/2010/main" val="347967244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35</a:t>
            </a:fld>
            <a:endParaRPr lang="en-US"/>
          </a:p>
        </p:txBody>
      </p:sp>
    </p:spTree>
    <p:extLst>
      <p:ext uri="{BB962C8B-B14F-4D97-AF65-F5344CB8AC3E}">
        <p14:creationId xmlns:p14="http://schemas.microsoft.com/office/powerpoint/2010/main" val="105087341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36</a:t>
            </a:fld>
            <a:endParaRPr lang="en-US"/>
          </a:p>
        </p:txBody>
      </p:sp>
    </p:spTree>
    <p:extLst>
      <p:ext uri="{BB962C8B-B14F-4D97-AF65-F5344CB8AC3E}">
        <p14:creationId xmlns:p14="http://schemas.microsoft.com/office/powerpoint/2010/main" val="55749633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37</a:t>
            </a:fld>
            <a:endParaRPr lang="en-US"/>
          </a:p>
        </p:txBody>
      </p:sp>
    </p:spTree>
    <p:extLst>
      <p:ext uri="{BB962C8B-B14F-4D97-AF65-F5344CB8AC3E}">
        <p14:creationId xmlns:p14="http://schemas.microsoft.com/office/powerpoint/2010/main" val="128237161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38</a:t>
            </a:fld>
            <a:endParaRPr lang="en-US"/>
          </a:p>
        </p:txBody>
      </p:sp>
    </p:spTree>
    <p:extLst>
      <p:ext uri="{BB962C8B-B14F-4D97-AF65-F5344CB8AC3E}">
        <p14:creationId xmlns:p14="http://schemas.microsoft.com/office/powerpoint/2010/main" val="255251326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39</a:t>
            </a:fld>
            <a:endParaRPr lang="en-US"/>
          </a:p>
        </p:txBody>
      </p:sp>
    </p:spTree>
    <p:extLst>
      <p:ext uri="{BB962C8B-B14F-4D97-AF65-F5344CB8AC3E}">
        <p14:creationId xmlns:p14="http://schemas.microsoft.com/office/powerpoint/2010/main" val="420297816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40</a:t>
            </a:fld>
            <a:endParaRPr lang="en-US"/>
          </a:p>
        </p:txBody>
      </p:sp>
    </p:spTree>
    <p:extLst>
      <p:ext uri="{BB962C8B-B14F-4D97-AF65-F5344CB8AC3E}">
        <p14:creationId xmlns:p14="http://schemas.microsoft.com/office/powerpoint/2010/main" val="97116175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41</a:t>
            </a:fld>
            <a:endParaRPr lang="en-US"/>
          </a:p>
        </p:txBody>
      </p:sp>
    </p:spTree>
    <p:extLst>
      <p:ext uri="{BB962C8B-B14F-4D97-AF65-F5344CB8AC3E}">
        <p14:creationId xmlns:p14="http://schemas.microsoft.com/office/powerpoint/2010/main" val="47253342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42</a:t>
            </a:fld>
            <a:endParaRPr lang="en-US"/>
          </a:p>
        </p:txBody>
      </p:sp>
    </p:spTree>
    <p:extLst>
      <p:ext uri="{BB962C8B-B14F-4D97-AF65-F5344CB8AC3E}">
        <p14:creationId xmlns:p14="http://schemas.microsoft.com/office/powerpoint/2010/main" val="427688931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43</a:t>
            </a:fld>
            <a:endParaRPr lang="en-US"/>
          </a:p>
        </p:txBody>
      </p:sp>
    </p:spTree>
    <p:extLst>
      <p:ext uri="{BB962C8B-B14F-4D97-AF65-F5344CB8AC3E}">
        <p14:creationId xmlns:p14="http://schemas.microsoft.com/office/powerpoint/2010/main" val="150092264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44</a:t>
            </a:fld>
            <a:endParaRPr lang="en-US"/>
          </a:p>
        </p:txBody>
      </p:sp>
    </p:spTree>
    <p:extLst>
      <p:ext uri="{BB962C8B-B14F-4D97-AF65-F5344CB8AC3E}">
        <p14:creationId xmlns:p14="http://schemas.microsoft.com/office/powerpoint/2010/main" val="379785859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45</a:t>
            </a:fld>
            <a:endParaRPr lang="en-US"/>
          </a:p>
        </p:txBody>
      </p:sp>
    </p:spTree>
    <p:extLst>
      <p:ext uri="{BB962C8B-B14F-4D97-AF65-F5344CB8AC3E}">
        <p14:creationId xmlns:p14="http://schemas.microsoft.com/office/powerpoint/2010/main" val="233316160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46</a:t>
            </a:fld>
            <a:endParaRPr lang="en-US"/>
          </a:p>
        </p:txBody>
      </p:sp>
    </p:spTree>
    <p:extLst>
      <p:ext uri="{BB962C8B-B14F-4D97-AF65-F5344CB8AC3E}">
        <p14:creationId xmlns:p14="http://schemas.microsoft.com/office/powerpoint/2010/main" val="428871650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47</a:t>
            </a:fld>
            <a:endParaRPr lang="en-US"/>
          </a:p>
        </p:txBody>
      </p:sp>
    </p:spTree>
    <p:extLst>
      <p:ext uri="{BB962C8B-B14F-4D97-AF65-F5344CB8AC3E}">
        <p14:creationId xmlns:p14="http://schemas.microsoft.com/office/powerpoint/2010/main" val="290501245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48</a:t>
            </a:fld>
            <a:endParaRPr lang="en-US"/>
          </a:p>
        </p:txBody>
      </p:sp>
    </p:spTree>
    <p:extLst>
      <p:ext uri="{BB962C8B-B14F-4D97-AF65-F5344CB8AC3E}">
        <p14:creationId xmlns:p14="http://schemas.microsoft.com/office/powerpoint/2010/main" val="237184073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49</a:t>
            </a:fld>
            <a:endParaRPr lang="en-US"/>
          </a:p>
        </p:txBody>
      </p:sp>
    </p:spTree>
    <p:extLst>
      <p:ext uri="{BB962C8B-B14F-4D97-AF65-F5344CB8AC3E}">
        <p14:creationId xmlns:p14="http://schemas.microsoft.com/office/powerpoint/2010/main" val="42867907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50</a:t>
            </a:fld>
            <a:endParaRPr lang="en-US"/>
          </a:p>
        </p:txBody>
      </p:sp>
    </p:spTree>
    <p:extLst>
      <p:ext uri="{BB962C8B-B14F-4D97-AF65-F5344CB8AC3E}">
        <p14:creationId xmlns:p14="http://schemas.microsoft.com/office/powerpoint/2010/main" val="20413825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51</a:t>
            </a:fld>
            <a:endParaRPr lang="en-US"/>
          </a:p>
        </p:txBody>
      </p:sp>
    </p:spTree>
    <p:extLst>
      <p:ext uri="{BB962C8B-B14F-4D97-AF65-F5344CB8AC3E}">
        <p14:creationId xmlns:p14="http://schemas.microsoft.com/office/powerpoint/2010/main" val="42467742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52</a:t>
            </a:fld>
            <a:endParaRPr lang="en-US"/>
          </a:p>
        </p:txBody>
      </p:sp>
    </p:spTree>
    <p:extLst>
      <p:ext uri="{BB962C8B-B14F-4D97-AF65-F5344CB8AC3E}">
        <p14:creationId xmlns:p14="http://schemas.microsoft.com/office/powerpoint/2010/main" val="150200127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53</a:t>
            </a:fld>
            <a:endParaRPr lang="en-US"/>
          </a:p>
        </p:txBody>
      </p:sp>
    </p:spTree>
    <p:extLst>
      <p:ext uri="{BB962C8B-B14F-4D97-AF65-F5344CB8AC3E}">
        <p14:creationId xmlns:p14="http://schemas.microsoft.com/office/powerpoint/2010/main" val="425770852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54</a:t>
            </a:fld>
            <a:endParaRPr lang="en-US"/>
          </a:p>
        </p:txBody>
      </p:sp>
    </p:spTree>
    <p:extLst>
      <p:ext uri="{BB962C8B-B14F-4D97-AF65-F5344CB8AC3E}">
        <p14:creationId xmlns:p14="http://schemas.microsoft.com/office/powerpoint/2010/main" val="75928008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55</a:t>
            </a:fld>
            <a:endParaRPr lang="en-US"/>
          </a:p>
        </p:txBody>
      </p:sp>
    </p:spTree>
    <p:extLst>
      <p:ext uri="{BB962C8B-B14F-4D97-AF65-F5344CB8AC3E}">
        <p14:creationId xmlns:p14="http://schemas.microsoft.com/office/powerpoint/2010/main" val="13680083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56</a:t>
            </a:fld>
            <a:endParaRPr lang="en-US"/>
          </a:p>
        </p:txBody>
      </p:sp>
    </p:spTree>
    <p:extLst>
      <p:ext uri="{BB962C8B-B14F-4D97-AF65-F5344CB8AC3E}">
        <p14:creationId xmlns:p14="http://schemas.microsoft.com/office/powerpoint/2010/main" val="358062351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57</a:t>
            </a:fld>
            <a:endParaRPr lang="en-US"/>
          </a:p>
        </p:txBody>
      </p:sp>
    </p:spTree>
    <p:extLst>
      <p:ext uri="{BB962C8B-B14F-4D97-AF65-F5344CB8AC3E}">
        <p14:creationId xmlns:p14="http://schemas.microsoft.com/office/powerpoint/2010/main" val="384727721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58</a:t>
            </a:fld>
            <a:endParaRPr lang="en-US"/>
          </a:p>
        </p:txBody>
      </p:sp>
    </p:spTree>
    <p:extLst>
      <p:ext uri="{BB962C8B-B14F-4D97-AF65-F5344CB8AC3E}">
        <p14:creationId xmlns:p14="http://schemas.microsoft.com/office/powerpoint/2010/main" val="144531712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59</a:t>
            </a:fld>
            <a:endParaRPr lang="en-US"/>
          </a:p>
        </p:txBody>
      </p:sp>
    </p:spTree>
    <p:extLst>
      <p:ext uri="{BB962C8B-B14F-4D97-AF65-F5344CB8AC3E}">
        <p14:creationId xmlns:p14="http://schemas.microsoft.com/office/powerpoint/2010/main" val="108939953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60</a:t>
            </a:fld>
            <a:endParaRPr lang="en-US"/>
          </a:p>
        </p:txBody>
      </p:sp>
    </p:spTree>
    <p:extLst>
      <p:ext uri="{BB962C8B-B14F-4D97-AF65-F5344CB8AC3E}">
        <p14:creationId xmlns:p14="http://schemas.microsoft.com/office/powerpoint/2010/main" val="356984118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61</a:t>
            </a:fld>
            <a:endParaRPr lang="en-US"/>
          </a:p>
        </p:txBody>
      </p:sp>
    </p:spTree>
    <p:extLst>
      <p:ext uri="{BB962C8B-B14F-4D97-AF65-F5344CB8AC3E}">
        <p14:creationId xmlns:p14="http://schemas.microsoft.com/office/powerpoint/2010/main" val="28590784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62</a:t>
            </a:fld>
            <a:endParaRPr lang="en-US"/>
          </a:p>
        </p:txBody>
      </p:sp>
    </p:spTree>
    <p:extLst>
      <p:ext uri="{BB962C8B-B14F-4D97-AF65-F5344CB8AC3E}">
        <p14:creationId xmlns:p14="http://schemas.microsoft.com/office/powerpoint/2010/main" val="219816866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63</a:t>
            </a:fld>
            <a:endParaRPr lang="en-US"/>
          </a:p>
        </p:txBody>
      </p:sp>
    </p:spTree>
    <p:extLst>
      <p:ext uri="{BB962C8B-B14F-4D97-AF65-F5344CB8AC3E}">
        <p14:creationId xmlns:p14="http://schemas.microsoft.com/office/powerpoint/2010/main" val="279177496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64</a:t>
            </a:fld>
            <a:endParaRPr lang="en-US"/>
          </a:p>
        </p:txBody>
      </p:sp>
    </p:spTree>
    <p:extLst>
      <p:ext uri="{BB962C8B-B14F-4D97-AF65-F5344CB8AC3E}">
        <p14:creationId xmlns:p14="http://schemas.microsoft.com/office/powerpoint/2010/main" val="248264425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65</a:t>
            </a:fld>
            <a:endParaRPr lang="en-US"/>
          </a:p>
        </p:txBody>
      </p:sp>
    </p:spTree>
    <p:extLst>
      <p:ext uri="{BB962C8B-B14F-4D97-AF65-F5344CB8AC3E}">
        <p14:creationId xmlns:p14="http://schemas.microsoft.com/office/powerpoint/2010/main" val="42135492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66</a:t>
            </a:fld>
            <a:endParaRPr lang="en-US"/>
          </a:p>
        </p:txBody>
      </p:sp>
    </p:spTree>
    <p:extLst>
      <p:ext uri="{BB962C8B-B14F-4D97-AF65-F5344CB8AC3E}">
        <p14:creationId xmlns:p14="http://schemas.microsoft.com/office/powerpoint/2010/main" val="196554466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67</a:t>
            </a:fld>
            <a:endParaRPr lang="en-US"/>
          </a:p>
        </p:txBody>
      </p:sp>
    </p:spTree>
    <p:extLst>
      <p:ext uri="{BB962C8B-B14F-4D97-AF65-F5344CB8AC3E}">
        <p14:creationId xmlns:p14="http://schemas.microsoft.com/office/powerpoint/2010/main" val="42184196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68</a:t>
            </a:fld>
            <a:endParaRPr lang="en-US"/>
          </a:p>
        </p:txBody>
      </p:sp>
    </p:spTree>
    <p:extLst>
      <p:ext uri="{BB962C8B-B14F-4D97-AF65-F5344CB8AC3E}">
        <p14:creationId xmlns:p14="http://schemas.microsoft.com/office/powerpoint/2010/main" val="144542544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69</a:t>
            </a:fld>
            <a:endParaRPr lang="en-US"/>
          </a:p>
        </p:txBody>
      </p:sp>
    </p:spTree>
    <p:extLst>
      <p:ext uri="{BB962C8B-B14F-4D97-AF65-F5344CB8AC3E}">
        <p14:creationId xmlns:p14="http://schemas.microsoft.com/office/powerpoint/2010/main" val="268743584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70</a:t>
            </a:fld>
            <a:endParaRPr lang="en-US"/>
          </a:p>
        </p:txBody>
      </p:sp>
    </p:spTree>
    <p:extLst>
      <p:ext uri="{BB962C8B-B14F-4D97-AF65-F5344CB8AC3E}">
        <p14:creationId xmlns:p14="http://schemas.microsoft.com/office/powerpoint/2010/main" val="11358756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71</a:t>
            </a:fld>
            <a:endParaRPr lang="en-US"/>
          </a:p>
        </p:txBody>
      </p:sp>
    </p:spTree>
    <p:extLst>
      <p:ext uri="{BB962C8B-B14F-4D97-AF65-F5344CB8AC3E}">
        <p14:creationId xmlns:p14="http://schemas.microsoft.com/office/powerpoint/2010/main" val="44348124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72</a:t>
            </a:fld>
            <a:endParaRPr lang="en-US"/>
          </a:p>
        </p:txBody>
      </p:sp>
    </p:spTree>
    <p:extLst>
      <p:ext uri="{BB962C8B-B14F-4D97-AF65-F5344CB8AC3E}">
        <p14:creationId xmlns:p14="http://schemas.microsoft.com/office/powerpoint/2010/main" val="306025164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73</a:t>
            </a:fld>
            <a:endParaRPr lang="en-US"/>
          </a:p>
        </p:txBody>
      </p:sp>
    </p:spTree>
    <p:extLst>
      <p:ext uri="{BB962C8B-B14F-4D97-AF65-F5344CB8AC3E}">
        <p14:creationId xmlns:p14="http://schemas.microsoft.com/office/powerpoint/2010/main" val="1425279495"/>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74</a:t>
            </a:fld>
            <a:endParaRPr lang="en-US"/>
          </a:p>
        </p:txBody>
      </p:sp>
    </p:spTree>
    <p:extLst>
      <p:ext uri="{BB962C8B-B14F-4D97-AF65-F5344CB8AC3E}">
        <p14:creationId xmlns:p14="http://schemas.microsoft.com/office/powerpoint/2010/main" val="2471721235"/>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75</a:t>
            </a:fld>
            <a:endParaRPr lang="en-US"/>
          </a:p>
        </p:txBody>
      </p:sp>
    </p:spTree>
    <p:extLst>
      <p:ext uri="{BB962C8B-B14F-4D97-AF65-F5344CB8AC3E}">
        <p14:creationId xmlns:p14="http://schemas.microsoft.com/office/powerpoint/2010/main" val="2804648243"/>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76</a:t>
            </a:fld>
            <a:endParaRPr lang="en-US"/>
          </a:p>
        </p:txBody>
      </p:sp>
    </p:spTree>
    <p:extLst>
      <p:ext uri="{BB962C8B-B14F-4D97-AF65-F5344CB8AC3E}">
        <p14:creationId xmlns:p14="http://schemas.microsoft.com/office/powerpoint/2010/main" val="340592379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77</a:t>
            </a:fld>
            <a:endParaRPr lang="en-US"/>
          </a:p>
        </p:txBody>
      </p:sp>
    </p:spTree>
    <p:extLst>
      <p:ext uri="{BB962C8B-B14F-4D97-AF65-F5344CB8AC3E}">
        <p14:creationId xmlns:p14="http://schemas.microsoft.com/office/powerpoint/2010/main" val="3714203425"/>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78</a:t>
            </a:fld>
            <a:endParaRPr lang="en-US"/>
          </a:p>
        </p:txBody>
      </p:sp>
    </p:spTree>
    <p:extLst>
      <p:ext uri="{BB962C8B-B14F-4D97-AF65-F5344CB8AC3E}">
        <p14:creationId xmlns:p14="http://schemas.microsoft.com/office/powerpoint/2010/main" val="1971059184"/>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79</a:t>
            </a:fld>
            <a:endParaRPr lang="en-US"/>
          </a:p>
        </p:txBody>
      </p:sp>
    </p:spTree>
    <p:extLst>
      <p:ext uri="{BB962C8B-B14F-4D97-AF65-F5344CB8AC3E}">
        <p14:creationId xmlns:p14="http://schemas.microsoft.com/office/powerpoint/2010/main" val="721195340"/>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80</a:t>
            </a:fld>
            <a:endParaRPr lang="en-US"/>
          </a:p>
        </p:txBody>
      </p:sp>
    </p:spTree>
    <p:extLst>
      <p:ext uri="{BB962C8B-B14F-4D97-AF65-F5344CB8AC3E}">
        <p14:creationId xmlns:p14="http://schemas.microsoft.com/office/powerpoint/2010/main" val="2699310435"/>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81</a:t>
            </a:fld>
            <a:endParaRPr lang="en-US"/>
          </a:p>
        </p:txBody>
      </p:sp>
    </p:spTree>
    <p:extLst>
      <p:ext uri="{BB962C8B-B14F-4D97-AF65-F5344CB8AC3E}">
        <p14:creationId xmlns:p14="http://schemas.microsoft.com/office/powerpoint/2010/main" val="3289898648"/>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82</a:t>
            </a:fld>
            <a:endParaRPr lang="en-US"/>
          </a:p>
        </p:txBody>
      </p:sp>
    </p:spTree>
    <p:extLst>
      <p:ext uri="{BB962C8B-B14F-4D97-AF65-F5344CB8AC3E}">
        <p14:creationId xmlns:p14="http://schemas.microsoft.com/office/powerpoint/2010/main" val="953808835"/>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83</a:t>
            </a:fld>
            <a:endParaRPr lang="en-US"/>
          </a:p>
        </p:txBody>
      </p:sp>
    </p:spTree>
    <p:extLst>
      <p:ext uri="{BB962C8B-B14F-4D97-AF65-F5344CB8AC3E}">
        <p14:creationId xmlns:p14="http://schemas.microsoft.com/office/powerpoint/2010/main" val="2470390946"/>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84</a:t>
            </a:fld>
            <a:endParaRPr lang="en-US"/>
          </a:p>
        </p:txBody>
      </p:sp>
    </p:spTree>
    <p:extLst>
      <p:ext uri="{BB962C8B-B14F-4D97-AF65-F5344CB8AC3E}">
        <p14:creationId xmlns:p14="http://schemas.microsoft.com/office/powerpoint/2010/main" val="3488545983"/>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85</a:t>
            </a:fld>
            <a:endParaRPr lang="en-US"/>
          </a:p>
        </p:txBody>
      </p:sp>
    </p:spTree>
    <p:extLst>
      <p:ext uri="{BB962C8B-B14F-4D97-AF65-F5344CB8AC3E}">
        <p14:creationId xmlns:p14="http://schemas.microsoft.com/office/powerpoint/2010/main" val="557434446"/>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86</a:t>
            </a:fld>
            <a:endParaRPr lang="en-US"/>
          </a:p>
        </p:txBody>
      </p:sp>
    </p:spTree>
    <p:extLst>
      <p:ext uri="{BB962C8B-B14F-4D97-AF65-F5344CB8AC3E}">
        <p14:creationId xmlns:p14="http://schemas.microsoft.com/office/powerpoint/2010/main" val="2794914198"/>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87</a:t>
            </a:fld>
            <a:endParaRPr lang="en-US"/>
          </a:p>
        </p:txBody>
      </p:sp>
    </p:spTree>
    <p:extLst>
      <p:ext uri="{BB962C8B-B14F-4D97-AF65-F5344CB8AC3E}">
        <p14:creationId xmlns:p14="http://schemas.microsoft.com/office/powerpoint/2010/main" val="476560336"/>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88</a:t>
            </a:fld>
            <a:endParaRPr lang="en-US"/>
          </a:p>
        </p:txBody>
      </p:sp>
    </p:spTree>
    <p:extLst>
      <p:ext uri="{BB962C8B-B14F-4D97-AF65-F5344CB8AC3E}">
        <p14:creationId xmlns:p14="http://schemas.microsoft.com/office/powerpoint/2010/main" val="139874468"/>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89</a:t>
            </a:fld>
            <a:endParaRPr lang="en-US"/>
          </a:p>
        </p:txBody>
      </p:sp>
    </p:spTree>
    <p:extLst>
      <p:ext uri="{BB962C8B-B14F-4D97-AF65-F5344CB8AC3E}">
        <p14:creationId xmlns:p14="http://schemas.microsoft.com/office/powerpoint/2010/main" val="2532882469"/>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90</a:t>
            </a:fld>
            <a:endParaRPr lang="en-US"/>
          </a:p>
        </p:txBody>
      </p:sp>
    </p:spTree>
    <p:extLst>
      <p:ext uri="{BB962C8B-B14F-4D97-AF65-F5344CB8AC3E}">
        <p14:creationId xmlns:p14="http://schemas.microsoft.com/office/powerpoint/2010/main" val="225757354"/>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91</a:t>
            </a:fld>
            <a:endParaRPr lang="en-US"/>
          </a:p>
        </p:txBody>
      </p:sp>
    </p:spTree>
    <p:extLst>
      <p:ext uri="{BB962C8B-B14F-4D97-AF65-F5344CB8AC3E}">
        <p14:creationId xmlns:p14="http://schemas.microsoft.com/office/powerpoint/2010/main" val="84957319"/>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92</a:t>
            </a:fld>
            <a:endParaRPr lang="en-US"/>
          </a:p>
        </p:txBody>
      </p:sp>
    </p:spTree>
    <p:extLst>
      <p:ext uri="{BB962C8B-B14F-4D97-AF65-F5344CB8AC3E}">
        <p14:creationId xmlns:p14="http://schemas.microsoft.com/office/powerpoint/2010/main" val="1919616164"/>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93</a:t>
            </a:fld>
            <a:endParaRPr lang="en-US"/>
          </a:p>
        </p:txBody>
      </p:sp>
    </p:spTree>
    <p:extLst>
      <p:ext uri="{BB962C8B-B14F-4D97-AF65-F5344CB8AC3E}">
        <p14:creationId xmlns:p14="http://schemas.microsoft.com/office/powerpoint/2010/main" val="2768693358"/>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94</a:t>
            </a:fld>
            <a:endParaRPr lang="en-US"/>
          </a:p>
        </p:txBody>
      </p:sp>
    </p:spTree>
    <p:extLst>
      <p:ext uri="{BB962C8B-B14F-4D97-AF65-F5344CB8AC3E}">
        <p14:creationId xmlns:p14="http://schemas.microsoft.com/office/powerpoint/2010/main" val="2655397442"/>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95</a:t>
            </a:fld>
            <a:endParaRPr lang="en-US"/>
          </a:p>
        </p:txBody>
      </p:sp>
    </p:spTree>
    <p:extLst>
      <p:ext uri="{BB962C8B-B14F-4D97-AF65-F5344CB8AC3E}">
        <p14:creationId xmlns:p14="http://schemas.microsoft.com/office/powerpoint/2010/main" val="4022518074"/>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96</a:t>
            </a:fld>
            <a:endParaRPr lang="en-US"/>
          </a:p>
        </p:txBody>
      </p:sp>
    </p:spTree>
    <p:extLst>
      <p:ext uri="{BB962C8B-B14F-4D97-AF65-F5344CB8AC3E}">
        <p14:creationId xmlns:p14="http://schemas.microsoft.com/office/powerpoint/2010/main" val="1952882695"/>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97</a:t>
            </a:fld>
            <a:endParaRPr lang="en-US"/>
          </a:p>
        </p:txBody>
      </p:sp>
    </p:spTree>
    <p:extLst>
      <p:ext uri="{BB962C8B-B14F-4D97-AF65-F5344CB8AC3E}">
        <p14:creationId xmlns:p14="http://schemas.microsoft.com/office/powerpoint/2010/main" val="2579663410"/>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98</a:t>
            </a:fld>
            <a:endParaRPr lang="en-US"/>
          </a:p>
        </p:txBody>
      </p:sp>
    </p:spTree>
    <p:extLst>
      <p:ext uri="{BB962C8B-B14F-4D97-AF65-F5344CB8AC3E}">
        <p14:creationId xmlns:p14="http://schemas.microsoft.com/office/powerpoint/2010/main" val="766318262"/>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99</a:t>
            </a:fld>
            <a:endParaRPr lang="en-US"/>
          </a:p>
        </p:txBody>
      </p:sp>
    </p:spTree>
    <p:extLst>
      <p:ext uri="{BB962C8B-B14F-4D97-AF65-F5344CB8AC3E}">
        <p14:creationId xmlns:p14="http://schemas.microsoft.com/office/powerpoint/2010/main" val="575517996"/>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100</a:t>
            </a:fld>
            <a:endParaRPr lang="en-US"/>
          </a:p>
        </p:txBody>
      </p:sp>
    </p:spTree>
    <p:extLst>
      <p:ext uri="{BB962C8B-B14F-4D97-AF65-F5344CB8AC3E}">
        <p14:creationId xmlns:p14="http://schemas.microsoft.com/office/powerpoint/2010/main" val="1889645290"/>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101</a:t>
            </a:fld>
            <a:endParaRPr lang="en-US"/>
          </a:p>
        </p:txBody>
      </p:sp>
    </p:spTree>
    <p:extLst>
      <p:ext uri="{BB962C8B-B14F-4D97-AF65-F5344CB8AC3E}">
        <p14:creationId xmlns:p14="http://schemas.microsoft.com/office/powerpoint/2010/main" val="2669183130"/>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102</a:t>
            </a:fld>
            <a:endParaRPr lang="en-US"/>
          </a:p>
        </p:txBody>
      </p:sp>
    </p:spTree>
    <p:extLst>
      <p:ext uri="{BB962C8B-B14F-4D97-AF65-F5344CB8AC3E}">
        <p14:creationId xmlns:p14="http://schemas.microsoft.com/office/powerpoint/2010/main" val="1339481688"/>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103</a:t>
            </a:fld>
            <a:endParaRPr lang="en-US"/>
          </a:p>
        </p:txBody>
      </p:sp>
    </p:spTree>
    <p:extLst>
      <p:ext uri="{BB962C8B-B14F-4D97-AF65-F5344CB8AC3E}">
        <p14:creationId xmlns:p14="http://schemas.microsoft.com/office/powerpoint/2010/main" val="3753011505"/>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104</a:t>
            </a:fld>
            <a:endParaRPr lang="en-US"/>
          </a:p>
        </p:txBody>
      </p:sp>
    </p:spTree>
    <p:extLst>
      <p:ext uri="{BB962C8B-B14F-4D97-AF65-F5344CB8AC3E}">
        <p14:creationId xmlns:p14="http://schemas.microsoft.com/office/powerpoint/2010/main" val="3248343680"/>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105</a:t>
            </a:fld>
            <a:endParaRPr lang="en-US"/>
          </a:p>
        </p:txBody>
      </p:sp>
    </p:spTree>
    <p:extLst>
      <p:ext uri="{BB962C8B-B14F-4D97-AF65-F5344CB8AC3E}">
        <p14:creationId xmlns:p14="http://schemas.microsoft.com/office/powerpoint/2010/main" val="1626969914"/>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106</a:t>
            </a:fld>
            <a:endParaRPr lang="en-US"/>
          </a:p>
        </p:txBody>
      </p:sp>
    </p:spTree>
    <p:extLst>
      <p:ext uri="{BB962C8B-B14F-4D97-AF65-F5344CB8AC3E}">
        <p14:creationId xmlns:p14="http://schemas.microsoft.com/office/powerpoint/2010/main" val="1375489695"/>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107</a:t>
            </a:fld>
            <a:endParaRPr lang="en-US"/>
          </a:p>
        </p:txBody>
      </p:sp>
    </p:spTree>
    <p:extLst>
      <p:ext uri="{BB962C8B-B14F-4D97-AF65-F5344CB8AC3E}">
        <p14:creationId xmlns:p14="http://schemas.microsoft.com/office/powerpoint/2010/main" val="612746203"/>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108</a:t>
            </a:fld>
            <a:endParaRPr lang="en-US"/>
          </a:p>
        </p:txBody>
      </p:sp>
    </p:spTree>
    <p:extLst>
      <p:ext uri="{BB962C8B-B14F-4D97-AF65-F5344CB8AC3E}">
        <p14:creationId xmlns:p14="http://schemas.microsoft.com/office/powerpoint/2010/main" val="3871327228"/>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109</a:t>
            </a:fld>
            <a:endParaRPr lang="en-US"/>
          </a:p>
        </p:txBody>
      </p:sp>
    </p:spTree>
    <p:extLst>
      <p:ext uri="{BB962C8B-B14F-4D97-AF65-F5344CB8AC3E}">
        <p14:creationId xmlns:p14="http://schemas.microsoft.com/office/powerpoint/2010/main" val="2180007646"/>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110</a:t>
            </a:fld>
            <a:endParaRPr lang="en-US"/>
          </a:p>
        </p:txBody>
      </p:sp>
    </p:spTree>
    <p:extLst>
      <p:ext uri="{BB962C8B-B14F-4D97-AF65-F5344CB8AC3E}">
        <p14:creationId xmlns:p14="http://schemas.microsoft.com/office/powerpoint/2010/main" val="110777034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111</a:t>
            </a:fld>
            <a:endParaRPr lang="en-US"/>
          </a:p>
        </p:txBody>
      </p:sp>
    </p:spTree>
    <p:extLst>
      <p:ext uri="{BB962C8B-B14F-4D97-AF65-F5344CB8AC3E}">
        <p14:creationId xmlns:p14="http://schemas.microsoft.com/office/powerpoint/2010/main" val="4253745403"/>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112</a:t>
            </a:fld>
            <a:endParaRPr lang="en-US"/>
          </a:p>
        </p:txBody>
      </p:sp>
    </p:spTree>
    <p:extLst>
      <p:ext uri="{BB962C8B-B14F-4D97-AF65-F5344CB8AC3E}">
        <p14:creationId xmlns:p14="http://schemas.microsoft.com/office/powerpoint/2010/main" val="162085507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113</a:t>
            </a:fld>
            <a:endParaRPr lang="en-US"/>
          </a:p>
        </p:txBody>
      </p:sp>
    </p:spTree>
    <p:extLst>
      <p:ext uri="{BB962C8B-B14F-4D97-AF65-F5344CB8AC3E}">
        <p14:creationId xmlns:p14="http://schemas.microsoft.com/office/powerpoint/2010/main" val="415487074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114</a:t>
            </a:fld>
            <a:endParaRPr lang="en-US"/>
          </a:p>
        </p:txBody>
      </p:sp>
    </p:spTree>
    <p:extLst>
      <p:ext uri="{BB962C8B-B14F-4D97-AF65-F5344CB8AC3E}">
        <p14:creationId xmlns:p14="http://schemas.microsoft.com/office/powerpoint/2010/main" val="117206803"/>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115</a:t>
            </a:fld>
            <a:endParaRPr lang="en-US"/>
          </a:p>
        </p:txBody>
      </p:sp>
    </p:spTree>
    <p:extLst>
      <p:ext uri="{BB962C8B-B14F-4D97-AF65-F5344CB8AC3E}">
        <p14:creationId xmlns:p14="http://schemas.microsoft.com/office/powerpoint/2010/main" val="1554474594"/>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116</a:t>
            </a:fld>
            <a:endParaRPr lang="en-US"/>
          </a:p>
        </p:txBody>
      </p:sp>
    </p:spTree>
    <p:extLst>
      <p:ext uri="{BB962C8B-B14F-4D97-AF65-F5344CB8AC3E}">
        <p14:creationId xmlns:p14="http://schemas.microsoft.com/office/powerpoint/2010/main" val="2216322624"/>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117</a:t>
            </a:fld>
            <a:endParaRPr lang="en-US"/>
          </a:p>
        </p:txBody>
      </p:sp>
    </p:spTree>
    <p:extLst>
      <p:ext uri="{BB962C8B-B14F-4D97-AF65-F5344CB8AC3E}">
        <p14:creationId xmlns:p14="http://schemas.microsoft.com/office/powerpoint/2010/main" val="314931590"/>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118</a:t>
            </a:fld>
            <a:endParaRPr lang="en-US"/>
          </a:p>
        </p:txBody>
      </p:sp>
    </p:spTree>
    <p:extLst>
      <p:ext uri="{BB962C8B-B14F-4D97-AF65-F5344CB8AC3E}">
        <p14:creationId xmlns:p14="http://schemas.microsoft.com/office/powerpoint/2010/main" val="1978021118"/>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119</a:t>
            </a:fld>
            <a:endParaRPr lang="en-US"/>
          </a:p>
        </p:txBody>
      </p:sp>
    </p:spTree>
    <p:extLst>
      <p:ext uri="{BB962C8B-B14F-4D97-AF65-F5344CB8AC3E}">
        <p14:creationId xmlns:p14="http://schemas.microsoft.com/office/powerpoint/2010/main" val="235217488"/>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120</a:t>
            </a:fld>
            <a:endParaRPr lang="en-US"/>
          </a:p>
        </p:txBody>
      </p:sp>
    </p:spTree>
    <p:extLst>
      <p:ext uri="{BB962C8B-B14F-4D97-AF65-F5344CB8AC3E}">
        <p14:creationId xmlns:p14="http://schemas.microsoft.com/office/powerpoint/2010/main" val="1512822080"/>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121</a:t>
            </a:fld>
            <a:endParaRPr lang="en-US"/>
          </a:p>
        </p:txBody>
      </p:sp>
    </p:spTree>
    <p:extLst>
      <p:ext uri="{BB962C8B-B14F-4D97-AF65-F5344CB8AC3E}">
        <p14:creationId xmlns:p14="http://schemas.microsoft.com/office/powerpoint/2010/main" val="2426028453"/>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122</a:t>
            </a:fld>
            <a:endParaRPr lang="en-US"/>
          </a:p>
        </p:txBody>
      </p:sp>
    </p:spTree>
    <p:extLst>
      <p:ext uri="{BB962C8B-B14F-4D97-AF65-F5344CB8AC3E}">
        <p14:creationId xmlns:p14="http://schemas.microsoft.com/office/powerpoint/2010/main" val="72779996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123</a:t>
            </a:fld>
            <a:endParaRPr lang="en-US"/>
          </a:p>
        </p:txBody>
      </p:sp>
    </p:spTree>
    <p:extLst>
      <p:ext uri="{BB962C8B-B14F-4D97-AF65-F5344CB8AC3E}">
        <p14:creationId xmlns:p14="http://schemas.microsoft.com/office/powerpoint/2010/main" val="2050382968"/>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124</a:t>
            </a:fld>
            <a:endParaRPr lang="en-US"/>
          </a:p>
        </p:txBody>
      </p:sp>
    </p:spTree>
    <p:extLst>
      <p:ext uri="{BB962C8B-B14F-4D97-AF65-F5344CB8AC3E}">
        <p14:creationId xmlns:p14="http://schemas.microsoft.com/office/powerpoint/2010/main" val="64995512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125</a:t>
            </a:fld>
            <a:endParaRPr lang="en-US"/>
          </a:p>
        </p:txBody>
      </p:sp>
    </p:spTree>
    <p:extLst>
      <p:ext uri="{BB962C8B-B14F-4D97-AF65-F5344CB8AC3E}">
        <p14:creationId xmlns:p14="http://schemas.microsoft.com/office/powerpoint/2010/main" val="220967852"/>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126</a:t>
            </a:fld>
            <a:endParaRPr lang="en-US"/>
          </a:p>
        </p:txBody>
      </p:sp>
    </p:spTree>
    <p:extLst>
      <p:ext uri="{BB962C8B-B14F-4D97-AF65-F5344CB8AC3E}">
        <p14:creationId xmlns:p14="http://schemas.microsoft.com/office/powerpoint/2010/main" val="1473556047"/>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127</a:t>
            </a:fld>
            <a:endParaRPr lang="en-US"/>
          </a:p>
        </p:txBody>
      </p:sp>
    </p:spTree>
    <p:extLst>
      <p:ext uri="{BB962C8B-B14F-4D97-AF65-F5344CB8AC3E}">
        <p14:creationId xmlns:p14="http://schemas.microsoft.com/office/powerpoint/2010/main" val="3377701747"/>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128</a:t>
            </a:fld>
            <a:endParaRPr lang="en-US"/>
          </a:p>
        </p:txBody>
      </p:sp>
    </p:spTree>
    <p:extLst>
      <p:ext uri="{BB962C8B-B14F-4D97-AF65-F5344CB8AC3E}">
        <p14:creationId xmlns:p14="http://schemas.microsoft.com/office/powerpoint/2010/main" val="386312097"/>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129</a:t>
            </a:fld>
            <a:endParaRPr lang="en-US"/>
          </a:p>
        </p:txBody>
      </p:sp>
    </p:spTree>
    <p:extLst>
      <p:ext uri="{BB962C8B-B14F-4D97-AF65-F5344CB8AC3E}">
        <p14:creationId xmlns:p14="http://schemas.microsoft.com/office/powerpoint/2010/main" val="250520357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130</a:t>
            </a:fld>
            <a:endParaRPr lang="en-US"/>
          </a:p>
        </p:txBody>
      </p:sp>
    </p:spTree>
    <p:extLst>
      <p:ext uri="{BB962C8B-B14F-4D97-AF65-F5344CB8AC3E}">
        <p14:creationId xmlns:p14="http://schemas.microsoft.com/office/powerpoint/2010/main" val="2289728156"/>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131</a:t>
            </a:fld>
            <a:endParaRPr lang="en-US"/>
          </a:p>
        </p:txBody>
      </p:sp>
    </p:spTree>
    <p:extLst>
      <p:ext uri="{BB962C8B-B14F-4D97-AF65-F5344CB8AC3E}">
        <p14:creationId xmlns:p14="http://schemas.microsoft.com/office/powerpoint/2010/main" val="1574589122"/>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132</a:t>
            </a:fld>
            <a:endParaRPr lang="en-US"/>
          </a:p>
        </p:txBody>
      </p:sp>
    </p:spTree>
    <p:extLst>
      <p:ext uri="{BB962C8B-B14F-4D97-AF65-F5344CB8AC3E}">
        <p14:creationId xmlns:p14="http://schemas.microsoft.com/office/powerpoint/2010/main" val="368589572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133</a:t>
            </a:fld>
            <a:endParaRPr lang="en-US"/>
          </a:p>
        </p:txBody>
      </p:sp>
    </p:spTree>
    <p:extLst>
      <p:ext uri="{BB962C8B-B14F-4D97-AF65-F5344CB8AC3E}">
        <p14:creationId xmlns:p14="http://schemas.microsoft.com/office/powerpoint/2010/main" val="773098652"/>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134</a:t>
            </a:fld>
            <a:endParaRPr lang="en-US"/>
          </a:p>
        </p:txBody>
      </p:sp>
    </p:spTree>
    <p:extLst>
      <p:ext uri="{BB962C8B-B14F-4D97-AF65-F5344CB8AC3E}">
        <p14:creationId xmlns:p14="http://schemas.microsoft.com/office/powerpoint/2010/main" val="348388196"/>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135</a:t>
            </a:fld>
            <a:endParaRPr lang="en-US"/>
          </a:p>
        </p:txBody>
      </p:sp>
    </p:spTree>
    <p:extLst>
      <p:ext uri="{BB962C8B-B14F-4D97-AF65-F5344CB8AC3E}">
        <p14:creationId xmlns:p14="http://schemas.microsoft.com/office/powerpoint/2010/main" val="3642812717"/>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136</a:t>
            </a:fld>
            <a:endParaRPr lang="en-US"/>
          </a:p>
        </p:txBody>
      </p:sp>
    </p:spTree>
    <p:extLst>
      <p:ext uri="{BB962C8B-B14F-4D97-AF65-F5344CB8AC3E}">
        <p14:creationId xmlns:p14="http://schemas.microsoft.com/office/powerpoint/2010/main" val="913803835"/>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137</a:t>
            </a:fld>
            <a:endParaRPr lang="en-US"/>
          </a:p>
        </p:txBody>
      </p:sp>
    </p:spTree>
    <p:extLst>
      <p:ext uri="{BB962C8B-B14F-4D97-AF65-F5344CB8AC3E}">
        <p14:creationId xmlns:p14="http://schemas.microsoft.com/office/powerpoint/2010/main" val="737324219"/>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138</a:t>
            </a:fld>
            <a:endParaRPr lang="en-US"/>
          </a:p>
        </p:txBody>
      </p:sp>
    </p:spTree>
    <p:extLst>
      <p:ext uri="{BB962C8B-B14F-4D97-AF65-F5344CB8AC3E}">
        <p14:creationId xmlns:p14="http://schemas.microsoft.com/office/powerpoint/2010/main" val="750987878"/>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139</a:t>
            </a:fld>
            <a:endParaRPr lang="en-US"/>
          </a:p>
        </p:txBody>
      </p:sp>
    </p:spTree>
    <p:extLst>
      <p:ext uri="{BB962C8B-B14F-4D97-AF65-F5344CB8AC3E}">
        <p14:creationId xmlns:p14="http://schemas.microsoft.com/office/powerpoint/2010/main" val="111548958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140</a:t>
            </a:fld>
            <a:endParaRPr lang="en-US"/>
          </a:p>
        </p:txBody>
      </p:sp>
    </p:spTree>
    <p:extLst>
      <p:ext uri="{BB962C8B-B14F-4D97-AF65-F5344CB8AC3E}">
        <p14:creationId xmlns:p14="http://schemas.microsoft.com/office/powerpoint/2010/main" val="150542345"/>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141</a:t>
            </a:fld>
            <a:endParaRPr lang="en-US"/>
          </a:p>
        </p:txBody>
      </p:sp>
    </p:spTree>
    <p:extLst>
      <p:ext uri="{BB962C8B-B14F-4D97-AF65-F5344CB8AC3E}">
        <p14:creationId xmlns:p14="http://schemas.microsoft.com/office/powerpoint/2010/main" val="1721851462"/>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142</a:t>
            </a:fld>
            <a:endParaRPr lang="en-US"/>
          </a:p>
        </p:txBody>
      </p:sp>
    </p:spTree>
    <p:extLst>
      <p:ext uri="{BB962C8B-B14F-4D97-AF65-F5344CB8AC3E}">
        <p14:creationId xmlns:p14="http://schemas.microsoft.com/office/powerpoint/2010/main" val="1735600786"/>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143</a:t>
            </a:fld>
            <a:endParaRPr lang="en-US"/>
          </a:p>
        </p:txBody>
      </p:sp>
    </p:spTree>
    <p:extLst>
      <p:ext uri="{BB962C8B-B14F-4D97-AF65-F5344CB8AC3E}">
        <p14:creationId xmlns:p14="http://schemas.microsoft.com/office/powerpoint/2010/main" val="3986417345"/>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144</a:t>
            </a:fld>
            <a:endParaRPr lang="en-US"/>
          </a:p>
        </p:txBody>
      </p:sp>
    </p:spTree>
    <p:extLst>
      <p:ext uri="{BB962C8B-B14F-4D97-AF65-F5344CB8AC3E}">
        <p14:creationId xmlns:p14="http://schemas.microsoft.com/office/powerpoint/2010/main" val="3582065032"/>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145</a:t>
            </a:fld>
            <a:endParaRPr lang="en-US"/>
          </a:p>
        </p:txBody>
      </p:sp>
    </p:spTree>
    <p:extLst>
      <p:ext uri="{BB962C8B-B14F-4D97-AF65-F5344CB8AC3E}">
        <p14:creationId xmlns:p14="http://schemas.microsoft.com/office/powerpoint/2010/main" val="4026914868"/>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146</a:t>
            </a:fld>
            <a:endParaRPr lang="en-US"/>
          </a:p>
        </p:txBody>
      </p:sp>
    </p:spTree>
    <p:extLst>
      <p:ext uri="{BB962C8B-B14F-4D97-AF65-F5344CB8AC3E}">
        <p14:creationId xmlns:p14="http://schemas.microsoft.com/office/powerpoint/2010/main" val="1400274976"/>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147</a:t>
            </a:fld>
            <a:endParaRPr lang="en-US"/>
          </a:p>
        </p:txBody>
      </p:sp>
    </p:spTree>
    <p:extLst>
      <p:ext uri="{BB962C8B-B14F-4D97-AF65-F5344CB8AC3E}">
        <p14:creationId xmlns:p14="http://schemas.microsoft.com/office/powerpoint/2010/main" val="4051881802"/>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148</a:t>
            </a:fld>
            <a:endParaRPr lang="en-US"/>
          </a:p>
        </p:txBody>
      </p:sp>
    </p:spTree>
    <p:extLst>
      <p:ext uri="{BB962C8B-B14F-4D97-AF65-F5344CB8AC3E}">
        <p14:creationId xmlns:p14="http://schemas.microsoft.com/office/powerpoint/2010/main" val="3753347705"/>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149</a:t>
            </a:fld>
            <a:endParaRPr lang="en-US"/>
          </a:p>
        </p:txBody>
      </p:sp>
    </p:spTree>
    <p:extLst>
      <p:ext uri="{BB962C8B-B14F-4D97-AF65-F5344CB8AC3E}">
        <p14:creationId xmlns:p14="http://schemas.microsoft.com/office/powerpoint/2010/main" val="80762858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150</a:t>
            </a:fld>
            <a:endParaRPr lang="en-US"/>
          </a:p>
        </p:txBody>
      </p:sp>
    </p:spTree>
    <p:extLst>
      <p:ext uri="{BB962C8B-B14F-4D97-AF65-F5344CB8AC3E}">
        <p14:creationId xmlns:p14="http://schemas.microsoft.com/office/powerpoint/2010/main" val="3059885732"/>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151</a:t>
            </a:fld>
            <a:endParaRPr lang="en-US"/>
          </a:p>
        </p:txBody>
      </p:sp>
    </p:spTree>
    <p:extLst>
      <p:ext uri="{BB962C8B-B14F-4D97-AF65-F5344CB8AC3E}">
        <p14:creationId xmlns:p14="http://schemas.microsoft.com/office/powerpoint/2010/main" val="2387914743"/>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152</a:t>
            </a:fld>
            <a:endParaRPr lang="en-US"/>
          </a:p>
        </p:txBody>
      </p:sp>
    </p:spTree>
    <p:extLst>
      <p:ext uri="{BB962C8B-B14F-4D97-AF65-F5344CB8AC3E}">
        <p14:creationId xmlns:p14="http://schemas.microsoft.com/office/powerpoint/2010/main" val="943642492"/>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153</a:t>
            </a:fld>
            <a:endParaRPr lang="en-US"/>
          </a:p>
        </p:txBody>
      </p:sp>
    </p:spTree>
    <p:extLst>
      <p:ext uri="{BB962C8B-B14F-4D97-AF65-F5344CB8AC3E}">
        <p14:creationId xmlns:p14="http://schemas.microsoft.com/office/powerpoint/2010/main" val="1554693308"/>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154</a:t>
            </a:fld>
            <a:endParaRPr lang="en-US"/>
          </a:p>
        </p:txBody>
      </p:sp>
    </p:spTree>
    <p:extLst>
      <p:ext uri="{BB962C8B-B14F-4D97-AF65-F5344CB8AC3E}">
        <p14:creationId xmlns:p14="http://schemas.microsoft.com/office/powerpoint/2010/main" val="22865025"/>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155</a:t>
            </a:fld>
            <a:endParaRPr lang="en-US"/>
          </a:p>
        </p:txBody>
      </p:sp>
    </p:spTree>
    <p:extLst>
      <p:ext uri="{BB962C8B-B14F-4D97-AF65-F5344CB8AC3E}">
        <p14:creationId xmlns:p14="http://schemas.microsoft.com/office/powerpoint/2010/main" val="3400150179"/>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156</a:t>
            </a:fld>
            <a:endParaRPr lang="en-US"/>
          </a:p>
        </p:txBody>
      </p:sp>
    </p:spTree>
    <p:extLst>
      <p:ext uri="{BB962C8B-B14F-4D97-AF65-F5344CB8AC3E}">
        <p14:creationId xmlns:p14="http://schemas.microsoft.com/office/powerpoint/2010/main" val="1497554978"/>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157</a:t>
            </a:fld>
            <a:endParaRPr lang="en-US"/>
          </a:p>
        </p:txBody>
      </p:sp>
    </p:spTree>
    <p:extLst>
      <p:ext uri="{BB962C8B-B14F-4D97-AF65-F5344CB8AC3E}">
        <p14:creationId xmlns:p14="http://schemas.microsoft.com/office/powerpoint/2010/main" val="2179991867"/>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158</a:t>
            </a:fld>
            <a:endParaRPr lang="en-US"/>
          </a:p>
        </p:txBody>
      </p:sp>
    </p:spTree>
    <p:extLst>
      <p:ext uri="{BB962C8B-B14F-4D97-AF65-F5344CB8AC3E}">
        <p14:creationId xmlns:p14="http://schemas.microsoft.com/office/powerpoint/2010/main" val="2280688898"/>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159</a:t>
            </a:fld>
            <a:endParaRPr lang="en-US"/>
          </a:p>
        </p:txBody>
      </p:sp>
    </p:spTree>
    <p:extLst>
      <p:ext uri="{BB962C8B-B14F-4D97-AF65-F5344CB8AC3E}">
        <p14:creationId xmlns:p14="http://schemas.microsoft.com/office/powerpoint/2010/main" val="775918307"/>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160</a:t>
            </a:fld>
            <a:endParaRPr lang="en-US"/>
          </a:p>
        </p:txBody>
      </p:sp>
    </p:spTree>
    <p:extLst>
      <p:ext uri="{BB962C8B-B14F-4D97-AF65-F5344CB8AC3E}">
        <p14:creationId xmlns:p14="http://schemas.microsoft.com/office/powerpoint/2010/main" val="2572125597"/>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161</a:t>
            </a:fld>
            <a:endParaRPr lang="en-US"/>
          </a:p>
        </p:txBody>
      </p:sp>
    </p:spTree>
    <p:extLst>
      <p:ext uri="{BB962C8B-B14F-4D97-AF65-F5344CB8AC3E}">
        <p14:creationId xmlns:p14="http://schemas.microsoft.com/office/powerpoint/2010/main" val="2363783569"/>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fld id="{2CA3AB2B-189A-4C92-A457-C6A3833631A7}" type="slidenum">
              <a:rPr lang="en-US" smtClean="0"/>
              <a:pPr/>
              <a:t>162</a:t>
            </a:fld>
            <a:endParaRPr lang="en-US"/>
          </a:p>
        </p:txBody>
      </p:sp>
    </p:spTree>
    <p:extLst>
      <p:ext uri="{BB962C8B-B14F-4D97-AF65-F5344CB8AC3E}">
        <p14:creationId xmlns:p14="http://schemas.microsoft.com/office/powerpoint/2010/main" val="2876379976"/>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pPr marL="0" marR="0" lvl="0" indent="0" algn="r" defTabSz="914354" rtl="0" eaLnBrk="1" fontAlgn="auto" latinLnBrk="0" hangingPunct="1">
              <a:lnSpc>
                <a:spcPct val="100000"/>
              </a:lnSpc>
              <a:spcBef>
                <a:spcPts val="0"/>
              </a:spcBef>
              <a:spcAft>
                <a:spcPts val="0"/>
              </a:spcAft>
              <a:buClrTx/>
              <a:buSzTx/>
              <a:buFontTx/>
              <a:buNone/>
              <a:tabLst/>
              <a:defRPr/>
            </a:pPr>
            <a:fld id="{2CA3AB2B-189A-4C92-A457-C6A3833631A7}"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354" rtl="0" eaLnBrk="1" fontAlgn="auto" latinLnBrk="0" hangingPunct="1">
                <a:lnSpc>
                  <a:spcPct val="100000"/>
                </a:lnSpc>
                <a:spcBef>
                  <a:spcPts val="0"/>
                </a:spcBef>
                <a:spcAft>
                  <a:spcPts val="0"/>
                </a:spcAft>
                <a:buClrTx/>
                <a:buSzTx/>
                <a:buFontTx/>
                <a:buNone/>
                <a:tabLst/>
                <a:defRPr/>
              </a:pPr>
              <a:t>163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919663304"/>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200" dirty="0">
                <a:solidFill>
                  <a:prstClr val="black"/>
                </a:solidFill>
              </a:rPr>
              <a:t>© Copyright Showeet.com – Creative &amp; Free PowerPoint &amp; Google Slides Templates</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CA3AB2B-189A-4C92-A457-C6A3833631A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6604513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www.showeet.com/" TargetMode="External"/><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www.showeet.com/" TargetMode="External"/><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 Right">
    <p:spTree>
      <p:nvGrpSpPr>
        <p:cNvPr id="1" name=""/>
        <p:cNvGrpSpPr/>
        <p:nvPr/>
      </p:nvGrpSpPr>
      <p:grpSpPr>
        <a:xfrm>
          <a:off x="0" y="0"/>
          <a:ext cx="0" cy="0"/>
          <a:chOff x="0" y="0"/>
          <a:chExt cx="0" cy="0"/>
        </a:xfrm>
      </p:grpSpPr>
      <p:sp>
        <p:nvSpPr>
          <p:cNvPr id="2" name="Title 1"/>
          <p:cNvSpPr>
            <a:spLocks noGrp="1"/>
          </p:cNvSpPr>
          <p:nvPr>
            <p:ph type="title"/>
          </p:nvPr>
        </p:nvSpPr>
        <p:spPr>
          <a:xfrm>
            <a:off x="1784569" y="137160"/>
            <a:ext cx="9797831" cy="707886"/>
          </a:xfrm>
        </p:spPr>
        <p:txBody>
          <a:bodyPr/>
          <a:lstStyle/>
          <a:p>
            <a:r>
              <a:rPr lang="en-US"/>
              <a:t>Click to edit Master title style</a:t>
            </a:r>
          </a:p>
        </p:txBody>
      </p:sp>
      <p:sp>
        <p:nvSpPr>
          <p:cNvPr id="3" name="Subtitle 2"/>
          <p:cNvSpPr>
            <a:spLocks noGrp="1"/>
          </p:cNvSpPr>
          <p:nvPr>
            <p:ph type="subTitle" idx="1"/>
          </p:nvPr>
        </p:nvSpPr>
        <p:spPr>
          <a:xfrm>
            <a:off x="1784569" y="845046"/>
            <a:ext cx="9797831" cy="523220"/>
          </a:xfrm>
        </p:spPr>
        <p:txBody>
          <a:bodyPr wrap="square">
            <a:spAutoFit/>
          </a:bodyPr>
          <a:lstStyle>
            <a:lvl1pPr marL="0" indent="0" algn="r">
              <a:buNone/>
              <a:defRPr sz="28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grpSp>
        <p:nvGrpSpPr>
          <p:cNvPr id="6" name="Group 5"/>
          <p:cNvGrpSpPr/>
          <p:nvPr userDrawn="1"/>
        </p:nvGrpSpPr>
        <p:grpSpPr>
          <a:xfrm>
            <a:off x="328169" y="6237312"/>
            <a:ext cx="439241" cy="439240"/>
            <a:chOff x="186858" y="6096003"/>
            <a:chExt cx="580550" cy="580549"/>
          </a:xfrm>
          <a:solidFill>
            <a:schemeClr val="bg1">
              <a:lumMod val="75000"/>
              <a:alpha val="25000"/>
            </a:schemeClr>
          </a:solidFill>
        </p:grpSpPr>
        <p:sp>
          <p:nvSpPr>
            <p:cNvPr id="7" name="Rectangle 6"/>
            <p:cNvSpPr/>
            <p:nvPr userDrawn="1"/>
          </p:nvSpPr>
          <p:spPr>
            <a:xfrm>
              <a:off x="186859" y="6096003"/>
              <a:ext cx="580549" cy="58054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dirty="0">
                <a:latin typeface="Calibri Light" panose="020F0302020204030204" pitchFamily="34" charset="0"/>
              </a:endParaRPr>
            </a:p>
          </p:txBody>
        </p:sp>
        <p:sp>
          <p:nvSpPr>
            <p:cNvPr id="8" name="Rectangle 7"/>
            <p:cNvSpPr/>
            <p:nvPr userDrawn="1"/>
          </p:nvSpPr>
          <p:spPr>
            <a:xfrm>
              <a:off x="186858" y="6612049"/>
              <a:ext cx="580549" cy="6450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sp>
        <p:nvSpPr>
          <p:cNvPr id="10" name="Slide Number Placeholder 5"/>
          <p:cNvSpPr>
            <a:spLocks noGrp="1"/>
          </p:cNvSpPr>
          <p:nvPr>
            <p:ph type="sldNum" sz="quarter" idx="12"/>
          </p:nvPr>
        </p:nvSpPr>
        <p:spPr>
          <a:xfrm>
            <a:off x="328169" y="6237312"/>
            <a:ext cx="439241" cy="390437"/>
          </a:xfrm>
          <a:prstGeom prst="rect">
            <a:avLst/>
          </a:prstGeom>
        </p:spPr>
        <p:txBody>
          <a:bodyPr anchor="ctr"/>
          <a:lstStyle>
            <a:lvl1pPr algn="ctr">
              <a:defRPr sz="1400">
                <a:solidFill>
                  <a:srgbClr val="2F3A46"/>
                </a:solidFill>
              </a:defRPr>
            </a:lvl1pPr>
          </a:lstStyle>
          <a:p>
            <a:fld id="{F68327C5-B821-4FE9-A59A-A60D9EB59A9A}" type="slidenum">
              <a:rPr lang="en-US" smtClean="0"/>
              <a:pPr/>
              <a:t>‹#›</a:t>
            </a:fld>
            <a:endParaRPr lang="en-US" dirty="0"/>
          </a:p>
        </p:txBody>
      </p:sp>
      <p:pic>
        <p:nvPicPr>
          <p:cNvPr id="11" name="Picture 10"/>
          <p:cNvPicPr>
            <a:picLocks noChangeAspect="1"/>
          </p:cNvPicPr>
          <p:nvPr userDrawn="1"/>
        </p:nvPicPr>
        <p:blipFill rotWithShape="1">
          <a:blip r:embed="rId2" cstate="print">
            <a:extLst>
              <a:ext uri="{28A0092B-C50C-407E-A947-70E740481C1C}">
                <a14:useLocalDpi xmlns:a14="http://schemas.microsoft.com/office/drawing/2010/main" val="0"/>
              </a:ext>
            </a:extLst>
          </a:blip>
          <a:srcRect r="18500" b="19391"/>
          <a:stretch/>
        </p:blipFill>
        <p:spPr>
          <a:xfrm>
            <a:off x="11096512" y="5774480"/>
            <a:ext cx="1095488" cy="1083520"/>
          </a:xfrm>
          <a:prstGeom prst="rect">
            <a:avLst/>
          </a:prstGeom>
        </p:spPr>
      </p:pic>
      <p:pic>
        <p:nvPicPr>
          <p:cNvPr id="12" name="Picture 11"/>
          <p:cNvPicPr>
            <a:picLocks noChangeAspect="1"/>
          </p:cNvPicPr>
          <p:nvPr userDrawn="1"/>
        </p:nvPicPr>
        <p:blipFill>
          <a:blip r:embed="rId3"/>
          <a:stretch>
            <a:fillRect/>
          </a:stretch>
        </p:blipFill>
        <p:spPr>
          <a:xfrm>
            <a:off x="156796" y="229538"/>
            <a:ext cx="1627773" cy="451143"/>
          </a:xfrm>
          <a:prstGeom prst="rect">
            <a:avLst/>
          </a:prstGeom>
        </p:spPr>
      </p:pic>
      <p:sp>
        <p:nvSpPr>
          <p:cNvPr id="13" name="Rectangle 12"/>
          <p:cNvSpPr/>
          <p:nvPr userDrawn="1"/>
        </p:nvSpPr>
        <p:spPr>
          <a:xfrm>
            <a:off x="173936" y="95859"/>
            <a:ext cx="1593494" cy="720080"/>
          </a:xfrm>
          <a:prstGeom prst="rect">
            <a:avLst/>
          </a:pr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169947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 Left">
    <p:spTree>
      <p:nvGrpSpPr>
        <p:cNvPr id="1" name=""/>
        <p:cNvGrpSpPr/>
        <p:nvPr/>
      </p:nvGrpSpPr>
      <p:grpSpPr>
        <a:xfrm>
          <a:off x="0" y="0"/>
          <a:ext cx="0" cy="0"/>
          <a:chOff x="0" y="0"/>
          <a:chExt cx="0" cy="0"/>
        </a:xfrm>
      </p:grpSpPr>
      <p:sp>
        <p:nvSpPr>
          <p:cNvPr id="2" name="Title 1"/>
          <p:cNvSpPr>
            <a:spLocks noGrp="1"/>
          </p:cNvSpPr>
          <p:nvPr>
            <p:ph type="title"/>
          </p:nvPr>
        </p:nvSpPr>
        <p:spPr>
          <a:xfrm>
            <a:off x="623887" y="137160"/>
            <a:ext cx="9797831" cy="707886"/>
          </a:xfrm>
        </p:spPr>
        <p:txBody>
          <a:bodyPr/>
          <a:lstStyle>
            <a:lvl1pPr algn="l">
              <a:defRPr/>
            </a:lvl1pPr>
          </a:lstStyle>
          <a:p>
            <a:r>
              <a:rPr lang="en-US"/>
              <a:t>Click to edit Master title style</a:t>
            </a:r>
          </a:p>
        </p:txBody>
      </p:sp>
      <p:sp>
        <p:nvSpPr>
          <p:cNvPr id="3" name="Subtitle 2"/>
          <p:cNvSpPr>
            <a:spLocks noGrp="1"/>
          </p:cNvSpPr>
          <p:nvPr>
            <p:ph type="subTitle" idx="1"/>
          </p:nvPr>
        </p:nvSpPr>
        <p:spPr>
          <a:xfrm>
            <a:off x="623887" y="845046"/>
            <a:ext cx="9797831" cy="523220"/>
          </a:xfrm>
        </p:spPr>
        <p:txBody>
          <a:bodyPr wrap="square">
            <a:spAutoFit/>
          </a:bodyPr>
          <a:lstStyle>
            <a:lvl1pPr marL="0" indent="0" algn="l">
              <a:buNone/>
              <a:defRPr sz="28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grpSp>
        <p:nvGrpSpPr>
          <p:cNvPr id="6" name="Group 5"/>
          <p:cNvGrpSpPr/>
          <p:nvPr userDrawn="1"/>
        </p:nvGrpSpPr>
        <p:grpSpPr>
          <a:xfrm>
            <a:off x="328169" y="6237312"/>
            <a:ext cx="439241" cy="439240"/>
            <a:chOff x="186858" y="6096003"/>
            <a:chExt cx="580550" cy="580549"/>
          </a:xfrm>
          <a:solidFill>
            <a:schemeClr val="bg1">
              <a:lumMod val="75000"/>
              <a:alpha val="25000"/>
            </a:schemeClr>
          </a:solidFill>
        </p:grpSpPr>
        <p:sp>
          <p:nvSpPr>
            <p:cNvPr id="7" name="Rectangle 6"/>
            <p:cNvSpPr/>
            <p:nvPr userDrawn="1"/>
          </p:nvSpPr>
          <p:spPr>
            <a:xfrm>
              <a:off x="186859" y="6096003"/>
              <a:ext cx="580549" cy="58054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dirty="0">
                <a:latin typeface="Calibri Light" panose="020F0302020204030204" pitchFamily="34" charset="0"/>
              </a:endParaRPr>
            </a:p>
          </p:txBody>
        </p:sp>
        <p:sp>
          <p:nvSpPr>
            <p:cNvPr id="8" name="Rectangle 7"/>
            <p:cNvSpPr/>
            <p:nvPr userDrawn="1"/>
          </p:nvSpPr>
          <p:spPr>
            <a:xfrm>
              <a:off x="186858" y="6612049"/>
              <a:ext cx="580549" cy="6450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sp>
        <p:nvSpPr>
          <p:cNvPr id="10" name="Slide Number Placeholder 5"/>
          <p:cNvSpPr>
            <a:spLocks noGrp="1"/>
          </p:cNvSpPr>
          <p:nvPr>
            <p:ph type="sldNum" sz="quarter" idx="12"/>
          </p:nvPr>
        </p:nvSpPr>
        <p:spPr>
          <a:xfrm>
            <a:off x="328169" y="6237312"/>
            <a:ext cx="439241" cy="390437"/>
          </a:xfrm>
          <a:prstGeom prst="rect">
            <a:avLst/>
          </a:prstGeom>
        </p:spPr>
        <p:txBody>
          <a:bodyPr anchor="ctr"/>
          <a:lstStyle>
            <a:lvl1pPr algn="ctr">
              <a:defRPr sz="1400">
                <a:solidFill>
                  <a:srgbClr val="2F3A46"/>
                </a:solidFill>
              </a:defRPr>
            </a:lvl1pPr>
          </a:lstStyle>
          <a:p>
            <a:fld id="{F68327C5-B821-4FE9-A59A-A60D9EB59A9A}" type="slidenum">
              <a:rPr lang="en-US" smtClean="0"/>
              <a:pPr/>
              <a:t>‹#›</a:t>
            </a:fld>
            <a:endParaRPr lang="en-US" dirty="0"/>
          </a:p>
        </p:txBody>
      </p:sp>
      <p:pic>
        <p:nvPicPr>
          <p:cNvPr id="11" name="Picture 10"/>
          <p:cNvPicPr>
            <a:picLocks noChangeAspect="1"/>
          </p:cNvPicPr>
          <p:nvPr userDrawn="1"/>
        </p:nvPicPr>
        <p:blipFill rotWithShape="1">
          <a:blip r:embed="rId2" cstate="print">
            <a:extLst>
              <a:ext uri="{28A0092B-C50C-407E-A947-70E740481C1C}">
                <a14:useLocalDpi xmlns:a14="http://schemas.microsoft.com/office/drawing/2010/main" val="0"/>
              </a:ext>
            </a:extLst>
          </a:blip>
          <a:srcRect r="18500" b="19391"/>
          <a:stretch/>
        </p:blipFill>
        <p:spPr>
          <a:xfrm>
            <a:off x="11096512" y="5774480"/>
            <a:ext cx="1095488" cy="1083520"/>
          </a:xfrm>
          <a:prstGeom prst="rect">
            <a:avLst/>
          </a:prstGeom>
        </p:spPr>
      </p:pic>
      <p:pic>
        <p:nvPicPr>
          <p:cNvPr id="12" name="Picture 11"/>
          <p:cNvPicPr>
            <a:picLocks noChangeAspect="1"/>
          </p:cNvPicPr>
          <p:nvPr userDrawn="1"/>
        </p:nvPicPr>
        <p:blipFill>
          <a:blip r:embed="rId3"/>
          <a:stretch>
            <a:fillRect/>
          </a:stretch>
        </p:blipFill>
        <p:spPr>
          <a:xfrm>
            <a:off x="10488488" y="229538"/>
            <a:ext cx="1627773" cy="451143"/>
          </a:xfrm>
          <a:prstGeom prst="rect">
            <a:avLst/>
          </a:prstGeom>
        </p:spPr>
      </p:pic>
      <p:sp>
        <p:nvSpPr>
          <p:cNvPr id="13" name="Rectangle 12"/>
          <p:cNvSpPr/>
          <p:nvPr userDrawn="1"/>
        </p:nvSpPr>
        <p:spPr>
          <a:xfrm>
            <a:off x="10522767" y="95859"/>
            <a:ext cx="1593494" cy="720080"/>
          </a:xfrm>
          <a:prstGeom prst="rect">
            <a:avLst/>
          </a:pr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756392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Right (dark)">
    <p:bg>
      <p:bgPr>
        <a:solidFill>
          <a:srgbClr val="222A35"/>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784569" y="137160"/>
            <a:ext cx="9797831" cy="707886"/>
          </a:xfrm>
        </p:spPr>
        <p:txBody>
          <a:bodyPr/>
          <a:lstStyle>
            <a:lvl1pPr>
              <a:defRPr>
                <a:solidFill>
                  <a:schemeClr val="bg1"/>
                </a:solidFill>
              </a:defRPr>
            </a:lvl1pPr>
          </a:lstStyle>
          <a:p>
            <a:r>
              <a:rPr lang="en-US"/>
              <a:t>Click to edit Master title style</a:t>
            </a:r>
          </a:p>
        </p:txBody>
      </p:sp>
      <p:sp>
        <p:nvSpPr>
          <p:cNvPr id="3" name="Subtitle 2"/>
          <p:cNvSpPr>
            <a:spLocks noGrp="1"/>
          </p:cNvSpPr>
          <p:nvPr>
            <p:ph type="subTitle" idx="1"/>
          </p:nvPr>
        </p:nvSpPr>
        <p:spPr>
          <a:xfrm>
            <a:off x="1784569" y="845046"/>
            <a:ext cx="9797831" cy="523220"/>
          </a:xfrm>
        </p:spPr>
        <p:txBody>
          <a:bodyPr wrap="square">
            <a:spAutoFit/>
          </a:bodyPr>
          <a:lstStyle>
            <a:lvl1pPr marL="0" indent="0" algn="r">
              <a:buNone/>
              <a:defRPr sz="2800">
                <a:solidFill>
                  <a:schemeClr val="accent1">
                    <a:lumMod val="60000"/>
                    <a:lumOff val="4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11" name="Picture 10"/>
          <p:cNvPicPr>
            <a:picLocks noChangeAspect="1"/>
          </p:cNvPicPr>
          <p:nvPr userDrawn="1"/>
        </p:nvPicPr>
        <p:blipFill rotWithShape="1">
          <a:blip r:embed="rId2" cstate="print">
            <a:extLst>
              <a:ext uri="{28A0092B-C50C-407E-A947-70E740481C1C}">
                <a14:useLocalDpi xmlns:a14="http://schemas.microsoft.com/office/drawing/2010/main" val="0"/>
              </a:ext>
            </a:extLst>
          </a:blip>
          <a:srcRect r="18500" b="19391"/>
          <a:stretch/>
        </p:blipFill>
        <p:spPr>
          <a:xfrm>
            <a:off x="11096512" y="5774480"/>
            <a:ext cx="1095488" cy="1083520"/>
          </a:xfrm>
          <a:prstGeom prst="rect">
            <a:avLst/>
          </a:prstGeom>
        </p:spPr>
      </p:pic>
      <p:grpSp>
        <p:nvGrpSpPr>
          <p:cNvPr id="12" name="Group 11"/>
          <p:cNvGrpSpPr/>
          <p:nvPr userDrawn="1"/>
        </p:nvGrpSpPr>
        <p:grpSpPr>
          <a:xfrm>
            <a:off x="328166" y="6237312"/>
            <a:ext cx="439241" cy="439240"/>
            <a:chOff x="186858" y="6096003"/>
            <a:chExt cx="580550" cy="580549"/>
          </a:xfrm>
          <a:solidFill>
            <a:schemeClr val="bg1">
              <a:lumMod val="95000"/>
              <a:alpha val="25000"/>
            </a:schemeClr>
          </a:solidFill>
        </p:grpSpPr>
        <p:sp>
          <p:nvSpPr>
            <p:cNvPr id="13" name="Rectangle 12"/>
            <p:cNvSpPr/>
            <p:nvPr userDrawn="1"/>
          </p:nvSpPr>
          <p:spPr>
            <a:xfrm>
              <a:off x="186859" y="6096003"/>
              <a:ext cx="580549" cy="58054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dirty="0">
                <a:latin typeface="Calibri Light" panose="020F0302020204030204" pitchFamily="34" charset="0"/>
              </a:endParaRPr>
            </a:p>
          </p:txBody>
        </p:sp>
        <p:sp>
          <p:nvSpPr>
            <p:cNvPr id="14" name="Rectangle 13"/>
            <p:cNvSpPr/>
            <p:nvPr userDrawn="1"/>
          </p:nvSpPr>
          <p:spPr>
            <a:xfrm>
              <a:off x="186858" y="6612049"/>
              <a:ext cx="580549" cy="6450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sp>
        <p:nvSpPr>
          <p:cNvPr id="15" name="Slide Number Placeholder 5"/>
          <p:cNvSpPr>
            <a:spLocks noGrp="1"/>
          </p:cNvSpPr>
          <p:nvPr>
            <p:ph type="sldNum" sz="quarter" idx="12"/>
          </p:nvPr>
        </p:nvSpPr>
        <p:spPr>
          <a:xfrm>
            <a:off x="328169" y="6237312"/>
            <a:ext cx="439241" cy="390437"/>
          </a:xfrm>
          <a:prstGeom prst="rect">
            <a:avLst/>
          </a:prstGeom>
          <a:noFill/>
        </p:spPr>
        <p:txBody>
          <a:bodyPr anchor="ctr"/>
          <a:lstStyle>
            <a:lvl1pPr algn="ctr">
              <a:defRPr sz="1400">
                <a:solidFill>
                  <a:schemeClr val="bg1"/>
                </a:solidFill>
              </a:defRPr>
            </a:lvl1pPr>
          </a:lstStyle>
          <a:p>
            <a:fld id="{F68327C5-B821-4FE9-A59A-A60D9EB59A9A}" type="slidenum">
              <a:rPr lang="en-US" smtClean="0"/>
              <a:pPr/>
              <a:t>‹#›</a:t>
            </a:fld>
            <a:endParaRPr lang="en-US" dirty="0"/>
          </a:p>
        </p:txBody>
      </p:sp>
      <p:pic>
        <p:nvPicPr>
          <p:cNvPr id="10" name="Picture 9"/>
          <p:cNvPicPr>
            <a:picLocks noChangeAspect="1"/>
          </p:cNvPicPr>
          <p:nvPr userDrawn="1"/>
        </p:nvPicPr>
        <p:blipFill>
          <a:blip r:embed="rId3"/>
          <a:stretch>
            <a:fillRect/>
          </a:stretch>
        </p:blipFill>
        <p:spPr>
          <a:xfrm>
            <a:off x="156796" y="229538"/>
            <a:ext cx="1622504" cy="448056"/>
          </a:xfrm>
          <a:prstGeom prst="rect">
            <a:avLst/>
          </a:prstGeom>
        </p:spPr>
      </p:pic>
      <p:sp>
        <p:nvSpPr>
          <p:cNvPr id="17" name="Rectangle 16"/>
          <p:cNvSpPr/>
          <p:nvPr userDrawn="1"/>
        </p:nvSpPr>
        <p:spPr>
          <a:xfrm>
            <a:off x="173936" y="95859"/>
            <a:ext cx="1593494" cy="720080"/>
          </a:xfrm>
          <a:prstGeom prst="rect">
            <a:avLst/>
          </a:prstGeom>
          <a:solidFill>
            <a:srgbClr val="222A35">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Tree>
    <p:extLst>
      <p:ext uri="{BB962C8B-B14F-4D97-AF65-F5344CB8AC3E}">
        <p14:creationId xmlns:p14="http://schemas.microsoft.com/office/powerpoint/2010/main" val="4027468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Left (dark)">
    <p:bg>
      <p:bgPr>
        <a:solidFill>
          <a:srgbClr val="222A35"/>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23887" y="137160"/>
            <a:ext cx="9797831" cy="707886"/>
          </a:xfrm>
        </p:spPr>
        <p:txBody>
          <a:bodyPr/>
          <a:lstStyle>
            <a:lvl1pPr algn="l">
              <a:defRPr>
                <a:solidFill>
                  <a:schemeClr val="bg1"/>
                </a:solidFill>
              </a:defRPr>
            </a:lvl1pPr>
          </a:lstStyle>
          <a:p>
            <a:r>
              <a:rPr lang="en-US"/>
              <a:t>Click to edit Master title style</a:t>
            </a:r>
          </a:p>
        </p:txBody>
      </p:sp>
      <p:sp>
        <p:nvSpPr>
          <p:cNvPr id="3" name="Subtitle 2"/>
          <p:cNvSpPr>
            <a:spLocks noGrp="1"/>
          </p:cNvSpPr>
          <p:nvPr>
            <p:ph type="subTitle" idx="1"/>
          </p:nvPr>
        </p:nvSpPr>
        <p:spPr>
          <a:xfrm>
            <a:off x="623887" y="845046"/>
            <a:ext cx="9797831" cy="523220"/>
          </a:xfrm>
        </p:spPr>
        <p:txBody>
          <a:bodyPr wrap="square">
            <a:spAutoFit/>
          </a:bodyPr>
          <a:lstStyle>
            <a:lvl1pPr marL="0" indent="0" algn="l">
              <a:buNone/>
              <a:defRPr sz="2800">
                <a:solidFill>
                  <a:schemeClr val="accent1">
                    <a:lumMod val="60000"/>
                    <a:lumOff val="4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11" name="Picture 10"/>
          <p:cNvPicPr>
            <a:picLocks noChangeAspect="1"/>
          </p:cNvPicPr>
          <p:nvPr userDrawn="1"/>
        </p:nvPicPr>
        <p:blipFill rotWithShape="1">
          <a:blip r:embed="rId2" cstate="print">
            <a:extLst>
              <a:ext uri="{28A0092B-C50C-407E-A947-70E740481C1C}">
                <a14:useLocalDpi xmlns:a14="http://schemas.microsoft.com/office/drawing/2010/main" val="0"/>
              </a:ext>
            </a:extLst>
          </a:blip>
          <a:srcRect r="18500" b="19391"/>
          <a:stretch/>
        </p:blipFill>
        <p:spPr>
          <a:xfrm>
            <a:off x="11096512" y="5774480"/>
            <a:ext cx="1095488" cy="1083520"/>
          </a:xfrm>
          <a:prstGeom prst="rect">
            <a:avLst/>
          </a:prstGeom>
        </p:spPr>
      </p:pic>
      <p:grpSp>
        <p:nvGrpSpPr>
          <p:cNvPr id="13" name="Group 12"/>
          <p:cNvGrpSpPr/>
          <p:nvPr userDrawn="1"/>
        </p:nvGrpSpPr>
        <p:grpSpPr>
          <a:xfrm>
            <a:off x="328166" y="6237312"/>
            <a:ext cx="439241" cy="439240"/>
            <a:chOff x="186858" y="6096003"/>
            <a:chExt cx="580550" cy="580549"/>
          </a:xfrm>
          <a:solidFill>
            <a:schemeClr val="bg1">
              <a:lumMod val="95000"/>
              <a:alpha val="25000"/>
            </a:schemeClr>
          </a:solidFill>
        </p:grpSpPr>
        <p:sp>
          <p:nvSpPr>
            <p:cNvPr id="14" name="Rectangle 13"/>
            <p:cNvSpPr/>
            <p:nvPr userDrawn="1"/>
          </p:nvSpPr>
          <p:spPr>
            <a:xfrm>
              <a:off x="186859" y="6096003"/>
              <a:ext cx="580549" cy="58054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dirty="0">
                <a:latin typeface="Calibri Light" panose="020F0302020204030204" pitchFamily="34" charset="0"/>
              </a:endParaRPr>
            </a:p>
          </p:txBody>
        </p:sp>
        <p:sp>
          <p:nvSpPr>
            <p:cNvPr id="15" name="Rectangle 14"/>
            <p:cNvSpPr/>
            <p:nvPr userDrawn="1"/>
          </p:nvSpPr>
          <p:spPr>
            <a:xfrm>
              <a:off x="186858" y="6612049"/>
              <a:ext cx="580549" cy="6450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sp>
        <p:nvSpPr>
          <p:cNvPr id="16" name="Slide Number Placeholder 5"/>
          <p:cNvSpPr>
            <a:spLocks noGrp="1"/>
          </p:cNvSpPr>
          <p:nvPr>
            <p:ph type="sldNum" sz="quarter" idx="12"/>
          </p:nvPr>
        </p:nvSpPr>
        <p:spPr>
          <a:xfrm>
            <a:off x="328169" y="6237312"/>
            <a:ext cx="439241" cy="390437"/>
          </a:xfrm>
          <a:prstGeom prst="rect">
            <a:avLst/>
          </a:prstGeom>
          <a:noFill/>
        </p:spPr>
        <p:txBody>
          <a:bodyPr anchor="ctr"/>
          <a:lstStyle>
            <a:lvl1pPr algn="ctr">
              <a:defRPr sz="1400">
                <a:solidFill>
                  <a:schemeClr val="bg1"/>
                </a:solidFill>
              </a:defRPr>
            </a:lvl1pPr>
          </a:lstStyle>
          <a:p>
            <a:fld id="{F68327C5-B821-4FE9-A59A-A60D9EB59A9A}" type="slidenum">
              <a:rPr lang="en-US" smtClean="0"/>
              <a:pPr/>
              <a:t>‹#›</a:t>
            </a:fld>
            <a:endParaRPr lang="en-US" dirty="0"/>
          </a:p>
        </p:txBody>
      </p:sp>
      <p:pic>
        <p:nvPicPr>
          <p:cNvPr id="10" name="Picture 9"/>
          <p:cNvPicPr>
            <a:picLocks noChangeAspect="1"/>
          </p:cNvPicPr>
          <p:nvPr userDrawn="1"/>
        </p:nvPicPr>
        <p:blipFill>
          <a:blip r:embed="rId3"/>
          <a:stretch>
            <a:fillRect/>
          </a:stretch>
        </p:blipFill>
        <p:spPr>
          <a:xfrm>
            <a:off x="10493757" y="229538"/>
            <a:ext cx="1622504" cy="448056"/>
          </a:xfrm>
          <a:prstGeom prst="rect">
            <a:avLst/>
          </a:prstGeom>
        </p:spPr>
      </p:pic>
      <p:sp>
        <p:nvSpPr>
          <p:cNvPr id="17" name="Rectangle 16"/>
          <p:cNvSpPr/>
          <p:nvPr userDrawn="1"/>
        </p:nvSpPr>
        <p:spPr>
          <a:xfrm>
            <a:off x="10522767" y="95859"/>
            <a:ext cx="1593494" cy="720080"/>
          </a:xfrm>
          <a:prstGeom prst="rect">
            <a:avLst/>
          </a:prstGeom>
          <a:solidFill>
            <a:srgbClr val="222A35">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925896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 Left (dark)">
    <p:bg>
      <p:bgPr>
        <a:solidFill>
          <a:schemeClr val="tx1">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23887" y="137160"/>
            <a:ext cx="9797831" cy="707886"/>
          </a:xfrm>
        </p:spPr>
        <p:txBody>
          <a:bodyPr/>
          <a:lstStyle>
            <a:lvl1pPr algn="l">
              <a:defRPr>
                <a:solidFill>
                  <a:schemeClr val="bg1"/>
                </a:solidFill>
              </a:defRPr>
            </a:lvl1pPr>
          </a:lstStyle>
          <a:p>
            <a:r>
              <a:rPr lang="en-US"/>
              <a:t>Click to edit Master title style</a:t>
            </a:r>
          </a:p>
        </p:txBody>
      </p:sp>
      <p:sp>
        <p:nvSpPr>
          <p:cNvPr id="3" name="Subtitle 2"/>
          <p:cNvSpPr>
            <a:spLocks noGrp="1"/>
          </p:cNvSpPr>
          <p:nvPr>
            <p:ph type="subTitle" idx="1"/>
          </p:nvPr>
        </p:nvSpPr>
        <p:spPr>
          <a:xfrm>
            <a:off x="623887" y="845046"/>
            <a:ext cx="9797831" cy="523220"/>
          </a:xfrm>
        </p:spPr>
        <p:txBody>
          <a:bodyPr wrap="square">
            <a:spAutoFit/>
          </a:bodyPr>
          <a:lstStyle>
            <a:lvl1pPr marL="0" indent="0" algn="l">
              <a:buNone/>
              <a:defRPr sz="2800">
                <a:solidFill>
                  <a:schemeClr val="accent1">
                    <a:lumMod val="60000"/>
                    <a:lumOff val="4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11" name="Picture 10"/>
          <p:cNvPicPr>
            <a:picLocks noChangeAspect="1"/>
          </p:cNvPicPr>
          <p:nvPr userDrawn="1"/>
        </p:nvPicPr>
        <p:blipFill rotWithShape="1">
          <a:blip r:embed="rId2" cstate="print">
            <a:extLst>
              <a:ext uri="{28A0092B-C50C-407E-A947-70E740481C1C}">
                <a14:useLocalDpi xmlns:a14="http://schemas.microsoft.com/office/drawing/2010/main" val="0"/>
              </a:ext>
            </a:extLst>
          </a:blip>
          <a:srcRect r="18500" b="19391"/>
          <a:stretch/>
        </p:blipFill>
        <p:spPr>
          <a:xfrm>
            <a:off x="11096512" y="5774480"/>
            <a:ext cx="1095488" cy="1083520"/>
          </a:xfrm>
          <a:prstGeom prst="rect">
            <a:avLst/>
          </a:prstGeom>
        </p:spPr>
      </p:pic>
      <p:grpSp>
        <p:nvGrpSpPr>
          <p:cNvPr id="13" name="Group 12"/>
          <p:cNvGrpSpPr/>
          <p:nvPr userDrawn="1"/>
        </p:nvGrpSpPr>
        <p:grpSpPr>
          <a:xfrm>
            <a:off x="328166" y="6237312"/>
            <a:ext cx="439241" cy="439240"/>
            <a:chOff x="186858" y="6096003"/>
            <a:chExt cx="580550" cy="580549"/>
          </a:xfrm>
          <a:solidFill>
            <a:schemeClr val="bg1">
              <a:lumMod val="95000"/>
              <a:alpha val="25000"/>
            </a:schemeClr>
          </a:solidFill>
        </p:grpSpPr>
        <p:sp>
          <p:nvSpPr>
            <p:cNvPr id="14" name="Rectangle 13"/>
            <p:cNvSpPr/>
            <p:nvPr userDrawn="1"/>
          </p:nvSpPr>
          <p:spPr>
            <a:xfrm>
              <a:off x="186859" y="6096003"/>
              <a:ext cx="580549" cy="58054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dirty="0">
                <a:latin typeface="Calibri Light" panose="020F0302020204030204" pitchFamily="34" charset="0"/>
              </a:endParaRPr>
            </a:p>
          </p:txBody>
        </p:sp>
        <p:sp>
          <p:nvSpPr>
            <p:cNvPr id="15" name="Rectangle 14"/>
            <p:cNvSpPr/>
            <p:nvPr userDrawn="1"/>
          </p:nvSpPr>
          <p:spPr>
            <a:xfrm>
              <a:off x="186858" y="6612049"/>
              <a:ext cx="580549" cy="6450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sp>
        <p:nvSpPr>
          <p:cNvPr id="16" name="Slide Number Placeholder 5"/>
          <p:cNvSpPr>
            <a:spLocks noGrp="1"/>
          </p:cNvSpPr>
          <p:nvPr>
            <p:ph type="sldNum" sz="quarter" idx="12"/>
          </p:nvPr>
        </p:nvSpPr>
        <p:spPr>
          <a:xfrm>
            <a:off x="328169" y="6237312"/>
            <a:ext cx="439241" cy="390437"/>
          </a:xfrm>
          <a:prstGeom prst="rect">
            <a:avLst/>
          </a:prstGeom>
          <a:noFill/>
        </p:spPr>
        <p:txBody>
          <a:bodyPr anchor="ctr"/>
          <a:lstStyle>
            <a:lvl1pPr algn="ctr">
              <a:defRPr sz="1400">
                <a:solidFill>
                  <a:schemeClr val="bg1"/>
                </a:solidFill>
              </a:defRPr>
            </a:lvl1pPr>
          </a:lstStyle>
          <a:p>
            <a:fld id="{F68327C5-B821-4FE9-A59A-A60D9EB59A9A}" type="slidenum">
              <a:rPr lang="en-US" smtClean="0"/>
              <a:pPr/>
              <a:t>‹#›</a:t>
            </a:fld>
            <a:endParaRPr lang="en-US" dirty="0"/>
          </a:p>
        </p:txBody>
      </p:sp>
      <p:pic>
        <p:nvPicPr>
          <p:cNvPr id="10" name="Picture 9"/>
          <p:cNvPicPr>
            <a:picLocks noChangeAspect="1"/>
          </p:cNvPicPr>
          <p:nvPr userDrawn="1"/>
        </p:nvPicPr>
        <p:blipFill>
          <a:blip r:embed="rId3"/>
          <a:stretch>
            <a:fillRect/>
          </a:stretch>
        </p:blipFill>
        <p:spPr>
          <a:xfrm>
            <a:off x="10493757" y="229538"/>
            <a:ext cx="1622504" cy="448056"/>
          </a:xfrm>
          <a:prstGeom prst="rect">
            <a:avLst/>
          </a:prstGeom>
        </p:spPr>
      </p:pic>
      <p:sp>
        <p:nvSpPr>
          <p:cNvPr id="17" name="Rectangle 16"/>
          <p:cNvSpPr/>
          <p:nvPr userDrawn="1"/>
        </p:nvSpPr>
        <p:spPr>
          <a:xfrm>
            <a:off x="10522767" y="95859"/>
            <a:ext cx="1593494" cy="720080"/>
          </a:xfrm>
          <a:prstGeom prst="rect">
            <a:avLst/>
          </a:prstGeom>
          <a:solidFill>
            <a:schemeClr val="tx1">
              <a:lumMod val="75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171739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print">
            <a:extLst>
              <a:ext uri="{28A0092B-C50C-407E-A947-70E740481C1C}">
                <a14:useLocalDpi xmlns:a14="http://schemas.microsoft.com/office/drawing/2010/main" val="0"/>
              </a:ext>
            </a:extLst>
          </a:blip>
          <a:srcRect r="18500" b="19391"/>
          <a:stretch/>
        </p:blipFill>
        <p:spPr>
          <a:xfrm>
            <a:off x="11096512" y="5774480"/>
            <a:ext cx="1095488" cy="1083520"/>
          </a:xfrm>
          <a:prstGeom prst="rect">
            <a:avLst/>
          </a:prstGeom>
        </p:spPr>
      </p:pic>
    </p:spTree>
    <p:extLst>
      <p:ext uri="{BB962C8B-B14F-4D97-AF65-F5344CB8AC3E}">
        <p14:creationId xmlns:p14="http://schemas.microsoft.com/office/powerpoint/2010/main" val="210259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cSld name="1_Transition">
    <p:bg>
      <p:bgPr>
        <a:solidFill>
          <a:srgbClr val="222A35"/>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3200">
                <a:solidFill>
                  <a:schemeClr val="accent1">
                    <a:lumMod val="60000"/>
                    <a:lumOff val="4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Rectangle 6"/>
          <p:cNvSpPr/>
          <p:nvPr userDrawn="1"/>
        </p:nvSpPr>
        <p:spPr>
          <a:xfrm>
            <a:off x="0" y="6021288"/>
            <a:ext cx="12192000" cy="8367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hlinkClick r:id="rId2"/>
          </p:cNvPr>
          <p:cNvPicPr>
            <a:picLocks noChangeAspect="1"/>
          </p:cNvPicPr>
          <p:nvPr userDrawn="1"/>
        </p:nvPicPr>
        <p:blipFill>
          <a:blip r:embed="rId3"/>
          <a:stretch>
            <a:fillRect/>
          </a:stretch>
        </p:blipFill>
        <p:spPr>
          <a:xfrm>
            <a:off x="10200456" y="6214072"/>
            <a:ext cx="1627773" cy="451143"/>
          </a:xfrm>
          <a:prstGeom prst="rect">
            <a:avLst/>
          </a:prstGeom>
        </p:spPr>
      </p:pic>
      <p:pic>
        <p:nvPicPr>
          <p:cNvPr id="6" name="Picture 5"/>
          <p:cNvPicPr>
            <a:picLocks noChangeAspect="1"/>
          </p:cNvPicPr>
          <p:nvPr userDrawn="1"/>
        </p:nvPicPr>
        <p:blipFill rotWithShape="1">
          <a:blip r:embed="rId4" cstate="print">
            <a:extLst>
              <a:ext uri="{28A0092B-C50C-407E-A947-70E740481C1C}">
                <a14:useLocalDpi xmlns:a14="http://schemas.microsoft.com/office/drawing/2010/main" val="0"/>
              </a:ext>
            </a:extLst>
          </a:blip>
          <a:srcRect r="18500" b="19391"/>
          <a:stretch/>
        </p:blipFill>
        <p:spPr>
          <a:xfrm>
            <a:off x="11096512" y="4937768"/>
            <a:ext cx="1095488" cy="1083520"/>
          </a:xfrm>
          <a:prstGeom prst="rect">
            <a:avLst/>
          </a:prstGeom>
        </p:spPr>
      </p:pic>
      <p:grpSp>
        <p:nvGrpSpPr>
          <p:cNvPr id="11" name="Group 10"/>
          <p:cNvGrpSpPr/>
          <p:nvPr userDrawn="1"/>
        </p:nvGrpSpPr>
        <p:grpSpPr>
          <a:xfrm>
            <a:off x="8704796" y="6336792"/>
            <a:ext cx="1470980" cy="307777"/>
            <a:chOff x="8616280" y="6285754"/>
            <a:chExt cx="1470980" cy="307777"/>
          </a:xfrm>
        </p:grpSpPr>
        <p:sp>
          <p:nvSpPr>
            <p:cNvPr id="12" name="TextBox 11"/>
            <p:cNvSpPr txBox="1"/>
            <p:nvPr userDrawn="1"/>
          </p:nvSpPr>
          <p:spPr>
            <a:xfrm>
              <a:off x="8616280" y="6285754"/>
              <a:ext cx="1470980" cy="307777"/>
            </a:xfrm>
            <a:prstGeom prst="rect">
              <a:avLst/>
            </a:prstGeom>
            <a:noFill/>
          </p:spPr>
          <p:txBody>
            <a:bodyPr wrap="none" rtlCol="0">
              <a:spAutoFit/>
            </a:bodyPr>
            <a:lstStyle/>
            <a:p>
              <a:r>
                <a:rPr lang="en-US" sz="1400">
                  <a:solidFill>
                    <a:schemeClr val="tx1"/>
                  </a:solidFill>
                </a:rPr>
                <a:t>Made with       by </a:t>
              </a:r>
            </a:p>
          </p:txBody>
        </p:sp>
        <p:sp>
          <p:nvSpPr>
            <p:cNvPr id="13" name="Freeform 290"/>
            <p:cNvSpPr/>
            <p:nvPr userDrawn="1"/>
          </p:nvSpPr>
          <p:spPr>
            <a:xfrm>
              <a:off x="9544347" y="6374509"/>
              <a:ext cx="152053" cy="130265"/>
            </a:xfrm>
            <a:custGeom>
              <a:avLst/>
              <a:gdLst/>
              <a:ahLst/>
              <a:cxnLst/>
              <a:rect l="l" t="t" r="r" b="b"/>
              <a:pathLst>
                <a:path w="504825" h="432707">
                  <a:moveTo>
                    <a:pt x="134658" y="0"/>
                  </a:moveTo>
                  <a:cubicBezTo>
                    <a:pt x="146301" y="0"/>
                    <a:pt x="158180" y="2019"/>
                    <a:pt x="170294" y="6057"/>
                  </a:cubicBezTo>
                  <a:cubicBezTo>
                    <a:pt x="182407" y="10095"/>
                    <a:pt x="193676" y="15541"/>
                    <a:pt x="204099" y="22396"/>
                  </a:cubicBezTo>
                  <a:cubicBezTo>
                    <a:pt x="214522" y="29251"/>
                    <a:pt x="223490" y="35683"/>
                    <a:pt x="231002" y="41693"/>
                  </a:cubicBezTo>
                  <a:cubicBezTo>
                    <a:pt x="238514" y="47703"/>
                    <a:pt x="245652" y="54088"/>
                    <a:pt x="252412" y="60849"/>
                  </a:cubicBezTo>
                  <a:cubicBezTo>
                    <a:pt x="259174" y="54088"/>
                    <a:pt x="266310" y="47703"/>
                    <a:pt x="273823" y="41693"/>
                  </a:cubicBezTo>
                  <a:cubicBezTo>
                    <a:pt x="281334" y="35683"/>
                    <a:pt x="290303" y="29251"/>
                    <a:pt x="300726" y="22396"/>
                  </a:cubicBezTo>
                  <a:cubicBezTo>
                    <a:pt x="311149" y="15541"/>
                    <a:pt x="322417" y="10095"/>
                    <a:pt x="334531" y="6057"/>
                  </a:cubicBezTo>
                  <a:cubicBezTo>
                    <a:pt x="346645" y="2019"/>
                    <a:pt x="358524" y="0"/>
                    <a:pt x="370167" y="0"/>
                  </a:cubicBezTo>
                  <a:cubicBezTo>
                    <a:pt x="412236" y="0"/>
                    <a:pt x="445197" y="11644"/>
                    <a:pt x="469048" y="34932"/>
                  </a:cubicBezTo>
                  <a:cubicBezTo>
                    <a:pt x="492899" y="58220"/>
                    <a:pt x="504825" y="90523"/>
                    <a:pt x="504825" y="131840"/>
                  </a:cubicBezTo>
                  <a:cubicBezTo>
                    <a:pt x="504825" y="173346"/>
                    <a:pt x="483321" y="215602"/>
                    <a:pt x="440313" y="258610"/>
                  </a:cubicBezTo>
                  <a:lnTo>
                    <a:pt x="264807" y="427636"/>
                  </a:lnTo>
                  <a:cubicBezTo>
                    <a:pt x="261427" y="431017"/>
                    <a:pt x="257295" y="432707"/>
                    <a:pt x="252412" y="432707"/>
                  </a:cubicBezTo>
                  <a:cubicBezTo>
                    <a:pt x="247529" y="432707"/>
                    <a:pt x="243398" y="431017"/>
                    <a:pt x="240018" y="427636"/>
                  </a:cubicBezTo>
                  <a:lnTo>
                    <a:pt x="64230" y="258047"/>
                  </a:lnTo>
                  <a:cubicBezTo>
                    <a:pt x="62351" y="256544"/>
                    <a:pt x="59770" y="254103"/>
                    <a:pt x="56482" y="250722"/>
                  </a:cubicBezTo>
                  <a:cubicBezTo>
                    <a:pt x="53196" y="247342"/>
                    <a:pt x="47984" y="241191"/>
                    <a:pt x="40848" y="232270"/>
                  </a:cubicBezTo>
                  <a:cubicBezTo>
                    <a:pt x="33712" y="223349"/>
                    <a:pt x="27326" y="214194"/>
                    <a:pt x="21692" y="204803"/>
                  </a:cubicBezTo>
                  <a:cubicBezTo>
                    <a:pt x="16057" y="195413"/>
                    <a:pt x="11035" y="184051"/>
                    <a:pt x="6620" y="170717"/>
                  </a:cubicBezTo>
                  <a:cubicBezTo>
                    <a:pt x="2207" y="157382"/>
                    <a:pt x="0" y="144423"/>
                    <a:pt x="0" y="131840"/>
                  </a:cubicBezTo>
                  <a:cubicBezTo>
                    <a:pt x="0" y="90523"/>
                    <a:pt x="11926" y="58220"/>
                    <a:pt x="35777" y="34932"/>
                  </a:cubicBezTo>
                  <a:cubicBezTo>
                    <a:pt x="59629" y="11644"/>
                    <a:pt x="92588" y="0"/>
                    <a:pt x="134658" y="0"/>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29193680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ver">
    <p:bg>
      <p:bgPr>
        <a:solidFill>
          <a:srgbClr val="222A35"/>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79376" y="228855"/>
            <a:ext cx="11233248" cy="954108"/>
          </a:xfrm>
        </p:spPr>
        <p:txBody>
          <a:bodyPr wrap="square" anchor="b">
            <a:spAutoFit/>
          </a:bodyPr>
          <a:lstStyle>
            <a:lvl1pPr algn="ctr">
              <a:defRPr sz="6000">
                <a:solidFill>
                  <a:schemeClr val="bg1"/>
                </a:solidFill>
              </a:defRPr>
            </a:lvl1pPr>
          </a:lstStyle>
          <a:p>
            <a:r>
              <a:rPr lang="en-US" dirty="0"/>
              <a:t>Click to edit Master title style</a:t>
            </a:r>
          </a:p>
        </p:txBody>
      </p:sp>
      <p:sp>
        <p:nvSpPr>
          <p:cNvPr id="7" name="Rectangle 6"/>
          <p:cNvSpPr/>
          <p:nvPr userDrawn="1"/>
        </p:nvSpPr>
        <p:spPr>
          <a:xfrm>
            <a:off x="0" y="6021288"/>
            <a:ext cx="12192000" cy="8367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pic>
        <p:nvPicPr>
          <p:cNvPr id="8" name="Picture 7">
            <a:hlinkClick r:id="rId2"/>
          </p:cNvPr>
          <p:cNvPicPr>
            <a:picLocks noChangeAspect="1"/>
          </p:cNvPicPr>
          <p:nvPr userDrawn="1"/>
        </p:nvPicPr>
        <p:blipFill>
          <a:blip r:embed="rId3"/>
          <a:stretch>
            <a:fillRect/>
          </a:stretch>
        </p:blipFill>
        <p:spPr>
          <a:xfrm>
            <a:off x="10200456" y="6214075"/>
            <a:ext cx="1627773" cy="451143"/>
          </a:xfrm>
          <a:prstGeom prst="rect">
            <a:avLst/>
          </a:prstGeom>
        </p:spPr>
      </p:pic>
      <p:pic>
        <p:nvPicPr>
          <p:cNvPr id="4" name="Picture 3"/>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128994" y="1426467"/>
            <a:ext cx="6338473" cy="5238748"/>
          </a:xfrm>
          <a:prstGeom prst="rect">
            <a:avLst/>
          </a:prstGeom>
          <a:effectLst>
            <a:reflection blurRad="6350" stA="52000" endA="300" endPos="35000" dir="5400000" sy="-100000" algn="bl" rotWithShape="0"/>
          </a:effectLst>
        </p:spPr>
      </p:pic>
      <p:sp>
        <p:nvSpPr>
          <p:cNvPr id="9" name="Picture Placeholder 8"/>
          <p:cNvSpPr>
            <a:spLocks noGrp="1"/>
          </p:cNvSpPr>
          <p:nvPr>
            <p:ph type="pic" sz="quarter" idx="10"/>
          </p:nvPr>
        </p:nvSpPr>
        <p:spPr>
          <a:xfrm>
            <a:off x="1489943" y="1700811"/>
            <a:ext cx="5616575" cy="3168055"/>
          </a:xfrm>
        </p:spPr>
        <p:txBody>
          <a:bodyPr/>
          <a:lstStyle>
            <a:lvl1pPr>
              <a:defRPr>
                <a:solidFill>
                  <a:schemeClr val="bg1"/>
                </a:solidFill>
              </a:defRPr>
            </a:lvl1pPr>
          </a:lstStyle>
          <a:p>
            <a:endParaRPr lang="en-US"/>
          </a:p>
        </p:txBody>
      </p:sp>
      <p:pic>
        <p:nvPicPr>
          <p:cNvPr id="10" name="Picture 9"/>
          <p:cNvPicPr>
            <a:picLocks noChangeAspect="1"/>
          </p:cNvPicPr>
          <p:nvPr userDrawn="1"/>
        </p:nvPicPr>
        <p:blipFill rotWithShape="1">
          <a:blip r:embed="rId5" cstate="print">
            <a:extLst>
              <a:ext uri="{28A0092B-C50C-407E-A947-70E740481C1C}">
                <a14:useLocalDpi xmlns:a14="http://schemas.microsoft.com/office/drawing/2010/main" val="0"/>
              </a:ext>
            </a:extLst>
          </a:blip>
          <a:srcRect r="18500" b="19391"/>
          <a:stretch/>
        </p:blipFill>
        <p:spPr>
          <a:xfrm>
            <a:off x="11096512" y="4937768"/>
            <a:ext cx="1095488" cy="1083520"/>
          </a:xfrm>
          <a:prstGeom prst="rect">
            <a:avLst/>
          </a:prstGeom>
        </p:spPr>
      </p:pic>
    </p:spTree>
    <p:extLst>
      <p:ext uri="{BB962C8B-B14F-4D97-AF65-F5344CB8AC3E}">
        <p14:creationId xmlns:p14="http://schemas.microsoft.com/office/powerpoint/2010/main" val="15930828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Basic">
    <p:spTree>
      <p:nvGrpSpPr>
        <p:cNvPr id="1" name=""/>
        <p:cNvGrpSpPr/>
        <p:nvPr/>
      </p:nvGrpSpPr>
      <p:grpSpPr>
        <a:xfrm>
          <a:off x="0" y="0"/>
          <a:ext cx="0" cy="0"/>
          <a:chOff x="0" y="0"/>
          <a:chExt cx="0" cy="0"/>
        </a:xfrm>
      </p:grpSpPr>
      <p:sp>
        <p:nvSpPr>
          <p:cNvPr id="21" name="Title 1">
            <a:extLst>
              <a:ext uri="{FF2B5EF4-FFF2-40B4-BE49-F238E27FC236}">
                <a16:creationId xmlns:a16="http://schemas.microsoft.com/office/drawing/2014/main" id="{B62F351B-E57C-478B-8560-349707CBFF6B}"/>
              </a:ext>
            </a:extLst>
          </p:cNvPr>
          <p:cNvSpPr>
            <a:spLocks noGrp="1"/>
          </p:cNvSpPr>
          <p:nvPr>
            <p:ph type="title"/>
          </p:nvPr>
        </p:nvSpPr>
        <p:spPr>
          <a:xfrm>
            <a:off x="1784569" y="137160"/>
            <a:ext cx="9797831" cy="707886"/>
          </a:xfrm>
        </p:spPr>
        <p:txBody>
          <a:bodyPr/>
          <a:lstStyle/>
          <a:p>
            <a:r>
              <a:rPr lang="en-US"/>
              <a:t>Click to edit Master title style</a:t>
            </a:r>
          </a:p>
        </p:txBody>
      </p:sp>
      <p:pic>
        <p:nvPicPr>
          <p:cNvPr id="27" name="Picture 26">
            <a:extLst>
              <a:ext uri="{FF2B5EF4-FFF2-40B4-BE49-F238E27FC236}">
                <a16:creationId xmlns:a16="http://schemas.microsoft.com/office/drawing/2014/main" id="{6B11C855-0977-4EB1-9C00-F060F34943A0}"/>
              </a:ext>
            </a:extLst>
          </p:cNvPr>
          <p:cNvPicPr>
            <a:picLocks noChangeAspect="1"/>
          </p:cNvPicPr>
          <p:nvPr userDrawn="1"/>
        </p:nvPicPr>
        <p:blipFill>
          <a:blip r:embed="rId2"/>
          <a:stretch>
            <a:fillRect/>
          </a:stretch>
        </p:blipFill>
        <p:spPr>
          <a:xfrm>
            <a:off x="156796" y="229538"/>
            <a:ext cx="1627773" cy="451143"/>
          </a:xfrm>
          <a:prstGeom prst="rect">
            <a:avLst/>
          </a:prstGeom>
        </p:spPr>
      </p:pic>
      <p:sp>
        <p:nvSpPr>
          <p:cNvPr id="28" name="Rectangle 27">
            <a:extLst>
              <a:ext uri="{FF2B5EF4-FFF2-40B4-BE49-F238E27FC236}">
                <a16:creationId xmlns:a16="http://schemas.microsoft.com/office/drawing/2014/main" id="{035FE7C0-7870-47CA-A9BE-B2E2C402E31F}"/>
              </a:ext>
            </a:extLst>
          </p:cNvPr>
          <p:cNvSpPr/>
          <p:nvPr userDrawn="1"/>
        </p:nvSpPr>
        <p:spPr>
          <a:xfrm>
            <a:off x="173936" y="95859"/>
            <a:ext cx="1593494" cy="720080"/>
          </a:xfrm>
          <a:prstGeom prst="rect">
            <a:avLst/>
          </a:pr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ooter Placeholder 3">
            <a:extLst>
              <a:ext uri="{FF2B5EF4-FFF2-40B4-BE49-F238E27FC236}">
                <a16:creationId xmlns:a16="http://schemas.microsoft.com/office/drawing/2014/main" id="{8BFB13C0-ECAC-4D05-94FE-A40F8BEC4E6D}"/>
              </a:ext>
            </a:extLst>
          </p:cNvPr>
          <p:cNvSpPr>
            <a:spLocks noGrp="1"/>
          </p:cNvSpPr>
          <p:nvPr>
            <p:ph type="ftr" sz="quarter" idx="11"/>
          </p:nvPr>
        </p:nvSpPr>
        <p:spPr>
          <a:xfrm>
            <a:off x="371475" y="6280675"/>
            <a:ext cx="7672502" cy="365125"/>
          </a:xfrm>
        </p:spPr>
        <p:txBody>
          <a:bodyPr anchor="ctr"/>
          <a:lstStyle>
            <a:lvl1pPr algn="l">
              <a:defRPr sz="1400">
                <a:latin typeface="+mj-lt"/>
              </a:defRPr>
            </a:lvl1pPr>
          </a:lstStyle>
          <a:p>
            <a:r>
              <a:rPr lang="en-US" dirty="0"/>
              <a:t>PowerPoint SmartArt Graphics - The Complete Ready-to-use Collection </a:t>
            </a:r>
            <a:r>
              <a:rPr lang="en-US" i="1" dirty="0">
                <a:solidFill>
                  <a:schemeClr val="accent5"/>
                </a:solidFill>
              </a:rPr>
              <a:t>[2020 updated version]</a:t>
            </a:r>
          </a:p>
        </p:txBody>
      </p:sp>
      <p:sp>
        <p:nvSpPr>
          <p:cNvPr id="10" name="Arrow: Chevron 9">
            <a:extLst>
              <a:ext uri="{FF2B5EF4-FFF2-40B4-BE49-F238E27FC236}">
                <a16:creationId xmlns:a16="http://schemas.microsoft.com/office/drawing/2014/main" id="{17593CF2-9DB3-4B30-9249-3AF798C5E425}"/>
              </a:ext>
            </a:extLst>
          </p:cNvPr>
          <p:cNvSpPr/>
          <p:nvPr userDrawn="1"/>
        </p:nvSpPr>
        <p:spPr>
          <a:xfrm>
            <a:off x="11078602" y="6031342"/>
            <a:ext cx="777240" cy="438997"/>
          </a:xfrm>
          <a:prstGeom prst="chevron">
            <a:avLst>
              <a:gd name="adj" fmla="val 44576"/>
            </a:avLst>
          </a:prstGeom>
          <a:solidFill>
            <a:srgbClr val="A1DDAA"/>
          </a:solidFill>
          <a:ln w="38100">
            <a:solidFill>
              <a:srgbClr val="2E8F4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11" name="Rectangle 10">
            <a:extLst>
              <a:ext uri="{FF2B5EF4-FFF2-40B4-BE49-F238E27FC236}">
                <a16:creationId xmlns:a16="http://schemas.microsoft.com/office/drawing/2014/main" id="{81AE4264-C320-4765-9D08-4DFD96822A45}"/>
              </a:ext>
            </a:extLst>
          </p:cNvPr>
          <p:cNvSpPr/>
          <p:nvPr userDrawn="1"/>
        </p:nvSpPr>
        <p:spPr>
          <a:xfrm>
            <a:off x="11382763" y="6242058"/>
            <a:ext cx="562643" cy="401868"/>
          </a:xfrm>
          <a:prstGeom prst="rect">
            <a:avLst/>
          </a:prstGeom>
          <a:solidFill>
            <a:schemeClr val="bg1"/>
          </a:solidFill>
          <a:ln w="920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6F6D6A"/>
              </a:solidFill>
            </a:endParaRPr>
          </a:p>
        </p:txBody>
      </p:sp>
      <p:sp>
        <p:nvSpPr>
          <p:cNvPr id="12" name="Rectangle 11">
            <a:extLst>
              <a:ext uri="{FF2B5EF4-FFF2-40B4-BE49-F238E27FC236}">
                <a16:creationId xmlns:a16="http://schemas.microsoft.com/office/drawing/2014/main" id="{4B4A5F22-461F-436D-8683-574444D3DE7E}"/>
              </a:ext>
            </a:extLst>
          </p:cNvPr>
          <p:cNvSpPr/>
          <p:nvPr userDrawn="1"/>
        </p:nvSpPr>
        <p:spPr>
          <a:xfrm>
            <a:off x="11382764" y="6242058"/>
            <a:ext cx="562643" cy="403741"/>
          </a:xfrm>
          <a:prstGeom prst="rect">
            <a:avLst/>
          </a:prstGeom>
          <a:noFill/>
          <a:ln w="28575">
            <a:solidFill>
              <a:srgbClr val="39393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lide Number Placeholder 5">
            <a:extLst>
              <a:ext uri="{FF2B5EF4-FFF2-40B4-BE49-F238E27FC236}">
                <a16:creationId xmlns:a16="http://schemas.microsoft.com/office/drawing/2014/main" id="{FC1C573F-46C7-49BA-B262-660E2EBC9265}"/>
              </a:ext>
            </a:extLst>
          </p:cNvPr>
          <p:cNvSpPr txBox="1">
            <a:spLocks/>
          </p:cNvSpPr>
          <p:nvPr userDrawn="1"/>
        </p:nvSpPr>
        <p:spPr>
          <a:xfrm>
            <a:off x="11382764" y="6253489"/>
            <a:ext cx="562643" cy="390437"/>
          </a:xfrm>
          <a:prstGeom prst="rect">
            <a:avLst/>
          </a:prstGeom>
          <a:ln>
            <a:solidFill>
              <a:srgbClr val="393937"/>
            </a:solidFill>
          </a:ln>
        </p:spPr>
        <p:txBody>
          <a:bodyPr anchor="ctr"/>
          <a:lstStyle>
            <a:defPPr>
              <a:defRPr lang="fr-FR"/>
            </a:defPPr>
            <a:lvl1pPr marL="0" algn="ctr" defTabSz="914354" rtl="0" eaLnBrk="1" latinLnBrk="0" hangingPunct="1">
              <a:defRPr sz="1400" kern="1200">
                <a:solidFill>
                  <a:srgbClr val="2F3A46"/>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fld id="{F68327C5-B821-4FE9-A59A-A60D9EB59A9A}" type="slidenum">
              <a:rPr lang="en-US" smtClean="0">
                <a:solidFill>
                  <a:srgbClr val="6F6D6A"/>
                </a:solidFill>
              </a:rPr>
              <a:pPr/>
              <a:t>‹#›</a:t>
            </a:fld>
            <a:endParaRPr lang="en-US" dirty="0">
              <a:solidFill>
                <a:srgbClr val="6F6D6A"/>
              </a:solidFill>
            </a:endParaRPr>
          </a:p>
        </p:txBody>
      </p:sp>
    </p:spTree>
    <p:extLst>
      <p:ext uri="{BB962C8B-B14F-4D97-AF65-F5344CB8AC3E}">
        <p14:creationId xmlns:p14="http://schemas.microsoft.com/office/powerpoint/2010/main" val="14220876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Basic w content">
    <p:spTree>
      <p:nvGrpSpPr>
        <p:cNvPr id="1" name=""/>
        <p:cNvGrpSpPr/>
        <p:nvPr/>
      </p:nvGrpSpPr>
      <p:grpSpPr>
        <a:xfrm>
          <a:off x="0" y="0"/>
          <a:ext cx="0" cy="0"/>
          <a:chOff x="0" y="0"/>
          <a:chExt cx="0" cy="0"/>
        </a:xfrm>
      </p:grpSpPr>
      <p:sp>
        <p:nvSpPr>
          <p:cNvPr id="2" name="Title 1"/>
          <p:cNvSpPr>
            <a:spLocks noGrp="1"/>
          </p:cNvSpPr>
          <p:nvPr>
            <p:ph type="title"/>
          </p:nvPr>
        </p:nvSpPr>
        <p:spPr>
          <a:xfrm>
            <a:off x="728754" y="317500"/>
            <a:ext cx="10625046" cy="1325563"/>
          </a:xfrm>
        </p:spPr>
        <p:txBody>
          <a:bodyPr/>
          <a:lstStyle>
            <a:lvl1pPr>
              <a:defRPr b="1"/>
            </a:lvl1pPr>
          </a:lstStyle>
          <a:p>
            <a:r>
              <a:rPr lang="en-US"/>
              <a:t>Click to edit Master title style</a:t>
            </a:r>
          </a:p>
        </p:txBody>
      </p:sp>
      <p:sp>
        <p:nvSpPr>
          <p:cNvPr id="21" name="Content Placeholder 2"/>
          <p:cNvSpPr>
            <a:spLocks noGrp="1"/>
          </p:cNvSpPr>
          <p:nvPr>
            <p:ph idx="1"/>
          </p:nvPr>
        </p:nvSpPr>
        <p:spPr>
          <a:xfrm>
            <a:off x="728754" y="1825625"/>
            <a:ext cx="10625046"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5" name="Footer Placeholder 3">
            <a:extLst>
              <a:ext uri="{FF2B5EF4-FFF2-40B4-BE49-F238E27FC236}">
                <a16:creationId xmlns:a16="http://schemas.microsoft.com/office/drawing/2014/main" id="{6AC9AE1A-B557-4226-A591-5388DFEE976E}"/>
              </a:ext>
            </a:extLst>
          </p:cNvPr>
          <p:cNvSpPr>
            <a:spLocks noGrp="1"/>
          </p:cNvSpPr>
          <p:nvPr>
            <p:ph type="ftr" sz="quarter" idx="11"/>
          </p:nvPr>
        </p:nvSpPr>
        <p:spPr>
          <a:xfrm>
            <a:off x="371475" y="6280675"/>
            <a:ext cx="7672502" cy="365125"/>
          </a:xfrm>
        </p:spPr>
        <p:txBody>
          <a:bodyPr anchor="ctr"/>
          <a:lstStyle>
            <a:lvl1pPr algn="l">
              <a:defRPr sz="1400">
                <a:latin typeface="+mj-lt"/>
              </a:defRPr>
            </a:lvl1pPr>
          </a:lstStyle>
          <a:p>
            <a:r>
              <a:rPr lang="en-US" dirty="0"/>
              <a:t>PowerPoint SmartArt Graphics - The Complete Ready-to-use Collection </a:t>
            </a:r>
            <a:r>
              <a:rPr lang="en-US" i="1" dirty="0">
                <a:solidFill>
                  <a:schemeClr val="accent5"/>
                </a:solidFill>
              </a:rPr>
              <a:t>[2020 updated version]</a:t>
            </a:r>
          </a:p>
        </p:txBody>
      </p:sp>
      <p:sp>
        <p:nvSpPr>
          <p:cNvPr id="9" name="Arrow: Chevron 8">
            <a:extLst>
              <a:ext uri="{FF2B5EF4-FFF2-40B4-BE49-F238E27FC236}">
                <a16:creationId xmlns:a16="http://schemas.microsoft.com/office/drawing/2014/main" id="{71AF28AF-E073-46B6-A3F7-98304CA49C14}"/>
              </a:ext>
            </a:extLst>
          </p:cNvPr>
          <p:cNvSpPr/>
          <p:nvPr userDrawn="1"/>
        </p:nvSpPr>
        <p:spPr>
          <a:xfrm>
            <a:off x="11078602" y="6031342"/>
            <a:ext cx="777240" cy="438997"/>
          </a:xfrm>
          <a:prstGeom prst="chevron">
            <a:avLst>
              <a:gd name="adj" fmla="val 44576"/>
            </a:avLst>
          </a:prstGeom>
          <a:solidFill>
            <a:srgbClr val="A1DDAA"/>
          </a:solidFill>
          <a:ln w="38100">
            <a:solidFill>
              <a:srgbClr val="2E8F4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10" name="Rectangle 9">
            <a:extLst>
              <a:ext uri="{FF2B5EF4-FFF2-40B4-BE49-F238E27FC236}">
                <a16:creationId xmlns:a16="http://schemas.microsoft.com/office/drawing/2014/main" id="{6733ADE3-20F6-45D3-9D1D-74664B4F9653}"/>
              </a:ext>
            </a:extLst>
          </p:cNvPr>
          <p:cNvSpPr/>
          <p:nvPr userDrawn="1"/>
        </p:nvSpPr>
        <p:spPr>
          <a:xfrm>
            <a:off x="11382763" y="6242058"/>
            <a:ext cx="562643" cy="401868"/>
          </a:xfrm>
          <a:prstGeom prst="rect">
            <a:avLst/>
          </a:prstGeom>
          <a:solidFill>
            <a:schemeClr val="bg1"/>
          </a:solidFill>
          <a:ln w="920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6F6D6A"/>
              </a:solidFill>
            </a:endParaRPr>
          </a:p>
        </p:txBody>
      </p:sp>
      <p:sp>
        <p:nvSpPr>
          <p:cNvPr id="11" name="Rectangle 10">
            <a:extLst>
              <a:ext uri="{FF2B5EF4-FFF2-40B4-BE49-F238E27FC236}">
                <a16:creationId xmlns:a16="http://schemas.microsoft.com/office/drawing/2014/main" id="{8953A8DC-C135-48E2-B0DB-5B02EB1F782B}"/>
              </a:ext>
            </a:extLst>
          </p:cNvPr>
          <p:cNvSpPr/>
          <p:nvPr userDrawn="1"/>
        </p:nvSpPr>
        <p:spPr>
          <a:xfrm>
            <a:off x="11382764" y="6242058"/>
            <a:ext cx="562643" cy="403741"/>
          </a:xfrm>
          <a:prstGeom prst="rect">
            <a:avLst/>
          </a:prstGeom>
          <a:noFill/>
          <a:ln w="28575">
            <a:solidFill>
              <a:srgbClr val="39393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lide Number Placeholder 5">
            <a:extLst>
              <a:ext uri="{FF2B5EF4-FFF2-40B4-BE49-F238E27FC236}">
                <a16:creationId xmlns:a16="http://schemas.microsoft.com/office/drawing/2014/main" id="{7E9DB31A-10C8-4A81-8E1C-E51573343BDD}"/>
              </a:ext>
            </a:extLst>
          </p:cNvPr>
          <p:cNvSpPr txBox="1">
            <a:spLocks/>
          </p:cNvSpPr>
          <p:nvPr userDrawn="1"/>
        </p:nvSpPr>
        <p:spPr>
          <a:xfrm>
            <a:off x="11382764" y="6253489"/>
            <a:ext cx="562643" cy="390437"/>
          </a:xfrm>
          <a:prstGeom prst="rect">
            <a:avLst/>
          </a:prstGeom>
          <a:ln>
            <a:solidFill>
              <a:srgbClr val="393937"/>
            </a:solidFill>
          </a:ln>
        </p:spPr>
        <p:txBody>
          <a:bodyPr anchor="ctr"/>
          <a:lstStyle>
            <a:defPPr>
              <a:defRPr lang="fr-FR"/>
            </a:defPPr>
            <a:lvl1pPr marL="0" algn="ctr" defTabSz="914354" rtl="0" eaLnBrk="1" latinLnBrk="0" hangingPunct="1">
              <a:defRPr sz="1400" kern="1200">
                <a:solidFill>
                  <a:srgbClr val="2F3A46"/>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fld id="{F68327C5-B821-4FE9-A59A-A60D9EB59A9A}" type="slidenum">
              <a:rPr lang="en-US" smtClean="0">
                <a:solidFill>
                  <a:srgbClr val="6F6D6A"/>
                </a:solidFill>
              </a:rPr>
              <a:pPr/>
              <a:t>‹#›</a:t>
            </a:fld>
            <a:endParaRPr lang="en-US" dirty="0">
              <a:solidFill>
                <a:srgbClr val="6F6D6A"/>
              </a:solidFill>
            </a:endParaRPr>
          </a:p>
        </p:txBody>
      </p:sp>
    </p:spTree>
    <p:extLst>
      <p:ext uri="{BB962C8B-B14F-4D97-AF65-F5344CB8AC3E}">
        <p14:creationId xmlns:p14="http://schemas.microsoft.com/office/powerpoint/2010/main" val="14265836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List">
    <p:spTree>
      <p:nvGrpSpPr>
        <p:cNvPr id="1" name=""/>
        <p:cNvGrpSpPr/>
        <p:nvPr/>
      </p:nvGrpSpPr>
      <p:grpSpPr>
        <a:xfrm>
          <a:off x="0" y="0"/>
          <a:ext cx="0" cy="0"/>
          <a:chOff x="0" y="0"/>
          <a:chExt cx="0" cy="0"/>
        </a:xfrm>
      </p:grpSpPr>
      <p:sp>
        <p:nvSpPr>
          <p:cNvPr id="23" name="Text Placeholder 22"/>
          <p:cNvSpPr>
            <a:spLocks noGrp="1"/>
          </p:cNvSpPr>
          <p:nvPr>
            <p:ph type="body" sz="quarter" idx="13"/>
          </p:nvPr>
        </p:nvSpPr>
        <p:spPr>
          <a:xfrm>
            <a:off x="371475" y="1556792"/>
            <a:ext cx="1920240" cy="584775"/>
          </a:xfrm>
          <a:solidFill>
            <a:schemeClr val="tx1">
              <a:lumMod val="20000"/>
              <a:lumOff val="80000"/>
            </a:schemeClr>
          </a:solidFill>
          <a:effectLst>
            <a:outerShdw dist="38100" dir="2700000" algn="tl" rotWithShape="0">
              <a:schemeClr val="tx2">
                <a:alpha val="40000"/>
              </a:schemeClr>
            </a:outerShdw>
          </a:effectLst>
        </p:spPr>
        <p:style>
          <a:lnRef idx="0">
            <a:scrgbClr r="0" g="0" b="0"/>
          </a:lnRef>
          <a:fillRef idx="1003">
            <a:schemeClr val="lt1"/>
          </a:fillRef>
          <a:effectRef idx="0">
            <a:scrgbClr r="0" g="0" b="0"/>
          </a:effectRef>
          <a:fontRef idx="major"/>
        </p:style>
        <p:txBody>
          <a:bodyPr wrap="square">
            <a:spAutoFit/>
          </a:bodyPr>
          <a:lstStyle>
            <a:lvl1pPr marL="0" indent="0">
              <a:buNone/>
              <a:defRPr lang="en-US" sz="1600" smtClean="0">
                <a:latin typeface="+mj-lt"/>
                <a:ea typeface="+mj-ea"/>
                <a:cs typeface="+mj-cs"/>
              </a:defRPr>
            </a:lvl1pPr>
            <a:lvl2pPr>
              <a:defRPr lang="en-US" sz="1800" smtClean="0">
                <a:latin typeface="+mj-lt"/>
                <a:ea typeface="+mj-ea"/>
                <a:cs typeface="+mj-cs"/>
              </a:defRPr>
            </a:lvl2pPr>
            <a:lvl3pPr>
              <a:defRPr lang="en-US" sz="1800" smtClean="0">
                <a:latin typeface="+mj-lt"/>
                <a:ea typeface="+mj-ea"/>
                <a:cs typeface="+mj-cs"/>
              </a:defRPr>
            </a:lvl3pPr>
            <a:lvl4pPr>
              <a:defRPr lang="en-US" smtClean="0">
                <a:latin typeface="+mj-lt"/>
                <a:ea typeface="+mj-ea"/>
                <a:cs typeface="+mj-cs"/>
              </a:defRPr>
            </a:lvl4pPr>
            <a:lvl5pPr>
              <a:defRPr lang="en-US">
                <a:latin typeface="+mj-lt"/>
                <a:ea typeface="+mj-ea"/>
                <a:cs typeface="+mj-cs"/>
              </a:defRPr>
            </a:lvl5pPr>
          </a:lstStyle>
          <a:p>
            <a:pPr marL="0" lvl="0"/>
            <a:r>
              <a:rPr lang="en-US" dirty="0"/>
              <a:t>Click to edit Master text styles</a:t>
            </a:r>
          </a:p>
        </p:txBody>
      </p:sp>
      <p:sp>
        <p:nvSpPr>
          <p:cNvPr id="21" name="Footer Placeholder 3">
            <a:extLst>
              <a:ext uri="{FF2B5EF4-FFF2-40B4-BE49-F238E27FC236}">
                <a16:creationId xmlns:a16="http://schemas.microsoft.com/office/drawing/2014/main" id="{AAAE662F-7671-4888-AA8C-AC9F0F8B91B2}"/>
              </a:ext>
            </a:extLst>
          </p:cNvPr>
          <p:cNvSpPr>
            <a:spLocks noGrp="1"/>
          </p:cNvSpPr>
          <p:nvPr>
            <p:ph type="ftr" sz="quarter" idx="11"/>
          </p:nvPr>
        </p:nvSpPr>
        <p:spPr>
          <a:xfrm>
            <a:off x="371475" y="6280675"/>
            <a:ext cx="7672502" cy="365125"/>
          </a:xfrm>
        </p:spPr>
        <p:txBody>
          <a:bodyPr anchor="ctr"/>
          <a:lstStyle>
            <a:lvl1pPr algn="l">
              <a:defRPr sz="1400">
                <a:latin typeface="+mj-lt"/>
              </a:defRPr>
            </a:lvl1pPr>
          </a:lstStyle>
          <a:p>
            <a:r>
              <a:rPr lang="en-US" dirty="0"/>
              <a:t>PowerPoint SmartArt Graphics - The Complete Ready-to-use Collection </a:t>
            </a:r>
            <a:r>
              <a:rPr lang="en-US" i="1" dirty="0">
                <a:solidFill>
                  <a:schemeClr val="accent5"/>
                </a:solidFill>
              </a:rPr>
              <a:t>[2020 updated version]</a:t>
            </a:r>
          </a:p>
        </p:txBody>
      </p:sp>
      <p:sp>
        <p:nvSpPr>
          <p:cNvPr id="45" name="Title 1">
            <a:extLst>
              <a:ext uri="{FF2B5EF4-FFF2-40B4-BE49-F238E27FC236}">
                <a16:creationId xmlns:a16="http://schemas.microsoft.com/office/drawing/2014/main" id="{E3C016A9-975E-4CC2-8E52-51C0EC5F99FD}"/>
              </a:ext>
            </a:extLst>
          </p:cNvPr>
          <p:cNvSpPr>
            <a:spLocks noGrp="1"/>
          </p:cNvSpPr>
          <p:nvPr userDrawn="1">
            <p:ph type="title"/>
          </p:nvPr>
        </p:nvSpPr>
        <p:spPr>
          <a:xfrm>
            <a:off x="2762250" y="44624"/>
            <a:ext cx="8591549" cy="1325563"/>
          </a:xfrm>
        </p:spPr>
        <p:txBody>
          <a:bodyPr/>
          <a:lstStyle>
            <a:lvl1pPr>
              <a:defRPr b="1"/>
            </a:lvl1pPr>
          </a:lstStyle>
          <a:p>
            <a:r>
              <a:rPr lang="en-US" dirty="0"/>
              <a:t>Click to edit Master title style</a:t>
            </a:r>
          </a:p>
        </p:txBody>
      </p:sp>
      <p:sp>
        <p:nvSpPr>
          <p:cNvPr id="47" name="TextBox 46">
            <a:extLst>
              <a:ext uri="{FF2B5EF4-FFF2-40B4-BE49-F238E27FC236}">
                <a16:creationId xmlns:a16="http://schemas.microsoft.com/office/drawing/2014/main" id="{F46B6AE7-C28E-477A-AEAF-8BFB8D8D1DA3}"/>
              </a:ext>
            </a:extLst>
          </p:cNvPr>
          <p:cNvSpPr txBox="1"/>
          <p:nvPr userDrawn="1"/>
        </p:nvSpPr>
        <p:spPr>
          <a:xfrm>
            <a:off x="191344" y="356539"/>
            <a:ext cx="3062990" cy="701731"/>
          </a:xfrm>
          <a:prstGeom prst="rect">
            <a:avLst/>
          </a:prstGeom>
        </p:spPr>
        <p:txBody>
          <a:bodyPr vert="horz" lIns="91440" tIns="45720" rIns="91440" bIns="45720" rtlCol="0" anchor="ctr">
            <a:normAutofit/>
          </a:bodyPr>
          <a:lstStyle>
            <a:lvl1pPr>
              <a:lnSpc>
                <a:spcPct val="90000"/>
              </a:lnSpc>
              <a:spcBef>
                <a:spcPct val="0"/>
              </a:spcBef>
              <a:buNone/>
              <a:defRPr sz="4400">
                <a:latin typeface="+mj-lt"/>
                <a:ea typeface="+mj-ea"/>
                <a:cs typeface="+mj-cs"/>
              </a:defRPr>
            </a:lvl1pPr>
          </a:lstStyle>
          <a:p>
            <a:pPr lvl="0" algn="r"/>
            <a:r>
              <a:rPr lang="en-US" b="1" dirty="0">
                <a:solidFill>
                  <a:schemeClr val="bg1">
                    <a:lumMod val="75000"/>
                  </a:schemeClr>
                </a:solidFill>
              </a:rPr>
              <a:t>List //</a:t>
            </a:r>
          </a:p>
        </p:txBody>
      </p:sp>
      <p:sp>
        <p:nvSpPr>
          <p:cNvPr id="10" name="Arrow: Chevron 9">
            <a:extLst>
              <a:ext uri="{FF2B5EF4-FFF2-40B4-BE49-F238E27FC236}">
                <a16:creationId xmlns:a16="http://schemas.microsoft.com/office/drawing/2014/main" id="{39A7927D-6737-4E5E-8476-9AB12674E98D}"/>
              </a:ext>
            </a:extLst>
          </p:cNvPr>
          <p:cNvSpPr/>
          <p:nvPr userDrawn="1"/>
        </p:nvSpPr>
        <p:spPr>
          <a:xfrm>
            <a:off x="11078602" y="6031342"/>
            <a:ext cx="777240" cy="438997"/>
          </a:xfrm>
          <a:prstGeom prst="chevron">
            <a:avLst>
              <a:gd name="adj" fmla="val 44576"/>
            </a:avLst>
          </a:prstGeom>
          <a:solidFill>
            <a:srgbClr val="A1DDAA"/>
          </a:solidFill>
          <a:ln w="38100">
            <a:solidFill>
              <a:srgbClr val="2E8F4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11" name="Rectangle 10">
            <a:extLst>
              <a:ext uri="{FF2B5EF4-FFF2-40B4-BE49-F238E27FC236}">
                <a16:creationId xmlns:a16="http://schemas.microsoft.com/office/drawing/2014/main" id="{796EF88B-0573-4EAF-AB7C-508B4103E5E0}"/>
              </a:ext>
            </a:extLst>
          </p:cNvPr>
          <p:cNvSpPr/>
          <p:nvPr userDrawn="1"/>
        </p:nvSpPr>
        <p:spPr>
          <a:xfrm>
            <a:off x="11382763" y="6242058"/>
            <a:ext cx="562643" cy="401868"/>
          </a:xfrm>
          <a:prstGeom prst="rect">
            <a:avLst/>
          </a:prstGeom>
          <a:solidFill>
            <a:schemeClr val="bg1"/>
          </a:solidFill>
          <a:ln w="920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6F6D6A"/>
              </a:solidFill>
            </a:endParaRPr>
          </a:p>
        </p:txBody>
      </p:sp>
      <p:sp>
        <p:nvSpPr>
          <p:cNvPr id="12" name="Rectangle 11">
            <a:extLst>
              <a:ext uri="{FF2B5EF4-FFF2-40B4-BE49-F238E27FC236}">
                <a16:creationId xmlns:a16="http://schemas.microsoft.com/office/drawing/2014/main" id="{CE8B9CD9-DDDC-465B-B9AA-9F7426904949}"/>
              </a:ext>
            </a:extLst>
          </p:cNvPr>
          <p:cNvSpPr/>
          <p:nvPr userDrawn="1"/>
        </p:nvSpPr>
        <p:spPr>
          <a:xfrm>
            <a:off x="11382764" y="6242058"/>
            <a:ext cx="562643" cy="403741"/>
          </a:xfrm>
          <a:prstGeom prst="rect">
            <a:avLst/>
          </a:prstGeom>
          <a:noFill/>
          <a:ln w="28575">
            <a:solidFill>
              <a:srgbClr val="39393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lide Number Placeholder 5">
            <a:extLst>
              <a:ext uri="{FF2B5EF4-FFF2-40B4-BE49-F238E27FC236}">
                <a16:creationId xmlns:a16="http://schemas.microsoft.com/office/drawing/2014/main" id="{E91E4EBE-DECE-40E4-8100-13ED1599879F}"/>
              </a:ext>
            </a:extLst>
          </p:cNvPr>
          <p:cNvSpPr txBox="1">
            <a:spLocks/>
          </p:cNvSpPr>
          <p:nvPr userDrawn="1"/>
        </p:nvSpPr>
        <p:spPr>
          <a:xfrm>
            <a:off x="11382764" y="6253489"/>
            <a:ext cx="562643" cy="390437"/>
          </a:xfrm>
          <a:prstGeom prst="rect">
            <a:avLst/>
          </a:prstGeom>
          <a:ln>
            <a:solidFill>
              <a:srgbClr val="393937"/>
            </a:solidFill>
          </a:ln>
        </p:spPr>
        <p:txBody>
          <a:bodyPr anchor="ctr"/>
          <a:lstStyle>
            <a:defPPr>
              <a:defRPr lang="fr-FR"/>
            </a:defPPr>
            <a:lvl1pPr marL="0" algn="ctr" defTabSz="914354" rtl="0" eaLnBrk="1" latinLnBrk="0" hangingPunct="1">
              <a:defRPr sz="1400" kern="1200">
                <a:solidFill>
                  <a:srgbClr val="2F3A46"/>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fld id="{F68327C5-B821-4FE9-A59A-A60D9EB59A9A}" type="slidenum">
              <a:rPr lang="en-US" smtClean="0">
                <a:solidFill>
                  <a:srgbClr val="6F6D6A"/>
                </a:solidFill>
              </a:rPr>
              <a:pPr/>
              <a:t>‹#›</a:t>
            </a:fld>
            <a:endParaRPr lang="en-US" dirty="0">
              <a:solidFill>
                <a:srgbClr val="6F6D6A"/>
              </a:solidFill>
            </a:endParaRPr>
          </a:p>
        </p:txBody>
      </p:sp>
    </p:spTree>
    <p:extLst>
      <p:ext uri="{BB962C8B-B14F-4D97-AF65-F5344CB8AC3E}">
        <p14:creationId xmlns:p14="http://schemas.microsoft.com/office/powerpoint/2010/main" val="13062888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Process">
    <p:spTree>
      <p:nvGrpSpPr>
        <p:cNvPr id="1" name=""/>
        <p:cNvGrpSpPr/>
        <p:nvPr/>
      </p:nvGrpSpPr>
      <p:grpSpPr>
        <a:xfrm>
          <a:off x="0" y="0"/>
          <a:ext cx="0" cy="0"/>
          <a:chOff x="0" y="0"/>
          <a:chExt cx="0" cy="0"/>
        </a:xfrm>
      </p:grpSpPr>
      <p:sp>
        <p:nvSpPr>
          <p:cNvPr id="46" name="Title 1">
            <a:extLst>
              <a:ext uri="{FF2B5EF4-FFF2-40B4-BE49-F238E27FC236}">
                <a16:creationId xmlns:a16="http://schemas.microsoft.com/office/drawing/2014/main" id="{80B66CCD-A637-4B17-A558-D5AA300C8D4D}"/>
              </a:ext>
            </a:extLst>
          </p:cNvPr>
          <p:cNvSpPr>
            <a:spLocks noGrp="1"/>
          </p:cNvSpPr>
          <p:nvPr>
            <p:ph type="title"/>
          </p:nvPr>
        </p:nvSpPr>
        <p:spPr>
          <a:xfrm>
            <a:off x="2762250" y="44624"/>
            <a:ext cx="8591549" cy="1325563"/>
          </a:xfrm>
        </p:spPr>
        <p:txBody>
          <a:bodyPr/>
          <a:lstStyle>
            <a:lvl1pPr>
              <a:defRPr b="1"/>
            </a:lvl1pPr>
          </a:lstStyle>
          <a:p>
            <a:r>
              <a:rPr lang="en-US" dirty="0"/>
              <a:t>Click to edit Master title style</a:t>
            </a:r>
          </a:p>
        </p:txBody>
      </p:sp>
      <p:sp>
        <p:nvSpPr>
          <p:cNvPr id="48" name="TextBox 47">
            <a:extLst>
              <a:ext uri="{FF2B5EF4-FFF2-40B4-BE49-F238E27FC236}">
                <a16:creationId xmlns:a16="http://schemas.microsoft.com/office/drawing/2014/main" id="{E585F60B-2BE9-4E06-90F6-34F05C2925EE}"/>
              </a:ext>
            </a:extLst>
          </p:cNvPr>
          <p:cNvSpPr txBox="1"/>
          <p:nvPr userDrawn="1"/>
        </p:nvSpPr>
        <p:spPr>
          <a:xfrm>
            <a:off x="191344" y="356539"/>
            <a:ext cx="3062990" cy="701731"/>
          </a:xfrm>
          <a:prstGeom prst="rect">
            <a:avLst/>
          </a:prstGeom>
        </p:spPr>
        <p:txBody>
          <a:bodyPr vert="horz" lIns="91440" tIns="45720" rIns="91440" bIns="45720" rtlCol="0" anchor="ctr">
            <a:normAutofit/>
          </a:bodyPr>
          <a:lstStyle>
            <a:lvl1pPr>
              <a:lnSpc>
                <a:spcPct val="90000"/>
              </a:lnSpc>
              <a:spcBef>
                <a:spcPct val="0"/>
              </a:spcBef>
              <a:buNone/>
              <a:defRPr sz="4400">
                <a:latin typeface="+mj-lt"/>
                <a:ea typeface="+mj-ea"/>
                <a:cs typeface="+mj-cs"/>
              </a:defRPr>
            </a:lvl1pPr>
          </a:lstStyle>
          <a:p>
            <a:pPr lvl="0" algn="r"/>
            <a:r>
              <a:rPr lang="en-US" b="1" dirty="0">
                <a:solidFill>
                  <a:schemeClr val="bg1">
                    <a:lumMod val="75000"/>
                  </a:schemeClr>
                </a:solidFill>
              </a:rPr>
              <a:t>Process //</a:t>
            </a:r>
          </a:p>
        </p:txBody>
      </p:sp>
      <p:sp>
        <p:nvSpPr>
          <p:cNvPr id="51" name="Text Placeholder 22">
            <a:extLst>
              <a:ext uri="{FF2B5EF4-FFF2-40B4-BE49-F238E27FC236}">
                <a16:creationId xmlns:a16="http://schemas.microsoft.com/office/drawing/2014/main" id="{4E7DD4FD-B705-40D5-9DE4-ECE1BBD82267}"/>
              </a:ext>
            </a:extLst>
          </p:cNvPr>
          <p:cNvSpPr>
            <a:spLocks noGrp="1"/>
          </p:cNvSpPr>
          <p:nvPr>
            <p:ph type="body" sz="quarter" idx="13"/>
          </p:nvPr>
        </p:nvSpPr>
        <p:spPr>
          <a:xfrm>
            <a:off x="371475" y="1556792"/>
            <a:ext cx="1920240" cy="584775"/>
          </a:xfrm>
          <a:solidFill>
            <a:schemeClr val="tx1">
              <a:lumMod val="20000"/>
              <a:lumOff val="80000"/>
            </a:schemeClr>
          </a:solidFill>
          <a:effectLst>
            <a:outerShdw dist="38100" dir="2700000" algn="tl" rotWithShape="0">
              <a:schemeClr val="tx2">
                <a:alpha val="40000"/>
              </a:schemeClr>
            </a:outerShdw>
          </a:effectLst>
        </p:spPr>
        <p:style>
          <a:lnRef idx="0">
            <a:scrgbClr r="0" g="0" b="0"/>
          </a:lnRef>
          <a:fillRef idx="1003">
            <a:schemeClr val="lt1"/>
          </a:fillRef>
          <a:effectRef idx="0">
            <a:scrgbClr r="0" g="0" b="0"/>
          </a:effectRef>
          <a:fontRef idx="major"/>
        </p:style>
        <p:txBody>
          <a:bodyPr wrap="square">
            <a:spAutoFit/>
          </a:bodyPr>
          <a:lstStyle>
            <a:lvl1pPr marL="0" indent="0">
              <a:buNone/>
              <a:defRPr lang="en-US" sz="1600" smtClean="0">
                <a:latin typeface="+mj-lt"/>
                <a:ea typeface="+mj-ea"/>
                <a:cs typeface="+mj-cs"/>
              </a:defRPr>
            </a:lvl1pPr>
            <a:lvl2pPr>
              <a:defRPr lang="en-US" sz="1800" smtClean="0">
                <a:latin typeface="+mj-lt"/>
                <a:ea typeface="+mj-ea"/>
                <a:cs typeface="+mj-cs"/>
              </a:defRPr>
            </a:lvl2pPr>
            <a:lvl3pPr>
              <a:defRPr lang="en-US" sz="1800" smtClean="0">
                <a:latin typeface="+mj-lt"/>
                <a:ea typeface="+mj-ea"/>
                <a:cs typeface="+mj-cs"/>
              </a:defRPr>
            </a:lvl3pPr>
            <a:lvl4pPr>
              <a:defRPr lang="en-US" smtClean="0">
                <a:latin typeface="+mj-lt"/>
                <a:ea typeface="+mj-ea"/>
                <a:cs typeface="+mj-cs"/>
              </a:defRPr>
            </a:lvl4pPr>
            <a:lvl5pPr>
              <a:defRPr lang="en-US">
                <a:latin typeface="+mj-lt"/>
                <a:ea typeface="+mj-ea"/>
                <a:cs typeface="+mj-cs"/>
              </a:defRPr>
            </a:lvl5pPr>
          </a:lstStyle>
          <a:p>
            <a:pPr marL="0" lvl="0"/>
            <a:r>
              <a:rPr lang="en-US" dirty="0"/>
              <a:t>Click to edit Master text styles</a:t>
            </a:r>
          </a:p>
        </p:txBody>
      </p:sp>
      <p:sp>
        <p:nvSpPr>
          <p:cNvPr id="52" name="Footer Placeholder 3">
            <a:extLst>
              <a:ext uri="{FF2B5EF4-FFF2-40B4-BE49-F238E27FC236}">
                <a16:creationId xmlns:a16="http://schemas.microsoft.com/office/drawing/2014/main" id="{8126B1B7-6361-44BE-9F24-DE6A7E7948C1}"/>
              </a:ext>
            </a:extLst>
          </p:cNvPr>
          <p:cNvSpPr>
            <a:spLocks noGrp="1"/>
          </p:cNvSpPr>
          <p:nvPr>
            <p:ph type="ftr" sz="quarter" idx="11"/>
          </p:nvPr>
        </p:nvSpPr>
        <p:spPr>
          <a:xfrm>
            <a:off x="371475" y="6280675"/>
            <a:ext cx="7672502" cy="365125"/>
          </a:xfrm>
        </p:spPr>
        <p:txBody>
          <a:bodyPr anchor="ctr"/>
          <a:lstStyle>
            <a:lvl1pPr algn="l">
              <a:defRPr sz="1400">
                <a:latin typeface="+mj-lt"/>
              </a:defRPr>
            </a:lvl1pPr>
          </a:lstStyle>
          <a:p>
            <a:r>
              <a:rPr lang="en-US" dirty="0"/>
              <a:t>PowerPoint SmartArt Graphics - The Complete Ready-to-use Collection </a:t>
            </a:r>
            <a:r>
              <a:rPr lang="en-US" i="1" dirty="0">
                <a:solidFill>
                  <a:schemeClr val="accent5"/>
                </a:solidFill>
              </a:rPr>
              <a:t>[2020 updated version]</a:t>
            </a:r>
          </a:p>
        </p:txBody>
      </p:sp>
      <p:sp>
        <p:nvSpPr>
          <p:cNvPr id="10" name="Arrow: Chevron 9">
            <a:extLst>
              <a:ext uri="{FF2B5EF4-FFF2-40B4-BE49-F238E27FC236}">
                <a16:creationId xmlns:a16="http://schemas.microsoft.com/office/drawing/2014/main" id="{ED79AB59-613E-4D73-B68F-6FD29B91C5D7}"/>
              </a:ext>
            </a:extLst>
          </p:cNvPr>
          <p:cNvSpPr/>
          <p:nvPr userDrawn="1"/>
        </p:nvSpPr>
        <p:spPr>
          <a:xfrm>
            <a:off x="11078602" y="6031342"/>
            <a:ext cx="777240" cy="438997"/>
          </a:xfrm>
          <a:prstGeom prst="chevron">
            <a:avLst>
              <a:gd name="adj" fmla="val 44576"/>
            </a:avLst>
          </a:prstGeom>
          <a:solidFill>
            <a:srgbClr val="A1DDAA"/>
          </a:solidFill>
          <a:ln w="38100">
            <a:solidFill>
              <a:srgbClr val="2E8F4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11" name="Rectangle 10">
            <a:extLst>
              <a:ext uri="{FF2B5EF4-FFF2-40B4-BE49-F238E27FC236}">
                <a16:creationId xmlns:a16="http://schemas.microsoft.com/office/drawing/2014/main" id="{3594FA92-E337-4C64-A56C-43DC3553834B}"/>
              </a:ext>
            </a:extLst>
          </p:cNvPr>
          <p:cNvSpPr/>
          <p:nvPr userDrawn="1"/>
        </p:nvSpPr>
        <p:spPr>
          <a:xfrm>
            <a:off x="11382763" y="6242058"/>
            <a:ext cx="562643" cy="401868"/>
          </a:xfrm>
          <a:prstGeom prst="rect">
            <a:avLst/>
          </a:prstGeom>
          <a:solidFill>
            <a:schemeClr val="bg1"/>
          </a:solidFill>
          <a:ln w="920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6F6D6A"/>
              </a:solidFill>
            </a:endParaRPr>
          </a:p>
        </p:txBody>
      </p:sp>
      <p:sp>
        <p:nvSpPr>
          <p:cNvPr id="12" name="Rectangle 11">
            <a:extLst>
              <a:ext uri="{FF2B5EF4-FFF2-40B4-BE49-F238E27FC236}">
                <a16:creationId xmlns:a16="http://schemas.microsoft.com/office/drawing/2014/main" id="{7457EE04-EE47-4E95-B013-AFA54968B4FE}"/>
              </a:ext>
            </a:extLst>
          </p:cNvPr>
          <p:cNvSpPr/>
          <p:nvPr userDrawn="1"/>
        </p:nvSpPr>
        <p:spPr>
          <a:xfrm>
            <a:off x="11382764" y="6242058"/>
            <a:ext cx="562643" cy="403741"/>
          </a:xfrm>
          <a:prstGeom prst="rect">
            <a:avLst/>
          </a:prstGeom>
          <a:noFill/>
          <a:ln w="28575">
            <a:solidFill>
              <a:srgbClr val="39393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lide Number Placeholder 5">
            <a:extLst>
              <a:ext uri="{FF2B5EF4-FFF2-40B4-BE49-F238E27FC236}">
                <a16:creationId xmlns:a16="http://schemas.microsoft.com/office/drawing/2014/main" id="{CF49FAC9-A932-44F3-95AF-E4C392FC8BF9}"/>
              </a:ext>
            </a:extLst>
          </p:cNvPr>
          <p:cNvSpPr txBox="1">
            <a:spLocks/>
          </p:cNvSpPr>
          <p:nvPr userDrawn="1"/>
        </p:nvSpPr>
        <p:spPr>
          <a:xfrm>
            <a:off x="11382764" y="6253489"/>
            <a:ext cx="562643" cy="390437"/>
          </a:xfrm>
          <a:prstGeom prst="rect">
            <a:avLst/>
          </a:prstGeom>
          <a:ln>
            <a:solidFill>
              <a:srgbClr val="393937"/>
            </a:solidFill>
          </a:ln>
        </p:spPr>
        <p:txBody>
          <a:bodyPr anchor="ctr"/>
          <a:lstStyle>
            <a:defPPr>
              <a:defRPr lang="fr-FR"/>
            </a:defPPr>
            <a:lvl1pPr marL="0" algn="ctr" defTabSz="914354" rtl="0" eaLnBrk="1" latinLnBrk="0" hangingPunct="1">
              <a:defRPr sz="1400" kern="1200">
                <a:solidFill>
                  <a:srgbClr val="2F3A46"/>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fld id="{F68327C5-B821-4FE9-A59A-A60D9EB59A9A}" type="slidenum">
              <a:rPr lang="en-US" smtClean="0">
                <a:solidFill>
                  <a:srgbClr val="6F6D6A"/>
                </a:solidFill>
              </a:rPr>
              <a:pPr/>
              <a:t>‹#›</a:t>
            </a:fld>
            <a:endParaRPr lang="en-US" dirty="0">
              <a:solidFill>
                <a:srgbClr val="6F6D6A"/>
              </a:solidFill>
            </a:endParaRPr>
          </a:p>
        </p:txBody>
      </p:sp>
    </p:spTree>
    <p:extLst>
      <p:ext uri="{BB962C8B-B14F-4D97-AF65-F5344CB8AC3E}">
        <p14:creationId xmlns:p14="http://schemas.microsoft.com/office/powerpoint/2010/main" val="40052937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ycle">
    <p:spTree>
      <p:nvGrpSpPr>
        <p:cNvPr id="1" name=""/>
        <p:cNvGrpSpPr/>
        <p:nvPr/>
      </p:nvGrpSpPr>
      <p:grpSpPr>
        <a:xfrm>
          <a:off x="0" y="0"/>
          <a:ext cx="0" cy="0"/>
          <a:chOff x="0" y="0"/>
          <a:chExt cx="0" cy="0"/>
        </a:xfrm>
      </p:grpSpPr>
      <p:sp>
        <p:nvSpPr>
          <p:cNvPr id="46" name="Title 1">
            <a:extLst>
              <a:ext uri="{FF2B5EF4-FFF2-40B4-BE49-F238E27FC236}">
                <a16:creationId xmlns:a16="http://schemas.microsoft.com/office/drawing/2014/main" id="{D9CCC979-B823-4D4A-BF5B-E22564A36E0F}"/>
              </a:ext>
            </a:extLst>
          </p:cNvPr>
          <p:cNvSpPr>
            <a:spLocks noGrp="1"/>
          </p:cNvSpPr>
          <p:nvPr>
            <p:ph type="title"/>
          </p:nvPr>
        </p:nvSpPr>
        <p:spPr>
          <a:xfrm>
            <a:off x="2762250" y="44624"/>
            <a:ext cx="8591549" cy="1325563"/>
          </a:xfrm>
        </p:spPr>
        <p:txBody>
          <a:bodyPr/>
          <a:lstStyle>
            <a:lvl1pPr>
              <a:defRPr b="1"/>
            </a:lvl1pPr>
          </a:lstStyle>
          <a:p>
            <a:r>
              <a:rPr lang="en-US" dirty="0"/>
              <a:t>Click to edit Master title style</a:t>
            </a:r>
          </a:p>
        </p:txBody>
      </p:sp>
      <p:sp>
        <p:nvSpPr>
          <p:cNvPr id="48" name="TextBox 47">
            <a:extLst>
              <a:ext uri="{FF2B5EF4-FFF2-40B4-BE49-F238E27FC236}">
                <a16:creationId xmlns:a16="http://schemas.microsoft.com/office/drawing/2014/main" id="{98ACA0E5-7576-4E65-BE56-7A831F974F60}"/>
              </a:ext>
            </a:extLst>
          </p:cNvPr>
          <p:cNvSpPr txBox="1"/>
          <p:nvPr userDrawn="1"/>
        </p:nvSpPr>
        <p:spPr>
          <a:xfrm>
            <a:off x="191344" y="356539"/>
            <a:ext cx="3062990" cy="701731"/>
          </a:xfrm>
          <a:prstGeom prst="rect">
            <a:avLst/>
          </a:prstGeom>
        </p:spPr>
        <p:txBody>
          <a:bodyPr vert="horz" lIns="91440" tIns="45720" rIns="91440" bIns="45720" rtlCol="0" anchor="ctr">
            <a:normAutofit/>
          </a:bodyPr>
          <a:lstStyle>
            <a:lvl1pPr>
              <a:lnSpc>
                <a:spcPct val="90000"/>
              </a:lnSpc>
              <a:spcBef>
                <a:spcPct val="0"/>
              </a:spcBef>
              <a:buNone/>
              <a:defRPr sz="4400">
                <a:latin typeface="+mj-lt"/>
                <a:ea typeface="+mj-ea"/>
                <a:cs typeface="+mj-cs"/>
              </a:defRPr>
            </a:lvl1pPr>
          </a:lstStyle>
          <a:p>
            <a:pPr lvl="0" algn="r"/>
            <a:r>
              <a:rPr lang="en-US" b="1" dirty="0">
                <a:solidFill>
                  <a:schemeClr val="bg1">
                    <a:lumMod val="75000"/>
                  </a:schemeClr>
                </a:solidFill>
              </a:rPr>
              <a:t>Cycle //</a:t>
            </a:r>
          </a:p>
        </p:txBody>
      </p:sp>
      <p:sp>
        <p:nvSpPr>
          <p:cNvPr id="51" name="Text Placeholder 22">
            <a:extLst>
              <a:ext uri="{FF2B5EF4-FFF2-40B4-BE49-F238E27FC236}">
                <a16:creationId xmlns:a16="http://schemas.microsoft.com/office/drawing/2014/main" id="{281ABBDF-F989-4137-9286-6FE8CFFA823E}"/>
              </a:ext>
            </a:extLst>
          </p:cNvPr>
          <p:cNvSpPr>
            <a:spLocks noGrp="1"/>
          </p:cNvSpPr>
          <p:nvPr>
            <p:ph type="body" sz="quarter" idx="13"/>
          </p:nvPr>
        </p:nvSpPr>
        <p:spPr>
          <a:xfrm>
            <a:off x="371475" y="1556792"/>
            <a:ext cx="1920240" cy="584775"/>
          </a:xfrm>
          <a:solidFill>
            <a:schemeClr val="tx1">
              <a:lumMod val="20000"/>
              <a:lumOff val="80000"/>
            </a:schemeClr>
          </a:solidFill>
          <a:effectLst>
            <a:outerShdw dist="38100" dir="2700000" algn="tl" rotWithShape="0">
              <a:schemeClr val="tx2">
                <a:alpha val="40000"/>
              </a:schemeClr>
            </a:outerShdw>
          </a:effectLst>
        </p:spPr>
        <p:style>
          <a:lnRef idx="0">
            <a:scrgbClr r="0" g="0" b="0"/>
          </a:lnRef>
          <a:fillRef idx="1003">
            <a:schemeClr val="lt1"/>
          </a:fillRef>
          <a:effectRef idx="0">
            <a:scrgbClr r="0" g="0" b="0"/>
          </a:effectRef>
          <a:fontRef idx="major"/>
        </p:style>
        <p:txBody>
          <a:bodyPr wrap="square">
            <a:spAutoFit/>
          </a:bodyPr>
          <a:lstStyle>
            <a:lvl1pPr marL="0" indent="0">
              <a:buNone/>
              <a:defRPr lang="en-US" sz="1600" smtClean="0">
                <a:latin typeface="+mj-lt"/>
                <a:ea typeface="+mj-ea"/>
                <a:cs typeface="+mj-cs"/>
              </a:defRPr>
            </a:lvl1pPr>
            <a:lvl2pPr>
              <a:defRPr lang="en-US" sz="1800" smtClean="0">
                <a:latin typeface="+mj-lt"/>
                <a:ea typeface="+mj-ea"/>
                <a:cs typeface="+mj-cs"/>
              </a:defRPr>
            </a:lvl2pPr>
            <a:lvl3pPr>
              <a:defRPr lang="en-US" sz="1800" smtClean="0">
                <a:latin typeface="+mj-lt"/>
                <a:ea typeface="+mj-ea"/>
                <a:cs typeface="+mj-cs"/>
              </a:defRPr>
            </a:lvl3pPr>
            <a:lvl4pPr>
              <a:defRPr lang="en-US" smtClean="0">
                <a:latin typeface="+mj-lt"/>
                <a:ea typeface="+mj-ea"/>
                <a:cs typeface="+mj-cs"/>
              </a:defRPr>
            </a:lvl4pPr>
            <a:lvl5pPr>
              <a:defRPr lang="en-US">
                <a:latin typeface="+mj-lt"/>
                <a:ea typeface="+mj-ea"/>
                <a:cs typeface="+mj-cs"/>
              </a:defRPr>
            </a:lvl5pPr>
          </a:lstStyle>
          <a:p>
            <a:pPr marL="0" lvl="0"/>
            <a:r>
              <a:rPr lang="en-US" dirty="0"/>
              <a:t>Click to edit Master text styles</a:t>
            </a:r>
          </a:p>
        </p:txBody>
      </p:sp>
      <p:sp>
        <p:nvSpPr>
          <p:cNvPr id="52" name="Footer Placeholder 3">
            <a:extLst>
              <a:ext uri="{FF2B5EF4-FFF2-40B4-BE49-F238E27FC236}">
                <a16:creationId xmlns:a16="http://schemas.microsoft.com/office/drawing/2014/main" id="{0B370983-C9B6-41E1-A860-B6BD5C44401F}"/>
              </a:ext>
            </a:extLst>
          </p:cNvPr>
          <p:cNvSpPr>
            <a:spLocks noGrp="1"/>
          </p:cNvSpPr>
          <p:nvPr>
            <p:ph type="ftr" sz="quarter" idx="11"/>
          </p:nvPr>
        </p:nvSpPr>
        <p:spPr>
          <a:xfrm>
            <a:off x="371475" y="6280675"/>
            <a:ext cx="7672502" cy="365125"/>
          </a:xfrm>
        </p:spPr>
        <p:txBody>
          <a:bodyPr anchor="ctr"/>
          <a:lstStyle>
            <a:lvl1pPr algn="l">
              <a:defRPr sz="1400">
                <a:latin typeface="+mj-lt"/>
              </a:defRPr>
            </a:lvl1pPr>
          </a:lstStyle>
          <a:p>
            <a:r>
              <a:rPr lang="en-US" dirty="0"/>
              <a:t>PowerPoint SmartArt Graphics - The Complete Ready-to-use Collection </a:t>
            </a:r>
            <a:r>
              <a:rPr lang="en-US" i="1" dirty="0">
                <a:solidFill>
                  <a:schemeClr val="accent5"/>
                </a:solidFill>
              </a:rPr>
              <a:t>[2020 updated version]</a:t>
            </a:r>
          </a:p>
        </p:txBody>
      </p:sp>
      <p:sp>
        <p:nvSpPr>
          <p:cNvPr id="10" name="Arrow: Chevron 9">
            <a:extLst>
              <a:ext uri="{FF2B5EF4-FFF2-40B4-BE49-F238E27FC236}">
                <a16:creationId xmlns:a16="http://schemas.microsoft.com/office/drawing/2014/main" id="{DC42AFD1-E3B8-44F2-86FF-2EA70B23AE7F}"/>
              </a:ext>
            </a:extLst>
          </p:cNvPr>
          <p:cNvSpPr/>
          <p:nvPr userDrawn="1"/>
        </p:nvSpPr>
        <p:spPr>
          <a:xfrm>
            <a:off x="11078602" y="6031342"/>
            <a:ext cx="777240" cy="438997"/>
          </a:xfrm>
          <a:prstGeom prst="chevron">
            <a:avLst>
              <a:gd name="adj" fmla="val 44576"/>
            </a:avLst>
          </a:prstGeom>
          <a:solidFill>
            <a:srgbClr val="A1DDAA"/>
          </a:solidFill>
          <a:ln w="38100">
            <a:solidFill>
              <a:srgbClr val="2E8F4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11" name="Rectangle 10">
            <a:extLst>
              <a:ext uri="{FF2B5EF4-FFF2-40B4-BE49-F238E27FC236}">
                <a16:creationId xmlns:a16="http://schemas.microsoft.com/office/drawing/2014/main" id="{9A5E6335-0DF9-4CA6-B221-399292C59C23}"/>
              </a:ext>
            </a:extLst>
          </p:cNvPr>
          <p:cNvSpPr/>
          <p:nvPr userDrawn="1"/>
        </p:nvSpPr>
        <p:spPr>
          <a:xfrm>
            <a:off x="11382763" y="6242058"/>
            <a:ext cx="562643" cy="401868"/>
          </a:xfrm>
          <a:prstGeom prst="rect">
            <a:avLst/>
          </a:prstGeom>
          <a:solidFill>
            <a:schemeClr val="bg1"/>
          </a:solidFill>
          <a:ln w="920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6F6D6A"/>
              </a:solidFill>
            </a:endParaRPr>
          </a:p>
        </p:txBody>
      </p:sp>
      <p:sp>
        <p:nvSpPr>
          <p:cNvPr id="12" name="Rectangle 11">
            <a:extLst>
              <a:ext uri="{FF2B5EF4-FFF2-40B4-BE49-F238E27FC236}">
                <a16:creationId xmlns:a16="http://schemas.microsoft.com/office/drawing/2014/main" id="{3E1FB887-3F6B-43A7-A13D-94A0784B30A9}"/>
              </a:ext>
            </a:extLst>
          </p:cNvPr>
          <p:cNvSpPr/>
          <p:nvPr userDrawn="1"/>
        </p:nvSpPr>
        <p:spPr>
          <a:xfrm>
            <a:off x="11382764" y="6242058"/>
            <a:ext cx="562643" cy="403741"/>
          </a:xfrm>
          <a:prstGeom prst="rect">
            <a:avLst/>
          </a:prstGeom>
          <a:noFill/>
          <a:ln w="28575">
            <a:solidFill>
              <a:srgbClr val="39393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lide Number Placeholder 5">
            <a:extLst>
              <a:ext uri="{FF2B5EF4-FFF2-40B4-BE49-F238E27FC236}">
                <a16:creationId xmlns:a16="http://schemas.microsoft.com/office/drawing/2014/main" id="{89284D4A-BA85-4374-ABF7-0A0358115EBB}"/>
              </a:ext>
            </a:extLst>
          </p:cNvPr>
          <p:cNvSpPr txBox="1">
            <a:spLocks/>
          </p:cNvSpPr>
          <p:nvPr userDrawn="1"/>
        </p:nvSpPr>
        <p:spPr>
          <a:xfrm>
            <a:off x="11382764" y="6253489"/>
            <a:ext cx="562643" cy="390437"/>
          </a:xfrm>
          <a:prstGeom prst="rect">
            <a:avLst/>
          </a:prstGeom>
          <a:ln>
            <a:solidFill>
              <a:srgbClr val="393937"/>
            </a:solidFill>
          </a:ln>
        </p:spPr>
        <p:txBody>
          <a:bodyPr anchor="ctr"/>
          <a:lstStyle>
            <a:defPPr>
              <a:defRPr lang="fr-FR"/>
            </a:defPPr>
            <a:lvl1pPr marL="0" algn="ctr" defTabSz="914354" rtl="0" eaLnBrk="1" latinLnBrk="0" hangingPunct="1">
              <a:defRPr sz="1400" kern="1200">
                <a:solidFill>
                  <a:srgbClr val="2F3A46"/>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fld id="{F68327C5-B821-4FE9-A59A-A60D9EB59A9A}" type="slidenum">
              <a:rPr lang="en-US" smtClean="0">
                <a:solidFill>
                  <a:srgbClr val="6F6D6A"/>
                </a:solidFill>
              </a:rPr>
              <a:pPr/>
              <a:t>‹#›</a:t>
            </a:fld>
            <a:endParaRPr lang="en-US" dirty="0">
              <a:solidFill>
                <a:srgbClr val="6F6D6A"/>
              </a:solidFill>
            </a:endParaRPr>
          </a:p>
        </p:txBody>
      </p:sp>
    </p:spTree>
    <p:extLst>
      <p:ext uri="{BB962C8B-B14F-4D97-AF65-F5344CB8AC3E}">
        <p14:creationId xmlns:p14="http://schemas.microsoft.com/office/powerpoint/2010/main" val="7129175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Hierarchy">
    <p:spTree>
      <p:nvGrpSpPr>
        <p:cNvPr id="1" name=""/>
        <p:cNvGrpSpPr/>
        <p:nvPr/>
      </p:nvGrpSpPr>
      <p:grpSpPr>
        <a:xfrm>
          <a:off x="0" y="0"/>
          <a:ext cx="0" cy="0"/>
          <a:chOff x="0" y="0"/>
          <a:chExt cx="0" cy="0"/>
        </a:xfrm>
      </p:grpSpPr>
      <p:sp>
        <p:nvSpPr>
          <p:cNvPr id="46" name="Title 1">
            <a:extLst>
              <a:ext uri="{FF2B5EF4-FFF2-40B4-BE49-F238E27FC236}">
                <a16:creationId xmlns:a16="http://schemas.microsoft.com/office/drawing/2014/main" id="{447C97CF-17C2-42BB-BCEE-C31743DD7EA3}"/>
              </a:ext>
            </a:extLst>
          </p:cNvPr>
          <p:cNvSpPr>
            <a:spLocks noGrp="1"/>
          </p:cNvSpPr>
          <p:nvPr>
            <p:ph type="title"/>
          </p:nvPr>
        </p:nvSpPr>
        <p:spPr>
          <a:xfrm>
            <a:off x="2762250" y="44624"/>
            <a:ext cx="8591549" cy="1325563"/>
          </a:xfrm>
        </p:spPr>
        <p:txBody>
          <a:bodyPr/>
          <a:lstStyle>
            <a:lvl1pPr>
              <a:defRPr b="1"/>
            </a:lvl1pPr>
          </a:lstStyle>
          <a:p>
            <a:r>
              <a:rPr lang="en-US" dirty="0"/>
              <a:t>Click to edit Master title style</a:t>
            </a:r>
          </a:p>
        </p:txBody>
      </p:sp>
      <p:sp>
        <p:nvSpPr>
          <p:cNvPr id="47" name="TextBox 46">
            <a:extLst>
              <a:ext uri="{FF2B5EF4-FFF2-40B4-BE49-F238E27FC236}">
                <a16:creationId xmlns:a16="http://schemas.microsoft.com/office/drawing/2014/main" id="{B2D4C03F-8276-411B-B938-DBBB27A5974E}"/>
              </a:ext>
            </a:extLst>
          </p:cNvPr>
          <p:cNvSpPr txBox="1"/>
          <p:nvPr userDrawn="1"/>
        </p:nvSpPr>
        <p:spPr>
          <a:xfrm>
            <a:off x="191344" y="356539"/>
            <a:ext cx="3062990" cy="701731"/>
          </a:xfrm>
          <a:prstGeom prst="rect">
            <a:avLst/>
          </a:prstGeom>
        </p:spPr>
        <p:txBody>
          <a:bodyPr vert="horz" lIns="91440" tIns="45720" rIns="91440" bIns="45720" rtlCol="0" anchor="ctr">
            <a:normAutofit/>
          </a:bodyPr>
          <a:lstStyle>
            <a:lvl1pPr>
              <a:lnSpc>
                <a:spcPct val="90000"/>
              </a:lnSpc>
              <a:spcBef>
                <a:spcPct val="0"/>
              </a:spcBef>
              <a:buNone/>
              <a:defRPr sz="4400">
                <a:latin typeface="+mj-lt"/>
                <a:ea typeface="+mj-ea"/>
                <a:cs typeface="+mj-cs"/>
              </a:defRPr>
            </a:lvl1pPr>
          </a:lstStyle>
          <a:p>
            <a:pPr lvl="0" algn="r"/>
            <a:r>
              <a:rPr lang="en-US" b="1" dirty="0">
                <a:solidFill>
                  <a:schemeClr val="bg1">
                    <a:lumMod val="75000"/>
                  </a:schemeClr>
                </a:solidFill>
              </a:rPr>
              <a:t>Hierarchy //</a:t>
            </a:r>
          </a:p>
        </p:txBody>
      </p:sp>
      <p:sp>
        <p:nvSpPr>
          <p:cNvPr id="50" name="Text Placeholder 22">
            <a:extLst>
              <a:ext uri="{FF2B5EF4-FFF2-40B4-BE49-F238E27FC236}">
                <a16:creationId xmlns:a16="http://schemas.microsoft.com/office/drawing/2014/main" id="{D0613488-BE57-4196-B2CD-7E76F61A8FBF}"/>
              </a:ext>
            </a:extLst>
          </p:cNvPr>
          <p:cNvSpPr>
            <a:spLocks noGrp="1"/>
          </p:cNvSpPr>
          <p:nvPr>
            <p:ph type="body" sz="quarter" idx="13"/>
          </p:nvPr>
        </p:nvSpPr>
        <p:spPr>
          <a:xfrm>
            <a:off x="371475" y="1556792"/>
            <a:ext cx="1920240" cy="584775"/>
          </a:xfrm>
          <a:solidFill>
            <a:schemeClr val="tx1">
              <a:lumMod val="20000"/>
              <a:lumOff val="80000"/>
            </a:schemeClr>
          </a:solidFill>
          <a:effectLst>
            <a:outerShdw dist="38100" dir="2700000" algn="tl" rotWithShape="0">
              <a:schemeClr val="tx2">
                <a:alpha val="40000"/>
              </a:schemeClr>
            </a:outerShdw>
          </a:effectLst>
        </p:spPr>
        <p:style>
          <a:lnRef idx="0">
            <a:scrgbClr r="0" g="0" b="0"/>
          </a:lnRef>
          <a:fillRef idx="1003">
            <a:schemeClr val="lt1"/>
          </a:fillRef>
          <a:effectRef idx="0">
            <a:scrgbClr r="0" g="0" b="0"/>
          </a:effectRef>
          <a:fontRef idx="major"/>
        </p:style>
        <p:txBody>
          <a:bodyPr wrap="square">
            <a:spAutoFit/>
          </a:bodyPr>
          <a:lstStyle>
            <a:lvl1pPr marL="0" indent="0">
              <a:buNone/>
              <a:defRPr lang="en-US" sz="1600" smtClean="0">
                <a:latin typeface="+mj-lt"/>
                <a:ea typeface="+mj-ea"/>
                <a:cs typeface="+mj-cs"/>
              </a:defRPr>
            </a:lvl1pPr>
            <a:lvl2pPr>
              <a:defRPr lang="en-US" sz="1800" smtClean="0">
                <a:latin typeface="+mj-lt"/>
                <a:ea typeface="+mj-ea"/>
                <a:cs typeface="+mj-cs"/>
              </a:defRPr>
            </a:lvl2pPr>
            <a:lvl3pPr>
              <a:defRPr lang="en-US" sz="1800" smtClean="0">
                <a:latin typeface="+mj-lt"/>
                <a:ea typeface="+mj-ea"/>
                <a:cs typeface="+mj-cs"/>
              </a:defRPr>
            </a:lvl3pPr>
            <a:lvl4pPr>
              <a:defRPr lang="en-US" smtClean="0">
                <a:latin typeface="+mj-lt"/>
                <a:ea typeface="+mj-ea"/>
                <a:cs typeface="+mj-cs"/>
              </a:defRPr>
            </a:lvl4pPr>
            <a:lvl5pPr>
              <a:defRPr lang="en-US">
                <a:latin typeface="+mj-lt"/>
                <a:ea typeface="+mj-ea"/>
                <a:cs typeface="+mj-cs"/>
              </a:defRPr>
            </a:lvl5pPr>
          </a:lstStyle>
          <a:p>
            <a:pPr marL="0" lvl="0"/>
            <a:r>
              <a:rPr lang="en-US" dirty="0"/>
              <a:t>Click to edit Master text styles</a:t>
            </a:r>
          </a:p>
        </p:txBody>
      </p:sp>
      <p:sp>
        <p:nvSpPr>
          <p:cNvPr id="51" name="Footer Placeholder 3">
            <a:extLst>
              <a:ext uri="{FF2B5EF4-FFF2-40B4-BE49-F238E27FC236}">
                <a16:creationId xmlns:a16="http://schemas.microsoft.com/office/drawing/2014/main" id="{C81BD6A1-AC97-4110-97F8-F9E2C6D80764}"/>
              </a:ext>
            </a:extLst>
          </p:cNvPr>
          <p:cNvSpPr>
            <a:spLocks noGrp="1"/>
          </p:cNvSpPr>
          <p:nvPr>
            <p:ph type="ftr" sz="quarter" idx="11"/>
          </p:nvPr>
        </p:nvSpPr>
        <p:spPr>
          <a:xfrm>
            <a:off x="371475" y="6280675"/>
            <a:ext cx="7672502" cy="365125"/>
          </a:xfrm>
        </p:spPr>
        <p:txBody>
          <a:bodyPr anchor="ctr"/>
          <a:lstStyle>
            <a:lvl1pPr algn="l">
              <a:defRPr sz="1400">
                <a:latin typeface="+mj-lt"/>
              </a:defRPr>
            </a:lvl1pPr>
          </a:lstStyle>
          <a:p>
            <a:r>
              <a:rPr lang="en-US" dirty="0"/>
              <a:t>PowerPoint SmartArt Graphics - The Complete Ready-to-use Collection </a:t>
            </a:r>
            <a:r>
              <a:rPr lang="en-US" i="1" dirty="0">
                <a:solidFill>
                  <a:schemeClr val="accent5"/>
                </a:solidFill>
              </a:rPr>
              <a:t>[2020 updated version]</a:t>
            </a:r>
          </a:p>
        </p:txBody>
      </p:sp>
      <p:sp>
        <p:nvSpPr>
          <p:cNvPr id="10" name="Arrow: Chevron 9">
            <a:extLst>
              <a:ext uri="{FF2B5EF4-FFF2-40B4-BE49-F238E27FC236}">
                <a16:creationId xmlns:a16="http://schemas.microsoft.com/office/drawing/2014/main" id="{48865C14-19E0-4F23-97BB-D394B37C8AC7}"/>
              </a:ext>
            </a:extLst>
          </p:cNvPr>
          <p:cNvSpPr/>
          <p:nvPr userDrawn="1"/>
        </p:nvSpPr>
        <p:spPr>
          <a:xfrm>
            <a:off x="11078602" y="6031342"/>
            <a:ext cx="777240" cy="438997"/>
          </a:xfrm>
          <a:prstGeom prst="chevron">
            <a:avLst>
              <a:gd name="adj" fmla="val 44576"/>
            </a:avLst>
          </a:prstGeom>
          <a:solidFill>
            <a:srgbClr val="A1DDAA"/>
          </a:solidFill>
          <a:ln w="38100">
            <a:solidFill>
              <a:srgbClr val="2E8F4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11" name="Rectangle 10">
            <a:extLst>
              <a:ext uri="{FF2B5EF4-FFF2-40B4-BE49-F238E27FC236}">
                <a16:creationId xmlns:a16="http://schemas.microsoft.com/office/drawing/2014/main" id="{9A757D64-99BB-4F8E-851E-EFBFF8776A29}"/>
              </a:ext>
            </a:extLst>
          </p:cNvPr>
          <p:cNvSpPr/>
          <p:nvPr userDrawn="1"/>
        </p:nvSpPr>
        <p:spPr>
          <a:xfrm>
            <a:off x="11382763" y="6242058"/>
            <a:ext cx="562643" cy="401868"/>
          </a:xfrm>
          <a:prstGeom prst="rect">
            <a:avLst/>
          </a:prstGeom>
          <a:solidFill>
            <a:schemeClr val="bg1"/>
          </a:solidFill>
          <a:ln w="920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6F6D6A"/>
              </a:solidFill>
            </a:endParaRPr>
          </a:p>
        </p:txBody>
      </p:sp>
      <p:sp>
        <p:nvSpPr>
          <p:cNvPr id="12" name="Rectangle 11">
            <a:extLst>
              <a:ext uri="{FF2B5EF4-FFF2-40B4-BE49-F238E27FC236}">
                <a16:creationId xmlns:a16="http://schemas.microsoft.com/office/drawing/2014/main" id="{547BCACE-7D37-471D-AAB2-AF48E3B66834}"/>
              </a:ext>
            </a:extLst>
          </p:cNvPr>
          <p:cNvSpPr/>
          <p:nvPr userDrawn="1"/>
        </p:nvSpPr>
        <p:spPr>
          <a:xfrm>
            <a:off x="11382764" y="6242058"/>
            <a:ext cx="562643" cy="403741"/>
          </a:xfrm>
          <a:prstGeom prst="rect">
            <a:avLst/>
          </a:prstGeom>
          <a:noFill/>
          <a:ln w="28575">
            <a:solidFill>
              <a:srgbClr val="39393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lide Number Placeholder 5">
            <a:extLst>
              <a:ext uri="{FF2B5EF4-FFF2-40B4-BE49-F238E27FC236}">
                <a16:creationId xmlns:a16="http://schemas.microsoft.com/office/drawing/2014/main" id="{8995482A-6FE1-4768-9674-2C093AA553A9}"/>
              </a:ext>
            </a:extLst>
          </p:cNvPr>
          <p:cNvSpPr txBox="1">
            <a:spLocks/>
          </p:cNvSpPr>
          <p:nvPr userDrawn="1"/>
        </p:nvSpPr>
        <p:spPr>
          <a:xfrm>
            <a:off x="11382764" y="6253489"/>
            <a:ext cx="562643" cy="390437"/>
          </a:xfrm>
          <a:prstGeom prst="rect">
            <a:avLst/>
          </a:prstGeom>
          <a:ln>
            <a:solidFill>
              <a:srgbClr val="393937"/>
            </a:solidFill>
          </a:ln>
        </p:spPr>
        <p:txBody>
          <a:bodyPr anchor="ctr"/>
          <a:lstStyle>
            <a:defPPr>
              <a:defRPr lang="fr-FR"/>
            </a:defPPr>
            <a:lvl1pPr marL="0" algn="ctr" defTabSz="914354" rtl="0" eaLnBrk="1" latinLnBrk="0" hangingPunct="1">
              <a:defRPr sz="1400" kern="1200">
                <a:solidFill>
                  <a:srgbClr val="2F3A46"/>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fld id="{F68327C5-B821-4FE9-A59A-A60D9EB59A9A}" type="slidenum">
              <a:rPr lang="en-US" smtClean="0">
                <a:solidFill>
                  <a:srgbClr val="6F6D6A"/>
                </a:solidFill>
              </a:rPr>
              <a:pPr/>
              <a:t>‹#›</a:t>
            </a:fld>
            <a:endParaRPr lang="en-US" dirty="0">
              <a:solidFill>
                <a:srgbClr val="6F6D6A"/>
              </a:solidFill>
            </a:endParaRPr>
          </a:p>
        </p:txBody>
      </p:sp>
    </p:spTree>
    <p:extLst>
      <p:ext uri="{BB962C8B-B14F-4D97-AF65-F5344CB8AC3E}">
        <p14:creationId xmlns:p14="http://schemas.microsoft.com/office/powerpoint/2010/main" val="4842343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Relationship">
    <p:spTree>
      <p:nvGrpSpPr>
        <p:cNvPr id="1" name=""/>
        <p:cNvGrpSpPr/>
        <p:nvPr/>
      </p:nvGrpSpPr>
      <p:grpSpPr>
        <a:xfrm>
          <a:off x="0" y="0"/>
          <a:ext cx="0" cy="0"/>
          <a:chOff x="0" y="0"/>
          <a:chExt cx="0" cy="0"/>
        </a:xfrm>
      </p:grpSpPr>
      <p:sp>
        <p:nvSpPr>
          <p:cNvPr id="46" name="Title 1">
            <a:extLst>
              <a:ext uri="{FF2B5EF4-FFF2-40B4-BE49-F238E27FC236}">
                <a16:creationId xmlns:a16="http://schemas.microsoft.com/office/drawing/2014/main" id="{37F79259-3CFA-412B-A760-87433D22FA80}"/>
              </a:ext>
            </a:extLst>
          </p:cNvPr>
          <p:cNvSpPr>
            <a:spLocks noGrp="1"/>
          </p:cNvSpPr>
          <p:nvPr>
            <p:ph type="title"/>
          </p:nvPr>
        </p:nvSpPr>
        <p:spPr>
          <a:xfrm>
            <a:off x="2762250" y="44624"/>
            <a:ext cx="8591549" cy="1325563"/>
          </a:xfrm>
        </p:spPr>
        <p:txBody>
          <a:bodyPr/>
          <a:lstStyle>
            <a:lvl1pPr>
              <a:defRPr b="1"/>
            </a:lvl1pPr>
          </a:lstStyle>
          <a:p>
            <a:r>
              <a:rPr lang="en-US" dirty="0"/>
              <a:t>Click to edit Master title style</a:t>
            </a:r>
          </a:p>
        </p:txBody>
      </p:sp>
      <p:sp>
        <p:nvSpPr>
          <p:cNvPr id="47" name="TextBox 46">
            <a:extLst>
              <a:ext uri="{FF2B5EF4-FFF2-40B4-BE49-F238E27FC236}">
                <a16:creationId xmlns:a16="http://schemas.microsoft.com/office/drawing/2014/main" id="{43364271-5560-4A70-814E-EF963943F529}"/>
              </a:ext>
            </a:extLst>
          </p:cNvPr>
          <p:cNvSpPr txBox="1"/>
          <p:nvPr userDrawn="1"/>
        </p:nvSpPr>
        <p:spPr>
          <a:xfrm>
            <a:off x="0" y="356539"/>
            <a:ext cx="3254334" cy="701731"/>
          </a:xfrm>
          <a:prstGeom prst="rect">
            <a:avLst/>
          </a:prstGeom>
        </p:spPr>
        <p:txBody>
          <a:bodyPr vert="horz" lIns="91440" tIns="45720" rIns="91440" bIns="45720" rtlCol="0" anchor="ctr">
            <a:normAutofit fontScale="85000" lnSpcReduction="10000"/>
          </a:bodyPr>
          <a:lstStyle>
            <a:lvl1pPr>
              <a:lnSpc>
                <a:spcPct val="90000"/>
              </a:lnSpc>
              <a:spcBef>
                <a:spcPct val="0"/>
              </a:spcBef>
              <a:buNone/>
              <a:defRPr sz="4400">
                <a:latin typeface="+mj-lt"/>
                <a:ea typeface="+mj-ea"/>
                <a:cs typeface="+mj-cs"/>
              </a:defRPr>
            </a:lvl1pPr>
          </a:lstStyle>
          <a:p>
            <a:pPr lvl="0" algn="r"/>
            <a:r>
              <a:rPr lang="en-US" b="1" dirty="0">
                <a:solidFill>
                  <a:schemeClr val="bg1">
                    <a:lumMod val="75000"/>
                  </a:schemeClr>
                </a:solidFill>
              </a:rPr>
              <a:t>Relationship //</a:t>
            </a:r>
          </a:p>
        </p:txBody>
      </p:sp>
      <p:sp>
        <p:nvSpPr>
          <p:cNvPr id="50" name="Text Placeholder 22">
            <a:extLst>
              <a:ext uri="{FF2B5EF4-FFF2-40B4-BE49-F238E27FC236}">
                <a16:creationId xmlns:a16="http://schemas.microsoft.com/office/drawing/2014/main" id="{A8C071A2-05FD-4BDB-869B-52CD5C73EE42}"/>
              </a:ext>
            </a:extLst>
          </p:cNvPr>
          <p:cNvSpPr>
            <a:spLocks noGrp="1"/>
          </p:cNvSpPr>
          <p:nvPr>
            <p:ph type="body" sz="quarter" idx="13"/>
          </p:nvPr>
        </p:nvSpPr>
        <p:spPr>
          <a:xfrm>
            <a:off x="371475" y="1556792"/>
            <a:ext cx="1920240" cy="584775"/>
          </a:xfrm>
          <a:solidFill>
            <a:schemeClr val="tx1">
              <a:lumMod val="20000"/>
              <a:lumOff val="80000"/>
            </a:schemeClr>
          </a:solidFill>
          <a:effectLst>
            <a:outerShdw dist="38100" dir="2700000" algn="tl" rotWithShape="0">
              <a:schemeClr val="tx2">
                <a:alpha val="40000"/>
              </a:schemeClr>
            </a:outerShdw>
          </a:effectLst>
        </p:spPr>
        <p:style>
          <a:lnRef idx="0">
            <a:scrgbClr r="0" g="0" b="0"/>
          </a:lnRef>
          <a:fillRef idx="1003">
            <a:schemeClr val="lt1"/>
          </a:fillRef>
          <a:effectRef idx="0">
            <a:scrgbClr r="0" g="0" b="0"/>
          </a:effectRef>
          <a:fontRef idx="major"/>
        </p:style>
        <p:txBody>
          <a:bodyPr wrap="square">
            <a:spAutoFit/>
          </a:bodyPr>
          <a:lstStyle>
            <a:lvl1pPr marL="0" indent="0">
              <a:buNone/>
              <a:defRPr lang="en-US" sz="1600" smtClean="0">
                <a:latin typeface="+mj-lt"/>
                <a:ea typeface="+mj-ea"/>
                <a:cs typeface="+mj-cs"/>
              </a:defRPr>
            </a:lvl1pPr>
            <a:lvl2pPr>
              <a:defRPr lang="en-US" sz="1800" smtClean="0">
                <a:latin typeface="+mj-lt"/>
                <a:ea typeface="+mj-ea"/>
                <a:cs typeface="+mj-cs"/>
              </a:defRPr>
            </a:lvl2pPr>
            <a:lvl3pPr>
              <a:defRPr lang="en-US" sz="1800" smtClean="0">
                <a:latin typeface="+mj-lt"/>
                <a:ea typeface="+mj-ea"/>
                <a:cs typeface="+mj-cs"/>
              </a:defRPr>
            </a:lvl3pPr>
            <a:lvl4pPr>
              <a:defRPr lang="en-US" smtClean="0">
                <a:latin typeface="+mj-lt"/>
                <a:ea typeface="+mj-ea"/>
                <a:cs typeface="+mj-cs"/>
              </a:defRPr>
            </a:lvl4pPr>
            <a:lvl5pPr>
              <a:defRPr lang="en-US">
                <a:latin typeface="+mj-lt"/>
                <a:ea typeface="+mj-ea"/>
                <a:cs typeface="+mj-cs"/>
              </a:defRPr>
            </a:lvl5pPr>
          </a:lstStyle>
          <a:p>
            <a:pPr marL="0" lvl="0"/>
            <a:r>
              <a:rPr lang="en-US" dirty="0"/>
              <a:t>Click to edit Master text styles</a:t>
            </a:r>
          </a:p>
        </p:txBody>
      </p:sp>
      <p:sp>
        <p:nvSpPr>
          <p:cNvPr id="51" name="Footer Placeholder 3">
            <a:extLst>
              <a:ext uri="{FF2B5EF4-FFF2-40B4-BE49-F238E27FC236}">
                <a16:creationId xmlns:a16="http://schemas.microsoft.com/office/drawing/2014/main" id="{01AAD4BE-92CD-421C-B4E1-872E4E8D8A59}"/>
              </a:ext>
            </a:extLst>
          </p:cNvPr>
          <p:cNvSpPr>
            <a:spLocks noGrp="1"/>
          </p:cNvSpPr>
          <p:nvPr>
            <p:ph type="ftr" sz="quarter" idx="11"/>
          </p:nvPr>
        </p:nvSpPr>
        <p:spPr>
          <a:xfrm>
            <a:off x="371475" y="6280675"/>
            <a:ext cx="7672502" cy="365125"/>
          </a:xfrm>
        </p:spPr>
        <p:txBody>
          <a:bodyPr anchor="ctr"/>
          <a:lstStyle>
            <a:lvl1pPr algn="l">
              <a:defRPr sz="1400">
                <a:latin typeface="+mj-lt"/>
              </a:defRPr>
            </a:lvl1pPr>
          </a:lstStyle>
          <a:p>
            <a:r>
              <a:rPr lang="en-US" dirty="0"/>
              <a:t>PowerPoint SmartArt Graphics - The Complete Ready-to-use Collection </a:t>
            </a:r>
            <a:r>
              <a:rPr lang="en-US" i="1" dirty="0">
                <a:solidFill>
                  <a:schemeClr val="accent5"/>
                </a:solidFill>
              </a:rPr>
              <a:t>[2020 updated version]</a:t>
            </a:r>
          </a:p>
        </p:txBody>
      </p:sp>
      <p:sp>
        <p:nvSpPr>
          <p:cNvPr id="10" name="Arrow: Chevron 9">
            <a:extLst>
              <a:ext uri="{FF2B5EF4-FFF2-40B4-BE49-F238E27FC236}">
                <a16:creationId xmlns:a16="http://schemas.microsoft.com/office/drawing/2014/main" id="{9E8AA144-FFE6-4F39-8B7D-FAE6901831B9}"/>
              </a:ext>
            </a:extLst>
          </p:cNvPr>
          <p:cNvSpPr/>
          <p:nvPr userDrawn="1"/>
        </p:nvSpPr>
        <p:spPr>
          <a:xfrm>
            <a:off x="11078602" y="6031342"/>
            <a:ext cx="777240" cy="438997"/>
          </a:xfrm>
          <a:prstGeom prst="chevron">
            <a:avLst>
              <a:gd name="adj" fmla="val 44576"/>
            </a:avLst>
          </a:prstGeom>
          <a:solidFill>
            <a:srgbClr val="A1DDAA"/>
          </a:solidFill>
          <a:ln w="38100">
            <a:solidFill>
              <a:srgbClr val="2E8F4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11" name="Rectangle 10">
            <a:extLst>
              <a:ext uri="{FF2B5EF4-FFF2-40B4-BE49-F238E27FC236}">
                <a16:creationId xmlns:a16="http://schemas.microsoft.com/office/drawing/2014/main" id="{A9C83C75-C8CE-461F-BEE0-BDBAE98E3D16}"/>
              </a:ext>
            </a:extLst>
          </p:cNvPr>
          <p:cNvSpPr/>
          <p:nvPr userDrawn="1"/>
        </p:nvSpPr>
        <p:spPr>
          <a:xfrm>
            <a:off x="11382763" y="6242058"/>
            <a:ext cx="562643" cy="401868"/>
          </a:xfrm>
          <a:prstGeom prst="rect">
            <a:avLst/>
          </a:prstGeom>
          <a:solidFill>
            <a:schemeClr val="bg1"/>
          </a:solidFill>
          <a:ln w="920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6F6D6A"/>
              </a:solidFill>
            </a:endParaRPr>
          </a:p>
        </p:txBody>
      </p:sp>
      <p:sp>
        <p:nvSpPr>
          <p:cNvPr id="12" name="Rectangle 11">
            <a:extLst>
              <a:ext uri="{FF2B5EF4-FFF2-40B4-BE49-F238E27FC236}">
                <a16:creationId xmlns:a16="http://schemas.microsoft.com/office/drawing/2014/main" id="{3D473439-5CAD-4080-B3F1-A1930FA347A2}"/>
              </a:ext>
            </a:extLst>
          </p:cNvPr>
          <p:cNvSpPr/>
          <p:nvPr userDrawn="1"/>
        </p:nvSpPr>
        <p:spPr>
          <a:xfrm>
            <a:off x="11382764" y="6242058"/>
            <a:ext cx="562643" cy="403741"/>
          </a:xfrm>
          <a:prstGeom prst="rect">
            <a:avLst/>
          </a:prstGeom>
          <a:noFill/>
          <a:ln w="28575">
            <a:solidFill>
              <a:srgbClr val="39393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lide Number Placeholder 5">
            <a:extLst>
              <a:ext uri="{FF2B5EF4-FFF2-40B4-BE49-F238E27FC236}">
                <a16:creationId xmlns:a16="http://schemas.microsoft.com/office/drawing/2014/main" id="{5ACD4251-FEF8-4C07-82AE-FA3D0E285D57}"/>
              </a:ext>
            </a:extLst>
          </p:cNvPr>
          <p:cNvSpPr txBox="1">
            <a:spLocks/>
          </p:cNvSpPr>
          <p:nvPr userDrawn="1"/>
        </p:nvSpPr>
        <p:spPr>
          <a:xfrm>
            <a:off x="11382764" y="6253489"/>
            <a:ext cx="562643" cy="390437"/>
          </a:xfrm>
          <a:prstGeom prst="rect">
            <a:avLst/>
          </a:prstGeom>
          <a:ln>
            <a:solidFill>
              <a:srgbClr val="393937"/>
            </a:solidFill>
          </a:ln>
        </p:spPr>
        <p:txBody>
          <a:bodyPr anchor="ctr"/>
          <a:lstStyle>
            <a:defPPr>
              <a:defRPr lang="fr-FR"/>
            </a:defPPr>
            <a:lvl1pPr marL="0" algn="ctr" defTabSz="914354" rtl="0" eaLnBrk="1" latinLnBrk="0" hangingPunct="1">
              <a:defRPr sz="1400" kern="1200">
                <a:solidFill>
                  <a:srgbClr val="2F3A46"/>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fld id="{F68327C5-B821-4FE9-A59A-A60D9EB59A9A}" type="slidenum">
              <a:rPr lang="en-US" smtClean="0">
                <a:solidFill>
                  <a:srgbClr val="6F6D6A"/>
                </a:solidFill>
              </a:rPr>
              <a:pPr/>
              <a:t>‹#›</a:t>
            </a:fld>
            <a:endParaRPr lang="en-US" dirty="0">
              <a:solidFill>
                <a:srgbClr val="6F6D6A"/>
              </a:solidFill>
            </a:endParaRPr>
          </a:p>
        </p:txBody>
      </p:sp>
    </p:spTree>
    <p:extLst>
      <p:ext uri="{BB962C8B-B14F-4D97-AF65-F5344CB8AC3E}">
        <p14:creationId xmlns:p14="http://schemas.microsoft.com/office/powerpoint/2010/main" val="4436135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Matrix">
    <p:spTree>
      <p:nvGrpSpPr>
        <p:cNvPr id="1" name=""/>
        <p:cNvGrpSpPr/>
        <p:nvPr/>
      </p:nvGrpSpPr>
      <p:grpSpPr>
        <a:xfrm>
          <a:off x="0" y="0"/>
          <a:ext cx="0" cy="0"/>
          <a:chOff x="0" y="0"/>
          <a:chExt cx="0" cy="0"/>
        </a:xfrm>
      </p:grpSpPr>
      <p:sp>
        <p:nvSpPr>
          <p:cNvPr id="46" name="Title 1">
            <a:extLst>
              <a:ext uri="{FF2B5EF4-FFF2-40B4-BE49-F238E27FC236}">
                <a16:creationId xmlns:a16="http://schemas.microsoft.com/office/drawing/2014/main" id="{E42533C1-D707-4C5E-A767-B2D87F5617C3}"/>
              </a:ext>
            </a:extLst>
          </p:cNvPr>
          <p:cNvSpPr>
            <a:spLocks noGrp="1"/>
          </p:cNvSpPr>
          <p:nvPr>
            <p:ph type="title"/>
          </p:nvPr>
        </p:nvSpPr>
        <p:spPr>
          <a:xfrm>
            <a:off x="2762250" y="44624"/>
            <a:ext cx="8591549" cy="1325563"/>
          </a:xfrm>
        </p:spPr>
        <p:txBody>
          <a:bodyPr/>
          <a:lstStyle>
            <a:lvl1pPr>
              <a:defRPr b="1"/>
            </a:lvl1pPr>
          </a:lstStyle>
          <a:p>
            <a:r>
              <a:rPr lang="en-US" dirty="0"/>
              <a:t>Click to edit Master title style</a:t>
            </a:r>
          </a:p>
        </p:txBody>
      </p:sp>
      <p:sp>
        <p:nvSpPr>
          <p:cNvPr id="47" name="TextBox 46">
            <a:extLst>
              <a:ext uri="{FF2B5EF4-FFF2-40B4-BE49-F238E27FC236}">
                <a16:creationId xmlns:a16="http://schemas.microsoft.com/office/drawing/2014/main" id="{CD2BE1FB-F309-456B-9D19-B321D394FAD1}"/>
              </a:ext>
            </a:extLst>
          </p:cNvPr>
          <p:cNvSpPr txBox="1"/>
          <p:nvPr userDrawn="1"/>
        </p:nvSpPr>
        <p:spPr>
          <a:xfrm>
            <a:off x="0" y="356539"/>
            <a:ext cx="3254334" cy="701731"/>
          </a:xfrm>
          <a:prstGeom prst="rect">
            <a:avLst/>
          </a:prstGeom>
        </p:spPr>
        <p:txBody>
          <a:bodyPr vert="horz" lIns="91440" tIns="45720" rIns="91440" bIns="45720" rtlCol="0" anchor="ctr">
            <a:normAutofit/>
          </a:bodyPr>
          <a:lstStyle>
            <a:lvl1pPr>
              <a:lnSpc>
                <a:spcPct val="90000"/>
              </a:lnSpc>
              <a:spcBef>
                <a:spcPct val="0"/>
              </a:spcBef>
              <a:buNone/>
              <a:defRPr sz="4400">
                <a:latin typeface="+mj-lt"/>
                <a:ea typeface="+mj-ea"/>
                <a:cs typeface="+mj-cs"/>
              </a:defRPr>
            </a:lvl1pPr>
          </a:lstStyle>
          <a:p>
            <a:pPr lvl="0" algn="r"/>
            <a:r>
              <a:rPr lang="en-US" b="1" dirty="0">
                <a:solidFill>
                  <a:schemeClr val="bg1">
                    <a:lumMod val="75000"/>
                  </a:schemeClr>
                </a:solidFill>
              </a:rPr>
              <a:t>Matrix //</a:t>
            </a:r>
          </a:p>
        </p:txBody>
      </p:sp>
      <p:sp>
        <p:nvSpPr>
          <p:cNvPr id="50" name="Text Placeholder 22">
            <a:extLst>
              <a:ext uri="{FF2B5EF4-FFF2-40B4-BE49-F238E27FC236}">
                <a16:creationId xmlns:a16="http://schemas.microsoft.com/office/drawing/2014/main" id="{C7760613-6FEB-46A2-9590-BDF8DB2DE0C2}"/>
              </a:ext>
            </a:extLst>
          </p:cNvPr>
          <p:cNvSpPr>
            <a:spLocks noGrp="1"/>
          </p:cNvSpPr>
          <p:nvPr>
            <p:ph type="body" sz="quarter" idx="13"/>
          </p:nvPr>
        </p:nvSpPr>
        <p:spPr>
          <a:xfrm>
            <a:off x="371475" y="1556792"/>
            <a:ext cx="1920240" cy="584775"/>
          </a:xfrm>
          <a:solidFill>
            <a:schemeClr val="tx1">
              <a:lumMod val="20000"/>
              <a:lumOff val="80000"/>
            </a:schemeClr>
          </a:solidFill>
          <a:effectLst>
            <a:outerShdw dist="38100" dir="2700000" algn="tl" rotWithShape="0">
              <a:schemeClr val="tx2">
                <a:alpha val="40000"/>
              </a:schemeClr>
            </a:outerShdw>
          </a:effectLst>
        </p:spPr>
        <p:style>
          <a:lnRef idx="0">
            <a:scrgbClr r="0" g="0" b="0"/>
          </a:lnRef>
          <a:fillRef idx="1003">
            <a:schemeClr val="lt1"/>
          </a:fillRef>
          <a:effectRef idx="0">
            <a:scrgbClr r="0" g="0" b="0"/>
          </a:effectRef>
          <a:fontRef idx="major"/>
        </p:style>
        <p:txBody>
          <a:bodyPr wrap="square">
            <a:spAutoFit/>
          </a:bodyPr>
          <a:lstStyle>
            <a:lvl1pPr marL="0" indent="0">
              <a:buNone/>
              <a:defRPr lang="en-US" sz="1600" smtClean="0">
                <a:latin typeface="+mj-lt"/>
                <a:ea typeface="+mj-ea"/>
                <a:cs typeface="+mj-cs"/>
              </a:defRPr>
            </a:lvl1pPr>
            <a:lvl2pPr>
              <a:defRPr lang="en-US" sz="1800" smtClean="0">
                <a:latin typeface="+mj-lt"/>
                <a:ea typeface="+mj-ea"/>
                <a:cs typeface="+mj-cs"/>
              </a:defRPr>
            </a:lvl2pPr>
            <a:lvl3pPr>
              <a:defRPr lang="en-US" sz="1800" smtClean="0">
                <a:latin typeface="+mj-lt"/>
                <a:ea typeface="+mj-ea"/>
                <a:cs typeface="+mj-cs"/>
              </a:defRPr>
            </a:lvl3pPr>
            <a:lvl4pPr>
              <a:defRPr lang="en-US" smtClean="0">
                <a:latin typeface="+mj-lt"/>
                <a:ea typeface="+mj-ea"/>
                <a:cs typeface="+mj-cs"/>
              </a:defRPr>
            </a:lvl4pPr>
            <a:lvl5pPr>
              <a:defRPr lang="en-US">
                <a:latin typeface="+mj-lt"/>
                <a:ea typeface="+mj-ea"/>
                <a:cs typeface="+mj-cs"/>
              </a:defRPr>
            </a:lvl5pPr>
          </a:lstStyle>
          <a:p>
            <a:pPr marL="0" lvl="0"/>
            <a:r>
              <a:rPr lang="en-US" dirty="0"/>
              <a:t>Click to edit Master text styles</a:t>
            </a:r>
          </a:p>
        </p:txBody>
      </p:sp>
      <p:sp>
        <p:nvSpPr>
          <p:cNvPr id="51" name="Footer Placeholder 3">
            <a:extLst>
              <a:ext uri="{FF2B5EF4-FFF2-40B4-BE49-F238E27FC236}">
                <a16:creationId xmlns:a16="http://schemas.microsoft.com/office/drawing/2014/main" id="{D2EC76D2-218B-431A-9C75-D908E32EC6B1}"/>
              </a:ext>
            </a:extLst>
          </p:cNvPr>
          <p:cNvSpPr>
            <a:spLocks noGrp="1"/>
          </p:cNvSpPr>
          <p:nvPr>
            <p:ph type="ftr" sz="quarter" idx="11"/>
          </p:nvPr>
        </p:nvSpPr>
        <p:spPr>
          <a:xfrm>
            <a:off x="371475" y="6280675"/>
            <a:ext cx="7672502" cy="365125"/>
          </a:xfrm>
        </p:spPr>
        <p:txBody>
          <a:bodyPr anchor="ctr"/>
          <a:lstStyle>
            <a:lvl1pPr algn="l">
              <a:defRPr sz="1400">
                <a:latin typeface="+mj-lt"/>
              </a:defRPr>
            </a:lvl1pPr>
          </a:lstStyle>
          <a:p>
            <a:r>
              <a:rPr lang="en-US" dirty="0"/>
              <a:t>PowerPoint SmartArt Graphics - The Complete Ready-to-use Collection </a:t>
            </a:r>
            <a:r>
              <a:rPr lang="en-US" i="1" dirty="0">
                <a:solidFill>
                  <a:schemeClr val="accent5"/>
                </a:solidFill>
              </a:rPr>
              <a:t>[2020 updated version]</a:t>
            </a:r>
          </a:p>
        </p:txBody>
      </p:sp>
      <p:sp>
        <p:nvSpPr>
          <p:cNvPr id="10" name="Arrow: Chevron 9">
            <a:extLst>
              <a:ext uri="{FF2B5EF4-FFF2-40B4-BE49-F238E27FC236}">
                <a16:creationId xmlns:a16="http://schemas.microsoft.com/office/drawing/2014/main" id="{29413542-F3DC-4F76-93DA-738E9596C0E6}"/>
              </a:ext>
            </a:extLst>
          </p:cNvPr>
          <p:cNvSpPr/>
          <p:nvPr userDrawn="1"/>
        </p:nvSpPr>
        <p:spPr>
          <a:xfrm>
            <a:off x="11078602" y="6031342"/>
            <a:ext cx="777240" cy="438997"/>
          </a:xfrm>
          <a:prstGeom prst="chevron">
            <a:avLst>
              <a:gd name="adj" fmla="val 44576"/>
            </a:avLst>
          </a:prstGeom>
          <a:solidFill>
            <a:srgbClr val="A1DDAA"/>
          </a:solidFill>
          <a:ln w="38100">
            <a:solidFill>
              <a:srgbClr val="2E8F4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11" name="Rectangle 10">
            <a:extLst>
              <a:ext uri="{FF2B5EF4-FFF2-40B4-BE49-F238E27FC236}">
                <a16:creationId xmlns:a16="http://schemas.microsoft.com/office/drawing/2014/main" id="{D1B04AAA-D4D9-47B2-A99A-6683962C2A05}"/>
              </a:ext>
            </a:extLst>
          </p:cNvPr>
          <p:cNvSpPr/>
          <p:nvPr userDrawn="1"/>
        </p:nvSpPr>
        <p:spPr>
          <a:xfrm>
            <a:off x="11382763" y="6242058"/>
            <a:ext cx="562643" cy="401868"/>
          </a:xfrm>
          <a:prstGeom prst="rect">
            <a:avLst/>
          </a:prstGeom>
          <a:solidFill>
            <a:schemeClr val="bg1"/>
          </a:solidFill>
          <a:ln w="920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6F6D6A"/>
              </a:solidFill>
            </a:endParaRPr>
          </a:p>
        </p:txBody>
      </p:sp>
      <p:sp>
        <p:nvSpPr>
          <p:cNvPr id="12" name="Rectangle 11">
            <a:extLst>
              <a:ext uri="{FF2B5EF4-FFF2-40B4-BE49-F238E27FC236}">
                <a16:creationId xmlns:a16="http://schemas.microsoft.com/office/drawing/2014/main" id="{70630D65-F2AE-458E-B4EA-E20FEE40A0F2}"/>
              </a:ext>
            </a:extLst>
          </p:cNvPr>
          <p:cNvSpPr/>
          <p:nvPr userDrawn="1"/>
        </p:nvSpPr>
        <p:spPr>
          <a:xfrm>
            <a:off x="11382764" y="6242058"/>
            <a:ext cx="562643" cy="403741"/>
          </a:xfrm>
          <a:prstGeom prst="rect">
            <a:avLst/>
          </a:prstGeom>
          <a:noFill/>
          <a:ln w="28575">
            <a:solidFill>
              <a:srgbClr val="39393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lide Number Placeholder 5">
            <a:extLst>
              <a:ext uri="{FF2B5EF4-FFF2-40B4-BE49-F238E27FC236}">
                <a16:creationId xmlns:a16="http://schemas.microsoft.com/office/drawing/2014/main" id="{88EB1E26-6FA4-4D6E-A30E-57EA219E1A1B}"/>
              </a:ext>
            </a:extLst>
          </p:cNvPr>
          <p:cNvSpPr txBox="1">
            <a:spLocks/>
          </p:cNvSpPr>
          <p:nvPr userDrawn="1"/>
        </p:nvSpPr>
        <p:spPr>
          <a:xfrm>
            <a:off x="11382764" y="6253489"/>
            <a:ext cx="562643" cy="390437"/>
          </a:xfrm>
          <a:prstGeom prst="rect">
            <a:avLst/>
          </a:prstGeom>
          <a:ln>
            <a:solidFill>
              <a:srgbClr val="393937"/>
            </a:solidFill>
          </a:ln>
        </p:spPr>
        <p:txBody>
          <a:bodyPr anchor="ctr"/>
          <a:lstStyle>
            <a:defPPr>
              <a:defRPr lang="fr-FR"/>
            </a:defPPr>
            <a:lvl1pPr marL="0" algn="ctr" defTabSz="914354" rtl="0" eaLnBrk="1" latinLnBrk="0" hangingPunct="1">
              <a:defRPr sz="1400" kern="1200">
                <a:solidFill>
                  <a:srgbClr val="2F3A46"/>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fld id="{F68327C5-B821-4FE9-A59A-A60D9EB59A9A}" type="slidenum">
              <a:rPr lang="en-US" smtClean="0">
                <a:solidFill>
                  <a:srgbClr val="6F6D6A"/>
                </a:solidFill>
              </a:rPr>
              <a:pPr/>
              <a:t>‹#›</a:t>
            </a:fld>
            <a:endParaRPr lang="en-US" dirty="0">
              <a:solidFill>
                <a:srgbClr val="6F6D6A"/>
              </a:solidFill>
            </a:endParaRPr>
          </a:p>
        </p:txBody>
      </p:sp>
    </p:spTree>
    <p:extLst>
      <p:ext uri="{BB962C8B-B14F-4D97-AF65-F5344CB8AC3E}">
        <p14:creationId xmlns:p14="http://schemas.microsoft.com/office/powerpoint/2010/main" val="20594631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Pyramid">
    <p:spTree>
      <p:nvGrpSpPr>
        <p:cNvPr id="1" name=""/>
        <p:cNvGrpSpPr/>
        <p:nvPr/>
      </p:nvGrpSpPr>
      <p:grpSpPr>
        <a:xfrm>
          <a:off x="0" y="0"/>
          <a:ext cx="0" cy="0"/>
          <a:chOff x="0" y="0"/>
          <a:chExt cx="0" cy="0"/>
        </a:xfrm>
      </p:grpSpPr>
      <p:sp>
        <p:nvSpPr>
          <p:cNvPr id="46" name="Title 1">
            <a:extLst>
              <a:ext uri="{FF2B5EF4-FFF2-40B4-BE49-F238E27FC236}">
                <a16:creationId xmlns:a16="http://schemas.microsoft.com/office/drawing/2014/main" id="{8F5A4282-096B-494B-B4F6-F9634BA1C5F2}"/>
              </a:ext>
            </a:extLst>
          </p:cNvPr>
          <p:cNvSpPr>
            <a:spLocks noGrp="1"/>
          </p:cNvSpPr>
          <p:nvPr>
            <p:ph type="title"/>
          </p:nvPr>
        </p:nvSpPr>
        <p:spPr>
          <a:xfrm>
            <a:off x="2762250" y="44624"/>
            <a:ext cx="8591549" cy="1325563"/>
          </a:xfrm>
        </p:spPr>
        <p:txBody>
          <a:bodyPr/>
          <a:lstStyle>
            <a:lvl1pPr>
              <a:defRPr b="1"/>
            </a:lvl1pPr>
          </a:lstStyle>
          <a:p>
            <a:r>
              <a:rPr lang="en-US" dirty="0"/>
              <a:t>Click to edit Master title style</a:t>
            </a:r>
          </a:p>
        </p:txBody>
      </p:sp>
      <p:sp>
        <p:nvSpPr>
          <p:cNvPr id="47" name="TextBox 46">
            <a:extLst>
              <a:ext uri="{FF2B5EF4-FFF2-40B4-BE49-F238E27FC236}">
                <a16:creationId xmlns:a16="http://schemas.microsoft.com/office/drawing/2014/main" id="{0BBE6865-57E3-477D-8E0C-023D3607BFD7}"/>
              </a:ext>
            </a:extLst>
          </p:cNvPr>
          <p:cNvSpPr txBox="1"/>
          <p:nvPr userDrawn="1"/>
        </p:nvSpPr>
        <p:spPr>
          <a:xfrm>
            <a:off x="0" y="356539"/>
            <a:ext cx="3254334" cy="701731"/>
          </a:xfrm>
          <a:prstGeom prst="rect">
            <a:avLst/>
          </a:prstGeom>
        </p:spPr>
        <p:txBody>
          <a:bodyPr vert="horz" lIns="91440" tIns="45720" rIns="91440" bIns="45720" rtlCol="0" anchor="ctr">
            <a:normAutofit/>
          </a:bodyPr>
          <a:lstStyle>
            <a:lvl1pPr>
              <a:lnSpc>
                <a:spcPct val="90000"/>
              </a:lnSpc>
              <a:spcBef>
                <a:spcPct val="0"/>
              </a:spcBef>
              <a:buNone/>
              <a:defRPr sz="4400">
                <a:latin typeface="+mj-lt"/>
                <a:ea typeface="+mj-ea"/>
                <a:cs typeface="+mj-cs"/>
              </a:defRPr>
            </a:lvl1pPr>
          </a:lstStyle>
          <a:p>
            <a:pPr lvl="0" algn="r"/>
            <a:r>
              <a:rPr lang="en-US" b="1" dirty="0">
                <a:solidFill>
                  <a:schemeClr val="bg1">
                    <a:lumMod val="75000"/>
                  </a:schemeClr>
                </a:solidFill>
              </a:rPr>
              <a:t>Pyramid //</a:t>
            </a:r>
          </a:p>
        </p:txBody>
      </p:sp>
      <p:sp>
        <p:nvSpPr>
          <p:cNvPr id="50" name="Text Placeholder 22">
            <a:extLst>
              <a:ext uri="{FF2B5EF4-FFF2-40B4-BE49-F238E27FC236}">
                <a16:creationId xmlns:a16="http://schemas.microsoft.com/office/drawing/2014/main" id="{709504E3-68BF-40AA-8C1A-DA3A63358B17}"/>
              </a:ext>
            </a:extLst>
          </p:cNvPr>
          <p:cNvSpPr>
            <a:spLocks noGrp="1"/>
          </p:cNvSpPr>
          <p:nvPr>
            <p:ph type="body" sz="quarter" idx="13"/>
          </p:nvPr>
        </p:nvSpPr>
        <p:spPr>
          <a:xfrm>
            <a:off x="371475" y="1556792"/>
            <a:ext cx="1920240" cy="584775"/>
          </a:xfrm>
          <a:solidFill>
            <a:schemeClr val="tx1">
              <a:lumMod val="20000"/>
              <a:lumOff val="80000"/>
            </a:schemeClr>
          </a:solidFill>
          <a:effectLst>
            <a:outerShdw dist="38100" dir="2700000" algn="tl" rotWithShape="0">
              <a:schemeClr val="tx2">
                <a:alpha val="40000"/>
              </a:schemeClr>
            </a:outerShdw>
          </a:effectLst>
        </p:spPr>
        <p:style>
          <a:lnRef idx="0">
            <a:scrgbClr r="0" g="0" b="0"/>
          </a:lnRef>
          <a:fillRef idx="1003">
            <a:schemeClr val="lt1"/>
          </a:fillRef>
          <a:effectRef idx="0">
            <a:scrgbClr r="0" g="0" b="0"/>
          </a:effectRef>
          <a:fontRef idx="major"/>
        </p:style>
        <p:txBody>
          <a:bodyPr wrap="square">
            <a:spAutoFit/>
          </a:bodyPr>
          <a:lstStyle>
            <a:lvl1pPr marL="0" indent="0">
              <a:buNone/>
              <a:defRPr lang="en-US" sz="1600" smtClean="0">
                <a:latin typeface="+mj-lt"/>
                <a:ea typeface="+mj-ea"/>
                <a:cs typeface="+mj-cs"/>
              </a:defRPr>
            </a:lvl1pPr>
            <a:lvl2pPr>
              <a:defRPr lang="en-US" sz="1800" smtClean="0">
                <a:latin typeface="+mj-lt"/>
                <a:ea typeface="+mj-ea"/>
                <a:cs typeface="+mj-cs"/>
              </a:defRPr>
            </a:lvl2pPr>
            <a:lvl3pPr>
              <a:defRPr lang="en-US" sz="1800" smtClean="0">
                <a:latin typeface="+mj-lt"/>
                <a:ea typeface="+mj-ea"/>
                <a:cs typeface="+mj-cs"/>
              </a:defRPr>
            </a:lvl3pPr>
            <a:lvl4pPr>
              <a:defRPr lang="en-US" smtClean="0">
                <a:latin typeface="+mj-lt"/>
                <a:ea typeface="+mj-ea"/>
                <a:cs typeface="+mj-cs"/>
              </a:defRPr>
            </a:lvl4pPr>
            <a:lvl5pPr>
              <a:defRPr lang="en-US">
                <a:latin typeface="+mj-lt"/>
                <a:ea typeface="+mj-ea"/>
                <a:cs typeface="+mj-cs"/>
              </a:defRPr>
            </a:lvl5pPr>
          </a:lstStyle>
          <a:p>
            <a:pPr marL="0" lvl="0"/>
            <a:r>
              <a:rPr lang="en-US" dirty="0"/>
              <a:t>Click to edit Master text styles</a:t>
            </a:r>
          </a:p>
        </p:txBody>
      </p:sp>
      <p:sp>
        <p:nvSpPr>
          <p:cNvPr id="51" name="Footer Placeholder 3">
            <a:extLst>
              <a:ext uri="{FF2B5EF4-FFF2-40B4-BE49-F238E27FC236}">
                <a16:creationId xmlns:a16="http://schemas.microsoft.com/office/drawing/2014/main" id="{C960D569-5A6C-476A-A727-54E0AB8B4A8D}"/>
              </a:ext>
            </a:extLst>
          </p:cNvPr>
          <p:cNvSpPr>
            <a:spLocks noGrp="1"/>
          </p:cNvSpPr>
          <p:nvPr>
            <p:ph type="ftr" sz="quarter" idx="11"/>
          </p:nvPr>
        </p:nvSpPr>
        <p:spPr>
          <a:xfrm>
            <a:off x="371475" y="6280675"/>
            <a:ext cx="7672502" cy="365125"/>
          </a:xfrm>
        </p:spPr>
        <p:txBody>
          <a:bodyPr anchor="ctr"/>
          <a:lstStyle>
            <a:lvl1pPr algn="l">
              <a:defRPr sz="1400">
                <a:latin typeface="+mj-lt"/>
              </a:defRPr>
            </a:lvl1pPr>
          </a:lstStyle>
          <a:p>
            <a:r>
              <a:rPr lang="en-US" dirty="0"/>
              <a:t>PowerPoint SmartArt Graphics - The Complete Ready-to-use Collection </a:t>
            </a:r>
            <a:r>
              <a:rPr lang="en-US" i="1" dirty="0">
                <a:solidFill>
                  <a:schemeClr val="accent5"/>
                </a:solidFill>
              </a:rPr>
              <a:t>[2020 updated version]</a:t>
            </a:r>
          </a:p>
        </p:txBody>
      </p:sp>
      <p:sp>
        <p:nvSpPr>
          <p:cNvPr id="10" name="Arrow: Chevron 9">
            <a:extLst>
              <a:ext uri="{FF2B5EF4-FFF2-40B4-BE49-F238E27FC236}">
                <a16:creationId xmlns:a16="http://schemas.microsoft.com/office/drawing/2014/main" id="{0B62B99F-6284-4BF5-9040-FA7DA4C307EB}"/>
              </a:ext>
            </a:extLst>
          </p:cNvPr>
          <p:cNvSpPr/>
          <p:nvPr userDrawn="1"/>
        </p:nvSpPr>
        <p:spPr>
          <a:xfrm>
            <a:off x="11078602" y="6031342"/>
            <a:ext cx="777240" cy="438997"/>
          </a:xfrm>
          <a:prstGeom prst="chevron">
            <a:avLst>
              <a:gd name="adj" fmla="val 44576"/>
            </a:avLst>
          </a:prstGeom>
          <a:solidFill>
            <a:srgbClr val="A1DDAA"/>
          </a:solidFill>
          <a:ln w="38100">
            <a:solidFill>
              <a:srgbClr val="2E8F4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11" name="Rectangle 10">
            <a:extLst>
              <a:ext uri="{FF2B5EF4-FFF2-40B4-BE49-F238E27FC236}">
                <a16:creationId xmlns:a16="http://schemas.microsoft.com/office/drawing/2014/main" id="{AD34B8D0-5BCD-4792-BBDC-42984DF9E7D1}"/>
              </a:ext>
            </a:extLst>
          </p:cNvPr>
          <p:cNvSpPr/>
          <p:nvPr userDrawn="1"/>
        </p:nvSpPr>
        <p:spPr>
          <a:xfrm>
            <a:off x="11382763" y="6242058"/>
            <a:ext cx="562643" cy="401868"/>
          </a:xfrm>
          <a:prstGeom prst="rect">
            <a:avLst/>
          </a:prstGeom>
          <a:solidFill>
            <a:schemeClr val="bg1"/>
          </a:solidFill>
          <a:ln w="920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6F6D6A"/>
              </a:solidFill>
            </a:endParaRPr>
          </a:p>
        </p:txBody>
      </p:sp>
      <p:sp>
        <p:nvSpPr>
          <p:cNvPr id="12" name="Rectangle 11">
            <a:extLst>
              <a:ext uri="{FF2B5EF4-FFF2-40B4-BE49-F238E27FC236}">
                <a16:creationId xmlns:a16="http://schemas.microsoft.com/office/drawing/2014/main" id="{DC364D59-794E-4218-87CA-8902D2A4CE3E}"/>
              </a:ext>
            </a:extLst>
          </p:cNvPr>
          <p:cNvSpPr/>
          <p:nvPr userDrawn="1"/>
        </p:nvSpPr>
        <p:spPr>
          <a:xfrm>
            <a:off x="11382764" y="6242058"/>
            <a:ext cx="562643" cy="403741"/>
          </a:xfrm>
          <a:prstGeom prst="rect">
            <a:avLst/>
          </a:prstGeom>
          <a:noFill/>
          <a:ln w="28575">
            <a:solidFill>
              <a:srgbClr val="39393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lide Number Placeholder 5">
            <a:extLst>
              <a:ext uri="{FF2B5EF4-FFF2-40B4-BE49-F238E27FC236}">
                <a16:creationId xmlns:a16="http://schemas.microsoft.com/office/drawing/2014/main" id="{AC3D87D3-2AD2-4466-A7D0-5A1948359DAB}"/>
              </a:ext>
            </a:extLst>
          </p:cNvPr>
          <p:cNvSpPr txBox="1">
            <a:spLocks/>
          </p:cNvSpPr>
          <p:nvPr userDrawn="1"/>
        </p:nvSpPr>
        <p:spPr>
          <a:xfrm>
            <a:off x="11382764" y="6253489"/>
            <a:ext cx="562643" cy="390437"/>
          </a:xfrm>
          <a:prstGeom prst="rect">
            <a:avLst/>
          </a:prstGeom>
          <a:ln>
            <a:solidFill>
              <a:srgbClr val="393937"/>
            </a:solidFill>
          </a:ln>
        </p:spPr>
        <p:txBody>
          <a:bodyPr anchor="ctr"/>
          <a:lstStyle>
            <a:defPPr>
              <a:defRPr lang="fr-FR"/>
            </a:defPPr>
            <a:lvl1pPr marL="0" algn="ctr" defTabSz="914354" rtl="0" eaLnBrk="1" latinLnBrk="0" hangingPunct="1">
              <a:defRPr sz="1400" kern="1200">
                <a:solidFill>
                  <a:srgbClr val="2F3A46"/>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fld id="{F68327C5-B821-4FE9-A59A-A60D9EB59A9A}" type="slidenum">
              <a:rPr lang="en-US" smtClean="0">
                <a:solidFill>
                  <a:srgbClr val="6F6D6A"/>
                </a:solidFill>
              </a:rPr>
              <a:pPr/>
              <a:t>‹#›</a:t>
            </a:fld>
            <a:endParaRPr lang="en-US" dirty="0">
              <a:solidFill>
                <a:srgbClr val="6F6D6A"/>
              </a:solidFill>
            </a:endParaRPr>
          </a:p>
        </p:txBody>
      </p:sp>
    </p:spTree>
    <p:extLst>
      <p:ext uri="{BB962C8B-B14F-4D97-AF65-F5344CB8AC3E}">
        <p14:creationId xmlns:p14="http://schemas.microsoft.com/office/powerpoint/2010/main" val="30745920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Picture">
    <p:spTree>
      <p:nvGrpSpPr>
        <p:cNvPr id="1" name=""/>
        <p:cNvGrpSpPr/>
        <p:nvPr/>
      </p:nvGrpSpPr>
      <p:grpSpPr>
        <a:xfrm>
          <a:off x="0" y="0"/>
          <a:ext cx="0" cy="0"/>
          <a:chOff x="0" y="0"/>
          <a:chExt cx="0" cy="0"/>
        </a:xfrm>
      </p:grpSpPr>
      <p:sp>
        <p:nvSpPr>
          <p:cNvPr id="24" name="Title 1">
            <a:extLst>
              <a:ext uri="{FF2B5EF4-FFF2-40B4-BE49-F238E27FC236}">
                <a16:creationId xmlns:a16="http://schemas.microsoft.com/office/drawing/2014/main" id="{D1269796-C77E-4684-8C0A-65DBE9835D19}"/>
              </a:ext>
            </a:extLst>
          </p:cNvPr>
          <p:cNvSpPr>
            <a:spLocks noGrp="1"/>
          </p:cNvSpPr>
          <p:nvPr>
            <p:ph type="title"/>
          </p:nvPr>
        </p:nvSpPr>
        <p:spPr>
          <a:xfrm>
            <a:off x="2762250" y="44624"/>
            <a:ext cx="8591549" cy="1325563"/>
          </a:xfrm>
        </p:spPr>
        <p:txBody>
          <a:bodyPr/>
          <a:lstStyle>
            <a:lvl1pPr>
              <a:defRPr b="1"/>
            </a:lvl1pPr>
          </a:lstStyle>
          <a:p>
            <a:r>
              <a:rPr lang="en-US" dirty="0"/>
              <a:t>Click to edit Master title style</a:t>
            </a:r>
          </a:p>
        </p:txBody>
      </p:sp>
      <p:sp>
        <p:nvSpPr>
          <p:cNvPr id="43" name="TextBox 42">
            <a:extLst>
              <a:ext uri="{FF2B5EF4-FFF2-40B4-BE49-F238E27FC236}">
                <a16:creationId xmlns:a16="http://schemas.microsoft.com/office/drawing/2014/main" id="{8399FFBE-CB6B-49CC-8A94-AB94E8D5D73F}"/>
              </a:ext>
            </a:extLst>
          </p:cNvPr>
          <p:cNvSpPr txBox="1"/>
          <p:nvPr userDrawn="1"/>
        </p:nvSpPr>
        <p:spPr>
          <a:xfrm>
            <a:off x="0" y="356539"/>
            <a:ext cx="3254334" cy="701731"/>
          </a:xfrm>
          <a:prstGeom prst="rect">
            <a:avLst/>
          </a:prstGeom>
        </p:spPr>
        <p:txBody>
          <a:bodyPr vert="horz" lIns="91440" tIns="45720" rIns="91440" bIns="45720" rtlCol="0" anchor="ctr">
            <a:normAutofit/>
          </a:bodyPr>
          <a:lstStyle>
            <a:lvl1pPr>
              <a:lnSpc>
                <a:spcPct val="90000"/>
              </a:lnSpc>
              <a:spcBef>
                <a:spcPct val="0"/>
              </a:spcBef>
              <a:buNone/>
              <a:defRPr sz="4400">
                <a:latin typeface="+mj-lt"/>
                <a:ea typeface="+mj-ea"/>
                <a:cs typeface="+mj-cs"/>
              </a:defRPr>
            </a:lvl1pPr>
          </a:lstStyle>
          <a:p>
            <a:pPr lvl="0" algn="r"/>
            <a:r>
              <a:rPr lang="en-US" b="1" dirty="0">
                <a:solidFill>
                  <a:schemeClr val="bg1">
                    <a:lumMod val="75000"/>
                  </a:schemeClr>
                </a:solidFill>
              </a:rPr>
              <a:t>Picture //</a:t>
            </a:r>
          </a:p>
        </p:txBody>
      </p:sp>
      <p:sp>
        <p:nvSpPr>
          <p:cNvPr id="46" name="Text Placeholder 22">
            <a:extLst>
              <a:ext uri="{FF2B5EF4-FFF2-40B4-BE49-F238E27FC236}">
                <a16:creationId xmlns:a16="http://schemas.microsoft.com/office/drawing/2014/main" id="{B3137F2E-294E-4FB1-8277-5796D83DE6E3}"/>
              </a:ext>
            </a:extLst>
          </p:cNvPr>
          <p:cNvSpPr>
            <a:spLocks noGrp="1"/>
          </p:cNvSpPr>
          <p:nvPr>
            <p:ph type="body" sz="quarter" idx="13"/>
          </p:nvPr>
        </p:nvSpPr>
        <p:spPr>
          <a:xfrm>
            <a:off x="371475" y="1556792"/>
            <a:ext cx="1920240" cy="584775"/>
          </a:xfrm>
          <a:solidFill>
            <a:schemeClr val="tx1">
              <a:lumMod val="20000"/>
              <a:lumOff val="80000"/>
            </a:schemeClr>
          </a:solidFill>
          <a:effectLst>
            <a:outerShdw dist="38100" dir="2700000" algn="tl" rotWithShape="0">
              <a:schemeClr val="tx2">
                <a:alpha val="40000"/>
              </a:schemeClr>
            </a:outerShdw>
          </a:effectLst>
        </p:spPr>
        <p:style>
          <a:lnRef idx="0">
            <a:scrgbClr r="0" g="0" b="0"/>
          </a:lnRef>
          <a:fillRef idx="1003">
            <a:schemeClr val="lt1"/>
          </a:fillRef>
          <a:effectRef idx="0">
            <a:scrgbClr r="0" g="0" b="0"/>
          </a:effectRef>
          <a:fontRef idx="major"/>
        </p:style>
        <p:txBody>
          <a:bodyPr wrap="square">
            <a:spAutoFit/>
          </a:bodyPr>
          <a:lstStyle>
            <a:lvl1pPr marL="0" indent="0">
              <a:buNone/>
              <a:defRPr lang="en-US" sz="1600" smtClean="0">
                <a:latin typeface="+mj-lt"/>
                <a:ea typeface="+mj-ea"/>
                <a:cs typeface="+mj-cs"/>
              </a:defRPr>
            </a:lvl1pPr>
            <a:lvl2pPr>
              <a:defRPr lang="en-US" sz="1800" smtClean="0">
                <a:latin typeface="+mj-lt"/>
                <a:ea typeface="+mj-ea"/>
                <a:cs typeface="+mj-cs"/>
              </a:defRPr>
            </a:lvl2pPr>
            <a:lvl3pPr>
              <a:defRPr lang="en-US" sz="1800" smtClean="0">
                <a:latin typeface="+mj-lt"/>
                <a:ea typeface="+mj-ea"/>
                <a:cs typeface="+mj-cs"/>
              </a:defRPr>
            </a:lvl3pPr>
            <a:lvl4pPr>
              <a:defRPr lang="en-US" smtClean="0">
                <a:latin typeface="+mj-lt"/>
                <a:ea typeface="+mj-ea"/>
                <a:cs typeface="+mj-cs"/>
              </a:defRPr>
            </a:lvl4pPr>
            <a:lvl5pPr>
              <a:defRPr lang="en-US">
                <a:latin typeface="+mj-lt"/>
                <a:ea typeface="+mj-ea"/>
                <a:cs typeface="+mj-cs"/>
              </a:defRPr>
            </a:lvl5pPr>
          </a:lstStyle>
          <a:p>
            <a:pPr marL="0" lvl="0"/>
            <a:r>
              <a:rPr lang="en-US" dirty="0"/>
              <a:t>Click to edit Master text styles</a:t>
            </a:r>
          </a:p>
        </p:txBody>
      </p:sp>
      <p:sp>
        <p:nvSpPr>
          <p:cNvPr id="47" name="Footer Placeholder 3">
            <a:extLst>
              <a:ext uri="{FF2B5EF4-FFF2-40B4-BE49-F238E27FC236}">
                <a16:creationId xmlns:a16="http://schemas.microsoft.com/office/drawing/2014/main" id="{C8CF22D8-928A-41E3-A26E-14BE22B1D68B}"/>
              </a:ext>
            </a:extLst>
          </p:cNvPr>
          <p:cNvSpPr>
            <a:spLocks noGrp="1"/>
          </p:cNvSpPr>
          <p:nvPr>
            <p:ph type="ftr" sz="quarter" idx="11"/>
          </p:nvPr>
        </p:nvSpPr>
        <p:spPr>
          <a:xfrm>
            <a:off x="371475" y="6280675"/>
            <a:ext cx="7672502" cy="365125"/>
          </a:xfrm>
        </p:spPr>
        <p:txBody>
          <a:bodyPr anchor="ctr"/>
          <a:lstStyle>
            <a:lvl1pPr algn="l">
              <a:defRPr sz="1400">
                <a:latin typeface="+mj-lt"/>
              </a:defRPr>
            </a:lvl1pPr>
          </a:lstStyle>
          <a:p>
            <a:r>
              <a:rPr lang="en-US" dirty="0"/>
              <a:t>PowerPoint SmartArt Graphics - The Complete Ready-to-use Collection </a:t>
            </a:r>
            <a:r>
              <a:rPr lang="en-US" i="1" dirty="0">
                <a:solidFill>
                  <a:schemeClr val="accent5"/>
                </a:solidFill>
              </a:rPr>
              <a:t>[2020 updated version]</a:t>
            </a:r>
          </a:p>
        </p:txBody>
      </p:sp>
      <p:sp>
        <p:nvSpPr>
          <p:cNvPr id="51" name="Arrow: Chevron 50">
            <a:extLst>
              <a:ext uri="{FF2B5EF4-FFF2-40B4-BE49-F238E27FC236}">
                <a16:creationId xmlns:a16="http://schemas.microsoft.com/office/drawing/2014/main" id="{437FDF79-6E1C-45E8-8D5E-E1A4B0503B9F}"/>
              </a:ext>
            </a:extLst>
          </p:cNvPr>
          <p:cNvSpPr/>
          <p:nvPr userDrawn="1"/>
        </p:nvSpPr>
        <p:spPr>
          <a:xfrm>
            <a:off x="11078602" y="6031342"/>
            <a:ext cx="777240" cy="438997"/>
          </a:xfrm>
          <a:prstGeom prst="chevron">
            <a:avLst>
              <a:gd name="adj" fmla="val 44576"/>
            </a:avLst>
          </a:prstGeom>
          <a:solidFill>
            <a:srgbClr val="A1DDAA"/>
          </a:solidFill>
          <a:ln w="38100">
            <a:solidFill>
              <a:srgbClr val="2E8F4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52" name="Rectangle 51">
            <a:extLst>
              <a:ext uri="{FF2B5EF4-FFF2-40B4-BE49-F238E27FC236}">
                <a16:creationId xmlns:a16="http://schemas.microsoft.com/office/drawing/2014/main" id="{9439D225-E4DF-4B49-9F9D-1E729DD18FF4}"/>
              </a:ext>
            </a:extLst>
          </p:cNvPr>
          <p:cNvSpPr/>
          <p:nvPr userDrawn="1"/>
        </p:nvSpPr>
        <p:spPr>
          <a:xfrm>
            <a:off x="11382763" y="6242058"/>
            <a:ext cx="562643" cy="401868"/>
          </a:xfrm>
          <a:prstGeom prst="rect">
            <a:avLst/>
          </a:prstGeom>
          <a:solidFill>
            <a:schemeClr val="bg1"/>
          </a:solidFill>
          <a:ln w="920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6F6D6A"/>
              </a:solidFill>
            </a:endParaRPr>
          </a:p>
        </p:txBody>
      </p:sp>
      <p:sp>
        <p:nvSpPr>
          <p:cNvPr id="53" name="Rectangle 52">
            <a:extLst>
              <a:ext uri="{FF2B5EF4-FFF2-40B4-BE49-F238E27FC236}">
                <a16:creationId xmlns:a16="http://schemas.microsoft.com/office/drawing/2014/main" id="{5B9973FE-A81A-4ADD-AF70-50704F127DD0}"/>
              </a:ext>
            </a:extLst>
          </p:cNvPr>
          <p:cNvSpPr/>
          <p:nvPr userDrawn="1"/>
        </p:nvSpPr>
        <p:spPr>
          <a:xfrm>
            <a:off x="11382764" y="6242058"/>
            <a:ext cx="562643" cy="403741"/>
          </a:xfrm>
          <a:prstGeom prst="rect">
            <a:avLst/>
          </a:prstGeom>
          <a:noFill/>
          <a:ln w="28575">
            <a:solidFill>
              <a:srgbClr val="39393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Slide Number Placeholder 5">
            <a:extLst>
              <a:ext uri="{FF2B5EF4-FFF2-40B4-BE49-F238E27FC236}">
                <a16:creationId xmlns:a16="http://schemas.microsoft.com/office/drawing/2014/main" id="{920DE6FD-AF61-4192-9171-A314F70DB3A7}"/>
              </a:ext>
            </a:extLst>
          </p:cNvPr>
          <p:cNvSpPr txBox="1">
            <a:spLocks/>
          </p:cNvSpPr>
          <p:nvPr userDrawn="1"/>
        </p:nvSpPr>
        <p:spPr>
          <a:xfrm>
            <a:off x="11382764" y="6253489"/>
            <a:ext cx="562643" cy="390437"/>
          </a:xfrm>
          <a:prstGeom prst="rect">
            <a:avLst/>
          </a:prstGeom>
          <a:ln>
            <a:solidFill>
              <a:srgbClr val="393937"/>
            </a:solidFill>
          </a:ln>
        </p:spPr>
        <p:txBody>
          <a:bodyPr anchor="ctr"/>
          <a:lstStyle>
            <a:defPPr>
              <a:defRPr lang="fr-FR"/>
            </a:defPPr>
            <a:lvl1pPr marL="0" algn="ctr" defTabSz="914354" rtl="0" eaLnBrk="1" latinLnBrk="0" hangingPunct="1">
              <a:defRPr sz="1400" kern="1200">
                <a:solidFill>
                  <a:srgbClr val="2F3A46"/>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fld id="{F68327C5-B821-4FE9-A59A-A60D9EB59A9A}" type="slidenum">
              <a:rPr lang="en-US" smtClean="0">
                <a:solidFill>
                  <a:srgbClr val="6F6D6A"/>
                </a:solidFill>
              </a:rPr>
              <a:pPr/>
              <a:t>‹#›</a:t>
            </a:fld>
            <a:endParaRPr lang="en-US" dirty="0">
              <a:solidFill>
                <a:srgbClr val="6F6D6A"/>
              </a:solidFill>
            </a:endParaRPr>
          </a:p>
        </p:txBody>
      </p:sp>
    </p:spTree>
    <p:extLst>
      <p:ext uri="{BB962C8B-B14F-4D97-AF65-F5344CB8AC3E}">
        <p14:creationId xmlns:p14="http://schemas.microsoft.com/office/powerpoint/2010/main" val="34289531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Misc">
    <p:spTree>
      <p:nvGrpSpPr>
        <p:cNvPr id="1" name=""/>
        <p:cNvGrpSpPr/>
        <p:nvPr/>
      </p:nvGrpSpPr>
      <p:grpSpPr>
        <a:xfrm>
          <a:off x="0" y="0"/>
          <a:ext cx="0" cy="0"/>
          <a:chOff x="0" y="0"/>
          <a:chExt cx="0" cy="0"/>
        </a:xfrm>
      </p:grpSpPr>
      <p:sp>
        <p:nvSpPr>
          <p:cNvPr id="24" name="Title 1">
            <a:extLst>
              <a:ext uri="{FF2B5EF4-FFF2-40B4-BE49-F238E27FC236}">
                <a16:creationId xmlns:a16="http://schemas.microsoft.com/office/drawing/2014/main" id="{D1269796-C77E-4684-8C0A-65DBE9835D19}"/>
              </a:ext>
            </a:extLst>
          </p:cNvPr>
          <p:cNvSpPr>
            <a:spLocks noGrp="1"/>
          </p:cNvSpPr>
          <p:nvPr>
            <p:ph type="title"/>
          </p:nvPr>
        </p:nvSpPr>
        <p:spPr>
          <a:xfrm>
            <a:off x="2762250" y="44624"/>
            <a:ext cx="8591549" cy="1325563"/>
          </a:xfrm>
        </p:spPr>
        <p:txBody>
          <a:bodyPr/>
          <a:lstStyle>
            <a:lvl1pPr>
              <a:defRPr b="1"/>
            </a:lvl1pPr>
          </a:lstStyle>
          <a:p>
            <a:r>
              <a:rPr lang="en-US" dirty="0"/>
              <a:t>Click to edit Master title style</a:t>
            </a:r>
          </a:p>
        </p:txBody>
      </p:sp>
      <p:sp>
        <p:nvSpPr>
          <p:cNvPr id="43" name="TextBox 42">
            <a:extLst>
              <a:ext uri="{FF2B5EF4-FFF2-40B4-BE49-F238E27FC236}">
                <a16:creationId xmlns:a16="http://schemas.microsoft.com/office/drawing/2014/main" id="{8399FFBE-CB6B-49CC-8A94-AB94E8D5D73F}"/>
              </a:ext>
            </a:extLst>
          </p:cNvPr>
          <p:cNvSpPr txBox="1"/>
          <p:nvPr userDrawn="1"/>
        </p:nvSpPr>
        <p:spPr>
          <a:xfrm>
            <a:off x="0" y="356539"/>
            <a:ext cx="3254334" cy="701731"/>
          </a:xfrm>
          <a:prstGeom prst="rect">
            <a:avLst/>
          </a:prstGeom>
        </p:spPr>
        <p:txBody>
          <a:bodyPr vert="horz" lIns="91440" tIns="45720" rIns="91440" bIns="45720" rtlCol="0" anchor="ctr">
            <a:normAutofit/>
          </a:bodyPr>
          <a:lstStyle>
            <a:lvl1pPr>
              <a:lnSpc>
                <a:spcPct val="90000"/>
              </a:lnSpc>
              <a:spcBef>
                <a:spcPct val="0"/>
              </a:spcBef>
              <a:buNone/>
              <a:defRPr sz="4400">
                <a:latin typeface="+mj-lt"/>
                <a:ea typeface="+mj-ea"/>
                <a:cs typeface="+mj-cs"/>
              </a:defRPr>
            </a:lvl1pPr>
          </a:lstStyle>
          <a:p>
            <a:pPr lvl="0" algn="r"/>
            <a:r>
              <a:rPr lang="en-US" b="1" dirty="0">
                <a:solidFill>
                  <a:schemeClr val="bg1">
                    <a:lumMod val="75000"/>
                  </a:schemeClr>
                </a:solidFill>
              </a:rPr>
              <a:t>Misc. //</a:t>
            </a:r>
          </a:p>
        </p:txBody>
      </p:sp>
      <p:sp>
        <p:nvSpPr>
          <p:cNvPr id="46" name="Text Placeholder 22">
            <a:extLst>
              <a:ext uri="{FF2B5EF4-FFF2-40B4-BE49-F238E27FC236}">
                <a16:creationId xmlns:a16="http://schemas.microsoft.com/office/drawing/2014/main" id="{B3137F2E-294E-4FB1-8277-5796D83DE6E3}"/>
              </a:ext>
            </a:extLst>
          </p:cNvPr>
          <p:cNvSpPr>
            <a:spLocks noGrp="1"/>
          </p:cNvSpPr>
          <p:nvPr>
            <p:ph type="body" sz="quarter" idx="13"/>
          </p:nvPr>
        </p:nvSpPr>
        <p:spPr>
          <a:xfrm>
            <a:off x="371475" y="1556792"/>
            <a:ext cx="1920240" cy="584775"/>
          </a:xfrm>
          <a:solidFill>
            <a:schemeClr val="tx1">
              <a:lumMod val="20000"/>
              <a:lumOff val="80000"/>
            </a:schemeClr>
          </a:solidFill>
          <a:effectLst>
            <a:outerShdw dist="38100" dir="2700000" algn="tl" rotWithShape="0">
              <a:schemeClr val="tx2">
                <a:alpha val="40000"/>
              </a:schemeClr>
            </a:outerShdw>
          </a:effectLst>
        </p:spPr>
        <p:style>
          <a:lnRef idx="0">
            <a:scrgbClr r="0" g="0" b="0"/>
          </a:lnRef>
          <a:fillRef idx="1003">
            <a:schemeClr val="lt1"/>
          </a:fillRef>
          <a:effectRef idx="0">
            <a:scrgbClr r="0" g="0" b="0"/>
          </a:effectRef>
          <a:fontRef idx="major"/>
        </p:style>
        <p:txBody>
          <a:bodyPr wrap="square">
            <a:spAutoFit/>
          </a:bodyPr>
          <a:lstStyle>
            <a:lvl1pPr marL="0" indent="0">
              <a:buNone/>
              <a:defRPr lang="en-US" sz="1600" smtClean="0">
                <a:latin typeface="+mj-lt"/>
                <a:ea typeface="+mj-ea"/>
                <a:cs typeface="+mj-cs"/>
              </a:defRPr>
            </a:lvl1pPr>
            <a:lvl2pPr>
              <a:defRPr lang="en-US" sz="1800" smtClean="0">
                <a:latin typeface="+mj-lt"/>
                <a:ea typeface="+mj-ea"/>
                <a:cs typeface="+mj-cs"/>
              </a:defRPr>
            </a:lvl2pPr>
            <a:lvl3pPr>
              <a:defRPr lang="en-US" sz="1800" smtClean="0">
                <a:latin typeface="+mj-lt"/>
                <a:ea typeface="+mj-ea"/>
                <a:cs typeface="+mj-cs"/>
              </a:defRPr>
            </a:lvl3pPr>
            <a:lvl4pPr>
              <a:defRPr lang="en-US" smtClean="0">
                <a:latin typeface="+mj-lt"/>
                <a:ea typeface="+mj-ea"/>
                <a:cs typeface="+mj-cs"/>
              </a:defRPr>
            </a:lvl4pPr>
            <a:lvl5pPr>
              <a:defRPr lang="en-US">
                <a:latin typeface="+mj-lt"/>
                <a:ea typeface="+mj-ea"/>
                <a:cs typeface="+mj-cs"/>
              </a:defRPr>
            </a:lvl5pPr>
          </a:lstStyle>
          <a:p>
            <a:pPr marL="0" lvl="0"/>
            <a:r>
              <a:rPr lang="en-US" dirty="0"/>
              <a:t>Click to edit Master text styles</a:t>
            </a:r>
          </a:p>
        </p:txBody>
      </p:sp>
      <p:sp>
        <p:nvSpPr>
          <p:cNvPr id="47" name="Footer Placeholder 3">
            <a:extLst>
              <a:ext uri="{FF2B5EF4-FFF2-40B4-BE49-F238E27FC236}">
                <a16:creationId xmlns:a16="http://schemas.microsoft.com/office/drawing/2014/main" id="{C8CF22D8-928A-41E3-A26E-14BE22B1D68B}"/>
              </a:ext>
            </a:extLst>
          </p:cNvPr>
          <p:cNvSpPr>
            <a:spLocks noGrp="1"/>
          </p:cNvSpPr>
          <p:nvPr>
            <p:ph type="ftr" sz="quarter" idx="11"/>
          </p:nvPr>
        </p:nvSpPr>
        <p:spPr>
          <a:xfrm>
            <a:off x="371475" y="6280675"/>
            <a:ext cx="7672502" cy="365125"/>
          </a:xfrm>
        </p:spPr>
        <p:txBody>
          <a:bodyPr anchor="ctr"/>
          <a:lstStyle>
            <a:lvl1pPr algn="l">
              <a:defRPr sz="1400">
                <a:latin typeface="+mj-lt"/>
              </a:defRPr>
            </a:lvl1pPr>
          </a:lstStyle>
          <a:p>
            <a:r>
              <a:rPr lang="en-US" dirty="0"/>
              <a:t>PowerPoint SmartArt Graphics - The Complete Ready-to-use Collection </a:t>
            </a:r>
            <a:r>
              <a:rPr lang="en-US" i="1" dirty="0">
                <a:solidFill>
                  <a:schemeClr val="accent5"/>
                </a:solidFill>
              </a:rPr>
              <a:t>[2020 updated version]</a:t>
            </a:r>
          </a:p>
        </p:txBody>
      </p:sp>
      <p:sp>
        <p:nvSpPr>
          <p:cNvPr id="10" name="Arrow: Chevron 9">
            <a:extLst>
              <a:ext uri="{FF2B5EF4-FFF2-40B4-BE49-F238E27FC236}">
                <a16:creationId xmlns:a16="http://schemas.microsoft.com/office/drawing/2014/main" id="{196EEC00-C7DA-4C06-9C40-A88BDC8F6989}"/>
              </a:ext>
            </a:extLst>
          </p:cNvPr>
          <p:cNvSpPr/>
          <p:nvPr userDrawn="1"/>
        </p:nvSpPr>
        <p:spPr>
          <a:xfrm>
            <a:off x="11078602" y="6031342"/>
            <a:ext cx="777240" cy="438997"/>
          </a:xfrm>
          <a:prstGeom prst="chevron">
            <a:avLst>
              <a:gd name="adj" fmla="val 44576"/>
            </a:avLst>
          </a:prstGeom>
          <a:solidFill>
            <a:srgbClr val="A1DDAA"/>
          </a:solidFill>
          <a:ln w="38100">
            <a:solidFill>
              <a:srgbClr val="2E8F4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11" name="Rectangle 10">
            <a:extLst>
              <a:ext uri="{FF2B5EF4-FFF2-40B4-BE49-F238E27FC236}">
                <a16:creationId xmlns:a16="http://schemas.microsoft.com/office/drawing/2014/main" id="{ABF609C8-AF4C-4083-82B8-17C8419B66C0}"/>
              </a:ext>
            </a:extLst>
          </p:cNvPr>
          <p:cNvSpPr/>
          <p:nvPr userDrawn="1"/>
        </p:nvSpPr>
        <p:spPr>
          <a:xfrm>
            <a:off x="11382763" y="6242058"/>
            <a:ext cx="562643" cy="401868"/>
          </a:xfrm>
          <a:prstGeom prst="rect">
            <a:avLst/>
          </a:prstGeom>
          <a:solidFill>
            <a:schemeClr val="bg1"/>
          </a:solidFill>
          <a:ln w="920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6F6D6A"/>
              </a:solidFill>
            </a:endParaRPr>
          </a:p>
        </p:txBody>
      </p:sp>
      <p:sp>
        <p:nvSpPr>
          <p:cNvPr id="12" name="Rectangle 11">
            <a:extLst>
              <a:ext uri="{FF2B5EF4-FFF2-40B4-BE49-F238E27FC236}">
                <a16:creationId xmlns:a16="http://schemas.microsoft.com/office/drawing/2014/main" id="{B825F0E7-EC0E-4F28-9E7A-B37219F6BF00}"/>
              </a:ext>
            </a:extLst>
          </p:cNvPr>
          <p:cNvSpPr/>
          <p:nvPr userDrawn="1"/>
        </p:nvSpPr>
        <p:spPr>
          <a:xfrm>
            <a:off x="11382764" y="6242058"/>
            <a:ext cx="562643" cy="403741"/>
          </a:xfrm>
          <a:prstGeom prst="rect">
            <a:avLst/>
          </a:prstGeom>
          <a:noFill/>
          <a:ln w="28575">
            <a:solidFill>
              <a:srgbClr val="39393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lide Number Placeholder 5">
            <a:extLst>
              <a:ext uri="{FF2B5EF4-FFF2-40B4-BE49-F238E27FC236}">
                <a16:creationId xmlns:a16="http://schemas.microsoft.com/office/drawing/2014/main" id="{BA239EE3-CD5A-4BC7-A7C1-087B142BAC32}"/>
              </a:ext>
            </a:extLst>
          </p:cNvPr>
          <p:cNvSpPr txBox="1">
            <a:spLocks/>
          </p:cNvSpPr>
          <p:nvPr userDrawn="1"/>
        </p:nvSpPr>
        <p:spPr>
          <a:xfrm>
            <a:off x="11382764" y="6253489"/>
            <a:ext cx="562643" cy="390437"/>
          </a:xfrm>
          <a:prstGeom prst="rect">
            <a:avLst/>
          </a:prstGeom>
          <a:ln>
            <a:solidFill>
              <a:srgbClr val="393937"/>
            </a:solidFill>
          </a:ln>
        </p:spPr>
        <p:txBody>
          <a:bodyPr anchor="ctr"/>
          <a:lstStyle>
            <a:defPPr>
              <a:defRPr lang="fr-FR"/>
            </a:defPPr>
            <a:lvl1pPr marL="0" algn="ctr" defTabSz="914354" rtl="0" eaLnBrk="1" latinLnBrk="0" hangingPunct="1">
              <a:defRPr sz="1400" kern="1200">
                <a:solidFill>
                  <a:srgbClr val="2F3A46"/>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fld id="{F68327C5-B821-4FE9-A59A-A60D9EB59A9A}" type="slidenum">
              <a:rPr lang="en-US" smtClean="0">
                <a:solidFill>
                  <a:srgbClr val="6F6D6A"/>
                </a:solidFill>
              </a:rPr>
              <a:pPr/>
              <a:t>‹#›</a:t>
            </a:fld>
            <a:endParaRPr lang="en-US" dirty="0">
              <a:solidFill>
                <a:srgbClr val="6F6D6A"/>
              </a:solidFill>
            </a:endParaRPr>
          </a:p>
        </p:txBody>
      </p:sp>
    </p:spTree>
    <p:extLst>
      <p:ext uri="{BB962C8B-B14F-4D97-AF65-F5344CB8AC3E}">
        <p14:creationId xmlns:p14="http://schemas.microsoft.com/office/powerpoint/2010/main" val="8517455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howeet">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cstate="print">
            <a:extLst>
              <a:ext uri="{28A0092B-C50C-407E-A947-70E740481C1C}">
                <a14:useLocalDpi xmlns:a14="http://schemas.microsoft.com/office/drawing/2010/main" val="0"/>
              </a:ext>
            </a:extLst>
          </a:blip>
          <a:srcRect r="18500" b="19391"/>
          <a:stretch/>
        </p:blipFill>
        <p:spPr>
          <a:xfrm>
            <a:off x="11096512" y="5774480"/>
            <a:ext cx="1095488" cy="1083520"/>
          </a:xfrm>
          <a:prstGeom prst="rect">
            <a:avLst/>
          </a:prstGeom>
        </p:spPr>
      </p:pic>
    </p:spTree>
    <p:extLst>
      <p:ext uri="{BB962C8B-B14F-4D97-AF65-F5344CB8AC3E}">
        <p14:creationId xmlns:p14="http://schemas.microsoft.com/office/powerpoint/2010/main" val="15781351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2.xml"/><Relationship Id="rId1"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609600" y="137160"/>
            <a:ext cx="10972800" cy="707886"/>
          </a:xfrm>
          <a:prstGeom prst="rect">
            <a:avLst/>
          </a:prstGeom>
        </p:spPr>
        <p:txBody>
          <a:bodyPr vert="horz" lIns="91440" tIns="45720" rIns="91440" bIns="45720" rtlCol="0" anchor="ctr">
            <a:spAutoFit/>
          </a:bodyPr>
          <a:lstStyle/>
          <a:p>
            <a:pPr lvl="0"/>
            <a:r>
              <a:rPr lang="en-US"/>
              <a:t>Click to edit Master title style</a:t>
            </a:r>
            <a:endParaRPr lang="en-US" dirty="0"/>
          </a:p>
        </p:txBody>
      </p:sp>
      <p:sp>
        <p:nvSpPr>
          <p:cNvPr id="3" name="Espace réservé du texte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Rectangle 14"/>
          <p:cNvSpPr/>
          <p:nvPr/>
        </p:nvSpPr>
        <p:spPr>
          <a:xfrm rot="5400000">
            <a:off x="11604686" y="5799924"/>
            <a:ext cx="1839158" cy="276999"/>
          </a:xfrm>
          <a:prstGeom prst="rect">
            <a:avLst/>
          </a:prstGeom>
        </p:spPr>
        <p:txBody>
          <a:bodyPr wrap="non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prstClr val="black"/>
                </a:solidFill>
              </a:rPr>
              <a:t>© Copyright Showeet.com</a:t>
            </a:r>
          </a:p>
        </p:txBody>
      </p:sp>
    </p:spTree>
    <p:extLst>
      <p:ext uri="{BB962C8B-B14F-4D97-AF65-F5344CB8AC3E}">
        <p14:creationId xmlns:p14="http://schemas.microsoft.com/office/powerpoint/2010/main" val="3974763103"/>
      </p:ext>
    </p:extLst>
  </p:cSld>
  <p:clrMap bg1="lt1" tx1="dk1" bg2="lt2" tx2="dk2" accent1="accent1" accent2="accent2" accent3="accent3" accent4="accent4" accent5="accent5" accent6="accent6" hlink="hlink" folHlink="folHlink"/>
  <p:sldLayoutIdLst>
    <p:sldLayoutId id="2147483769" r:id="rId1"/>
    <p:sldLayoutId id="2147483771" r:id="rId2"/>
    <p:sldLayoutId id="2147483770" r:id="rId3"/>
    <p:sldLayoutId id="2147483772" r:id="rId4"/>
    <p:sldLayoutId id="2147483775" r:id="rId5"/>
    <p:sldLayoutId id="2147483751" r:id="rId6"/>
    <p:sldLayoutId id="2147483774" r:id="rId7"/>
    <p:sldLayoutId id="2147483750" r:id="rId8"/>
    <p:sldLayoutId id="2147483776" r:id="rId9"/>
    <p:sldLayoutId id="2147483777" r:id="rId10"/>
    <p:sldLayoutId id="2147483778" r:id="rId11"/>
    <p:sldLayoutId id="2147483779" r:id="rId12"/>
    <p:sldLayoutId id="2147483780" r:id="rId13"/>
    <p:sldLayoutId id="2147483781" r:id="rId14"/>
    <p:sldLayoutId id="2147483782" r:id="rId15"/>
    <p:sldLayoutId id="2147483783" r:id="rId16"/>
    <p:sldLayoutId id="2147483784" r:id="rId17"/>
    <p:sldLayoutId id="2147483785" r:id="rId18"/>
    <p:sldLayoutId id="2147483786" r:id="rId19"/>
  </p:sldLayoutIdLst>
  <p:hf hdr="0"/>
  <p:txStyles>
    <p:titleStyle>
      <a:lvl1pPr algn="r" defTabSz="914354" rtl="0" eaLnBrk="1" latinLnBrk="0" hangingPunct="1">
        <a:spcBef>
          <a:spcPct val="0"/>
        </a:spcBef>
        <a:buNone/>
        <a:defRPr lang="en-US" sz="4000" b="1" kern="1200" cap="all" normalizeH="0" baseline="0" dirty="0">
          <a:solidFill>
            <a:srgbClr val="2F3A46"/>
          </a:solidFill>
          <a:latin typeface="Open Sans" panose="020B0606030504020204" pitchFamily="34" charset="0"/>
          <a:ea typeface="Open Sans" panose="020B0606030504020204" pitchFamily="34" charset="0"/>
          <a:cs typeface="Open Sans" panose="020B0606030504020204" pitchFamily="34" charset="0"/>
        </a:defRPr>
      </a:lvl1pPr>
    </p:titleStyle>
    <p:bodyStyle>
      <a:lvl1pPr marL="342882" indent="-342882" algn="l" defTabSz="914354" rtl="0" eaLnBrk="1" latinLnBrk="0" hangingPunct="1">
        <a:spcBef>
          <a:spcPct val="20000"/>
        </a:spcBef>
        <a:buFont typeface="Arial" pitchFamily="34" charset="0"/>
        <a:buChar char="•"/>
        <a:defRPr sz="3200" kern="1200">
          <a:solidFill>
            <a:schemeClr val="tx1">
              <a:lumMod val="75000"/>
            </a:schemeClr>
          </a:solidFill>
          <a:latin typeface="Open Sans" panose="020B0606030504020204" pitchFamily="34" charset="0"/>
          <a:ea typeface="Open Sans" panose="020B0606030504020204" pitchFamily="34" charset="0"/>
          <a:cs typeface="Open Sans" panose="020B0606030504020204" pitchFamily="34" charset="0"/>
        </a:defRPr>
      </a:lvl1pPr>
      <a:lvl2pPr marL="742913" indent="-285737" algn="l" defTabSz="914354" rtl="0" eaLnBrk="1" latinLnBrk="0" hangingPunct="1">
        <a:spcBef>
          <a:spcPct val="20000"/>
        </a:spcBef>
        <a:buFont typeface="Arial" pitchFamily="34" charset="0"/>
        <a:buChar char="–"/>
        <a:defRPr sz="2800" kern="1200">
          <a:solidFill>
            <a:schemeClr val="tx1">
              <a:lumMod val="75000"/>
            </a:schemeClr>
          </a:solidFill>
          <a:latin typeface="Open Sans" panose="020B0606030504020204" pitchFamily="34" charset="0"/>
          <a:ea typeface="Open Sans" panose="020B0606030504020204" pitchFamily="34" charset="0"/>
          <a:cs typeface="Open Sans" panose="020B0606030504020204" pitchFamily="34" charset="0"/>
        </a:defRPr>
      </a:lvl2pPr>
      <a:lvl3pPr marL="1142942" indent="-228589" algn="l" defTabSz="914354" rtl="0" eaLnBrk="1" latinLnBrk="0" hangingPunct="1">
        <a:spcBef>
          <a:spcPct val="20000"/>
        </a:spcBef>
        <a:buFont typeface="Arial" pitchFamily="34" charset="0"/>
        <a:buChar char="•"/>
        <a:defRPr sz="2400" kern="1200">
          <a:solidFill>
            <a:schemeClr val="tx1">
              <a:lumMod val="75000"/>
            </a:schemeClr>
          </a:solidFill>
          <a:latin typeface="Open Sans" panose="020B0606030504020204" pitchFamily="34" charset="0"/>
          <a:ea typeface="Open Sans" panose="020B0606030504020204" pitchFamily="34" charset="0"/>
          <a:cs typeface="Open Sans" panose="020B0606030504020204" pitchFamily="34" charset="0"/>
        </a:defRPr>
      </a:lvl3pPr>
      <a:lvl4pPr marL="1600120" indent="-228589" algn="l" defTabSz="914354" rtl="0" eaLnBrk="1" latinLnBrk="0" hangingPunct="1">
        <a:spcBef>
          <a:spcPct val="20000"/>
        </a:spcBef>
        <a:buFont typeface="Arial" pitchFamily="34" charset="0"/>
        <a:buChar char="–"/>
        <a:defRPr sz="2000" kern="1200">
          <a:solidFill>
            <a:schemeClr val="tx1">
              <a:lumMod val="75000"/>
            </a:schemeClr>
          </a:solidFill>
          <a:latin typeface="Open Sans" panose="020B0606030504020204" pitchFamily="34" charset="0"/>
          <a:ea typeface="Open Sans" panose="020B0606030504020204" pitchFamily="34" charset="0"/>
          <a:cs typeface="Open Sans" panose="020B0606030504020204" pitchFamily="34" charset="0"/>
        </a:defRPr>
      </a:lvl4pPr>
      <a:lvl5pPr marL="2057298" indent="-228589" algn="l" defTabSz="914354" rtl="0" eaLnBrk="1" latinLnBrk="0" hangingPunct="1">
        <a:spcBef>
          <a:spcPct val="20000"/>
        </a:spcBef>
        <a:buFont typeface="Arial" pitchFamily="34" charset="0"/>
        <a:buChar char="»"/>
        <a:defRPr sz="2000" kern="1200">
          <a:solidFill>
            <a:schemeClr val="tx1">
              <a:lumMod val="75000"/>
            </a:schemeClr>
          </a:solidFill>
          <a:latin typeface="Open Sans" panose="020B0606030504020204" pitchFamily="34" charset="0"/>
          <a:ea typeface="Open Sans" panose="020B0606030504020204" pitchFamily="34" charset="0"/>
          <a:cs typeface="Open Sans" panose="020B0606030504020204" pitchFamily="34" charset="0"/>
        </a:defRPr>
      </a:lvl5pPr>
      <a:lvl6pPr marL="2514474" indent="-228589" algn="l" defTabSz="914354"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52" indent="-228589" algn="l" defTabSz="914354"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29" indent="-228589" algn="l" defTabSz="914354"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06" indent="-228589" algn="l" defTabSz="914354"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1E2631"/>
        </a:soli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a:blip r:embed="rId3"/>
          <a:stretch>
            <a:fillRect/>
          </a:stretch>
        </p:blipFill>
        <p:spPr>
          <a:xfrm>
            <a:off x="4638930" y="341031"/>
            <a:ext cx="2914141" cy="804743"/>
          </a:xfrm>
          <a:prstGeom prst="rect">
            <a:avLst/>
          </a:prstGeom>
        </p:spPr>
      </p:pic>
      <p:sp>
        <p:nvSpPr>
          <p:cNvPr id="5" name="Rectangle 4"/>
          <p:cNvSpPr/>
          <p:nvPr userDrawn="1"/>
        </p:nvSpPr>
        <p:spPr>
          <a:xfrm>
            <a:off x="2185947" y="2158991"/>
            <a:ext cx="7820106" cy="3416320"/>
          </a:xfrm>
          <a:prstGeom prst="rect">
            <a:avLst/>
          </a:prstGeom>
        </p:spPr>
        <p:txBody>
          <a:bodyPr wrap="square" anchor="ctr">
            <a:spAutoFit/>
          </a:bodyPr>
          <a:lstStyle/>
          <a:p>
            <a:pPr algn="ctr" defTabSz="914354"/>
            <a:r>
              <a:rPr lang="en-US" sz="5400" dirty="0">
                <a:solidFill>
                  <a:schemeClr val="bg1"/>
                </a:solidFill>
                <a:latin typeface="Calibri Light" panose="020F0302020204030204" pitchFamily="34" charset="0"/>
              </a:rPr>
              <a:t>Free creative templates, charts, diagrams and maps for your outstanding presentations</a:t>
            </a:r>
          </a:p>
        </p:txBody>
      </p:sp>
    </p:spTree>
    <p:extLst>
      <p:ext uri="{BB962C8B-B14F-4D97-AF65-F5344CB8AC3E}">
        <p14:creationId xmlns:p14="http://schemas.microsoft.com/office/powerpoint/2010/main" val="3800825972"/>
      </p:ext>
    </p:extLst>
  </p:cSld>
  <p:clrMap bg1="lt1" tx1="dk1" bg2="lt2" tx2="dk2" accent1="accent1" accent2="accent2" accent3="accent3" accent4="accent4" accent5="accent5" accent6="accent6" hlink="hlink" folHlink="folHlink"/>
  <p:sldLayoutIdLst>
    <p:sldLayoutId id="2147483754" r:id="rId1"/>
  </p:sldLayoutIdLst>
  <p:hf hdr="0"/>
  <p:txStyles>
    <p:titleStyle>
      <a:lvl1pPr algn="l" defTabSz="914354"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89" indent="-228589" algn="l" defTabSz="914354"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66" indent="-228589" algn="l" defTabSz="914354"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42" indent="-228589" algn="l" defTabSz="914354"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20"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298"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hyperlink" Target="https://support.office.com/en-us/article/learn-more-about-smartart-graphics-6ea4fdb0-aa40-4fa9-9348-662d8af6ca2c"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6.sv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3" Type="http://schemas.microsoft.com/office/2007/relationships/diagramDrawing" Target="../diagrams/drawing1.xml"/><Relationship Id="rId18" Type="http://schemas.microsoft.com/office/2007/relationships/diagramDrawing" Target="../diagrams/drawing2.xml"/><Relationship Id="rId26" Type="http://schemas.openxmlformats.org/officeDocument/2006/relationships/diagramQuickStyle" Target="../diagrams/quickStyle4.xml"/><Relationship Id="rId39" Type="http://schemas.openxmlformats.org/officeDocument/2006/relationships/diagramData" Target="../diagrams/data7.xml"/><Relationship Id="rId21" Type="http://schemas.openxmlformats.org/officeDocument/2006/relationships/diagramQuickStyle" Target="../diagrams/quickStyle3.xml"/><Relationship Id="rId34" Type="http://schemas.openxmlformats.org/officeDocument/2006/relationships/diagramData" Target="../diagrams/data6.xml"/><Relationship Id="rId42" Type="http://schemas.openxmlformats.org/officeDocument/2006/relationships/diagramColors" Target="../diagrams/colors7.xml"/><Relationship Id="rId47" Type="http://schemas.openxmlformats.org/officeDocument/2006/relationships/diagramColors" Target="../diagrams/colors8.xml"/><Relationship Id="rId50" Type="http://schemas.openxmlformats.org/officeDocument/2006/relationships/slide" Target="slide138.xml"/><Relationship Id="rId7" Type="http://schemas.openxmlformats.org/officeDocument/2006/relationships/slide" Target="slide109.xml"/><Relationship Id="rId2" Type="http://schemas.openxmlformats.org/officeDocument/2006/relationships/notesSlide" Target="../notesSlides/notesSlide3.xml"/><Relationship Id="rId16" Type="http://schemas.openxmlformats.org/officeDocument/2006/relationships/diagramQuickStyle" Target="../diagrams/quickStyle2.xml"/><Relationship Id="rId29" Type="http://schemas.openxmlformats.org/officeDocument/2006/relationships/diagramData" Target="../diagrams/data5.xml"/><Relationship Id="rId11" Type="http://schemas.openxmlformats.org/officeDocument/2006/relationships/diagramQuickStyle" Target="../diagrams/quickStyle1.xml"/><Relationship Id="rId24" Type="http://schemas.openxmlformats.org/officeDocument/2006/relationships/diagramData" Target="../diagrams/data4.xml"/><Relationship Id="rId32" Type="http://schemas.openxmlformats.org/officeDocument/2006/relationships/diagramColors" Target="../diagrams/colors5.xml"/><Relationship Id="rId37" Type="http://schemas.openxmlformats.org/officeDocument/2006/relationships/diagramColors" Target="../diagrams/colors6.xml"/><Relationship Id="rId40" Type="http://schemas.openxmlformats.org/officeDocument/2006/relationships/diagramLayout" Target="../diagrams/layout7.xml"/><Relationship Id="rId45" Type="http://schemas.openxmlformats.org/officeDocument/2006/relationships/diagramLayout" Target="../diagrams/layout8.xml"/><Relationship Id="rId5" Type="http://schemas.openxmlformats.org/officeDocument/2006/relationships/slide" Target="slide80.xml"/><Relationship Id="rId15" Type="http://schemas.openxmlformats.org/officeDocument/2006/relationships/diagramLayout" Target="../diagrams/layout2.xml"/><Relationship Id="rId23" Type="http://schemas.microsoft.com/office/2007/relationships/diagramDrawing" Target="../diagrams/drawing3.xml"/><Relationship Id="rId28" Type="http://schemas.microsoft.com/office/2007/relationships/diagramDrawing" Target="../diagrams/drawing4.xml"/><Relationship Id="rId36" Type="http://schemas.openxmlformats.org/officeDocument/2006/relationships/diagramQuickStyle" Target="../diagrams/quickStyle6.xml"/><Relationship Id="rId49" Type="http://schemas.openxmlformats.org/officeDocument/2006/relationships/slide" Target="slide133.xml"/><Relationship Id="rId10" Type="http://schemas.openxmlformats.org/officeDocument/2006/relationships/diagramLayout" Target="../diagrams/layout1.xml"/><Relationship Id="rId19" Type="http://schemas.openxmlformats.org/officeDocument/2006/relationships/diagramData" Target="../diagrams/data3.xml"/><Relationship Id="rId31" Type="http://schemas.openxmlformats.org/officeDocument/2006/relationships/diagramQuickStyle" Target="../diagrams/quickStyle5.xml"/><Relationship Id="rId44" Type="http://schemas.openxmlformats.org/officeDocument/2006/relationships/diagramData" Target="../diagrams/data8.xml"/><Relationship Id="rId4" Type="http://schemas.openxmlformats.org/officeDocument/2006/relationships/slide" Target="slide38.xml"/><Relationship Id="rId9" Type="http://schemas.openxmlformats.org/officeDocument/2006/relationships/diagramData" Target="../diagrams/data1.xml"/><Relationship Id="rId14" Type="http://schemas.openxmlformats.org/officeDocument/2006/relationships/diagramData" Target="../diagrams/data2.xml"/><Relationship Id="rId22" Type="http://schemas.openxmlformats.org/officeDocument/2006/relationships/diagramColors" Target="../diagrams/colors3.xml"/><Relationship Id="rId27" Type="http://schemas.openxmlformats.org/officeDocument/2006/relationships/diagramColors" Target="../diagrams/colors4.xml"/><Relationship Id="rId30" Type="http://schemas.openxmlformats.org/officeDocument/2006/relationships/diagramLayout" Target="../diagrams/layout5.xml"/><Relationship Id="rId35" Type="http://schemas.openxmlformats.org/officeDocument/2006/relationships/diagramLayout" Target="../diagrams/layout6.xml"/><Relationship Id="rId43" Type="http://schemas.microsoft.com/office/2007/relationships/diagramDrawing" Target="../diagrams/drawing7.xml"/><Relationship Id="rId48" Type="http://schemas.microsoft.com/office/2007/relationships/diagramDrawing" Target="../diagrams/drawing8.xml"/><Relationship Id="rId8" Type="http://schemas.openxmlformats.org/officeDocument/2006/relationships/slide" Target="slide128.xml"/><Relationship Id="rId3" Type="http://schemas.openxmlformats.org/officeDocument/2006/relationships/slide" Target="slide4.xml"/><Relationship Id="rId12" Type="http://schemas.openxmlformats.org/officeDocument/2006/relationships/diagramColors" Target="../diagrams/colors1.xml"/><Relationship Id="rId17" Type="http://schemas.openxmlformats.org/officeDocument/2006/relationships/diagramColors" Target="../diagrams/colors2.xml"/><Relationship Id="rId25" Type="http://schemas.openxmlformats.org/officeDocument/2006/relationships/diagramLayout" Target="../diagrams/layout4.xml"/><Relationship Id="rId33" Type="http://schemas.microsoft.com/office/2007/relationships/diagramDrawing" Target="../diagrams/drawing5.xml"/><Relationship Id="rId38" Type="http://schemas.microsoft.com/office/2007/relationships/diagramDrawing" Target="../diagrams/drawing6.xml"/><Relationship Id="rId46" Type="http://schemas.openxmlformats.org/officeDocument/2006/relationships/diagramQuickStyle" Target="../diagrams/quickStyle8.xml"/><Relationship Id="rId20" Type="http://schemas.openxmlformats.org/officeDocument/2006/relationships/diagramLayout" Target="../diagrams/layout3.xml"/><Relationship Id="rId41" Type="http://schemas.openxmlformats.org/officeDocument/2006/relationships/diagramQuickStyle" Target="../diagrams/quickStyle7.xml"/><Relationship Id="rId1" Type="http://schemas.openxmlformats.org/officeDocument/2006/relationships/slideLayout" Target="../slideLayouts/slideLayout2.xml"/><Relationship Id="rId6" Type="http://schemas.openxmlformats.org/officeDocument/2006/relationships/slide" Target="slide9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5.xml"/><Relationship Id="rId1" Type="http://schemas.openxmlformats.org/officeDocument/2006/relationships/slideLayout" Target="../slideLayouts/slideLayout11.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6.xml"/><Relationship Id="rId1" Type="http://schemas.openxmlformats.org/officeDocument/2006/relationships/slideLayout" Target="../slideLayouts/slideLayout11.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7.xml"/><Relationship Id="rId1" Type="http://schemas.openxmlformats.org/officeDocument/2006/relationships/slideLayout" Target="../slideLayouts/slideLayout11.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8.xml"/><Relationship Id="rId1" Type="http://schemas.openxmlformats.org/officeDocument/2006/relationships/slideLayout" Target="../slideLayouts/slideLayout11.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9.xml"/><Relationship Id="rId1" Type="http://schemas.openxmlformats.org/officeDocument/2006/relationships/slideLayout" Target="../slideLayouts/slideLayout11.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notesSlide" Target="../notesSlides/notesSlide11.xml"/><Relationship Id="rId1" Type="http://schemas.openxmlformats.org/officeDocument/2006/relationships/slideLayout" Target="../slideLayouts/slideLayout11.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notesSlide" Target="../notesSlides/notesSlide12.xml"/><Relationship Id="rId1" Type="http://schemas.openxmlformats.org/officeDocument/2006/relationships/slideLayout" Target="../slideLayouts/slideLayout11.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17.xml"/><Relationship Id="rId7" Type="http://schemas.microsoft.com/office/2007/relationships/diagramDrawing" Target="../diagrams/drawing17.xml"/><Relationship Id="rId2" Type="http://schemas.openxmlformats.org/officeDocument/2006/relationships/notesSlide" Target="../notesSlides/notesSlide13.xml"/><Relationship Id="rId1" Type="http://schemas.openxmlformats.org/officeDocument/2006/relationships/slideLayout" Target="../slideLayouts/slideLayout11.xml"/><Relationship Id="rId6" Type="http://schemas.openxmlformats.org/officeDocument/2006/relationships/diagramColors" Target="../diagrams/colors17.xml"/><Relationship Id="rId5" Type="http://schemas.openxmlformats.org/officeDocument/2006/relationships/diagramQuickStyle" Target="../diagrams/quickStyle17.xml"/><Relationship Id="rId4" Type="http://schemas.openxmlformats.org/officeDocument/2006/relationships/diagramLayout" Target="../diagrams/layout17.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18.xml"/><Relationship Id="rId7" Type="http://schemas.microsoft.com/office/2007/relationships/diagramDrawing" Target="../diagrams/drawing18.xml"/><Relationship Id="rId2" Type="http://schemas.openxmlformats.org/officeDocument/2006/relationships/notesSlide" Target="../notesSlides/notesSlide14.xml"/><Relationship Id="rId1" Type="http://schemas.openxmlformats.org/officeDocument/2006/relationships/slideLayout" Target="../slideLayouts/slideLayout11.xml"/><Relationship Id="rId6" Type="http://schemas.openxmlformats.org/officeDocument/2006/relationships/diagramColors" Target="../diagrams/colors18.xml"/><Relationship Id="rId5" Type="http://schemas.openxmlformats.org/officeDocument/2006/relationships/diagramQuickStyle" Target="../diagrams/quickStyle18.xml"/><Relationship Id="rId4" Type="http://schemas.openxmlformats.org/officeDocument/2006/relationships/diagramLayout" Target="../diagrams/layout18.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19.xml"/><Relationship Id="rId7" Type="http://schemas.microsoft.com/office/2007/relationships/diagramDrawing" Target="../diagrams/drawing19.xml"/><Relationship Id="rId2" Type="http://schemas.openxmlformats.org/officeDocument/2006/relationships/notesSlide" Target="../notesSlides/notesSlide15.xml"/><Relationship Id="rId1" Type="http://schemas.openxmlformats.org/officeDocument/2006/relationships/slideLayout" Target="../slideLayouts/slideLayout11.xml"/><Relationship Id="rId6" Type="http://schemas.openxmlformats.org/officeDocument/2006/relationships/diagramColors" Target="../diagrams/colors19.xml"/><Relationship Id="rId5" Type="http://schemas.openxmlformats.org/officeDocument/2006/relationships/diagramQuickStyle" Target="../diagrams/quickStyle19.xml"/><Relationship Id="rId4" Type="http://schemas.openxmlformats.org/officeDocument/2006/relationships/diagramLayout" Target="../diagrams/layout19.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20.xml"/><Relationship Id="rId7" Type="http://schemas.microsoft.com/office/2007/relationships/diagramDrawing" Target="../diagrams/drawing20.xml"/><Relationship Id="rId2" Type="http://schemas.openxmlformats.org/officeDocument/2006/relationships/notesSlide" Target="../notesSlides/notesSlide16.xml"/><Relationship Id="rId1" Type="http://schemas.openxmlformats.org/officeDocument/2006/relationships/slideLayout" Target="../slideLayouts/slideLayout11.xml"/><Relationship Id="rId6" Type="http://schemas.openxmlformats.org/officeDocument/2006/relationships/diagramColors" Target="../diagrams/colors20.xml"/><Relationship Id="rId5" Type="http://schemas.openxmlformats.org/officeDocument/2006/relationships/diagramQuickStyle" Target="../diagrams/quickStyle20.xml"/><Relationship Id="rId4" Type="http://schemas.openxmlformats.org/officeDocument/2006/relationships/diagramLayout" Target="../diagrams/layout20.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21.xml"/><Relationship Id="rId7" Type="http://schemas.microsoft.com/office/2007/relationships/diagramDrawing" Target="../diagrams/drawing21.xml"/><Relationship Id="rId2" Type="http://schemas.openxmlformats.org/officeDocument/2006/relationships/notesSlide" Target="../notesSlides/notesSlide17.xml"/><Relationship Id="rId1" Type="http://schemas.openxmlformats.org/officeDocument/2006/relationships/slideLayout" Target="../slideLayouts/slideLayout11.xml"/><Relationship Id="rId6" Type="http://schemas.openxmlformats.org/officeDocument/2006/relationships/diagramColors" Target="../diagrams/colors21.xml"/><Relationship Id="rId5" Type="http://schemas.openxmlformats.org/officeDocument/2006/relationships/diagramQuickStyle" Target="../diagrams/quickStyle21.xml"/><Relationship Id="rId4" Type="http://schemas.openxmlformats.org/officeDocument/2006/relationships/diagramLayout" Target="../diagrams/layout21.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22.xml"/><Relationship Id="rId7" Type="http://schemas.microsoft.com/office/2007/relationships/diagramDrawing" Target="../diagrams/drawing22.xml"/><Relationship Id="rId2" Type="http://schemas.openxmlformats.org/officeDocument/2006/relationships/notesSlide" Target="../notesSlides/notesSlide18.xml"/><Relationship Id="rId1" Type="http://schemas.openxmlformats.org/officeDocument/2006/relationships/slideLayout" Target="../slideLayouts/slideLayout11.xml"/><Relationship Id="rId6" Type="http://schemas.openxmlformats.org/officeDocument/2006/relationships/diagramColors" Target="../diagrams/colors22.xml"/><Relationship Id="rId5" Type="http://schemas.openxmlformats.org/officeDocument/2006/relationships/diagramQuickStyle" Target="../diagrams/quickStyle22.xml"/><Relationship Id="rId4" Type="http://schemas.openxmlformats.org/officeDocument/2006/relationships/diagramLayout" Target="../diagrams/layout22.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23.xml"/><Relationship Id="rId7" Type="http://schemas.microsoft.com/office/2007/relationships/diagramDrawing" Target="../diagrams/drawing23.xml"/><Relationship Id="rId2" Type="http://schemas.openxmlformats.org/officeDocument/2006/relationships/notesSlide" Target="../notesSlides/notesSlide19.xml"/><Relationship Id="rId1" Type="http://schemas.openxmlformats.org/officeDocument/2006/relationships/slideLayout" Target="../slideLayouts/slideLayout11.xml"/><Relationship Id="rId6" Type="http://schemas.openxmlformats.org/officeDocument/2006/relationships/diagramColors" Target="../diagrams/colors23.xml"/><Relationship Id="rId5" Type="http://schemas.openxmlformats.org/officeDocument/2006/relationships/diagramQuickStyle" Target="../diagrams/quickStyle23.xml"/><Relationship Id="rId4" Type="http://schemas.openxmlformats.org/officeDocument/2006/relationships/diagramLayout" Target="../diagrams/layout23.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24.xml"/><Relationship Id="rId7" Type="http://schemas.microsoft.com/office/2007/relationships/diagramDrawing" Target="../diagrams/drawing24.xml"/><Relationship Id="rId2" Type="http://schemas.openxmlformats.org/officeDocument/2006/relationships/notesSlide" Target="../notesSlides/notesSlide20.xml"/><Relationship Id="rId1" Type="http://schemas.openxmlformats.org/officeDocument/2006/relationships/slideLayout" Target="../slideLayouts/slideLayout11.xml"/><Relationship Id="rId6" Type="http://schemas.openxmlformats.org/officeDocument/2006/relationships/diagramColors" Target="../diagrams/colors24.xml"/><Relationship Id="rId5" Type="http://schemas.openxmlformats.org/officeDocument/2006/relationships/diagramQuickStyle" Target="../diagrams/quickStyle24.xml"/><Relationship Id="rId4" Type="http://schemas.openxmlformats.org/officeDocument/2006/relationships/diagramLayout" Target="../diagrams/layout24.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25.xml"/><Relationship Id="rId7" Type="http://schemas.microsoft.com/office/2007/relationships/diagramDrawing" Target="../diagrams/drawing25.xml"/><Relationship Id="rId2" Type="http://schemas.openxmlformats.org/officeDocument/2006/relationships/notesSlide" Target="../notesSlides/notesSlide21.xml"/><Relationship Id="rId1" Type="http://schemas.openxmlformats.org/officeDocument/2006/relationships/slideLayout" Target="../slideLayouts/slideLayout11.xml"/><Relationship Id="rId6" Type="http://schemas.openxmlformats.org/officeDocument/2006/relationships/diagramColors" Target="../diagrams/colors25.xml"/><Relationship Id="rId5" Type="http://schemas.openxmlformats.org/officeDocument/2006/relationships/diagramQuickStyle" Target="../diagrams/quickStyle25.xml"/><Relationship Id="rId4" Type="http://schemas.openxmlformats.org/officeDocument/2006/relationships/diagramLayout" Target="../diagrams/layout25.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26.xml"/><Relationship Id="rId7" Type="http://schemas.microsoft.com/office/2007/relationships/diagramDrawing" Target="../diagrams/drawing26.xml"/><Relationship Id="rId2" Type="http://schemas.openxmlformats.org/officeDocument/2006/relationships/notesSlide" Target="../notesSlides/notesSlide22.xml"/><Relationship Id="rId1" Type="http://schemas.openxmlformats.org/officeDocument/2006/relationships/slideLayout" Target="../slideLayouts/slideLayout18.xml"/><Relationship Id="rId6" Type="http://schemas.openxmlformats.org/officeDocument/2006/relationships/diagramColors" Target="../diagrams/colors26.xml"/><Relationship Id="rId5" Type="http://schemas.openxmlformats.org/officeDocument/2006/relationships/diagramQuickStyle" Target="../diagrams/quickStyle26.xml"/><Relationship Id="rId4" Type="http://schemas.openxmlformats.org/officeDocument/2006/relationships/diagramLayout" Target="../diagrams/layout26.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27.xml"/><Relationship Id="rId7" Type="http://schemas.microsoft.com/office/2007/relationships/diagramDrawing" Target="../diagrams/drawing27.xml"/><Relationship Id="rId2" Type="http://schemas.openxmlformats.org/officeDocument/2006/relationships/notesSlide" Target="../notesSlides/notesSlide23.xml"/><Relationship Id="rId1" Type="http://schemas.openxmlformats.org/officeDocument/2006/relationships/slideLayout" Target="../slideLayouts/slideLayout11.xml"/><Relationship Id="rId6" Type="http://schemas.openxmlformats.org/officeDocument/2006/relationships/diagramColors" Target="../diagrams/colors27.xml"/><Relationship Id="rId5" Type="http://schemas.openxmlformats.org/officeDocument/2006/relationships/diagramQuickStyle" Target="../diagrams/quickStyle27.xml"/><Relationship Id="rId4" Type="http://schemas.openxmlformats.org/officeDocument/2006/relationships/diagramLayout" Target="../diagrams/layout27.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28.xml"/><Relationship Id="rId7" Type="http://schemas.microsoft.com/office/2007/relationships/diagramDrawing" Target="../diagrams/drawing28.xml"/><Relationship Id="rId2" Type="http://schemas.openxmlformats.org/officeDocument/2006/relationships/notesSlide" Target="../notesSlides/notesSlide24.xml"/><Relationship Id="rId1" Type="http://schemas.openxmlformats.org/officeDocument/2006/relationships/slideLayout" Target="../slideLayouts/slideLayout11.xml"/><Relationship Id="rId6" Type="http://schemas.openxmlformats.org/officeDocument/2006/relationships/diagramColors" Target="../diagrams/colors28.xml"/><Relationship Id="rId5" Type="http://schemas.openxmlformats.org/officeDocument/2006/relationships/diagramQuickStyle" Target="../diagrams/quickStyle28.xml"/><Relationship Id="rId4" Type="http://schemas.openxmlformats.org/officeDocument/2006/relationships/diagramLayout" Target="../diagrams/layout28.xml"/></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29.xml"/><Relationship Id="rId7" Type="http://schemas.microsoft.com/office/2007/relationships/diagramDrawing" Target="../diagrams/drawing29.xml"/><Relationship Id="rId2" Type="http://schemas.openxmlformats.org/officeDocument/2006/relationships/notesSlide" Target="../notesSlides/notesSlide25.xml"/><Relationship Id="rId1" Type="http://schemas.openxmlformats.org/officeDocument/2006/relationships/slideLayout" Target="../slideLayouts/slideLayout11.xml"/><Relationship Id="rId6" Type="http://schemas.openxmlformats.org/officeDocument/2006/relationships/diagramColors" Target="../diagrams/colors29.xml"/><Relationship Id="rId5" Type="http://schemas.openxmlformats.org/officeDocument/2006/relationships/diagramQuickStyle" Target="../diagrams/quickStyle29.xml"/><Relationship Id="rId4" Type="http://schemas.openxmlformats.org/officeDocument/2006/relationships/diagramLayout" Target="../diagrams/layout29.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30.xml"/><Relationship Id="rId7" Type="http://schemas.microsoft.com/office/2007/relationships/diagramDrawing" Target="../diagrams/drawing30.xml"/><Relationship Id="rId2" Type="http://schemas.openxmlformats.org/officeDocument/2006/relationships/notesSlide" Target="../notesSlides/notesSlide26.xml"/><Relationship Id="rId1" Type="http://schemas.openxmlformats.org/officeDocument/2006/relationships/slideLayout" Target="../slideLayouts/slideLayout11.xml"/><Relationship Id="rId6" Type="http://schemas.openxmlformats.org/officeDocument/2006/relationships/diagramColors" Target="../diagrams/colors30.xml"/><Relationship Id="rId5" Type="http://schemas.openxmlformats.org/officeDocument/2006/relationships/diagramQuickStyle" Target="../diagrams/quickStyle30.xml"/><Relationship Id="rId4" Type="http://schemas.openxmlformats.org/officeDocument/2006/relationships/diagramLayout" Target="../diagrams/layout30.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31.xml"/><Relationship Id="rId7" Type="http://schemas.microsoft.com/office/2007/relationships/diagramDrawing" Target="../diagrams/drawing31.xml"/><Relationship Id="rId2" Type="http://schemas.openxmlformats.org/officeDocument/2006/relationships/notesSlide" Target="../notesSlides/notesSlide27.xml"/><Relationship Id="rId1" Type="http://schemas.openxmlformats.org/officeDocument/2006/relationships/slideLayout" Target="../slideLayouts/slideLayout11.xml"/><Relationship Id="rId6" Type="http://schemas.openxmlformats.org/officeDocument/2006/relationships/diagramColors" Target="../diagrams/colors31.xml"/><Relationship Id="rId5" Type="http://schemas.openxmlformats.org/officeDocument/2006/relationships/diagramQuickStyle" Target="../diagrams/quickStyle31.xml"/><Relationship Id="rId4" Type="http://schemas.openxmlformats.org/officeDocument/2006/relationships/diagramLayout" Target="../diagrams/layout31.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32.xml"/><Relationship Id="rId7" Type="http://schemas.microsoft.com/office/2007/relationships/diagramDrawing" Target="../diagrams/drawing32.xml"/><Relationship Id="rId2" Type="http://schemas.openxmlformats.org/officeDocument/2006/relationships/notesSlide" Target="../notesSlides/notesSlide28.xml"/><Relationship Id="rId1" Type="http://schemas.openxmlformats.org/officeDocument/2006/relationships/slideLayout" Target="../slideLayouts/slideLayout11.xml"/><Relationship Id="rId6" Type="http://schemas.openxmlformats.org/officeDocument/2006/relationships/diagramColors" Target="../diagrams/colors32.xml"/><Relationship Id="rId5" Type="http://schemas.openxmlformats.org/officeDocument/2006/relationships/diagramQuickStyle" Target="../diagrams/quickStyle32.xml"/><Relationship Id="rId4" Type="http://schemas.openxmlformats.org/officeDocument/2006/relationships/diagramLayout" Target="../diagrams/layout32.xml"/></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33.xml"/><Relationship Id="rId7" Type="http://schemas.microsoft.com/office/2007/relationships/diagramDrawing" Target="../diagrams/drawing33.xml"/><Relationship Id="rId2" Type="http://schemas.openxmlformats.org/officeDocument/2006/relationships/notesSlide" Target="../notesSlides/notesSlide29.xml"/><Relationship Id="rId1" Type="http://schemas.openxmlformats.org/officeDocument/2006/relationships/slideLayout" Target="../slideLayouts/slideLayout11.xml"/><Relationship Id="rId6" Type="http://schemas.openxmlformats.org/officeDocument/2006/relationships/diagramColors" Target="../diagrams/colors33.xml"/><Relationship Id="rId5" Type="http://schemas.openxmlformats.org/officeDocument/2006/relationships/diagramQuickStyle" Target="../diagrams/quickStyle33.xml"/><Relationship Id="rId4" Type="http://schemas.openxmlformats.org/officeDocument/2006/relationships/diagramLayout" Target="../diagrams/layout33.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34.xml"/><Relationship Id="rId7" Type="http://schemas.microsoft.com/office/2007/relationships/diagramDrawing" Target="../diagrams/drawing34.xml"/><Relationship Id="rId2" Type="http://schemas.openxmlformats.org/officeDocument/2006/relationships/notesSlide" Target="../notesSlides/notesSlide30.xml"/><Relationship Id="rId1" Type="http://schemas.openxmlformats.org/officeDocument/2006/relationships/slideLayout" Target="../slideLayouts/slideLayout11.xml"/><Relationship Id="rId6" Type="http://schemas.openxmlformats.org/officeDocument/2006/relationships/diagramColors" Target="../diagrams/colors34.xml"/><Relationship Id="rId5" Type="http://schemas.openxmlformats.org/officeDocument/2006/relationships/diagramQuickStyle" Target="../diagrams/quickStyle34.xml"/><Relationship Id="rId4" Type="http://schemas.openxmlformats.org/officeDocument/2006/relationships/diagramLayout" Target="../diagrams/layout34.xml"/></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35.xml"/><Relationship Id="rId7" Type="http://schemas.microsoft.com/office/2007/relationships/diagramDrawing" Target="../diagrams/drawing35.xml"/><Relationship Id="rId2" Type="http://schemas.openxmlformats.org/officeDocument/2006/relationships/notesSlide" Target="../notesSlides/notesSlide31.xml"/><Relationship Id="rId1" Type="http://schemas.openxmlformats.org/officeDocument/2006/relationships/slideLayout" Target="../slideLayouts/slideLayout11.xml"/><Relationship Id="rId6" Type="http://schemas.openxmlformats.org/officeDocument/2006/relationships/diagramColors" Target="../diagrams/colors35.xml"/><Relationship Id="rId5" Type="http://schemas.openxmlformats.org/officeDocument/2006/relationships/diagramQuickStyle" Target="../diagrams/quickStyle35.xml"/><Relationship Id="rId4" Type="http://schemas.openxmlformats.org/officeDocument/2006/relationships/diagramLayout" Target="../diagrams/layout35.xml"/></Relationships>
</file>

<file path=ppt/slides/_rels/slide32.xml.rels><?xml version="1.0" encoding="UTF-8" standalone="yes"?>
<Relationships xmlns="http://schemas.openxmlformats.org/package/2006/relationships"><Relationship Id="rId3" Type="http://schemas.openxmlformats.org/officeDocument/2006/relationships/diagramData" Target="../diagrams/data36.xml"/><Relationship Id="rId7" Type="http://schemas.microsoft.com/office/2007/relationships/diagramDrawing" Target="../diagrams/drawing36.xml"/><Relationship Id="rId2" Type="http://schemas.openxmlformats.org/officeDocument/2006/relationships/notesSlide" Target="../notesSlides/notesSlide32.xml"/><Relationship Id="rId1" Type="http://schemas.openxmlformats.org/officeDocument/2006/relationships/slideLayout" Target="../slideLayouts/slideLayout11.xml"/><Relationship Id="rId6" Type="http://schemas.openxmlformats.org/officeDocument/2006/relationships/diagramColors" Target="../diagrams/colors36.xml"/><Relationship Id="rId5" Type="http://schemas.openxmlformats.org/officeDocument/2006/relationships/diagramQuickStyle" Target="../diagrams/quickStyle36.xml"/><Relationship Id="rId4" Type="http://schemas.openxmlformats.org/officeDocument/2006/relationships/diagramLayout" Target="../diagrams/layout36.xml"/></Relationships>
</file>

<file path=ppt/slides/_rels/slide33.xml.rels><?xml version="1.0" encoding="UTF-8" standalone="yes"?>
<Relationships xmlns="http://schemas.openxmlformats.org/package/2006/relationships"><Relationship Id="rId3" Type="http://schemas.openxmlformats.org/officeDocument/2006/relationships/diagramData" Target="../diagrams/data37.xml"/><Relationship Id="rId7" Type="http://schemas.microsoft.com/office/2007/relationships/diagramDrawing" Target="../diagrams/drawing37.xml"/><Relationship Id="rId2" Type="http://schemas.openxmlformats.org/officeDocument/2006/relationships/notesSlide" Target="../notesSlides/notesSlide33.xml"/><Relationship Id="rId1" Type="http://schemas.openxmlformats.org/officeDocument/2006/relationships/slideLayout" Target="../slideLayouts/slideLayout11.xml"/><Relationship Id="rId6" Type="http://schemas.openxmlformats.org/officeDocument/2006/relationships/diagramColors" Target="../diagrams/colors37.xml"/><Relationship Id="rId5" Type="http://schemas.openxmlformats.org/officeDocument/2006/relationships/diagramQuickStyle" Target="../diagrams/quickStyle37.xml"/><Relationship Id="rId4" Type="http://schemas.openxmlformats.org/officeDocument/2006/relationships/diagramLayout" Target="../diagrams/layout37.xml"/></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38.xml"/><Relationship Id="rId7" Type="http://schemas.microsoft.com/office/2007/relationships/diagramDrawing" Target="../diagrams/drawing38.xml"/><Relationship Id="rId2" Type="http://schemas.openxmlformats.org/officeDocument/2006/relationships/notesSlide" Target="../notesSlides/notesSlide34.xml"/><Relationship Id="rId1" Type="http://schemas.openxmlformats.org/officeDocument/2006/relationships/slideLayout" Target="../slideLayouts/slideLayout11.xml"/><Relationship Id="rId6" Type="http://schemas.openxmlformats.org/officeDocument/2006/relationships/diagramColors" Target="../diagrams/colors38.xml"/><Relationship Id="rId5" Type="http://schemas.openxmlformats.org/officeDocument/2006/relationships/diagramQuickStyle" Target="../diagrams/quickStyle38.xml"/><Relationship Id="rId4" Type="http://schemas.openxmlformats.org/officeDocument/2006/relationships/diagramLayout" Target="../diagrams/layout38.xml"/></Relationships>
</file>

<file path=ppt/slides/_rels/slide35.xml.rels><?xml version="1.0" encoding="UTF-8" standalone="yes"?>
<Relationships xmlns="http://schemas.openxmlformats.org/package/2006/relationships"><Relationship Id="rId3" Type="http://schemas.openxmlformats.org/officeDocument/2006/relationships/diagramData" Target="../diagrams/data39.xml"/><Relationship Id="rId7" Type="http://schemas.microsoft.com/office/2007/relationships/diagramDrawing" Target="../diagrams/drawing39.xml"/><Relationship Id="rId2" Type="http://schemas.openxmlformats.org/officeDocument/2006/relationships/notesSlide" Target="../notesSlides/notesSlide35.xml"/><Relationship Id="rId1" Type="http://schemas.openxmlformats.org/officeDocument/2006/relationships/slideLayout" Target="../slideLayouts/slideLayout11.xml"/><Relationship Id="rId6" Type="http://schemas.openxmlformats.org/officeDocument/2006/relationships/diagramColors" Target="../diagrams/colors39.xml"/><Relationship Id="rId5" Type="http://schemas.openxmlformats.org/officeDocument/2006/relationships/diagramQuickStyle" Target="../diagrams/quickStyle39.xml"/><Relationship Id="rId4" Type="http://schemas.openxmlformats.org/officeDocument/2006/relationships/diagramLayout" Target="../diagrams/layout39.xml"/></Relationships>
</file>

<file path=ppt/slides/_rels/slide36.xml.rels><?xml version="1.0" encoding="UTF-8" standalone="yes"?>
<Relationships xmlns="http://schemas.openxmlformats.org/package/2006/relationships"><Relationship Id="rId3" Type="http://schemas.openxmlformats.org/officeDocument/2006/relationships/diagramData" Target="../diagrams/data40.xml"/><Relationship Id="rId7" Type="http://schemas.microsoft.com/office/2007/relationships/diagramDrawing" Target="../diagrams/drawing40.xml"/><Relationship Id="rId2" Type="http://schemas.openxmlformats.org/officeDocument/2006/relationships/notesSlide" Target="../notesSlides/notesSlide36.xml"/><Relationship Id="rId1" Type="http://schemas.openxmlformats.org/officeDocument/2006/relationships/slideLayout" Target="../slideLayouts/slideLayout11.xml"/><Relationship Id="rId6" Type="http://schemas.openxmlformats.org/officeDocument/2006/relationships/diagramColors" Target="../diagrams/colors40.xml"/><Relationship Id="rId5" Type="http://schemas.openxmlformats.org/officeDocument/2006/relationships/diagramQuickStyle" Target="../diagrams/quickStyle40.xml"/><Relationship Id="rId4" Type="http://schemas.openxmlformats.org/officeDocument/2006/relationships/diagramLayout" Target="../diagrams/layout40.xml"/></Relationships>
</file>

<file path=ppt/slides/_rels/slide37.xml.rels><?xml version="1.0" encoding="UTF-8" standalone="yes"?>
<Relationships xmlns="http://schemas.openxmlformats.org/package/2006/relationships"><Relationship Id="rId3" Type="http://schemas.openxmlformats.org/officeDocument/2006/relationships/diagramData" Target="../diagrams/data41.xml"/><Relationship Id="rId7" Type="http://schemas.microsoft.com/office/2007/relationships/diagramDrawing" Target="../diagrams/drawing41.xml"/><Relationship Id="rId2" Type="http://schemas.openxmlformats.org/officeDocument/2006/relationships/notesSlide" Target="../notesSlides/notesSlide37.xml"/><Relationship Id="rId1" Type="http://schemas.openxmlformats.org/officeDocument/2006/relationships/slideLayout" Target="../slideLayouts/slideLayout11.xml"/><Relationship Id="rId6" Type="http://schemas.openxmlformats.org/officeDocument/2006/relationships/diagramColors" Target="../diagrams/colors41.xml"/><Relationship Id="rId5" Type="http://schemas.openxmlformats.org/officeDocument/2006/relationships/diagramQuickStyle" Target="../diagrams/quickStyle41.xml"/><Relationship Id="rId4" Type="http://schemas.openxmlformats.org/officeDocument/2006/relationships/diagramLayout" Target="../diagrams/layout4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diagramData" Target="../diagrams/data42.xml"/><Relationship Id="rId7" Type="http://schemas.microsoft.com/office/2007/relationships/diagramDrawing" Target="../diagrams/drawing42.xml"/><Relationship Id="rId2" Type="http://schemas.openxmlformats.org/officeDocument/2006/relationships/notesSlide" Target="../notesSlides/notesSlide39.xml"/><Relationship Id="rId1" Type="http://schemas.openxmlformats.org/officeDocument/2006/relationships/slideLayout" Target="../slideLayouts/slideLayout12.xml"/><Relationship Id="rId6" Type="http://schemas.openxmlformats.org/officeDocument/2006/relationships/diagramColors" Target="../diagrams/colors42.xml"/><Relationship Id="rId5" Type="http://schemas.openxmlformats.org/officeDocument/2006/relationships/diagramQuickStyle" Target="../diagrams/quickStyle42.xml"/><Relationship Id="rId4" Type="http://schemas.openxmlformats.org/officeDocument/2006/relationships/diagramLayout" Target="../diagrams/layout42.xml"/></Relationships>
</file>

<file path=ppt/slides/_rels/slide40.xml.rels><?xml version="1.0" encoding="UTF-8" standalone="yes"?>
<Relationships xmlns="http://schemas.openxmlformats.org/package/2006/relationships"><Relationship Id="rId3" Type="http://schemas.openxmlformats.org/officeDocument/2006/relationships/diagramData" Target="../diagrams/data43.xml"/><Relationship Id="rId7" Type="http://schemas.microsoft.com/office/2007/relationships/diagramDrawing" Target="../diagrams/drawing43.xml"/><Relationship Id="rId2" Type="http://schemas.openxmlformats.org/officeDocument/2006/relationships/notesSlide" Target="../notesSlides/notesSlide40.xml"/><Relationship Id="rId1" Type="http://schemas.openxmlformats.org/officeDocument/2006/relationships/slideLayout" Target="../slideLayouts/slideLayout12.xml"/><Relationship Id="rId6" Type="http://schemas.openxmlformats.org/officeDocument/2006/relationships/diagramColors" Target="../diagrams/colors43.xml"/><Relationship Id="rId5" Type="http://schemas.openxmlformats.org/officeDocument/2006/relationships/diagramQuickStyle" Target="../diagrams/quickStyle43.xml"/><Relationship Id="rId4" Type="http://schemas.openxmlformats.org/officeDocument/2006/relationships/diagramLayout" Target="../diagrams/layout43.xml"/></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44.xml"/><Relationship Id="rId7" Type="http://schemas.microsoft.com/office/2007/relationships/diagramDrawing" Target="../diagrams/drawing44.xml"/><Relationship Id="rId2" Type="http://schemas.openxmlformats.org/officeDocument/2006/relationships/notesSlide" Target="../notesSlides/notesSlide41.xml"/><Relationship Id="rId1" Type="http://schemas.openxmlformats.org/officeDocument/2006/relationships/slideLayout" Target="../slideLayouts/slideLayout12.xml"/><Relationship Id="rId6" Type="http://schemas.openxmlformats.org/officeDocument/2006/relationships/diagramColors" Target="../diagrams/colors44.xml"/><Relationship Id="rId5" Type="http://schemas.openxmlformats.org/officeDocument/2006/relationships/diagramQuickStyle" Target="../diagrams/quickStyle44.xml"/><Relationship Id="rId4" Type="http://schemas.openxmlformats.org/officeDocument/2006/relationships/diagramLayout" Target="../diagrams/layout44.xml"/></Relationships>
</file>

<file path=ppt/slides/_rels/slide42.xml.rels><?xml version="1.0" encoding="UTF-8" standalone="yes"?>
<Relationships xmlns="http://schemas.openxmlformats.org/package/2006/relationships"><Relationship Id="rId3" Type="http://schemas.openxmlformats.org/officeDocument/2006/relationships/diagramData" Target="../diagrams/data45.xml"/><Relationship Id="rId7" Type="http://schemas.microsoft.com/office/2007/relationships/diagramDrawing" Target="../diagrams/drawing45.xml"/><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diagramColors" Target="../diagrams/colors45.xml"/><Relationship Id="rId5" Type="http://schemas.openxmlformats.org/officeDocument/2006/relationships/diagramQuickStyle" Target="../diagrams/quickStyle45.xml"/><Relationship Id="rId4" Type="http://schemas.openxmlformats.org/officeDocument/2006/relationships/diagramLayout" Target="../diagrams/layout45.xml"/></Relationships>
</file>

<file path=ppt/slides/_rels/slide43.xml.rels><?xml version="1.0" encoding="UTF-8" standalone="yes"?>
<Relationships xmlns="http://schemas.openxmlformats.org/package/2006/relationships"><Relationship Id="rId3" Type="http://schemas.openxmlformats.org/officeDocument/2006/relationships/diagramData" Target="../diagrams/data46.xml"/><Relationship Id="rId7" Type="http://schemas.microsoft.com/office/2007/relationships/diagramDrawing" Target="../diagrams/drawing46.xml"/><Relationship Id="rId2" Type="http://schemas.openxmlformats.org/officeDocument/2006/relationships/notesSlide" Target="../notesSlides/notesSlide43.xml"/><Relationship Id="rId1" Type="http://schemas.openxmlformats.org/officeDocument/2006/relationships/slideLayout" Target="../slideLayouts/slideLayout12.xml"/><Relationship Id="rId6" Type="http://schemas.openxmlformats.org/officeDocument/2006/relationships/diagramColors" Target="../diagrams/colors46.xml"/><Relationship Id="rId5" Type="http://schemas.openxmlformats.org/officeDocument/2006/relationships/diagramQuickStyle" Target="../diagrams/quickStyle46.xml"/><Relationship Id="rId4" Type="http://schemas.openxmlformats.org/officeDocument/2006/relationships/diagramLayout" Target="../diagrams/layout46.xml"/></Relationships>
</file>

<file path=ppt/slides/_rels/slide44.xml.rels><?xml version="1.0" encoding="UTF-8" standalone="yes"?>
<Relationships xmlns="http://schemas.openxmlformats.org/package/2006/relationships"><Relationship Id="rId3" Type="http://schemas.openxmlformats.org/officeDocument/2006/relationships/diagramData" Target="../diagrams/data47.xml"/><Relationship Id="rId7" Type="http://schemas.microsoft.com/office/2007/relationships/diagramDrawing" Target="../diagrams/drawing47.xml"/><Relationship Id="rId2" Type="http://schemas.openxmlformats.org/officeDocument/2006/relationships/notesSlide" Target="../notesSlides/notesSlide44.xml"/><Relationship Id="rId1" Type="http://schemas.openxmlformats.org/officeDocument/2006/relationships/slideLayout" Target="../slideLayouts/slideLayout12.xml"/><Relationship Id="rId6" Type="http://schemas.openxmlformats.org/officeDocument/2006/relationships/diagramColors" Target="../diagrams/colors47.xml"/><Relationship Id="rId5" Type="http://schemas.openxmlformats.org/officeDocument/2006/relationships/diagramQuickStyle" Target="../diagrams/quickStyle47.xml"/><Relationship Id="rId4" Type="http://schemas.openxmlformats.org/officeDocument/2006/relationships/diagramLayout" Target="../diagrams/layout47.xml"/></Relationships>
</file>

<file path=ppt/slides/_rels/slide45.xml.rels><?xml version="1.0" encoding="UTF-8" standalone="yes"?>
<Relationships xmlns="http://schemas.openxmlformats.org/package/2006/relationships"><Relationship Id="rId3" Type="http://schemas.openxmlformats.org/officeDocument/2006/relationships/diagramData" Target="../diagrams/data48.xml"/><Relationship Id="rId7" Type="http://schemas.microsoft.com/office/2007/relationships/diagramDrawing" Target="../diagrams/drawing48.xml"/><Relationship Id="rId2" Type="http://schemas.openxmlformats.org/officeDocument/2006/relationships/notesSlide" Target="../notesSlides/notesSlide45.xml"/><Relationship Id="rId1" Type="http://schemas.openxmlformats.org/officeDocument/2006/relationships/slideLayout" Target="../slideLayouts/slideLayout12.xml"/><Relationship Id="rId6" Type="http://schemas.openxmlformats.org/officeDocument/2006/relationships/diagramColors" Target="../diagrams/colors48.xml"/><Relationship Id="rId5" Type="http://schemas.openxmlformats.org/officeDocument/2006/relationships/diagramQuickStyle" Target="../diagrams/quickStyle48.xml"/><Relationship Id="rId4" Type="http://schemas.openxmlformats.org/officeDocument/2006/relationships/diagramLayout" Target="../diagrams/layout48.xml"/></Relationships>
</file>

<file path=ppt/slides/_rels/slide46.xml.rels><?xml version="1.0" encoding="UTF-8" standalone="yes"?>
<Relationships xmlns="http://schemas.openxmlformats.org/package/2006/relationships"><Relationship Id="rId3" Type="http://schemas.openxmlformats.org/officeDocument/2006/relationships/diagramData" Target="../diagrams/data49.xml"/><Relationship Id="rId7" Type="http://schemas.microsoft.com/office/2007/relationships/diagramDrawing" Target="../diagrams/drawing49.xml"/><Relationship Id="rId2" Type="http://schemas.openxmlformats.org/officeDocument/2006/relationships/notesSlide" Target="../notesSlides/notesSlide46.xml"/><Relationship Id="rId1" Type="http://schemas.openxmlformats.org/officeDocument/2006/relationships/slideLayout" Target="../slideLayouts/slideLayout12.xml"/><Relationship Id="rId6" Type="http://schemas.openxmlformats.org/officeDocument/2006/relationships/diagramColors" Target="../diagrams/colors49.xml"/><Relationship Id="rId5" Type="http://schemas.openxmlformats.org/officeDocument/2006/relationships/diagramQuickStyle" Target="../diagrams/quickStyle49.xml"/><Relationship Id="rId4" Type="http://schemas.openxmlformats.org/officeDocument/2006/relationships/diagramLayout" Target="../diagrams/layout49.xml"/></Relationships>
</file>

<file path=ppt/slides/_rels/slide47.xml.rels><?xml version="1.0" encoding="UTF-8" standalone="yes"?>
<Relationships xmlns="http://schemas.openxmlformats.org/package/2006/relationships"><Relationship Id="rId3" Type="http://schemas.openxmlformats.org/officeDocument/2006/relationships/diagramData" Target="../diagrams/data50.xml"/><Relationship Id="rId7" Type="http://schemas.microsoft.com/office/2007/relationships/diagramDrawing" Target="../diagrams/drawing50.xml"/><Relationship Id="rId2" Type="http://schemas.openxmlformats.org/officeDocument/2006/relationships/notesSlide" Target="../notesSlides/notesSlide47.xml"/><Relationship Id="rId1" Type="http://schemas.openxmlformats.org/officeDocument/2006/relationships/slideLayout" Target="../slideLayouts/slideLayout12.xml"/><Relationship Id="rId6" Type="http://schemas.openxmlformats.org/officeDocument/2006/relationships/diagramColors" Target="../diagrams/colors50.xml"/><Relationship Id="rId5" Type="http://schemas.openxmlformats.org/officeDocument/2006/relationships/diagramQuickStyle" Target="../diagrams/quickStyle50.xml"/><Relationship Id="rId4" Type="http://schemas.openxmlformats.org/officeDocument/2006/relationships/diagramLayout" Target="../diagrams/layout50.xml"/></Relationships>
</file>

<file path=ppt/slides/_rels/slide48.xml.rels><?xml version="1.0" encoding="UTF-8" standalone="yes"?>
<Relationships xmlns="http://schemas.openxmlformats.org/package/2006/relationships"><Relationship Id="rId3" Type="http://schemas.openxmlformats.org/officeDocument/2006/relationships/diagramData" Target="../diagrams/data51.xml"/><Relationship Id="rId7" Type="http://schemas.microsoft.com/office/2007/relationships/diagramDrawing" Target="../diagrams/drawing51.xml"/><Relationship Id="rId2" Type="http://schemas.openxmlformats.org/officeDocument/2006/relationships/notesSlide" Target="../notesSlides/notesSlide48.xml"/><Relationship Id="rId1" Type="http://schemas.openxmlformats.org/officeDocument/2006/relationships/slideLayout" Target="../slideLayouts/slideLayout12.xml"/><Relationship Id="rId6" Type="http://schemas.openxmlformats.org/officeDocument/2006/relationships/diagramColors" Target="../diagrams/colors51.xml"/><Relationship Id="rId5" Type="http://schemas.openxmlformats.org/officeDocument/2006/relationships/diagramQuickStyle" Target="../diagrams/quickStyle51.xml"/><Relationship Id="rId4" Type="http://schemas.openxmlformats.org/officeDocument/2006/relationships/diagramLayout" Target="../diagrams/layout51.xml"/></Relationships>
</file>

<file path=ppt/slides/_rels/slide49.xml.rels><?xml version="1.0" encoding="UTF-8" standalone="yes"?>
<Relationships xmlns="http://schemas.openxmlformats.org/package/2006/relationships"><Relationship Id="rId3" Type="http://schemas.openxmlformats.org/officeDocument/2006/relationships/diagramData" Target="../diagrams/data52.xml"/><Relationship Id="rId7" Type="http://schemas.microsoft.com/office/2007/relationships/diagramDrawing" Target="../diagrams/drawing52.xml"/><Relationship Id="rId2" Type="http://schemas.openxmlformats.org/officeDocument/2006/relationships/notesSlide" Target="../notesSlides/notesSlide49.xml"/><Relationship Id="rId1" Type="http://schemas.openxmlformats.org/officeDocument/2006/relationships/slideLayout" Target="../slideLayouts/slideLayout12.xml"/><Relationship Id="rId6" Type="http://schemas.openxmlformats.org/officeDocument/2006/relationships/diagramColors" Target="../diagrams/colors52.xml"/><Relationship Id="rId5" Type="http://schemas.openxmlformats.org/officeDocument/2006/relationships/diagramQuickStyle" Target="../diagrams/quickStyle52.xml"/><Relationship Id="rId4" Type="http://schemas.openxmlformats.org/officeDocument/2006/relationships/diagramLayout" Target="../diagrams/layout52.xml"/></Relationships>
</file>

<file path=ppt/slides/_rels/slide50.xml.rels><?xml version="1.0" encoding="UTF-8" standalone="yes"?>
<Relationships xmlns="http://schemas.openxmlformats.org/package/2006/relationships"><Relationship Id="rId3" Type="http://schemas.openxmlformats.org/officeDocument/2006/relationships/diagramData" Target="../diagrams/data53.xml"/><Relationship Id="rId7" Type="http://schemas.microsoft.com/office/2007/relationships/diagramDrawing" Target="../diagrams/drawing53.xml"/><Relationship Id="rId2" Type="http://schemas.openxmlformats.org/officeDocument/2006/relationships/notesSlide" Target="../notesSlides/notesSlide50.xml"/><Relationship Id="rId1" Type="http://schemas.openxmlformats.org/officeDocument/2006/relationships/slideLayout" Target="../slideLayouts/slideLayout12.xml"/><Relationship Id="rId6" Type="http://schemas.openxmlformats.org/officeDocument/2006/relationships/diagramColors" Target="../diagrams/colors53.xml"/><Relationship Id="rId5" Type="http://schemas.openxmlformats.org/officeDocument/2006/relationships/diagramQuickStyle" Target="../diagrams/quickStyle53.xml"/><Relationship Id="rId4" Type="http://schemas.openxmlformats.org/officeDocument/2006/relationships/diagramLayout" Target="../diagrams/layout53.xml"/></Relationships>
</file>

<file path=ppt/slides/_rels/slide51.xml.rels><?xml version="1.0" encoding="UTF-8" standalone="yes"?>
<Relationships xmlns="http://schemas.openxmlformats.org/package/2006/relationships"><Relationship Id="rId3" Type="http://schemas.openxmlformats.org/officeDocument/2006/relationships/diagramData" Target="../diagrams/data54.xml"/><Relationship Id="rId7" Type="http://schemas.microsoft.com/office/2007/relationships/diagramDrawing" Target="../diagrams/drawing54.xml"/><Relationship Id="rId2" Type="http://schemas.openxmlformats.org/officeDocument/2006/relationships/notesSlide" Target="../notesSlides/notesSlide51.xml"/><Relationship Id="rId1" Type="http://schemas.openxmlformats.org/officeDocument/2006/relationships/slideLayout" Target="../slideLayouts/slideLayout12.xml"/><Relationship Id="rId6" Type="http://schemas.openxmlformats.org/officeDocument/2006/relationships/diagramColors" Target="../diagrams/colors54.xml"/><Relationship Id="rId5" Type="http://schemas.openxmlformats.org/officeDocument/2006/relationships/diagramQuickStyle" Target="../diagrams/quickStyle54.xml"/><Relationship Id="rId4" Type="http://schemas.openxmlformats.org/officeDocument/2006/relationships/diagramLayout" Target="../diagrams/layout54.xml"/></Relationships>
</file>

<file path=ppt/slides/_rels/slide52.xml.rels><?xml version="1.0" encoding="UTF-8" standalone="yes"?>
<Relationships xmlns="http://schemas.openxmlformats.org/package/2006/relationships"><Relationship Id="rId3" Type="http://schemas.openxmlformats.org/officeDocument/2006/relationships/diagramData" Target="../diagrams/data55.xml"/><Relationship Id="rId7" Type="http://schemas.microsoft.com/office/2007/relationships/diagramDrawing" Target="../diagrams/drawing55.xml"/><Relationship Id="rId2" Type="http://schemas.openxmlformats.org/officeDocument/2006/relationships/notesSlide" Target="../notesSlides/notesSlide52.xml"/><Relationship Id="rId1" Type="http://schemas.openxmlformats.org/officeDocument/2006/relationships/slideLayout" Target="../slideLayouts/slideLayout12.xml"/><Relationship Id="rId6" Type="http://schemas.openxmlformats.org/officeDocument/2006/relationships/diagramColors" Target="../diagrams/colors55.xml"/><Relationship Id="rId5" Type="http://schemas.openxmlformats.org/officeDocument/2006/relationships/diagramQuickStyle" Target="../diagrams/quickStyle55.xml"/><Relationship Id="rId4" Type="http://schemas.openxmlformats.org/officeDocument/2006/relationships/diagramLayout" Target="../diagrams/layout55.xml"/></Relationships>
</file>

<file path=ppt/slides/_rels/slide53.xml.rels><?xml version="1.0" encoding="UTF-8" standalone="yes"?>
<Relationships xmlns="http://schemas.openxmlformats.org/package/2006/relationships"><Relationship Id="rId3" Type="http://schemas.openxmlformats.org/officeDocument/2006/relationships/diagramData" Target="../diagrams/data56.xml"/><Relationship Id="rId7" Type="http://schemas.microsoft.com/office/2007/relationships/diagramDrawing" Target="../diagrams/drawing56.xml"/><Relationship Id="rId2" Type="http://schemas.openxmlformats.org/officeDocument/2006/relationships/notesSlide" Target="../notesSlides/notesSlide53.xml"/><Relationship Id="rId1" Type="http://schemas.openxmlformats.org/officeDocument/2006/relationships/slideLayout" Target="../slideLayouts/slideLayout12.xml"/><Relationship Id="rId6" Type="http://schemas.openxmlformats.org/officeDocument/2006/relationships/diagramColors" Target="../diagrams/colors56.xml"/><Relationship Id="rId5" Type="http://schemas.openxmlformats.org/officeDocument/2006/relationships/diagramQuickStyle" Target="../diagrams/quickStyle56.xml"/><Relationship Id="rId4" Type="http://schemas.openxmlformats.org/officeDocument/2006/relationships/diagramLayout" Target="../diagrams/layout56.xml"/></Relationships>
</file>

<file path=ppt/slides/_rels/slide54.xml.rels><?xml version="1.0" encoding="UTF-8" standalone="yes"?>
<Relationships xmlns="http://schemas.openxmlformats.org/package/2006/relationships"><Relationship Id="rId3" Type="http://schemas.openxmlformats.org/officeDocument/2006/relationships/diagramData" Target="../diagrams/data57.xml"/><Relationship Id="rId7" Type="http://schemas.microsoft.com/office/2007/relationships/diagramDrawing" Target="../diagrams/drawing57.xml"/><Relationship Id="rId2" Type="http://schemas.openxmlformats.org/officeDocument/2006/relationships/notesSlide" Target="../notesSlides/notesSlide54.xml"/><Relationship Id="rId1" Type="http://schemas.openxmlformats.org/officeDocument/2006/relationships/slideLayout" Target="../slideLayouts/slideLayout12.xml"/><Relationship Id="rId6" Type="http://schemas.openxmlformats.org/officeDocument/2006/relationships/diagramColors" Target="../diagrams/colors57.xml"/><Relationship Id="rId5" Type="http://schemas.openxmlformats.org/officeDocument/2006/relationships/diagramQuickStyle" Target="../diagrams/quickStyle57.xml"/><Relationship Id="rId4" Type="http://schemas.openxmlformats.org/officeDocument/2006/relationships/diagramLayout" Target="../diagrams/layout57.xml"/></Relationships>
</file>

<file path=ppt/slides/_rels/slide55.xml.rels><?xml version="1.0" encoding="UTF-8" standalone="yes"?>
<Relationships xmlns="http://schemas.openxmlformats.org/package/2006/relationships"><Relationship Id="rId3" Type="http://schemas.openxmlformats.org/officeDocument/2006/relationships/diagramData" Target="../diagrams/data58.xml"/><Relationship Id="rId7" Type="http://schemas.microsoft.com/office/2007/relationships/diagramDrawing" Target="../diagrams/drawing58.xml"/><Relationship Id="rId2" Type="http://schemas.openxmlformats.org/officeDocument/2006/relationships/notesSlide" Target="../notesSlides/notesSlide55.xml"/><Relationship Id="rId1" Type="http://schemas.openxmlformats.org/officeDocument/2006/relationships/slideLayout" Target="../slideLayouts/slideLayout12.xml"/><Relationship Id="rId6" Type="http://schemas.openxmlformats.org/officeDocument/2006/relationships/diagramColors" Target="../diagrams/colors58.xml"/><Relationship Id="rId5" Type="http://schemas.openxmlformats.org/officeDocument/2006/relationships/diagramQuickStyle" Target="../diagrams/quickStyle58.xml"/><Relationship Id="rId4" Type="http://schemas.openxmlformats.org/officeDocument/2006/relationships/diagramLayout" Target="../diagrams/layout58.xml"/></Relationships>
</file>

<file path=ppt/slides/_rels/slide56.xml.rels><?xml version="1.0" encoding="UTF-8" standalone="yes"?>
<Relationships xmlns="http://schemas.openxmlformats.org/package/2006/relationships"><Relationship Id="rId3" Type="http://schemas.openxmlformats.org/officeDocument/2006/relationships/diagramData" Target="../diagrams/data59.xml"/><Relationship Id="rId7" Type="http://schemas.microsoft.com/office/2007/relationships/diagramDrawing" Target="../diagrams/drawing59.xml"/><Relationship Id="rId2" Type="http://schemas.openxmlformats.org/officeDocument/2006/relationships/notesSlide" Target="../notesSlides/notesSlide56.xml"/><Relationship Id="rId1" Type="http://schemas.openxmlformats.org/officeDocument/2006/relationships/slideLayout" Target="../slideLayouts/slideLayout12.xml"/><Relationship Id="rId6" Type="http://schemas.openxmlformats.org/officeDocument/2006/relationships/diagramColors" Target="../diagrams/colors59.xml"/><Relationship Id="rId5" Type="http://schemas.openxmlformats.org/officeDocument/2006/relationships/diagramQuickStyle" Target="../diagrams/quickStyle59.xml"/><Relationship Id="rId4" Type="http://schemas.openxmlformats.org/officeDocument/2006/relationships/diagramLayout" Target="../diagrams/layout59.xml"/></Relationships>
</file>

<file path=ppt/slides/_rels/slide57.xml.rels><?xml version="1.0" encoding="UTF-8" standalone="yes"?>
<Relationships xmlns="http://schemas.openxmlformats.org/package/2006/relationships"><Relationship Id="rId3" Type="http://schemas.openxmlformats.org/officeDocument/2006/relationships/diagramData" Target="../diagrams/data60.xml"/><Relationship Id="rId7" Type="http://schemas.microsoft.com/office/2007/relationships/diagramDrawing" Target="../diagrams/drawing60.xml"/><Relationship Id="rId2" Type="http://schemas.openxmlformats.org/officeDocument/2006/relationships/notesSlide" Target="../notesSlides/notesSlide57.xml"/><Relationship Id="rId1" Type="http://schemas.openxmlformats.org/officeDocument/2006/relationships/slideLayout" Target="../slideLayouts/slideLayout12.xml"/><Relationship Id="rId6" Type="http://schemas.openxmlformats.org/officeDocument/2006/relationships/diagramColors" Target="../diagrams/colors60.xml"/><Relationship Id="rId5" Type="http://schemas.openxmlformats.org/officeDocument/2006/relationships/diagramQuickStyle" Target="../diagrams/quickStyle60.xml"/><Relationship Id="rId4" Type="http://schemas.openxmlformats.org/officeDocument/2006/relationships/diagramLayout" Target="../diagrams/layout60.xml"/></Relationships>
</file>

<file path=ppt/slides/_rels/slide58.xml.rels><?xml version="1.0" encoding="UTF-8" standalone="yes"?>
<Relationships xmlns="http://schemas.openxmlformats.org/package/2006/relationships"><Relationship Id="rId3" Type="http://schemas.openxmlformats.org/officeDocument/2006/relationships/diagramData" Target="../diagrams/data61.xml"/><Relationship Id="rId7" Type="http://schemas.microsoft.com/office/2007/relationships/diagramDrawing" Target="../diagrams/drawing61.xml"/><Relationship Id="rId2" Type="http://schemas.openxmlformats.org/officeDocument/2006/relationships/notesSlide" Target="../notesSlides/notesSlide58.xml"/><Relationship Id="rId1" Type="http://schemas.openxmlformats.org/officeDocument/2006/relationships/slideLayout" Target="../slideLayouts/slideLayout12.xml"/><Relationship Id="rId6" Type="http://schemas.openxmlformats.org/officeDocument/2006/relationships/diagramColors" Target="../diagrams/colors61.xml"/><Relationship Id="rId5" Type="http://schemas.openxmlformats.org/officeDocument/2006/relationships/diagramQuickStyle" Target="../diagrams/quickStyle61.xml"/><Relationship Id="rId4" Type="http://schemas.openxmlformats.org/officeDocument/2006/relationships/diagramLayout" Target="../diagrams/layout61.xml"/></Relationships>
</file>

<file path=ppt/slides/_rels/slide59.xml.rels><?xml version="1.0" encoding="UTF-8" standalone="yes"?>
<Relationships xmlns="http://schemas.openxmlformats.org/package/2006/relationships"><Relationship Id="rId3" Type="http://schemas.openxmlformats.org/officeDocument/2006/relationships/diagramData" Target="../diagrams/data62.xml"/><Relationship Id="rId7" Type="http://schemas.microsoft.com/office/2007/relationships/diagramDrawing" Target="../diagrams/drawing62.xml"/><Relationship Id="rId2" Type="http://schemas.openxmlformats.org/officeDocument/2006/relationships/notesSlide" Target="../notesSlides/notesSlide59.xml"/><Relationship Id="rId1" Type="http://schemas.openxmlformats.org/officeDocument/2006/relationships/slideLayout" Target="../slideLayouts/slideLayout12.xml"/><Relationship Id="rId6" Type="http://schemas.openxmlformats.org/officeDocument/2006/relationships/diagramColors" Target="../diagrams/colors62.xml"/><Relationship Id="rId5" Type="http://schemas.openxmlformats.org/officeDocument/2006/relationships/diagramQuickStyle" Target="../diagrams/quickStyle62.xml"/><Relationship Id="rId4" Type="http://schemas.openxmlformats.org/officeDocument/2006/relationships/diagramLayout" Target="../diagrams/layout62.xml"/></Relationships>
</file>

<file path=ppt/slides/_rels/slide60.xml.rels><?xml version="1.0" encoding="UTF-8" standalone="yes"?>
<Relationships xmlns="http://schemas.openxmlformats.org/package/2006/relationships"><Relationship Id="rId3" Type="http://schemas.openxmlformats.org/officeDocument/2006/relationships/diagramData" Target="../diagrams/data63.xml"/><Relationship Id="rId7" Type="http://schemas.microsoft.com/office/2007/relationships/diagramDrawing" Target="../diagrams/drawing63.xml"/><Relationship Id="rId2" Type="http://schemas.openxmlformats.org/officeDocument/2006/relationships/notesSlide" Target="../notesSlides/notesSlide60.xml"/><Relationship Id="rId1" Type="http://schemas.openxmlformats.org/officeDocument/2006/relationships/slideLayout" Target="../slideLayouts/slideLayout12.xml"/><Relationship Id="rId6" Type="http://schemas.openxmlformats.org/officeDocument/2006/relationships/diagramColors" Target="../diagrams/colors63.xml"/><Relationship Id="rId5" Type="http://schemas.openxmlformats.org/officeDocument/2006/relationships/diagramQuickStyle" Target="../diagrams/quickStyle63.xml"/><Relationship Id="rId4" Type="http://schemas.openxmlformats.org/officeDocument/2006/relationships/diagramLayout" Target="../diagrams/layout63.xml"/></Relationships>
</file>

<file path=ppt/slides/_rels/slide61.xml.rels><?xml version="1.0" encoding="UTF-8" standalone="yes"?>
<Relationships xmlns="http://schemas.openxmlformats.org/package/2006/relationships"><Relationship Id="rId3" Type="http://schemas.openxmlformats.org/officeDocument/2006/relationships/diagramData" Target="../diagrams/data64.xml"/><Relationship Id="rId7" Type="http://schemas.microsoft.com/office/2007/relationships/diagramDrawing" Target="../diagrams/drawing64.xml"/><Relationship Id="rId2" Type="http://schemas.openxmlformats.org/officeDocument/2006/relationships/notesSlide" Target="../notesSlides/notesSlide61.xml"/><Relationship Id="rId1" Type="http://schemas.openxmlformats.org/officeDocument/2006/relationships/slideLayout" Target="../slideLayouts/slideLayout12.xml"/><Relationship Id="rId6" Type="http://schemas.openxmlformats.org/officeDocument/2006/relationships/diagramColors" Target="../diagrams/colors64.xml"/><Relationship Id="rId5" Type="http://schemas.openxmlformats.org/officeDocument/2006/relationships/diagramQuickStyle" Target="../diagrams/quickStyle64.xml"/><Relationship Id="rId4" Type="http://schemas.openxmlformats.org/officeDocument/2006/relationships/diagramLayout" Target="../diagrams/layout64.xml"/></Relationships>
</file>

<file path=ppt/slides/_rels/slide62.xml.rels><?xml version="1.0" encoding="UTF-8" standalone="yes"?>
<Relationships xmlns="http://schemas.openxmlformats.org/package/2006/relationships"><Relationship Id="rId3" Type="http://schemas.openxmlformats.org/officeDocument/2006/relationships/diagramData" Target="../diagrams/data65.xml"/><Relationship Id="rId7" Type="http://schemas.microsoft.com/office/2007/relationships/diagramDrawing" Target="../diagrams/drawing65.xml"/><Relationship Id="rId2" Type="http://schemas.openxmlformats.org/officeDocument/2006/relationships/notesSlide" Target="../notesSlides/notesSlide62.xml"/><Relationship Id="rId1" Type="http://schemas.openxmlformats.org/officeDocument/2006/relationships/slideLayout" Target="../slideLayouts/slideLayout12.xml"/><Relationship Id="rId6" Type="http://schemas.openxmlformats.org/officeDocument/2006/relationships/diagramColors" Target="../diagrams/colors65.xml"/><Relationship Id="rId5" Type="http://schemas.openxmlformats.org/officeDocument/2006/relationships/diagramQuickStyle" Target="../diagrams/quickStyle65.xml"/><Relationship Id="rId4" Type="http://schemas.openxmlformats.org/officeDocument/2006/relationships/diagramLayout" Target="../diagrams/layout65.xml"/></Relationships>
</file>

<file path=ppt/slides/_rels/slide63.xml.rels><?xml version="1.0" encoding="UTF-8" standalone="yes"?>
<Relationships xmlns="http://schemas.openxmlformats.org/package/2006/relationships"><Relationship Id="rId3" Type="http://schemas.openxmlformats.org/officeDocument/2006/relationships/diagramData" Target="../diagrams/data66.xml"/><Relationship Id="rId7" Type="http://schemas.microsoft.com/office/2007/relationships/diagramDrawing" Target="../diagrams/drawing66.xml"/><Relationship Id="rId2" Type="http://schemas.openxmlformats.org/officeDocument/2006/relationships/notesSlide" Target="../notesSlides/notesSlide63.xml"/><Relationship Id="rId1" Type="http://schemas.openxmlformats.org/officeDocument/2006/relationships/slideLayout" Target="../slideLayouts/slideLayout12.xml"/><Relationship Id="rId6" Type="http://schemas.openxmlformats.org/officeDocument/2006/relationships/diagramColors" Target="../diagrams/colors66.xml"/><Relationship Id="rId5" Type="http://schemas.openxmlformats.org/officeDocument/2006/relationships/diagramQuickStyle" Target="../diagrams/quickStyle66.xml"/><Relationship Id="rId4" Type="http://schemas.openxmlformats.org/officeDocument/2006/relationships/diagramLayout" Target="../diagrams/layout66.xml"/></Relationships>
</file>

<file path=ppt/slides/_rels/slide64.xml.rels><?xml version="1.0" encoding="UTF-8" standalone="yes"?>
<Relationships xmlns="http://schemas.openxmlformats.org/package/2006/relationships"><Relationship Id="rId3" Type="http://schemas.openxmlformats.org/officeDocument/2006/relationships/diagramData" Target="../diagrams/data67.xml"/><Relationship Id="rId7" Type="http://schemas.microsoft.com/office/2007/relationships/diagramDrawing" Target="../diagrams/drawing67.xml"/><Relationship Id="rId2" Type="http://schemas.openxmlformats.org/officeDocument/2006/relationships/notesSlide" Target="../notesSlides/notesSlide64.xml"/><Relationship Id="rId1" Type="http://schemas.openxmlformats.org/officeDocument/2006/relationships/slideLayout" Target="../slideLayouts/slideLayout12.xml"/><Relationship Id="rId6" Type="http://schemas.openxmlformats.org/officeDocument/2006/relationships/diagramColors" Target="../diagrams/colors67.xml"/><Relationship Id="rId5" Type="http://schemas.openxmlformats.org/officeDocument/2006/relationships/diagramQuickStyle" Target="../diagrams/quickStyle67.xml"/><Relationship Id="rId4" Type="http://schemas.openxmlformats.org/officeDocument/2006/relationships/diagramLayout" Target="../diagrams/layout67.xml"/></Relationships>
</file>

<file path=ppt/slides/_rels/slide65.xml.rels><?xml version="1.0" encoding="UTF-8" standalone="yes"?>
<Relationships xmlns="http://schemas.openxmlformats.org/package/2006/relationships"><Relationship Id="rId3" Type="http://schemas.openxmlformats.org/officeDocument/2006/relationships/diagramData" Target="../diagrams/data68.xml"/><Relationship Id="rId7" Type="http://schemas.microsoft.com/office/2007/relationships/diagramDrawing" Target="../diagrams/drawing68.xml"/><Relationship Id="rId2" Type="http://schemas.openxmlformats.org/officeDocument/2006/relationships/notesSlide" Target="../notesSlides/notesSlide65.xml"/><Relationship Id="rId1" Type="http://schemas.openxmlformats.org/officeDocument/2006/relationships/slideLayout" Target="../slideLayouts/slideLayout12.xml"/><Relationship Id="rId6" Type="http://schemas.openxmlformats.org/officeDocument/2006/relationships/diagramColors" Target="../diagrams/colors68.xml"/><Relationship Id="rId5" Type="http://schemas.openxmlformats.org/officeDocument/2006/relationships/diagramQuickStyle" Target="../diagrams/quickStyle68.xml"/><Relationship Id="rId4" Type="http://schemas.openxmlformats.org/officeDocument/2006/relationships/diagramLayout" Target="../diagrams/layout68.xml"/></Relationships>
</file>

<file path=ppt/slides/_rels/slide66.xml.rels><?xml version="1.0" encoding="UTF-8" standalone="yes"?>
<Relationships xmlns="http://schemas.openxmlformats.org/package/2006/relationships"><Relationship Id="rId3" Type="http://schemas.openxmlformats.org/officeDocument/2006/relationships/diagramData" Target="../diagrams/data69.xml"/><Relationship Id="rId7" Type="http://schemas.microsoft.com/office/2007/relationships/diagramDrawing" Target="../diagrams/drawing69.xml"/><Relationship Id="rId2" Type="http://schemas.openxmlformats.org/officeDocument/2006/relationships/notesSlide" Target="../notesSlides/notesSlide66.xml"/><Relationship Id="rId1" Type="http://schemas.openxmlformats.org/officeDocument/2006/relationships/slideLayout" Target="../slideLayouts/slideLayout12.xml"/><Relationship Id="rId6" Type="http://schemas.openxmlformats.org/officeDocument/2006/relationships/diagramColors" Target="../diagrams/colors69.xml"/><Relationship Id="rId5" Type="http://schemas.openxmlformats.org/officeDocument/2006/relationships/diagramQuickStyle" Target="../diagrams/quickStyle69.xml"/><Relationship Id="rId4" Type="http://schemas.openxmlformats.org/officeDocument/2006/relationships/diagramLayout" Target="../diagrams/layout69.xml"/></Relationships>
</file>

<file path=ppt/slides/_rels/slide67.xml.rels><?xml version="1.0" encoding="UTF-8" standalone="yes"?>
<Relationships xmlns="http://schemas.openxmlformats.org/package/2006/relationships"><Relationship Id="rId3" Type="http://schemas.openxmlformats.org/officeDocument/2006/relationships/diagramData" Target="../diagrams/data70.xml"/><Relationship Id="rId7" Type="http://schemas.microsoft.com/office/2007/relationships/diagramDrawing" Target="../diagrams/drawing70.xml"/><Relationship Id="rId2" Type="http://schemas.openxmlformats.org/officeDocument/2006/relationships/notesSlide" Target="../notesSlides/notesSlide67.xml"/><Relationship Id="rId1" Type="http://schemas.openxmlformats.org/officeDocument/2006/relationships/slideLayout" Target="../slideLayouts/slideLayout12.xml"/><Relationship Id="rId6" Type="http://schemas.openxmlformats.org/officeDocument/2006/relationships/diagramColors" Target="../diagrams/colors70.xml"/><Relationship Id="rId5" Type="http://schemas.openxmlformats.org/officeDocument/2006/relationships/diagramQuickStyle" Target="../diagrams/quickStyle70.xml"/><Relationship Id="rId4" Type="http://schemas.openxmlformats.org/officeDocument/2006/relationships/diagramLayout" Target="../diagrams/layout70.xml"/></Relationships>
</file>

<file path=ppt/slides/_rels/slide68.xml.rels><?xml version="1.0" encoding="UTF-8" standalone="yes"?>
<Relationships xmlns="http://schemas.openxmlformats.org/package/2006/relationships"><Relationship Id="rId3" Type="http://schemas.openxmlformats.org/officeDocument/2006/relationships/diagramData" Target="../diagrams/data71.xml"/><Relationship Id="rId7" Type="http://schemas.microsoft.com/office/2007/relationships/diagramDrawing" Target="../diagrams/drawing71.xml"/><Relationship Id="rId2" Type="http://schemas.openxmlformats.org/officeDocument/2006/relationships/notesSlide" Target="../notesSlides/notesSlide68.xml"/><Relationship Id="rId1" Type="http://schemas.openxmlformats.org/officeDocument/2006/relationships/slideLayout" Target="../slideLayouts/slideLayout12.xml"/><Relationship Id="rId6" Type="http://schemas.openxmlformats.org/officeDocument/2006/relationships/diagramColors" Target="../diagrams/colors71.xml"/><Relationship Id="rId5" Type="http://schemas.openxmlformats.org/officeDocument/2006/relationships/diagramQuickStyle" Target="../diagrams/quickStyle71.xml"/><Relationship Id="rId4" Type="http://schemas.openxmlformats.org/officeDocument/2006/relationships/diagramLayout" Target="../diagrams/layout71.xml"/></Relationships>
</file>

<file path=ppt/slides/_rels/slide69.xml.rels><?xml version="1.0" encoding="UTF-8" standalone="yes"?>
<Relationships xmlns="http://schemas.openxmlformats.org/package/2006/relationships"><Relationship Id="rId3" Type="http://schemas.openxmlformats.org/officeDocument/2006/relationships/diagramData" Target="../diagrams/data72.xml"/><Relationship Id="rId7" Type="http://schemas.microsoft.com/office/2007/relationships/diagramDrawing" Target="../diagrams/drawing72.xml"/><Relationship Id="rId2" Type="http://schemas.openxmlformats.org/officeDocument/2006/relationships/notesSlide" Target="../notesSlides/notesSlide69.xml"/><Relationship Id="rId1" Type="http://schemas.openxmlformats.org/officeDocument/2006/relationships/slideLayout" Target="../slideLayouts/slideLayout12.xml"/><Relationship Id="rId6" Type="http://schemas.openxmlformats.org/officeDocument/2006/relationships/diagramColors" Target="../diagrams/colors72.xml"/><Relationship Id="rId5" Type="http://schemas.openxmlformats.org/officeDocument/2006/relationships/diagramQuickStyle" Target="../diagrams/quickStyle72.xml"/><Relationship Id="rId4" Type="http://schemas.openxmlformats.org/officeDocument/2006/relationships/diagramLayout" Target="../diagrams/layout72.xml"/></Relationships>
</file>

<file path=ppt/slides/_rels/slide70.xml.rels><?xml version="1.0" encoding="UTF-8" standalone="yes"?>
<Relationships xmlns="http://schemas.openxmlformats.org/package/2006/relationships"><Relationship Id="rId3" Type="http://schemas.openxmlformats.org/officeDocument/2006/relationships/diagramData" Target="../diagrams/data73.xml"/><Relationship Id="rId7" Type="http://schemas.microsoft.com/office/2007/relationships/diagramDrawing" Target="../diagrams/drawing73.xml"/><Relationship Id="rId2" Type="http://schemas.openxmlformats.org/officeDocument/2006/relationships/notesSlide" Target="../notesSlides/notesSlide70.xml"/><Relationship Id="rId1" Type="http://schemas.openxmlformats.org/officeDocument/2006/relationships/slideLayout" Target="../slideLayouts/slideLayout12.xml"/><Relationship Id="rId6" Type="http://schemas.openxmlformats.org/officeDocument/2006/relationships/diagramColors" Target="../diagrams/colors73.xml"/><Relationship Id="rId5" Type="http://schemas.openxmlformats.org/officeDocument/2006/relationships/diagramQuickStyle" Target="../diagrams/quickStyle73.xml"/><Relationship Id="rId4" Type="http://schemas.openxmlformats.org/officeDocument/2006/relationships/diagramLayout" Target="../diagrams/layout73.xml"/></Relationships>
</file>

<file path=ppt/slides/_rels/slide71.xml.rels><?xml version="1.0" encoding="UTF-8" standalone="yes"?>
<Relationships xmlns="http://schemas.openxmlformats.org/package/2006/relationships"><Relationship Id="rId3" Type="http://schemas.openxmlformats.org/officeDocument/2006/relationships/diagramData" Target="../diagrams/data74.xml"/><Relationship Id="rId7" Type="http://schemas.microsoft.com/office/2007/relationships/diagramDrawing" Target="../diagrams/drawing74.xml"/><Relationship Id="rId2" Type="http://schemas.openxmlformats.org/officeDocument/2006/relationships/notesSlide" Target="../notesSlides/notesSlide71.xml"/><Relationship Id="rId1" Type="http://schemas.openxmlformats.org/officeDocument/2006/relationships/slideLayout" Target="../slideLayouts/slideLayout12.xml"/><Relationship Id="rId6" Type="http://schemas.openxmlformats.org/officeDocument/2006/relationships/diagramColors" Target="../diagrams/colors74.xml"/><Relationship Id="rId5" Type="http://schemas.openxmlformats.org/officeDocument/2006/relationships/diagramQuickStyle" Target="../diagrams/quickStyle74.xml"/><Relationship Id="rId4" Type="http://schemas.openxmlformats.org/officeDocument/2006/relationships/diagramLayout" Target="../diagrams/layout74.xml"/></Relationships>
</file>

<file path=ppt/slides/_rels/slide72.xml.rels><?xml version="1.0" encoding="UTF-8" standalone="yes"?>
<Relationships xmlns="http://schemas.openxmlformats.org/package/2006/relationships"><Relationship Id="rId3" Type="http://schemas.openxmlformats.org/officeDocument/2006/relationships/diagramData" Target="../diagrams/data75.xml"/><Relationship Id="rId7" Type="http://schemas.microsoft.com/office/2007/relationships/diagramDrawing" Target="../diagrams/drawing75.xml"/><Relationship Id="rId2" Type="http://schemas.openxmlformats.org/officeDocument/2006/relationships/notesSlide" Target="../notesSlides/notesSlide72.xml"/><Relationship Id="rId1" Type="http://schemas.openxmlformats.org/officeDocument/2006/relationships/slideLayout" Target="../slideLayouts/slideLayout12.xml"/><Relationship Id="rId6" Type="http://schemas.openxmlformats.org/officeDocument/2006/relationships/diagramColors" Target="../diagrams/colors75.xml"/><Relationship Id="rId5" Type="http://schemas.openxmlformats.org/officeDocument/2006/relationships/diagramQuickStyle" Target="../diagrams/quickStyle75.xml"/><Relationship Id="rId4" Type="http://schemas.openxmlformats.org/officeDocument/2006/relationships/diagramLayout" Target="../diagrams/layout75.xml"/></Relationships>
</file>

<file path=ppt/slides/_rels/slide73.xml.rels><?xml version="1.0" encoding="UTF-8" standalone="yes"?>
<Relationships xmlns="http://schemas.openxmlformats.org/package/2006/relationships"><Relationship Id="rId3" Type="http://schemas.openxmlformats.org/officeDocument/2006/relationships/diagramData" Target="../diagrams/data76.xml"/><Relationship Id="rId7" Type="http://schemas.microsoft.com/office/2007/relationships/diagramDrawing" Target="../diagrams/drawing76.xml"/><Relationship Id="rId2" Type="http://schemas.openxmlformats.org/officeDocument/2006/relationships/notesSlide" Target="../notesSlides/notesSlide73.xml"/><Relationship Id="rId1" Type="http://schemas.openxmlformats.org/officeDocument/2006/relationships/slideLayout" Target="../slideLayouts/slideLayout12.xml"/><Relationship Id="rId6" Type="http://schemas.openxmlformats.org/officeDocument/2006/relationships/diagramColors" Target="../diagrams/colors76.xml"/><Relationship Id="rId5" Type="http://schemas.openxmlformats.org/officeDocument/2006/relationships/diagramQuickStyle" Target="../diagrams/quickStyle76.xml"/><Relationship Id="rId4" Type="http://schemas.openxmlformats.org/officeDocument/2006/relationships/diagramLayout" Target="../diagrams/layout76.xml"/></Relationships>
</file>

<file path=ppt/slides/_rels/slide74.xml.rels><?xml version="1.0" encoding="UTF-8" standalone="yes"?>
<Relationships xmlns="http://schemas.openxmlformats.org/package/2006/relationships"><Relationship Id="rId3" Type="http://schemas.openxmlformats.org/officeDocument/2006/relationships/diagramData" Target="../diagrams/data77.xml"/><Relationship Id="rId7" Type="http://schemas.microsoft.com/office/2007/relationships/diagramDrawing" Target="../diagrams/drawing77.xml"/><Relationship Id="rId2" Type="http://schemas.openxmlformats.org/officeDocument/2006/relationships/notesSlide" Target="../notesSlides/notesSlide74.xml"/><Relationship Id="rId1" Type="http://schemas.openxmlformats.org/officeDocument/2006/relationships/slideLayout" Target="../slideLayouts/slideLayout12.xml"/><Relationship Id="rId6" Type="http://schemas.openxmlformats.org/officeDocument/2006/relationships/diagramColors" Target="../diagrams/colors77.xml"/><Relationship Id="rId5" Type="http://schemas.openxmlformats.org/officeDocument/2006/relationships/diagramQuickStyle" Target="../diagrams/quickStyle77.xml"/><Relationship Id="rId4" Type="http://schemas.openxmlformats.org/officeDocument/2006/relationships/diagramLayout" Target="../diagrams/layout77.xml"/></Relationships>
</file>

<file path=ppt/slides/_rels/slide75.xml.rels><?xml version="1.0" encoding="UTF-8" standalone="yes"?>
<Relationships xmlns="http://schemas.openxmlformats.org/package/2006/relationships"><Relationship Id="rId3" Type="http://schemas.openxmlformats.org/officeDocument/2006/relationships/diagramData" Target="../diagrams/data78.xml"/><Relationship Id="rId7" Type="http://schemas.microsoft.com/office/2007/relationships/diagramDrawing" Target="../diagrams/drawing78.xml"/><Relationship Id="rId2" Type="http://schemas.openxmlformats.org/officeDocument/2006/relationships/notesSlide" Target="../notesSlides/notesSlide75.xml"/><Relationship Id="rId1" Type="http://schemas.openxmlformats.org/officeDocument/2006/relationships/slideLayout" Target="../slideLayouts/slideLayout12.xml"/><Relationship Id="rId6" Type="http://schemas.openxmlformats.org/officeDocument/2006/relationships/diagramColors" Target="../diagrams/colors78.xml"/><Relationship Id="rId5" Type="http://schemas.openxmlformats.org/officeDocument/2006/relationships/diagramQuickStyle" Target="../diagrams/quickStyle78.xml"/><Relationship Id="rId4" Type="http://schemas.openxmlformats.org/officeDocument/2006/relationships/diagramLayout" Target="../diagrams/layout78.xml"/></Relationships>
</file>

<file path=ppt/slides/_rels/slide76.xml.rels><?xml version="1.0" encoding="UTF-8" standalone="yes"?>
<Relationships xmlns="http://schemas.openxmlformats.org/package/2006/relationships"><Relationship Id="rId3" Type="http://schemas.openxmlformats.org/officeDocument/2006/relationships/diagramData" Target="../diagrams/data79.xml"/><Relationship Id="rId7" Type="http://schemas.microsoft.com/office/2007/relationships/diagramDrawing" Target="../diagrams/drawing79.xml"/><Relationship Id="rId2" Type="http://schemas.openxmlformats.org/officeDocument/2006/relationships/notesSlide" Target="../notesSlides/notesSlide76.xml"/><Relationship Id="rId1" Type="http://schemas.openxmlformats.org/officeDocument/2006/relationships/slideLayout" Target="../slideLayouts/slideLayout12.xml"/><Relationship Id="rId6" Type="http://schemas.openxmlformats.org/officeDocument/2006/relationships/diagramColors" Target="../diagrams/colors79.xml"/><Relationship Id="rId5" Type="http://schemas.openxmlformats.org/officeDocument/2006/relationships/diagramQuickStyle" Target="../diagrams/quickStyle79.xml"/><Relationship Id="rId4" Type="http://schemas.openxmlformats.org/officeDocument/2006/relationships/diagramLayout" Target="../diagrams/layout79.xml"/></Relationships>
</file>

<file path=ppt/slides/_rels/slide77.xml.rels><?xml version="1.0" encoding="UTF-8" standalone="yes"?>
<Relationships xmlns="http://schemas.openxmlformats.org/package/2006/relationships"><Relationship Id="rId3" Type="http://schemas.openxmlformats.org/officeDocument/2006/relationships/diagramData" Target="../diagrams/data80.xml"/><Relationship Id="rId7" Type="http://schemas.microsoft.com/office/2007/relationships/diagramDrawing" Target="../diagrams/drawing80.xml"/><Relationship Id="rId2" Type="http://schemas.openxmlformats.org/officeDocument/2006/relationships/notesSlide" Target="../notesSlides/notesSlide77.xml"/><Relationship Id="rId1" Type="http://schemas.openxmlformats.org/officeDocument/2006/relationships/slideLayout" Target="../slideLayouts/slideLayout12.xml"/><Relationship Id="rId6" Type="http://schemas.openxmlformats.org/officeDocument/2006/relationships/diagramColors" Target="../diagrams/colors80.xml"/><Relationship Id="rId5" Type="http://schemas.openxmlformats.org/officeDocument/2006/relationships/diagramQuickStyle" Target="../diagrams/quickStyle80.xml"/><Relationship Id="rId4" Type="http://schemas.openxmlformats.org/officeDocument/2006/relationships/diagramLayout" Target="../diagrams/layout80.xml"/></Relationships>
</file>

<file path=ppt/slides/_rels/slide78.xml.rels><?xml version="1.0" encoding="UTF-8" standalone="yes"?>
<Relationships xmlns="http://schemas.openxmlformats.org/package/2006/relationships"><Relationship Id="rId3" Type="http://schemas.openxmlformats.org/officeDocument/2006/relationships/diagramData" Target="../diagrams/data81.xml"/><Relationship Id="rId7" Type="http://schemas.microsoft.com/office/2007/relationships/diagramDrawing" Target="../diagrams/drawing81.xml"/><Relationship Id="rId2" Type="http://schemas.openxmlformats.org/officeDocument/2006/relationships/notesSlide" Target="../notesSlides/notesSlide78.xml"/><Relationship Id="rId1" Type="http://schemas.openxmlformats.org/officeDocument/2006/relationships/slideLayout" Target="../slideLayouts/slideLayout12.xml"/><Relationship Id="rId6" Type="http://schemas.openxmlformats.org/officeDocument/2006/relationships/diagramColors" Target="../diagrams/colors81.xml"/><Relationship Id="rId5" Type="http://schemas.openxmlformats.org/officeDocument/2006/relationships/diagramQuickStyle" Target="../diagrams/quickStyle81.xml"/><Relationship Id="rId4" Type="http://schemas.openxmlformats.org/officeDocument/2006/relationships/diagramLayout" Target="../diagrams/layout81.xml"/></Relationships>
</file>

<file path=ppt/slides/_rels/slide79.xml.rels><?xml version="1.0" encoding="UTF-8" standalone="yes"?>
<Relationships xmlns="http://schemas.openxmlformats.org/package/2006/relationships"><Relationship Id="rId3" Type="http://schemas.openxmlformats.org/officeDocument/2006/relationships/diagramData" Target="../diagrams/data82.xml"/><Relationship Id="rId7" Type="http://schemas.microsoft.com/office/2007/relationships/diagramDrawing" Target="../diagrams/drawing82.xml"/><Relationship Id="rId2" Type="http://schemas.openxmlformats.org/officeDocument/2006/relationships/notesSlide" Target="../notesSlides/notesSlide79.xml"/><Relationship Id="rId1" Type="http://schemas.openxmlformats.org/officeDocument/2006/relationships/slideLayout" Target="../slideLayouts/slideLayout12.xml"/><Relationship Id="rId6" Type="http://schemas.openxmlformats.org/officeDocument/2006/relationships/diagramColors" Target="../diagrams/colors82.xml"/><Relationship Id="rId5" Type="http://schemas.openxmlformats.org/officeDocument/2006/relationships/diagramQuickStyle" Target="../diagrams/quickStyle82.xml"/><Relationship Id="rId4" Type="http://schemas.openxmlformats.org/officeDocument/2006/relationships/diagramLayout" Target="../diagrams/layout8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diagramData" Target="../diagrams/data83.xml"/><Relationship Id="rId7" Type="http://schemas.microsoft.com/office/2007/relationships/diagramDrawing" Target="../diagrams/drawing83.xml"/><Relationship Id="rId2" Type="http://schemas.openxmlformats.org/officeDocument/2006/relationships/notesSlide" Target="../notesSlides/notesSlide81.xml"/><Relationship Id="rId1" Type="http://schemas.openxmlformats.org/officeDocument/2006/relationships/slideLayout" Target="../slideLayouts/slideLayout13.xml"/><Relationship Id="rId6" Type="http://schemas.openxmlformats.org/officeDocument/2006/relationships/diagramColors" Target="../diagrams/colors83.xml"/><Relationship Id="rId5" Type="http://schemas.openxmlformats.org/officeDocument/2006/relationships/diagramQuickStyle" Target="../diagrams/quickStyle83.xml"/><Relationship Id="rId4" Type="http://schemas.openxmlformats.org/officeDocument/2006/relationships/diagramLayout" Target="../diagrams/layout83.xml"/></Relationships>
</file>

<file path=ppt/slides/_rels/slide82.xml.rels><?xml version="1.0" encoding="UTF-8" standalone="yes"?>
<Relationships xmlns="http://schemas.openxmlformats.org/package/2006/relationships"><Relationship Id="rId3" Type="http://schemas.openxmlformats.org/officeDocument/2006/relationships/diagramData" Target="../diagrams/data84.xml"/><Relationship Id="rId7" Type="http://schemas.microsoft.com/office/2007/relationships/diagramDrawing" Target="../diagrams/drawing84.xml"/><Relationship Id="rId2" Type="http://schemas.openxmlformats.org/officeDocument/2006/relationships/notesSlide" Target="../notesSlides/notesSlide82.xml"/><Relationship Id="rId1" Type="http://schemas.openxmlformats.org/officeDocument/2006/relationships/slideLayout" Target="../slideLayouts/slideLayout13.xml"/><Relationship Id="rId6" Type="http://schemas.openxmlformats.org/officeDocument/2006/relationships/diagramColors" Target="../diagrams/colors84.xml"/><Relationship Id="rId5" Type="http://schemas.openxmlformats.org/officeDocument/2006/relationships/diagramQuickStyle" Target="../diagrams/quickStyle84.xml"/><Relationship Id="rId4" Type="http://schemas.openxmlformats.org/officeDocument/2006/relationships/diagramLayout" Target="../diagrams/layout84.xml"/></Relationships>
</file>

<file path=ppt/slides/_rels/slide83.xml.rels><?xml version="1.0" encoding="UTF-8" standalone="yes"?>
<Relationships xmlns="http://schemas.openxmlformats.org/package/2006/relationships"><Relationship Id="rId3" Type="http://schemas.openxmlformats.org/officeDocument/2006/relationships/diagramData" Target="../diagrams/data85.xml"/><Relationship Id="rId7" Type="http://schemas.microsoft.com/office/2007/relationships/diagramDrawing" Target="../diagrams/drawing85.xml"/><Relationship Id="rId2" Type="http://schemas.openxmlformats.org/officeDocument/2006/relationships/notesSlide" Target="../notesSlides/notesSlide83.xml"/><Relationship Id="rId1" Type="http://schemas.openxmlformats.org/officeDocument/2006/relationships/slideLayout" Target="../slideLayouts/slideLayout13.xml"/><Relationship Id="rId6" Type="http://schemas.openxmlformats.org/officeDocument/2006/relationships/diagramColors" Target="../diagrams/colors85.xml"/><Relationship Id="rId5" Type="http://schemas.openxmlformats.org/officeDocument/2006/relationships/diagramQuickStyle" Target="../diagrams/quickStyle85.xml"/><Relationship Id="rId4" Type="http://schemas.openxmlformats.org/officeDocument/2006/relationships/diagramLayout" Target="../diagrams/layout85.xml"/></Relationships>
</file>

<file path=ppt/slides/_rels/slide84.xml.rels><?xml version="1.0" encoding="UTF-8" standalone="yes"?>
<Relationships xmlns="http://schemas.openxmlformats.org/package/2006/relationships"><Relationship Id="rId3" Type="http://schemas.openxmlformats.org/officeDocument/2006/relationships/diagramData" Target="../diagrams/data86.xml"/><Relationship Id="rId7" Type="http://schemas.microsoft.com/office/2007/relationships/diagramDrawing" Target="../diagrams/drawing86.xml"/><Relationship Id="rId2" Type="http://schemas.openxmlformats.org/officeDocument/2006/relationships/notesSlide" Target="../notesSlides/notesSlide84.xml"/><Relationship Id="rId1" Type="http://schemas.openxmlformats.org/officeDocument/2006/relationships/slideLayout" Target="../slideLayouts/slideLayout13.xml"/><Relationship Id="rId6" Type="http://schemas.openxmlformats.org/officeDocument/2006/relationships/diagramColors" Target="../diagrams/colors86.xml"/><Relationship Id="rId5" Type="http://schemas.openxmlformats.org/officeDocument/2006/relationships/diagramQuickStyle" Target="../diagrams/quickStyle86.xml"/><Relationship Id="rId4" Type="http://schemas.openxmlformats.org/officeDocument/2006/relationships/diagramLayout" Target="../diagrams/layout86.xml"/></Relationships>
</file>

<file path=ppt/slides/_rels/slide85.xml.rels><?xml version="1.0" encoding="UTF-8" standalone="yes"?>
<Relationships xmlns="http://schemas.openxmlformats.org/package/2006/relationships"><Relationship Id="rId3" Type="http://schemas.openxmlformats.org/officeDocument/2006/relationships/diagramData" Target="../diagrams/data87.xml"/><Relationship Id="rId7" Type="http://schemas.microsoft.com/office/2007/relationships/diagramDrawing" Target="../diagrams/drawing87.xml"/><Relationship Id="rId2" Type="http://schemas.openxmlformats.org/officeDocument/2006/relationships/notesSlide" Target="../notesSlides/notesSlide85.xml"/><Relationship Id="rId1" Type="http://schemas.openxmlformats.org/officeDocument/2006/relationships/slideLayout" Target="../slideLayouts/slideLayout13.xml"/><Relationship Id="rId6" Type="http://schemas.openxmlformats.org/officeDocument/2006/relationships/diagramColors" Target="../diagrams/colors87.xml"/><Relationship Id="rId5" Type="http://schemas.openxmlformats.org/officeDocument/2006/relationships/diagramQuickStyle" Target="../diagrams/quickStyle87.xml"/><Relationship Id="rId4" Type="http://schemas.openxmlformats.org/officeDocument/2006/relationships/diagramLayout" Target="../diagrams/layout87.xml"/></Relationships>
</file>

<file path=ppt/slides/_rels/slide86.xml.rels><?xml version="1.0" encoding="UTF-8" standalone="yes"?>
<Relationships xmlns="http://schemas.openxmlformats.org/package/2006/relationships"><Relationship Id="rId3" Type="http://schemas.openxmlformats.org/officeDocument/2006/relationships/diagramData" Target="../diagrams/data88.xml"/><Relationship Id="rId7" Type="http://schemas.microsoft.com/office/2007/relationships/diagramDrawing" Target="../diagrams/drawing88.xml"/><Relationship Id="rId2" Type="http://schemas.openxmlformats.org/officeDocument/2006/relationships/notesSlide" Target="../notesSlides/notesSlide86.xml"/><Relationship Id="rId1" Type="http://schemas.openxmlformats.org/officeDocument/2006/relationships/slideLayout" Target="../slideLayouts/slideLayout13.xml"/><Relationship Id="rId6" Type="http://schemas.openxmlformats.org/officeDocument/2006/relationships/diagramColors" Target="../diagrams/colors88.xml"/><Relationship Id="rId5" Type="http://schemas.openxmlformats.org/officeDocument/2006/relationships/diagramQuickStyle" Target="../diagrams/quickStyle88.xml"/><Relationship Id="rId4" Type="http://schemas.openxmlformats.org/officeDocument/2006/relationships/diagramLayout" Target="../diagrams/layout88.xml"/></Relationships>
</file>

<file path=ppt/slides/_rels/slide87.xml.rels><?xml version="1.0" encoding="UTF-8" standalone="yes"?>
<Relationships xmlns="http://schemas.openxmlformats.org/package/2006/relationships"><Relationship Id="rId3" Type="http://schemas.openxmlformats.org/officeDocument/2006/relationships/diagramData" Target="../diagrams/data89.xml"/><Relationship Id="rId7" Type="http://schemas.microsoft.com/office/2007/relationships/diagramDrawing" Target="../diagrams/drawing89.xml"/><Relationship Id="rId2" Type="http://schemas.openxmlformats.org/officeDocument/2006/relationships/notesSlide" Target="../notesSlides/notesSlide87.xml"/><Relationship Id="rId1" Type="http://schemas.openxmlformats.org/officeDocument/2006/relationships/slideLayout" Target="../slideLayouts/slideLayout13.xml"/><Relationship Id="rId6" Type="http://schemas.openxmlformats.org/officeDocument/2006/relationships/diagramColors" Target="../diagrams/colors89.xml"/><Relationship Id="rId5" Type="http://schemas.openxmlformats.org/officeDocument/2006/relationships/diagramQuickStyle" Target="../diagrams/quickStyle89.xml"/><Relationship Id="rId4" Type="http://schemas.openxmlformats.org/officeDocument/2006/relationships/diagramLayout" Target="../diagrams/layout89.xml"/></Relationships>
</file>

<file path=ppt/slides/_rels/slide88.xml.rels><?xml version="1.0" encoding="UTF-8" standalone="yes"?>
<Relationships xmlns="http://schemas.openxmlformats.org/package/2006/relationships"><Relationship Id="rId3" Type="http://schemas.openxmlformats.org/officeDocument/2006/relationships/diagramData" Target="../diagrams/data90.xml"/><Relationship Id="rId7" Type="http://schemas.microsoft.com/office/2007/relationships/diagramDrawing" Target="../diagrams/drawing90.xml"/><Relationship Id="rId2" Type="http://schemas.openxmlformats.org/officeDocument/2006/relationships/notesSlide" Target="../notesSlides/notesSlide88.xml"/><Relationship Id="rId1" Type="http://schemas.openxmlformats.org/officeDocument/2006/relationships/slideLayout" Target="../slideLayouts/slideLayout13.xml"/><Relationship Id="rId6" Type="http://schemas.openxmlformats.org/officeDocument/2006/relationships/diagramColors" Target="../diagrams/colors90.xml"/><Relationship Id="rId5" Type="http://schemas.openxmlformats.org/officeDocument/2006/relationships/diagramQuickStyle" Target="../diagrams/quickStyle90.xml"/><Relationship Id="rId4" Type="http://schemas.openxmlformats.org/officeDocument/2006/relationships/diagramLayout" Target="../diagrams/layout90.xml"/></Relationships>
</file>

<file path=ppt/slides/_rels/slide89.xml.rels><?xml version="1.0" encoding="UTF-8" standalone="yes"?>
<Relationships xmlns="http://schemas.openxmlformats.org/package/2006/relationships"><Relationship Id="rId3" Type="http://schemas.openxmlformats.org/officeDocument/2006/relationships/diagramData" Target="../diagrams/data91.xml"/><Relationship Id="rId7" Type="http://schemas.microsoft.com/office/2007/relationships/diagramDrawing" Target="../diagrams/drawing91.xml"/><Relationship Id="rId2" Type="http://schemas.openxmlformats.org/officeDocument/2006/relationships/notesSlide" Target="../notesSlides/notesSlide89.xml"/><Relationship Id="rId1" Type="http://schemas.openxmlformats.org/officeDocument/2006/relationships/slideLayout" Target="../slideLayouts/slideLayout13.xml"/><Relationship Id="rId6" Type="http://schemas.openxmlformats.org/officeDocument/2006/relationships/diagramColors" Target="../diagrams/colors91.xml"/><Relationship Id="rId5" Type="http://schemas.openxmlformats.org/officeDocument/2006/relationships/diagramQuickStyle" Target="../diagrams/quickStyle91.xml"/><Relationship Id="rId4" Type="http://schemas.openxmlformats.org/officeDocument/2006/relationships/diagramLayout" Target="../diagrams/layout91.xml"/></Relationships>
</file>

<file path=ppt/slides/_rels/slide90.xml.rels><?xml version="1.0" encoding="UTF-8" standalone="yes"?>
<Relationships xmlns="http://schemas.openxmlformats.org/package/2006/relationships"><Relationship Id="rId3" Type="http://schemas.openxmlformats.org/officeDocument/2006/relationships/diagramData" Target="../diagrams/data92.xml"/><Relationship Id="rId7" Type="http://schemas.microsoft.com/office/2007/relationships/diagramDrawing" Target="../diagrams/drawing92.xml"/><Relationship Id="rId2" Type="http://schemas.openxmlformats.org/officeDocument/2006/relationships/notesSlide" Target="../notesSlides/notesSlide90.xml"/><Relationship Id="rId1" Type="http://schemas.openxmlformats.org/officeDocument/2006/relationships/slideLayout" Target="../slideLayouts/slideLayout13.xml"/><Relationship Id="rId6" Type="http://schemas.openxmlformats.org/officeDocument/2006/relationships/diagramColors" Target="../diagrams/colors92.xml"/><Relationship Id="rId5" Type="http://schemas.openxmlformats.org/officeDocument/2006/relationships/diagramQuickStyle" Target="../diagrams/quickStyle92.xml"/><Relationship Id="rId4" Type="http://schemas.openxmlformats.org/officeDocument/2006/relationships/diagramLayout" Target="../diagrams/layout92.xml"/></Relationships>
</file>

<file path=ppt/slides/_rels/slide91.xml.rels><?xml version="1.0" encoding="UTF-8" standalone="yes"?>
<Relationships xmlns="http://schemas.openxmlformats.org/package/2006/relationships"><Relationship Id="rId3" Type="http://schemas.openxmlformats.org/officeDocument/2006/relationships/diagramData" Target="../diagrams/data93.xml"/><Relationship Id="rId7" Type="http://schemas.microsoft.com/office/2007/relationships/diagramDrawing" Target="../diagrams/drawing93.xml"/><Relationship Id="rId2" Type="http://schemas.openxmlformats.org/officeDocument/2006/relationships/notesSlide" Target="../notesSlides/notesSlide91.xml"/><Relationship Id="rId1" Type="http://schemas.openxmlformats.org/officeDocument/2006/relationships/slideLayout" Target="../slideLayouts/slideLayout13.xml"/><Relationship Id="rId6" Type="http://schemas.openxmlformats.org/officeDocument/2006/relationships/diagramColors" Target="../diagrams/colors93.xml"/><Relationship Id="rId5" Type="http://schemas.openxmlformats.org/officeDocument/2006/relationships/diagramQuickStyle" Target="../diagrams/quickStyle93.xml"/><Relationship Id="rId4" Type="http://schemas.openxmlformats.org/officeDocument/2006/relationships/diagramLayout" Target="../diagrams/layout93.xml"/></Relationships>
</file>

<file path=ppt/slides/_rels/slide92.xml.rels><?xml version="1.0" encoding="UTF-8" standalone="yes"?>
<Relationships xmlns="http://schemas.openxmlformats.org/package/2006/relationships"><Relationship Id="rId3" Type="http://schemas.openxmlformats.org/officeDocument/2006/relationships/diagramData" Target="../diagrams/data94.xml"/><Relationship Id="rId7" Type="http://schemas.microsoft.com/office/2007/relationships/diagramDrawing" Target="../diagrams/drawing94.xml"/><Relationship Id="rId2" Type="http://schemas.openxmlformats.org/officeDocument/2006/relationships/notesSlide" Target="../notesSlides/notesSlide92.xml"/><Relationship Id="rId1" Type="http://schemas.openxmlformats.org/officeDocument/2006/relationships/slideLayout" Target="../slideLayouts/slideLayout13.xml"/><Relationship Id="rId6" Type="http://schemas.openxmlformats.org/officeDocument/2006/relationships/diagramColors" Target="../diagrams/colors94.xml"/><Relationship Id="rId5" Type="http://schemas.openxmlformats.org/officeDocument/2006/relationships/diagramQuickStyle" Target="../diagrams/quickStyle94.xml"/><Relationship Id="rId4" Type="http://schemas.openxmlformats.org/officeDocument/2006/relationships/diagramLayout" Target="../diagrams/layout94.xml"/></Relationships>
</file>

<file path=ppt/slides/_rels/slide93.xml.rels><?xml version="1.0" encoding="UTF-8" standalone="yes"?>
<Relationships xmlns="http://schemas.openxmlformats.org/package/2006/relationships"><Relationship Id="rId3" Type="http://schemas.openxmlformats.org/officeDocument/2006/relationships/diagramData" Target="../diagrams/data95.xml"/><Relationship Id="rId7" Type="http://schemas.microsoft.com/office/2007/relationships/diagramDrawing" Target="../diagrams/drawing95.xml"/><Relationship Id="rId2" Type="http://schemas.openxmlformats.org/officeDocument/2006/relationships/notesSlide" Target="../notesSlides/notesSlide93.xml"/><Relationship Id="rId1" Type="http://schemas.openxmlformats.org/officeDocument/2006/relationships/slideLayout" Target="../slideLayouts/slideLayout13.xml"/><Relationship Id="rId6" Type="http://schemas.openxmlformats.org/officeDocument/2006/relationships/diagramColors" Target="../diagrams/colors95.xml"/><Relationship Id="rId5" Type="http://schemas.openxmlformats.org/officeDocument/2006/relationships/diagramQuickStyle" Target="../diagrams/quickStyle95.xml"/><Relationship Id="rId4" Type="http://schemas.openxmlformats.org/officeDocument/2006/relationships/diagramLayout" Target="../diagrams/layout95.xml"/></Relationships>
</file>

<file path=ppt/slides/_rels/slide94.xml.rels><?xml version="1.0" encoding="UTF-8" standalone="yes"?>
<Relationships xmlns="http://schemas.openxmlformats.org/package/2006/relationships"><Relationship Id="rId3" Type="http://schemas.openxmlformats.org/officeDocument/2006/relationships/diagramData" Target="../diagrams/data96.xml"/><Relationship Id="rId7" Type="http://schemas.microsoft.com/office/2007/relationships/diagramDrawing" Target="../diagrams/drawing96.xml"/><Relationship Id="rId2" Type="http://schemas.openxmlformats.org/officeDocument/2006/relationships/notesSlide" Target="../notesSlides/notesSlide94.xml"/><Relationship Id="rId1" Type="http://schemas.openxmlformats.org/officeDocument/2006/relationships/slideLayout" Target="../slideLayouts/slideLayout13.xml"/><Relationship Id="rId6" Type="http://schemas.openxmlformats.org/officeDocument/2006/relationships/diagramColors" Target="../diagrams/colors96.xml"/><Relationship Id="rId5" Type="http://schemas.openxmlformats.org/officeDocument/2006/relationships/diagramQuickStyle" Target="../diagrams/quickStyle96.xml"/><Relationship Id="rId4" Type="http://schemas.openxmlformats.org/officeDocument/2006/relationships/diagramLayout" Target="../diagrams/layout96.xml"/></Relationships>
</file>

<file path=ppt/slides/_rels/slide95.xml.rels><?xml version="1.0" encoding="UTF-8" standalone="yes"?>
<Relationships xmlns="http://schemas.openxmlformats.org/package/2006/relationships"><Relationship Id="rId3" Type="http://schemas.openxmlformats.org/officeDocument/2006/relationships/diagramData" Target="../diagrams/data97.xml"/><Relationship Id="rId7" Type="http://schemas.microsoft.com/office/2007/relationships/diagramDrawing" Target="../diagrams/drawing97.xml"/><Relationship Id="rId2" Type="http://schemas.openxmlformats.org/officeDocument/2006/relationships/notesSlide" Target="../notesSlides/notesSlide95.xml"/><Relationship Id="rId1" Type="http://schemas.openxmlformats.org/officeDocument/2006/relationships/slideLayout" Target="../slideLayouts/slideLayout13.xml"/><Relationship Id="rId6" Type="http://schemas.openxmlformats.org/officeDocument/2006/relationships/diagramColors" Target="../diagrams/colors97.xml"/><Relationship Id="rId5" Type="http://schemas.openxmlformats.org/officeDocument/2006/relationships/diagramQuickStyle" Target="../diagrams/quickStyle97.xml"/><Relationship Id="rId4" Type="http://schemas.openxmlformats.org/officeDocument/2006/relationships/diagramLayout" Target="../diagrams/layout97.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3" Type="http://schemas.openxmlformats.org/officeDocument/2006/relationships/diagramData" Target="../diagrams/data98.xml"/><Relationship Id="rId7" Type="http://schemas.microsoft.com/office/2007/relationships/diagramDrawing" Target="../diagrams/drawing98.xml"/><Relationship Id="rId2" Type="http://schemas.openxmlformats.org/officeDocument/2006/relationships/notesSlide" Target="../notesSlides/notesSlide97.xml"/><Relationship Id="rId1" Type="http://schemas.openxmlformats.org/officeDocument/2006/relationships/slideLayout" Target="../slideLayouts/slideLayout14.xml"/><Relationship Id="rId6" Type="http://schemas.openxmlformats.org/officeDocument/2006/relationships/diagramColors" Target="../diagrams/colors98.xml"/><Relationship Id="rId5" Type="http://schemas.openxmlformats.org/officeDocument/2006/relationships/diagramQuickStyle" Target="../diagrams/quickStyle98.xml"/><Relationship Id="rId4" Type="http://schemas.openxmlformats.org/officeDocument/2006/relationships/diagramLayout" Target="../diagrams/layout98.xml"/></Relationships>
</file>

<file path=ppt/slides/_rels/slide98.xml.rels><?xml version="1.0" encoding="UTF-8" standalone="yes"?>
<Relationships xmlns="http://schemas.openxmlformats.org/package/2006/relationships"><Relationship Id="rId3" Type="http://schemas.openxmlformats.org/officeDocument/2006/relationships/diagramData" Target="../diagrams/data99.xml"/><Relationship Id="rId7" Type="http://schemas.microsoft.com/office/2007/relationships/diagramDrawing" Target="../diagrams/drawing99.xml"/><Relationship Id="rId2" Type="http://schemas.openxmlformats.org/officeDocument/2006/relationships/notesSlide" Target="../notesSlides/notesSlide98.xml"/><Relationship Id="rId1" Type="http://schemas.openxmlformats.org/officeDocument/2006/relationships/slideLayout" Target="../slideLayouts/slideLayout14.xml"/><Relationship Id="rId6" Type="http://schemas.openxmlformats.org/officeDocument/2006/relationships/diagramColors" Target="../diagrams/colors99.xml"/><Relationship Id="rId5" Type="http://schemas.openxmlformats.org/officeDocument/2006/relationships/diagramQuickStyle" Target="../diagrams/quickStyle99.xml"/><Relationship Id="rId4" Type="http://schemas.openxmlformats.org/officeDocument/2006/relationships/diagramLayout" Target="../diagrams/layout99.xml"/></Relationships>
</file>

<file path=ppt/slides/_rels/slide99.xml.rels><?xml version="1.0" encoding="UTF-8" standalone="yes"?>
<Relationships xmlns="http://schemas.openxmlformats.org/package/2006/relationships"><Relationship Id="rId3" Type="http://schemas.openxmlformats.org/officeDocument/2006/relationships/diagramData" Target="../diagrams/data100.xml"/><Relationship Id="rId7" Type="http://schemas.microsoft.com/office/2007/relationships/diagramDrawing" Target="../diagrams/drawing100.xml"/><Relationship Id="rId2" Type="http://schemas.openxmlformats.org/officeDocument/2006/relationships/notesSlide" Target="../notesSlides/notesSlide99.xml"/><Relationship Id="rId1" Type="http://schemas.openxmlformats.org/officeDocument/2006/relationships/slideLayout" Target="../slideLayouts/slideLayout14.xml"/><Relationship Id="rId6" Type="http://schemas.openxmlformats.org/officeDocument/2006/relationships/diagramColors" Target="../diagrams/colors100.xml"/><Relationship Id="rId5" Type="http://schemas.openxmlformats.org/officeDocument/2006/relationships/diagramQuickStyle" Target="../diagrams/quickStyle100.xml"/><Relationship Id="rId4" Type="http://schemas.openxmlformats.org/officeDocument/2006/relationships/diagramLayout" Target="../diagrams/layout100.xml"/></Relationships>
</file>

<file path=ppt/slides/_rels/slide100.xml.rels><?xml version="1.0" encoding="UTF-8" standalone="yes"?>
<Relationships xmlns="http://schemas.openxmlformats.org/package/2006/relationships"><Relationship Id="rId3" Type="http://schemas.openxmlformats.org/officeDocument/2006/relationships/diagramData" Target="../diagrams/data101.xml"/><Relationship Id="rId7" Type="http://schemas.microsoft.com/office/2007/relationships/diagramDrawing" Target="../diagrams/drawing101.xml"/><Relationship Id="rId2" Type="http://schemas.openxmlformats.org/officeDocument/2006/relationships/notesSlide" Target="../notesSlides/notesSlide100.xml"/><Relationship Id="rId1" Type="http://schemas.openxmlformats.org/officeDocument/2006/relationships/slideLayout" Target="../slideLayouts/slideLayout14.xml"/><Relationship Id="rId6" Type="http://schemas.openxmlformats.org/officeDocument/2006/relationships/diagramColors" Target="../diagrams/colors101.xml"/><Relationship Id="rId5" Type="http://schemas.openxmlformats.org/officeDocument/2006/relationships/diagramQuickStyle" Target="../diagrams/quickStyle101.xml"/><Relationship Id="rId4" Type="http://schemas.openxmlformats.org/officeDocument/2006/relationships/diagramLayout" Target="../diagrams/layout101.xml"/></Relationships>
</file>

<file path=ppt/slides/_rels/slide101.xml.rels><?xml version="1.0" encoding="UTF-8" standalone="yes"?>
<Relationships xmlns="http://schemas.openxmlformats.org/package/2006/relationships"><Relationship Id="rId3" Type="http://schemas.openxmlformats.org/officeDocument/2006/relationships/diagramData" Target="../diagrams/data102.xml"/><Relationship Id="rId7" Type="http://schemas.microsoft.com/office/2007/relationships/diagramDrawing" Target="../diagrams/drawing102.xml"/><Relationship Id="rId2" Type="http://schemas.openxmlformats.org/officeDocument/2006/relationships/notesSlide" Target="../notesSlides/notesSlide101.xml"/><Relationship Id="rId1" Type="http://schemas.openxmlformats.org/officeDocument/2006/relationships/slideLayout" Target="../slideLayouts/slideLayout14.xml"/><Relationship Id="rId6" Type="http://schemas.openxmlformats.org/officeDocument/2006/relationships/diagramColors" Target="../diagrams/colors102.xml"/><Relationship Id="rId5" Type="http://schemas.openxmlformats.org/officeDocument/2006/relationships/diagramQuickStyle" Target="../diagrams/quickStyle102.xml"/><Relationship Id="rId4" Type="http://schemas.openxmlformats.org/officeDocument/2006/relationships/diagramLayout" Target="../diagrams/layout102.xml"/></Relationships>
</file>

<file path=ppt/slides/_rels/slide102.xml.rels><?xml version="1.0" encoding="UTF-8" standalone="yes"?>
<Relationships xmlns="http://schemas.openxmlformats.org/package/2006/relationships"><Relationship Id="rId3" Type="http://schemas.openxmlformats.org/officeDocument/2006/relationships/diagramData" Target="../diagrams/data103.xml"/><Relationship Id="rId7" Type="http://schemas.microsoft.com/office/2007/relationships/diagramDrawing" Target="../diagrams/drawing103.xml"/><Relationship Id="rId2" Type="http://schemas.openxmlformats.org/officeDocument/2006/relationships/notesSlide" Target="../notesSlides/notesSlide102.xml"/><Relationship Id="rId1" Type="http://schemas.openxmlformats.org/officeDocument/2006/relationships/slideLayout" Target="../slideLayouts/slideLayout14.xml"/><Relationship Id="rId6" Type="http://schemas.openxmlformats.org/officeDocument/2006/relationships/diagramColors" Target="../diagrams/colors103.xml"/><Relationship Id="rId5" Type="http://schemas.openxmlformats.org/officeDocument/2006/relationships/diagramQuickStyle" Target="../diagrams/quickStyle103.xml"/><Relationship Id="rId4" Type="http://schemas.openxmlformats.org/officeDocument/2006/relationships/diagramLayout" Target="../diagrams/layout103.xml"/></Relationships>
</file>

<file path=ppt/slides/_rels/slide103.xml.rels><?xml version="1.0" encoding="UTF-8" standalone="yes"?>
<Relationships xmlns="http://schemas.openxmlformats.org/package/2006/relationships"><Relationship Id="rId3" Type="http://schemas.openxmlformats.org/officeDocument/2006/relationships/diagramData" Target="../diagrams/data104.xml"/><Relationship Id="rId7" Type="http://schemas.microsoft.com/office/2007/relationships/diagramDrawing" Target="../diagrams/drawing104.xml"/><Relationship Id="rId2" Type="http://schemas.openxmlformats.org/officeDocument/2006/relationships/notesSlide" Target="../notesSlides/notesSlide103.xml"/><Relationship Id="rId1" Type="http://schemas.openxmlformats.org/officeDocument/2006/relationships/slideLayout" Target="../slideLayouts/slideLayout14.xml"/><Relationship Id="rId6" Type="http://schemas.openxmlformats.org/officeDocument/2006/relationships/diagramColors" Target="../diagrams/colors104.xml"/><Relationship Id="rId5" Type="http://schemas.openxmlformats.org/officeDocument/2006/relationships/diagramQuickStyle" Target="../diagrams/quickStyle104.xml"/><Relationship Id="rId4" Type="http://schemas.openxmlformats.org/officeDocument/2006/relationships/diagramLayout" Target="../diagrams/layout104.xml"/></Relationships>
</file>

<file path=ppt/slides/_rels/slide104.xml.rels><?xml version="1.0" encoding="UTF-8" standalone="yes"?>
<Relationships xmlns="http://schemas.openxmlformats.org/package/2006/relationships"><Relationship Id="rId3" Type="http://schemas.openxmlformats.org/officeDocument/2006/relationships/diagramData" Target="../diagrams/data105.xml"/><Relationship Id="rId7" Type="http://schemas.microsoft.com/office/2007/relationships/diagramDrawing" Target="../diagrams/drawing105.xml"/><Relationship Id="rId2" Type="http://schemas.openxmlformats.org/officeDocument/2006/relationships/notesSlide" Target="../notesSlides/notesSlide104.xml"/><Relationship Id="rId1" Type="http://schemas.openxmlformats.org/officeDocument/2006/relationships/slideLayout" Target="../slideLayouts/slideLayout14.xml"/><Relationship Id="rId6" Type="http://schemas.openxmlformats.org/officeDocument/2006/relationships/diagramColors" Target="../diagrams/colors105.xml"/><Relationship Id="rId5" Type="http://schemas.openxmlformats.org/officeDocument/2006/relationships/diagramQuickStyle" Target="../diagrams/quickStyle105.xml"/><Relationship Id="rId4" Type="http://schemas.openxmlformats.org/officeDocument/2006/relationships/diagramLayout" Target="../diagrams/layout105.xml"/></Relationships>
</file>

<file path=ppt/slides/_rels/slide105.xml.rels><?xml version="1.0" encoding="UTF-8" standalone="yes"?>
<Relationships xmlns="http://schemas.openxmlformats.org/package/2006/relationships"><Relationship Id="rId3" Type="http://schemas.openxmlformats.org/officeDocument/2006/relationships/diagramData" Target="../diagrams/data106.xml"/><Relationship Id="rId7" Type="http://schemas.microsoft.com/office/2007/relationships/diagramDrawing" Target="../diagrams/drawing106.xml"/><Relationship Id="rId2" Type="http://schemas.openxmlformats.org/officeDocument/2006/relationships/notesSlide" Target="../notesSlides/notesSlide105.xml"/><Relationship Id="rId1" Type="http://schemas.openxmlformats.org/officeDocument/2006/relationships/slideLayout" Target="../slideLayouts/slideLayout14.xml"/><Relationship Id="rId6" Type="http://schemas.openxmlformats.org/officeDocument/2006/relationships/diagramColors" Target="../diagrams/colors106.xml"/><Relationship Id="rId5" Type="http://schemas.openxmlformats.org/officeDocument/2006/relationships/diagramQuickStyle" Target="../diagrams/quickStyle106.xml"/><Relationship Id="rId4" Type="http://schemas.openxmlformats.org/officeDocument/2006/relationships/diagramLayout" Target="../diagrams/layout106.xml"/></Relationships>
</file>

<file path=ppt/slides/_rels/slide106.xml.rels><?xml version="1.0" encoding="UTF-8" standalone="yes"?>
<Relationships xmlns="http://schemas.openxmlformats.org/package/2006/relationships"><Relationship Id="rId3" Type="http://schemas.openxmlformats.org/officeDocument/2006/relationships/diagramData" Target="../diagrams/data107.xml"/><Relationship Id="rId7" Type="http://schemas.microsoft.com/office/2007/relationships/diagramDrawing" Target="../diagrams/drawing107.xml"/><Relationship Id="rId2" Type="http://schemas.openxmlformats.org/officeDocument/2006/relationships/notesSlide" Target="../notesSlides/notesSlide106.xml"/><Relationship Id="rId1" Type="http://schemas.openxmlformats.org/officeDocument/2006/relationships/slideLayout" Target="../slideLayouts/slideLayout14.xml"/><Relationship Id="rId6" Type="http://schemas.openxmlformats.org/officeDocument/2006/relationships/diagramColors" Target="../diagrams/colors107.xml"/><Relationship Id="rId5" Type="http://schemas.openxmlformats.org/officeDocument/2006/relationships/diagramQuickStyle" Target="../diagrams/quickStyle107.xml"/><Relationship Id="rId4" Type="http://schemas.openxmlformats.org/officeDocument/2006/relationships/diagramLayout" Target="../diagrams/layout107.xml"/></Relationships>
</file>

<file path=ppt/slides/_rels/slide107.xml.rels><?xml version="1.0" encoding="UTF-8" standalone="yes"?>
<Relationships xmlns="http://schemas.openxmlformats.org/package/2006/relationships"><Relationship Id="rId3" Type="http://schemas.openxmlformats.org/officeDocument/2006/relationships/diagramData" Target="../diagrams/data108.xml"/><Relationship Id="rId7" Type="http://schemas.microsoft.com/office/2007/relationships/diagramDrawing" Target="../diagrams/drawing108.xml"/><Relationship Id="rId2" Type="http://schemas.openxmlformats.org/officeDocument/2006/relationships/notesSlide" Target="../notesSlides/notesSlide107.xml"/><Relationship Id="rId1" Type="http://schemas.openxmlformats.org/officeDocument/2006/relationships/slideLayout" Target="../slideLayouts/slideLayout14.xml"/><Relationship Id="rId6" Type="http://schemas.openxmlformats.org/officeDocument/2006/relationships/diagramColors" Target="../diagrams/colors108.xml"/><Relationship Id="rId5" Type="http://schemas.openxmlformats.org/officeDocument/2006/relationships/diagramQuickStyle" Target="../diagrams/quickStyle108.xml"/><Relationship Id="rId4" Type="http://schemas.openxmlformats.org/officeDocument/2006/relationships/diagramLayout" Target="../diagrams/layout108.xml"/></Relationships>
</file>

<file path=ppt/slides/_rels/slide108.xml.rels><?xml version="1.0" encoding="UTF-8" standalone="yes"?>
<Relationships xmlns="http://schemas.openxmlformats.org/package/2006/relationships"><Relationship Id="rId3" Type="http://schemas.openxmlformats.org/officeDocument/2006/relationships/diagramData" Target="../diagrams/data109.xml"/><Relationship Id="rId7" Type="http://schemas.microsoft.com/office/2007/relationships/diagramDrawing" Target="../diagrams/drawing109.xml"/><Relationship Id="rId2" Type="http://schemas.openxmlformats.org/officeDocument/2006/relationships/notesSlide" Target="../notesSlides/notesSlide108.xml"/><Relationship Id="rId1" Type="http://schemas.openxmlformats.org/officeDocument/2006/relationships/slideLayout" Target="../slideLayouts/slideLayout14.xml"/><Relationship Id="rId6" Type="http://schemas.openxmlformats.org/officeDocument/2006/relationships/diagramColors" Target="../diagrams/colors109.xml"/><Relationship Id="rId5" Type="http://schemas.openxmlformats.org/officeDocument/2006/relationships/diagramQuickStyle" Target="../diagrams/quickStyle109.xml"/><Relationship Id="rId4" Type="http://schemas.openxmlformats.org/officeDocument/2006/relationships/diagramLayout" Target="../diagrams/layout109.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3" Type="http://schemas.openxmlformats.org/officeDocument/2006/relationships/diagramData" Target="../diagrams/data110.xml"/><Relationship Id="rId7" Type="http://schemas.microsoft.com/office/2007/relationships/diagramDrawing" Target="../diagrams/drawing110.xml"/><Relationship Id="rId2" Type="http://schemas.openxmlformats.org/officeDocument/2006/relationships/notesSlide" Target="../notesSlides/notesSlide110.xml"/><Relationship Id="rId1" Type="http://schemas.openxmlformats.org/officeDocument/2006/relationships/slideLayout" Target="../slideLayouts/slideLayout15.xml"/><Relationship Id="rId6" Type="http://schemas.openxmlformats.org/officeDocument/2006/relationships/diagramColors" Target="../diagrams/colors110.xml"/><Relationship Id="rId5" Type="http://schemas.openxmlformats.org/officeDocument/2006/relationships/diagramQuickStyle" Target="../diagrams/quickStyle110.xml"/><Relationship Id="rId4" Type="http://schemas.openxmlformats.org/officeDocument/2006/relationships/diagramLayout" Target="../diagrams/layout110.xml"/></Relationships>
</file>

<file path=ppt/slides/_rels/slide111.xml.rels><?xml version="1.0" encoding="UTF-8" standalone="yes"?>
<Relationships xmlns="http://schemas.openxmlformats.org/package/2006/relationships"><Relationship Id="rId3" Type="http://schemas.openxmlformats.org/officeDocument/2006/relationships/diagramData" Target="../diagrams/data111.xml"/><Relationship Id="rId7" Type="http://schemas.microsoft.com/office/2007/relationships/diagramDrawing" Target="../diagrams/drawing111.xml"/><Relationship Id="rId2" Type="http://schemas.openxmlformats.org/officeDocument/2006/relationships/notesSlide" Target="../notesSlides/notesSlide111.xml"/><Relationship Id="rId1" Type="http://schemas.openxmlformats.org/officeDocument/2006/relationships/slideLayout" Target="../slideLayouts/slideLayout15.xml"/><Relationship Id="rId6" Type="http://schemas.openxmlformats.org/officeDocument/2006/relationships/diagramColors" Target="../diagrams/colors111.xml"/><Relationship Id="rId5" Type="http://schemas.openxmlformats.org/officeDocument/2006/relationships/diagramQuickStyle" Target="../diagrams/quickStyle111.xml"/><Relationship Id="rId4" Type="http://schemas.openxmlformats.org/officeDocument/2006/relationships/diagramLayout" Target="../diagrams/layout111.xml"/></Relationships>
</file>

<file path=ppt/slides/_rels/slide112.xml.rels><?xml version="1.0" encoding="UTF-8" standalone="yes"?>
<Relationships xmlns="http://schemas.openxmlformats.org/package/2006/relationships"><Relationship Id="rId3" Type="http://schemas.openxmlformats.org/officeDocument/2006/relationships/diagramData" Target="../diagrams/data112.xml"/><Relationship Id="rId7" Type="http://schemas.microsoft.com/office/2007/relationships/diagramDrawing" Target="../diagrams/drawing112.xml"/><Relationship Id="rId2" Type="http://schemas.openxmlformats.org/officeDocument/2006/relationships/notesSlide" Target="../notesSlides/notesSlide112.xml"/><Relationship Id="rId1" Type="http://schemas.openxmlformats.org/officeDocument/2006/relationships/slideLayout" Target="../slideLayouts/slideLayout15.xml"/><Relationship Id="rId6" Type="http://schemas.openxmlformats.org/officeDocument/2006/relationships/diagramColors" Target="../diagrams/colors112.xml"/><Relationship Id="rId5" Type="http://schemas.openxmlformats.org/officeDocument/2006/relationships/diagramQuickStyle" Target="../diagrams/quickStyle112.xml"/><Relationship Id="rId4" Type="http://schemas.openxmlformats.org/officeDocument/2006/relationships/diagramLayout" Target="../diagrams/layout112.xml"/></Relationships>
</file>

<file path=ppt/slides/_rels/slide113.xml.rels><?xml version="1.0" encoding="UTF-8" standalone="yes"?>
<Relationships xmlns="http://schemas.openxmlformats.org/package/2006/relationships"><Relationship Id="rId3" Type="http://schemas.openxmlformats.org/officeDocument/2006/relationships/diagramData" Target="../diagrams/data113.xml"/><Relationship Id="rId7" Type="http://schemas.microsoft.com/office/2007/relationships/diagramDrawing" Target="../diagrams/drawing113.xml"/><Relationship Id="rId2" Type="http://schemas.openxmlformats.org/officeDocument/2006/relationships/notesSlide" Target="../notesSlides/notesSlide113.xml"/><Relationship Id="rId1" Type="http://schemas.openxmlformats.org/officeDocument/2006/relationships/slideLayout" Target="../slideLayouts/slideLayout15.xml"/><Relationship Id="rId6" Type="http://schemas.openxmlformats.org/officeDocument/2006/relationships/diagramColors" Target="../diagrams/colors113.xml"/><Relationship Id="rId5" Type="http://schemas.openxmlformats.org/officeDocument/2006/relationships/diagramQuickStyle" Target="../diagrams/quickStyle113.xml"/><Relationship Id="rId4" Type="http://schemas.openxmlformats.org/officeDocument/2006/relationships/diagramLayout" Target="../diagrams/layout113.xml"/></Relationships>
</file>

<file path=ppt/slides/_rels/slide114.xml.rels><?xml version="1.0" encoding="UTF-8" standalone="yes"?>
<Relationships xmlns="http://schemas.openxmlformats.org/package/2006/relationships"><Relationship Id="rId3" Type="http://schemas.openxmlformats.org/officeDocument/2006/relationships/diagramData" Target="../diagrams/data114.xml"/><Relationship Id="rId7" Type="http://schemas.microsoft.com/office/2007/relationships/diagramDrawing" Target="../diagrams/drawing114.xml"/><Relationship Id="rId2" Type="http://schemas.openxmlformats.org/officeDocument/2006/relationships/notesSlide" Target="../notesSlides/notesSlide114.xml"/><Relationship Id="rId1" Type="http://schemas.openxmlformats.org/officeDocument/2006/relationships/slideLayout" Target="../slideLayouts/slideLayout15.xml"/><Relationship Id="rId6" Type="http://schemas.openxmlformats.org/officeDocument/2006/relationships/diagramColors" Target="../diagrams/colors114.xml"/><Relationship Id="rId5" Type="http://schemas.openxmlformats.org/officeDocument/2006/relationships/diagramQuickStyle" Target="../diagrams/quickStyle114.xml"/><Relationship Id="rId4" Type="http://schemas.openxmlformats.org/officeDocument/2006/relationships/diagramLayout" Target="../diagrams/layout114.xml"/></Relationships>
</file>

<file path=ppt/slides/_rels/slide115.xml.rels><?xml version="1.0" encoding="UTF-8" standalone="yes"?>
<Relationships xmlns="http://schemas.openxmlformats.org/package/2006/relationships"><Relationship Id="rId3" Type="http://schemas.openxmlformats.org/officeDocument/2006/relationships/diagramData" Target="../diagrams/data115.xml"/><Relationship Id="rId7" Type="http://schemas.microsoft.com/office/2007/relationships/diagramDrawing" Target="../diagrams/drawing115.xml"/><Relationship Id="rId2" Type="http://schemas.openxmlformats.org/officeDocument/2006/relationships/notesSlide" Target="../notesSlides/notesSlide115.xml"/><Relationship Id="rId1" Type="http://schemas.openxmlformats.org/officeDocument/2006/relationships/slideLayout" Target="../slideLayouts/slideLayout15.xml"/><Relationship Id="rId6" Type="http://schemas.openxmlformats.org/officeDocument/2006/relationships/diagramColors" Target="../diagrams/colors115.xml"/><Relationship Id="rId5" Type="http://schemas.openxmlformats.org/officeDocument/2006/relationships/diagramQuickStyle" Target="../diagrams/quickStyle115.xml"/><Relationship Id="rId4" Type="http://schemas.openxmlformats.org/officeDocument/2006/relationships/diagramLayout" Target="../diagrams/layout115.xml"/></Relationships>
</file>

<file path=ppt/slides/_rels/slide116.xml.rels><?xml version="1.0" encoding="UTF-8" standalone="yes"?>
<Relationships xmlns="http://schemas.openxmlformats.org/package/2006/relationships"><Relationship Id="rId3" Type="http://schemas.openxmlformats.org/officeDocument/2006/relationships/diagramData" Target="../diagrams/data116.xml"/><Relationship Id="rId7" Type="http://schemas.microsoft.com/office/2007/relationships/diagramDrawing" Target="../diagrams/drawing116.xml"/><Relationship Id="rId2" Type="http://schemas.openxmlformats.org/officeDocument/2006/relationships/notesSlide" Target="../notesSlides/notesSlide116.xml"/><Relationship Id="rId1" Type="http://schemas.openxmlformats.org/officeDocument/2006/relationships/slideLayout" Target="../slideLayouts/slideLayout15.xml"/><Relationship Id="rId6" Type="http://schemas.openxmlformats.org/officeDocument/2006/relationships/diagramColors" Target="../diagrams/colors116.xml"/><Relationship Id="rId5" Type="http://schemas.openxmlformats.org/officeDocument/2006/relationships/diagramQuickStyle" Target="../diagrams/quickStyle116.xml"/><Relationship Id="rId4" Type="http://schemas.openxmlformats.org/officeDocument/2006/relationships/diagramLayout" Target="../diagrams/layout116.xml"/></Relationships>
</file>

<file path=ppt/slides/_rels/slide117.xml.rels><?xml version="1.0" encoding="UTF-8" standalone="yes"?>
<Relationships xmlns="http://schemas.openxmlformats.org/package/2006/relationships"><Relationship Id="rId3" Type="http://schemas.openxmlformats.org/officeDocument/2006/relationships/diagramData" Target="../diagrams/data117.xml"/><Relationship Id="rId7" Type="http://schemas.microsoft.com/office/2007/relationships/diagramDrawing" Target="../diagrams/drawing117.xml"/><Relationship Id="rId2" Type="http://schemas.openxmlformats.org/officeDocument/2006/relationships/notesSlide" Target="../notesSlides/notesSlide117.xml"/><Relationship Id="rId1" Type="http://schemas.openxmlformats.org/officeDocument/2006/relationships/slideLayout" Target="../slideLayouts/slideLayout15.xml"/><Relationship Id="rId6" Type="http://schemas.openxmlformats.org/officeDocument/2006/relationships/diagramColors" Target="../diagrams/colors117.xml"/><Relationship Id="rId5" Type="http://schemas.openxmlformats.org/officeDocument/2006/relationships/diagramQuickStyle" Target="../diagrams/quickStyle117.xml"/><Relationship Id="rId4" Type="http://schemas.openxmlformats.org/officeDocument/2006/relationships/diagramLayout" Target="../diagrams/layout117.xml"/></Relationships>
</file>

<file path=ppt/slides/_rels/slide118.xml.rels><?xml version="1.0" encoding="UTF-8" standalone="yes"?>
<Relationships xmlns="http://schemas.openxmlformats.org/package/2006/relationships"><Relationship Id="rId3" Type="http://schemas.openxmlformats.org/officeDocument/2006/relationships/diagramData" Target="../diagrams/data118.xml"/><Relationship Id="rId7" Type="http://schemas.microsoft.com/office/2007/relationships/diagramDrawing" Target="../diagrams/drawing118.xml"/><Relationship Id="rId2" Type="http://schemas.openxmlformats.org/officeDocument/2006/relationships/notesSlide" Target="../notesSlides/notesSlide118.xml"/><Relationship Id="rId1" Type="http://schemas.openxmlformats.org/officeDocument/2006/relationships/slideLayout" Target="../slideLayouts/slideLayout15.xml"/><Relationship Id="rId6" Type="http://schemas.openxmlformats.org/officeDocument/2006/relationships/diagramColors" Target="../diagrams/colors118.xml"/><Relationship Id="rId5" Type="http://schemas.openxmlformats.org/officeDocument/2006/relationships/diagramQuickStyle" Target="../diagrams/quickStyle118.xml"/><Relationship Id="rId4" Type="http://schemas.openxmlformats.org/officeDocument/2006/relationships/diagramLayout" Target="../diagrams/layout118.xml"/></Relationships>
</file>

<file path=ppt/slides/_rels/slide119.xml.rels><?xml version="1.0" encoding="UTF-8" standalone="yes"?>
<Relationships xmlns="http://schemas.openxmlformats.org/package/2006/relationships"><Relationship Id="rId3" Type="http://schemas.openxmlformats.org/officeDocument/2006/relationships/diagramData" Target="../diagrams/data119.xml"/><Relationship Id="rId7" Type="http://schemas.microsoft.com/office/2007/relationships/diagramDrawing" Target="../diagrams/drawing119.xml"/><Relationship Id="rId2" Type="http://schemas.openxmlformats.org/officeDocument/2006/relationships/notesSlide" Target="../notesSlides/notesSlide119.xml"/><Relationship Id="rId1" Type="http://schemas.openxmlformats.org/officeDocument/2006/relationships/slideLayout" Target="../slideLayouts/slideLayout15.xml"/><Relationship Id="rId6" Type="http://schemas.openxmlformats.org/officeDocument/2006/relationships/diagramColors" Target="../diagrams/colors119.xml"/><Relationship Id="rId5" Type="http://schemas.openxmlformats.org/officeDocument/2006/relationships/diagramQuickStyle" Target="../diagrams/quickStyle119.xml"/><Relationship Id="rId4" Type="http://schemas.openxmlformats.org/officeDocument/2006/relationships/diagramLayout" Target="../diagrams/layout119.xml"/></Relationships>
</file>

<file path=ppt/slides/_rels/slide120.xml.rels><?xml version="1.0" encoding="UTF-8" standalone="yes"?>
<Relationships xmlns="http://schemas.openxmlformats.org/package/2006/relationships"><Relationship Id="rId3" Type="http://schemas.openxmlformats.org/officeDocument/2006/relationships/diagramData" Target="../diagrams/data120.xml"/><Relationship Id="rId7" Type="http://schemas.microsoft.com/office/2007/relationships/diagramDrawing" Target="../diagrams/drawing120.xml"/><Relationship Id="rId2" Type="http://schemas.openxmlformats.org/officeDocument/2006/relationships/notesSlide" Target="../notesSlides/notesSlide120.xml"/><Relationship Id="rId1" Type="http://schemas.openxmlformats.org/officeDocument/2006/relationships/slideLayout" Target="../slideLayouts/slideLayout15.xml"/><Relationship Id="rId6" Type="http://schemas.openxmlformats.org/officeDocument/2006/relationships/diagramColors" Target="../diagrams/colors120.xml"/><Relationship Id="rId5" Type="http://schemas.openxmlformats.org/officeDocument/2006/relationships/diagramQuickStyle" Target="../diagrams/quickStyle120.xml"/><Relationship Id="rId4" Type="http://schemas.openxmlformats.org/officeDocument/2006/relationships/diagramLayout" Target="../diagrams/layout120.xml"/></Relationships>
</file>

<file path=ppt/slides/_rels/slide121.xml.rels><?xml version="1.0" encoding="UTF-8" standalone="yes"?>
<Relationships xmlns="http://schemas.openxmlformats.org/package/2006/relationships"><Relationship Id="rId3" Type="http://schemas.openxmlformats.org/officeDocument/2006/relationships/diagramData" Target="../diagrams/data121.xml"/><Relationship Id="rId7" Type="http://schemas.microsoft.com/office/2007/relationships/diagramDrawing" Target="../diagrams/drawing121.xml"/><Relationship Id="rId2" Type="http://schemas.openxmlformats.org/officeDocument/2006/relationships/notesSlide" Target="../notesSlides/notesSlide121.xml"/><Relationship Id="rId1" Type="http://schemas.openxmlformats.org/officeDocument/2006/relationships/slideLayout" Target="../slideLayouts/slideLayout15.xml"/><Relationship Id="rId6" Type="http://schemas.openxmlformats.org/officeDocument/2006/relationships/diagramColors" Target="../diagrams/colors121.xml"/><Relationship Id="rId5" Type="http://schemas.openxmlformats.org/officeDocument/2006/relationships/diagramQuickStyle" Target="../diagrams/quickStyle121.xml"/><Relationship Id="rId4" Type="http://schemas.openxmlformats.org/officeDocument/2006/relationships/diagramLayout" Target="../diagrams/layout121.xml"/></Relationships>
</file>

<file path=ppt/slides/_rels/slide122.xml.rels><?xml version="1.0" encoding="UTF-8" standalone="yes"?>
<Relationships xmlns="http://schemas.openxmlformats.org/package/2006/relationships"><Relationship Id="rId3" Type="http://schemas.openxmlformats.org/officeDocument/2006/relationships/diagramData" Target="../diagrams/data122.xml"/><Relationship Id="rId7" Type="http://schemas.microsoft.com/office/2007/relationships/diagramDrawing" Target="../diagrams/drawing122.xml"/><Relationship Id="rId2" Type="http://schemas.openxmlformats.org/officeDocument/2006/relationships/notesSlide" Target="../notesSlides/notesSlide122.xml"/><Relationship Id="rId1" Type="http://schemas.openxmlformats.org/officeDocument/2006/relationships/slideLayout" Target="../slideLayouts/slideLayout15.xml"/><Relationship Id="rId6" Type="http://schemas.openxmlformats.org/officeDocument/2006/relationships/diagramColors" Target="../diagrams/colors122.xml"/><Relationship Id="rId5" Type="http://schemas.openxmlformats.org/officeDocument/2006/relationships/diagramQuickStyle" Target="../diagrams/quickStyle122.xml"/><Relationship Id="rId4" Type="http://schemas.openxmlformats.org/officeDocument/2006/relationships/diagramLayout" Target="../diagrams/layout122.xml"/></Relationships>
</file>

<file path=ppt/slides/_rels/slide123.xml.rels><?xml version="1.0" encoding="UTF-8" standalone="yes"?>
<Relationships xmlns="http://schemas.openxmlformats.org/package/2006/relationships"><Relationship Id="rId3" Type="http://schemas.openxmlformats.org/officeDocument/2006/relationships/diagramData" Target="../diagrams/data123.xml"/><Relationship Id="rId7" Type="http://schemas.microsoft.com/office/2007/relationships/diagramDrawing" Target="../diagrams/drawing123.xml"/><Relationship Id="rId2" Type="http://schemas.openxmlformats.org/officeDocument/2006/relationships/notesSlide" Target="../notesSlides/notesSlide123.xml"/><Relationship Id="rId1" Type="http://schemas.openxmlformats.org/officeDocument/2006/relationships/slideLayout" Target="../slideLayouts/slideLayout15.xml"/><Relationship Id="rId6" Type="http://schemas.openxmlformats.org/officeDocument/2006/relationships/diagramColors" Target="../diagrams/colors123.xml"/><Relationship Id="rId5" Type="http://schemas.openxmlformats.org/officeDocument/2006/relationships/diagramQuickStyle" Target="../diagrams/quickStyle123.xml"/><Relationship Id="rId4" Type="http://schemas.openxmlformats.org/officeDocument/2006/relationships/diagramLayout" Target="../diagrams/layout123.xml"/></Relationships>
</file>

<file path=ppt/slides/_rels/slide124.xml.rels><?xml version="1.0" encoding="UTF-8" standalone="yes"?>
<Relationships xmlns="http://schemas.openxmlformats.org/package/2006/relationships"><Relationship Id="rId3" Type="http://schemas.openxmlformats.org/officeDocument/2006/relationships/diagramData" Target="../diagrams/data124.xml"/><Relationship Id="rId7" Type="http://schemas.microsoft.com/office/2007/relationships/diagramDrawing" Target="../diagrams/drawing124.xml"/><Relationship Id="rId2" Type="http://schemas.openxmlformats.org/officeDocument/2006/relationships/notesSlide" Target="../notesSlides/notesSlide124.xml"/><Relationship Id="rId1" Type="http://schemas.openxmlformats.org/officeDocument/2006/relationships/slideLayout" Target="../slideLayouts/slideLayout15.xml"/><Relationship Id="rId6" Type="http://schemas.openxmlformats.org/officeDocument/2006/relationships/diagramColors" Target="../diagrams/colors124.xml"/><Relationship Id="rId5" Type="http://schemas.openxmlformats.org/officeDocument/2006/relationships/diagramQuickStyle" Target="../diagrams/quickStyle124.xml"/><Relationship Id="rId4" Type="http://schemas.openxmlformats.org/officeDocument/2006/relationships/diagramLayout" Target="../diagrams/layout124.xml"/></Relationships>
</file>

<file path=ppt/slides/_rels/slide125.xml.rels><?xml version="1.0" encoding="UTF-8" standalone="yes"?>
<Relationships xmlns="http://schemas.openxmlformats.org/package/2006/relationships"><Relationship Id="rId3" Type="http://schemas.openxmlformats.org/officeDocument/2006/relationships/diagramData" Target="../diagrams/data125.xml"/><Relationship Id="rId7" Type="http://schemas.microsoft.com/office/2007/relationships/diagramDrawing" Target="../diagrams/drawing125.xml"/><Relationship Id="rId2" Type="http://schemas.openxmlformats.org/officeDocument/2006/relationships/notesSlide" Target="../notesSlides/notesSlide125.xml"/><Relationship Id="rId1" Type="http://schemas.openxmlformats.org/officeDocument/2006/relationships/slideLayout" Target="../slideLayouts/slideLayout15.xml"/><Relationship Id="rId6" Type="http://schemas.openxmlformats.org/officeDocument/2006/relationships/diagramColors" Target="../diagrams/colors125.xml"/><Relationship Id="rId5" Type="http://schemas.openxmlformats.org/officeDocument/2006/relationships/diagramQuickStyle" Target="../diagrams/quickStyle125.xml"/><Relationship Id="rId4" Type="http://schemas.openxmlformats.org/officeDocument/2006/relationships/diagramLayout" Target="../diagrams/layout125.xml"/></Relationships>
</file>

<file path=ppt/slides/_rels/slide126.xml.rels><?xml version="1.0" encoding="UTF-8" standalone="yes"?>
<Relationships xmlns="http://schemas.openxmlformats.org/package/2006/relationships"><Relationship Id="rId3" Type="http://schemas.openxmlformats.org/officeDocument/2006/relationships/diagramData" Target="../diagrams/data126.xml"/><Relationship Id="rId7" Type="http://schemas.microsoft.com/office/2007/relationships/diagramDrawing" Target="../diagrams/drawing126.xml"/><Relationship Id="rId2" Type="http://schemas.openxmlformats.org/officeDocument/2006/relationships/notesSlide" Target="../notesSlides/notesSlide126.xml"/><Relationship Id="rId1" Type="http://schemas.openxmlformats.org/officeDocument/2006/relationships/slideLayout" Target="../slideLayouts/slideLayout18.xml"/><Relationship Id="rId6" Type="http://schemas.openxmlformats.org/officeDocument/2006/relationships/diagramColors" Target="../diagrams/colors126.xml"/><Relationship Id="rId5" Type="http://schemas.openxmlformats.org/officeDocument/2006/relationships/diagramQuickStyle" Target="../diagrams/quickStyle126.xml"/><Relationship Id="rId4" Type="http://schemas.openxmlformats.org/officeDocument/2006/relationships/diagramLayout" Target="../diagrams/layout126.xml"/></Relationships>
</file>

<file path=ppt/slides/_rels/slide127.xml.rels><?xml version="1.0" encoding="UTF-8" standalone="yes"?>
<Relationships xmlns="http://schemas.openxmlformats.org/package/2006/relationships"><Relationship Id="rId3" Type="http://schemas.openxmlformats.org/officeDocument/2006/relationships/diagramData" Target="../diagrams/data127.xml"/><Relationship Id="rId7" Type="http://schemas.microsoft.com/office/2007/relationships/diagramDrawing" Target="../diagrams/drawing127.xml"/><Relationship Id="rId2" Type="http://schemas.openxmlformats.org/officeDocument/2006/relationships/notesSlide" Target="../notesSlides/notesSlide127.xml"/><Relationship Id="rId1" Type="http://schemas.openxmlformats.org/officeDocument/2006/relationships/slideLayout" Target="../slideLayouts/slideLayout18.xml"/><Relationship Id="rId6" Type="http://schemas.openxmlformats.org/officeDocument/2006/relationships/diagramColors" Target="../diagrams/colors127.xml"/><Relationship Id="rId5" Type="http://schemas.openxmlformats.org/officeDocument/2006/relationships/diagramQuickStyle" Target="../diagrams/quickStyle127.xml"/><Relationship Id="rId4" Type="http://schemas.openxmlformats.org/officeDocument/2006/relationships/diagramLayout" Target="../diagrams/layout127.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3" Type="http://schemas.openxmlformats.org/officeDocument/2006/relationships/diagramData" Target="../diagrams/data128.xml"/><Relationship Id="rId7" Type="http://schemas.microsoft.com/office/2007/relationships/diagramDrawing" Target="../diagrams/drawing128.xml"/><Relationship Id="rId2" Type="http://schemas.openxmlformats.org/officeDocument/2006/relationships/notesSlide" Target="../notesSlides/notesSlide129.xml"/><Relationship Id="rId1" Type="http://schemas.openxmlformats.org/officeDocument/2006/relationships/slideLayout" Target="../slideLayouts/slideLayout16.xml"/><Relationship Id="rId6" Type="http://schemas.openxmlformats.org/officeDocument/2006/relationships/diagramColors" Target="../diagrams/colors128.xml"/><Relationship Id="rId5" Type="http://schemas.openxmlformats.org/officeDocument/2006/relationships/diagramQuickStyle" Target="../diagrams/quickStyle128.xml"/><Relationship Id="rId4" Type="http://schemas.openxmlformats.org/officeDocument/2006/relationships/diagramLayout" Target="../diagrams/layout128.xml"/></Relationships>
</file>

<file path=ppt/slides/_rels/slide130.xml.rels><?xml version="1.0" encoding="UTF-8" standalone="yes"?>
<Relationships xmlns="http://schemas.openxmlformats.org/package/2006/relationships"><Relationship Id="rId3" Type="http://schemas.openxmlformats.org/officeDocument/2006/relationships/diagramData" Target="../diagrams/data129.xml"/><Relationship Id="rId7" Type="http://schemas.microsoft.com/office/2007/relationships/diagramDrawing" Target="../diagrams/drawing129.xml"/><Relationship Id="rId2" Type="http://schemas.openxmlformats.org/officeDocument/2006/relationships/notesSlide" Target="../notesSlides/notesSlide130.xml"/><Relationship Id="rId1" Type="http://schemas.openxmlformats.org/officeDocument/2006/relationships/slideLayout" Target="../slideLayouts/slideLayout16.xml"/><Relationship Id="rId6" Type="http://schemas.openxmlformats.org/officeDocument/2006/relationships/diagramColors" Target="../diagrams/colors129.xml"/><Relationship Id="rId5" Type="http://schemas.openxmlformats.org/officeDocument/2006/relationships/diagramQuickStyle" Target="../diagrams/quickStyle129.xml"/><Relationship Id="rId4" Type="http://schemas.openxmlformats.org/officeDocument/2006/relationships/diagramLayout" Target="../diagrams/layout129.xml"/></Relationships>
</file>

<file path=ppt/slides/_rels/slide131.xml.rels><?xml version="1.0" encoding="UTF-8" standalone="yes"?>
<Relationships xmlns="http://schemas.openxmlformats.org/package/2006/relationships"><Relationship Id="rId3" Type="http://schemas.openxmlformats.org/officeDocument/2006/relationships/diagramData" Target="../diagrams/data130.xml"/><Relationship Id="rId7" Type="http://schemas.microsoft.com/office/2007/relationships/diagramDrawing" Target="../diagrams/drawing130.xml"/><Relationship Id="rId2" Type="http://schemas.openxmlformats.org/officeDocument/2006/relationships/notesSlide" Target="../notesSlides/notesSlide131.xml"/><Relationship Id="rId1" Type="http://schemas.openxmlformats.org/officeDocument/2006/relationships/slideLayout" Target="../slideLayouts/slideLayout16.xml"/><Relationship Id="rId6" Type="http://schemas.openxmlformats.org/officeDocument/2006/relationships/diagramColors" Target="../diagrams/colors130.xml"/><Relationship Id="rId5" Type="http://schemas.openxmlformats.org/officeDocument/2006/relationships/diagramQuickStyle" Target="../diagrams/quickStyle130.xml"/><Relationship Id="rId4" Type="http://schemas.openxmlformats.org/officeDocument/2006/relationships/diagramLayout" Target="../diagrams/layout130.xml"/></Relationships>
</file>

<file path=ppt/slides/_rels/slide132.xml.rels><?xml version="1.0" encoding="UTF-8" standalone="yes"?>
<Relationships xmlns="http://schemas.openxmlformats.org/package/2006/relationships"><Relationship Id="rId3" Type="http://schemas.openxmlformats.org/officeDocument/2006/relationships/diagramData" Target="../diagrams/data131.xml"/><Relationship Id="rId7" Type="http://schemas.microsoft.com/office/2007/relationships/diagramDrawing" Target="../diagrams/drawing131.xml"/><Relationship Id="rId2" Type="http://schemas.openxmlformats.org/officeDocument/2006/relationships/notesSlide" Target="../notesSlides/notesSlide132.xml"/><Relationship Id="rId1" Type="http://schemas.openxmlformats.org/officeDocument/2006/relationships/slideLayout" Target="../slideLayouts/slideLayout16.xml"/><Relationship Id="rId6" Type="http://schemas.openxmlformats.org/officeDocument/2006/relationships/diagramColors" Target="../diagrams/colors131.xml"/><Relationship Id="rId5" Type="http://schemas.openxmlformats.org/officeDocument/2006/relationships/diagramQuickStyle" Target="../diagrams/quickStyle131.xml"/><Relationship Id="rId4" Type="http://schemas.openxmlformats.org/officeDocument/2006/relationships/diagramLayout" Target="../diagrams/layout131.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3" Type="http://schemas.openxmlformats.org/officeDocument/2006/relationships/diagramData" Target="../diagrams/data132.xml"/><Relationship Id="rId7" Type="http://schemas.microsoft.com/office/2007/relationships/diagramDrawing" Target="../diagrams/drawing132.xml"/><Relationship Id="rId2" Type="http://schemas.openxmlformats.org/officeDocument/2006/relationships/notesSlide" Target="../notesSlides/notesSlide134.xml"/><Relationship Id="rId1" Type="http://schemas.openxmlformats.org/officeDocument/2006/relationships/slideLayout" Target="../slideLayouts/slideLayout17.xml"/><Relationship Id="rId6" Type="http://schemas.openxmlformats.org/officeDocument/2006/relationships/diagramColors" Target="../diagrams/colors132.xml"/><Relationship Id="rId5" Type="http://schemas.openxmlformats.org/officeDocument/2006/relationships/diagramQuickStyle" Target="../diagrams/quickStyle132.xml"/><Relationship Id="rId4" Type="http://schemas.openxmlformats.org/officeDocument/2006/relationships/diagramLayout" Target="../diagrams/layout132.xml"/></Relationships>
</file>

<file path=ppt/slides/_rels/slide135.xml.rels><?xml version="1.0" encoding="UTF-8" standalone="yes"?>
<Relationships xmlns="http://schemas.openxmlformats.org/package/2006/relationships"><Relationship Id="rId3" Type="http://schemas.openxmlformats.org/officeDocument/2006/relationships/diagramData" Target="../diagrams/data133.xml"/><Relationship Id="rId7" Type="http://schemas.microsoft.com/office/2007/relationships/diagramDrawing" Target="../diagrams/drawing133.xml"/><Relationship Id="rId2" Type="http://schemas.openxmlformats.org/officeDocument/2006/relationships/notesSlide" Target="../notesSlides/notesSlide135.xml"/><Relationship Id="rId1" Type="http://schemas.openxmlformats.org/officeDocument/2006/relationships/slideLayout" Target="../slideLayouts/slideLayout17.xml"/><Relationship Id="rId6" Type="http://schemas.openxmlformats.org/officeDocument/2006/relationships/diagramColors" Target="../diagrams/colors133.xml"/><Relationship Id="rId5" Type="http://schemas.openxmlformats.org/officeDocument/2006/relationships/diagramQuickStyle" Target="../diagrams/quickStyle133.xml"/><Relationship Id="rId4" Type="http://schemas.openxmlformats.org/officeDocument/2006/relationships/diagramLayout" Target="../diagrams/layout133.xml"/></Relationships>
</file>

<file path=ppt/slides/_rels/slide136.xml.rels><?xml version="1.0" encoding="UTF-8" standalone="yes"?>
<Relationships xmlns="http://schemas.openxmlformats.org/package/2006/relationships"><Relationship Id="rId3" Type="http://schemas.openxmlformats.org/officeDocument/2006/relationships/diagramData" Target="../diagrams/data134.xml"/><Relationship Id="rId7" Type="http://schemas.microsoft.com/office/2007/relationships/diagramDrawing" Target="../diagrams/drawing134.xml"/><Relationship Id="rId2" Type="http://schemas.openxmlformats.org/officeDocument/2006/relationships/notesSlide" Target="../notesSlides/notesSlide136.xml"/><Relationship Id="rId1" Type="http://schemas.openxmlformats.org/officeDocument/2006/relationships/slideLayout" Target="../slideLayouts/slideLayout17.xml"/><Relationship Id="rId6" Type="http://schemas.openxmlformats.org/officeDocument/2006/relationships/diagramColors" Target="../diagrams/colors134.xml"/><Relationship Id="rId5" Type="http://schemas.openxmlformats.org/officeDocument/2006/relationships/diagramQuickStyle" Target="../diagrams/quickStyle134.xml"/><Relationship Id="rId4" Type="http://schemas.openxmlformats.org/officeDocument/2006/relationships/diagramLayout" Target="../diagrams/layout134.xml"/></Relationships>
</file>

<file path=ppt/slides/_rels/slide137.xml.rels><?xml version="1.0" encoding="UTF-8" standalone="yes"?>
<Relationships xmlns="http://schemas.openxmlformats.org/package/2006/relationships"><Relationship Id="rId3" Type="http://schemas.openxmlformats.org/officeDocument/2006/relationships/diagramData" Target="../diagrams/data135.xml"/><Relationship Id="rId7" Type="http://schemas.microsoft.com/office/2007/relationships/diagramDrawing" Target="../diagrams/drawing135.xml"/><Relationship Id="rId2" Type="http://schemas.openxmlformats.org/officeDocument/2006/relationships/notesSlide" Target="../notesSlides/notesSlide137.xml"/><Relationship Id="rId1" Type="http://schemas.openxmlformats.org/officeDocument/2006/relationships/slideLayout" Target="../slideLayouts/slideLayout17.xml"/><Relationship Id="rId6" Type="http://schemas.openxmlformats.org/officeDocument/2006/relationships/diagramColors" Target="../diagrams/colors135.xml"/><Relationship Id="rId5" Type="http://schemas.openxmlformats.org/officeDocument/2006/relationships/diagramQuickStyle" Target="../diagrams/quickStyle135.xml"/><Relationship Id="rId4" Type="http://schemas.openxmlformats.org/officeDocument/2006/relationships/diagramLayout" Target="../diagrams/layout135.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3" Type="http://schemas.openxmlformats.org/officeDocument/2006/relationships/diagramData" Target="../diagrams/data136.xml"/><Relationship Id="rId7" Type="http://schemas.microsoft.com/office/2007/relationships/diagramDrawing" Target="../diagrams/drawing136.xml"/><Relationship Id="rId2" Type="http://schemas.openxmlformats.org/officeDocument/2006/relationships/notesSlide" Target="../notesSlides/notesSlide139.xml"/><Relationship Id="rId1" Type="http://schemas.openxmlformats.org/officeDocument/2006/relationships/slideLayout" Target="../slideLayouts/slideLayout18.xml"/><Relationship Id="rId6" Type="http://schemas.openxmlformats.org/officeDocument/2006/relationships/diagramColors" Target="../diagrams/colors136.xml"/><Relationship Id="rId5" Type="http://schemas.openxmlformats.org/officeDocument/2006/relationships/diagramQuickStyle" Target="../diagrams/quickStyle136.xml"/><Relationship Id="rId4" Type="http://schemas.openxmlformats.org/officeDocument/2006/relationships/diagramLayout" Target="../diagrams/layout136.xml"/></Relationships>
</file>

<file path=ppt/slides/_rels/slide140.xml.rels><?xml version="1.0" encoding="UTF-8" standalone="yes"?>
<Relationships xmlns="http://schemas.openxmlformats.org/package/2006/relationships"><Relationship Id="rId3" Type="http://schemas.openxmlformats.org/officeDocument/2006/relationships/diagramData" Target="../diagrams/data137.xml"/><Relationship Id="rId7" Type="http://schemas.microsoft.com/office/2007/relationships/diagramDrawing" Target="../diagrams/drawing137.xml"/><Relationship Id="rId2" Type="http://schemas.openxmlformats.org/officeDocument/2006/relationships/notesSlide" Target="../notesSlides/notesSlide140.xml"/><Relationship Id="rId1" Type="http://schemas.openxmlformats.org/officeDocument/2006/relationships/slideLayout" Target="../slideLayouts/slideLayout18.xml"/><Relationship Id="rId6" Type="http://schemas.openxmlformats.org/officeDocument/2006/relationships/diagramColors" Target="../diagrams/colors137.xml"/><Relationship Id="rId5" Type="http://schemas.openxmlformats.org/officeDocument/2006/relationships/diagramQuickStyle" Target="../diagrams/quickStyle137.xml"/><Relationship Id="rId4" Type="http://schemas.openxmlformats.org/officeDocument/2006/relationships/diagramLayout" Target="../diagrams/layout137.xml"/></Relationships>
</file>

<file path=ppt/slides/_rels/slide141.xml.rels><?xml version="1.0" encoding="UTF-8" standalone="yes"?>
<Relationships xmlns="http://schemas.openxmlformats.org/package/2006/relationships"><Relationship Id="rId3" Type="http://schemas.openxmlformats.org/officeDocument/2006/relationships/diagramData" Target="../diagrams/data138.xml"/><Relationship Id="rId7" Type="http://schemas.microsoft.com/office/2007/relationships/diagramDrawing" Target="../diagrams/drawing138.xml"/><Relationship Id="rId2" Type="http://schemas.openxmlformats.org/officeDocument/2006/relationships/notesSlide" Target="../notesSlides/notesSlide141.xml"/><Relationship Id="rId1" Type="http://schemas.openxmlformats.org/officeDocument/2006/relationships/slideLayout" Target="../slideLayouts/slideLayout18.xml"/><Relationship Id="rId6" Type="http://schemas.openxmlformats.org/officeDocument/2006/relationships/diagramColors" Target="../diagrams/colors138.xml"/><Relationship Id="rId5" Type="http://schemas.openxmlformats.org/officeDocument/2006/relationships/diagramQuickStyle" Target="../diagrams/quickStyle138.xml"/><Relationship Id="rId4" Type="http://schemas.openxmlformats.org/officeDocument/2006/relationships/diagramLayout" Target="../diagrams/layout138.xml"/></Relationships>
</file>

<file path=ppt/slides/_rels/slide142.xml.rels><?xml version="1.0" encoding="UTF-8" standalone="yes"?>
<Relationships xmlns="http://schemas.openxmlformats.org/package/2006/relationships"><Relationship Id="rId3" Type="http://schemas.openxmlformats.org/officeDocument/2006/relationships/diagramData" Target="../diagrams/data139.xml"/><Relationship Id="rId7" Type="http://schemas.microsoft.com/office/2007/relationships/diagramDrawing" Target="../diagrams/drawing139.xml"/><Relationship Id="rId2" Type="http://schemas.openxmlformats.org/officeDocument/2006/relationships/notesSlide" Target="../notesSlides/notesSlide142.xml"/><Relationship Id="rId1" Type="http://schemas.openxmlformats.org/officeDocument/2006/relationships/slideLayout" Target="../slideLayouts/slideLayout18.xml"/><Relationship Id="rId6" Type="http://schemas.openxmlformats.org/officeDocument/2006/relationships/diagramColors" Target="../diagrams/colors139.xml"/><Relationship Id="rId5" Type="http://schemas.openxmlformats.org/officeDocument/2006/relationships/diagramQuickStyle" Target="../diagrams/quickStyle139.xml"/><Relationship Id="rId4" Type="http://schemas.openxmlformats.org/officeDocument/2006/relationships/diagramLayout" Target="../diagrams/layout139.xml"/></Relationships>
</file>

<file path=ppt/slides/_rels/slide143.xml.rels><?xml version="1.0" encoding="UTF-8" standalone="yes"?>
<Relationships xmlns="http://schemas.openxmlformats.org/package/2006/relationships"><Relationship Id="rId3" Type="http://schemas.openxmlformats.org/officeDocument/2006/relationships/diagramData" Target="../diagrams/data140.xml"/><Relationship Id="rId7" Type="http://schemas.microsoft.com/office/2007/relationships/diagramDrawing" Target="../diagrams/drawing140.xml"/><Relationship Id="rId2" Type="http://schemas.openxmlformats.org/officeDocument/2006/relationships/notesSlide" Target="../notesSlides/notesSlide143.xml"/><Relationship Id="rId1" Type="http://schemas.openxmlformats.org/officeDocument/2006/relationships/slideLayout" Target="../slideLayouts/slideLayout18.xml"/><Relationship Id="rId6" Type="http://schemas.openxmlformats.org/officeDocument/2006/relationships/diagramColors" Target="../diagrams/colors140.xml"/><Relationship Id="rId5" Type="http://schemas.openxmlformats.org/officeDocument/2006/relationships/diagramQuickStyle" Target="../diagrams/quickStyle140.xml"/><Relationship Id="rId4" Type="http://schemas.openxmlformats.org/officeDocument/2006/relationships/diagramLayout" Target="../diagrams/layout140.xml"/></Relationships>
</file>

<file path=ppt/slides/_rels/slide144.xml.rels><?xml version="1.0" encoding="UTF-8" standalone="yes"?>
<Relationships xmlns="http://schemas.openxmlformats.org/package/2006/relationships"><Relationship Id="rId3" Type="http://schemas.openxmlformats.org/officeDocument/2006/relationships/diagramData" Target="../diagrams/data141.xml"/><Relationship Id="rId7" Type="http://schemas.microsoft.com/office/2007/relationships/diagramDrawing" Target="../diagrams/drawing141.xml"/><Relationship Id="rId2" Type="http://schemas.openxmlformats.org/officeDocument/2006/relationships/notesSlide" Target="../notesSlides/notesSlide144.xml"/><Relationship Id="rId1" Type="http://schemas.openxmlformats.org/officeDocument/2006/relationships/slideLayout" Target="../slideLayouts/slideLayout18.xml"/><Relationship Id="rId6" Type="http://schemas.openxmlformats.org/officeDocument/2006/relationships/diagramColors" Target="../diagrams/colors141.xml"/><Relationship Id="rId5" Type="http://schemas.openxmlformats.org/officeDocument/2006/relationships/diagramQuickStyle" Target="../diagrams/quickStyle141.xml"/><Relationship Id="rId4" Type="http://schemas.openxmlformats.org/officeDocument/2006/relationships/diagramLayout" Target="../diagrams/layout141.xml"/></Relationships>
</file>

<file path=ppt/slides/_rels/slide145.xml.rels><?xml version="1.0" encoding="UTF-8" standalone="yes"?>
<Relationships xmlns="http://schemas.openxmlformats.org/package/2006/relationships"><Relationship Id="rId3" Type="http://schemas.openxmlformats.org/officeDocument/2006/relationships/diagramData" Target="../diagrams/data142.xml"/><Relationship Id="rId7" Type="http://schemas.microsoft.com/office/2007/relationships/diagramDrawing" Target="../diagrams/drawing142.xml"/><Relationship Id="rId2" Type="http://schemas.openxmlformats.org/officeDocument/2006/relationships/notesSlide" Target="../notesSlides/notesSlide145.xml"/><Relationship Id="rId1" Type="http://schemas.openxmlformats.org/officeDocument/2006/relationships/slideLayout" Target="../slideLayouts/slideLayout18.xml"/><Relationship Id="rId6" Type="http://schemas.openxmlformats.org/officeDocument/2006/relationships/diagramColors" Target="../diagrams/colors142.xml"/><Relationship Id="rId5" Type="http://schemas.openxmlformats.org/officeDocument/2006/relationships/diagramQuickStyle" Target="../diagrams/quickStyle142.xml"/><Relationship Id="rId4" Type="http://schemas.openxmlformats.org/officeDocument/2006/relationships/diagramLayout" Target="../diagrams/layout142.xml"/></Relationships>
</file>

<file path=ppt/slides/_rels/slide146.xml.rels><?xml version="1.0" encoding="UTF-8" standalone="yes"?>
<Relationships xmlns="http://schemas.openxmlformats.org/package/2006/relationships"><Relationship Id="rId3" Type="http://schemas.openxmlformats.org/officeDocument/2006/relationships/diagramData" Target="../diagrams/data143.xml"/><Relationship Id="rId7" Type="http://schemas.microsoft.com/office/2007/relationships/diagramDrawing" Target="../diagrams/drawing143.xml"/><Relationship Id="rId2" Type="http://schemas.openxmlformats.org/officeDocument/2006/relationships/notesSlide" Target="../notesSlides/notesSlide146.xml"/><Relationship Id="rId1" Type="http://schemas.openxmlformats.org/officeDocument/2006/relationships/slideLayout" Target="../slideLayouts/slideLayout18.xml"/><Relationship Id="rId6" Type="http://schemas.openxmlformats.org/officeDocument/2006/relationships/diagramColors" Target="../diagrams/colors143.xml"/><Relationship Id="rId5" Type="http://schemas.openxmlformats.org/officeDocument/2006/relationships/diagramQuickStyle" Target="../diagrams/quickStyle143.xml"/><Relationship Id="rId4" Type="http://schemas.openxmlformats.org/officeDocument/2006/relationships/diagramLayout" Target="../diagrams/layout143.xml"/></Relationships>
</file>

<file path=ppt/slides/_rels/slide147.xml.rels><?xml version="1.0" encoding="UTF-8" standalone="yes"?>
<Relationships xmlns="http://schemas.openxmlformats.org/package/2006/relationships"><Relationship Id="rId3" Type="http://schemas.openxmlformats.org/officeDocument/2006/relationships/diagramData" Target="../diagrams/data144.xml"/><Relationship Id="rId7" Type="http://schemas.microsoft.com/office/2007/relationships/diagramDrawing" Target="../diagrams/drawing144.xml"/><Relationship Id="rId2" Type="http://schemas.openxmlformats.org/officeDocument/2006/relationships/notesSlide" Target="../notesSlides/notesSlide147.xml"/><Relationship Id="rId1" Type="http://schemas.openxmlformats.org/officeDocument/2006/relationships/slideLayout" Target="../slideLayouts/slideLayout18.xml"/><Relationship Id="rId6" Type="http://schemas.openxmlformats.org/officeDocument/2006/relationships/diagramColors" Target="../diagrams/colors144.xml"/><Relationship Id="rId5" Type="http://schemas.openxmlformats.org/officeDocument/2006/relationships/diagramQuickStyle" Target="../diagrams/quickStyle144.xml"/><Relationship Id="rId4" Type="http://schemas.openxmlformats.org/officeDocument/2006/relationships/diagramLayout" Target="../diagrams/layout144.xml"/></Relationships>
</file>

<file path=ppt/slides/_rels/slide148.xml.rels><?xml version="1.0" encoding="UTF-8" standalone="yes"?>
<Relationships xmlns="http://schemas.openxmlformats.org/package/2006/relationships"><Relationship Id="rId3" Type="http://schemas.openxmlformats.org/officeDocument/2006/relationships/diagramData" Target="../diagrams/data145.xml"/><Relationship Id="rId7" Type="http://schemas.microsoft.com/office/2007/relationships/diagramDrawing" Target="../diagrams/drawing145.xml"/><Relationship Id="rId2" Type="http://schemas.openxmlformats.org/officeDocument/2006/relationships/notesSlide" Target="../notesSlides/notesSlide148.xml"/><Relationship Id="rId1" Type="http://schemas.openxmlformats.org/officeDocument/2006/relationships/slideLayout" Target="../slideLayouts/slideLayout18.xml"/><Relationship Id="rId6" Type="http://schemas.openxmlformats.org/officeDocument/2006/relationships/diagramColors" Target="../diagrams/colors145.xml"/><Relationship Id="rId5" Type="http://schemas.openxmlformats.org/officeDocument/2006/relationships/diagramQuickStyle" Target="../diagrams/quickStyle145.xml"/><Relationship Id="rId4" Type="http://schemas.openxmlformats.org/officeDocument/2006/relationships/diagramLayout" Target="../diagrams/layout145.xml"/></Relationships>
</file>

<file path=ppt/slides/_rels/slide149.xml.rels><?xml version="1.0" encoding="UTF-8" standalone="yes"?>
<Relationships xmlns="http://schemas.openxmlformats.org/package/2006/relationships"><Relationship Id="rId3" Type="http://schemas.openxmlformats.org/officeDocument/2006/relationships/diagramData" Target="../diagrams/data146.xml"/><Relationship Id="rId7" Type="http://schemas.microsoft.com/office/2007/relationships/diagramDrawing" Target="../diagrams/drawing146.xml"/><Relationship Id="rId2" Type="http://schemas.openxmlformats.org/officeDocument/2006/relationships/notesSlide" Target="../notesSlides/notesSlide149.xml"/><Relationship Id="rId1" Type="http://schemas.openxmlformats.org/officeDocument/2006/relationships/slideLayout" Target="../slideLayouts/slideLayout18.xml"/><Relationship Id="rId6" Type="http://schemas.openxmlformats.org/officeDocument/2006/relationships/diagramColors" Target="../diagrams/colors146.xml"/><Relationship Id="rId5" Type="http://schemas.openxmlformats.org/officeDocument/2006/relationships/diagramQuickStyle" Target="../diagrams/quickStyle146.xml"/><Relationship Id="rId4" Type="http://schemas.openxmlformats.org/officeDocument/2006/relationships/diagramLayout" Target="../diagrams/layout146.xml"/></Relationships>
</file>

<file path=ppt/slides/_rels/slide150.xml.rels><?xml version="1.0" encoding="UTF-8" standalone="yes"?>
<Relationships xmlns="http://schemas.openxmlformats.org/package/2006/relationships"><Relationship Id="rId3" Type="http://schemas.openxmlformats.org/officeDocument/2006/relationships/diagramData" Target="../diagrams/data147.xml"/><Relationship Id="rId7" Type="http://schemas.microsoft.com/office/2007/relationships/diagramDrawing" Target="../diagrams/drawing147.xml"/><Relationship Id="rId2" Type="http://schemas.openxmlformats.org/officeDocument/2006/relationships/notesSlide" Target="../notesSlides/notesSlide150.xml"/><Relationship Id="rId1" Type="http://schemas.openxmlformats.org/officeDocument/2006/relationships/slideLayout" Target="../slideLayouts/slideLayout18.xml"/><Relationship Id="rId6" Type="http://schemas.openxmlformats.org/officeDocument/2006/relationships/diagramColors" Target="../diagrams/colors147.xml"/><Relationship Id="rId5" Type="http://schemas.openxmlformats.org/officeDocument/2006/relationships/diagramQuickStyle" Target="../diagrams/quickStyle147.xml"/><Relationship Id="rId4" Type="http://schemas.openxmlformats.org/officeDocument/2006/relationships/diagramLayout" Target="../diagrams/layout147.xml"/></Relationships>
</file>

<file path=ppt/slides/_rels/slide151.xml.rels><?xml version="1.0" encoding="UTF-8" standalone="yes"?>
<Relationships xmlns="http://schemas.openxmlformats.org/package/2006/relationships"><Relationship Id="rId3" Type="http://schemas.openxmlformats.org/officeDocument/2006/relationships/diagramData" Target="../diagrams/data148.xml"/><Relationship Id="rId7" Type="http://schemas.microsoft.com/office/2007/relationships/diagramDrawing" Target="../diagrams/drawing148.xml"/><Relationship Id="rId2" Type="http://schemas.openxmlformats.org/officeDocument/2006/relationships/notesSlide" Target="../notesSlides/notesSlide151.xml"/><Relationship Id="rId1" Type="http://schemas.openxmlformats.org/officeDocument/2006/relationships/slideLayout" Target="../slideLayouts/slideLayout18.xml"/><Relationship Id="rId6" Type="http://schemas.openxmlformats.org/officeDocument/2006/relationships/diagramColors" Target="../diagrams/colors148.xml"/><Relationship Id="rId5" Type="http://schemas.openxmlformats.org/officeDocument/2006/relationships/diagramQuickStyle" Target="../diagrams/quickStyle148.xml"/><Relationship Id="rId4" Type="http://schemas.openxmlformats.org/officeDocument/2006/relationships/diagramLayout" Target="../diagrams/layout148.xml"/></Relationships>
</file>

<file path=ppt/slides/_rels/slide152.xml.rels><?xml version="1.0" encoding="UTF-8" standalone="yes"?>
<Relationships xmlns="http://schemas.openxmlformats.org/package/2006/relationships"><Relationship Id="rId3" Type="http://schemas.openxmlformats.org/officeDocument/2006/relationships/diagramData" Target="../diagrams/data149.xml"/><Relationship Id="rId7" Type="http://schemas.microsoft.com/office/2007/relationships/diagramDrawing" Target="../diagrams/drawing149.xml"/><Relationship Id="rId2" Type="http://schemas.openxmlformats.org/officeDocument/2006/relationships/notesSlide" Target="../notesSlides/notesSlide152.xml"/><Relationship Id="rId1" Type="http://schemas.openxmlformats.org/officeDocument/2006/relationships/slideLayout" Target="../slideLayouts/slideLayout18.xml"/><Relationship Id="rId6" Type="http://schemas.openxmlformats.org/officeDocument/2006/relationships/diagramColors" Target="../diagrams/colors149.xml"/><Relationship Id="rId5" Type="http://schemas.openxmlformats.org/officeDocument/2006/relationships/diagramQuickStyle" Target="../diagrams/quickStyle149.xml"/><Relationship Id="rId4" Type="http://schemas.openxmlformats.org/officeDocument/2006/relationships/diagramLayout" Target="../diagrams/layout149.xml"/></Relationships>
</file>

<file path=ppt/slides/_rels/slide153.xml.rels><?xml version="1.0" encoding="UTF-8" standalone="yes"?>
<Relationships xmlns="http://schemas.openxmlformats.org/package/2006/relationships"><Relationship Id="rId3" Type="http://schemas.openxmlformats.org/officeDocument/2006/relationships/diagramData" Target="../diagrams/data150.xml"/><Relationship Id="rId7" Type="http://schemas.microsoft.com/office/2007/relationships/diagramDrawing" Target="../diagrams/drawing150.xml"/><Relationship Id="rId2" Type="http://schemas.openxmlformats.org/officeDocument/2006/relationships/notesSlide" Target="../notesSlides/notesSlide153.xml"/><Relationship Id="rId1" Type="http://schemas.openxmlformats.org/officeDocument/2006/relationships/slideLayout" Target="../slideLayouts/slideLayout18.xml"/><Relationship Id="rId6" Type="http://schemas.openxmlformats.org/officeDocument/2006/relationships/diagramColors" Target="../diagrams/colors150.xml"/><Relationship Id="rId5" Type="http://schemas.openxmlformats.org/officeDocument/2006/relationships/diagramQuickStyle" Target="../diagrams/quickStyle150.xml"/><Relationship Id="rId4" Type="http://schemas.openxmlformats.org/officeDocument/2006/relationships/diagramLayout" Target="../diagrams/layout150.xml"/></Relationships>
</file>

<file path=ppt/slides/_rels/slide154.xml.rels><?xml version="1.0" encoding="UTF-8" standalone="yes"?>
<Relationships xmlns="http://schemas.openxmlformats.org/package/2006/relationships"><Relationship Id="rId3" Type="http://schemas.openxmlformats.org/officeDocument/2006/relationships/diagramData" Target="../diagrams/data151.xml"/><Relationship Id="rId7" Type="http://schemas.microsoft.com/office/2007/relationships/diagramDrawing" Target="../diagrams/drawing151.xml"/><Relationship Id="rId2" Type="http://schemas.openxmlformats.org/officeDocument/2006/relationships/notesSlide" Target="../notesSlides/notesSlide154.xml"/><Relationship Id="rId1" Type="http://schemas.openxmlformats.org/officeDocument/2006/relationships/slideLayout" Target="../slideLayouts/slideLayout18.xml"/><Relationship Id="rId6" Type="http://schemas.openxmlformats.org/officeDocument/2006/relationships/diagramColors" Target="../diagrams/colors151.xml"/><Relationship Id="rId5" Type="http://schemas.openxmlformats.org/officeDocument/2006/relationships/diagramQuickStyle" Target="../diagrams/quickStyle151.xml"/><Relationship Id="rId4" Type="http://schemas.openxmlformats.org/officeDocument/2006/relationships/diagramLayout" Target="../diagrams/layout151.xml"/></Relationships>
</file>

<file path=ppt/slides/_rels/slide155.xml.rels><?xml version="1.0" encoding="UTF-8" standalone="yes"?>
<Relationships xmlns="http://schemas.openxmlformats.org/package/2006/relationships"><Relationship Id="rId3" Type="http://schemas.openxmlformats.org/officeDocument/2006/relationships/diagramData" Target="../diagrams/data152.xml"/><Relationship Id="rId7" Type="http://schemas.microsoft.com/office/2007/relationships/diagramDrawing" Target="../diagrams/drawing152.xml"/><Relationship Id="rId2" Type="http://schemas.openxmlformats.org/officeDocument/2006/relationships/notesSlide" Target="../notesSlides/notesSlide155.xml"/><Relationship Id="rId1" Type="http://schemas.openxmlformats.org/officeDocument/2006/relationships/slideLayout" Target="../slideLayouts/slideLayout18.xml"/><Relationship Id="rId6" Type="http://schemas.openxmlformats.org/officeDocument/2006/relationships/diagramColors" Target="../diagrams/colors152.xml"/><Relationship Id="rId5" Type="http://schemas.openxmlformats.org/officeDocument/2006/relationships/diagramQuickStyle" Target="../diagrams/quickStyle152.xml"/><Relationship Id="rId4" Type="http://schemas.openxmlformats.org/officeDocument/2006/relationships/diagramLayout" Target="../diagrams/layout152.xml"/></Relationships>
</file>

<file path=ppt/slides/_rels/slide156.xml.rels><?xml version="1.0" encoding="UTF-8" standalone="yes"?>
<Relationships xmlns="http://schemas.openxmlformats.org/package/2006/relationships"><Relationship Id="rId3" Type="http://schemas.openxmlformats.org/officeDocument/2006/relationships/diagramData" Target="../diagrams/data153.xml"/><Relationship Id="rId7" Type="http://schemas.microsoft.com/office/2007/relationships/diagramDrawing" Target="../diagrams/drawing153.xml"/><Relationship Id="rId2" Type="http://schemas.openxmlformats.org/officeDocument/2006/relationships/notesSlide" Target="../notesSlides/notesSlide156.xml"/><Relationship Id="rId1" Type="http://schemas.openxmlformats.org/officeDocument/2006/relationships/slideLayout" Target="../slideLayouts/slideLayout18.xml"/><Relationship Id="rId6" Type="http://schemas.openxmlformats.org/officeDocument/2006/relationships/diagramColors" Target="../diagrams/colors153.xml"/><Relationship Id="rId5" Type="http://schemas.openxmlformats.org/officeDocument/2006/relationships/diagramQuickStyle" Target="../diagrams/quickStyle153.xml"/><Relationship Id="rId4" Type="http://schemas.openxmlformats.org/officeDocument/2006/relationships/diagramLayout" Target="../diagrams/layout153.xml"/></Relationships>
</file>

<file path=ppt/slides/_rels/slide157.xml.rels><?xml version="1.0" encoding="UTF-8" standalone="yes"?>
<Relationships xmlns="http://schemas.openxmlformats.org/package/2006/relationships"><Relationship Id="rId3" Type="http://schemas.openxmlformats.org/officeDocument/2006/relationships/diagramData" Target="../diagrams/data154.xml"/><Relationship Id="rId7" Type="http://schemas.microsoft.com/office/2007/relationships/diagramDrawing" Target="../diagrams/drawing154.xml"/><Relationship Id="rId2" Type="http://schemas.openxmlformats.org/officeDocument/2006/relationships/notesSlide" Target="../notesSlides/notesSlide157.xml"/><Relationship Id="rId1" Type="http://schemas.openxmlformats.org/officeDocument/2006/relationships/slideLayout" Target="../slideLayouts/slideLayout18.xml"/><Relationship Id="rId6" Type="http://schemas.openxmlformats.org/officeDocument/2006/relationships/diagramColors" Target="../diagrams/colors154.xml"/><Relationship Id="rId5" Type="http://schemas.openxmlformats.org/officeDocument/2006/relationships/diagramQuickStyle" Target="../diagrams/quickStyle154.xml"/><Relationship Id="rId4" Type="http://schemas.openxmlformats.org/officeDocument/2006/relationships/diagramLayout" Target="../diagrams/layout154.xml"/></Relationships>
</file>

<file path=ppt/slides/_rels/slide158.xml.rels><?xml version="1.0" encoding="UTF-8" standalone="yes"?>
<Relationships xmlns="http://schemas.openxmlformats.org/package/2006/relationships"><Relationship Id="rId3" Type="http://schemas.openxmlformats.org/officeDocument/2006/relationships/diagramData" Target="../diagrams/data155.xml"/><Relationship Id="rId7" Type="http://schemas.microsoft.com/office/2007/relationships/diagramDrawing" Target="../diagrams/drawing155.xml"/><Relationship Id="rId2" Type="http://schemas.openxmlformats.org/officeDocument/2006/relationships/notesSlide" Target="../notesSlides/notesSlide158.xml"/><Relationship Id="rId1" Type="http://schemas.openxmlformats.org/officeDocument/2006/relationships/slideLayout" Target="../slideLayouts/slideLayout18.xml"/><Relationship Id="rId6" Type="http://schemas.openxmlformats.org/officeDocument/2006/relationships/diagramColors" Target="../diagrams/colors155.xml"/><Relationship Id="rId5" Type="http://schemas.openxmlformats.org/officeDocument/2006/relationships/diagramQuickStyle" Target="../diagrams/quickStyle155.xml"/><Relationship Id="rId4" Type="http://schemas.openxmlformats.org/officeDocument/2006/relationships/diagramLayout" Target="../diagrams/layout155.xml"/></Relationships>
</file>

<file path=ppt/slides/_rels/slide159.xml.rels><?xml version="1.0" encoding="UTF-8" standalone="yes"?>
<Relationships xmlns="http://schemas.openxmlformats.org/package/2006/relationships"><Relationship Id="rId3" Type="http://schemas.openxmlformats.org/officeDocument/2006/relationships/diagramData" Target="../diagrams/data156.xml"/><Relationship Id="rId7" Type="http://schemas.microsoft.com/office/2007/relationships/diagramDrawing" Target="../diagrams/drawing156.xml"/><Relationship Id="rId2" Type="http://schemas.openxmlformats.org/officeDocument/2006/relationships/notesSlide" Target="../notesSlides/notesSlide159.xml"/><Relationship Id="rId1" Type="http://schemas.openxmlformats.org/officeDocument/2006/relationships/slideLayout" Target="../slideLayouts/slideLayout18.xml"/><Relationship Id="rId6" Type="http://schemas.openxmlformats.org/officeDocument/2006/relationships/diagramColors" Target="../diagrams/colors156.xml"/><Relationship Id="rId5" Type="http://schemas.openxmlformats.org/officeDocument/2006/relationships/diagramQuickStyle" Target="../diagrams/quickStyle156.xml"/><Relationship Id="rId4" Type="http://schemas.openxmlformats.org/officeDocument/2006/relationships/diagramLayout" Target="../diagrams/layout156.xml"/></Relationships>
</file>

<file path=ppt/slides/_rels/slide160.xml.rels><?xml version="1.0" encoding="UTF-8" standalone="yes"?>
<Relationships xmlns="http://schemas.openxmlformats.org/package/2006/relationships"><Relationship Id="rId3" Type="http://schemas.openxmlformats.org/officeDocument/2006/relationships/diagramData" Target="../diagrams/data157.xml"/><Relationship Id="rId7" Type="http://schemas.microsoft.com/office/2007/relationships/diagramDrawing" Target="../diagrams/drawing157.xml"/><Relationship Id="rId2" Type="http://schemas.openxmlformats.org/officeDocument/2006/relationships/notesSlide" Target="../notesSlides/notesSlide160.xml"/><Relationship Id="rId1" Type="http://schemas.openxmlformats.org/officeDocument/2006/relationships/slideLayout" Target="../slideLayouts/slideLayout18.xml"/><Relationship Id="rId6" Type="http://schemas.openxmlformats.org/officeDocument/2006/relationships/diagramColors" Target="../diagrams/colors157.xml"/><Relationship Id="rId5" Type="http://schemas.openxmlformats.org/officeDocument/2006/relationships/diagramQuickStyle" Target="../diagrams/quickStyle157.xml"/><Relationship Id="rId4" Type="http://schemas.openxmlformats.org/officeDocument/2006/relationships/diagramLayout" Target="../diagrams/layout157.xml"/></Relationships>
</file>

<file path=ppt/slides/_rels/slide161.xml.rels><?xml version="1.0" encoding="UTF-8" standalone="yes"?>
<Relationships xmlns="http://schemas.openxmlformats.org/package/2006/relationships"><Relationship Id="rId3" Type="http://schemas.openxmlformats.org/officeDocument/2006/relationships/diagramData" Target="../diagrams/data158.xml"/><Relationship Id="rId7" Type="http://schemas.microsoft.com/office/2007/relationships/diagramDrawing" Target="../diagrams/drawing158.xml"/><Relationship Id="rId2" Type="http://schemas.openxmlformats.org/officeDocument/2006/relationships/notesSlide" Target="../notesSlides/notesSlide161.xml"/><Relationship Id="rId1" Type="http://schemas.openxmlformats.org/officeDocument/2006/relationships/slideLayout" Target="../slideLayouts/slideLayout18.xml"/><Relationship Id="rId6" Type="http://schemas.openxmlformats.org/officeDocument/2006/relationships/diagramColors" Target="../diagrams/colors158.xml"/><Relationship Id="rId5" Type="http://schemas.openxmlformats.org/officeDocument/2006/relationships/diagramQuickStyle" Target="../diagrams/quickStyle158.xml"/><Relationship Id="rId4" Type="http://schemas.openxmlformats.org/officeDocument/2006/relationships/diagramLayout" Target="../diagrams/layout158.xml"/></Relationships>
</file>

<file path=ppt/slides/_rels/slide162.xml.rels><?xml version="1.0" encoding="UTF-8" standalone="yes"?>
<Relationships xmlns="http://schemas.openxmlformats.org/package/2006/relationships"><Relationship Id="rId3" Type="http://schemas.openxmlformats.org/officeDocument/2006/relationships/diagramData" Target="../diagrams/data159.xml"/><Relationship Id="rId7" Type="http://schemas.microsoft.com/office/2007/relationships/diagramDrawing" Target="../diagrams/drawing159.xml"/><Relationship Id="rId2" Type="http://schemas.openxmlformats.org/officeDocument/2006/relationships/notesSlide" Target="../notesSlides/notesSlide162.xml"/><Relationship Id="rId1" Type="http://schemas.openxmlformats.org/officeDocument/2006/relationships/slideLayout" Target="../slideLayouts/slideLayout18.xml"/><Relationship Id="rId6" Type="http://schemas.openxmlformats.org/officeDocument/2006/relationships/diagramColors" Target="../diagrams/colors159.xml"/><Relationship Id="rId5" Type="http://schemas.openxmlformats.org/officeDocument/2006/relationships/diagramQuickStyle" Target="../diagrams/quickStyle159.xml"/><Relationship Id="rId4" Type="http://schemas.openxmlformats.org/officeDocument/2006/relationships/diagramLayout" Target="../diagrams/layout159.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163.xml"/><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3" Type="http://schemas.openxmlformats.org/officeDocument/2006/relationships/hyperlink" Target="https://www.showeet.com/" TargetMode="External"/><Relationship Id="rId2" Type="http://schemas.openxmlformats.org/officeDocument/2006/relationships/notesSlide" Target="../notesSlides/notesSlide164.xml"/><Relationship Id="rId1" Type="http://schemas.openxmlformats.org/officeDocument/2006/relationships/slideLayout" Target="../slideLayouts/slideLayout20.xml"/><Relationship Id="rId6" Type="http://schemas.openxmlformats.org/officeDocument/2006/relationships/hyperlink" Target="http://twitter.com/showeet" TargetMode="External"/><Relationship Id="rId5" Type="http://schemas.openxmlformats.org/officeDocument/2006/relationships/hyperlink" Target="http://pinterest.com/showeet/pins" TargetMode="External"/><Relationship Id="rId4" Type="http://schemas.openxmlformats.org/officeDocument/2006/relationships/hyperlink" Target="http://www.facebook.com/showeet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Diagonal Stripe 17">
            <a:extLst>
              <a:ext uri="{FF2B5EF4-FFF2-40B4-BE49-F238E27FC236}">
                <a16:creationId xmlns:a16="http://schemas.microsoft.com/office/drawing/2014/main" id="{2FB3450C-7929-4EA4-848D-DA9755EF3D05}"/>
              </a:ext>
            </a:extLst>
          </p:cNvPr>
          <p:cNvSpPr/>
          <p:nvPr/>
        </p:nvSpPr>
        <p:spPr>
          <a:xfrm rot="5400000">
            <a:off x="9510883" y="-2"/>
            <a:ext cx="2681117" cy="2681117"/>
          </a:xfrm>
          <a:prstGeom prst="diagStripe">
            <a:avLst>
              <a:gd name="adj" fmla="val 30578"/>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p:cNvSpPr>
            <a:spLocks noGrp="1"/>
          </p:cNvSpPr>
          <p:nvPr>
            <p:ph type="ctrTitle"/>
          </p:nvPr>
        </p:nvSpPr>
        <p:spPr>
          <a:xfrm>
            <a:off x="1524000" y="1629182"/>
            <a:ext cx="9144000" cy="2387600"/>
          </a:xfrm>
        </p:spPr>
        <p:txBody>
          <a:bodyPr>
            <a:normAutofit/>
          </a:bodyPr>
          <a:lstStyle/>
          <a:p>
            <a:r>
              <a:rPr lang="en-US" b="1" dirty="0"/>
              <a:t>PowerPoint SmartArt Graphics</a:t>
            </a:r>
            <a:endParaRPr lang="en-US" dirty="0"/>
          </a:p>
        </p:txBody>
      </p:sp>
      <p:sp>
        <p:nvSpPr>
          <p:cNvPr id="3" name="Subtitle 2"/>
          <p:cNvSpPr>
            <a:spLocks noGrp="1"/>
          </p:cNvSpPr>
          <p:nvPr>
            <p:ph type="subTitle" idx="1"/>
          </p:nvPr>
        </p:nvSpPr>
        <p:spPr>
          <a:xfrm>
            <a:off x="1524000" y="4108857"/>
            <a:ext cx="9144000" cy="1655762"/>
          </a:xfrm>
        </p:spPr>
        <p:txBody>
          <a:bodyPr/>
          <a:lstStyle/>
          <a:p>
            <a:r>
              <a:rPr lang="en-US" dirty="0"/>
              <a:t>The complete ready-to-use collection</a:t>
            </a:r>
          </a:p>
        </p:txBody>
      </p:sp>
      <p:grpSp>
        <p:nvGrpSpPr>
          <p:cNvPr id="20" name="Group 19"/>
          <p:cNvGrpSpPr/>
          <p:nvPr/>
        </p:nvGrpSpPr>
        <p:grpSpPr>
          <a:xfrm>
            <a:off x="348344" y="208643"/>
            <a:ext cx="2424146" cy="1780197"/>
            <a:chOff x="0" y="2841906"/>
            <a:chExt cx="3759201" cy="2760609"/>
          </a:xfrm>
        </p:grpSpPr>
        <p:sp>
          <p:nvSpPr>
            <p:cNvPr id="5" name="Rectangle 4"/>
            <p:cNvSpPr/>
            <p:nvPr/>
          </p:nvSpPr>
          <p:spPr>
            <a:xfrm>
              <a:off x="1407886" y="3817257"/>
              <a:ext cx="2351315" cy="1785258"/>
            </a:xfrm>
            <a:prstGeom prst="rect">
              <a:avLst/>
            </a:prstGeom>
            <a:solidFill>
              <a:schemeClr val="accent6"/>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p:nvGrpSpPr>
          <p:grpSpPr>
            <a:xfrm>
              <a:off x="1741715" y="4429919"/>
              <a:ext cx="1611085" cy="0"/>
              <a:chOff x="1741715" y="4429919"/>
              <a:chExt cx="1611085" cy="0"/>
            </a:xfrm>
          </p:grpSpPr>
          <p:cxnSp>
            <p:nvCxnSpPr>
              <p:cNvPr id="7" name="Straight Connector 6"/>
              <p:cNvCxnSpPr/>
              <p:nvPr/>
            </p:nvCxnSpPr>
            <p:spPr>
              <a:xfrm>
                <a:off x="1741715" y="4429919"/>
                <a:ext cx="319314" cy="0"/>
              </a:xfrm>
              <a:prstGeom prst="line">
                <a:avLst/>
              </a:prstGeom>
              <a:ln w="762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2278744" y="4429919"/>
                <a:ext cx="1074056" cy="0"/>
              </a:xfrm>
              <a:prstGeom prst="line">
                <a:avLst/>
              </a:prstGeom>
              <a:ln w="76200">
                <a:solidFill>
                  <a:schemeClr val="accent4"/>
                </a:solidFill>
              </a:ln>
            </p:spPr>
            <p:style>
              <a:lnRef idx="1">
                <a:schemeClr val="accent1"/>
              </a:lnRef>
              <a:fillRef idx="0">
                <a:schemeClr val="accent1"/>
              </a:fillRef>
              <a:effectRef idx="0">
                <a:schemeClr val="accent1"/>
              </a:effectRef>
              <a:fontRef idx="minor">
                <a:schemeClr val="tx1"/>
              </a:fontRef>
            </p:style>
          </p:cxnSp>
        </p:grpSp>
        <p:grpSp>
          <p:nvGrpSpPr>
            <p:cNvPr id="11" name="Group 10"/>
            <p:cNvGrpSpPr/>
            <p:nvPr/>
          </p:nvGrpSpPr>
          <p:grpSpPr>
            <a:xfrm>
              <a:off x="1741715" y="4767660"/>
              <a:ext cx="1611085" cy="0"/>
              <a:chOff x="1741715" y="4429919"/>
              <a:chExt cx="1611085" cy="0"/>
            </a:xfrm>
          </p:grpSpPr>
          <p:cxnSp>
            <p:nvCxnSpPr>
              <p:cNvPr id="12" name="Straight Connector 11"/>
              <p:cNvCxnSpPr/>
              <p:nvPr/>
            </p:nvCxnSpPr>
            <p:spPr>
              <a:xfrm>
                <a:off x="1741715" y="4429919"/>
                <a:ext cx="319314" cy="0"/>
              </a:xfrm>
              <a:prstGeom prst="line">
                <a:avLst/>
              </a:prstGeom>
              <a:ln w="762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2278744" y="4429919"/>
                <a:ext cx="1074056" cy="0"/>
              </a:xfrm>
              <a:prstGeom prst="line">
                <a:avLst/>
              </a:prstGeom>
              <a:ln w="76200">
                <a:solidFill>
                  <a:schemeClr val="accent4"/>
                </a:solidFill>
              </a:ln>
            </p:spPr>
            <p:style>
              <a:lnRef idx="1">
                <a:schemeClr val="accent1"/>
              </a:lnRef>
              <a:fillRef idx="0">
                <a:schemeClr val="accent1"/>
              </a:fillRef>
              <a:effectRef idx="0">
                <a:schemeClr val="accent1"/>
              </a:effectRef>
              <a:fontRef idx="minor">
                <a:schemeClr val="tx1"/>
              </a:fontRef>
            </p:style>
          </p:cxnSp>
        </p:grpSp>
        <p:grpSp>
          <p:nvGrpSpPr>
            <p:cNvPr id="14" name="Group 13"/>
            <p:cNvGrpSpPr/>
            <p:nvPr/>
          </p:nvGrpSpPr>
          <p:grpSpPr>
            <a:xfrm>
              <a:off x="1741715" y="5105400"/>
              <a:ext cx="1611085" cy="0"/>
              <a:chOff x="1741715" y="4429919"/>
              <a:chExt cx="1611085" cy="0"/>
            </a:xfrm>
          </p:grpSpPr>
          <p:cxnSp>
            <p:nvCxnSpPr>
              <p:cNvPr id="15" name="Straight Connector 14"/>
              <p:cNvCxnSpPr/>
              <p:nvPr/>
            </p:nvCxnSpPr>
            <p:spPr>
              <a:xfrm>
                <a:off x="1741715" y="4429919"/>
                <a:ext cx="319314" cy="0"/>
              </a:xfrm>
              <a:prstGeom prst="line">
                <a:avLst/>
              </a:prstGeom>
              <a:ln w="762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2278744" y="4429919"/>
                <a:ext cx="1074056" cy="0"/>
              </a:xfrm>
              <a:prstGeom prst="line">
                <a:avLst/>
              </a:prstGeom>
              <a:ln w="762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9" name="Freeform 18"/>
            <p:cNvSpPr/>
            <p:nvPr/>
          </p:nvSpPr>
          <p:spPr>
            <a:xfrm>
              <a:off x="0" y="2841906"/>
              <a:ext cx="3338821" cy="2032000"/>
            </a:xfrm>
            <a:custGeom>
              <a:avLst/>
              <a:gdLst>
                <a:gd name="connsiteX0" fmla="*/ 0 w 3338822"/>
                <a:gd name="connsiteY0" fmla="*/ 0 h 2032000"/>
                <a:gd name="connsiteX1" fmla="*/ 2656108 w 3338822"/>
                <a:gd name="connsiteY1" fmla="*/ 0 h 2032000"/>
                <a:gd name="connsiteX2" fmla="*/ 3338822 w 3338822"/>
                <a:gd name="connsiteY2" fmla="*/ 770801 h 2032000"/>
                <a:gd name="connsiteX3" fmla="*/ 1182914 w 3338822"/>
                <a:gd name="connsiteY3" fmla="*/ 770801 h 2032000"/>
                <a:gd name="connsiteX4" fmla="*/ 1182914 w 3338822"/>
                <a:gd name="connsiteY4" fmla="*/ 2032000 h 2032000"/>
                <a:gd name="connsiteX5" fmla="*/ 0 w 3338822"/>
                <a:gd name="connsiteY5" fmla="*/ 2032000 h 2032000"/>
                <a:gd name="connsiteX6" fmla="*/ 899892 w 3338822"/>
                <a:gd name="connsiteY6" fmla="*/ 1016000 h 203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38822" h="2032000">
                  <a:moveTo>
                    <a:pt x="0" y="0"/>
                  </a:moveTo>
                  <a:lnTo>
                    <a:pt x="2656108" y="0"/>
                  </a:lnTo>
                  <a:lnTo>
                    <a:pt x="3338822" y="770801"/>
                  </a:lnTo>
                  <a:lnTo>
                    <a:pt x="1182914" y="770801"/>
                  </a:lnTo>
                  <a:lnTo>
                    <a:pt x="1182914" y="2032000"/>
                  </a:lnTo>
                  <a:lnTo>
                    <a:pt x="0" y="2032000"/>
                  </a:lnTo>
                  <a:lnTo>
                    <a:pt x="899892" y="1016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4" name="Diagonal Stripe 3">
            <a:extLst>
              <a:ext uri="{FF2B5EF4-FFF2-40B4-BE49-F238E27FC236}">
                <a16:creationId xmlns:a16="http://schemas.microsoft.com/office/drawing/2014/main" id="{4E1F9261-C8A5-425A-852B-543F10ABEAAC}"/>
              </a:ext>
            </a:extLst>
          </p:cNvPr>
          <p:cNvSpPr/>
          <p:nvPr/>
        </p:nvSpPr>
        <p:spPr>
          <a:xfrm rot="5400000">
            <a:off x="9723120" y="0"/>
            <a:ext cx="2468880" cy="2468880"/>
          </a:xfrm>
          <a:prstGeom prst="diagStripe">
            <a:avLst>
              <a:gd name="adj" fmla="val 41378"/>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TextBox 5">
            <a:extLst>
              <a:ext uri="{FF2B5EF4-FFF2-40B4-BE49-F238E27FC236}">
                <a16:creationId xmlns:a16="http://schemas.microsoft.com/office/drawing/2014/main" id="{EB8B2870-FBDC-40B6-AC7E-DEB8CC8CA5C7}"/>
              </a:ext>
            </a:extLst>
          </p:cNvPr>
          <p:cNvSpPr txBox="1"/>
          <p:nvPr/>
        </p:nvSpPr>
        <p:spPr>
          <a:xfrm rot="2700000">
            <a:off x="10421681" y="386764"/>
            <a:ext cx="1797287" cy="954107"/>
          </a:xfrm>
          <a:prstGeom prst="rect">
            <a:avLst/>
          </a:prstGeom>
          <a:noFill/>
        </p:spPr>
        <p:txBody>
          <a:bodyPr wrap="none" rtlCol="0" anchor="ctr">
            <a:spAutoFit/>
          </a:bodyPr>
          <a:lstStyle/>
          <a:p>
            <a:r>
              <a:rPr lang="en-US" sz="3200" b="1" dirty="0">
                <a:solidFill>
                  <a:schemeClr val="bg2">
                    <a:lumMod val="10000"/>
                  </a:schemeClr>
                </a:solidFill>
              </a:rPr>
              <a:t>UPDATED</a:t>
            </a:r>
          </a:p>
          <a:p>
            <a:pPr algn="ctr"/>
            <a:r>
              <a:rPr lang="en-US" sz="2400" b="1" dirty="0">
                <a:solidFill>
                  <a:schemeClr val="bg2">
                    <a:lumMod val="10000"/>
                  </a:schemeClr>
                </a:solidFill>
              </a:rPr>
              <a:t>(Jan. 2020)</a:t>
            </a:r>
          </a:p>
        </p:txBody>
      </p:sp>
      <p:sp>
        <p:nvSpPr>
          <p:cNvPr id="9" name="TextBox 8">
            <a:extLst>
              <a:ext uri="{FF2B5EF4-FFF2-40B4-BE49-F238E27FC236}">
                <a16:creationId xmlns:a16="http://schemas.microsoft.com/office/drawing/2014/main" id="{E6076DFE-5F99-487E-892C-78AECAFC35CD}"/>
              </a:ext>
            </a:extLst>
          </p:cNvPr>
          <p:cNvSpPr txBox="1"/>
          <p:nvPr/>
        </p:nvSpPr>
        <p:spPr>
          <a:xfrm>
            <a:off x="0" y="5517232"/>
            <a:ext cx="3428374" cy="677108"/>
          </a:xfrm>
          <a:prstGeom prst="rect">
            <a:avLst/>
          </a:prstGeom>
          <a:solidFill>
            <a:srgbClr val="FFFF00"/>
          </a:solidFill>
          <a:effectLst>
            <a:outerShdw blurRad="50800" dist="38100" dir="2700000" algn="tl" rotWithShape="0">
              <a:prstClr val="black">
                <a:alpha val="40000"/>
              </a:prstClr>
            </a:outerShdw>
          </a:effectLst>
        </p:spPr>
        <p:txBody>
          <a:bodyPr wrap="none" lIns="274320" tIns="91440" rIns="274320" bIns="91440" rtlCol="0">
            <a:spAutoFit/>
          </a:bodyPr>
          <a:lstStyle/>
          <a:p>
            <a:r>
              <a:rPr lang="en-US" sz="3200" b="1" dirty="0">
                <a:solidFill>
                  <a:schemeClr val="bg2">
                    <a:lumMod val="10000"/>
                  </a:schemeClr>
                </a:solidFill>
              </a:rPr>
              <a:t>22 new graphics!</a:t>
            </a:r>
          </a:p>
        </p:txBody>
      </p:sp>
    </p:spTree>
    <p:extLst>
      <p:ext uri="{BB962C8B-B14F-4D97-AF65-F5344CB8AC3E}">
        <p14:creationId xmlns:p14="http://schemas.microsoft.com/office/powerpoint/2010/main" val="26300280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Isosceles Triangle 5">
            <a:extLst>
              <a:ext uri="{FF2B5EF4-FFF2-40B4-BE49-F238E27FC236}">
                <a16:creationId xmlns:a16="http://schemas.microsoft.com/office/drawing/2014/main" id="{0A4E7B5E-58F2-45B2-8095-11F3255932DF}"/>
              </a:ext>
            </a:extLst>
          </p:cNvPr>
          <p:cNvSpPr/>
          <p:nvPr/>
        </p:nvSpPr>
        <p:spPr>
          <a:xfrm>
            <a:off x="9058825" y="919158"/>
            <a:ext cx="1437279" cy="864096"/>
          </a:xfrm>
          <a:prstGeom prst="triangle">
            <a:avLst/>
          </a:prstGeom>
          <a:solidFill>
            <a:schemeClr val="tx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p:cNvSpPr>
            <a:spLocks noGrp="1"/>
          </p:cNvSpPr>
          <p:nvPr>
            <p:ph type="title"/>
          </p:nvPr>
        </p:nvSpPr>
        <p:spPr/>
        <p:txBody>
          <a:bodyPr/>
          <a:lstStyle/>
          <a:p>
            <a:r>
              <a:rPr lang="en-US" dirty="0"/>
              <a:t>What is a SmartArt graphic? </a:t>
            </a:r>
          </a:p>
        </p:txBody>
      </p:sp>
      <p:sp>
        <p:nvSpPr>
          <p:cNvPr id="14" name="Slide Number Placeholder 13"/>
          <p:cNvSpPr>
            <a:spLocks noGrp="1"/>
          </p:cNvSpPr>
          <p:nvPr>
            <p:ph type="sldNum" sz="quarter" idx="12"/>
          </p:nvPr>
        </p:nvSpPr>
        <p:spPr/>
        <p:txBody>
          <a:bodyPr/>
          <a:lstStyle/>
          <a:p>
            <a:fld id="{C15AD966-9810-4EB9-925F-2A35C0C6E188}" type="slidenum">
              <a:rPr lang="en-US" smtClean="0"/>
              <a:pPr/>
              <a:t>2</a:t>
            </a:fld>
            <a:endParaRPr lang="en-US"/>
          </a:p>
        </p:txBody>
      </p:sp>
      <p:sp>
        <p:nvSpPr>
          <p:cNvPr id="8" name="Rectangle 7"/>
          <p:cNvSpPr/>
          <p:nvPr/>
        </p:nvSpPr>
        <p:spPr>
          <a:xfrm>
            <a:off x="1415480" y="1289953"/>
            <a:ext cx="9361040" cy="4278094"/>
          </a:xfrm>
          <a:prstGeom prst="rect">
            <a:avLst/>
          </a:prstGeom>
          <a:solidFill>
            <a:schemeClr val="tx1">
              <a:lumMod val="20000"/>
              <a:lumOff val="80000"/>
            </a:schemeClr>
          </a:solidFill>
          <a:effectLst>
            <a:outerShdw dist="38100" dir="2700000" algn="tl" rotWithShape="0">
              <a:schemeClr val="tx2">
                <a:alpha val="40000"/>
              </a:schemeClr>
            </a:outerShdw>
          </a:effectLst>
        </p:spPr>
        <p:txBody>
          <a:bodyPr vert="horz" wrap="square" lIns="91440" tIns="45720" rIns="91440" bIns="45720" rtlCol="0">
            <a:spAutoFit/>
          </a:bodyPr>
          <a:lstStyle/>
          <a:p>
            <a:pPr algn="just"/>
            <a:r>
              <a:rPr lang="en-US" sz="1600" dirty="0">
                <a:solidFill>
                  <a:schemeClr val="tx1">
                    <a:lumMod val="75000"/>
                  </a:schemeClr>
                </a:solidFill>
              </a:rPr>
              <a:t>A </a:t>
            </a:r>
            <a:r>
              <a:rPr lang="en-US" sz="1600" b="1" dirty="0">
                <a:solidFill>
                  <a:schemeClr val="tx1">
                    <a:lumMod val="75000"/>
                  </a:schemeClr>
                </a:solidFill>
              </a:rPr>
              <a:t>SmartArt graphic </a:t>
            </a:r>
            <a:r>
              <a:rPr lang="en-US" sz="1600" dirty="0">
                <a:solidFill>
                  <a:schemeClr val="tx1">
                    <a:lumMod val="75000"/>
                  </a:schemeClr>
                </a:solidFill>
              </a:rPr>
              <a:t>is a visual representation of your information and ideas. You can create </a:t>
            </a:r>
            <a:r>
              <a:rPr lang="en-US" sz="1600" b="1" dirty="0">
                <a:solidFill>
                  <a:schemeClr val="tx1">
                    <a:lumMod val="75000"/>
                  </a:schemeClr>
                </a:solidFill>
              </a:rPr>
              <a:t>SmartArt graphics </a:t>
            </a:r>
            <a:r>
              <a:rPr lang="en-US" sz="1600" dirty="0">
                <a:solidFill>
                  <a:schemeClr val="tx1">
                    <a:lumMod val="75000"/>
                  </a:schemeClr>
                </a:solidFill>
              </a:rPr>
              <a:t>by choosing from among many different layouts to quickly, easily, and effectively communicate your message. </a:t>
            </a:r>
            <a:r>
              <a:rPr lang="en-US" sz="1600" b="1" dirty="0">
                <a:solidFill>
                  <a:schemeClr val="tx1">
                    <a:lumMod val="75000"/>
                  </a:schemeClr>
                </a:solidFill>
              </a:rPr>
              <a:t>SmartArt graphics</a:t>
            </a:r>
            <a:r>
              <a:rPr lang="en-US" sz="1600" dirty="0">
                <a:solidFill>
                  <a:schemeClr val="tx1">
                    <a:lumMod val="75000"/>
                  </a:schemeClr>
                </a:solidFill>
              </a:rPr>
              <a:t>, especially combined with other features such as themes, help you create designer-quality illustrations with only a few clicks of your mouse.</a:t>
            </a:r>
          </a:p>
          <a:p>
            <a:pPr algn="just"/>
            <a:endParaRPr lang="en-US" sz="1600" dirty="0">
              <a:solidFill>
                <a:schemeClr val="tx1">
                  <a:lumMod val="75000"/>
                </a:schemeClr>
              </a:solidFill>
            </a:endParaRPr>
          </a:p>
          <a:p>
            <a:pPr algn="just"/>
            <a:r>
              <a:rPr lang="en-US" sz="1600" dirty="0">
                <a:solidFill>
                  <a:schemeClr val="tx1">
                    <a:lumMod val="75000"/>
                  </a:schemeClr>
                </a:solidFill>
              </a:rPr>
              <a:t>You can create a </a:t>
            </a:r>
            <a:r>
              <a:rPr lang="en-US" sz="1600" b="1" dirty="0">
                <a:solidFill>
                  <a:schemeClr val="tx1">
                    <a:lumMod val="75000"/>
                  </a:schemeClr>
                </a:solidFill>
              </a:rPr>
              <a:t>SmartArt graphic </a:t>
            </a:r>
            <a:r>
              <a:rPr lang="en-US" sz="1600" dirty="0">
                <a:solidFill>
                  <a:schemeClr val="tx1">
                    <a:lumMod val="75000"/>
                  </a:schemeClr>
                </a:solidFill>
              </a:rPr>
              <a:t>in Excel, PowerPoint, Word, or in an e-mail message in Outlook. Other Office programs do not enable </a:t>
            </a:r>
            <a:r>
              <a:rPr lang="en-US" sz="1600" b="1" dirty="0">
                <a:solidFill>
                  <a:schemeClr val="tx1">
                    <a:lumMod val="75000"/>
                  </a:schemeClr>
                </a:solidFill>
              </a:rPr>
              <a:t>SmartArt graphic </a:t>
            </a:r>
            <a:r>
              <a:rPr lang="en-US" sz="1600" dirty="0">
                <a:solidFill>
                  <a:schemeClr val="tx1">
                    <a:lumMod val="75000"/>
                  </a:schemeClr>
                </a:solidFill>
              </a:rPr>
              <a:t>creation, but you can copy and paste </a:t>
            </a:r>
            <a:r>
              <a:rPr lang="en-US" sz="1600" b="1" dirty="0">
                <a:solidFill>
                  <a:schemeClr val="tx1">
                    <a:lumMod val="75000"/>
                  </a:schemeClr>
                </a:solidFill>
              </a:rPr>
              <a:t>SmartArt graphics </a:t>
            </a:r>
            <a:r>
              <a:rPr lang="en-US" sz="1600" dirty="0">
                <a:solidFill>
                  <a:schemeClr val="tx1">
                    <a:lumMod val="75000"/>
                  </a:schemeClr>
                </a:solidFill>
              </a:rPr>
              <a:t>as images into those programs. </a:t>
            </a:r>
          </a:p>
          <a:p>
            <a:pPr algn="just"/>
            <a:endParaRPr lang="en-US" sz="1600" dirty="0">
              <a:solidFill>
                <a:schemeClr val="tx1">
                  <a:lumMod val="75000"/>
                </a:schemeClr>
              </a:solidFill>
            </a:endParaRPr>
          </a:p>
          <a:p>
            <a:pPr algn="just"/>
            <a:r>
              <a:rPr lang="en-US" sz="1600" dirty="0">
                <a:solidFill>
                  <a:schemeClr val="tx1">
                    <a:lumMod val="75000"/>
                  </a:schemeClr>
                </a:solidFill>
              </a:rPr>
              <a:t>You can change the look of your </a:t>
            </a:r>
            <a:r>
              <a:rPr lang="en-US" sz="1600" b="1" dirty="0">
                <a:solidFill>
                  <a:schemeClr val="tx1">
                    <a:lumMod val="75000"/>
                  </a:schemeClr>
                </a:solidFill>
              </a:rPr>
              <a:t>SmartArt graphic </a:t>
            </a:r>
            <a:r>
              <a:rPr lang="en-US" sz="1600" dirty="0">
                <a:solidFill>
                  <a:schemeClr val="tx1">
                    <a:lumMod val="75000"/>
                  </a:schemeClr>
                </a:solidFill>
              </a:rPr>
              <a:t>by changing the fill of its shape or text; by adding effects, such as shadows, reflections, glows, or soft edges; or by adding three-dimensional (3-D) effects, such as bevels or rotations.</a:t>
            </a:r>
          </a:p>
          <a:p>
            <a:pPr algn="just"/>
            <a:endParaRPr lang="en-US" sz="1600" dirty="0">
              <a:solidFill>
                <a:schemeClr val="tx1">
                  <a:lumMod val="75000"/>
                </a:schemeClr>
              </a:solidFill>
            </a:endParaRPr>
          </a:p>
          <a:p>
            <a:pPr algn="just"/>
            <a:r>
              <a:rPr lang="en-US" sz="1600" dirty="0">
                <a:solidFill>
                  <a:schemeClr val="tx1">
                    <a:lumMod val="75000"/>
                  </a:schemeClr>
                </a:solidFill>
              </a:rPr>
              <a:t>Because PowerPoint presentations often contain slides with bulleted lists, when you are working in PowerPoint, you can convert slide text to a </a:t>
            </a:r>
            <a:r>
              <a:rPr lang="en-US" sz="1600" b="1" dirty="0">
                <a:solidFill>
                  <a:schemeClr val="tx1">
                    <a:lumMod val="75000"/>
                  </a:schemeClr>
                </a:solidFill>
              </a:rPr>
              <a:t>SmartArt graphic</a:t>
            </a:r>
            <a:r>
              <a:rPr lang="en-US" sz="1600" dirty="0">
                <a:solidFill>
                  <a:schemeClr val="tx1">
                    <a:lumMod val="75000"/>
                  </a:schemeClr>
                </a:solidFill>
              </a:rPr>
              <a:t>. You can also quickly convert pictures on a slide to a SmartArt graphic, using one of the new, photo-centric </a:t>
            </a:r>
            <a:r>
              <a:rPr lang="en-US" sz="1600" b="1" dirty="0">
                <a:solidFill>
                  <a:schemeClr val="tx1">
                    <a:lumMod val="75000"/>
                  </a:schemeClr>
                </a:solidFill>
              </a:rPr>
              <a:t>SmartArt graphic </a:t>
            </a:r>
            <a:r>
              <a:rPr lang="en-US" sz="1600" dirty="0">
                <a:solidFill>
                  <a:schemeClr val="tx1">
                    <a:lumMod val="75000"/>
                  </a:schemeClr>
                </a:solidFill>
              </a:rPr>
              <a:t>layouts. In addition, you can add animation to a </a:t>
            </a:r>
            <a:r>
              <a:rPr lang="en-US" sz="1600" b="1" dirty="0">
                <a:solidFill>
                  <a:schemeClr val="tx1">
                    <a:lumMod val="75000"/>
                  </a:schemeClr>
                </a:solidFill>
              </a:rPr>
              <a:t>SmartArt graphic </a:t>
            </a:r>
            <a:r>
              <a:rPr lang="en-US" sz="1600" dirty="0">
                <a:solidFill>
                  <a:schemeClr val="tx1">
                    <a:lumMod val="75000"/>
                  </a:schemeClr>
                </a:solidFill>
              </a:rPr>
              <a:t>in your PowerPoint presentations.</a:t>
            </a:r>
          </a:p>
        </p:txBody>
      </p:sp>
      <p:sp>
        <p:nvSpPr>
          <p:cNvPr id="9" name="TextBox 8"/>
          <p:cNvSpPr txBox="1"/>
          <p:nvPr/>
        </p:nvSpPr>
        <p:spPr>
          <a:xfrm>
            <a:off x="264203" y="491103"/>
            <a:ext cx="1151277" cy="2862322"/>
          </a:xfrm>
          <a:prstGeom prst="rect">
            <a:avLst/>
          </a:prstGeom>
          <a:noFill/>
        </p:spPr>
        <p:txBody>
          <a:bodyPr wrap="none" rtlCol="0">
            <a:spAutoFit/>
          </a:bodyPr>
          <a:lstStyle/>
          <a:p>
            <a:r>
              <a:rPr lang="en-US" sz="18000" dirty="0"/>
              <a:t>“</a:t>
            </a:r>
          </a:p>
        </p:txBody>
      </p:sp>
      <p:sp>
        <p:nvSpPr>
          <p:cNvPr id="10" name="TextBox 9"/>
          <p:cNvSpPr txBox="1"/>
          <p:nvPr/>
        </p:nvSpPr>
        <p:spPr>
          <a:xfrm>
            <a:off x="10712554" y="4935736"/>
            <a:ext cx="1151277" cy="2862322"/>
          </a:xfrm>
          <a:prstGeom prst="rect">
            <a:avLst/>
          </a:prstGeom>
          <a:noFill/>
        </p:spPr>
        <p:txBody>
          <a:bodyPr wrap="none" rtlCol="0">
            <a:spAutoFit/>
          </a:bodyPr>
          <a:lstStyle/>
          <a:p>
            <a:r>
              <a:rPr lang="en-US" sz="18000" dirty="0"/>
              <a:t>”</a:t>
            </a:r>
          </a:p>
        </p:txBody>
      </p:sp>
      <p:sp>
        <p:nvSpPr>
          <p:cNvPr id="11" name="Rectangle 10"/>
          <p:cNvSpPr/>
          <p:nvPr/>
        </p:nvSpPr>
        <p:spPr>
          <a:xfrm>
            <a:off x="10848528" y="6309320"/>
            <a:ext cx="648072" cy="5486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7824192" y="5666145"/>
            <a:ext cx="2469266" cy="369332"/>
          </a:xfrm>
          <a:prstGeom prst="rect">
            <a:avLst/>
          </a:prstGeom>
          <a:noFill/>
        </p:spPr>
        <p:txBody>
          <a:bodyPr wrap="none" rtlCol="0">
            <a:spAutoFit/>
          </a:bodyPr>
          <a:lstStyle/>
          <a:p>
            <a:r>
              <a:rPr lang="en-US" i="1" dirty="0">
                <a:solidFill>
                  <a:schemeClr val="bg1">
                    <a:lumMod val="65000"/>
                  </a:schemeClr>
                </a:solidFill>
              </a:rPr>
              <a:t>Source: PowerPoint Help</a:t>
            </a:r>
          </a:p>
        </p:txBody>
      </p:sp>
      <p:sp>
        <p:nvSpPr>
          <p:cNvPr id="2" name="Rectangle 1">
            <a:hlinkClick r:id="rId3"/>
            <a:extLst>
              <a:ext uri="{FF2B5EF4-FFF2-40B4-BE49-F238E27FC236}">
                <a16:creationId xmlns:a16="http://schemas.microsoft.com/office/drawing/2014/main" id="{25587551-23C9-41AE-92FC-58044C05D474}"/>
              </a:ext>
            </a:extLst>
          </p:cNvPr>
          <p:cNvSpPr/>
          <p:nvPr/>
        </p:nvSpPr>
        <p:spPr>
          <a:xfrm>
            <a:off x="4046657" y="6182231"/>
            <a:ext cx="4098687" cy="400110"/>
          </a:xfrm>
          <a:prstGeom prst="rect">
            <a:avLst/>
          </a:prstGeom>
        </p:spPr>
        <p:txBody>
          <a:bodyPr wrap="none">
            <a:spAutoFit/>
          </a:bodyPr>
          <a:lstStyle/>
          <a:p>
            <a:pPr algn="ctr"/>
            <a:r>
              <a:rPr lang="en-US" sz="2000" b="1" dirty="0">
                <a:hlinkClick r:id="rId3"/>
              </a:rPr>
              <a:t>Learn more about SmartArt Graphics</a:t>
            </a:r>
            <a:endParaRPr lang="en-US" sz="2000" b="1" dirty="0"/>
          </a:p>
        </p:txBody>
      </p:sp>
      <p:pic>
        <p:nvPicPr>
          <p:cNvPr id="5" name="Graphic 4" descr="Cursor">
            <a:hlinkClick r:id="rId3"/>
            <a:extLst>
              <a:ext uri="{FF2B5EF4-FFF2-40B4-BE49-F238E27FC236}">
                <a16:creationId xmlns:a16="http://schemas.microsoft.com/office/drawing/2014/main" id="{1D9121A6-F77F-4F00-A085-4AF6DC58A40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936290" y="6176343"/>
            <a:ext cx="696943" cy="696943"/>
          </a:xfrm>
          <a:prstGeom prst="rect">
            <a:avLst/>
          </a:prstGeom>
        </p:spPr>
      </p:pic>
    </p:spTree>
    <p:extLst>
      <p:ext uri="{BB962C8B-B14F-4D97-AF65-F5344CB8AC3E}">
        <p14:creationId xmlns:p14="http://schemas.microsoft.com/office/powerpoint/2010/main" val="41882234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Contents</a:t>
            </a:r>
          </a:p>
        </p:txBody>
      </p:sp>
      <p:sp>
        <p:nvSpPr>
          <p:cNvPr id="4" name="Slide Number Placeholder 3"/>
          <p:cNvSpPr>
            <a:spLocks noGrp="1"/>
          </p:cNvSpPr>
          <p:nvPr>
            <p:ph type="sldNum" sz="quarter" idx="12"/>
          </p:nvPr>
        </p:nvSpPr>
        <p:spPr/>
        <p:txBody>
          <a:bodyPr/>
          <a:lstStyle/>
          <a:p>
            <a:fld id="{C15AD966-9810-4EB9-925F-2A35C0C6E188}" type="slidenum">
              <a:rPr lang="en-US" smtClean="0"/>
              <a:pPr/>
              <a:t>3</a:t>
            </a:fld>
            <a:endParaRPr lang="en-US"/>
          </a:p>
        </p:txBody>
      </p:sp>
      <p:graphicFrame>
        <p:nvGraphicFramePr>
          <p:cNvPr id="14" name="Table 13"/>
          <p:cNvGraphicFramePr>
            <a:graphicFrameLocks noGrp="1"/>
          </p:cNvGraphicFramePr>
          <p:nvPr>
            <p:extLst>
              <p:ext uri="{D42A27DB-BD31-4B8C-83A1-F6EECF244321}">
                <p14:modId xmlns:p14="http://schemas.microsoft.com/office/powerpoint/2010/main" val="1590362710"/>
              </p:ext>
            </p:extLst>
          </p:nvPr>
        </p:nvGraphicFramePr>
        <p:xfrm>
          <a:off x="731553" y="1195201"/>
          <a:ext cx="10728894" cy="3194690"/>
        </p:xfrm>
        <a:graphic>
          <a:graphicData uri="http://schemas.openxmlformats.org/drawingml/2006/table">
            <a:tbl>
              <a:tblPr firstRow="1" bandRow="1">
                <a:tableStyleId>{5940675A-B579-460E-94D1-54222C63F5DA}</a:tableStyleId>
              </a:tblPr>
              <a:tblGrid>
                <a:gridCol w="2844167">
                  <a:extLst>
                    <a:ext uri="{9D8B030D-6E8A-4147-A177-3AD203B41FA5}">
                      <a16:colId xmlns:a16="http://schemas.microsoft.com/office/drawing/2014/main" val="20000"/>
                    </a:ext>
                  </a:extLst>
                </a:gridCol>
                <a:gridCol w="732131">
                  <a:extLst>
                    <a:ext uri="{9D8B030D-6E8A-4147-A177-3AD203B41FA5}">
                      <a16:colId xmlns:a16="http://schemas.microsoft.com/office/drawing/2014/main" val="20001"/>
                    </a:ext>
                  </a:extLst>
                </a:gridCol>
                <a:gridCol w="203973">
                  <a:extLst>
                    <a:ext uri="{9D8B030D-6E8A-4147-A177-3AD203B41FA5}">
                      <a16:colId xmlns:a16="http://schemas.microsoft.com/office/drawing/2014/main" val="20002"/>
                    </a:ext>
                  </a:extLst>
                </a:gridCol>
                <a:gridCol w="2592288">
                  <a:extLst>
                    <a:ext uri="{9D8B030D-6E8A-4147-A177-3AD203B41FA5}">
                      <a16:colId xmlns:a16="http://schemas.microsoft.com/office/drawing/2014/main" val="20003"/>
                    </a:ext>
                  </a:extLst>
                </a:gridCol>
                <a:gridCol w="780037">
                  <a:extLst>
                    <a:ext uri="{9D8B030D-6E8A-4147-A177-3AD203B41FA5}">
                      <a16:colId xmlns:a16="http://schemas.microsoft.com/office/drawing/2014/main" val="20004"/>
                    </a:ext>
                  </a:extLst>
                </a:gridCol>
                <a:gridCol w="156067">
                  <a:extLst>
                    <a:ext uri="{9D8B030D-6E8A-4147-A177-3AD203B41FA5}">
                      <a16:colId xmlns:a16="http://schemas.microsoft.com/office/drawing/2014/main" val="20005"/>
                    </a:ext>
                  </a:extLst>
                </a:gridCol>
                <a:gridCol w="2880320">
                  <a:extLst>
                    <a:ext uri="{9D8B030D-6E8A-4147-A177-3AD203B41FA5}">
                      <a16:colId xmlns:a16="http://schemas.microsoft.com/office/drawing/2014/main" val="20006"/>
                    </a:ext>
                  </a:extLst>
                </a:gridCol>
                <a:gridCol w="539911">
                  <a:extLst>
                    <a:ext uri="{9D8B030D-6E8A-4147-A177-3AD203B41FA5}">
                      <a16:colId xmlns:a16="http://schemas.microsoft.com/office/drawing/2014/main" val="20007"/>
                    </a:ext>
                  </a:extLst>
                </a:gridCol>
              </a:tblGrid>
              <a:tr h="144017">
                <a:tc>
                  <a:txBody>
                    <a:bodyPr/>
                    <a:lstStyle/>
                    <a:p>
                      <a:r>
                        <a:rPr lang="en-US" dirty="0"/>
                        <a:t>01 – List (34 graphics)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2"/>
                    </a:solidFill>
                  </a:tcPr>
                </a:tc>
                <a:tc>
                  <a:txBody>
                    <a:bodyPr/>
                    <a:lstStyle/>
                    <a:p>
                      <a:pPr algn="r"/>
                      <a:r>
                        <a:rPr lang="en-US" dirty="0">
                          <a:hlinkClick r:id="rId3" action="ppaction://hlinksldjump"/>
                        </a:rPr>
                        <a:t>4</a:t>
                      </a:r>
                      <a:endParaRPr lang="en-US" dirty="0"/>
                    </a:p>
                  </a:txBody>
                  <a:tcPr marL="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2"/>
                    </a:solidFill>
                  </a:tcPr>
                </a:tc>
                <a:tc>
                  <a:txBody>
                    <a:bodyPr/>
                    <a:lstStyle/>
                    <a:p>
                      <a:endParaRPr lang="en-US" dirty="0"/>
                    </a:p>
                  </a:txBody>
                  <a:tcPr marL="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US" dirty="0"/>
                        <a:t>02 – Process (42)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2"/>
                    </a:solidFill>
                  </a:tcPr>
                </a:tc>
                <a:tc>
                  <a:txBody>
                    <a:bodyPr/>
                    <a:lstStyle/>
                    <a:p>
                      <a:pPr algn="r"/>
                      <a:r>
                        <a:rPr lang="en-US" dirty="0">
                          <a:hlinkClick r:id="rId4" action="ppaction://hlinksldjump"/>
                        </a:rPr>
                        <a:t>38</a:t>
                      </a:r>
                      <a:endParaRPr lang="en-US" dirty="0"/>
                    </a:p>
                  </a:txBody>
                  <a:tcPr marL="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2"/>
                    </a:solidFill>
                  </a:tcPr>
                </a:tc>
                <a:tc>
                  <a:txBody>
                    <a:bodyPr/>
                    <a:lstStyle/>
                    <a:p>
                      <a:endParaRPr lang="en-US" dirty="0"/>
                    </a:p>
                  </a:txBody>
                  <a:tcPr marL="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US" dirty="0"/>
                        <a:t>03 – Cycle (16)</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2"/>
                    </a:solidFill>
                  </a:tcPr>
                </a:tc>
                <a:tc>
                  <a:txBody>
                    <a:bodyPr/>
                    <a:lstStyle/>
                    <a:p>
                      <a:pPr algn="r"/>
                      <a:r>
                        <a:rPr lang="en-US" dirty="0">
                          <a:hlinkClick r:id="rId5" action="ppaction://hlinksldjump"/>
                        </a:rPr>
                        <a:t>80</a:t>
                      </a:r>
                      <a:endParaRPr lang="en-US" dirty="0"/>
                    </a:p>
                  </a:txBody>
                  <a:tcPr marL="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r h="1362433">
                <a:tc>
                  <a:txBody>
                    <a:bodyPr/>
                    <a:lstStyle/>
                    <a:p>
                      <a:endParaRPr lang="en-US" dirty="0"/>
                    </a:p>
                  </a:txBody>
                  <a:tcPr marL="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r"/>
                      <a:endParaRPr lang="en-US" dirty="0"/>
                    </a:p>
                  </a:txBody>
                  <a:tcPr marL="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endParaRPr lang="en-US" dirty="0"/>
                    </a:p>
                  </a:txBody>
                  <a:tcPr marL="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endParaRPr lang="en-US" dirty="0"/>
                    </a:p>
                  </a:txBody>
                  <a:tcPr marL="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r"/>
                      <a:endParaRPr lang="en-US" dirty="0"/>
                    </a:p>
                  </a:txBody>
                  <a:tcPr marL="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endParaRPr lang="en-US" dirty="0"/>
                    </a:p>
                  </a:txBody>
                  <a:tcPr marL="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endParaRPr lang="en-US" dirty="0"/>
                    </a:p>
                  </a:txBody>
                  <a:tcPr marL="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r"/>
                      <a:endParaRPr lang="en-US" dirty="0"/>
                    </a:p>
                  </a:txBody>
                  <a:tcPr marL="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r h="144016">
                <a:tc>
                  <a:txBody>
                    <a:bodyPr/>
                    <a:lstStyle/>
                    <a:p>
                      <a:r>
                        <a:rPr lang="en-US" dirty="0"/>
                        <a:t>04 – Hierarchy (13)</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2"/>
                    </a:solidFill>
                  </a:tcPr>
                </a:tc>
                <a:tc>
                  <a:txBody>
                    <a:bodyPr/>
                    <a:lstStyle/>
                    <a:p>
                      <a:pPr algn="r"/>
                      <a:r>
                        <a:rPr lang="en-US" dirty="0">
                          <a:hlinkClick r:id="rId6" action="ppaction://hlinksldjump"/>
                        </a:rPr>
                        <a:t>96</a:t>
                      </a:r>
                      <a:endParaRPr lang="en-US" dirty="0"/>
                    </a:p>
                  </a:txBody>
                  <a:tcPr marL="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2"/>
                    </a:solidFill>
                  </a:tcPr>
                </a:tc>
                <a:tc>
                  <a:txBody>
                    <a:bodyPr/>
                    <a:lstStyle/>
                    <a:p>
                      <a:endParaRPr lang="en-US" dirty="0"/>
                    </a:p>
                  </a:txBody>
                  <a:tcPr marL="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US" dirty="0"/>
                        <a:t>05 – Relationship (19)</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2"/>
                    </a:solidFill>
                  </a:tcPr>
                </a:tc>
                <a:tc>
                  <a:txBody>
                    <a:bodyPr/>
                    <a:lstStyle/>
                    <a:p>
                      <a:pPr algn="r"/>
                      <a:r>
                        <a:rPr lang="en-US" dirty="0">
                          <a:hlinkClick r:id="rId7" action="ppaction://hlinksldjump"/>
                        </a:rPr>
                        <a:t>109</a:t>
                      </a:r>
                      <a:endParaRPr lang="en-US" dirty="0"/>
                    </a:p>
                  </a:txBody>
                  <a:tcPr marL="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2"/>
                    </a:solidFill>
                  </a:tcPr>
                </a:tc>
                <a:tc>
                  <a:txBody>
                    <a:bodyPr/>
                    <a:lstStyle/>
                    <a:p>
                      <a:endParaRPr lang="en-US" dirty="0"/>
                    </a:p>
                  </a:txBody>
                  <a:tcPr marL="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US" dirty="0"/>
                        <a:t>06 – Matrix (5)</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2"/>
                    </a:solidFill>
                  </a:tcPr>
                </a:tc>
                <a:tc>
                  <a:txBody>
                    <a:bodyPr/>
                    <a:lstStyle/>
                    <a:p>
                      <a:pPr algn="r"/>
                      <a:r>
                        <a:rPr lang="en-US" dirty="0">
                          <a:hlinkClick r:id="rId8" action="ppaction://hlinksldjump"/>
                        </a:rPr>
                        <a:t>128</a:t>
                      </a:r>
                      <a:endParaRPr lang="en-US" dirty="0"/>
                    </a:p>
                  </a:txBody>
                  <a:tcPr marL="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1100737">
                <a:tc>
                  <a:txBody>
                    <a:bodyPr/>
                    <a:lstStyle/>
                    <a:p>
                      <a:endParaRPr lang="en-US" dirty="0"/>
                    </a:p>
                  </a:txBody>
                  <a:tcPr marL="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r"/>
                      <a:endParaRPr lang="en-US" dirty="0"/>
                    </a:p>
                  </a:txBody>
                  <a:tcPr marL="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endParaRPr lang="en-US" dirty="0"/>
                    </a:p>
                  </a:txBody>
                  <a:tcPr marL="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endParaRPr lang="en-US" dirty="0"/>
                    </a:p>
                  </a:txBody>
                  <a:tcPr marL="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r"/>
                      <a:endParaRPr lang="en-US" dirty="0"/>
                    </a:p>
                  </a:txBody>
                  <a:tcPr marL="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endParaRPr lang="en-US" dirty="0"/>
                    </a:p>
                  </a:txBody>
                  <a:tcPr marL="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endParaRPr lang="en-US" dirty="0"/>
                    </a:p>
                  </a:txBody>
                  <a:tcPr marL="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r"/>
                      <a:endParaRPr lang="en-US" dirty="0"/>
                    </a:p>
                  </a:txBody>
                  <a:tcPr marL="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graphicFrame>
        <p:nvGraphicFramePr>
          <p:cNvPr id="15" name="Diagram 14"/>
          <p:cNvGraphicFramePr/>
          <p:nvPr>
            <p:extLst>
              <p:ext uri="{D42A27DB-BD31-4B8C-83A1-F6EECF244321}">
                <p14:modId xmlns:p14="http://schemas.microsoft.com/office/powerpoint/2010/main" val="1987632030"/>
              </p:ext>
            </p:extLst>
          </p:nvPr>
        </p:nvGraphicFramePr>
        <p:xfrm>
          <a:off x="1343472" y="1669369"/>
          <a:ext cx="1576734" cy="1051156"/>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graphicFrame>
        <p:nvGraphicFramePr>
          <p:cNvPr id="16" name="Diagram 15"/>
          <p:cNvGraphicFramePr/>
          <p:nvPr>
            <p:extLst>
              <p:ext uri="{D42A27DB-BD31-4B8C-83A1-F6EECF244321}">
                <p14:modId xmlns:p14="http://schemas.microsoft.com/office/powerpoint/2010/main" val="3896985744"/>
              </p:ext>
            </p:extLst>
          </p:nvPr>
        </p:nvGraphicFramePr>
        <p:xfrm>
          <a:off x="5328627" y="1635521"/>
          <a:ext cx="1576734" cy="1051156"/>
        </p:xfrm>
        <a:graphic>
          <a:graphicData uri="http://schemas.openxmlformats.org/drawingml/2006/diagram">
            <dgm:relIds xmlns:dgm="http://schemas.openxmlformats.org/drawingml/2006/diagram" xmlns:r="http://schemas.openxmlformats.org/officeDocument/2006/relationships" r:dm="rId14" r:lo="rId15" r:qs="rId16" r:cs="rId17"/>
          </a:graphicData>
        </a:graphic>
      </p:graphicFrame>
      <p:graphicFrame>
        <p:nvGraphicFramePr>
          <p:cNvPr id="17" name="Diagram 16"/>
          <p:cNvGraphicFramePr/>
          <p:nvPr>
            <p:extLst>
              <p:ext uri="{D42A27DB-BD31-4B8C-83A1-F6EECF244321}">
                <p14:modId xmlns:p14="http://schemas.microsoft.com/office/powerpoint/2010/main" val="1656083203"/>
              </p:ext>
            </p:extLst>
          </p:nvPr>
        </p:nvGraphicFramePr>
        <p:xfrm>
          <a:off x="8961965" y="1640120"/>
          <a:ext cx="1576734" cy="1051156"/>
        </p:xfrm>
        <a:graphic>
          <a:graphicData uri="http://schemas.openxmlformats.org/drawingml/2006/diagram">
            <dgm:relIds xmlns:dgm="http://schemas.openxmlformats.org/drawingml/2006/diagram" xmlns:r="http://schemas.openxmlformats.org/officeDocument/2006/relationships" r:dm="rId19" r:lo="rId20" r:qs="rId21" r:cs="rId22"/>
          </a:graphicData>
        </a:graphic>
      </p:graphicFrame>
      <p:graphicFrame>
        <p:nvGraphicFramePr>
          <p:cNvPr id="18" name="Diagram 17"/>
          <p:cNvGraphicFramePr/>
          <p:nvPr>
            <p:extLst>
              <p:ext uri="{D42A27DB-BD31-4B8C-83A1-F6EECF244321}">
                <p14:modId xmlns:p14="http://schemas.microsoft.com/office/powerpoint/2010/main" val="367227401"/>
              </p:ext>
            </p:extLst>
          </p:nvPr>
        </p:nvGraphicFramePr>
        <p:xfrm>
          <a:off x="1343472" y="3338735"/>
          <a:ext cx="1576734" cy="1051156"/>
        </p:xfrm>
        <a:graphic>
          <a:graphicData uri="http://schemas.openxmlformats.org/drawingml/2006/diagram">
            <dgm:relIds xmlns:dgm="http://schemas.openxmlformats.org/drawingml/2006/diagram" xmlns:r="http://schemas.openxmlformats.org/officeDocument/2006/relationships" r:dm="rId24" r:lo="rId25" r:qs="rId26" r:cs="rId27"/>
          </a:graphicData>
        </a:graphic>
      </p:graphicFrame>
      <p:graphicFrame>
        <p:nvGraphicFramePr>
          <p:cNvPr id="19" name="Diagram 18"/>
          <p:cNvGraphicFramePr/>
          <p:nvPr>
            <p:extLst>
              <p:ext uri="{D42A27DB-BD31-4B8C-83A1-F6EECF244321}">
                <p14:modId xmlns:p14="http://schemas.microsoft.com/office/powerpoint/2010/main" val="3138706990"/>
              </p:ext>
            </p:extLst>
          </p:nvPr>
        </p:nvGraphicFramePr>
        <p:xfrm>
          <a:off x="5015880" y="3384406"/>
          <a:ext cx="1576734" cy="1051156"/>
        </p:xfrm>
        <a:graphic>
          <a:graphicData uri="http://schemas.openxmlformats.org/drawingml/2006/diagram">
            <dgm:relIds xmlns:dgm="http://schemas.openxmlformats.org/drawingml/2006/diagram" xmlns:r="http://schemas.openxmlformats.org/officeDocument/2006/relationships" r:dm="rId29" r:lo="rId30" r:qs="rId31" r:cs="rId32"/>
          </a:graphicData>
        </a:graphic>
      </p:graphicFrame>
      <p:graphicFrame>
        <p:nvGraphicFramePr>
          <p:cNvPr id="20" name="Diagram 19"/>
          <p:cNvGraphicFramePr/>
          <p:nvPr>
            <p:extLst>
              <p:ext uri="{D42A27DB-BD31-4B8C-83A1-F6EECF244321}">
                <p14:modId xmlns:p14="http://schemas.microsoft.com/office/powerpoint/2010/main" val="2754413221"/>
              </p:ext>
            </p:extLst>
          </p:nvPr>
        </p:nvGraphicFramePr>
        <p:xfrm>
          <a:off x="8961965" y="3371450"/>
          <a:ext cx="1576734" cy="1051156"/>
        </p:xfrm>
        <a:graphic>
          <a:graphicData uri="http://schemas.openxmlformats.org/drawingml/2006/diagram">
            <dgm:relIds xmlns:dgm="http://schemas.openxmlformats.org/drawingml/2006/diagram" xmlns:r="http://schemas.openxmlformats.org/officeDocument/2006/relationships" r:dm="rId34" r:lo="rId35" r:qs="rId36" r:cs="rId37"/>
          </a:graphicData>
        </a:graphic>
      </p:graphicFrame>
      <p:graphicFrame>
        <p:nvGraphicFramePr>
          <p:cNvPr id="21" name="Diagram 20"/>
          <p:cNvGraphicFramePr/>
          <p:nvPr>
            <p:extLst>
              <p:ext uri="{D42A27DB-BD31-4B8C-83A1-F6EECF244321}">
                <p14:modId xmlns:p14="http://schemas.microsoft.com/office/powerpoint/2010/main" val="3590557"/>
              </p:ext>
            </p:extLst>
          </p:nvPr>
        </p:nvGraphicFramePr>
        <p:xfrm>
          <a:off x="3215680" y="5098868"/>
          <a:ext cx="1576734" cy="1051156"/>
        </p:xfrm>
        <a:graphic>
          <a:graphicData uri="http://schemas.openxmlformats.org/drawingml/2006/diagram">
            <dgm:relIds xmlns:dgm="http://schemas.openxmlformats.org/drawingml/2006/diagram" xmlns:r="http://schemas.openxmlformats.org/officeDocument/2006/relationships" r:dm="rId39" r:lo="rId40" r:qs="rId41" r:cs="rId42"/>
          </a:graphicData>
        </a:graphic>
      </p:graphicFrame>
      <p:graphicFrame>
        <p:nvGraphicFramePr>
          <p:cNvPr id="22" name="Diagram 21"/>
          <p:cNvGraphicFramePr/>
          <p:nvPr>
            <p:extLst>
              <p:ext uri="{D42A27DB-BD31-4B8C-83A1-F6EECF244321}">
                <p14:modId xmlns:p14="http://schemas.microsoft.com/office/powerpoint/2010/main" val="3250424589"/>
              </p:ext>
            </p:extLst>
          </p:nvPr>
        </p:nvGraphicFramePr>
        <p:xfrm>
          <a:off x="7055342" y="5087620"/>
          <a:ext cx="1576734" cy="1051156"/>
        </p:xfrm>
        <a:graphic>
          <a:graphicData uri="http://schemas.openxmlformats.org/drawingml/2006/diagram">
            <dgm:relIds xmlns:dgm="http://schemas.openxmlformats.org/drawingml/2006/diagram" xmlns:r="http://schemas.openxmlformats.org/officeDocument/2006/relationships" r:dm="rId44" r:lo="rId45" r:qs="rId46" r:cs="rId47"/>
          </a:graphicData>
        </a:graphic>
      </p:graphicFrame>
      <p:graphicFrame>
        <p:nvGraphicFramePr>
          <p:cNvPr id="5" name="Table 4"/>
          <p:cNvGraphicFramePr>
            <a:graphicFrameLocks noGrp="1"/>
          </p:cNvGraphicFramePr>
          <p:nvPr>
            <p:extLst>
              <p:ext uri="{D42A27DB-BD31-4B8C-83A1-F6EECF244321}">
                <p14:modId xmlns:p14="http://schemas.microsoft.com/office/powerpoint/2010/main" val="1019800522"/>
              </p:ext>
            </p:extLst>
          </p:nvPr>
        </p:nvGraphicFramePr>
        <p:xfrm>
          <a:off x="2441669" y="4625249"/>
          <a:ext cx="7308663" cy="1466497"/>
        </p:xfrm>
        <a:graphic>
          <a:graphicData uri="http://schemas.openxmlformats.org/drawingml/2006/table">
            <a:tbl>
              <a:tblPr firstRow="1" bandRow="1">
                <a:tableStyleId>{5940675A-B579-460E-94D1-54222C63F5DA}</a:tableStyleId>
              </a:tblPr>
              <a:tblGrid>
                <a:gridCol w="2844167">
                  <a:extLst>
                    <a:ext uri="{9D8B030D-6E8A-4147-A177-3AD203B41FA5}">
                      <a16:colId xmlns:a16="http://schemas.microsoft.com/office/drawing/2014/main" val="20000"/>
                    </a:ext>
                  </a:extLst>
                </a:gridCol>
                <a:gridCol w="732131">
                  <a:extLst>
                    <a:ext uri="{9D8B030D-6E8A-4147-A177-3AD203B41FA5}">
                      <a16:colId xmlns:a16="http://schemas.microsoft.com/office/drawing/2014/main" val="20001"/>
                    </a:ext>
                  </a:extLst>
                </a:gridCol>
                <a:gridCol w="203973">
                  <a:extLst>
                    <a:ext uri="{9D8B030D-6E8A-4147-A177-3AD203B41FA5}">
                      <a16:colId xmlns:a16="http://schemas.microsoft.com/office/drawing/2014/main" val="20002"/>
                    </a:ext>
                  </a:extLst>
                </a:gridCol>
                <a:gridCol w="2592288">
                  <a:extLst>
                    <a:ext uri="{9D8B030D-6E8A-4147-A177-3AD203B41FA5}">
                      <a16:colId xmlns:a16="http://schemas.microsoft.com/office/drawing/2014/main" val="20003"/>
                    </a:ext>
                  </a:extLst>
                </a:gridCol>
                <a:gridCol w="780037">
                  <a:extLst>
                    <a:ext uri="{9D8B030D-6E8A-4147-A177-3AD203B41FA5}">
                      <a16:colId xmlns:a16="http://schemas.microsoft.com/office/drawing/2014/main" val="20004"/>
                    </a:ext>
                  </a:extLst>
                </a:gridCol>
                <a:gridCol w="156067">
                  <a:extLst>
                    <a:ext uri="{9D8B030D-6E8A-4147-A177-3AD203B41FA5}">
                      <a16:colId xmlns:a16="http://schemas.microsoft.com/office/drawing/2014/main" val="20005"/>
                    </a:ext>
                  </a:extLst>
                </a:gridCol>
              </a:tblGrid>
              <a:tr h="0">
                <a:tc>
                  <a:txBody>
                    <a:bodyPr/>
                    <a:lstStyle/>
                    <a:p>
                      <a:r>
                        <a:rPr lang="en-US" dirty="0"/>
                        <a:t>07 – Pyramid (5)</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2"/>
                    </a:solidFill>
                  </a:tcPr>
                </a:tc>
                <a:tc>
                  <a:txBody>
                    <a:bodyPr/>
                    <a:lstStyle/>
                    <a:p>
                      <a:pPr algn="r"/>
                      <a:r>
                        <a:rPr lang="en-US" dirty="0">
                          <a:hlinkClick r:id="rId49" action="ppaction://hlinksldjump"/>
                        </a:rPr>
                        <a:t>133</a:t>
                      </a:r>
                      <a:endParaRPr lang="en-US" dirty="0"/>
                    </a:p>
                  </a:txBody>
                  <a:tcPr marL="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2"/>
                    </a:solidFill>
                  </a:tcPr>
                </a:tc>
                <a:tc>
                  <a:txBody>
                    <a:bodyPr/>
                    <a:lstStyle/>
                    <a:p>
                      <a:endParaRPr lang="en-US" dirty="0"/>
                    </a:p>
                  </a:txBody>
                  <a:tcPr marL="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US" dirty="0"/>
                        <a:t>08 – Picture (25)</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2"/>
                    </a:solidFill>
                  </a:tcPr>
                </a:tc>
                <a:tc>
                  <a:txBody>
                    <a:bodyPr/>
                    <a:lstStyle/>
                    <a:p>
                      <a:pPr algn="r"/>
                      <a:r>
                        <a:rPr lang="en-US" dirty="0">
                          <a:hlinkClick r:id="rId50" action="ppaction://hlinksldjump"/>
                        </a:rPr>
                        <a:t>138</a:t>
                      </a:r>
                      <a:endParaRPr lang="en-US" dirty="0"/>
                    </a:p>
                  </a:txBody>
                  <a:tcPr marL="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2"/>
                    </a:solidFill>
                  </a:tcPr>
                </a:tc>
                <a:tc>
                  <a:txBody>
                    <a:bodyPr/>
                    <a:lstStyle/>
                    <a:p>
                      <a:endParaRPr lang="en-US" dirty="0"/>
                    </a:p>
                  </a:txBody>
                  <a:tcPr marL="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0"/>
                  </a:ext>
                </a:extLst>
              </a:tr>
              <a:tr h="1100737">
                <a:tc>
                  <a:txBody>
                    <a:bodyPr/>
                    <a:lstStyle/>
                    <a:p>
                      <a:endParaRPr lang="en-US" dirty="0"/>
                    </a:p>
                  </a:txBody>
                  <a:tcPr marL="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r"/>
                      <a:endParaRPr lang="en-US" dirty="0"/>
                    </a:p>
                  </a:txBody>
                  <a:tcPr marL="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endParaRPr lang="en-US" dirty="0"/>
                    </a:p>
                  </a:txBody>
                  <a:tcPr marL="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endParaRPr lang="en-US" dirty="0"/>
                    </a:p>
                  </a:txBody>
                  <a:tcPr marL="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r"/>
                      <a:endParaRPr lang="en-US" dirty="0"/>
                    </a:p>
                  </a:txBody>
                  <a:tcPr marL="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endParaRPr lang="en-US" dirty="0"/>
                    </a:p>
                  </a:txBody>
                  <a:tcPr marL="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4637975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US" dirty="0"/>
              <a:t>List</a:t>
            </a:r>
          </a:p>
        </p:txBody>
      </p:sp>
      <p:sp>
        <p:nvSpPr>
          <p:cNvPr id="8" name="Text Placeholder 7"/>
          <p:cNvSpPr>
            <a:spLocks noGrp="1"/>
          </p:cNvSpPr>
          <p:nvPr>
            <p:ph type="subTitle" idx="1"/>
          </p:nvPr>
        </p:nvSpPr>
        <p:spPr/>
        <p:txBody>
          <a:bodyPr/>
          <a:lstStyle/>
          <a:p>
            <a:r>
              <a:rPr lang="en-US" dirty="0"/>
              <a:t>- 01 -</a:t>
            </a:r>
          </a:p>
        </p:txBody>
      </p:sp>
      <p:sp>
        <p:nvSpPr>
          <p:cNvPr id="6" name="Footer Placeholder 5">
            <a:extLst>
              <a:ext uri="{FF2B5EF4-FFF2-40B4-BE49-F238E27FC236}">
                <a16:creationId xmlns:a16="http://schemas.microsoft.com/office/drawing/2014/main" id="{675C4D28-A4B1-4F44-82EB-899C98335472}"/>
              </a:ext>
            </a:extLst>
          </p:cNvPr>
          <p:cNvSpPr txBox="1">
            <a:spLocks/>
          </p:cNvSpPr>
          <p:nvPr/>
        </p:nvSpPr>
        <p:spPr>
          <a:xfrm>
            <a:off x="371475" y="6280675"/>
            <a:ext cx="7672502" cy="365125"/>
          </a:xfrm>
        </p:spPr>
        <p:txBody>
          <a:bodyPr anchor="ctr"/>
          <a:lstStyle>
            <a:defPPr>
              <a:defRPr lang="fr-FR"/>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r>
              <a:rPr lang="en-US" sz="1400" dirty="0"/>
              <a:t>PowerPoint SmartArt Graphics - The Complete Ready-to-use Collection </a:t>
            </a:r>
            <a:r>
              <a:rPr lang="en-US" sz="1400" i="1" dirty="0">
                <a:solidFill>
                  <a:schemeClr val="accent5"/>
                </a:solidFill>
              </a:rPr>
              <a:t>[2020 updated version]</a:t>
            </a:r>
          </a:p>
        </p:txBody>
      </p:sp>
    </p:spTree>
    <p:extLst>
      <p:ext uri="{BB962C8B-B14F-4D97-AF65-F5344CB8AC3E}">
        <p14:creationId xmlns:p14="http://schemas.microsoft.com/office/powerpoint/2010/main" val="32716646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3"/>
          </p:nvPr>
        </p:nvSpPr>
        <p:spPr>
          <a:xfrm>
            <a:off x="371475" y="1556792"/>
            <a:ext cx="1920240" cy="2062103"/>
          </a:xfrm>
        </p:spPr>
        <p:txBody>
          <a:bodyPr>
            <a:spAutoFit/>
          </a:bodyPr>
          <a:lstStyle/>
          <a:p>
            <a:r>
              <a:rPr lang="en-US" dirty="0"/>
              <a:t>Use to show non-sequential or grouped blocks of information. Maximizes both horizontal and vertical display space for shapes.</a:t>
            </a:r>
          </a:p>
        </p:txBody>
      </p:sp>
      <p:sp>
        <p:nvSpPr>
          <p:cNvPr id="6" name="Footer Placeholder 5">
            <a:extLst>
              <a:ext uri="{FF2B5EF4-FFF2-40B4-BE49-F238E27FC236}">
                <a16:creationId xmlns:a16="http://schemas.microsoft.com/office/drawing/2014/main" id="{AC69CDF6-557F-40B8-BDAC-04190152B361}"/>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
        <p:nvSpPr>
          <p:cNvPr id="2" name="Title 1"/>
          <p:cNvSpPr>
            <a:spLocks noGrp="1"/>
          </p:cNvSpPr>
          <p:nvPr>
            <p:ph type="title"/>
          </p:nvPr>
        </p:nvSpPr>
        <p:spPr/>
        <p:txBody>
          <a:bodyPr/>
          <a:lstStyle/>
          <a:p>
            <a:r>
              <a:rPr lang="en-US" dirty="0"/>
              <a:t>Basic Block List</a:t>
            </a:r>
          </a:p>
        </p:txBody>
      </p:sp>
      <p:graphicFrame>
        <p:nvGraphicFramePr>
          <p:cNvPr id="3" name="Diagram 2"/>
          <p:cNvGraphicFramePr/>
          <p:nvPr>
            <p:extLst>
              <p:ext uri="{D42A27DB-BD31-4B8C-83A1-F6EECF244321}">
                <p14:modId xmlns:p14="http://schemas.microsoft.com/office/powerpoint/2010/main" val="1776175940"/>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755878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a:xfrm>
            <a:off x="371475" y="1556792"/>
            <a:ext cx="1920240" cy="2062103"/>
          </a:xfrm>
        </p:spPr>
        <p:txBody>
          <a:bodyPr>
            <a:spAutoFit/>
          </a:bodyPr>
          <a:lstStyle/>
          <a:p>
            <a:r>
              <a:rPr lang="en-US" dirty="0"/>
              <a:t>Use to represent a series of interconnected ideas. Level 1 text appears inside the hexagons. Level 2 text appears outside the shapes.</a:t>
            </a:r>
          </a:p>
        </p:txBody>
      </p:sp>
      <p:sp>
        <p:nvSpPr>
          <p:cNvPr id="5" name="Footer Placeholder 4">
            <a:extLst>
              <a:ext uri="{FF2B5EF4-FFF2-40B4-BE49-F238E27FC236}">
                <a16:creationId xmlns:a16="http://schemas.microsoft.com/office/drawing/2014/main" id="{CDB18FEC-D94E-4EC7-9F2B-FEE9E4CCE979}"/>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
        <p:nvSpPr>
          <p:cNvPr id="2" name="Title 1"/>
          <p:cNvSpPr>
            <a:spLocks noGrp="1"/>
          </p:cNvSpPr>
          <p:nvPr>
            <p:ph type="title"/>
          </p:nvPr>
        </p:nvSpPr>
        <p:spPr/>
        <p:txBody>
          <a:bodyPr/>
          <a:lstStyle/>
          <a:p>
            <a:r>
              <a:rPr lang="en-US" dirty="0"/>
              <a:t>Alternating Hexagons</a:t>
            </a:r>
          </a:p>
        </p:txBody>
      </p:sp>
      <p:graphicFrame>
        <p:nvGraphicFramePr>
          <p:cNvPr id="3" name="Diagram 2"/>
          <p:cNvGraphicFramePr/>
          <p:nvPr>
            <p:extLst>
              <p:ext uri="{D42A27DB-BD31-4B8C-83A1-F6EECF244321}">
                <p14:modId xmlns:p14="http://schemas.microsoft.com/office/powerpoint/2010/main" val="3821950064"/>
              </p:ext>
            </p:extLst>
          </p:nvPr>
        </p:nvGraphicFramePr>
        <p:xfrm>
          <a:off x="3630611" y="1556792"/>
          <a:ext cx="6854825" cy="456988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384882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a:xfrm>
            <a:off x="371475" y="1556792"/>
            <a:ext cx="1920240" cy="2800767"/>
          </a:xfrm>
        </p:spPr>
        <p:txBody>
          <a:bodyPr>
            <a:spAutoFit/>
          </a:bodyPr>
          <a:lstStyle/>
          <a:p>
            <a:r>
              <a:rPr lang="en-US" dirty="0"/>
              <a:t>Use to show non-sequential or grouped blocks of information. The top shapes are designed to contain pictures and pictures are emphasized over text. Works well for pictures with short text captions.</a:t>
            </a:r>
          </a:p>
        </p:txBody>
      </p:sp>
      <p:sp>
        <p:nvSpPr>
          <p:cNvPr id="5" name="Footer Placeholder 4">
            <a:extLst>
              <a:ext uri="{FF2B5EF4-FFF2-40B4-BE49-F238E27FC236}">
                <a16:creationId xmlns:a16="http://schemas.microsoft.com/office/drawing/2014/main" id="{61E6645A-8707-4E10-9F25-A3D550A165A2}"/>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
        <p:nvSpPr>
          <p:cNvPr id="2" name="Title 1"/>
          <p:cNvSpPr>
            <a:spLocks noGrp="1"/>
          </p:cNvSpPr>
          <p:nvPr>
            <p:ph type="title"/>
          </p:nvPr>
        </p:nvSpPr>
        <p:spPr/>
        <p:txBody>
          <a:bodyPr/>
          <a:lstStyle/>
          <a:p>
            <a:r>
              <a:rPr lang="en-US" dirty="0"/>
              <a:t>Picture Caption List</a:t>
            </a:r>
          </a:p>
        </p:txBody>
      </p:sp>
      <p:graphicFrame>
        <p:nvGraphicFramePr>
          <p:cNvPr id="3" name="Diagram 2"/>
          <p:cNvGraphicFramePr/>
          <p:nvPr>
            <p:extLst>
              <p:ext uri="{D42A27DB-BD31-4B8C-83A1-F6EECF244321}">
                <p14:modId xmlns:p14="http://schemas.microsoft.com/office/powerpoint/2010/main" val="3838846740"/>
              </p:ext>
            </p:extLst>
          </p:nvPr>
        </p:nvGraphicFramePr>
        <p:xfrm>
          <a:off x="2916236" y="1556792"/>
          <a:ext cx="8283575" cy="444288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876440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a:xfrm>
            <a:off x="371475" y="1556792"/>
            <a:ext cx="1920240" cy="2554545"/>
          </a:xfrm>
        </p:spPr>
        <p:txBody>
          <a:bodyPr>
            <a:spAutoFit/>
          </a:bodyPr>
          <a:lstStyle/>
          <a:p>
            <a:r>
              <a:rPr lang="en-US" dirty="0"/>
              <a:t>Use to show large amounts of text divided into categories and subcategories. Works well with multiple levels of text. Text at the same level is separated by lines.</a:t>
            </a:r>
          </a:p>
        </p:txBody>
      </p:sp>
      <p:sp>
        <p:nvSpPr>
          <p:cNvPr id="5" name="Footer Placeholder 4">
            <a:extLst>
              <a:ext uri="{FF2B5EF4-FFF2-40B4-BE49-F238E27FC236}">
                <a16:creationId xmlns:a16="http://schemas.microsoft.com/office/drawing/2014/main" id="{47C81D27-C158-44E5-ACA1-FA2074EAEB9B}"/>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
        <p:nvSpPr>
          <p:cNvPr id="2" name="Title 1"/>
          <p:cNvSpPr>
            <a:spLocks noGrp="1"/>
          </p:cNvSpPr>
          <p:nvPr>
            <p:ph type="title"/>
          </p:nvPr>
        </p:nvSpPr>
        <p:spPr/>
        <p:txBody>
          <a:bodyPr/>
          <a:lstStyle/>
          <a:p>
            <a:r>
              <a:rPr lang="en-US" dirty="0"/>
              <a:t>Lined List</a:t>
            </a:r>
          </a:p>
        </p:txBody>
      </p:sp>
      <p:graphicFrame>
        <p:nvGraphicFramePr>
          <p:cNvPr id="3" name="Diagram 2"/>
          <p:cNvGraphicFramePr/>
          <p:nvPr>
            <p:extLst>
              <p:ext uri="{D42A27DB-BD31-4B8C-83A1-F6EECF244321}">
                <p14:modId xmlns:p14="http://schemas.microsoft.com/office/powerpoint/2010/main" val="4226920524"/>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476903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a:xfrm>
            <a:off x="371475" y="1556792"/>
            <a:ext cx="1920240" cy="1815882"/>
          </a:xfrm>
        </p:spPr>
        <p:txBody>
          <a:bodyPr>
            <a:spAutoFit/>
          </a:bodyPr>
          <a:lstStyle/>
          <a:p>
            <a:r>
              <a:rPr lang="en-US" dirty="0"/>
              <a:t>Use to show non-sequential or grouped blocks of information. Works well for lists with long headings or top level information.</a:t>
            </a:r>
          </a:p>
        </p:txBody>
      </p:sp>
      <p:sp>
        <p:nvSpPr>
          <p:cNvPr id="6" name="Footer Placeholder 5">
            <a:extLst>
              <a:ext uri="{FF2B5EF4-FFF2-40B4-BE49-F238E27FC236}">
                <a16:creationId xmlns:a16="http://schemas.microsoft.com/office/drawing/2014/main" id="{3FC30A3B-6888-4ED6-91CA-9A33CA6D886E}"/>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
        <p:nvSpPr>
          <p:cNvPr id="2" name="Title 1"/>
          <p:cNvSpPr>
            <a:spLocks noGrp="1"/>
          </p:cNvSpPr>
          <p:nvPr>
            <p:ph type="title"/>
          </p:nvPr>
        </p:nvSpPr>
        <p:spPr/>
        <p:txBody>
          <a:bodyPr/>
          <a:lstStyle/>
          <a:p>
            <a:r>
              <a:rPr lang="en-US" dirty="0"/>
              <a:t>Vertical Bullet List</a:t>
            </a:r>
          </a:p>
        </p:txBody>
      </p:sp>
      <p:graphicFrame>
        <p:nvGraphicFramePr>
          <p:cNvPr id="3" name="Diagram 2"/>
          <p:cNvGraphicFramePr/>
          <p:nvPr>
            <p:extLst>
              <p:ext uri="{D42A27DB-BD31-4B8C-83A1-F6EECF244321}">
                <p14:modId xmlns:p14="http://schemas.microsoft.com/office/powerpoint/2010/main" val="178822952"/>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375516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a:xfrm>
            <a:off x="371475" y="1556792"/>
            <a:ext cx="1920240" cy="2308324"/>
          </a:xfrm>
        </p:spPr>
        <p:txBody>
          <a:bodyPr>
            <a:spAutoFit/>
          </a:bodyPr>
          <a:lstStyle/>
          <a:p>
            <a:r>
              <a:rPr lang="en-US" dirty="0"/>
              <a:t>Use to show several groups of information, especially groups with large amounts of Level 2 text. A good choice for bulleted lists of information.</a:t>
            </a:r>
          </a:p>
        </p:txBody>
      </p:sp>
      <p:sp>
        <p:nvSpPr>
          <p:cNvPr id="7" name="Footer Placeholder 6">
            <a:extLst>
              <a:ext uri="{FF2B5EF4-FFF2-40B4-BE49-F238E27FC236}">
                <a16:creationId xmlns:a16="http://schemas.microsoft.com/office/drawing/2014/main" id="{5A7ACB29-0707-42B9-82D5-EBF8879CDD3B}"/>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
        <p:nvSpPr>
          <p:cNvPr id="2" name="Title 1"/>
          <p:cNvSpPr>
            <a:spLocks noGrp="1"/>
          </p:cNvSpPr>
          <p:nvPr>
            <p:ph type="title"/>
          </p:nvPr>
        </p:nvSpPr>
        <p:spPr/>
        <p:txBody>
          <a:bodyPr/>
          <a:lstStyle/>
          <a:p>
            <a:r>
              <a:rPr lang="en-US" dirty="0"/>
              <a:t>Vertical Box List</a:t>
            </a:r>
          </a:p>
        </p:txBody>
      </p:sp>
      <p:graphicFrame>
        <p:nvGraphicFramePr>
          <p:cNvPr id="3" name="Diagram 2"/>
          <p:cNvGraphicFramePr/>
          <p:nvPr>
            <p:extLst>
              <p:ext uri="{D42A27DB-BD31-4B8C-83A1-F6EECF244321}">
                <p14:modId xmlns:p14="http://schemas.microsoft.com/office/powerpoint/2010/main" val="1011005586"/>
              </p:ext>
            </p:extLst>
          </p:nvPr>
        </p:nvGraphicFramePr>
        <p:xfrm>
          <a:off x="3190197"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362597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a:xfrm>
            <a:off x="371475" y="1556792"/>
            <a:ext cx="1920240" cy="1569660"/>
          </a:xfrm>
        </p:spPr>
        <p:txBody>
          <a:bodyPr>
            <a:spAutoFit/>
          </a:bodyPr>
          <a:lstStyle/>
          <a:p>
            <a:r>
              <a:rPr lang="en-US" dirty="0"/>
              <a:t>Use to show grouped blocks of information.  Works well with large amounts of Level 2 text.</a:t>
            </a:r>
          </a:p>
        </p:txBody>
      </p:sp>
      <p:sp>
        <p:nvSpPr>
          <p:cNvPr id="5" name="Footer Placeholder 4">
            <a:extLst>
              <a:ext uri="{FF2B5EF4-FFF2-40B4-BE49-F238E27FC236}">
                <a16:creationId xmlns:a16="http://schemas.microsoft.com/office/drawing/2014/main" id="{8A573DC8-1DC1-4BDA-B432-CA53DB83F5F7}"/>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
        <p:nvSpPr>
          <p:cNvPr id="2" name="Title 1"/>
          <p:cNvSpPr>
            <a:spLocks noGrp="1"/>
          </p:cNvSpPr>
          <p:nvPr>
            <p:ph type="title"/>
          </p:nvPr>
        </p:nvSpPr>
        <p:spPr/>
        <p:txBody>
          <a:bodyPr/>
          <a:lstStyle/>
          <a:p>
            <a:r>
              <a:rPr lang="en-US" dirty="0"/>
              <a:t>Vertical Bracket List</a:t>
            </a:r>
          </a:p>
        </p:txBody>
      </p:sp>
      <p:graphicFrame>
        <p:nvGraphicFramePr>
          <p:cNvPr id="3" name="Diagram 2"/>
          <p:cNvGraphicFramePr/>
          <p:nvPr>
            <p:extLst>
              <p:ext uri="{D42A27DB-BD31-4B8C-83A1-F6EECF244321}">
                <p14:modId xmlns:p14="http://schemas.microsoft.com/office/powerpoint/2010/main" val="1504435055"/>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983842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3"/>
          </p:nvPr>
        </p:nvSpPr>
        <p:spPr>
          <a:xfrm>
            <a:off x="371475" y="1556792"/>
            <a:ext cx="1920240" cy="2308324"/>
          </a:xfrm>
        </p:spPr>
        <p:txBody>
          <a:bodyPr>
            <a:spAutoFit/>
          </a:bodyPr>
          <a:lstStyle/>
          <a:p>
            <a:r>
              <a:rPr lang="en-US" dirty="0"/>
              <a:t>Use for emphasizing items of different weights.  Good for large amounts of Level 1 text.  The width of each shape is independently determined based on its text.</a:t>
            </a:r>
          </a:p>
        </p:txBody>
      </p:sp>
      <p:sp>
        <p:nvSpPr>
          <p:cNvPr id="7" name="Footer Placeholder 6">
            <a:extLst>
              <a:ext uri="{FF2B5EF4-FFF2-40B4-BE49-F238E27FC236}">
                <a16:creationId xmlns:a16="http://schemas.microsoft.com/office/drawing/2014/main" id="{DF8D313A-BC45-4C6A-81EE-9E7565179792}"/>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
        <p:nvSpPr>
          <p:cNvPr id="2" name="Title 1"/>
          <p:cNvSpPr>
            <a:spLocks noGrp="1"/>
          </p:cNvSpPr>
          <p:nvPr>
            <p:ph type="title"/>
          </p:nvPr>
        </p:nvSpPr>
        <p:spPr/>
        <p:txBody>
          <a:bodyPr/>
          <a:lstStyle/>
          <a:p>
            <a:r>
              <a:rPr lang="en-US" dirty="0"/>
              <a:t>Varying Width List</a:t>
            </a:r>
          </a:p>
        </p:txBody>
      </p:sp>
      <p:graphicFrame>
        <p:nvGraphicFramePr>
          <p:cNvPr id="3" name="Diagram 2"/>
          <p:cNvGraphicFramePr/>
          <p:nvPr>
            <p:extLst>
              <p:ext uri="{D42A27DB-BD31-4B8C-83A1-F6EECF244321}">
                <p14:modId xmlns:p14="http://schemas.microsoft.com/office/powerpoint/2010/main" val="1341844296"/>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336986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a:xfrm>
            <a:off x="371475" y="1556792"/>
            <a:ext cx="1920240" cy="3293209"/>
          </a:xfrm>
        </p:spPr>
        <p:txBody>
          <a:bodyPr wrap="square">
            <a:spAutoFit/>
          </a:bodyPr>
          <a:lstStyle/>
          <a:p>
            <a:r>
              <a:rPr lang="en-US" dirty="0"/>
              <a:t>Use to show non-sequential or grouped blocks of information. Works well for lists with a small amount of Level 1 text. The first Level 2 displays next to the Level 1 text  and the remaining Level 2 text appears beneath the Level 1 text.</a:t>
            </a:r>
          </a:p>
        </p:txBody>
      </p:sp>
      <p:sp>
        <p:nvSpPr>
          <p:cNvPr id="5" name="Footer Placeholder 4">
            <a:extLst>
              <a:ext uri="{FF2B5EF4-FFF2-40B4-BE49-F238E27FC236}">
                <a16:creationId xmlns:a16="http://schemas.microsoft.com/office/drawing/2014/main" id="{88450665-5741-4A47-A10A-DFA4F9371164}"/>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
        <p:nvSpPr>
          <p:cNvPr id="2" name="Title 1"/>
          <p:cNvSpPr>
            <a:spLocks noGrp="1"/>
          </p:cNvSpPr>
          <p:nvPr>
            <p:ph type="title"/>
          </p:nvPr>
        </p:nvSpPr>
        <p:spPr/>
        <p:txBody>
          <a:bodyPr/>
          <a:lstStyle/>
          <a:p>
            <a:r>
              <a:rPr lang="en-US" dirty="0"/>
              <a:t>Tab List</a:t>
            </a:r>
          </a:p>
        </p:txBody>
      </p:sp>
      <p:graphicFrame>
        <p:nvGraphicFramePr>
          <p:cNvPr id="3" name="Diagram 2"/>
          <p:cNvGraphicFramePr/>
          <p:nvPr>
            <p:extLst>
              <p:ext uri="{D42A27DB-BD31-4B8C-83A1-F6EECF244321}">
                <p14:modId xmlns:p14="http://schemas.microsoft.com/office/powerpoint/2010/main" val="1541864347"/>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230368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a:xfrm>
            <a:off x="371475" y="1556792"/>
            <a:ext cx="1920240" cy="2554545"/>
          </a:xfrm>
        </p:spPr>
        <p:txBody>
          <a:bodyPr>
            <a:spAutoFit/>
          </a:bodyPr>
          <a:lstStyle/>
          <a:p>
            <a:r>
              <a:rPr lang="en-US" dirty="0"/>
              <a:t>Use to show non-sequential or grouped lists of information. Works well with large amounts of text. All text has the same level of emphasis, and direction is not implied.</a:t>
            </a:r>
          </a:p>
        </p:txBody>
      </p:sp>
      <p:sp>
        <p:nvSpPr>
          <p:cNvPr id="5" name="Footer Placeholder 4">
            <a:extLst>
              <a:ext uri="{FF2B5EF4-FFF2-40B4-BE49-F238E27FC236}">
                <a16:creationId xmlns:a16="http://schemas.microsoft.com/office/drawing/2014/main" id="{857EF571-8DFE-4A17-A3B5-FB5B90699AAE}"/>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
        <p:nvSpPr>
          <p:cNvPr id="2" name="Title 1"/>
          <p:cNvSpPr>
            <a:spLocks noGrp="1"/>
          </p:cNvSpPr>
          <p:nvPr>
            <p:ph type="title"/>
          </p:nvPr>
        </p:nvSpPr>
        <p:spPr/>
        <p:txBody>
          <a:bodyPr/>
          <a:lstStyle/>
          <a:p>
            <a:r>
              <a:rPr lang="en-US" dirty="0"/>
              <a:t>Horizontal Bullet List</a:t>
            </a:r>
          </a:p>
        </p:txBody>
      </p:sp>
      <p:graphicFrame>
        <p:nvGraphicFramePr>
          <p:cNvPr id="3" name="Diagram 2"/>
          <p:cNvGraphicFramePr/>
          <p:nvPr>
            <p:extLst>
              <p:ext uri="{D42A27DB-BD31-4B8C-83A1-F6EECF244321}">
                <p14:modId xmlns:p14="http://schemas.microsoft.com/office/powerpoint/2010/main" val="4044704672"/>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768299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sz="quarter" idx="13"/>
          </p:nvPr>
        </p:nvSpPr>
        <p:spPr>
          <a:xfrm>
            <a:off x="371475" y="1556792"/>
            <a:ext cx="1920240" cy="2308324"/>
          </a:xfrm>
        </p:spPr>
        <p:txBody>
          <a:bodyPr>
            <a:spAutoFit/>
          </a:bodyPr>
          <a:lstStyle/>
          <a:p>
            <a:r>
              <a:rPr lang="en-US" dirty="0"/>
              <a:t>Use to show lists of information divided into categories. Level 2 text appears beside a small square shape. Works well with large amounts of Level 2 text. </a:t>
            </a:r>
          </a:p>
        </p:txBody>
      </p:sp>
      <p:sp>
        <p:nvSpPr>
          <p:cNvPr id="5" name="Footer Placeholder 4">
            <a:extLst>
              <a:ext uri="{FF2B5EF4-FFF2-40B4-BE49-F238E27FC236}">
                <a16:creationId xmlns:a16="http://schemas.microsoft.com/office/drawing/2014/main" id="{0A981625-B21A-4CEB-B334-91D335C2CA96}"/>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
        <p:nvSpPr>
          <p:cNvPr id="2" name="Title 1"/>
          <p:cNvSpPr>
            <a:spLocks noGrp="1"/>
          </p:cNvSpPr>
          <p:nvPr>
            <p:ph type="title"/>
          </p:nvPr>
        </p:nvSpPr>
        <p:spPr/>
        <p:txBody>
          <a:bodyPr/>
          <a:lstStyle/>
          <a:p>
            <a:r>
              <a:rPr lang="en-US" dirty="0"/>
              <a:t>Square Accent List</a:t>
            </a:r>
          </a:p>
        </p:txBody>
      </p:sp>
      <p:graphicFrame>
        <p:nvGraphicFramePr>
          <p:cNvPr id="6" name="Diagram 5"/>
          <p:cNvGraphicFramePr/>
          <p:nvPr>
            <p:extLst>
              <p:ext uri="{D42A27DB-BD31-4B8C-83A1-F6EECF244321}">
                <p14:modId xmlns:p14="http://schemas.microsoft.com/office/powerpoint/2010/main" val="2925432015"/>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628820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a:xfrm>
            <a:off x="371475" y="1556792"/>
            <a:ext cx="1920240" cy="3046988"/>
          </a:xfrm>
        </p:spPr>
        <p:txBody>
          <a:bodyPr>
            <a:spAutoFit/>
          </a:bodyPr>
          <a:lstStyle/>
          <a:p>
            <a:r>
              <a:rPr lang="en-US" dirty="0"/>
              <a:t>Use to show grouped or related information. The small shapes on the upper corners are designed to contain pictures. Emphasizes Level 2 text over Level 1 text, and is a good choice for large amounts of Level 2 text.</a:t>
            </a:r>
          </a:p>
        </p:txBody>
      </p:sp>
      <p:sp>
        <p:nvSpPr>
          <p:cNvPr id="5" name="Footer Placeholder 4">
            <a:extLst>
              <a:ext uri="{FF2B5EF4-FFF2-40B4-BE49-F238E27FC236}">
                <a16:creationId xmlns:a16="http://schemas.microsoft.com/office/drawing/2014/main" id="{62681A4C-E00C-4159-BD41-8D05FB41F1E3}"/>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
        <p:nvSpPr>
          <p:cNvPr id="2" name="Title 1"/>
          <p:cNvSpPr>
            <a:spLocks noGrp="1"/>
          </p:cNvSpPr>
          <p:nvPr>
            <p:ph type="title"/>
          </p:nvPr>
        </p:nvSpPr>
        <p:spPr/>
        <p:txBody>
          <a:bodyPr/>
          <a:lstStyle/>
          <a:p>
            <a:r>
              <a:rPr lang="en-US" dirty="0"/>
              <a:t>Picture Accent List</a:t>
            </a:r>
          </a:p>
        </p:txBody>
      </p:sp>
      <p:graphicFrame>
        <p:nvGraphicFramePr>
          <p:cNvPr id="3" name="Diagram 2"/>
          <p:cNvGraphicFramePr/>
          <p:nvPr>
            <p:extLst>
              <p:ext uri="{D42A27DB-BD31-4B8C-83A1-F6EECF244321}">
                <p14:modId xmlns:p14="http://schemas.microsoft.com/office/powerpoint/2010/main" val="3361377951"/>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200413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a:xfrm>
            <a:off x="371475" y="1556792"/>
            <a:ext cx="1920240" cy="3539430"/>
          </a:xfrm>
        </p:spPr>
        <p:txBody>
          <a:bodyPr>
            <a:spAutoFit/>
          </a:bodyPr>
          <a:lstStyle/>
          <a:p>
            <a:r>
              <a:rPr lang="en-US" dirty="0"/>
              <a:t>Use to show non-sequential or grouped blocks of information. The small circular shapes are designed to contain pictures. Works well for illustrating both Level 1 and Level 2 text. Maximizes both horizontal and vertical display space for shapes.</a:t>
            </a:r>
          </a:p>
        </p:txBody>
      </p:sp>
      <p:sp>
        <p:nvSpPr>
          <p:cNvPr id="5" name="Footer Placeholder 4">
            <a:extLst>
              <a:ext uri="{FF2B5EF4-FFF2-40B4-BE49-F238E27FC236}">
                <a16:creationId xmlns:a16="http://schemas.microsoft.com/office/drawing/2014/main" id="{C7F0E845-3C63-44FB-8BBE-AC32CFF395FC}"/>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
        <p:nvSpPr>
          <p:cNvPr id="2" name="Title 1"/>
          <p:cNvSpPr>
            <a:spLocks noGrp="1"/>
          </p:cNvSpPr>
          <p:nvPr>
            <p:ph type="title"/>
          </p:nvPr>
        </p:nvSpPr>
        <p:spPr/>
        <p:txBody>
          <a:bodyPr/>
          <a:lstStyle/>
          <a:p>
            <a:r>
              <a:rPr lang="en-US" dirty="0"/>
              <a:t>Bending Picture Accent List</a:t>
            </a:r>
          </a:p>
        </p:txBody>
      </p:sp>
      <p:graphicFrame>
        <p:nvGraphicFramePr>
          <p:cNvPr id="3" name="Diagram 2"/>
          <p:cNvGraphicFramePr/>
          <p:nvPr>
            <p:extLst>
              <p:ext uri="{D42A27DB-BD31-4B8C-83A1-F6EECF244321}">
                <p14:modId xmlns:p14="http://schemas.microsoft.com/office/powerpoint/2010/main" val="934911667"/>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462499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a:xfrm>
            <a:off x="371475" y="1556792"/>
            <a:ext cx="1920240" cy="3293209"/>
          </a:xfrm>
        </p:spPr>
        <p:txBody>
          <a:bodyPr>
            <a:spAutoFit/>
          </a:bodyPr>
          <a:lstStyle/>
          <a:p>
            <a:r>
              <a:rPr lang="en-US" dirty="0"/>
              <a:t>Use to show groups of information or steps in a task, process, or workflow. Circular shapes contain Level 1 text, and the corresponding rectangles contain Level 2 text. Works well for numerous details and minimal Level 1 text.</a:t>
            </a:r>
          </a:p>
        </p:txBody>
      </p:sp>
      <p:sp>
        <p:nvSpPr>
          <p:cNvPr id="5" name="Footer Placeholder 4">
            <a:extLst>
              <a:ext uri="{FF2B5EF4-FFF2-40B4-BE49-F238E27FC236}">
                <a16:creationId xmlns:a16="http://schemas.microsoft.com/office/drawing/2014/main" id="{BFC31A2A-4021-43DC-9B79-8AE8ADD0CF6D}"/>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
        <p:nvSpPr>
          <p:cNvPr id="2" name="Title 1"/>
          <p:cNvSpPr>
            <a:spLocks noGrp="1"/>
          </p:cNvSpPr>
          <p:nvPr>
            <p:ph type="title"/>
          </p:nvPr>
        </p:nvSpPr>
        <p:spPr/>
        <p:txBody>
          <a:bodyPr/>
          <a:lstStyle/>
          <a:p>
            <a:r>
              <a:rPr lang="en-US" dirty="0"/>
              <a:t>Stacked List</a:t>
            </a:r>
          </a:p>
        </p:txBody>
      </p:sp>
      <p:graphicFrame>
        <p:nvGraphicFramePr>
          <p:cNvPr id="3" name="Diagram 2"/>
          <p:cNvGraphicFramePr/>
          <p:nvPr>
            <p:extLst>
              <p:ext uri="{D42A27DB-BD31-4B8C-83A1-F6EECF244321}">
                <p14:modId xmlns:p14="http://schemas.microsoft.com/office/powerpoint/2010/main" val="4007915851"/>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80903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a:xfrm>
            <a:off x="371475" y="1556792"/>
            <a:ext cx="1920240" cy="3970318"/>
          </a:xfrm>
        </p:spPr>
        <p:txBody>
          <a:bodyPr>
            <a:spAutoFit/>
          </a:bodyPr>
          <a:lstStyle/>
          <a:p>
            <a:r>
              <a:rPr lang="en-US" sz="1400" dirty="0"/>
              <a:t>Use to show groups and sub-groups of information, or steps and sub-steps in a task, process, or workflow. Level 1 text corresponds to the top level horizontal shapes, and Level 2 text corresponds to vertical sub-steps under each related top level shape. Works well for emphasizing sub-groups or sub-steps, hierarchical information, or multiple lists of information.</a:t>
            </a:r>
          </a:p>
        </p:txBody>
      </p:sp>
      <p:sp>
        <p:nvSpPr>
          <p:cNvPr id="5" name="Footer Placeholder 4">
            <a:extLst>
              <a:ext uri="{FF2B5EF4-FFF2-40B4-BE49-F238E27FC236}">
                <a16:creationId xmlns:a16="http://schemas.microsoft.com/office/drawing/2014/main" id="{2E900A4A-B331-43F2-B1DB-AA3084D484E4}"/>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
        <p:nvSpPr>
          <p:cNvPr id="2" name="Title 1"/>
          <p:cNvSpPr>
            <a:spLocks noGrp="1"/>
          </p:cNvSpPr>
          <p:nvPr>
            <p:ph type="title"/>
          </p:nvPr>
        </p:nvSpPr>
        <p:spPr/>
        <p:txBody>
          <a:bodyPr/>
          <a:lstStyle/>
          <a:p>
            <a:r>
              <a:rPr lang="en-US" dirty="0"/>
              <a:t>Grouped List</a:t>
            </a:r>
          </a:p>
        </p:txBody>
      </p:sp>
      <p:graphicFrame>
        <p:nvGraphicFramePr>
          <p:cNvPr id="3" name="Diagram 2"/>
          <p:cNvGraphicFramePr/>
          <p:nvPr>
            <p:extLst>
              <p:ext uri="{D42A27DB-BD31-4B8C-83A1-F6EECF244321}">
                <p14:modId xmlns:p14="http://schemas.microsoft.com/office/powerpoint/2010/main" val="3428651885"/>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203835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a:xfrm>
            <a:off x="371475" y="1556792"/>
            <a:ext cx="1920240" cy="2062103"/>
          </a:xfrm>
        </p:spPr>
        <p:txBody>
          <a:bodyPr>
            <a:spAutoFit/>
          </a:bodyPr>
          <a:lstStyle/>
          <a:p>
            <a:r>
              <a:rPr lang="en-US" dirty="0"/>
              <a:t>Use to show non-sequential or grouped information with an emphasis on related pictures. The top shapes are designed to contain pictures.</a:t>
            </a:r>
          </a:p>
        </p:txBody>
      </p:sp>
      <p:sp>
        <p:nvSpPr>
          <p:cNvPr id="5" name="Footer Placeholder 4">
            <a:extLst>
              <a:ext uri="{FF2B5EF4-FFF2-40B4-BE49-F238E27FC236}">
                <a16:creationId xmlns:a16="http://schemas.microsoft.com/office/drawing/2014/main" id="{6F6FD0BA-EF45-4F6D-91FC-AFD920F379A8}"/>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
        <p:nvSpPr>
          <p:cNvPr id="2" name="Title 1"/>
          <p:cNvSpPr>
            <a:spLocks noGrp="1"/>
          </p:cNvSpPr>
          <p:nvPr>
            <p:ph type="title"/>
          </p:nvPr>
        </p:nvSpPr>
        <p:spPr/>
        <p:txBody>
          <a:bodyPr/>
          <a:lstStyle/>
          <a:p>
            <a:r>
              <a:rPr lang="en-US" dirty="0"/>
              <a:t>Horizontal Picture List</a:t>
            </a:r>
          </a:p>
        </p:txBody>
      </p:sp>
      <p:graphicFrame>
        <p:nvGraphicFramePr>
          <p:cNvPr id="3" name="Diagram 2"/>
          <p:cNvGraphicFramePr/>
          <p:nvPr>
            <p:extLst>
              <p:ext uri="{D42A27DB-BD31-4B8C-83A1-F6EECF244321}">
                <p14:modId xmlns:p14="http://schemas.microsoft.com/office/powerpoint/2010/main" val="3347903137"/>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454953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a:xfrm>
            <a:off x="371475" y="1556792"/>
            <a:ext cx="1920240" cy="1569660"/>
          </a:xfrm>
        </p:spPr>
        <p:txBody>
          <a:bodyPr>
            <a:spAutoFit/>
          </a:bodyPr>
          <a:lstStyle/>
          <a:p>
            <a:r>
              <a:rPr lang="en-US" dirty="0"/>
              <a:t>Use to show groups of interconnected information. The circular shapes are designed to contain pictures.</a:t>
            </a:r>
          </a:p>
        </p:txBody>
      </p:sp>
      <p:sp>
        <p:nvSpPr>
          <p:cNvPr id="5" name="Footer Placeholder 4">
            <a:extLst>
              <a:ext uri="{FF2B5EF4-FFF2-40B4-BE49-F238E27FC236}">
                <a16:creationId xmlns:a16="http://schemas.microsoft.com/office/drawing/2014/main" id="{9D2C5CC1-EA93-4462-9E97-6192FD74D8DF}"/>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
        <p:nvSpPr>
          <p:cNvPr id="2" name="Title 1"/>
          <p:cNvSpPr>
            <a:spLocks noGrp="1"/>
          </p:cNvSpPr>
          <p:nvPr>
            <p:ph type="title"/>
          </p:nvPr>
        </p:nvSpPr>
        <p:spPr/>
        <p:txBody>
          <a:bodyPr/>
          <a:lstStyle/>
          <a:p>
            <a:r>
              <a:rPr lang="en-US" dirty="0"/>
              <a:t>Continuous Picture List</a:t>
            </a:r>
          </a:p>
        </p:txBody>
      </p:sp>
      <p:graphicFrame>
        <p:nvGraphicFramePr>
          <p:cNvPr id="3" name="Diagram 2"/>
          <p:cNvGraphicFramePr/>
          <p:nvPr>
            <p:extLst>
              <p:ext uri="{D42A27DB-BD31-4B8C-83A1-F6EECF244321}">
                <p14:modId xmlns:p14="http://schemas.microsoft.com/office/powerpoint/2010/main" val="2784878246"/>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888523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762250" y="353462"/>
            <a:ext cx="8591549" cy="707886"/>
          </a:xfrm>
        </p:spPr>
        <p:txBody>
          <a:bodyPr/>
          <a:lstStyle/>
          <a:p>
            <a:r>
              <a:rPr lang="en-US" dirty="0"/>
              <a:t>Picture Strips</a:t>
            </a:r>
          </a:p>
        </p:txBody>
      </p:sp>
      <p:sp>
        <p:nvSpPr>
          <p:cNvPr id="5" name="Text Placeholder 4"/>
          <p:cNvSpPr>
            <a:spLocks noGrp="1"/>
          </p:cNvSpPr>
          <p:nvPr>
            <p:ph type="body" sz="quarter" idx="13"/>
          </p:nvPr>
        </p:nvSpPr>
        <p:spPr>
          <a:xfrm>
            <a:off x="371475" y="1556792"/>
            <a:ext cx="1920240" cy="1077218"/>
          </a:xfrm>
        </p:spPr>
        <p:txBody>
          <a:bodyPr vert="horz" wrap="square" lIns="91440" tIns="45720" rIns="91440" bIns="45720" rtlCol="0">
            <a:spAutoFit/>
          </a:bodyPr>
          <a:lstStyle/>
          <a:p>
            <a:r>
              <a:rPr lang="en-US" dirty="0"/>
              <a:t>Use to show a series of pictures from top to bottom with Level 1 text beside each.</a:t>
            </a:r>
          </a:p>
        </p:txBody>
      </p:sp>
      <p:graphicFrame>
        <p:nvGraphicFramePr>
          <p:cNvPr id="6" name="Diagram 5"/>
          <p:cNvGraphicFramePr/>
          <p:nvPr>
            <p:extLst>
              <p:ext uri="{D42A27DB-BD31-4B8C-83A1-F6EECF244321}">
                <p14:modId xmlns:p14="http://schemas.microsoft.com/office/powerpoint/2010/main" val="1405110119"/>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Footer Placeholder 9">
            <a:extLst>
              <a:ext uri="{FF2B5EF4-FFF2-40B4-BE49-F238E27FC236}">
                <a16:creationId xmlns:a16="http://schemas.microsoft.com/office/drawing/2014/main" id="{3E96E180-C6DD-4588-9059-7E56935CD206}"/>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2465359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a:xfrm>
            <a:off x="371475" y="1556792"/>
            <a:ext cx="1920240" cy="1815882"/>
          </a:xfrm>
        </p:spPr>
        <p:txBody>
          <a:bodyPr>
            <a:spAutoFit/>
          </a:bodyPr>
          <a:lstStyle/>
          <a:p>
            <a:r>
              <a:rPr lang="en-US" dirty="0"/>
              <a:t>Use to show non-sequential or grouped blocks of information. The small shapes on the left are designed to contain pictures.</a:t>
            </a:r>
          </a:p>
        </p:txBody>
      </p:sp>
      <p:sp>
        <p:nvSpPr>
          <p:cNvPr id="5" name="Footer Placeholder 4">
            <a:extLst>
              <a:ext uri="{FF2B5EF4-FFF2-40B4-BE49-F238E27FC236}">
                <a16:creationId xmlns:a16="http://schemas.microsoft.com/office/drawing/2014/main" id="{C11BA0B7-83C5-4684-AFCF-6F9362B67519}"/>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
        <p:nvSpPr>
          <p:cNvPr id="2" name="Title 1"/>
          <p:cNvSpPr>
            <a:spLocks noGrp="1"/>
          </p:cNvSpPr>
          <p:nvPr>
            <p:ph type="title"/>
          </p:nvPr>
        </p:nvSpPr>
        <p:spPr/>
        <p:txBody>
          <a:bodyPr/>
          <a:lstStyle/>
          <a:p>
            <a:r>
              <a:rPr lang="en-US" dirty="0"/>
              <a:t>Vertical Picture List</a:t>
            </a:r>
          </a:p>
        </p:txBody>
      </p:sp>
      <p:graphicFrame>
        <p:nvGraphicFramePr>
          <p:cNvPr id="3" name="Diagram 2"/>
          <p:cNvGraphicFramePr/>
          <p:nvPr>
            <p:extLst>
              <p:ext uri="{D42A27DB-BD31-4B8C-83A1-F6EECF244321}">
                <p14:modId xmlns:p14="http://schemas.microsoft.com/office/powerpoint/2010/main" val="1349014357"/>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555434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a:xfrm>
            <a:off x="371475" y="1556792"/>
            <a:ext cx="1920240" cy="1569660"/>
          </a:xfrm>
        </p:spPr>
        <p:txBody>
          <a:bodyPr>
            <a:spAutoFit/>
          </a:bodyPr>
          <a:lstStyle/>
          <a:p>
            <a:r>
              <a:rPr lang="en-US" dirty="0"/>
              <a:t>Use to show a series of pictures from top to bottom. Text appears alternately on the right or left of the picture.</a:t>
            </a:r>
          </a:p>
        </p:txBody>
      </p:sp>
      <p:sp>
        <p:nvSpPr>
          <p:cNvPr id="5" name="Footer Placeholder 4">
            <a:extLst>
              <a:ext uri="{FF2B5EF4-FFF2-40B4-BE49-F238E27FC236}">
                <a16:creationId xmlns:a16="http://schemas.microsoft.com/office/drawing/2014/main" id="{926E67EF-F621-429A-B79A-FE4FD7D0DAA5}"/>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
        <p:nvSpPr>
          <p:cNvPr id="2" name="Title 1"/>
          <p:cNvSpPr>
            <a:spLocks noGrp="1"/>
          </p:cNvSpPr>
          <p:nvPr>
            <p:ph type="title"/>
          </p:nvPr>
        </p:nvSpPr>
        <p:spPr/>
        <p:txBody>
          <a:bodyPr/>
          <a:lstStyle/>
          <a:p>
            <a:r>
              <a:rPr lang="en-US" dirty="0"/>
              <a:t>Alternating Picture Blocks</a:t>
            </a:r>
          </a:p>
        </p:txBody>
      </p:sp>
      <p:graphicFrame>
        <p:nvGraphicFramePr>
          <p:cNvPr id="3" name="Diagram 2"/>
          <p:cNvGraphicFramePr/>
          <p:nvPr>
            <p:extLst>
              <p:ext uri="{D42A27DB-BD31-4B8C-83A1-F6EECF244321}">
                <p14:modId xmlns:p14="http://schemas.microsoft.com/office/powerpoint/2010/main" val="2634468480"/>
              </p:ext>
            </p:extLst>
          </p:nvPr>
        </p:nvGraphicFramePr>
        <p:xfrm>
          <a:off x="2994024" y="1553633"/>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291164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a:xfrm>
            <a:off x="371475" y="1556792"/>
            <a:ext cx="1920240" cy="1815882"/>
          </a:xfrm>
        </p:spPr>
        <p:txBody>
          <a:bodyPr>
            <a:spAutoFit/>
          </a:bodyPr>
          <a:lstStyle/>
          <a:p>
            <a:r>
              <a:rPr lang="en-US" dirty="0"/>
              <a:t>Use to show non-sequential or grouped blocks of information. The small circles are designed to contain pictures.</a:t>
            </a:r>
          </a:p>
        </p:txBody>
      </p:sp>
      <p:sp>
        <p:nvSpPr>
          <p:cNvPr id="5" name="Footer Placeholder 4">
            <a:extLst>
              <a:ext uri="{FF2B5EF4-FFF2-40B4-BE49-F238E27FC236}">
                <a16:creationId xmlns:a16="http://schemas.microsoft.com/office/drawing/2014/main" id="{56F145BC-70E0-47EE-8CEE-3691D4DA6E33}"/>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
        <p:nvSpPr>
          <p:cNvPr id="2" name="Title 1"/>
          <p:cNvSpPr>
            <a:spLocks noGrp="1"/>
          </p:cNvSpPr>
          <p:nvPr>
            <p:ph type="title"/>
          </p:nvPr>
        </p:nvSpPr>
        <p:spPr/>
        <p:txBody>
          <a:bodyPr/>
          <a:lstStyle/>
          <a:p>
            <a:r>
              <a:rPr lang="en-US" dirty="0"/>
              <a:t>Vertical Picture Accent List</a:t>
            </a:r>
          </a:p>
        </p:txBody>
      </p:sp>
      <p:graphicFrame>
        <p:nvGraphicFramePr>
          <p:cNvPr id="3" name="Diagram 2"/>
          <p:cNvGraphicFramePr/>
          <p:nvPr>
            <p:extLst>
              <p:ext uri="{D42A27DB-BD31-4B8C-83A1-F6EECF244321}">
                <p14:modId xmlns:p14="http://schemas.microsoft.com/office/powerpoint/2010/main" val="531895217"/>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665245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a:xfrm>
            <a:off x="371475" y="1556792"/>
            <a:ext cx="1920240" cy="1815882"/>
          </a:xfrm>
        </p:spPr>
        <p:txBody>
          <a:bodyPr>
            <a:spAutoFit/>
          </a:bodyPr>
          <a:lstStyle/>
          <a:p>
            <a:r>
              <a:rPr lang="en-US" dirty="0"/>
              <a:t>Use to show lists of information with an accent picture for each Level 2 text. Level 1 text displays in a separate box at the top of the list.</a:t>
            </a:r>
          </a:p>
        </p:txBody>
      </p:sp>
      <p:sp>
        <p:nvSpPr>
          <p:cNvPr id="5" name="Footer Placeholder 4">
            <a:extLst>
              <a:ext uri="{FF2B5EF4-FFF2-40B4-BE49-F238E27FC236}">
                <a16:creationId xmlns:a16="http://schemas.microsoft.com/office/drawing/2014/main" id="{AC70FB04-3645-4FE9-BC33-6548F7B3B69A}"/>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
        <p:nvSpPr>
          <p:cNvPr id="2" name="Title 1"/>
          <p:cNvSpPr>
            <a:spLocks noGrp="1"/>
          </p:cNvSpPr>
          <p:nvPr>
            <p:ph type="title"/>
          </p:nvPr>
        </p:nvSpPr>
        <p:spPr/>
        <p:txBody>
          <a:bodyPr/>
          <a:lstStyle/>
          <a:p>
            <a:r>
              <a:rPr lang="en-US" dirty="0"/>
              <a:t>Title Picture Accent List</a:t>
            </a:r>
          </a:p>
        </p:txBody>
      </p:sp>
      <p:graphicFrame>
        <p:nvGraphicFramePr>
          <p:cNvPr id="3" name="Diagram 2"/>
          <p:cNvGraphicFramePr/>
          <p:nvPr>
            <p:extLst>
              <p:ext uri="{D42A27DB-BD31-4B8C-83A1-F6EECF244321}">
                <p14:modId xmlns:p14="http://schemas.microsoft.com/office/powerpoint/2010/main" val="2278651545"/>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020670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a:xfrm>
            <a:off x="371475" y="1556792"/>
            <a:ext cx="1920240" cy="2800767"/>
          </a:xfrm>
        </p:spPr>
        <p:txBody>
          <a:bodyPr>
            <a:spAutoFit/>
          </a:bodyPr>
          <a:lstStyle/>
          <a:p>
            <a:r>
              <a:rPr lang="en-US" dirty="0"/>
              <a:t>Use to show groups of information or steps in a task, process, or workflow. Works well with large amounts of Level 2 text. A good choice for text with a main point and multiple sub-points.</a:t>
            </a:r>
          </a:p>
        </p:txBody>
      </p:sp>
      <p:sp>
        <p:nvSpPr>
          <p:cNvPr id="5" name="Footer Placeholder 4">
            <a:extLst>
              <a:ext uri="{FF2B5EF4-FFF2-40B4-BE49-F238E27FC236}">
                <a16:creationId xmlns:a16="http://schemas.microsoft.com/office/drawing/2014/main" id="{93D74D81-77F2-4450-B42E-F2FED597EB25}"/>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
        <p:nvSpPr>
          <p:cNvPr id="2" name="Title 1"/>
          <p:cNvSpPr>
            <a:spLocks noGrp="1"/>
          </p:cNvSpPr>
          <p:nvPr>
            <p:ph type="title"/>
          </p:nvPr>
        </p:nvSpPr>
        <p:spPr/>
        <p:txBody>
          <a:bodyPr/>
          <a:lstStyle/>
          <a:p>
            <a:r>
              <a:rPr lang="en-US" dirty="0"/>
              <a:t>Vertical Block List</a:t>
            </a:r>
          </a:p>
        </p:txBody>
      </p:sp>
      <p:graphicFrame>
        <p:nvGraphicFramePr>
          <p:cNvPr id="3" name="Diagram 2"/>
          <p:cNvGraphicFramePr/>
          <p:nvPr>
            <p:extLst>
              <p:ext uri="{D42A27DB-BD31-4B8C-83A1-F6EECF244321}">
                <p14:modId xmlns:p14="http://schemas.microsoft.com/office/powerpoint/2010/main" val="3678670038"/>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492121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a:xfrm>
            <a:off x="371475" y="1556792"/>
            <a:ext cx="1920240" cy="3046988"/>
          </a:xfrm>
        </p:spPr>
        <p:txBody>
          <a:bodyPr>
            <a:spAutoFit/>
          </a:bodyPr>
          <a:lstStyle/>
          <a:p>
            <a:r>
              <a:rPr lang="en-US" dirty="0"/>
              <a:t>Use to show lists of information. Level 2 text appears in rectangular shapes over vertical chevrons. Emphasizes Level 2 text over Level 1 text, and is a good choice for medium amounts of Level 2 text.</a:t>
            </a:r>
          </a:p>
        </p:txBody>
      </p:sp>
      <p:sp>
        <p:nvSpPr>
          <p:cNvPr id="5" name="Footer Placeholder 4">
            <a:extLst>
              <a:ext uri="{FF2B5EF4-FFF2-40B4-BE49-F238E27FC236}">
                <a16:creationId xmlns:a16="http://schemas.microsoft.com/office/drawing/2014/main" id="{44234E78-6870-43CC-8497-B1A696360A46}"/>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
        <p:nvSpPr>
          <p:cNvPr id="2" name="Title 1"/>
          <p:cNvSpPr>
            <a:spLocks noGrp="1"/>
          </p:cNvSpPr>
          <p:nvPr>
            <p:ph type="title"/>
          </p:nvPr>
        </p:nvSpPr>
        <p:spPr/>
        <p:txBody>
          <a:bodyPr/>
          <a:lstStyle/>
          <a:p>
            <a:r>
              <a:rPr lang="en-US" dirty="0"/>
              <a:t>Vertical Accent List</a:t>
            </a:r>
          </a:p>
        </p:txBody>
      </p:sp>
      <p:graphicFrame>
        <p:nvGraphicFramePr>
          <p:cNvPr id="3" name="Diagram 2"/>
          <p:cNvGraphicFramePr/>
          <p:nvPr>
            <p:extLst>
              <p:ext uri="{D42A27DB-BD31-4B8C-83A1-F6EECF244321}">
                <p14:modId xmlns:p14="http://schemas.microsoft.com/office/powerpoint/2010/main" val="2603994810"/>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033234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a:xfrm>
            <a:off x="371475" y="1556792"/>
            <a:ext cx="1920240" cy="2308324"/>
          </a:xfrm>
        </p:spPr>
        <p:txBody>
          <a:bodyPr>
            <a:spAutoFit/>
          </a:bodyPr>
          <a:lstStyle/>
          <a:p>
            <a:r>
              <a:rPr lang="en-US" dirty="0"/>
              <a:t>Use to show a progression or sequential steps in a task, process, or workflow that move toward a common goal. Works well for bulleted lists of information.</a:t>
            </a:r>
          </a:p>
        </p:txBody>
      </p:sp>
      <p:sp>
        <p:nvSpPr>
          <p:cNvPr id="5" name="Footer Placeholder 4">
            <a:extLst>
              <a:ext uri="{FF2B5EF4-FFF2-40B4-BE49-F238E27FC236}">
                <a16:creationId xmlns:a16="http://schemas.microsoft.com/office/drawing/2014/main" id="{230246F4-F716-4C9C-BBBA-9272838E9475}"/>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
        <p:nvSpPr>
          <p:cNvPr id="2" name="Title 1"/>
          <p:cNvSpPr>
            <a:spLocks noGrp="1"/>
          </p:cNvSpPr>
          <p:nvPr>
            <p:ph type="title"/>
          </p:nvPr>
        </p:nvSpPr>
        <p:spPr/>
        <p:txBody>
          <a:bodyPr/>
          <a:lstStyle/>
          <a:p>
            <a:r>
              <a:rPr lang="en-US" dirty="0"/>
              <a:t>Vertical Arrow List</a:t>
            </a:r>
          </a:p>
        </p:txBody>
      </p:sp>
      <p:graphicFrame>
        <p:nvGraphicFramePr>
          <p:cNvPr id="3" name="Diagram 2"/>
          <p:cNvGraphicFramePr/>
          <p:nvPr>
            <p:extLst>
              <p:ext uri="{D42A27DB-BD31-4B8C-83A1-F6EECF244321}">
                <p14:modId xmlns:p14="http://schemas.microsoft.com/office/powerpoint/2010/main" val="1216778721"/>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468965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a:xfrm>
            <a:off x="371475" y="1556792"/>
            <a:ext cx="1920240" cy="1569660"/>
          </a:xfrm>
        </p:spPr>
        <p:txBody>
          <a:bodyPr>
            <a:spAutoFit/>
          </a:bodyPr>
          <a:lstStyle/>
          <a:p>
            <a:r>
              <a:rPr lang="en-US" dirty="0"/>
              <a:t>Use to show grouped or related information of equal value. Works well with large amounts of text.</a:t>
            </a:r>
          </a:p>
        </p:txBody>
      </p:sp>
      <p:sp>
        <p:nvSpPr>
          <p:cNvPr id="5" name="Footer Placeholder 4">
            <a:extLst>
              <a:ext uri="{FF2B5EF4-FFF2-40B4-BE49-F238E27FC236}">
                <a16:creationId xmlns:a16="http://schemas.microsoft.com/office/drawing/2014/main" id="{E8F46A63-D2D4-4858-A114-DCC4F7EFC198}"/>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
        <p:nvSpPr>
          <p:cNvPr id="2" name="Title 1"/>
          <p:cNvSpPr>
            <a:spLocks noGrp="1"/>
          </p:cNvSpPr>
          <p:nvPr>
            <p:ph type="title"/>
          </p:nvPr>
        </p:nvSpPr>
        <p:spPr/>
        <p:txBody>
          <a:bodyPr/>
          <a:lstStyle/>
          <a:p>
            <a:r>
              <a:rPr lang="en-US" dirty="0"/>
              <a:t>Trapezoid List</a:t>
            </a:r>
          </a:p>
        </p:txBody>
      </p:sp>
      <p:graphicFrame>
        <p:nvGraphicFramePr>
          <p:cNvPr id="3" name="Diagram 2"/>
          <p:cNvGraphicFramePr/>
          <p:nvPr>
            <p:extLst>
              <p:ext uri="{D42A27DB-BD31-4B8C-83A1-F6EECF244321}">
                <p14:modId xmlns:p14="http://schemas.microsoft.com/office/powerpoint/2010/main" val="901989177"/>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923864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a:xfrm>
            <a:off x="371475" y="1556792"/>
            <a:ext cx="1920240" cy="2062103"/>
          </a:xfrm>
        </p:spPr>
        <p:txBody>
          <a:bodyPr>
            <a:spAutoFit/>
          </a:bodyPr>
          <a:lstStyle/>
          <a:p>
            <a:r>
              <a:rPr lang="en-US" dirty="0"/>
              <a:t>Use to show groups of related ideas or lists of information. The text shapes decrease in height sequentially, and the Level 1 text displays vertically.</a:t>
            </a:r>
          </a:p>
        </p:txBody>
      </p:sp>
      <p:sp>
        <p:nvSpPr>
          <p:cNvPr id="5" name="Footer Placeholder 4">
            <a:extLst>
              <a:ext uri="{FF2B5EF4-FFF2-40B4-BE49-F238E27FC236}">
                <a16:creationId xmlns:a16="http://schemas.microsoft.com/office/drawing/2014/main" id="{263DF87A-36C6-41AE-B57A-E9A08DC81725}"/>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
        <p:nvSpPr>
          <p:cNvPr id="2" name="Title 1"/>
          <p:cNvSpPr>
            <a:spLocks noGrp="1"/>
          </p:cNvSpPr>
          <p:nvPr>
            <p:ph type="title"/>
          </p:nvPr>
        </p:nvSpPr>
        <p:spPr/>
        <p:txBody>
          <a:bodyPr/>
          <a:lstStyle/>
          <a:p>
            <a:r>
              <a:rPr lang="en-US" dirty="0"/>
              <a:t>Descending Block List</a:t>
            </a:r>
          </a:p>
        </p:txBody>
      </p:sp>
      <p:graphicFrame>
        <p:nvGraphicFramePr>
          <p:cNvPr id="3" name="Diagram 2"/>
          <p:cNvGraphicFramePr/>
          <p:nvPr>
            <p:extLst>
              <p:ext uri="{D42A27DB-BD31-4B8C-83A1-F6EECF244321}">
                <p14:modId xmlns:p14="http://schemas.microsoft.com/office/powerpoint/2010/main" val="868803961"/>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498162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3"/>
          </p:nvPr>
        </p:nvSpPr>
        <p:spPr>
          <a:xfrm>
            <a:off x="371475" y="1556792"/>
            <a:ext cx="1920240" cy="2554545"/>
          </a:xfrm>
        </p:spPr>
        <p:txBody>
          <a:bodyPr>
            <a:spAutoFit/>
          </a:bodyPr>
          <a:lstStyle/>
          <a:p>
            <a:r>
              <a:rPr lang="en-US" dirty="0"/>
              <a:t>Use to show grouped or related information of equal value. The first Level 1 line of text corresponds to the top shape and its Level 2 text is used for the subsequent lists.</a:t>
            </a:r>
          </a:p>
        </p:txBody>
      </p:sp>
      <p:sp>
        <p:nvSpPr>
          <p:cNvPr id="6" name="Footer Placeholder 5">
            <a:extLst>
              <a:ext uri="{FF2B5EF4-FFF2-40B4-BE49-F238E27FC236}">
                <a16:creationId xmlns:a16="http://schemas.microsoft.com/office/drawing/2014/main" id="{5884D66A-8FA9-4F96-8023-0FD9E70C8EFB}"/>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
        <p:nvSpPr>
          <p:cNvPr id="2" name="Title 1"/>
          <p:cNvSpPr>
            <a:spLocks noGrp="1"/>
          </p:cNvSpPr>
          <p:nvPr>
            <p:ph type="title"/>
          </p:nvPr>
        </p:nvSpPr>
        <p:spPr/>
        <p:txBody>
          <a:bodyPr/>
          <a:lstStyle/>
          <a:p>
            <a:r>
              <a:rPr lang="en-US" dirty="0"/>
              <a:t>Table List</a:t>
            </a:r>
          </a:p>
        </p:txBody>
      </p:sp>
      <p:graphicFrame>
        <p:nvGraphicFramePr>
          <p:cNvPr id="4" name="Diagram 3"/>
          <p:cNvGraphicFramePr/>
          <p:nvPr>
            <p:extLst>
              <p:ext uri="{D42A27DB-BD31-4B8C-83A1-F6EECF244321}">
                <p14:modId xmlns:p14="http://schemas.microsoft.com/office/powerpoint/2010/main" val="2173143942"/>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696971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a:xfrm>
            <a:off x="371475" y="1556792"/>
            <a:ext cx="1920240" cy="1569660"/>
          </a:xfrm>
        </p:spPr>
        <p:txBody>
          <a:bodyPr>
            <a:spAutoFit/>
          </a:bodyPr>
          <a:lstStyle/>
          <a:p>
            <a:r>
              <a:rPr lang="en-US" dirty="0"/>
              <a:t>Use to show a curved list of information. To add pictures to the accent circle shapes, apply a picture fill.</a:t>
            </a:r>
          </a:p>
        </p:txBody>
      </p:sp>
      <p:sp>
        <p:nvSpPr>
          <p:cNvPr id="5" name="Footer Placeholder 4">
            <a:extLst>
              <a:ext uri="{FF2B5EF4-FFF2-40B4-BE49-F238E27FC236}">
                <a16:creationId xmlns:a16="http://schemas.microsoft.com/office/drawing/2014/main" id="{CFD2AAF7-F661-4AC4-B22F-71A4E6BDC50F}"/>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
        <p:nvSpPr>
          <p:cNvPr id="2" name="Title 1"/>
          <p:cNvSpPr>
            <a:spLocks noGrp="1"/>
          </p:cNvSpPr>
          <p:nvPr>
            <p:ph type="title"/>
          </p:nvPr>
        </p:nvSpPr>
        <p:spPr/>
        <p:txBody>
          <a:bodyPr/>
          <a:lstStyle/>
          <a:p>
            <a:r>
              <a:rPr lang="en-US" dirty="0"/>
              <a:t>Vertical Curved List</a:t>
            </a:r>
          </a:p>
        </p:txBody>
      </p:sp>
      <p:graphicFrame>
        <p:nvGraphicFramePr>
          <p:cNvPr id="3" name="Diagram 2"/>
          <p:cNvGraphicFramePr/>
          <p:nvPr>
            <p:extLst>
              <p:ext uri="{D42A27DB-BD31-4B8C-83A1-F6EECF244321}">
                <p14:modId xmlns:p14="http://schemas.microsoft.com/office/powerpoint/2010/main" val="544483387"/>
              </p:ext>
            </p:extLst>
          </p:nvPr>
        </p:nvGraphicFramePr>
        <p:xfrm>
          <a:off x="2994024" y="1553633"/>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233923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a:xfrm>
            <a:off x="371475" y="1556792"/>
            <a:ext cx="1920240" cy="3785652"/>
          </a:xfrm>
        </p:spPr>
        <p:txBody>
          <a:bodyPr>
            <a:spAutoFit/>
          </a:bodyPr>
          <a:lstStyle/>
          <a:p>
            <a:r>
              <a:rPr lang="en-US" dirty="0"/>
              <a:t>Use to show interrelated or overlapping information. Each of the first seven lines of Level 1 text appears in the rectangular shape. Unused text does not appear, but remains available if you switch layouts. Works well with both Level 1 and Level 2 text.</a:t>
            </a:r>
          </a:p>
        </p:txBody>
      </p:sp>
      <p:sp>
        <p:nvSpPr>
          <p:cNvPr id="5" name="Footer Placeholder 4">
            <a:extLst>
              <a:ext uri="{FF2B5EF4-FFF2-40B4-BE49-F238E27FC236}">
                <a16:creationId xmlns:a16="http://schemas.microsoft.com/office/drawing/2014/main" id="{E5537AC2-4AE3-4834-94A9-D102F763670B}"/>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
        <p:nvSpPr>
          <p:cNvPr id="2" name="Title 1"/>
          <p:cNvSpPr>
            <a:spLocks noGrp="1"/>
          </p:cNvSpPr>
          <p:nvPr>
            <p:ph type="title"/>
          </p:nvPr>
        </p:nvSpPr>
        <p:spPr/>
        <p:txBody>
          <a:bodyPr/>
          <a:lstStyle/>
          <a:p>
            <a:r>
              <a:rPr lang="en-US" dirty="0"/>
              <a:t>Target List</a:t>
            </a:r>
          </a:p>
        </p:txBody>
      </p:sp>
      <p:graphicFrame>
        <p:nvGraphicFramePr>
          <p:cNvPr id="3" name="Diagram 2"/>
          <p:cNvGraphicFramePr/>
          <p:nvPr>
            <p:extLst>
              <p:ext uri="{D42A27DB-BD31-4B8C-83A1-F6EECF244321}">
                <p14:modId xmlns:p14="http://schemas.microsoft.com/office/powerpoint/2010/main" val="1262289183"/>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202116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a:xfrm>
            <a:off x="371475" y="1556792"/>
            <a:ext cx="1920240" cy="1815882"/>
          </a:xfrm>
        </p:spPr>
        <p:txBody>
          <a:bodyPr>
            <a:spAutoFit/>
          </a:bodyPr>
          <a:lstStyle/>
          <a:p>
            <a:r>
              <a:rPr lang="en-US" dirty="0"/>
              <a:t>Use to show hierarchical relationships progressing across groups. Can also be used to group or list information.</a:t>
            </a:r>
          </a:p>
        </p:txBody>
      </p:sp>
      <p:sp>
        <p:nvSpPr>
          <p:cNvPr id="5" name="Footer Placeholder 4">
            <a:extLst>
              <a:ext uri="{FF2B5EF4-FFF2-40B4-BE49-F238E27FC236}">
                <a16:creationId xmlns:a16="http://schemas.microsoft.com/office/drawing/2014/main" id="{41D8E5AF-E15F-435F-8CE3-999631270356}"/>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
        <p:nvSpPr>
          <p:cNvPr id="2" name="Title 1"/>
          <p:cNvSpPr>
            <a:spLocks noGrp="1"/>
          </p:cNvSpPr>
          <p:nvPr>
            <p:ph type="title"/>
          </p:nvPr>
        </p:nvSpPr>
        <p:spPr/>
        <p:txBody>
          <a:bodyPr/>
          <a:lstStyle/>
          <a:p>
            <a:r>
              <a:rPr lang="en-US" dirty="0"/>
              <a:t>Hierarchy List</a:t>
            </a:r>
          </a:p>
        </p:txBody>
      </p:sp>
      <p:graphicFrame>
        <p:nvGraphicFramePr>
          <p:cNvPr id="3" name="Diagram 2"/>
          <p:cNvGraphicFramePr/>
          <p:nvPr>
            <p:extLst>
              <p:ext uri="{D42A27DB-BD31-4B8C-83A1-F6EECF244321}">
                <p14:modId xmlns:p14="http://schemas.microsoft.com/office/powerpoint/2010/main" val="2838341449"/>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301435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a:xfrm>
            <a:off x="371475" y="1556792"/>
            <a:ext cx="1920240" cy="2554545"/>
          </a:xfrm>
        </p:spPr>
        <p:txBody>
          <a:bodyPr>
            <a:spAutoFit/>
          </a:bodyPr>
          <a:lstStyle/>
          <a:p>
            <a:r>
              <a:rPr lang="en-US" dirty="0"/>
              <a:t>Use to show sequential or grouped data. Works best for Level 1 text, which displays next to a large circular shape. Lower levels of text are separated with smaller circular shapes.</a:t>
            </a:r>
          </a:p>
        </p:txBody>
      </p:sp>
      <p:sp>
        <p:nvSpPr>
          <p:cNvPr id="5" name="Footer Placeholder 4">
            <a:extLst>
              <a:ext uri="{FF2B5EF4-FFF2-40B4-BE49-F238E27FC236}">
                <a16:creationId xmlns:a16="http://schemas.microsoft.com/office/drawing/2014/main" id="{F7641958-1661-48A3-B32B-3D2780ADEE1F}"/>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
        <p:nvSpPr>
          <p:cNvPr id="2" name="Title 1"/>
          <p:cNvSpPr>
            <a:spLocks noGrp="1"/>
          </p:cNvSpPr>
          <p:nvPr>
            <p:ph type="title"/>
          </p:nvPr>
        </p:nvSpPr>
        <p:spPr/>
        <p:txBody>
          <a:bodyPr/>
          <a:lstStyle/>
          <a:p>
            <a:r>
              <a:rPr lang="en-US" dirty="0"/>
              <a:t>Vertical Circle List</a:t>
            </a:r>
          </a:p>
        </p:txBody>
      </p:sp>
      <p:graphicFrame>
        <p:nvGraphicFramePr>
          <p:cNvPr id="3" name="Diagram 2"/>
          <p:cNvGraphicFramePr/>
          <p:nvPr>
            <p:extLst>
              <p:ext uri="{D42A27DB-BD31-4B8C-83A1-F6EECF244321}">
                <p14:modId xmlns:p14="http://schemas.microsoft.com/office/powerpoint/2010/main" val="704530490"/>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373763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a:xfrm>
            <a:off x="371475" y="1556792"/>
            <a:ext cx="1920240" cy="2800767"/>
          </a:xfrm>
        </p:spPr>
        <p:txBody>
          <a:bodyPr>
            <a:spAutoFit/>
          </a:bodyPr>
          <a:lstStyle/>
          <a:p>
            <a:r>
              <a:rPr lang="en-US" dirty="0"/>
              <a:t>Use to show hierarchical relationships that build from the bottom up. This layout works well for showing architectural components or objects that build on other objects.</a:t>
            </a:r>
          </a:p>
        </p:txBody>
      </p:sp>
      <p:sp>
        <p:nvSpPr>
          <p:cNvPr id="5" name="Footer Placeholder 4">
            <a:extLst>
              <a:ext uri="{FF2B5EF4-FFF2-40B4-BE49-F238E27FC236}">
                <a16:creationId xmlns:a16="http://schemas.microsoft.com/office/drawing/2014/main" id="{9A2AE9A6-2658-4393-BBC2-06820972BE0F}"/>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
        <p:nvSpPr>
          <p:cNvPr id="2" name="Title 1"/>
          <p:cNvSpPr>
            <a:spLocks noGrp="1"/>
          </p:cNvSpPr>
          <p:nvPr>
            <p:ph type="title"/>
          </p:nvPr>
        </p:nvSpPr>
        <p:spPr/>
        <p:txBody>
          <a:bodyPr/>
          <a:lstStyle/>
          <a:p>
            <a:r>
              <a:rPr lang="en-US" dirty="0"/>
              <a:t>Architecture Layout</a:t>
            </a:r>
          </a:p>
        </p:txBody>
      </p:sp>
      <p:graphicFrame>
        <p:nvGraphicFramePr>
          <p:cNvPr id="3" name="Diagram 2"/>
          <p:cNvGraphicFramePr/>
          <p:nvPr>
            <p:extLst>
              <p:ext uri="{D42A27DB-BD31-4B8C-83A1-F6EECF244321}">
                <p14:modId xmlns:p14="http://schemas.microsoft.com/office/powerpoint/2010/main" val="3204855137"/>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539893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US" dirty="0"/>
              <a:t>Process</a:t>
            </a:r>
          </a:p>
        </p:txBody>
      </p:sp>
      <p:sp>
        <p:nvSpPr>
          <p:cNvPr id="7" name="Subtitle 6"/>
          <p:cNvSpPr>
            <a:spLocks noGrp="1"/>
          </p:cNvSpPr>
          <p:nvPr>
            <p:ph type="subTitle" idx="1"/>
          </p:nvPr>
        </p:nvSpPr>
        <p:spPr/>
        <p:txBody>
          <a:bodyPr/>
          <a:lstStyle/>
          <a:p>
            <a:r>
              <a:rPr lang="en-US" dirty="0"/>
              <a:t>- 02 -</a:t>
            </a:r>
          </a:p>
        </p:txBody>
      </p:sp>
      <p:sp>
        <p:nvSpPr>
          <p:cNvPr id="6" name="Footer Placeholder 5">
            <a:extLst>
              <a:ext uri="{FF2B5EF4-FFF2-40B4-BE49-F238E27FC236}">
                <a16:creationId xmlns:a16="http://schemas.microsoft.com/office/drawing/2014/main" id="{AAC948E3-E13C-42ED-A19F-73B98DA4107D}"/>
              </a:ext>
            </a:extLst>
          </p:cNvPr>
          <p:cNvSpPr txBox="1">
            <a:spLocks/>
          </p:cNvSpPr>
          <p:nvPr/>
        </p:nvSpPr>
        <p:spPr>
          <a:xfrm>
            <a:off x="371475" y="6280675"/>
            <a:ext cx="7672502" cy="365125"/>
          </a:xfrm>
        </p:spPr>
        <p:txBody>
          <a:bodyPr anchor="ctr"/>
          <a:lstStyle>
            <a:defPPr>
              <a:defRPr lang="fr-FR"/>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r>
              <a:rPr lang="en-US" sz="1400" dirty="0"/>
              <a:t>PowerPoint SmartArt Graphics - The Complete Ready-to-use Collection </a:t>
            </a:r>
            <a:r>
              <a:rPr lang="en-US" sz="1400" i="1" dirty="0">
                <a:solidFill>
                  <a:schemeClr val="accent5"/>
                </a:solidFill>
              </a:rPr>
              <a:t>[2020 updated version]</a:t>
            </a:r>
          </a:p>
        </p:txBody>
      </p:sp>
    </p:spTree>
    <p:extLst>
      <p:ext uri="{BB962C8B-B14F-4D97-AF65-F5344CB8AC3E}">
        <p14:creationId xmlns:p14="http://schemas.microsoft.com/office/powerpoint/2010/main" val="22379624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Basic Process</a:t>
            </a:r>
          </a:p>
        </p:txBody>
      </p:sp>
      <p:sp>
        <p:nvSpPr>
          <p:cNvPr id="5" name="Text Placeholder 4"/>
          <p:cNvSpPr>
            <a:spLocks noGrp="1"/>
          </p:cNvSpPr>
          <p:nvPr>
            <p:ph type="body" sz="quarter" idx="13"/>
          </p:nvPr>
        </p:nvSpPr>
        <p:spPr>
          <a:xfrm>
            <a:off x="371475" y="1556792"/>
            <a:ext cx="1920240" cy="1323439"/>
          </a:xfrm>
        </p:spPr>
        <p:txBody>
          <a:bodyPr vert="horz" wrap="square" lIns="91440" tIns="45720" rIns="91440" bIns="45720" rtlCol="0">
            <a:spAutoFit/>
          </a:bodyPr>
          <a:lstStyle/>
          <a:p>
            <a:r>
              <a:rPr lang="en-US" dirty="0"/>
              <a:t>Use to show a progression or sequential steps in a task, process, or workflow.</a:t>
            </a:r>
          </a:p>
        </p:txBody>
      </p:sp>
      <p:sp>
        <p:nvSpPr>
          <p:cNvPr id="3" name="Footer Placeholder 2">
            <a:extLst>
              <a:ext uri="{FF2B5EF4-FFF2-40B4-BE49-F238E27FC236}">
                <a16:creationId xmlns:a16="http://schemas.microsoft.com/office/drawing/2014/main" id="{C1F2F6F0-B41F-4393-B353-9071B84EAFDC}"/>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graphicFrame>
        <p:nvGraphicFramePr>
          <p:cNvPr id="6" name="Diagram 5"/>
          <p:cNvGraphicFramePr/>
          <p:nvPr>
            <p:extLst>
              <p:ext uri="{D42A27DB-BD31-4B8C-83A1-F6EECF244321}">
                <p14:modId xmlns:p14="http://schemas.microsoft.com/office/powerpoint/2010/main" val="3631628250"/>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919158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Step Up Process</a:t>
            </a:r>
          </a:p>
        </p:txBody>
      </p:sp>
      <p:sp>
        <p:nvSpPr>
          <p:cNvPr id="5" name="Text Placeholder 4"/>
          <p:cNvSpPr>
            <a:spLocks noGrp="1"/>
          </p:cNvSpPr>
          <p:nvPr>
            <p:ph type="body" sz="quarter" idx="13"/>
          </p:nvPr>
        </p:nvSpPr>
        <p:spPr>
          <a:xfrm>
            <a:off x="371475" y="1556792"/>
            <a:ext cx="1920240" cy="1077218"/>
          </a:xfrm>
        </p:spPr>
        <p:txBody>
          <a:bodyPr>
            <a:spAutoFit/>
          </a:bodyPr>
          <a:lstStyle/>
          <a:p>
            <a:r>
              <a:rPr lang="en-US" dirty="0"/>
              <a:t>Use to show an ascending series of steps or lists of information.</a:t>
            </a:r>
          </a:p>
        </p:txBody>
      </p:sp>
      <p:graphicFrame>
        <p:nvGraphicFramePr>
          <p:cNvPr id="6" name="Diagram 5"/>
          <p:cNvGraphicFramePr/>
          <p:nvPr>
            <p:extLst>
              <p:ext uri="{D42A27DB-BD31-4B8C-83A1-F6EECF244321}">
                <p14:modId xmlns:p14="http://schemas.microsoft.com/office/powerpoint/2010/main" val="3985289402"/>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9FBDA8D0-8C1D-4AB8-80BA-4CB1AFB36CEC}"/>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20208005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Step Down Process</a:t>
            </a:r>
          </a:p>
        </p:txBody>
      </p:sp>
      <p:sp>
        <p:nvSpPr>
          <p:cNvPr id="5" name="Text Placeholder 4"/>
          <p:cNvSpPr>
            <a:spLocks noGrp="1"/>
          </p:cNvSpPr>
          <p:nvPr>
            <p:ph type="body" sz="quarter" idx="13"/>
          </p:nvPr>
        </p:nvSpPr>
        <p:spPr>
          <a:xfrm>
            <a:off x="371475" y="1556792"/>
            <a:ext cx="1920240" cy="1815882"/>
          </a:xfrm>
        </p:spPr>
        <p:txBody>
          <a:bodyPr>
            <a:spAutoFit/>
          </a:bodyPr>
          <a:lstStyle/>
          <a:p>
            <a:r>
              <a:rPr lang="en-US" dirty="0"/>
              <a:t>Use to show a descending process with multiple steps and sub-steps. Works best with small amounts of text.</a:t>
            </a:r>
          </a:p>
        </p:txBody>
      </p:sp>
      <p:graphicFrame>
        <p:nvGraphicFramePr>
          <p:cNvPr id="6" name="Diagram 5"/>
          <p:cNvGraphicFramePr/>
          <p:nvPr>
            <p:extLst>
              <p:ext uri="{D42A27DB-BD31-4B8C-83A1-F6EECF244321}">
                <p14:modId xmlns:p14="http://schemas.microsoft.com/office/powerpoint/2010/main" val="1226041453"/>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A7817998-F5FA-4DAC-A23A-C2A2314D5C5E}"/>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395045960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Accent Process</a:t>
            </a:r>
          </a:p>
        </p:txBody>
      </p:sp>
      <p:sp>
        <p:nvSpPr>
          <p:cNvPr id="5" name="Text Placeholder 4"/>
          <p:cNvSpPr>
            <a:spLocks noGrp="1"/>
          </p:cNvSpPr>
          <p:nvPr>
            <p:ph type="body" sz="quarter" idx="13"/>
          </p:nvPr>
        </p:nvSpPr>
        <p:spPr>
          <a:xfrm>
            <a:off x="371475" y="1556792"/>
            <a:ext cx="1920240" cy="2308324"/>
          </a:xfrm>
        </p:spPr>
        <p:txBody>
          <a:bodyPr>
            <a:spAutoFit/>
          </a:bodyPr>
          <a:lstStyle/>
          <a:p>
            <a:r>
              <a:rPr lang="en-US" dirty="0"/>
              <a:t>Use to show a progression, a timeline, or sequential steps in a task, process, or workflow. Works well for illustrating both Level 1 and Level 2 text.</a:t>
            </a:r>
          </a:p>
        </p:txBody>
      </p:sp>
      <p:graphicFrame>
        <p:nvGraphicFramePr>
          <p:cNvPr id="6" name="Diagram 5"/>
          <p:cNvGraphicFramePr/>
          <p:nvPr>
            <p:extLst>
              <p:ext uri="{D42A27DB-BD31-4B8C-83A1-F6EECF244321}">
                <p14:modId xmlns:p14="http://schemas.microsoft.com/office/powerpoint/2010/main" val="2611333437"/>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1F827EC5-1D19-4102-9E19-651A8AEB4400}"/>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298119828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Picture Accent Process</a:t>
            </a:r>
          </a:p>
        </p:txBody>
      </p:sp>
      <p:sp>
        <p:nvSpPr>
          <p:cNvPr id="5" name="Text Placeholder 4"/>
          <p:cNvSpPr>
            <a:spLocks noGrp="1"/>
          </p:cNvSpPr>
          <p:nvPr>
            <p:ph type="body" sz="quarter" idx="13"/>
          </p:nvPr>
        </p:nvSpPr>
        <p:spPr>
          <a:xfrm>
            <a:off x="371475" y="1556792"/>
            <a:ext cx="1920240" cy="2062103"/>
          </a:xfrm>
        </p:spPr>
        <p:txBody>
          <a:bodyPr>
            <a:spAutoFit/>
          </a:bodyPr>
          <a:lstStyle/>
          <a:p>
            <a:r>
              <a:rPr lang="en-US" dirty="0"/>
              <a:t>Use to show sequential steps in a task, process, or workflow. The rectangular shapes in the background are designed to contain pictures.</a:t>
            </a:r>
          </a:p>
        </p:txBody>
      </p:sp>
      <p:graphicFrame>
        <p:nvGraphicFramePr>
          <p:cNvPr id="6" name="Diagram 5"/>
          <p:cNvGraphicFramePr/>
          <p:nvPr>
            <p:extLst>
              <p:ext uri="{D42A27DB-BD31-4B8C-83A1-F6EECF244321}">
                <p14:modId xmlns:p14="http://schemas.microsoft.com/office/powerpoint/2010/main" val="2195812661"/>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77C3B7CD-AF9F-4F30-AF0A-46A1CF0AAB75}"/>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14310118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Alternating Flow</a:t>
            </a:r>
          </a:p>
        </p:txBody>
      </p:sp>
      <p:sp>
        <p:nvSpPr>
          <p:cNvPr id="5" name="Text Placeholder 4"/>
          <p:cNvSpPr>
            <a:spLocks noGrp="1"/>
          </p:cNvSpPr>
          <p:nvPr>
            <p:ph type="body" sz="quarter" idx="13"/>
          </p:nvPr>
        </p:nvSpPr>
        <p:spPr>
          <a:xfrm>
            <a:off x="371475" y="1556792"/>
            <a:ext cx="1920240" cy="2554545"/>
          </a:xfrm>
        </p:spPr>
        <p:txBody>
          <a:bodyPr>
            <a:spAutoFit/>
          </a:bodyPr>
          <a:lstStyle/>
          <a:p>
            <a:r>
              <a:rPr lang="en-US" dirty="0"/>
              <a:t>Use to show groups of information or sequential steps in a task, process, or workflow. Emphasizes the interaction or relationships among the groups of information.</a:t>
            </a:r>
          </a:p>
        </p:txBody>
      </p:sp>
      <p:graphicFrame>
        <p:nvGraphicFramePr>
          <p:cNvPr id="6" name="Diagram 5"/>
          <p:cNvGraphicFramePr/>
          <p:nvPr>
            <p:extLst>
              <p:ext uri="{D42A27DB-BD31-4B8C-83A1-F6EECF244321}">
                <p14:modId xmlns:p14="http://schemas.microsoft.com/office/powerpoint/2010/main" val="2918432399"/>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ADAC5122-C6FA-404F-929B-3B6E5E67A2CA}"/>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22925581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Increasing Circle Process</a:t>
            </a:r>
          </a:p>
        </p:txBody>
      </p:sp>
      <p:sp>
        <p:nvSpPr>
          <p:cNvPr id="5" name="Text Placeholder 4"/>
          <p:cNvSpPr>
            <a:spLocks noGrp="1"/>
          </p:cNvSpPr>
          <p:nvPr>
            <p:ph type="body" sz="quarter" idx="13"/>
          </p:nvPr>
        </p:nvSpPr>
        <p:spPr>
          <a:xfrm>
            <a:off x="371475" y="1556792"/>
            <a:ext cx="1920240" cy="2554545"/>
          </a:xfrm>
        </p:spPr>
        <p:txBody>
          <a:bodyPr>
            <a:spAutoFit/>
          </a:bodyPr>
          <a:lstStyle/>
          <a:p>
            <a:r>
              <a:rPr lang="en-US" dirty="0"/>
              <a:t>Use to show a series of steps, with the interior of the circle increasing with each step. Limited to seven Level 1 steps but unlimited Level 2 items. Works well with large amounts of Level 2 text.</a:t>
            </a:r>
          </a:p>
        </p:txBody>
      </p:sp>
      <p:graphicFrame>
        <p:nvGraphicFramePr>
          <p:cNvPr id="6" name="Diagram 5"/>
          <p:cNvGraphicFramePr/>
          <p:nvPr>
            <p:extLst>
              <p:ext uri="{D42A27DB-BD31-4B8C-83A1-F6EECF244321}">
                <p14:modId xmlns:p14="http://schemas.microsoft.com/office/powerpoint/2010/main" val="3609984024"/>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B979E2DA-B1D8-4901-80F0-1B661035D688}"/>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11758166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Pie Process</a:t>
            </a:r>
          </a:p>
        </p:txBody>
      </p:sp>
      <p:sp>
        <p:nvSpPr>
          <p:cNvPr id="5" name="Text Placeholder 4"/>
          <p:cNvSpPr>
            <a:spLocks noGrp="1"/>
          </p:cNvSpPr>
          <p:nvPr>
            <p:ph type="body" sz="quarter" idx="13"/>
          </p:nvPr>
        </p:nvSpPr>
        <p:spPr>
          <a:xfrm>
            <a:off x="371475" y="1556792"/>
            <a:ext cx="1920240" cy="1569660"/>
          </a:xfrm>
        </p:spPr>
        <p:txBody>
          <a:bodyPr>
            <a:spAutoFit/>
          </a:bodyPr>
          <a:lstStyle/>
          <a:p>
            <a:r>
              <a:rPr lang="en-US" dirty="0"/>
              <a:t>Use to show steps in a process with each pie slice increasing in size up to seven shapes.  Level 1 text displays vertically.</a:t>
            </a:r>
          </a:p>
        </p:txBody>
      </p:sp>
      <p:graphicFrame>
        <p:nvGraphicFramePr>
          <p:cNvPr id="6" name="Diagram 5"/>
          <p:cNvGraphicFramePr/>
          <p:nvPr>
            <p:extLst>
              <p:ext uri="{D42A27DB-BD31-4B8C-83A1-F6EECF244321}">
                <p14:modId xmlns:p14="http://schemas.microsoft.com/office/powerpoint/2010/main" val="1398568632"/>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848F7B24-7564-495D-B367-761812035897}"/>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280614501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Continuous Block Process</a:t>
            </a:r>
          </a:p>
        </p:txBody>
      </p:sp>
      <p:sp>
        <p:nvSpPr>
          <p:cNvPr id="5" name="Text Placeholder 4"/>
          <p:cNvSpPr>
            <a:spLocks noGrp="1"/>
          </p:cNvSpPr>
          <p:nvPr>
            <p:ph type="body" sz="quarter" idx="13"/>
          </p:nvPr>
        </p:nvSpPr>
        <p:spPr>
          <a:xfrm>
            <a:off x="371475" y="1556792"/>
            <a:ext cx="1920240" cy="2062103"/>
          </a:xfrm>
        </p:spPr>
        <p:txBody>
          <a:bodyPr>
            <a:spAutoFit/>
          </a:bodyPr>
          <a:lstStyle/>
          <a:p>
            <a:r>
              <a:rPr lang="en-US" dirty="0"/>
              <a:t>Use to show a progression or sequential steps in a task, process, or workflow. Works best with minimal Level 1 and Level 2 text.</a:t>
            </a:r>
          </a:p>
        </p:txBody>
      </p:sp>
      <p:graphicFrame>
        <p:nvGraphicFramePr>
          <p:cNvPr id="6" name="Diagram 5"/>
          <p:cNvGraphicFramePr/>
          <p:nvPr>
            <p:extLst>
              <p:ext uri="{D42A27DB-BD31-4B8C-83A1-F6EECF244321}">
                <p14:modId xmlns:p14="http://schemas.microsoft.com/office/powerpoint/2010/main" val="4013413596"/>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FF10B0B5-14D5-4672-8CA4-9A809394155A}"/>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197630360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Increasing Arrows Process</a:t>
            </a:r>
          </a:p>
        </p:txBody>
      </p:sp>
      <p:sp>
        <p:nvSpPr>
          <p:cNvPr id="5" name="Text Placeholder 4"/>
          <p:cNvSpPr>
            <a:spLocks noGrp="1"/>
          </p:cNvSpPr>
          <p:nvPr>
            <p:ph type="body" sz="quarter" idx="13"/>
          </p:nvPr>
        </p:nvSpPr>
        <p:spPr>
          <a:xfrm>
            <a:off x="371475" y="1556792"/>
            <a:ext cx="1920240" cy="2062103"/>
          </a:xfrm>
        </p:spPr>
        <p:txBody>
          <a:bodyPr>
            <a:spAutoFit/>
          </a:bodyPr>
          <a:lstStyle/>
          <a:p>
            <a:r>
              <a:rPr lang="en-US" dirty="0"/>
              <a:t>Use to show sequential and overlapping steps in a process. Limited to five Level 1 items. Level 2 can contain large amounts of text.</a:t>
            </a:r>
          </a:p>
        </p:txBody>
      </p:sp>
      <p:graphicFrame>
        <p:nvGraphicFramePr>
          <p:cNvPr id="6" name="Diagram 5"/>
          <p:cNvGraphicFramePr/>
          <p:nvPr>
            <p:extLst>
              <p:ext uri="{D42A27DB-BD31-4B8C-83A1-F6EECF244321}">
                <p14:modId xmlns:p14="http://schemas.microsoft.com/office/powerpoint/2010/main" val="2636531633"/>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9DE44C9F-AA35-4D45-A2D7-9DCD3E6F008B}"/>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104993252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762250" y="44624"/>
            <a:ext cx="8591549" cy="1325563"/>
          </a:xfrm>
        </p:spPr>
        <p:txBody>
          <a:bodyPr/>
          <a:lstStyle/>
          <a:p>
            <a:r>
              <a:rPr lang="en-US" dirty="0" err="1"/>
              <a:t>InterconnectedBlock</a:t>
            </a:r>
            <a:r>
              <a:rPr lang="en-US" dirty="0"/>
              <a:t> Process</a:t>
            </a:r>
          </a:p>
        </p:txBody>
      </p:sp>
      <p:sp>
        <p:nvSpPr>
          <p:cNvPr id="5" name="Text Placeholder 4"/>
          <p:cNvSpPr>
            <a:spLocks noGrp="1"/>
          </p:cNvSpPr>
          <p:nvPr>
            <p:ph type="body" sz="quarter" idx="13"/>
          </p:nvPr>
        </p:nvSpPr>
        <p:spPr>
          <a:xfrm>
            <a:off x="371475" y="1556792"/>
            <a:ext cx="1920240" cy="1815882"/>
          </a:xfrm>
        </p:spPr>
        <p:txBody>
          <a:bodyPr>
            <a:spAutoFit/>
          </a:bodyPr>
          <a:lstStyle/>
          <a:p>
            <a:r>
              <a:rPr lang="en-US" dirty="0"/>
              <a:t>Use to show sequential steps in a process. Works best with small amounts of Level 1 text and medium amounts of Level 2 text.</a:t>
            </a:r>
          </a:p>
        </p:txBody>
      </p:sp>
      <p:graphicFrame>
        <p:nvGraphicFramePr>
          <p:cNvPr id="6" name="Diagram 5"/>
          <p:cNvGraphicFramePr/>
          <p:nvPr>
            <p:extLst>
              <p:ext uri="{D42A27DB-BD31-4B8C-83A1-F6EECF244321}">
                <p14:modId xmlns:p14="http://schemas.microsoft.com/office/powerpoint/2010/main" val="3848964291"/>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2C956882-0CE9-4B61-A792-C5B279DE4145}"/>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18912698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Continuous Arrow Process</a:t>
            </a:r>
          </a:p>
        </p:txBody>
      </p:sp>
      <p:sp>
        <p:nvSpPr>
          <p:cNvPr id="5" name="Text Placeholder 4"/>
          <p:cNvSpPr>
            <a:spLocks noGrp="1"/>
          </p:cNvSpPr>
          <p:nvPr>
            <p:ph type="body" sz="quarter" idx="13"/>
          </p:nvPr>
        </p:nvSpPr>
        <p:spPr>
          <a:xfrm>
            <a:off x="371475" y="1556792"/>
            <a:ext cx="1920240" cy="3046988"/>
          </a:xfrm>
        </p:spPr>
        <p:txBody>
          <a:bodyPr>
            <a:spAutoFit/>
          </a:bodyPr>
          <a:lstStyle/>
          <a:p>
            <a:r>
              <a:rPr lang="en-US" dirty="0"/>
              <a:t>Use to show a timeline or sequential steps in a task, process, or workflow. Works best with Level 1 text because each line of Level 1 text appears inside the arrow shape. Level 2 text appears outside the arrow shape.</a:t>
            </a:r>
          </a:p>
        </p:txBody>
      </p:sp>
      <p:graphicFrame>
        <p:nvGraphicFramePr>
          <p:cNvPr id="6" name="Diagram 5"/>
          <p:cNvGraphicFramePr/>
          <p:nvPr>
            <p:extLst>
              <p:ext uri="{D42A27DB-BD31-4B8C-83A1-F6EECF244321}">
                <p14:modId xmlns:p14="http://schemas.microsoft.com/office/powerpoint/2010/main" val="1454020992"/>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27CBBFE7-312F-4ED3-BD85-442EB74E0052}"/>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176812335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Converging Text</a:t>
            </a:r>
          </a:p>
        </p:txBody>
      </p:sp>
      <p:sp>
        <p:nvSpPr>
          <p:cNvPr id="5" name="Text Placeholder 4"/>
          <p:cNvSpPr>
            <a:spLocks noGrp="1"/>
          </p:cNvSpPr>
          <p:nvPr>
            <p:ph type="body" sz="quarter" idx="13"/>
          </p:nvPr>
        </p:nvSpPr>
        <p:spPr>
          <a:xfrm>
            <a:off x="371475" y="1556792"/>
            <a:ext cx="1920240" cy="2062103"/>
          </a:xfrm>
        </p:spPr>
        <p:txBody>
          <a:bodyPr>
            <a:spAutoFit/>
          </a:bodyPr>
          <a:lstStyle/>
          <a:p>
            <a:r>
              <a:rPr lang="en-US" dirty="0"/>
              <a:t>Use to show multiple steps or parts that merge into a whole. Limited to one Level 1 shape that contains text and a maximum of five Level 2 shapes.</a:t>
            </a:r>
          </a:p>
        </p:txBody>
      </p:sp>
      <p:graphicFrame>
        <p:nvGraphicFramePr>
          <p:cNvPr id="6" name="Diagram 5"/>
          <p:cNvGraphicFramePr/>
          <p:nvPr>
            <p:extLst>
              <p:ext uri="{D42A27DB-BD31-4B8C-83A1-F6EECF244321}">
                <p14:modId xmlns:p14="http://schemas.microsoft.com/office/powerpoint/2010/main" val="3135447155"/>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A5CBF717-375E-4406-836F-42C0CEB19CF2}"/>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61402943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Process Arrows</a:t>
            </a:r>
          </a:p>
        </p:txBody>
      </p:sp>
      <p:sp>
        <p:nvSpPr>
          <p:cNvPr id="5" name="Text Placeholder 4"/>
          <p:cNvSpPr>
            <a:spLocks noGrp="1"/>
          </p:cNvSpPr>
          <p:nvPr>
            <p:ph type="body" sz="quarter" idx="13"/>
          </p:nvPr>
        </p:nvSpPr>
        <p:spPr>
          <a:xfrm>
            <a:off x="371475" y="1556792"/>
            <a:ext cx="1920240" cy="3293209"/>
          </a:xfrm>
        </p:spPr>
        <p:txBody>
          <a:bodyPr>
            <a:spAutoFit/>
          </a:bodyPr>
          <a:lstStyle/>
          <a:p>
            <a:r>
              <a:rPr lang="en-US" dirty="0"/>
              <a:t>Use to show information illustrating a process or workflow. Level 1 text appears in the circular shapes and Level 2 text appears in the arrow shapes. Works best for minimal text and to emphasize movement or direction.</a:t>
            </a:r>
          </a:p>
        </p:txBody>
      </p:sp>
      <p:graphicFrame>
        <p:nvGraphicFramePr>
          <p:cNvPr id="6" name="Diagram 5"/>
          <p:cNvGraphicFramePr/>
          <p:nvPr>
            <p:extLst>
              <p:ext uri="{D42A27DB-BD31-4B8C-83A1-F6EECF244321}">
                <p14:modId xmlns:p14="http://schemas.microsoft.com/office/powerpoint/2010/main" val="3353138777"/>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7F13D510-6F4E-4A8B-A21A-971665946B4B}"/>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382103988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Circle Accent Timeline</a:t>
            </a:r>
          </a:p>
        </p:txBody>
      </p:sp>
      <p:sp>
        <p:nvSpPr>
          <p:cNvPr id="5" name="Text Placeholder 4"/>
          <p:cNvSpPr>
            <a:spLocks noGrp="1"/>
          </p:cNvSpPr>
          <p:nvPr>
            <p:ph type="body" sz="quarter" idx="13"/>
          </p:nvPr>
        </p:nvSpPr>
        <p:spPr>
          <a:xfrm>
            <a:off x="371475" y="1556792"/>
            <a:ext cx="1920240" cy="2308324"/>
          </a:xfrm>
        </p:spPr>
        <p:txBody>
          <a:bodyPr>
            <a:spAutoFit/>
          </a:bodyPr>
          <a:lstStyle/>
          <a:p>
            <a:r>
              <a:rPr lang="en-US" dirty="0"/>
              <a:t>Use to show a series of events or timeline information. Level 1 text appears next to larger circular shapes. Level 2 text appears next to smaller circular shapes.</a:t>
            </a:r>
          </a:p>
        </p:txBody>
      </p:sp>
      <p:graphicFrame>
        <p:nvGraphicFramePr>
          <p:cNvPr id="6" name="Diagram 5"/>
          <p:cNvGraphicFramePr/>
          <p:nvPr>
            <p:extLst>
              <p:ext uri="{D42A27DB-BD31-4B8C-83A1-F6EECF244321}">
                <p14:modId xmlns:p14="http://schemas.microsoft.com/office/powerpoint/2010/main" val="1530664614"/>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788DD0BB-75EC-4BB8-A264-7CA0E1DD10DE}"/>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47886085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Basic Timeline</a:t>
            </a:r>
          </a:p>
        </p:txBody>
      </p:sp>
      <p:sp>
        <p:nvSpPr>
          <p:cNvPr id="5" name="Text Placeholder 4"/>
          <p:cNvSpPr>
            <a:spLocks noGrp="1"/>
          </p:cNvSpPr>
          <p:nvPr>
            <p:ph type="body" sz="quarter" idx="13"/>
          </p:nvPr>
        </p:nvSpPr>
        <p:spPr>
          <a:xfrm>
            <a:off x="371475" y="1556792"/>
            <a:ext cx="1920240" cy="2062103"/>
          </a:xfrm>
        </p:spPr>
        <p:txBody>
          <a:bodyPr>
            <a:spAutoFit/>
          </a:bodyPr>
          <a:lstStyle/>
          <a:p>
            <a:r>
              <a:rPr lang="en-US" dirty="0"/>
              <a:t>Use to show sequential steps in a task, process, or workflow, or to show timeline information. Works well with both Level 1 and Level 2 text.</a:t>
            </a:r>
          </a:p>
        </p:txBody>
      </p:sp>
      <p:graphicFrame>
        <p:nvGraphicFramePr>
          <p:cNvPr id="6" name="Diagram 5"/>
          <p:cNvGraphicFramePr/>
          <p:nvPr/>
        </p:nvGraphicFramePr>
        <p:xfrm>
          <a:off x="2767004" y="1872343"/>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CF4F4D20-9E0F-49F2-9A17-3ADF8E075FB2}"/>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24513392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Circle Process</a:t>
            </a:r>
          </a:p>
        </p:txBody>
      </p:sp>
      <p:sp>
        <p:nvSpPr>
          <p:cNvPr id="5" name="Text Placeholder 4"/>
          <p:cNvSpPr>
            <a:spLocks noGrp="1"/>
          </p:cNvSpPr>
          <p:nvPr>
            <p:ph type="body" sz="quarter" idx="13"/>
          </p:nvPr>
        </p:nvSpPr>
        <p:spPr>
          <a:xfrm>
            <a:off x="371475" y="1556792"/>
            <a:ext cx="1920240" cy="3293209"/>
          </a:xfrm>
        </p:spPr>
        <p:txBody>
          <a:bodyPr>
            <a:spAutoFit/>
          </a:bodyPr>
          <a:lstStyle/>
          <a:p>
            <a:r>
              <a:rPr lang="en-US" dirty="0"/>
              <a:t>Use to show sequential steps in a process. Limited to eleven Level 1 shapes with an unlimited number of Level 2 shapes. Works best with small amounts of text. Unused text does not appear, but remains available if you switch layouts.</a:t>
            </a:r>
          </a:p>
        </p:txBody>
      </p:sp>
      <p:graphicFrame>
        <p:nvGraphicFramePr>
          <p:cNvPr id="6" name="Diagram 5"/>
          <p:cNvGraphicFramePr/>
          <p:nvPr>
            <p:extLst>
              <p:ext uri="{D42A27DB-BD31-4B8C-83A1-F6EECF244321}">
                <p14:modId xmlns:p14="http://schemas.microsoft.com/office/powerpoint/2010/main" val="2890395601"/>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9568EA26-04B2-4319-A894-2D8D9CDF773D}"/>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290165399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Basic Chevron Process</a:t>
            </a:r>
          </a:p>
        </p:txBody>
      </p:sp>
      <p:sp>
        <p:nvSpPr>
          <p:cNvPr id="5" name="Text Placeholder 4"/>
          <p:cNvSpPr>
            <a:spLocks noGrp="1"/>
          </p:cNvSpPr>
          <p:nvPr>
            <p:ph type="body" sz="quarter" idx="13"/>
          </p:nvPr>
        </p:nvSpPr>
        <p:spPr>
          <a:xfrm>
            <a:off x="371475" y="1556792"/>
            <a:ext cx="1920240" cy="3539430"/>
          </a:xfrm>
        </p:spPr>
        <p:txBody>
          <a:bodyPr>
            <a:spAutoFit/>
          </a:bodyPr>
          <a:lstStyle/>
          <a:p>
            <a:r>
              <a:rPr lang="en-US" dirty="0"/>
              <a:t>Use to show a progression; a timeline; sequential steps in a task, process, or workflow; or to emphasize movement or direction. Level 1 text appears inside an arrow shape while Level 2 text appears below the arrow shapes.</a:t>
            </a:r>
          </a:p>
        </p:txBody>
      </p:sp>
      <p:graphicFrame>
        <p:nvGraphicFramePr>
          <p:cNvPr id="6" name="Diagram 5"/>
          <p:cNvGraphicFramePr/>
          <p:nvPr>
            <p:extLst>
              <p:ext uri="{D42A27DB-BD31-4B8C-83A1-F6EECF244321}">
                <p14:modId xmlns:p14="http://schemas.microsoft.com/office/powerpoint/2010/main" val="2264383287"/>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2960AB59-0E29-40F3-B130-428B464C37A6}"/>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291673293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Chevron Accent Process</a:t>
            </a:r>
          </a:p>
        </p:txBody>
      </p:sp>
      <p:sp>
        <p:nvSpPr>
          <p:cNvPr id="5" name="Text Placeholder 4"/>
          <p:cNvSpPr>
            <a:spLocks noGrp="1"/>
          </p:cNvSpPr>
          <p:nvPr>
            <p:ph type="body" sz="quarter" idx="13"/>
          </p:nvPr>
        </p:nvSpPr>
        <p:spPr>
          <a:xfrm>
            <a:off x="371475" y="1556792"/>
            <a:ext cx="1920240" cy="2554545"/>
          </a:xfrm>
        </p:spPr>
        <p:txBody>
          <a:bodyPr>
            <a:spAutoFit/>
          </a:bodyPr>
          <a:lstStyle/>
          <a:p>
            <a:r>
              <a:rPr lang="en-US" dirty="0"/>
              <a:t>Use to show sequential steps in a task, process, or workflow, or to emphasize movement or direction. Works best with minimal Level 1 and Level 2 text.</a:t>
            </a:r>
          </a:p>
        </p:txBody>
      </p:sp>
      <p:graphicFrame>
        <p:nvGraphicFramePr>
          <p:cNvPr id="6" name="Diagram 5"/>
          <p:cNvGraphicFramePr/>
          <p:nvPr>
            <p:extLst>
              <p:ext uri="{D42A27DB-BD31-4B8C-83A1-F6EECF244321}">
                <p14:modId xmlns:p14="http://schemas.microsoft.com/office/powerpoint/2010/main" val="2358768537"/>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97546823-5CE0-46E2-B4EC-8B8BBC3674FA}"/>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365547176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Closed Chevron Process</a:t>
            </a:r>
          </a:p>
        </p:txBody>
      </p:sp>
      <p:sp>
        <p:nvSpPr>
          <p:cNvPr id="5" name="Text Placeholder 4"/>
          <p:cNvSpPr>
            <a:spLocks noGrp="1"/>
          </p:cNvSpPr>
          <p:nvPr>
            <p:ph type="body" sz="quarter" idx="13"/>
          </p:nvPr>
        </p:nvSpPr>
        <p:spPr>
          <a:xfrm>
            <a:off x="371475" y="1556792"/>
            <a:ext cx="1920240" cy="3539430"/>
          </a:xfrm>
        </p:spPr>
        <p:txBody>
          <a:bodyPr>
            <a:spAutoFit/>
          </a:bodyPr>
          <a:lstStyle/>
          <a:p>
            <a:r>
              <a:rPr lang="en-US" dirty="0"/>
              <a:t>Use to show a progression, a timeline, or sequential steps in a task, process, or workflow, or to emphasize movement or direction. Can be used to emphasize information in the starting shape. Works best with Level 1 text only.</a:t>
            </a:r>
          </a:p>
        </p:txBody>
      </p:sp>
      <p:graphicFrame>
        <p:nvGraphicFramePr>
          <p:cNvPr id="6" name="Diagram 5"/>
          <p:cNvGraphicFramePr/>
          <p:nvPr>
            <p:extLst>
              <p:ext uri="{D42A27DB-BD31-4B8C-83A1-F6EECF244321}">
                <p14:modId xmlns:p14="http://schemas.microsoft.com/office/powerpoint/2010/main" val="1362561952"/>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E5AD8DB0-484E-4347-A8D4-C122FF77C555}"/>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262297836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Chevron List</a:t>
            </a:r>
          </a:p>
        </p:txBody>
      </p:sp>
      <p:sp>
        <p:nvSpPr>
          <p:cNvPr id="5" name="Text Placeholder 4"/>
          <p:cNvSpPr>
            <a:spLocks noGrp="1"/>
          </p:cNvSpPr>
          <p:nvPr>
            <p:ph type="body" sz="quarter" idx="13"/>
          </p:nvPr>
        </p:nvSpPr>
        <p:spPr>
          <a:xfrm>
            <a:off x="371475" y="1556792"/>
            <a:ext cx="1920240" cy="4278094"/>
          </a:xfrm>
        </p:spPr>
        <p:txBody>
          <a:bodyPr>
            <a:spAutoFit/>
          </a:bodyPr>
          <a:lstStyle/>
          <a:p>
            <a:r>
              <a:rPr lang="en-US" dirty="0"/>
              <a:t>Use to show a progression through several processes that make up an overall workflow. Also works for illustrating contrasting processes. The Level 1 text corresponds to the first arrow shape on the left, while the Level 2 text corresponds to horizontal sub-steps for each shape that contains Level 1 text.</a:t>
            </a:r>
          </a:p>
        </p:txBody>
      </p:sp>
      <p:graphicFrame>
        <p:nvGraphicFramePr>
          <p:cNvPr id="6" name="Diagram 5"/>
          <p:cNvGraphicFramePr/>
          <p:nvPr>
            <p:extLst>
              <p:ext uri="{D42A27DB-BD31-4B8C-83A1-F6EECF244321}">
                <p14:modId xmlns:p14="http://schemas.microsoft.com/office/powerpoint/2010/main" val="3153727995"/>
              </p:ext>
            </p:extLst>
          </p:nvPr>
        </p:nvGraphicFramePr>
        <p:xfrm>
          <a:off x="2994024" y="1562844"/>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ABE49F7F-3CD3-4D9F-A37D-E11B37DE3CD3}"/>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393579863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Vertical Chevron List</a:t>
            </a:r>
          </a:p>
        </p:txBody>
      </p:sp>
      <p:sp>
        <p:nvSpPr>
          <p:cNvPr id="5" name="Text Placeholder 4"/>
          <p:cNvSpPr>
            <a:spLocks noGrp="1"/>
          </p:cNvSpPr>
          <p:nvPr>
            <p:ph type="body" sz="quarter" idx="13"/>
          </p:nvPr>
        </p:nvSpPr>
        <p:spPr>
          <a:xfrm>
            <a:off x="371475" y="1556792"/>
            <a:ext cx="1920240" cy="3539430"/>
          </a:xfrm>
        </p:spPr>
        <p:txBody>
          <a:bodyPr>
            <a:spAutoFit/>
          </a:bodyPr>
          <a:lstStyle/>
          <a:p>
            <a:r>
              <a:rPr lang="en-US" dirty="0"/>
              <a:t>Use to show a progression or sequential steps in a task, process, or workflow, or to emphasize movement or direction. Emphasizes Level 2 text over Level 1 text, and is a good choice for large amounts of Level 2 text.</a:t>
            </a:r>
          </a:p>
        </p:txBody>
      </p:sp>
      <p:graphicFrame>
        <p:nvGraphicFramePr>
          <p:cNvPr id="6" name="Diagram 5"/>
          <p:cNvGraphicFramePr/>
          <p:nvPr>
            <p:extLst>
              <p:ext uri="{D42A27DB-BD31-4B8C-83A1-F6EECF244321}">
                <p14:modId xmlns:p14="http://schemas.microsoft.com/office/powerpoint/2010/main" val="1234778229"/>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C0F1A5C9-988D-49B9-9268-98251637FF8A}"/>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125206060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Sub-Step Process</a:t>
            </a:r>
          </a:p>
        </p:txBody>
      </p:sp>
      <p:sp>
        <p:nvSpPr>
          <p:cNvPr id="5" name="Text Placeholder 4"/>
          <p:cNvSpPr>
            <a:spLocks noGrp="1"/>
          </p:cNvSpPr>
          <p:nvPr>
            <p:ph type="body" sz="quarter" idx="13"/>
          </p:nvPr>
        </p:nvSpPr>
        <p:spPr>
          <a:xfrm>
            <a:off x="371475" y="1556792"/>
            <a:ext cx="1920240" cy="3046988"/>
          </a:xfrm>
        </p:spPr>
        <p:txBody>
          <a:bodyPr>
            <a:spAutoFit/>
          </a:bodyPr>
          <a:lstStyle/>
          <a:p>
            <a:r>
              <a:rPr lang="en-US" dirty="0"/>
              <a:t>Use to show a multi-step process with sub-steps between each instance of Level 1 text. Works best with small amounts of text and is limited to seven Level 1 steps. Each Level 1 step can have unlimited sub-steps.</a:t>
            </a:r>
          </a:p>
        </p:txBody>
      </p:sp>
      <p:graphicFrame>
        <p:nvGraphicFramePr>
          <p:cNvPr id="6" name="Diagram 5"/>
          <p:cNvGraphicFramePr/>
          <p:nvPr>
            <p:extLst>
              <p:ext uri="{D42A27DB-BD31-4B8C-83A1-F6EECF244321}">
                <p14:modId xmlns:p14="http://schemas.microsoft.com/office/powerpoint/2010/main" val="2312031438"/>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52E8257D-0569-48E6-BBA6-E8336E5C19B8}"/>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254048624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Phased Process</a:t>
            </a:r>
          </a:p>
        </p:txBody>
      </p:sp>
      <p:sp>
        <p:nvSpPr>
          <p:cNvPr id="5" name="Text Placeholder 4"/>
          <p:cNvSpPr>
            <a:spLocks noGrp="1"/>
          </p:cNvSpPr>
          <p:nvPr>
            <p:ph type="body" sz="quarter" idx="13"/>
          </p:nvPr>
        </p:nvSpPr>
        <p:spPr>
          <a:xfrm>
            <a:off x="371475" y="1556792"/>
            <a:ext cx="1920240" cy="3539430"/>
          </a:xfrm>
        </p:spPr>
        <p:txBody>
          <a:bodyPr>
            <a:spAutoFit/>
          </a:bodyPr>
          <a:lstStyle/>
          <a:p>
            <a:r>
              <a:rPr lang="en-US" dirty="0"/>
              <a:t>Use to show three phases of a process. Limited to three Level 1 items. The first two Level 1 items can each contain four Level 2 items, and the third Level 1 item can contain an unlimited number of Level 2 items.  Works best with small amounts of text.</a:t>
            </a:r>
          </a:p>
        </p:txBody>
      </p:sp>
      <p:graphicFrame>
        <p:nvGraphicFramePr>
          <p:cNvPr id="6" name="Diagram 5"/>
          <p:cNvGraphicFramePr/>
          <p:nvPr>
            <p:extLst>
              <p:ext uri="{D42A27DB-BD31-4B8C-83A1-F6EECF244321}">
                <p14:modId xmlns:p14="http://schemas.microsoft.com/office/powerpoint/2010/main" val="3835008631"/>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3933D8DA-0D05-45B2-9744-42C7AF837848}"/>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323764577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Random to Result Process</a:t>
            </a:r>
          </a:p>
        </p:txBody>
      </p:sp>
      <p:sp>
        <p:nvSpPr>
          <p:cNvPr id="5" name="Text Placeholder 4"/>
          <p:cNvSpPr>
            <a:spLocks noGrp="1"/>
          </p:cNvSpPr>
          <p:nvPr>
            <p:ph type="body" sz="quarter" idx="13"/>
          </p:nvPr>
        </p:nvSpPr>
        <p:spPr>
          <a:xfrm>
            <a:off x="371475" y="1556792"/>
            <a:ext cx="1920240" cy="4278094"/>
          </a:xfrm>
        </p:spPr>
        <p:txBody>
          <a:bodyPr>
            <a:spAutoFit/>
          </a:bodyPr>
          <a:lstStyle/>
          <a:p>
            <a:r>
              <a:rPr lang="en-US" dirty="0"/>
              <a:t>Use to show, through a series of steps, how several chaotic  ideas can result in a unified goal or idea. Supports multiple items of Level 1 text, but the first and last Level 1 corresponding shapes are fixed. Works best with small amounts of Level 1 text and medium amounts of Level 2 text.</a:t>
            </a:r>
          </a:p>
        </p:txBody>
      </p:sp>
      <p:graphicFrame>
        <p:nvGraphicFramePr>
          <p:cNvPr id="6" name="Diagram 5"/>
          <p:cNvGraphicFramePr/>
          <p:nvPr>
            <p:extLst>
              <p:ext uri="{D42A27DB-BD31-4B8C-83A1-F6EECF244321}">
                <p14:modId xmlns:p14="http://schemas.microsoft.com/office/powerpoint/2010/main" val="4146948600"/>
              </p:ext>
            </p:extLst>
          </p:nvPr>
        </p:nvGraphicFramePr>
        <p:xfrm>
          <a:off x="2994024" y="1562844"/>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2907FF62-7114-4E49-8F85-F406AA2572F3}"/>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346747491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Vertical Process</a:t>
            </a:r>
          </a:p>
        </p:txBody>
      </p:sp>
      <p:sp>
        <p:nvSpPr>
          <p:cNvPr id="5" name="Text Placeholder 4"/>
          <p:cNvSpPr>
            <a:spLocks noGrp="1"/>
          </p:cNvSpPr>
          <p:nvPr>
            <p:ph type="body" sz="quarter" idx="13"/>
          </p:nvPr>
        </p:nvSpPr>
        <p:spPr>
          <a:xfrm>
            <a:off x="371475" y="1556792"/>
            <a:ext cx="1920240" cy="2554545"/>
          </a:xfrm>
        </p:spPr>
        <p:txBody>
          <a:bodyPr>
            <a:spAutoFit/>
          </a:bodyPr>
          <a:lstStyle/>
          <a:p>
            <a:r>
              <a:rPr lang="en-US" dirty="0"/>
              <a:t>Use to show a progression or sequential steps in a task, process, or workflow from top to bottom. Works best with Level 1 text, since the vertical space is limited.</a:t>
            </a:r>
          </a:p>
        </p:txBody>
      </p:sp>
      <p:graphicFrame>
        <p:nvGraphicFramePr>
          <p:cNvPr id="6" name="Diagram 5"/>
          <p:cNvGraphicFramePr/>
          <p:nvPr>
            <p:extLst>
              <p:ext uri="{D42A27DB-BD31-4B8C-83A1-F6EECF244321}">
                <p14:modId xmlns:p14="http://schemas.microsoft.com/office/powerpoint/2010/main" val="2765074126"/>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FEE61697-C63C-4BFF-8A83-B775490FF149}"/>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318126132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Staggered Process</a:t>
            </a:r>
          </a:p>
        </p:txBody>
      </p:sp>
      <p:sp>
        <p:nvSpPr>
          <p:cNvPr id="5" name="Text Placeholder 4"/>
          <p:cNvSpPr>
            <a:spLocks noGrp="1"/>
          </p:cNvSpPr>
          <p:nvPr>
            <p:ph type="body" sz="quarter" idx="13"/>
          </p:nvPr>
        </p:nvSpPr>
        <p:spPr>
          <a:xfrm>
            <a:off x="371475" y="1556792"/>
            <a:ext cx="1920240" cy="3046988"/>
          </a:xfrm>
        </p:spPr>
        <p:txBody>
          <a:bodyPr>
            <a:spAutoFit/>
          </a:bodyPr>
          <a:lstStyle/>
          <a:p>
            <a:r>
              <a:rPr lang="en-US" dirty="0"/>
              <a:t>Use to show a downward progression through stages. Each of the first five lines of Level 1 text corresponds with a rectangle. Unused text does not appear, but remains available if you switch layouts.</a:t>
            </a:r>
          </a:p>
        </p:txBody>
      </p:sp>
      <p:graphicFrame>
        <p:nvGraphicFramePr>
          <p:cNvPr id="6" name="Diagram 5"/>
          <p:cNvGraphicFramePr/>
          <p:nvPr>
            <p:extLst>
              <p:ext uri="{D42A27DB-BD31-4B8C-83A1-F6EECF244321}">
                <p14:modId xmlns:p14="http://schemas.microsoft.com/office/powerpoint/2010/main" val="3415701962"/>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7547469E-F4ED-4251-A725-E3A2CB7DEC83}"/>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11466883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Process List</a:t>
            </a:r>
          </a:p>
        </p:txBody>
      </p:sp>
      <p:sp>
        <p:nvSpPr>
          <p:cNvPr id="5" name="Text Placeholder 4"/>
          <p:cNvSpPr>
            <a:spLocks noGrp="1"/>
          </p:cNvSpPr>
          <p:nvPr>
            <p:ph type="body" sz="quarter" idx="13"/>
          </p:nvPr>
        </p:nvSpPr>
        <p:spPr>
          <a:xfrm>
            <a:off x="371475" y="1556792"/>
            <a:ext cx="1920240" cy="3293209"/>
          </a:xfrm>
        </p:spPr>
        <p:txBody>
          <a:bodyPr wrap="square">
            <a:spAutoFit/>
          </a:bodyPr>
          <a:lstStyle/>
          <a:p>
            <a:r>
              <a:rPr lang="en-US" dirty="0"/>
              <a:t>Use to show multiple groups of information or steps and sub-steps in a task, process, or workflow. Level 1 text corresponds to the top horizontal shapes, and Level 2 text corresponds to vertical sub-steps under each related top level shape.</a:t>
            </a:r>
          </a:p>
        </p:txBody>
      </p:sp>
      <p:graphicFrame>
        <p:nvGraphicFramePr>
          <p:cNvPr id="6" name="Diagram 5"/>
          <p:cNvGraphicFramePr/>
          <p:nvPr>
            <p:extLst>
              <p:ext uri="{D42A27DB-BD31-4B8C-83A1-F6EECF244321}">
                <p14:modId xmlns:p14="http://schemas.microsoft.com/office/powerpoint/2010/main" val="3226977984"/>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540784C2-99BE-4A33-B4AD-47DEE8AC788E}"/>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402561481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Segmented Process</a:t>
            </a:r>
          </a:p>
        </p:txBody>
      </p:sp>
      <p:sp>
        <p:nvSpPr>
          <p:cNvPr id="5" name="Text Placeholder 4"/>
          <p:cNvSpPr>
            <a:spLocks noGrp="1"/>
          </p:cNvSpPr>
          <p:nvPr>
            <p:ph type="body" sz="quarter" idx="13"/>
          </p:nvPr>
        </p:nvSpPr>
        <p:spPr>
          <a:xfrm>
            <a:off x="371475" y="1556792"/>
            <a:ext cx="1920240" cy="2308324"/>
          </a:xfrm>
        </p:spPr>
        <p:txBody>
          <a:bodyPr>
            <a:spAutoFit/>
          </a:bodyPr>
          <a:lstStyle/>
          <a:p>
            <a:r>
              <a:rPr lang="en-US" dirty="0"/>
              <a:t>Use to show a progression or sequential steps in a task, process, or workflow. Emphasizes Level 2 text, since each line appears in a separate shape.</a:t>
            </a:r>
          </a:p>
        </p:txBody>
      </p:sp>
      <p:graphicFrame>
        <p:nvGraphicFramePr>
          <p:cNvPr id="6" name="Diagram 5"/>
          <p:cNvGraphicFramePr/>
          <p:nvPr>
            <p:extLst>
              <p:ext uri="{D42A27DB-BD31-4B8C-83A1-F6EECF244321}">
                <p14:modId xmlns:p14="http://schemas.microsoft.com/office/powerpoint/2010/main" val="3831412836"/>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EEF7B942-A7F5-4BC1-8BED-6F91ED9F94BB}"/>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181501351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Circle Arrow Process</a:t>
            </a:r>
          </a:p>
        </p:txBody>
      </p:sp>
      <p:sp>
        <p:nvSpPr>
          <p:cNvPr id="5" name="Text Placeholder 4"/>
          <p:cNvSpPr>
            <a:spLocks noGrp="1"/>
          </p:cNvSpPr>
          <p:nvPr>
            <p:ph type="body" sz="quarter" idx="13"/>
          </p:nvPr>
        </p:nvSpPr>
        <p:spPr>
          <a:xfrm>
            <a:off x="371475" y="1556792"/>
            <a:ext cx="1920240" cy="1815882"/>
          </a:xfrm>
        </p:spPr>
        <p:txBody>
          <a:bodyPr>
            <a:spAutoFit/>
          </a:bodyPr>
          <a:lstStyle/>
          <a:p>
            <a:r>
              <a:rPr lang="en-US" dirty="0"/>
              <a:t>Use to show sequential items with supporting text for each item. This diagram works best with small amounts of Level 1 text.</a:t>
            </a:r>
          </a:p>
        </p:txBody>
      </p:sp>
      <p:graphicFrame>
        <p:nvGraphicFramePr>
          <p:cNvPr id="6" name="Diagram 5"/>
          <p:cNvGraphicFramePr/>
          <p:nvPr>
            <p:extLst>
              <p:ext uri="{D42A27DB-BD31-4B8C-83A1-F6EECF244321}">
                <p14:modId xmlns:p14="http://schemas.microsoft.com/office/powerpoint/2010/main" val="3815181660"/>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6BFE2938-BF77-4ADD-B8A3-F794F58E276F}"/>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327171715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Basic Bending Process</a:t>
            </a:r>
          </a:p>
        </p:txBody>
      </p:sp>
      <p:sp>
        <p:nvSpPr>
          <p:cNvPr id="5" name="Text Placeholder 4"/>
          <p:cNvSpPr>
            <a:spLocks noGrp="1"/>
          </p:cNvSpPr>
          <p:nvPr>
            <p:ph type="body" sz="quarter" idx="13"/>
          </p:nvPr>
        </p:nvSpPr>
        <p:spPr>
          <a:xfrm>
            <a:off x="371475" y="1556792"/>
            <a:ext cx="1920240" cy="2062103"/>
          </a:xfrm>
        </p:spPr>
        <p:txBody>
          <a:bodyPr>
            <a:spAutoFit/>
          </a:bodyPr>
          <a:lstStyle/>
          <a:p>
            <a:r>
              <a:rPr lang="en-US" dirty="0"/>
              <a:t>Use to show a progression or sequential steps in a task, process, or workflow. Maximizes both horizontal and vertical display space for shapes.</a:t>
            </a:r>
          </a:p>
        </p:txBody>
      </p:sp>
      <p:graphicFrame>
        <p:nvGraphicFramePr>
          <p:cNvPr id="6" name="Diagram 5"/>
          <p:cNvGraphicFramePr/>
          <p:nvPr>
            <p:extLst>
              <p:ext uri="{D42A27DB-BD31-4B8C-83A1-F6EECF244321}">
                <p14:modId xmlns:p14="http://schemas.microsoft.com/office/powerpoint/2010/main" val="4026895025"/>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2523B55C-7699-4647-BEF7-8694A4437CC8}"/>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375920251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Repeating Bending Process</a:t>
            </a:r>
          </a:p>
        </p:txBody>
      </p:sp>
      <p:sp>
        <p:nvSpPr>
          <p:cNvPr id="5" name="Text Placeholder 4"/>
          <p:cNvSpPr>
            <a:spLocks noGrp="1"/>
          </p:cNvSpPr>
          <p:nvPr>
            <p:ph type="body" sz="quarter" idx="13"/>
          </p:nvPr>
        </p:nvSpPr>
        <p:spPr>
          <a:xfrm>
            <a:off x="371475" y="1556792"/>
            <a:ext cx="1920240" cy="2062103"/>
          </a:xfrm>
        </p:spPr>
        <p:txBody>
          <a:bodyPr>
            <a:spAutoFit/>
          </a:bodyPr>
          <a:lstStyle/>
          <a:p>
            <a:r>
              <a:rPr lang="en-US" dirty="0"/>
              <a:t>Use to show a progression or sequential steps in a task, process, or workflow. Maximizes both horizontal and vertical display space for shapes.</a:t>
            </a:r>
          </a:p>
        </p:txBody>
      </p:sp>
      <p:graphicFrame>
        <p:nvGraphicFramePr>
          <p:cNvPr id="6" name="Diagram 5"/>
          <p:cNvGraphicFramePr/>
          <p:nvPr>
            <p:extLst>
              <p:ext uri="{D42A27DB-BD31-4B8C-83A1-F6EECF244321}">
                <p14:modId xmlns:p14="http://schemas.microsoft.com/office/powerpoint/2010/main" val="585171139"/>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0CADDFE6-1683-48F5-8CF2-FA6C465CB13C}"/>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138369028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Vertical Bending Process</a:t>
            </a:r>
          </a:p>
        </p:txBody>
      </p:sp>
      <p:sp>
        <p:nvSpPr>
          <p:cNvPr id="5" name="Text Placeholder 4"/>
          <p:cNvSpPr>
            <a:spLocks noGrp="1"/>
          </p:cNvSpPr>
          <p:nvPr>
            <p:ph type="body" sz="quarter" idx="13"/>
          </p:nvPr>
        </p:nvSpPr>
        <p:spPr>
          <a:xfrm>
            <a:off x="371475" y="1556792"/>
            <a:ext cx="1920240" cy="3539430"/>
          </a:xfrm>
        </p:spPr>
        <p:txBody>
          <a:bodyPr>
            <a:spAutoFit/>
          </a:bodyPr>
          <a:lstStyle/>
          <a:p>
            <a:r>
              <a:rPr lang="en-US" dirty="0"/>
              <a:t>Use to show a progression or sequential steps in a task, process, or workflow. Maximizes both horizontal and vertical display space for shapes. Places more emphasis on the interrelationships among the shapes than on direction or movement.</a:t>
            </a:r>
          </a:p>
        </p:txBody>
      </p:sp>
      <p:graphicFrame>
        <p:nvGraphicFramePr>
          <p:cNvPr id="6" name="Diagram 5"/>
          <p:cNvGraphicFramePr/>
          <p:nvPr>
            <p:extLst>
              <p:ext uri="{D42A27DB-BD31-4B8C-83A1-F6EECF244321}">
                <p14:modId xmlns:p14="http://schemas.microsoft.com/office/powerpoint/2010/main" val="3751537162"/>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54166D66-3753-471E-8884-0BD8013A7537}"/>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247452572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Detailed Process</a:t>
            </a:r>
          </a:p>
        </p:txBody>
      </p:sp>
      <p:sp>
        <p:nvSpPr>
          <p:cNvPr id="5" name="Text Placeholder 4"/>
          <p:cNvSpPr>
            <a:spLocks noGrp="1"/>
          </p:cNvSpPr>
          <p:nvPr>
            <p:ph type="body" sz="quarter" idx="13"/>
          </p:nvPr>
        </p:nvSpPr>
        <p:spPr>
          <a:xfrm>
            <a:off x="371475" y="1556792"/>
            <a:ext cx="1920240" cy="1323439"/>
          </a:xfrm>
        </p:spPr>
        <p:txBody>
          <a:bodyPr>
            <a:spAutoFit/>
          </a:bodyPr>
          <a:lstStyle/>
          <a:p>
            <a:r>
              <a:rPr lang="en-US" dirty="0"/>
              <a:t>Use with large amounts of Level 2 text to show a progression through stages.</a:t>
            </a:r>
          </a:p>
        </p:txBody>
      </p:sp>
      <p:graphicFrame>
        <p:nvGraphicFramePr>
          <p:cNvPr id="6" name="Diagram 5"/>
          <p:cNvGraphicFramePr/>
          <p:nvPr>
            <p:extLst>
              <p:ext uri="{D42A27DB-BD31-4B8C-83A1-F6EECF244321}">
                <p14:modId xmlns:p14="http://schemas.microsoft.com/office/powerpoint/2010/main" val="501330026"/>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808A05FD-426B-4A17-AB4D-007EBFDAE3A0}"/>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97825147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Ascending Picture Accent Process</a:t>
            </a:r>
          </a:p>
        </p:txBody>
      </p:sp>
      <p:sp>
        <p:nvSpPr>
          <p:cNvPr id="5" name="Text Placeholder 4"/>
          <p:cNvSpPr>
            <a:spLocks noGrp="1"/>
          </p:cNvSpPr>
          <p:nvPr>
            <p:ph type="body" sz="quarter" idx="13"/>
          </p:nvPr>
        </p:nvSpPr>
        <p:spPr>
          <a:xfrm>
            <a:off x="371475" y="1556792"/>
            <a:ext cx="1920240" cy="1815882"/>
          </a:xfrm>
        </p:spPr>
        <p:txBody>
          <a:bodyPr>
            <a:spAutoFit/>
          </a:bodyPr>
          <a:lstStyle/>
          <a:p>
            <a:r>
              <a:rPr lang="en-US" dirty="0"/>
              <a:t>Use to show an ascending series of pictures with descriptive text. Works best with a small amount of text.</a:t>
            </a:r>
          </a:p>
        </p:txBody>
      </p:sp>
      <p:graphicFrame>
        <p:nvGraphicFramePr>
          <p:cNvPr id="6" name="Diagram 5"/>
          <p:cNvGraphicFramePr/>
          <p:nvPr>
            <p:extLst>
              <p:ext uri="{D42A27DB-BD31-4B8C-83A1-F6EECF244321}">
                <p14:modId xmlns:p14="http://schemas.microsoft.com/office/powerpoint/2010/main" val="3551802805"/>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CF1091B5-9589-405D-ACC4-33E481F4B4EC}"/>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99569941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Upward Arrow</a:t>
            </a:r>
          </a:p>
        </p:txBody>
      </p:sp>
      <p:sp>
        <p:nvSpPr>
          <p:cNvPr id="5" name="Text Placeholder 4"/>
          <p:cNvSpPr>
            <a:spLocks noGrp="1"/>
          </p:cNvSpPr>
          <p:nvPr>
            <p:ph type="body" sz="quarter" idx="13"/>
          </p:nvPr>
        </p:nvSpPr>
        <p:spPr>
          <a:xfrm>
            <a:off x="371475" y="1556792"/>
            <a:ext cx="1920240" cy="3785652"/>
          </a:xfrm>
        </p:spPr>
        <p:txBody>
          <a:bodyPr>
            <a:spAutoFit/>
          </a:bodyPr>
          <a:lstStyle/>
          <a:p>
            <a:r>
              <a:rPr lang="en-US" dirty="0"/>
              <a:t>Use to show a progression or steps that trend upward in a task, process, or workflow. Each of the first five lines of Level 1 text corresponds to a point on the arrow. Works best with minimal text. Unused text does not appear, but remains available if you switch layouts.</a:t>
            </a:r>
          </a:p>
        </p:txBody>
      </p:sp>
      <p:graphicFrame>
        <p:nvGraphicFramePr>
          <p:cNvPr id="6" name="Diagram 5"/>
          <p:cNvGraphicFramePr/>
          <p:nvPr>
            <p:extLst>
              <p:ext uri="{D42A27DB-BD31-4B8C-83A1-F6EECF244321}">
                <p14:modId xmlns:p14="http://schemas.microsoft.com/office/powerpoint/2010/main" val="2465843863"/>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60E58350-0E40-4091-8559-EDB1B5A7DC8D}"/>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49401849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Descending Process</a:t>
            </a:r>
          </a:p>
        </p:txBody>
      </p:sp>
      <p:sp>
        <p:nvSpPr>
          <p:cNvPr id="5" name="Text Placeholder 4"/>
          <p:cNvSpPr>
            <a:spLocks noGrp="1"/>
          </p:cNvSpPr>
          <p:nvPr>
            <p:ph type="body" sz="quarter" idx="13"/>
          </p:nvPr>
        </p:nvSpPr>
        <p:spPr>
          <a:xfrm>
            <a:off x="371475" y="1556792"/>
            <a:ext cx="1920240" cy="3293209"/>
          </a:xfrm>
        </p:spPr>
        <p:txBody>
          <a:bodyPr>
            <a:spAutoFit/>
          </a:bodyPr>
          <a:lstStyle/>
          <a:p>
            <a:r>
              <a:rPr lang="en-US" dirty="0"/>
              <a:t>Use to show a descending series of events. The first Level 1 text is at the top of arrow, and the last Level 1 text displays at the bottom of the arrow. Only the first seven Level 1 items appear. Works best with small to medium amounts of text.</a:t>
            </a:r>
          </a:p>
        </p:txBody>
      </p:sp>
      <p:graphicFrame>
        <p:nvGraphicFramePr>
          <p:cNvPr id="6" name="Diagram 5"/>
          <p:cNvGraphicFramePr/>
          <p:nvPr>
            <p:extLst>
              <p:ext uri="{D42A27DB-BD31-4B8C-83A1-F6EECF244321}">
                <p14:modId xmlns:p14="http://schemas.microsoft.com/office/powerpoint/2010/main" val="2039227506"/>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1CAB9AE5-0E46-40AB-9CF3-DCECE4BAD03B}"/>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207831791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Circular Bending Process</a:t>
            </a:r>
          </a:p>
        </p:txBody>
      </p:sp>
      <p:sp>
        <p:nvSpPr>
          <p:cNvPr id="5" name="Text Placeholder 4"/>
          <p:cNvSpPr>
            <a:spLocks noGrp="1"/>
          </p:cNvSpPr>
          <p:nvPr>
            <p:ph type="body" sz="quarter" idx="13"/>
          </p:nvPr>
        </p:nvSpPr>
        <p:spPr>
          <a:xfrm>
            <a:off x="371475" y="1556792"/>
            <a:ext cx="1920240" cy="2554545"/>
          </a:xfrm>
        </p:spPr>
        <p:txBody>
          <a:bodyPr>
            <a:spAutoFit/>
          </a:bodyPr>
          <a:lstStyle/>
          <a:p>
            <a:r>
              <a:rPr lang="en-US" dirty="0"/>
              <a:t>Use to show a long or non-linear sequence or steps in a task, process, or workflow. Works best with Level 1 text only. Maximizes both horizontal and vertical display space for shapes.</a:t>
            </a:r>
          </a:p>
        </p:txBody>
      </p:sp>
      <p:graphicFrame>
        <p:nvGraphicFramePr>
          <p:cNvPr id="6" name="Diagram 5"/>
          <p:cNvGraphicFramePr/>
          <p:nvPr>
            <p:extLst>
              <p:ext uri="{D42A27DB-BD31-4B8C-83A1-F6EECF244321}">
                <p14:modId xmlns:p14="http://schemas.microsoft.com/office/powerpoint/2010/main" val="2608464557"/>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43AD84BC-532A-44AF-8254-5BC221323273}"/>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354015198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Equation</a:t>
            </a:r>
          </a:p>
        </p:txBody>
      </p:sp>
      <p:sp>
        <p:nvSpPr>
          <p:cNvPr id="5" name="Text Placeholder 4"/>
          <p:cNvSpPr>
            <a:spLocks noGrp="1"/>
          </p:cNvSpPr>
          <p:nvPr>
            <p:ph type="body" sz="quarter" idx="13"/>
          </p:nvPr>
        </p:nvSpPr>
        <p:spPr>
          <a:xfrm>
            <a:off x="371475" y="1556792"/>
            <a:ext cx="1920240" cy="2308324"/>
          </a:xfrm>
        </p:spPr>
        <p:txBody>
          <a:bodyPr>
            <a:spAutoFit/>
          </a:bodyPr>
          <a:lstStyle/>
          <a:p>
            <a:r>
              <a:rPr lang="en-US" dirty="0"/>
              <a:t>Use to show sequential steps or tasks that depict a plan or result. The last Level 1 line of text appears after the equals sign (=).Works best with Level 1 text only.</a:t>
            </a:r>
          </a:p>
        </p:txBody>
      </p:sp>
      <p:graphicFrame>
        <p:nvGraphicFramePr>
          <p:cNvPr id="6" name="Diagram 5"/>
          <p:cNvGraphicFramePr/>
          <p:nvPr>
            <p:extLst>
              <p:ext uri="{D42A27DB-BD31-4B8C-83A1-F6EECF244321}">
                <p14:modId xmlns:p14="http://schemas.microsoft.com/office/powerpoint/2010/main" val="2497025019"/>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788DFB25-60EF-4328-AFCD-164A25D8D25E}"/>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62246429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Vertical Equation</a:t>
            </a:r>
          </a:p>
        </p:txBody>
      </p:sp>
      <p:sp>
        <p:nvSpPr>
          <p:cNvPr id="5" name="Text Placeholder 4"/>
          <p:cNvSpPr>
            <a:spLocks noGrp="1"/>
          </p:cNvSpPr>
          <p:nvPr>
            <p:ph type="body" sz="quarter" idx="13"/>
          </p:nvPr>
        </p:nvSpPr>
        <p:spPr>
          <a:xfrm>
            <a:off x="371475" y="1556792"/>
            <a:ext cx="1920240" cy="2308324"/>
          </a:xfrm>
        </p:spPr>
        <p:txBody>
          <a:bodyPr>
            <a:spAutoFit/>
          </a:bodyPr>
          <a:lstStyle/>
          <a:p>
            <a:r>
              <a:rPr lang="en-US" dirty="0"/>
              <a:t>Use to show sequential steps or tasks that depict a plan or result. The last Level 1 line of text appears after the arrow. Works best with Level 1 text only.</a:t>
            </a:r>
          </a:p>
        </p:txBody>
      </p:sp>
      <p:graphicFrame>
        <p:nvGraphicFramePr>
          <p:cNvPr id="6" name="Diagram 5"/>
          <p:cNvGraphicFramePr/>
          <p:nvPr>
            <p:extLst>
              <p:ext uri="{D42A27DB-BD31-4B8C-83A1-F6EECF244321}">
                <p14:modId xmlns:p14="http://schemas.microsoft.com/office/powerpoint/2010/main" val="3407837469"/>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6A0DE46F-E233-429E-942A-202138C7A4FE}"/>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31886803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Arrow Ribbon</a:t>
            </a:r>
          </a:p>
        </p:txBody>
      </p:sp>
      <p:sp>
        <p:nvSpPr>
          <p:cNvPr id="5" name="Text Placeholder 4"/>
          <p:cNvSpPr>
            <a:spLocks noGrp="1"/>
          </p:cNvSpPr>
          <p:nvPr>
            <p:ph type="body" sz="quarter" idx="13"/>
          </p:nvPr>
        </p:nvSpPr>
        <p:spPr>
          <a:xfrm>
            <a:off x="371475" y="1556792"/>
            <a:ext cx="1920240" cy="3293209"/>
          </a:xfrm>
        </p:spPr>
        <p:txBody>
          <a:bodyPr>
            <a:spAutoFit/>
          </a:bodyPr>
          <a:lstStyle/>
          <a:p>
            <a:r>
              <a:rPr lang="en-US" dirty="0"/>
              <a:t>Use to show either related or contrasting concepts with some connection, such as opposing forces. The first two lines of Level 1 text are used for text in the arrows. Unused text does not appear, but remains available if you switch layouts.</a:t>
            </a:r>
          </a:p>
        </p:txBody>
      </p:sp>
      <p:graphicFrame>
        <p:nvGraphicFramePr>
          <p:cNvPr id="6" name="Diagram 5"/>
          <p:cNvGraphicFramePr/>
          <p:nvPr>
            <p:extLst>
              <p:ext uri="{D42A27DB-BD31-4B8C-83A1-F6EECF244321}">
                <p14:modId xmlns:p14="http://schemas.microsoft.com/office/powerpoint/2010/main" val="53220653"/>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EE577DF5-BC12-4F77-9A33-C908A8EEC954}"/>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214106523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US" dirty="0"/>
              <a:t>Cycle</a:t>
            </a:r>
          </a:p>
        </p:txBody>
      </p:sp>
      <p:sp>
        <p:nvSpPr>
          <p:cNvPr id="7" name="Subtitle 6"/>
          <p:cNvSpPr>
            <a:spLocks noGrp="1"/>
          </p:cNvSpPr>
          <p:nvPr>
            <p:ph type="subTitle" idx="1"/>
          </p:nvPr>
        </p:nvSpPr>
        <p:spPr/>
        <p:txBody>
          <a:bodyPr/>
          <a:lstStyle/>
          <a:p>
            <a:r>
              <a:rPr lang="en-US" dirty="0"/>
              <a:t>- 03 -</a:t>
            </a:r>
          </a:p>
        </p:txBody>
      </p:sp>
      <p:sp>
        <p:nvSpPr>
          <p:cNvPr id="6" name="Footer Placeholder 5">
            <a:extLst>
              <a:ext uri="{FF2B5EF4-FFF2-40B4-BE49-F238E27FC236}">
                <a16:creationId xmlns:a16="http://schemas.microsoft.com/office/drawing/2014/main" id="{4DCA7F78-2768-490F-96BB-F75BF866B9EA}"/>
              </a:ext>
            </a:extLst>
          </p:cNvPr>
          <p:cNvSpPr txBox="1">
            <a:spLocks/>
          </p:cNvSpPr>
          <p:nvPr/>
        </p:nvSpPr>
        <p:spPr>
          <a:xfrm>
            <a:off x="371475" y="6280675"/>
            <a:ext cx="7672502" cy="365125"/>
          </a:xfrm>
        </p:spPr>
        <p:txBody>
          <a:bodyPr anchor="ctr"/>
          <a:lstStyle>
            <a:defPPr>
              <a:defRPr lang="fr-FR"/>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r>
              <a:rPr lang="en-US" sz="1400" dirty="0"/>
              <a:t>PowerPoint SmartArt Graphics - The Complete Ready-to-use Collection </a:t>
            </a:r>
            <a:r>
              <a:rPr lang="en-US" sz="1400" i="1" dirty="0">
                <a:solidFill>
                  <a:schemeClr val="accent5"/>
                </a:solidFill>
              </a:rPr>
              <a:t>[2020 updated version]</a:t>
            </a:r>
          </a:p>
        </p:txBody>
      </p:sp>
    </p:spTree>
    <p:extLst>
      <p:ext uri="{BB962C8B-B14F-4D97-AF65-F5344CB8AC3E}">
        <p14:creationId xmlns:p14="http://schemas.microsoft.com/office/powerpoint/2010/main" val="412337897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Basic Cycle</a:t>
            </a:r>
          </a:p>
        </p:txBody>
      </p:sp>
      <p:sp>
        <p:nvSpPr>
          <p:cNvPr id="6" name="Text Placeholder 5"/>
          <p:cNvSpPr>
            <a:spLocks noGrp="1"/>
          </p:cNvSpPr>
          <p:nvPr>
            <p:ph type="body" sz="quarter" idx="13"/>
          </p:nvPr>
        </p:nvSpPr>
        <p:spPr>
          <a:xfrm>
            <a:off x="371475" y="1556792"/>
            <a:ext cx="1920240" cy="2800767"/>
          </a:xfrm>
        </p:spPr>
        <p:txBody>
          <a:bodyPr>
            <a:spAutoFit/>
          </a:bodyPr>
          <a:lstStyle/>
          <a:p>
            <a:r>
              <a:rPr lang="en-US" dirty="0"/>
              <a:t>Use to represent a continuing sequence of stages, tasks, or events in a circular flow. Emphasizes the stages or steps rather than the connecting arrows or flow. Works best with Level 1 text only.</a:t>
            </a:r>
          </a:p>
        </p:txBody>
      </p:sp>
      <p:graphicFrame>
        <p:nvGraphicFramePr>
          <p:cNvPr id="4" name="Diagram 3"/>
          <p:cNvGraphicFramePr/>
          <p:nvPr>
            <p:extLst>
              <p:ext uri="{D42A27DB-BD31-4B8C-83A1-F6EECF244321}">
                <p14:modId xmlns:p14="http://schemas.microsoft.com/office/powerpoint/2010/main" val="2653712216"/>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6B4FAE9C-3763-4D41-AD8A-5810BD714011}"/>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57762101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Text Cycle</a:t>
            </a:r>
          </a:p>
        </p:txBody>
      </p:sp>
      <p:sp>
        <p:nvSpPr>
          <p:cNvPr id="6" name="Text Placeholder 5"/>
          <p:cNvSpPr>
            <a:spLocks noGrp="1"/>
          </p:cNvSpPr>
          <p:nvPr>
            <p:ph type="body" sz="quarter" idx="13"/>
          </p:nvPr>
        </p:nvSpPr>
        <p:spPr>
          <a:xfrm>
            <a:off x="371475" y="1556792"/>
            <a:ext cx="1920240" cy="2800767"/>
          </a:xfrm>
        </p:spPr>
        <p:txBody>
          <a:bodyPr>
            <a:spAutoFit/>
          </a:bodyPr>
          <a:lstStyle/>
          <a:p>
            <a:r>
              <a:rPr lang="en-US" dirty="0"/>
              <a:t>Use to represent a continuing sequence of stages, tasks, or events in a circular flow. Emphasizes the stages or steps rather than the connecting arrows or flow. Works best with Level 1 text only.</a:t>
            </a:r>
          </a:p>
        </p:txBody>
      </p:sp>
      <p:graphicFrame>
        <p:nvGraphicFramePr>
          <p:cNvPr id="4" name="Diagram 3"/>
          <p:cNvGraphicFramePr/>
          <p:nvPr>
            <p:extLst>
              <p:ext uri="{D42A27DB-BD31-4B8C-83A1-F6EECF244321}">
                <p14:modId xmlns:p14="http://schemas.microsoft.com/office/powerpoint/2010/main" val="3474846797"/>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A1770F67-707A-4688-B456-6FBE703CFD1E}"/>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219523722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Block Cycle</a:t>
            </a:r>
          </a:p>
        </p:txBody>
      </p:sp>
      <p:sp>
        <p:nvSpPr>
          <p:cNvPr id="6" name="Text Placeholder 5"/>
          <p:cNvSpPr>
            <a:spLocks noGrp="1"/>
          </p:cNvSpPr>
          <p:nvPr>
            <p:ph type="body" sz="quarter" idx="13"/>
          </p:nvPr>
        </p:nvSpPr>
        <p:spPr>
          <a:xfrm>
            <a:off x="371475" y="1556792"/>
            <a:ext cx="1920240" cy="2308324"/>
          </a:xfrm>
        </p:spPr>
        <p:txBody>
          <a:bodyPr>
            <a:spAutoFit/>
          </a:bodyPr>
          <a:lstStyle/>
          <a:p>
            <a:r>
              <a:rPr lang="en-US" dirty="0"/>
              <a:t>Use to represent a continuing sequence of stages, tasks, or events in a circular flow. Emphasizes the stages or steps rather than the connecting arrows or flow.</a:t>
            </a:r>
          </a:p>
        </p:txBody>
      </p:sp>
      <p:graphicFrame>
        <p:nvGraphicFramePr>
          <p:cNvPr id="4" name="Diagram 3"/>
          <p:cNvGraphicFramePr/>
          <p:nvPr>
            <p:extLst>
              <p:ext uri="{D42A27DB-BD31-4B8C-83A1-F6EECF244321}">
                <p14:modId xmlns:p14="http://schemas.microsoft.com/office/powerpoint/2010/main" val="1693476949"/>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93EFCC98-F301-475C-9344-B99AFE6327D2}"/>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144507538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Nondirectional Cycle</a:t>
            </a:r>
          </a:p>
        </p:txBody>
      </p:sp>
      <p:sp>
        <p:nvSpPr>
          <p:cNvPr id="6" name="Text Placeholder 5"/>
          <p:cNvSpPr>
            <a:spLocks noGrp="1"/>
          </p:cNvSpPr>
          <p:nvPr>
            <p:ph type="body" sz="quarter" idx="13"/>
          </p:nvPr>
        </p:nvSpPr>
        <p:spPr>
          <a:xfrm>
            <a:off x="371475" y="1556792"/>
            <a:ext cx="1920240" cy="2554545"/>
          </a:xfrm>
        </p:spPr>
        <p:txBody>
          <a:bodyPr>
            <a:spAutoFit/>
          </a:bodyPr>
          <a:lstStyle/>
          <a:p>
            <a:r>
              <a:rPr lang="en-US" dirty="0"/>
              <a:t>Use to represent a continuing sequence of stages, tasks, or events in a circular flow. Each shape has the same level of importance. Works well when direction does not need to be indicated.</a:t>
            </a:r>
          </a:p>
        </p:txBody>
      </p:sp>
      <p:graphicFrame>
        <p:nvGraphicFramePr>
          <p:cNvPr id="4" name="Diagram 3"/>
          <p:cNvGraphicFramePr/>
          <p:nvPr>
            <p:extLst>
              <p:ext uri="{D42A27DB-BD31-4B8C-83A1-F6EECF244321}">
                <p14:modId xmlns:p14="http://schemas.microsoft.com/office/powerpoint/2010/main" val="3143920788"/>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62A043C2-6C9C-4C0C-931A-36B9659EAE1B}"/>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323810808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Continuous Cycle</a:t>
            </a:r>
          </a:p>
        </p:txBody>
      </p:sp>
      <p:sp>
        <p:nvSpPr>
          <p:cNvPr id="6" name="Text Placeholder 5"/>
          <p:cNvSpPr>
            <a:spLocks noGrp="1"/>
          </p:cNvSpPr>
          <p:nvPr>
            <p:ph type="body" sz="quarter" idx="13"/>
          </p:nvPr>
        </p:nvSpPr>
        <p:spPr>
          <a:xfrm>
            <a:off x="371475" y="1556792"/>
            <a:ext cx="1920240" cy="2308324"/>
          </a:xfrm>
        </p:spPr>
        <p:txBody>
          <a:bodyPr>
            <a:spAutoFit/>
          </a:bodyPr>
          <a:lstStyle/>
          <a:p>
            <a:r>
              <a:rPr lang="en-US" dirty="0"/>
              <a:t>Use to represent a continuing sequence of stages, tasks, or events in a circular flow. Emphasizes the connection between all components. Works best with Level 1 text only.</a:t>
            </a:r>
          </a:p>
        </p:txBody>
      </p:sp>
      <p:graphicFrame>
        <p:nvGraphicFramePr>
          <p:cNvPr id="4" name="Diagram 3"/>
          <p:cNvGraphicFramePr/>
          <p:nvPr>
            <p:extLst>
              <p:ext uri="{D42A27DB-BD31-4B8C-83A1-F6EECF244321}">
                <p14:modId xmlns:p14="http://schemas.microsoft.com/office/powerpoint/2010/main" val="2428867621"/>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B4730D65-D426-4A77-8C76-6115C92B5517}"/>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92471231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Multidirectional Cycle</a:t>
            </a:r>
          </a:p>
        </p:txBody>
      </p:sp>
      <p:sp>
        <p:nvSpPr>
          <p:cNvPr id="6" name="Text Placeholder 5"/>
          <p:cNvSpPr>
            <a:spLocks noGrp="1"/>
          </p:cNvSpPr>
          <p:nvPr>
            <p:ph type="body" sz="quarter" idx="13"/>
          </p:nvPr>
        </p:nvSpPr>
        <p:spPr>
          <a:xfrm>
            <a:off x="371475" y="1556792"/>
            <a:ext cx="1920240" cy="1569660"/>
          </a:xfrm>
        </p:spPr>
        <p:txBody>
          <a:bodyPr>
            <a:spAutoFit/>
          </a:bodyPr>
          <a:lstStyle/>
          <a:p>
            <a:r>
              <a:rPr lang="en-US" dirty="0"/>
              <a:t>Use to represent a continuing sequence of stages, tasks, or events that can occur in any direction.</a:t>
            </a:r>
          </a:p>
        </p:txBody>
      </p:sp>
      <p:graphicFrame>
        <p:nvGraphicFramePr>
          <p:cNvPr id="4" name="Diagram 3"/>
          <p:cNvGraphicFramePr/>
          <p:nvPr>
            <p:extLst>
              <p:ext uri="{D42A27DB-BD31-4B8C-83A1-F6EECF244321}">
                <p14:modId xmlns:p14="http://schemas.microsoft.com/office/powerpoint/2010/main" val="2986832949"/>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8F97B5F9-8180-4C0B-88B4-EB5D220ED75A}"/>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96251643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Segmented Cycle</a:t>
            </a:r>
          </a:p>
        </p:txBody>
      </p:sp>
      <p:sp>
        <p:nvSpPr>
          <p:cNvPr id="6" name="Text Placeholder 5"/>
          <p:cNvSpPr>
            <a:spLocks noGrp="1"/>
          </p:cNvSpPr>
          <p:nvPr>
            <p:ph type="body" sz="quarter" idx="13"/>
          </p:nvPr>
        </p:nvSpPr>
        <p:spPr>
          <a:xfrm>
            <a:off x="371475" y="1556792"/>
            <a:ext cx="1920240" cy="4031873"/>
          </a:xfrm>
        </p:spPr>
        <p:txBody>
          <a:bodyPr wrap="square">
            <a:spAutoFit/>
          </a:bodyPr>
          <a:lstStyle/>
          <a:p>
            <a:r>
              <a:rPr lang="en-US" dirty="0"/>
              <a:t>Use to show a progression or a sequence of stages, tasks, or events in a circular flow. Emphasizes the interconnected pieces. Each of the first seven lines of Level 1 text corresponds to a wedge or pie shape. Unused text does not appear, but remains available if you switch layouts.</a:t>
            </a:r>
          </a:p>
        </p:txBody>
      </p:sp>
      <p:graphicFrame>
        <p:nvGraphicFramePr>
          <p:cNvPr id="4" name="Diagram 3"/>
          <p:cNvGraphicFramePr/>
          <p:nvPr>
            <p:extLst>
              <p:ext uri="{D42A27DB-BD31-4B8C-83A1-F6EECF244321}">
                <p14:modId xmlns:p14="http://schemas.microsoft.com/office/powerpoint/2010/main" val="3571673825"/>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96A87080-CDC7-49B1-AB09-4611CEE51277}"/>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32733411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Basic Pie</a:t>
            </a:r>
          </a:p>
        </p:txBody>
      </p:sp>
      <p:sp>
        <p:nvSpPr>
          <p:cNvPr id="6" name="Text Placeholder 5"/>
          <p:cNvSpPr>
            <a:spLocks noGrp="1"/>
          </p:cNvSpPr>
          <p:nvPr>
            <p:ph type="body" sz="quarter" idx="13"/>
          </p:nvPr>
        </p:nvSpPr>
        <p:spPr>
          <a:xfrm>
            <a:off x="371475" y="1556792"/>
            <a:ext cx="1920240" cy="4031873"/>
          </a:xfrm>
        </p:spPr>
        <p:txBody>
          <a:bodyPr wrap="square">
            <a:spAutoFit/>
          </a:bodyPr>
          <a:lstStyle/>
          <a:p>
            <a:r>
              <a:rPr lang="en-US" dirty="0"/>
              <a:t>Use to show how individual parts form a whole. The first seven lines of Level 1 text correspond to the evenly distributed wedge or pie shapes. The top Level 1 text shape appears outside of the rest of the pie for emphasis. Unused text does not appear, but remains available if you switch layouts.</a:t>
            </a:r>
          </a:p>
        </p:txBody>
      </p:sp>
      <p:graphicFrame>
        <p:nvGraphicFramePr>
          <p:cNvPr id="4" name="Diagram 3"/>
          <p:cNvGraphicFramePr/>
          <p:nvPr>
            <p:extLst>
              <p:ext uri="{D42A27DB-BD31-4B8C-83A1-F6EECF244321}">
                <p14:modId xmlns:p14="http://schemas.microsoft.com/office/powerpoint/2010/main" val="2052098278"/>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CBFF2D4D-39DB-4475-89FC-F3D213A57B2B}"/>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186722462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Hexagon Radial</a:t>
            </a:r>
          </a:p>
        </p:txBody>
      </p:sp>
      <p:sp>
        <p:nvSpPr>
          <p:cNvPr id="6" name="Text Placeholder 5"/>
          <p:cNvSpPr>
            <a:spLocks noGrp="1"/>
          </p:cNvSpPr>
          <p:nvPr>
            <p:ph type="body" sz="quarter" idx="13"/>
          </p:nvPr>
        </p:nvSpPr>
        <p:spPr>
          <a:xfrm>
            <a:off x="371475" y="1556792"/>
            <a:ext cx="1920240" cy="3046988"/>
          </a:xfrm>
        </p:spPr>
        <p:txBody>
          <a:bodyPr>
            <a:spAutoFit/>
          </a:bodyPr>
          <a:lstStyle/>
          <a:p>
            <a:r>
              <a:rPr lang="en-US" dirty="0"/>
              <a:t>Use to show a sequential process that relates to a central idea or theme. Limited to six Level 2 shapes. Works best with small amounts of text. Unused text does not appear, but remains available if you switch layouts.</a:t>
            </a:r>
          </a:p>
        </p:txBody>
      </p:sp>
      <p:graphicFrame>
        <p:nvGraphicFramePr>
          <p:cNvPr id="4" name="Diagram 3"/>
          <p:cNvGraphicFramePr/>
          <p:nvPr>
            <p:extLst>
              <p:ext uri="{D42A27DB-BD31-4B8C-83A1-F6EECF244321}">
                <p14:modId xmlns:p14="http://schemas.microsoft.com/office/powerpoint/2010/main" val="4118623308"/>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D3DBDDB1-4664-4E8C-B5C2-0D05A7193E62}"/>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425962356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Radial Cycle</a:t>
            </a:r>
          </a:p>
        </p:txBody>
      </p:sp>
      <p:sp>
        <p:nvSpPr>
          <p:cNvPr id="6" name="Text Placeholder 5"/>
          <p:cNvSpPr>
            <a:spLocks noGrp="1"/>
          </p:cNvSpPr>
          <p:nvPr>
            <p:ph type="body" sz="quarter" idx="13"/>
          </p:nvPr>
        </p:nvSpPr>
        <p:spPr>
          <a:xfrm>
            <a:off x="371474" y="1556792"/>
            <a:ext cx="2622549" cy="3539430"/>
          </a:xfrm>
        </p:spPr>
        <p:txBody>
          <a:bodyPr wrap="square">
            <a:spAutoFit/>
          </a:bodyPr>
          <a:lstStyle/>
          <a:p>
            <a:r>
              <a:rPr lang="en-US" dirty="0"/>
              <a:t>Use to show the relationship to a central idea. Emphasizes both information in the center circle and how information in the outer ring of circles contributes to the central idea. The first Level 1 line of text corresponds to the central circle, and its Level 2 text corresponds to the outer ring of circles. Unused text does not appear, but remains available if you switch layouts.</a:t>
            </a:r>
          </a:p>
        </p:txBody>
      </p:sp>
      <p:graphicFrame>
        <p:nvGraphicFramePr>
          <p:cNvPr id="4" name="Diagram 3"/>
          <p:cNvGraphicFramePr/>
          <p:nvPr>
            <p:extLst>
              <p:ext uri="{D42A27DB-BD31-4B8C-83A1-F6EECF244321}">
                <p14:modId xmlns:p14="http://schemas.microsoft.com/office/powerpoint/2010/main" val="661950502"/>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A126F638-2F5E-4A93-9F6B-5304DF3C8326}"/>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213069843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Basic Radial</a:t>
            </a:r>
          </a:p>
        </p:txBody>
      </p:sp>
      <p:sp>
        <p:nvSpPr>
          <p:cNvPr id="6" name="Text Placeholder 5"/>
          <p:cNvSpPr>
            <a:spLocks noGrp="1"/>
          </p:cNvSpPr>
          <p:nvPr>
            <p:ph type="body" sz="quarter" idx="13"/>
          </p:nvPr>
        </p:nvSpPr>
        <p:spPr>
          <a:xfrm>
            <a:off x="371475" y="1556792"/>
            <a:ext cx="1920240" cy="3539430"/>
          </a:xfrm>
        </p:spPr>
        <p:txBody>
          <a:bodyPr wrap="square">
            <a:spAutoFit/>
          </a:bodyPr>
          <a:lstStyle/>
          <a:p>
            <a:r>
              <a:rPr lang="en-US" dirty="0"/>
              <a:t>Use to show the relationship to a central idea in a cycle. The first line of Level 1 text corresponds to the central shape, and its Level 2 text corresponds to the surrounding circular shapes. Unused text does not appear, but remains available if you switch layouts.</a:t>
            </a:r>
          </a:p>
        </p:txBody>
      </p:sp>
      <p:graphicFrame>
        <p:nvGraphicFramePr>
          <p:cNvPr id="4" name="Diagram 3"/>
          <p:cNvGraphicFramePr/>
          <p:nvPr>
            <p:extLst>
              <p:ext uri="{D42A27DB-BD31-4B8C-83A1-F6EECF244321}">
                <p14:modId xmlns:p14="http://schemas.microsoft.com/office/powerpoint/2010/main" val="2274953217"/>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664AC603-25DD-46CE-B2E2-650190C56FFD}"/>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162177233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Diverging Radial</a:t>
            </a:r>
          </a:p>
        </p:txBody>
      </p:sp>
      <p:sp>
        <p:nvSpPr>
          <p:cNvPr id="6" name="Text Placeholder 5"/>
          <p:cNvSpPr>
            <a:spLocks noGrp="1"/>
          </p:cNvSpPr>
          <p:nvPr>
            <p:ph type="body" sz="quarter" idx="13"/>
          </p:nvPr>
        </p:nvSpPr>
        <p:spPr>
          <a:xfrm>
            <a:off x="371475" y="1556792"/>
            <a:ext cx="1920240" cy="3785652"/>
          </a:xfrm>
        </p:spPr>
        <p:txBody>
          <a:bodyPr wrap="square">
            <a:spAutoFit/>
          </a:bodyPr>
          <a:lstStyle/>
          <a:p>
            <a:r>
              <a:rPr lang="en-US" dirty="0"/>
              <a:t>Use to show relationships to a central idea in a cycle. The first Level 1 line of text corresponds to the central circular shape. Emphasizes the surrounding circles rather than the central idea. Unused text does not appear, but remains available if you switch layouts.</a:t>
            </a:r>
          </a:p>
        </p:txBody>
      </p:sp>
      <p:graphicFrame>
        <p:nvGraphicFramePr>
          <p:cNvPr id="4" name="Diagram 3"/>
          <p:cNvGraphicFramePr/>
          <p:nvPr>
            <p:extLst>
              <p:ext uri="{D42A27DB-BD31-4B8C-83A1-F6EECF244321}">
                <p14:modId xmlns:p14="http://schemas.microsoft.com/office/powerpoint/2010/main" val="1172462248"/>
              </p:ext>
            </p:extLst>
          </p:nvPr>
        </p:nvGraphicFramePr>
        <p:xfrm>
          <a:off x="2994024" y="1557576"/>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11B24144-CBBA-4512-B0EA-F7217CDB1391}"/>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218123378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Radial Venn</a:t>
            </a:r>
          </a:p>
        </p:txBody>
      </p:sp>
      <p:sp>
        <p:nvSpPr>
          <p:cNvPr id="6" name="Text Placeholder 5"/>
          <p:cNvSpPr>
            <a:spLocks noGrp="1"/>
          </p:cNvSpPr>
          <p:nvPr>
            <p:ph type="body" sz="quarter" idx="13"/>
          </p:nvPr>
        </p:nvSpPr>
        <p:spPr>
          <a:xfrm>
            <a:off x="371475" y="1556792"/>
            <a:ext cx="1920240" cy="4278094"/>
          </a:xfrm>
        </p:spPr>
        <p:txBody>
          <a:bodyPr wrap="square">
            <a:spAutoFit/>
          </a:bodyPr>
          <a:lstStyle/>
          <a:p>
            <a:r>
              <a:rPr lang="en-US" dirty="0"/>
              <a:t>Use to show both overlapping relationships and the relationship to a central idea in a cycle. The first line of Level 1 text corresponds to the central shape and the lines of Level 2 text correspond to the surrounding circular shapes. Unused text does not appear, but remains available if you switch layouts.</a:t>
            </a:r>
          </a:p>
        </p:txBody>
      </p:sp>
      <p:graphicFrame>
        <p:nvGraphicFramePr>
          <p:cNvPr id="4" name="Diagram 3"/>
          <p:cNvGraphicFramePr/>
          <p:nvPr>
            <p:extLst>
              <p:ext uri="{D42A27DB-BD31-4B8C-83A1-F6EECF244321}">
                <p14:modId xmlns:p14="http://schemas.microsoft.com/office/powerpoint/2010/main" val="2355103455"/>
              </p:ext>
            </p:extLst>
          </p:nvPr>
        </p:nvGraphicFramePr>
        <p:xfrm>
          <a:off x="2994024" y="1562844"/>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E981EA01-751F-47D0-9F29-73B1CCE3BB4B}"/>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9364635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Gear</a:t>
            </a:r>
          </a:p>
        </p:txBody>
      </p:sp>
      <p:sp>
        <p:nvSpPr>
          <p:cNvPr id="6" name="Text Placeholder 5"/>
          <p:cNvSpPr>
            <a:spLocks noGrp="1"/>
          </p:cNvSpPr>
          <p:nvPr>
            <p:ph type="body" sz="quarter" idx="13"/>
          </p:nvPr>
        </p:nvSpPr>
        <p:spPr>
          <a:xfrm>
            <a:off x="371475" y="1556792"/>
            <a:ext cx="1920240" cy="3539430"/>
          </a:xfrm>
        </p:spPr>
        <p:txBody>
          <a:bodyPr wrap="square">
            <a:spAutoFit/>
          </a:bodyPr>
          <a:lstStyle/>
          <a:p>
            <a:r>
              <a:rPr lang="en-US" dirty="0"/>
              <a:t>Use to show interlocking ideas. Each of the first three lines of Level 1 text corresponds to a gear shape, and their corresponding Level 2 text appears in rectangles next to the gear shape. Unused text does not appear, but remains available if you switch layouts.</a:t>
            </a:r>
          </a:p>
        </p:txBody>
      </p:sp>
      <p:graphicFrame>
        <p:nvGraphicFramePr>
          <p:cNvPr id="4" name="Diagram 3"/>
          <p:cNvGraphicFramePr/>
          <p:nvPr>
            <p:extLst>
              <p:ext uri="{D42A27DB-BD31-4B8C-83A1-F6EECF244321}">
                <p14:modId xmlns:p14="http://schemas.microsoft.com/office/powerpoint/2010/main" val="2057211737"/>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FE4BA691-483B-4BB3-88E6-497196C6E69F}"/>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312274668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Radial Cluster</a:t>
            </a:r>
          </a:p>
        </p:txBody>
      </p:sp>
      <p:sp>
        <p:nvSpPr>
          <p:cNvPr id="6" name="Text Placeholder 5"/>
          <p:cNvSpPr>
            <a:spLocks noGrp="1"/>
          </p:cNvSpPr>
          <p:nvPr>
            <p:ph type="body" sz="quarter" idx="13"/>
          </p:nvPr>
        </p:nvSpPr>
        <p:spPr>
          <a:xfrm>
            <a:off x="371475" y="1556792"/>
            <a:ext cx="1920240" cy="4278094"/>
          </a:xfrm>
        </p:spPr>
        <p:txBody>
          <a:bodyPr wrap="square">
            <a:spAutoFit/>
          </a:bodyPr>
          <a:lstStyle/>
          <a:p>
            <a:r>
              <a:rPr lang="en-US" dirty="0"/>
              <a:t>Use to show data that relates to a central idea or theme. The top Level 1 text appears in the center. Level 2 text appears in surrounding shapes. Can contain up to seven Level 2 shapes. Unused text does not appear, but remains available if you switch layouts. Works best with small amounts of text.</a:t>
            </a:r>
          </a:p>
        </p:txBody>
      </p:sp>
      <p:graphicFrame>
        <p:nvGraphicFramePr>
          <p:cNvPr id="4" name="Diagram 3"/>
          <p:cNvGraphicFramePr/>
          <p:nvPr>
            <p:extLst>
              <p:ext uri="{D42A27DB-BD31-4B8C-83A1-F6EECF244321}">
                <p14:modId xmlns:p14="http://schemas.microsoft.com/office/powerpoint/2010/main" val="3406897809"/>
              </p:ext>
            </p:extLst>
          </p:nvPr>
        </p:nvGraphicFramePr>
        <p:xfrm>
          <a:off x="2994024" y="1554440"/>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2B924F76-2E74-40C4-98F7-ABE9A5483B9D}"/>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356738725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US" dirty="0"/>
              <a:t>Hierarchy</a:t>
            </a:r>
          </a:p>
        </p:txBody>
      </p:sp>
      <p:sp>
        <p:nvSpPr>
          <p:cNvPr id="7" name="Subtitle 6"/>
          <p:cNvSpPr>
            <a:spLocks noGrp="1"/>
          </p:cNvSpPr>
          <p:nvPr>
            <p:ph type="subTitle" idx="1"/>
          </p:nvPr>
        </p:nvSpPr>
        <p:spPr/>
        <p:txBody>
          <a:bodyPr/>
          <a:lstStyle/>
          <a:p>
            <a:r>
              <a:rPr lang="en-US" dirty="0"/>
              <a:t>- 04 -</a:t>
            </a:r>
          </a:p>
        </p:txBody>
      </p:sp>
      <p:sp>
        <p:nvSpPr>
          <p:cNvPr id="6" name="Footer Placeholder 5">
            <a:extLst>
              <a:ext uri="{FF2B5EF4-FFF2-40B4-BE49-F238E27FC236}">
                <a16:creationId xmlns:a16="http://schemas.microsoft.com/office/drawing/2014/main" id="{48B7CE8D-2431-4EA5-9FAD-29076CDE2F5A}"/>
              </a:ext>
            </a:extLst>
          </p:cNvPr>
          <p:cNvSpPr txBox="1">
            <a:spLocks/>
          </p:cNvSpPr>
          <p:nvPr/>
        </p:nvSpPr>
        <p:spPr>
          <a:xfrm>
            <a:off x="371475" y="6280675"/>
            <a:ext cx="7672502" cy="365125"/>
          </a:xfrm>
        </p:spPr>
        <p:txBody>
          <a:bodyPr anchor="ctr"/>
          <a:lstStyle>
            <a:defPPr>
              <a:defRPr lang="fr-FR"/>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r>
              <a:rPr lang="en-US" sz="1400" dirty="0"/>
              <a:t>PowerPoint SmartArt Graphics - The Complete Ready-to-use Collection </a:t>
            </a:r>
            <a:r>
              <a:rPr lang="en-US" sz="1400" i="1" dirty="0">
                <a:solidFill>
                  <a:schemeClr val="accent5"/>
                </a:solidFill>
              </a:rPr>
              <a:t>[2020 updated version]</a:t>
            </a:r>
          </a:p>
        </p:txBody>
      </p:sp>
    </p:spTree>
    <p:extLst>
      <p:ext uri="{BB962C8B-B14F-4D97-AF65-F5344CB8AC3E}">
        <p14:creationId xmlns:p14="http://schemas.microsoft.com/office/powerpoint/2010/main" val="111025632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Organization Chart</a:t>
            </a:r>
          </a:p>
        </p:txBody>
      </p:sp>
      <p:sp>
        <p:nvSpPr>
          <p:cNvPr id="6" name="Text Placeholder 5"/>
          <p:cNvSpPr>
            <a:spLocks noGrp="1"/>
          </p:cNvSpPr>
          <p:nvPr>
            <p:ph type="body" sz="quarter" idx="13"/>
          </p:nvPr>
        </p:nvSpPr>
        <p:spPr>
          <a:xfrm>
            <a:off x="371475" y="1556792"/>
            <a:ext cx="1920240" cy="2800767"/>
          </a:xfrm>
        </p:spPr>
        <p:txBody>
          <a:bodyPr vert="horz" wrap="square" lIns="91440" tIns="45720" rIns="91440" bIns="45720" rtlCol="0">
            <a:spAutoFit/>
          </a:bodyPr>
          <a:lstStyle/>
          <a:p>
            <a:pPr marL="0" indent="0">
              <a:buNone/>
            </a:pPr>
            <a:r>
              <a:rPr lang="en-US" dirty="0"/>
              <a:t>Use to show hierarchical information or reporting relationships in an organization. The assistant shape and the Org Chart hanging layouts are available with this layout.</a:t>
            </a:r>
          </a:p>
        </p:txBody>
      </p:sp>
      <p:graphicFrame>
        <p:nvGraphicFramePr>
          <p:cNvPr id="4" name="Diagram 3"/>
          <p:cNvGraphicFramePr/>
          <p:nvPr>
            <p:extLst>
              <p:ext uri="{D42A27DB-BD31-4B8C-83A1-F6EECF244321}">
                <p14:modId xmlns:p14="http://schemas.microsoft.com/office/powerpoint/2010/main" val="1763761334"/>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B12CCA0B-8799-4CEA-B2D2-71400CBAB92C}"/>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164393561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Picture Organization Chart</a:t>
            </a:r>
          </a:p>
        </p:txBody>
      </p:sp>
      <p:sp>
        <p:nvSpPr>
          <p:cNvPr id="6" name="Text Placeholder 5"/>
          <p:cNvSpPr>
            <a:spLocks noGrp="1"/>
          </p:cNvSpPr>
          <p:nvPr>
            <p:ph type="body" sz="quarter" idx="13"/>
          </p:nvPr>
        </p:nvSpPr>
        <p:spPr>
          <a:xfrm>
            <a:off x="371475" y="1556792"/>
            <a:ext cx="1920240" cy="3293209"/>
          </a:xfrm>
        </p:spPr>
        <p:txBody>
          <a:bodyPr vert="horz" wrap="square" lIns="91440" tIns="45720" rIns="91440" bIns="45720" rtlCol="0">
            <a:spAutoFit/>
          </a:bodyPr>
          <a:lstStyle/>
          <a:p>
            <a:pPr marL="0" indent="0">
              <a:buNone/>
            </a:pPr>
            <a:r>
              <a:rPr lang="en-US" dirty="0"/>
              <a:t>Use to show hierarchical information or reporting relationships in an organization, with corresponding pictures. The assistant shape and the Org Chart hanging layouts are available with this layout.</a:t>
            </a:r>
          </a:p>
        </p:txBody>
      </p:sp>
      <p:graphicFrame>
        <p:nvGraphicFramePr>
          <p:cNvPr id="4" name="Diagram 3"/>
          <p:cNvGraphicFramePr/>
          <p:nvPr>
            <p:extLst>
              <p:ext uri="{D42A27DB-BD31-4B8C-83A1-F6EECF244321}">
                <p14:modId xmlns:p14="http://schemas.microsoft.com/office/powerpoint/2010/main" val="1688115031"/>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0C231968-020F-4599-9042-E229DAC1CDE5}"/>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180542077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Name and Title</a:t>
            </a:r>
            <a:br>
              <a:rPr lang="en-US" dirty="0"/>
            </a:br>
            <a:r>
              <a:rPr lang="en-US" dirty="0"/>
              <a:t>Organization Chart</a:t>
            </a:r>
          </a:p>
        </p:txBody>
      </p:sp>
      <p:sp>
        <p:nvSpPr>
          <p:cNvPr id="6" name="Text Placeholder 5"/>
          <p:cNvSpPr>
            <a:spLocks noGrp="1"/>
          </p:cNvSpPr>
          <p:nvPr>
            <p:ph type="body" sz="quarter" idx="13"/>
          </p:nvPr>
        </p:nvSpPr>
        <p:spPr>
          <a:xfrm>
            <a:off x="371475" y="1556792"/>
            <a:ext cx="1920240" cy="3785652"/>
          </a:xfrm>
        </p:spPr>
        <p:txBody>
          <a:bodyPr vert="horz" wrap="square" lIns="91440" tIns="45720" rIns="91440" bIns="45720" rtlCol="0">
            <a:spAutoFit/>
          </a:bodyPr>
          <a:lstStyle/>
          <a:p>
            <a:pPr marL="0" indent="0">
              <a:buNone/>
            </a:pPr>
            <a:r>
              <a:rPr lang="en-US" dirty="0"/>
              <a:t>Use to show hierarchical information or reporting relationships in an organization. To enter text in the title box, type directly in the smaller rectangular shape. The assistant shape and Org Chart hanging layouts are available with this layout.</a:t>
            </a:r>
          </a:p>
        </p:txBody>
      </p:sp>
      <p:graphicFrame>
        <p:nvGraphicFramePr>
          <p:cNvPr id="4" name="Diagram 3"/>
          <p:cNvGraphicFramePr/>
          <p:nvPr>
            <p:extLst>
              <p:ext uri="{D42A27DB-BD31-4B8C-83A1-F6EECF244321}">
                <p14:modId xmlns:p14="http://schemas.microsoft.com/office/powerpoint/2010/main" val="268337384"/>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9A8F3CBD-06DD-4E03-B35E-911FDF4B4940}"/>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300978126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Half Circle </a:t>
            </a:r>
            <a:br>
              <a:rPr lang="en-US" dirty="0"/>
            </a:br>
            <a:r>
              <a:rPr lang="en-US" dirty="0"/>
              <a:t>Organization Chart</a:t>
            </a:r>
          </a:p>
        </p:txBody>
      </p:sp>
      <p:sp>
        <p:nvSpPr>
          <p:cNvPr id="6" name="Text Placeholder 5"/>
          <p:cNvSpPr>
            <a:spLocks noGrp="1"/>
          </p:cNvSpPr>
          <p:nvPr>
            <p:ph type="body" sz="quarter" idx="13"/>
          </p:nvPr>
        </p:nvSpPr>
        <p:spPr>
          <a:xfrm>
            <a:off x="371475" y="1556792"/>
            <a:ext cx="1920240" cy="2554545"/>
          </a:xfrm>
        </p:spPr>
        <p:txBody>
          <a:bodyPr vert="horz" wrap="square" lIns="91440" tIns="45720" rIns="91440" bIns="45720" rtlCol="0">
            <a:spAutoFit/>
          </a:bodyPr>
          <a:lstStyle/>
          <a:p>
            <a:pPr marL="0" indent="0">
              <a:buNone/>
            </a:pPr>
            <a:r>
              <a:rPr lang="en-US" dirty="0"/>
              <a:t>Use to show hierarchical information or reporting relationships in an organization. The assistant shapes and Org Chart hanging layouts are available with this layout. </a:t>
            </a:r>
          </a:p>
        </p:txBody>
      </p:sp>
      <p:graphicFrame>
        <p:nvGraphicFramePr>
          <p:cNvPr id="4" name="Diagram 3"/>
          <p:cNvGraphicFramePr/>
          <p:nvPr>
            <p:extLst>
              <p:ext uri="{D42A27DB-BD31-4B8C-83A1-F6EECF244321}">
                <p14:modId xmlns:p14="http://schemas.microsoft.com/office/powerpoint/2010/main" val="3995730528"/>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D916FE6F-E3BC-4C80-83AB-403209F42324}"/>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289340499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Circle Picture Hierarchy</a:t>
            </a:r>
          </a:p>
        </p:txBody>
      </p:sp>
      <p:sp>
        <p:nvSpPr>
          <p:cNvPr id="6" name="Text Placeholder 5"/>
          <p:cNvSpPr>
            <a:spLocks noGrp="1"/>
          </p:cNvSpPr>
          <p:nvPr>
            <p:ph type="body" sz="quarter" idx="13"/>
          </p:nvPr>
        </p:nvSpPr>
        <p:spPr>
          <a:xfrm>
            <a:off x="371475" y="1556792"/>
            <a:ext cx="1920240" cy="2800767"/>
          </a:xfrm>
        </p:spPr>
        <p:txBody>
          <a:bodyPr vert="horz" wrap="square" lIns="91440" tIns="45720" rIns="91440" bIns="45720" rtlCol="0">
            <a:spAutoFit/>
          </a:bodyPr>
          <a:lstStyle/>
          <a:p>
            <a:pPr marL="0" indent="0">
              <a:buNone/>
            </a:pPr>
            <a:r>
              <a:rPr lang="en-US" dirty="0"/>
              <a:t>Use to show hierarchical information or reporting relationships in an organization. Pictures appear in circles and corresponding text appears next to the pictures.</a:t>
            </a:r>
          </a:p>
        </p:txBody>
      </p:sp>
      <p:graphicFrame>
        <p:nvGraphicFramePr>
          <p:cNvPr id="4" name="Diagram 3"/>
          <p:cNvGraphicFramePr/>
          <p:nvPr>
            <p:extLst>
              <p:ext uri="{D42A27DB-BD31-4B8C-83A1-F6EECF244321}">
                <p14:modId xmlns:p14="http://schemas.microsoft.com/office/powerpoint/2010/main" val="504558481"/>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B78BEB32-D63F-4251-851C-A95CD537E91A}"/>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277780052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Hierarchy</a:t>
            </a:r>
          </a:p>
        </p:txBody>
      </p:sp>
      <p:sp>
        <p:nvSpPr>
          <p:cNvPr id="6" name="Text Placeholder 5"/>
          <p:cNvSpPr>
            <a:spLocks noGrp="1"/>
          </p:cNvSpPr>
          <p:nvPr>
            <p:ph type="body" sz="quarter" idx="13"/>
          </p:nvPr>
        </p:nvSpPr>
        <p:spPr>
          <a:xfrm>
            <a:off x="371475" y="1556792"/>
            <a:ext cx="1920240" cy="1323439"/>
          </a:xfrm>
        </p:spPr>
        <p:txBody>
          <a:bodyPr vert="horz" wrap="square" lIns="91440" tIns="45720" rIns="91440" bIns="45720" rtlCol="0">
            <a:spAutoFit/>
          </a:bodyPr>
          <a:lstStyle/>
          <a:p>
            <a:pPr marL="0" indent="0">
              <a:buNone/>
            </a:pPr>
            <a:r>
              <a:rPr lang="en-US" dirty="0"/>
              <a:t>Use to show hierarchical relationships progressing from top to bottom.</a:t>
            </a:r>
          </a:p>
        </p:txBody>
      </p:sp>
      <p:graphicFrame>
        <p:nvGraphicFramePr>
          <p:cNvPr id="4" name="Diagram 3"/>
          <p:cNvGraphicFramePr/>
          <p:nvPr>
            <p:extLst>
              <p:ext uri="{D42A27DB-BD31-4B8C-83A1-F6EECF244321}">
                <p14:modId xmlns:p14="http://schemas.microsoft.com/office/powerpoint/2010/main" val="648029308"/>
              </p:ext>
            </p:extLst>
          </p:nvPr>
        </p:nvGraphicFramePr>
        <p:xfrm>
          <a:off x="2994024" y="1557576"/>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849BA9DF-80AD-443B-9E3B-065ED49E441F}"/>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325716817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Labeled Hierarchy</a:t>
            </a:r>
          </a:p>
        </p:txBody>
      </p:sp>
      <p:sp>
        <p:nvSpPr>
          <p:cNvPr id="6" name="Text Placeholder 5"/>
          <p:cNvSpPr>
            <a:spLocks noGrp="1"/>
          </p:cNvSpPr>
          <p:nvPr>
            <p:ph type="body" sz="quarter" idx="13"/>
          </p:nvPr>
        </p:nvSpPr>
        <p:spPr>
          <a:xfrm>
            <a:off x="371475" y="1556792"/>
            <a:ext cx="1920240" cy="4524315"/>
          </a:xfrm>
        </p:spPr>
        <p:txBody>
          <a:bodyPr vert="horz" wrap="square" lIns="91440" tIns="45720" rIns="91440" bIns="45720" rtlCol="0">
            <a:spAutoFit/>
          </a:bodyPr>
          <a:lstStyle/>
          <a:p>
            <a:pPr marL="0" indent="0">
              <a:buNone/>
            </a:pPr>
            <a:r>
              <a:rPr lang="en-US" dirty="0"/>
              <a:t>Use to show hierarchical relationships progressing from top to bottom and grouped hierarchically. Emphasizes heading or level 1 text. The first line of Level 1 text appears in the shape at the beginning of the hierarchy, and all subsequent lines of Level 1 text appear to the left of the long rectangles.</a:t>
            </a:r>
          </a:p>
        </p:txBody>
      </p:sp>
      <p:graphicFrame>
        <p:nvGraphicFramePr>
          <p:cNvPr id="4" name="Diagram 3"/>
          <p:cNvGraphicFramePr/>
          <p:nvPr>
            <p:extLst>
              <p:ext uri="{D42A27DB-BD31-4B8C-83A1-F6EECF244321}">
                <p14:modId xmlns:p14="http://schemas.microsoft.com/office/powerpoint/2010/main" val="1029758979"/>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74D989D9-656F-4352-8F7F-6B634D81A6BB}"/>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252934916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Table Hierarchy</a:t>
            </a:r>
          </a:p>
        </p:txBody>
      </p:sp>
      <p:sp>
        <p:nvSpPr>
          <p:cNvPr id="6" name="Text Placeholder 5"/>
          <p:cNvSpPr>
            <a:spLocks noGrp="1"/>
          </p:cNvSpPr>
          <p:nvPr>
            <p:ph type="body" sz="quarter" idx="13"/>
          </p:nvPr>
        </p:nvSpPr>
        <p:spPr>
          <a:xfrm>
            <a:off x="371475" y="1556792"/>
            <a:ext cx="1920240" cy="2062103"/>
          </a:xfrm>
        </p:spPr>
        <p:txBody>
          <a:bodyPr vert="horz" wrap="square" lIns="91440" tIns="45720" rIns="91440" bIns="45720" rtlCol="0">
            <a:spAutoFit/>
          </a:bodyPr>
          <a:lstStyle/>
          <a:p>
            <a:pPr marL="0" indent="0">
              <a:buNone/>
            </a:pPr>
            <a:r>
              <a:rPr lang="en-US" dirty="0"/>
              <a:t>Use to show groups of information built from top to bottom, and the hierarchies within each group. This layout does not contain connecting lines.</a:t>
            </a:r>
          </a:p>
        </p:txBody>
      </p:sp>
      <p:graphicFrame>
        <p:nvGraphicFramePr>
          <p:cNvPr id="4" name="Diagram 3"/>
          <p:cNvGraphicFramePr/>
          <p:nvPr>
            <p:extLst>
              <p:ext uri="{D42A27DB-BD31-4B8C-83A1-F6EECF244321}">
                <p14:modId xmlns:p14="http://schemas.microsoft.com/office/powerpoint/2010/main" val="4194776991"/>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80EB9070-4AB8-463B-AF53-DF935ADD3529}"/>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276577847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Horizontal Organization Chart</a:t>
            </a:r>
          </a:p>
        </p:txBody>
      </p:sp>
      <p:sp>
        <p:nvSpPr>
          <p:cNvPr id="6" name="Text Placeholder 5"/>
          <p:cNvSpPr>
            <a:spLocks noGrp="1"/>
          </p:cNvSpPr>
          <p:nvPr>
            <p:ph type="body" sz="quarter" idx="13"/>
          </p:nvPr>
        </p:nvSpPr>
        <p:spPr>
          <a:xfrm>
            <a:off x="371475" y="1556792"/>
            <a:ext cx="1920240" cy="3046988"/>
          </a:xfrm>
        </p:spPr>
        <p:txBody>
          <a:bodyPr vert="horz" wrap="square" lIns="91440" tIns="45720" rIns="91440" bIns="45720" rtlCol="0">
            <a:spAutoFit/>
          </a:bodyPr>
          <a:lstStyle/>
          <a:p>
            <a:pPr marL="0" indent="0">
              <a:buNone/>
            </a:pPr>
            <a:r>
              <a:rPr lang="en-US" dirty="0"/>
              <a:t>Use to show hierarchical information horizontally or reporting relationships in an organization. The assistant shape and the Org Chart hanging layouts are available with this layout.</a:t>
            </a:r>
          </a:p>
        </p:txBody>
      </p:sp>
      <p:graphicFrame>
        <p:nvGraphicFramePr>
          <p:cNvPr id="4" name="Diagram 3"/>
          <p:cNvGraphicFramePr/>
          <p:nvPr>
            <p:extLst>
              <p:ext uri="{D42A27DB-BD31-4B8C-83A1-F6EECF244321}">
                <p14:modId xmlns:p14="http://schemas.microsoft.com/office/powerpoint/2010/main" val="1613199443"/>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5DE22CC7-0575-4311-AA98-9CE258EF1AB2}"/>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54887551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Horizontal Multilevel Hierarchy</a:t>
            </a:r>
          </a:p>
        </p:txBody>
      </p:sp>
      <p:sp>
        <p:nvSpPr>
          <p:cNvPr id="6" name="Text Placeholder 5"/>
          <p:cNvSpPr>
            <a:spLocks noGrp="1"/>
          </p:cNvSpPr>
          <p:nvPr>
            <p:ph type="body" sz="quarter" idx="13"/>
          </p:nvPr>
        </p:nvSpPr>
        <p:spPr>
          <a:xfrm>
            <a:off x="371475" y="1556792"/>
            <a:ext cx="1920240" cy="2800767"/>
          </a:xfrm>
        </p:spPr>
        <p:txBody>
          <a:bodyPr vert="horz" wrap="square" lIns="91440" tIns="45720" rIns="91440" bIns="45720" rtlCol="0">
            <a:spAutoFit/>
          </a:bodyPr>
          <a:lstStyle/>
          <a:p>
            <a:pPr marL="0" indent="0">
              <a:buNone/>
            </a:pPr>
            <a:r>
              <a:rPr lang="en-US" dirty="0"/>
              <a:t>Use to show large amounts of hierarchical information progressing horizontally. The top of the hierarchy is displayed vertically. This layout supports many levels in the hierarchy.</a:t>
            </a:r>
          </a:p>
        </p:txBody>
      </p:sp>
      <p:graphicFrame>
        <p:nvGraphicFramePr>
          <p:cNvPr id="4" name="Diagram 3"/>
          <p:cNvGraphicFramePr/>
          <p:nvPr>
            <p:extLst>
              <p:ext uri="{D42A27DB-BD31-4B8C-83A1-F6EECF244321}">
                <p14:modId xmlns:p14="http://schemas.microsoft.com/office/powerpoint/2010/main" val="382141518"/>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8948E177-FD0D-430E-97F2-66E6995B7D6A}"/>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425811970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Horizontal Hierarchy</a:t>
            </a:r>
          </a:p>
        </p:txBody>
      </p:sp>
      <p:sp>
        <p:nvSpPr>
          <p:cNvPr id="6" name="Text Placeholder 5"/>
          <p:cNvSpPr>
            <a:spLocks noGrp="1"/>
          </p:cNvSpPr>
          <p:nvPr>
            <p:ph type="body" sz="quarter" idx="13"/>
          </p:nvPr>
        </p:nvSpPr>
        <p:spPr>
          <a:xfrm>
            <a:off x="371475" y="1556792"/>
            <a:ext cx="1920240" cy="1815882"/>
          </a:xfrm>
        </p:spPr>
        <p:txBody>
          <a:bodyPr vert="horz" wrap="square" lIns="91440" tIns="45720" rIns="91440" bIns="45720" rtlCol="0">
            <a:spAutoFit/>
          </a:bodyPr>
          <a:lstStyle/>
          <a:p>
            <a:pPr marL="0" indent="0">
              <a:buNone/>
            </a:pPr>
            <a:r>
              <a:rPr lang="en-US" dirty="0"/>
              <a:t>Use to show hierarchical relationships progressing horizontally. Works well for decision trees.</a:t>
            </a:r>
          </a:p>
        </p:txBody>
      </p:sp>
      <p:graphicFrame>
        <p:nvGraphicFramePr>
          <p:cNvPr id="4" name="Diagram 3"/>
          <p:cNvGraphicFramePr/>
          <p:nvPr>
            <p:extLst>
              <p:ext uri="{D42A27DB-BD31-4B8C-83A1-F6EECF244321}">
                <p14:modId xmlns:p14="http://schemas.microsoft.com/office/powerpoint/2010/main" val="3947235631"/>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F6C0C7CA-5C70-4B42-9190-54CB50C6EC66}"/>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326829137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Horizontal Labeled Hierarchy</a:t>
            </a:r>
          </a:p>
        </p:txBody>
      </p:sp>
      <p:sp>
        <p:nvSpPr>
          <p:cNvPr id="6" name="Text Placeholder 5"/>
          <p:cNvSpPr>
            <a:spLocks noGrp="1"/>
          </p:cNvSpPr>
          <p:nvPr>
            <p:ph type="body" sz="quarter" idx="13"/>
          </p:nvPr>
        </p:nvSpPr>
        <p:spPr>
          <a:xfrm>
            <a:off x="371474" y="1556792"/>
            <a:ext cx="2268141" cy="3539430"/>
          </a:xfrm>
        </p:spPr>
        <p:txBody>
          <a:bodyPr vert="horz" wrap="square" lIns="91440" tIns="45720" rIns="91440" bIns="45720" rtlCol="0">
            <a:spAutoFit/>
          </a:bodyPr>
          <a:lstStyle/>
          <a:p>
            <a:pPr marL="0" indent="0">
              <a:buNone/>
            </a:pPr>
            <a:r>
              <a:rPr lang="en-US" dirty="0"/>
              <a:t>Use to show hierarchical relationships progressing horizontally and grouped hierarchically. Emphasizes heading or level 1 text. The first line of Level 1 text appears in the shape at the beginning of the hierarchy, and the second and all subsequent lines of Level 1 text appear at the top of the tall rectangles.</a:t>
            </a:r>
          </a:p>
        </p:txBody>
      </p:sp>
      <p:graphicFrame>
        <p:nvGraphicFramePr>
          <p:cNvPr id="4" name="Diagram 3"/>
          <p:cNvGraphicFramePr/>
          <p:nvPr>
            <p:extLst>
              <p:ext uri="{D42A27DB-BD31-4B8C-83A1-F6EECF244321}">
                <p14:modId xmlns:p14="http://schemas.microsoft.com/office/powerpoint/2010/main" val="2581027610"/>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A20720E0-2FD1-45E9-9EF4-0EFA153C26CD}"/>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222890492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US" dirty="0"/>
              <a:t>Relationship</a:t>
            </a:r>
          </a:p>
        </p:txBody>
      </p:sp>
      <p:sp>
        <p:nvSpPr>
          <p:cNvPr id="7" name="Subtitle 6"/>
          <p:cNvSpPr>
            <a:spLocks noGrp="1"/>
          </p:cNvSpPr>
          <p:nvPr>
            <p:ph type="subTitle" idx="1"/>
          </p:nvPr>
        </p:nvSpPr>
        <p:spPr/>
        <p:txBody>
          <a:bodyPr/>
          <a:lstStyle/>
          <a:p>
            <a:r>
              <a:rPr lang="en-US" dirty="0"/>
              <a:t>- 05 -</a:t>
            </a:r>
          </a:p>
        </p:txBody>
      </p:sp>
      <p:sp>
        <p:nvSpPr>
          <p:cNvPr id="6" name="Footer Placeholder 5">
            <a:extLst>
              <a:ext uri="{FF2B5EF4-FFF2-40B4-BE49-F238E27FC236}">
                <a16:creationId xmlns:a16="http://schemas.microsoft.com/office/drawing/2014/main" id="{C0EF9180-7A9F-4A66-B22D-FEDD1F88D0FD}"/>
              </a:ext>
            </a:extLst>
          </p:cNvPr>
          <p:cNvSpPr txBox="1">
            <a:spLocks/>
          </p:cNvSpPr>
          <p:nvPr/>
        </p:nvSpPr>
        <p:spPr>
          <a:xfrm>
            <a:off x="371475" y="6280675"/>
            <a:ext cx="7672502" cy="365125"/>
          </a:xfrm>
        </p:spPr>
        <p:txBody>
          <a:bodyPr anchor="ctr"/>
          <a:lstStyle>
            <a:defPPr>
              <a:defRPr lang="fr-FR"/>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r>
              <a:rPr lang="en-US" sz="1400" dirty="0"/>
              <a:t>PowerPoint SmartArt Graphics - The Complete Ready-to-use Collection </a:t>
            </a:r>
            <a:r>
              <a:rPr lang="en-US" sz="1400" i="1" dirty="0">
                <a:solidFill>
                  <a:schemeClr val="accent5"/>
                </a:solidFill>
              </a:rPr>
              <a:t>[2020 updated version]</a:t>
            </a:r>
          </a:p>
        </p:txBody>
      </p:sp>
    </p:spTree>
    <p:extLst>
      <p:ext uri="{BB962C8B-B14F-4D97-AF65-F5344CB8AC3E}">
        <p14:creationId xmlns:p14="http://schemas.microsoft.com/office/powerpoint/2010/main" val="338845669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Balance</a:t>
            </a:r>
          </a:p>
        </p:txBody>
      </p:sp>
      <p:sp>
        <p:nvSpPr>
          <p:cNvPr id="5" name="Text Placeholder 4"/>
          <p:cNvSpPr>
            <a:spLocks noGrp="1"/>
          </p:cNvSpPr>
          <p:nvPr>
            <p:ph type="body" sz="quarter" idx="13"/>
          </p:nvPr>
        </p:nvSpPr>
        <p:spPr>
          <a:xfrm>
            <a:off x="371474" y="1556792"/>
            <a:ext cx="2622549" cy="4031873"/>
          </a:xfrm>
        </p:spPr>
        <p:txBody>
          <a:bodyPr vert="horz" wrap="square" lIns="91440" tIns="45720" rIns="91440" bIns="45720" rtlCol="0">
            <a:spAutoFit/>
          </a:bodyPr>
          <a:lstStyle/>
          <a:p>
            <a:r>
              <a:rPr lang="en-US" dirty="0"/>
              <a:t>Use to compare or show the relationship between two ideas. Each of the first two lines of Level 1 text corresponds to text at the top of one side of the center point. Emphasizes Level 2 text, which is limited to four shapes on each side of the center point. The balance tips towards the side with the most shapes containing Level 2 text. Unused text does not appear, but remains available if you switch layouts. </a:t>
            </a:r>
          </a:p>
        </p:txBody>
      </p:sp>
      <p:graphicFrame>
        <p:nvGraphicFramePr>
          <p:cNvPr id="6" name="Diagram 5"/>
          <p:cNvGraphicFramePr/>
          <p:nvPr>
            <p:extLst>
              <p:ext uri="{D42A27DB-BD31-4B8C-83A1-F6EECF244321}">
                <p14:modId xmlns:p14="http://schemas.microsoft.com/office/powerpoint/2010/main" val="954951252"/>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F53520FB-EC4F-40B6-997E-DA8ABE6D87EF}"/>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3995082196"/>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Circle Relationship</a:t>
            </a:r>
          </a:p>
        </p:txBody>
      </p:sp>
      <p:sp>
        <p:nvSpPr>
          <p:cNvPr id="5" name="Text Placeholder 4"/>
          <p:cNvSpPr>
            <a:spLocks noGrp="1"/>
          </p:cNvSpPr>
          <p:nvPr>
            <p:ph type="body" sz="quarter" idx="13"/>
          </p:nvPr>
        </p:nvSpPr>
        <p:spPr>
          <a:xfrm>
            <a:off x="371475" y="1556792"/>
            <a:ext cx="1920240" cy="2308324"/>
          </a:xfrm>
        </p:spPr>
        <p:txBody>
          <a:bodyPr vert="horz" wrap="square" lIns="91440" tIns="45720" rIns="91440" bIns="45720" rtlCol="0">
            <a:spAutoFit/>
          </a:bodyPr>
          <a:lstStyle/>
          <a:p>
            <a:r>
              <a:rPr lang="en-US" dirty="0"/>
              <a:t>Use to show the relationship to or from a central idea. Level 2 text is added non-sequentially and is limited to five items. There can only be one Level 1 item.</a:t>
            </a:r>
          </a:p>
        </p:txBody>
      </p:sp>
      <p:graphicFrame>
        <p:nvGraphicFramePr>
          <p:cNvPr id="6" name="Diagram 5"/>
          <p:cNvGraphicFramePr/>
          <p:nvPr>
            <p:extLst>
              <p:ext uri="{D42A27DB-BD31-4B8C-83A1-F6EECF244321}">
                <p14:modId xmlns:p14="http://schemas.microsoft.com/office/powerpoint/2010/main" val="3625623180"/>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A1B961BD-4103-4C9D-A73D-901198BEC083}"/>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341972377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Funnel</a:t>
            </a:r>
          </a:p>
        </p:txBody>
      </p:sp>
      <p:sp>
        <p:nvSpPr>
          <p:cNvPr id="5" name="Text Placeholder 4"/>
          <p:cNvSpPr>
            <a:spLocks noGrp="1"/>
          </p:cNvSpPr>
          <p:nvPr>
            <p:ph type="body" sz="quarter" idx="13"/>
          </p:nvPr>
        </p:nvSpPr>
        <p:spPr>
          <a:xfrm>
            <a:off x="371474" y="1556792"/>
            <a:ext cx="2390775" cy="3539430"/>
          </a:xfrm>
        </p:spPr>
        <p:txBody>
          <a:bodyPr vert="horz" wrap="square" lIns="91440" tIns="45720" rIns="91440" bIns="45720" rtlCol="0">
            <a:spAutoFit/>
          </a:bodyPr>
          <a:lstStyle/>
          <a:p>
            <a:r>
              <a:rPr lang="en-US" dirty="0"/>
              <a:t>Use to show the filtering of information or how parts merge into a whole. Emphasizes the final outcome. Can contain up to four lines of Level 1 text; the last of these four Level 1 text lines appears below the funnel and the other lines  correspond to a circular shape. Unused text does not appear, but remains available if you switch layouts.</a:t>
            </a:r>
          </a:p>
        </p:txBody>
      </p:sp>
      <p:graphicFrame>
        <p:nvGraphicFramePr>
          <p:cNvPr id="6" name="Diagram 5"/>
          <p:cNvGraphicFramePr/>
          <p:nvPr>
            <p:extLst>
              <p:ext uri="{D42A27DB-BD31-4B8C-83A1-F6EECF244321}">
                <p14:modId xmlns:p14="http://schemas.microsoft.com/office/powerpoint/2010/main" val="2977144721"/>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59F7214F-E2D8-4198-AD43-831ACA061BA1}"/>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2994402625"/>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Opposing Ideas</a:t>
            </a:r>
          </a:p>
        </p:txBody>
      </p:sp>
      <p:sp>
        <p:nvSpPr>
          <p:cNvPr id="5" name="Text Placeholder 4"/>
          <p:cNvSpPr>
            <a:spLocks noGrp="1"/>
          </p:cNvSpPr>
          <p:nvPr>
            <p:ph type="body" sz="quarter" idx="13"/>
          </p:nvPr>
        </p:nvSpPr>
        <p:spPr>
          <a:xfrm>
            <a:off x="371475" y="1556792"/>
            <a:ext cx="1920240" cy="2554545"/>
          </a:xfrm>
        </p:spPr>
        <p:txBody>
          <a:bodyPr vert="horz" wrap="square" lIns="91440" tIns="45720" rIns="91440" bIns="45720" rtlCol="0">
            <a:spAutoFit/>
          </a:bodyPr>
          <a:lstStyle/>
          <a:p>
            <a:r>
              <a:rPr lang="en-US" dirty="0"/>
              <a:t>Use to show two opposing or contrasting ideas. Can have one or two Level 1 items. Each Level 1 text can contain multiple sub-levels. Works well with large amounts of text.</a:t>
            </a:r>
          </a:p>
        </p:txBody>
      </p:sp>
      <p:graphicFrame>
        <p:nvGraphicFramePr>
          <p:cNvPr id="6" name="Diagram 5"/>
          <p:cNvGraphicFramePr/>
          <p:nvPr>
            <p:extLst>
              <p:ext uri="{D42A27DB-BD31-4B8C-83A1-F6EECF244321}">
                <p14:modId xmlns:p14="http://schemas.microsoft.com/office/powerpoint/2010/main" val="1548848067"/>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7793D6A5-8EF6-4DD0-9D75-6AEA916CAA9C}"/>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371454972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Plus and Minus</a:t>
            </a:r>
          </a:p>
        </p:txBody>
      </p:sp>
      <p:sp>
        <p:nvSpPr>
          <p:cNvPr id="5" name="Text Placeholder 4"/>
          <p:cNvSpPr>
            <a:spLocks noGrp="1"/>
          </p:cNvSpPr>
          <p:nvPr>
            <p:ph type="body" sz="quarter" idx="13"/>
          </p:nvPr>
        </p:nvSpPr>
        <p:spPr>
          <a:xfrm>
            <a:off x="371475" y="1556792"/>
            <a:ext cx="1920240" cy="2554545"/>
          </a:xfrm>
        </p:spPr>
        <p:txBody>
          <a:bodyPr vert="horz" wrap="square" lIns="91440" tIns="45720" rIns="91440" bIns="45720" rtlCol="0">
            <a:spAutoFit/>
          </a:bodyPr>
          <a:lstStyle/>
          <a:p>
            <a:r>
              <a:rPr lang="en-US" dirty="0"/>
              <a:t>Use to show the pros and cons of  two ideas. Each Level 1 text can contain multiple sub-levels. Works well with large amounts of text. Limited to two Level 1 items.</a:t>
            </a:r>
          </a:p>
        </p:txBody>
      </p:sp>
      <p:graphicFrame>
        <p:nvGraphicFramePr>
          <p:cNvPr id="6" name="Diagram 5"/>
          <p:cNvGraphicFramePr/>
          <p:nvPr>
            <p:extLst>
              <p:ext uri="{D42A27DB-BD31-4B8C-83A1-F6EECF244321}">
                <p14:modId xmlns:p14="http://schemas.microsoft.com/office/powerpoint/2010/main" val="2997654378"/>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6F602D9C-C1B0-4322-B3BE-177DA246BCB2}"/>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559225516"/>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Reverse List</a:t>
            </a:r>
          </a:p>
        </p:txBody>
      </p:sp>
      <p:sp>
        <p:nvSpPr>
          <p:cNvPr id="5" name="Text Placeholder 4"/>
          <p:cNvSpPr>
            <a:spLocks noGrp="1"/>
          </p:cNvSpPr>
          <p:nvPr>
            <p:ph type="body" sz="quarter" idx="13"/>
          </p:nvPr>
        </p:nvSpPr>
        <p:spPr>
          <a:xfrm>
            <a:off x="371475" y="1556792"/>
            <a:ext cx="1920240" cy="2800767"/>
          </a:xfrm>
        </p:spPr>
        <p:txBody>
          <a:bodyPr vert="horz" wrap="square" lIns="91440" tIns="45720" rIns="91440" bIns="45720" rtlCol="0">
            <a:spAutoFit/>
          </a:bodyPr>
          <a:lstStyle/>
          <a:p>
            <a:r>
              <a:rPr lang="en-US" dirty="0"/>
              <a:t>Use to change between two items. Only the first two items of text display, and each item can contain a large amount of text. Works well to show a change between two items or shift in order.</a:t>
            </a:r>
          </a:p>
        </p:txBody>
      </p:sp>
      <p:graphicFrame>
        <p:nvGraphicFramePr>
          <p:cNvPr id="6" name="Diagram 5"/>
          <p:cNvGraphicFramePr/>
          <p:nvPr>
            <p:extLst>
              <p:ext uri="{D42A27DB-BD31-4B8C-83A1-F6EECF244321}">
                <p14:modId xmlns:p14="http://schemas.microsoft.com/office/powerpoint/2010/main" val="3757939850"/>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2F182369-51B0-4DAA-9793-A899A5F1DEF2}"/>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3945525553"/>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Counterbalance Arrows</a:t>
            </a:r>
          </a:p>
        </p:txBody>
      </p:sp>
      <p:sp>
        <p:nvSpPr>
          <p:cNvPr id="5" name="Text Placeholder 4"/>
          <p:cNvSpPr>
            <a:spLocks noGrp="1"/>
          </p:cNvSpPr>
          <p:nvPr>
            <p:ph type="body" sz="quarter" idx="13"/>
          </p:nvPr>
        </p:nvSpPr>
        <p:spPr>
          <a:xfrm>
            <a:off x="371475" y="1556792"/>
            <a:ext cx="1920240" cy="3046988"/>
          </a:xfrm>
        </p:spPr>
        <p:txBody>
          <a:bodyPr vert="horz" wrap="square" lIns="91440" tIns="45720" rIns="91440" bIns="45720" rtlCol="0">
            <a:spAutoFit/>
          </a:bodyPr>
          <a:lstStyle/>
          <a:p>
            <a:r>
              <a:rPr lang="en-US" dirty="0"/>
              <a:t>Use to show two opposing ideas or concepts. Each of the first two lines of Level 1 text corresponds to an arrow and works well with Level 2 text. Unused text does not appear, but remains available if you switch layouts.</a:t>
            </a:r>
          </a:p>
        </p:txBody>
      </p:sp>
      <p:graphicFrame>
        <p:nvGraphicFramePr>
          <p:cNvPr id="6" name="Diagram 5"/>
          <p:cNvGraphicFramePr/>
          <p:nvPr>
            <p:extLst>
              <p:ext uri="{D42A27DB-BD31-4B8C-83A1-F6EECF244321}">
                <p14:modId xmlns:p14="http://schemas.microsoft.com/office/powerpoint/2010/main" val="2227777650"/>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322DF686-5A50-49C5-B80F-8A1EED086358}"/>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1827304683"/>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Converging Arrows</a:t>
            </a:r>
          </a:p>
        </p:txBody>
      </p:sp>
      <p:sp>
        <p:nvSpPr>
          <p:cNvPr id="5" name="Text Placeholder 4"/>
          <p:cNvSpPr>
            <a:spLocks noGrp="1"/>
          </p:cNvSpPr>
          <p:nvPr>
            <p:ph type="body" sz="quarter" idx="13"/>
          </p:nvPr>
        </p:nvSpPr>
        <p:spPr>
          <a:xfrm>
            <a:off x="371475" y="1556792"/>
            <a:ext cx="1920240" cy="1569660"/>
          </a:xfrm>
        </p:spPr>
        <p:txBody>
          <a:bodyPr vert="horz" wrap="square" lIns="91440" tIns="45720" rIns="91440" bIns="45720" rtlCol="0">
            <a:spAutoFit/>
          </a:bodyPr>
          <a:lstStyle/>
          <a:p>
            <a:r>
              <a:rPr lang="en-US" dirty="0"/>
              <a:t>Use to show ideas or concepts that converge to a central point. Works best with Level 1 text only.</a:t>
            </a:r>
          </a:p>
        </p:txBody>
      </p:sp>
      <p:graphicFrame>
        <p:nvGraphicFramePr>
          <p:cNvPr id="6" name="Diagram 5"/>
          <p:cNvGraphicFramePr/>
          <p:nvPr>
            <p:extLst>
              <p:ext uri="{D42A27DB-BD31-4B8C-83A1-F6EECF244321}">
                <p14:modId xmlns:p14="http://schemas.microsoft.com/office/powerpoint/2010/main" val="1535521068"/>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2C8E9CC9-A178-44BA-99AB-E233B5B4C9C6}"/>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3987811491"/>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Diverging Arrows</a:t>
            </a:r>
          </a:p>
        </p:txBody>
      </p:sp>
      <p:sp>
        <p:nvSpPr>
          <p:cNvPr id="5" name="Text Placeholder 4"/>
          <p:cNvSpPr>
            <a:spLocks noGrp="1"/>
          </p:cNvSpPr>
          <p:nvPr>
            <p:ph type="body" sz="quarter" idx="13"/>
          </p:nvPr>
        </p:nvSpPr>
        <p:spPr>
          <a:xfrm>
            <a:off x="371475" y="1556792"/>
            <a:ext cx="1920240" cy="1815882"/>
          </a:xfrm>
        </p:spPr>
        <p:txBody>
          <a:bodyPr vert="horz" wrap="square" lIns="91440" tIns="45720" rIns="91440" bIns="45720" rtlCol="0">
            <a:spAutoFit/>
          </a:bodyPr>
          <a:lstStyle/>
          <a:p>
            <a:r>
              <a:rPr lang="en-US" dirty="0"/>
              <a:t>Use to show ideas or concepts that progress outward from a central source. Works best with Level 1 text only.</a:t>
            </a:r>
          </a:p>
        </p:txBody>
      </p:sp>
      <p:graphicFrame>
        <p:nvGraphicFramePr>
          <p:cNvPr id="6" name="Diagram 5"/>
          <p:cNvGraphicFramePr/>
          <p:nvPr>
            <p:extLst>
              <p:ext uri="{D42A27DB-BD31-4B8C-83A1-F6EECF244321}">
                <p14:modId xmlns:p14="http://schemas.microsoft.com/office/powerpoint/2010/main" val="2051401952"/>
              </p:ext>
            </p:extLst>
          </p:nvPr>
        </p:nvGraphicFramePr>
        <p:xfrm>
          <a:off x="2994024" y="1557576"/>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A6EDD3E6-9E0C-450B-8FFF-2B9A83A6FB3C}"/>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3331025463"/>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Opposing Arrows</a:t>
            </a:r>
          </a:p>
        </p:txBody>
      </p:sp>
      <p:sp>
        <p:nvSpPr>
          <p:cNvPr id="5" name="Text Placeholder 4"/>
          <p:cNvSpPr>
            <a:spLocks noGrp="1"/>
          </p:cNvSpPr>
          <p:nvPr>
            <p:ph type="body" sz="quarter" idx="13"/>
          </p:nvPr>
        </p:nvSpPr>
        <p:spPr>
          <a:xfrm>
            <a:off x="371475" y="1556792"/>
            <a:ext cx="1920240" cy="2800767"/>
          </a:xfrm>
        </p:spPr>
        <p:txBody>
          <a:bodyPr vert="horz" wrap="square" lIns="91440" tIns="45720" rIns="91440" bIns="45720" rtlCol="0">
            <a:spAutoFit/>
          </a:bodyPr>
          <a:lstStyle/>
          <a:p>
            <a:r>
              <a:rPr lang="en-US" dirty="0"/>
              <a:t>Use to show two opposing ideas, or ideas that diverge from a central point. Each of the first two lines of Level 1 text corresponds to an arrow. Unused text does not appear, but remains available if you switch layouts.</a:t>
            </a:r>
          </a:p>
        </p:txBody>
      </p:sp>
      <p:graphicFrame>
        <p:nvGraphicFramePr>
          <p:cNvPr id="6" name="Diagram 5"/>
          <p:cNvGraphicFramePr/>
          <p:nvPr>
            <p:extLst>
              <p:ext uri="{D42A27DB-BD31-4B8C-83A1-F6EECF244321}">
                <p14:modId xmlns:p14="http://schemas.microsoft.com/office/powerpoint/2010/main" val="68481175"/>
              </p:ext>
            </p:extLst>
          </p:nvPr>
        </p:nvGraphicFramePr>
        <p:xfrm>
          <a:off x="2994024" y="1551484"/>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00AFA54B-732A-4915-88E6-DF8B8FBC20D1}"/>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274563419"/>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Tabbed Arc</a:t>
            </a:r>
          </a:p>
        </p:txBody>
      </p:sp>
      <p:sp>
        <p:nvSpPr>
          <p:cNvPr id="5" name="Text Placeholder 4"/>
          <p:cNvSpPr>
            <a:spLocks noGrp="1"/>
          </p:cNvSpPr>
          <p:nvPr>
            <p:ph type="body" sz="quarter" idx="13"/>
          </p:nvPr>
        </p:nvSpPr>
        <p:spPr>
          <a:xfrm>
            <a:off x="371475" y="1556792"/>
            <a:ext cx="1920240" cy="1569660"/>
          </a:xfrm>
          <a:solidFill>
            <a:schemeClr val="tx1">
              <a:lumMod val="20000"/>
              <a:lumOff val="80000"/>
            </a:schemeClr>
          </a:solidFill>
          <a:effectLst>
            <a:outerShdw dist="38100" dir="2700000" algn="tl" rotWithShape="0">
              <a:schemeClr val="tx2">
                <a:alpha val="40000"/>
              </a:schemeClr>
            </a:outerShdw>
          </a:effectLst>
        </p:spPr>
        <p:txBody>
          <a:bodyPr vert="horz" wrap="square" lIns="91440" tIns="45720" rIns="91440" bIns="45720" rtlCol="0">
            <a:spAutoFit/>
          </a:bodyPr>
          <a:lstStyle/>
          <a:p>
            <a:r>
              <a:rPr lang="en-US" dirty="0"/>
              <a:t>Use to show a set of related items arcing over a common area.  Best with small amounts of text.</a:t>
            </a:r>
          </a:p>
        </p:txBody>
      </p:sp>
      <p:graphicFrame>
        <p:nvGraphicFramePr>
          <p:cNvPr id="6" name="Diagram 5"/>
          <p:cNvGraphicFramePr/>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Footer Placeholder 6">
            <a:extLst>
              <a:ext uri="{FF2B5EF4-FFF2-40B4-BE49-F238E27FC236}">
                <a16:creationId xmlns:a16="http://schemas.microsoft.com/office/drawing/2014/main" id="{5952AF93-F495-45FF-8103-4EAAB1F2D990}"/>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3147258073"/>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Basic Target</a:t>
            </a:r>
          </a:p>
        </p:txBody>
      </p:sp>
      <p:sp>
        <p:nvSpPr>
          <p:cNvPr id="5" name="Text Placeholder 4"/>
          <p:cNvSpPr>
            <a:spLocks noGrp="1"/>
          </p:cNvSpPr>
          <p:nvPr>
            <p:ph type="body" sz="quarter" idx="13"/>
          </p:nvPr>
        </p:nvSpPr>
        <p:spPr>
          <a:xfrm>
            <a:off x="371475" y="1556792"/>
            <a:ext cx="1920240" cy="3046988"/>
          </a:xfrm>
        </p:spPr>
        <p:txBody>
          <a:bodyPr vert="horz" wrap="square" lIns="91440" tIns="45720" rIns="91440" bIns="45720" rtlCol="0">
            <a:spAutoFit/>
          </a:bodyPr>
          <a:lstStyle/>
          <a:p>
            <a:r>
              <a:rPr lang="en-US" dirty="0"/>
              <a:t>Use to show containment, gradations, or hierarchical relationships. The first five lines of Level 1 text are associated with a circle. Unused text does not appear, but remains available if you switch layouts.</a:t>
            </a:r>
          </a:p>
        </p:txBody>
      </p:sp>
      <p:graphicFrame>
        <p:nvGraphicFramePr>
          <p:cNvPr id="6" name="Diagram 5"/>
          <p:cNvGraphicFramePr/>
          <p:nvPr>
            <p:extLst>
              <p:ext uri="{D42A27DB-BD31-4B8C-83A1-F6EECF244321}">
                <p14:modId xmlns:p14="http://schemas.microsoft.com/office/powerpoint/2010/main" val="3205086320"/>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12D7A9FA-4D12-4C0F-870B-5557B989D443}"/>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2874318742"/>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Basic Venn</a:t>
            </a:r>
          </a:p>
        </p:txBody>
      </p:sp>
      <p:sp>
        <p:nvSpPr>
          <p:cNvPr id="5" name="Text Placeholder 4"/>
          <p:cNvSpPr>
            <a:spLocks noGrp="1"/>
          </p:cNvSpPr>
          <p:nvPr>
            <p:ph type="body" sz="quarter" idx="13"/>
          </p:nvPr>
        </p:nvSpPr>
        <p:spPr>
          <a:xfrm>
            <a:off x="371474" y="1556792"/>
            <a:ext cx="2268141" cy="4031873"/>
          </a:xfrm>
        </p:spPr>
        <p:txBody>
          <a:bodyPr vert="horz" wrap="square" lIns="91440" tIns="45720" rIns="91440" bIns="45720" rtlCol="0">
            <a:spAutoFit/>
          </a:bodyPr>
          <a:lstStyle/>
          <a:p>
            <a:r>
              <a:rPr lang="en-US" dirty="0"/>
              <a:t>Use to show overlapping or interconnected relationships. The first seven lines of Level 1 text correspond with a circle. If there are four or fewer lines of Level 1 text, the text is inside the circles. If there are more than four lines of Level 1 text, the text is outside of the circles. Unused text does not appear, but remains available if you switch layouts.</a:t>
            </a:r>
          </a:p>
        </p:txBody>
      </p:sp>
      <p:graphicFrame>
        <p:nvGraphicFramePr>
          <p:cNvPr id="6" name="Diagram 5"/>
          <p:cNvGraphicFramePr/>
          <p:nvPr>
            <p:extLst>
              <p:ext uri="{D42A27DB-BD31-4B8C-83A1-F6EECF244321}">
                <p14:modId xmlns:p14="http://schemas.microsoft.com/office/powerpoint/2010/main" val="1071456076"/>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E92E4F77-3A08-483C-87B4-E8FCB8B1D038}"/>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1413892251"/>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Linear Venn</a:t>
            </a:r>
          </a:p>
        </p:txBody>
      </p:sp>
      <p:sp>
        <p:nvSpPr>
          <p:cNvPr id="5" name="Text Placeholder 4"/>
          <p:cNvSpPr>
            <a:spLocks noGrp="1"/>
          </p:cNvSpPr>
          <p:nvPr>
            <p:ph type="body" sz="quarter" idx="13"/>
          </p:nvPr>
        </p:nvSpPr>
        <p:spPr>
          <a:xfrm>
            <a:off x="371475" y="1556792"/>
            <a:ext cx="1920240" cy="1569660"/>
          </a:xfrm>
        </p:spPr>
        <p:txBody>
          <a:bodyPr vert="horz" wrap="square" lIns="91440" tIns="45720" rIns="91440" bIns="45720" rtlCol="0">
            <a:spAutoFit/>
          </a:bodyPr>
          <a:lstStyle/>
          <a:p>
            <a:r>
              <a:rPr lang="en-US" dirty="0"/>
              <a:t>Use to show overlapping relationships in a sequence. Works best with Level 1 text only.</a:t>
            </a:r>
          </a:p>
        </p:txBody>
      </p:sp>
      <p:graphicFrame>
        <p:nvGraphicFramePr>
          <p:cNvPr id="6" name="Diagram 5"/>
          <p:cNvGraphicFramePr/>
          <p:nvPr>
            <p:extLst>
              <p:ext uri="{D42A27DB-BD31-4B8C-83A1-F6EECF244321}">
                <p14:modId xmlns:p14="http://schemas.microsoft.com/office/powerpoint/2010/main" val="355407429"/>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29A5C645-E47B-48EE-B016-3D8B4EE0E544}"/>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4183214230"/>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Stacked Venn</a:t>
            </a:r>
          </a:p>
        </p:txBody>
      </p:sp>
      <p:sp>
        <p:nvSpPr>
          <p:cNvPr id="5" name="Text Placeholder 4"/>
          <p:cNvSpPr>
            <a:spLocks noGrp="1"/>
          </p:cNvSpPr>
          <p:nvPr>
            <p:ph type="body" sz="quarter" idx="13"/>
          </p:nvPr>
        </p:nvSpPr>
        <p:spPr>
          <a:xfrm>
            <a:off x="371475" y="1556792"/>
            <a:ext cx="1920240" cy="3785652"/>
          </a:xfrm>
        </p:spPr>
        <p:txBody>
          <a:bodyPr vert="horz" wrap="square" lIns="91440" tIns="45720" rIns="91440" bIns="45720" rtlCol="0">
            <a:spAutoFit/>
          </a:bodyPr>
          <a:lstStyle/>
          <a:p>
            <a:r>
              <a:rPr lang="en-US" dirty="0"/>
              <a:t>Use to show overlapping relationships. A good choice for emphasizing growth or gradation. Works best with Level 1 text only. The first seven lines of Level 1 text correspond to a circular shape. Unused text does not appear, but remains available if you switch layouts.</a:t>
            </a:r>
          </a:p>
        </p:txBody>
      </p:sp>
      <p:graphicFrame>
        <p:nvGraphicFramePr>
          <p:cNvPr id="6" name="Diagram 5"/>
          <p:cNvGraphicFramePr/>
          <p:nvPr>
            <p:extLst>
              <p:ext uri="{D42A27DB-BD31-4B8C-83A1-F6EECF244321}">
                <p14:modId xmlns:p14="http://schemas.microsoft.com/office/powerpoint/2010/main" val="1255931669"/>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2E9C1E14-5076-4EBF-9D57-41EA209008F5}"/>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1922770187"/>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Interconnected Rings</a:t>
            </a:r>
          </a:p>
        </p:txBody>
      </p:sp>
      <p:sp>
        <p:nvSpPr>
          <p:cNvPr id="5" name="Text Placeholder 4"/>
          <p:cNvSpPr>
            <a:spLocks noGrp="1"/>
          </p:cNvSpPr>
          <p:nvPr>
            <p:ph type="body" sz="quarter" idx="13"/>
          </p:nvPr>
        </p:nvSpPr>
        <p:spPr>
          <a:xfrm>
            <a:off x="371475" y="1556792"/>
            <a:ext cx="1920240" cy="2800767"/>
          </a:xfrm>
        </p:spPr>
        <p:txBody>
          <a:bodyPr vert="horz" wrap="square" lIns="91440" tIns="45720" rIns="91440" bIns="45720" rtlCol="0">
            <a:spAutoFit/>
          </a:bodyPr>
          <a:lstStyle/>
          <a:p>
            <a:r>
              <a:rPr lang="en-US" dirty="0"/>
              <a:t>Use to show overlapping or interconnected ideas or concepts. The first seven lines of Level 1 text correspond with a circle. Unused text does not appear, but remains available if you switch layouts. </a:t>
            </a:r>
          </a:p>
        </p:txBody>
      </p:sp>
      <p:graphicFrame>
        <p:nvGraphicFramePr>
          <p:cNvPr id="6" name="Diagram 5"/>
          <p:cNvGraphicFramePr/>
          <p:nvPr>
            <p:extLst>
              <p:ext uri="{D42A27DB-BD31-4B8C-83A1-F6EECF244321}">
                <p14:modId xmlns:p14="http://schemas.microsoft.com/office/powerpoint/2010/main" val="3525643878"/>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2D8387DC-CF5C-4A5D-A147-4AC4D1474DA6}"/>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3220563087"/>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762250" y="353462"/>
            <a:ext cx="8591549" cy="707886"/>
          </a:xfrm>
        </p:spPr>
        <p:txBody>
          <a:bodyPr/>
          <a:lstStyle/>
          <a:p>
            <a:r>
              <a:rPr lang="en-US" dirty="0"/>
              <a:t>Converging Radial</a:t>
            </a:r>
          </a:p>
        </p:txBody>
      </p:sp>
      <p:sp>
        <p:nvSpPr>
          <p:cNvPr id="5" name="Text Placeholder 4"/>
          <p:cNvSpPr>
            <a:spLocks noGrp="1"/>
          </p:cNvSpPr>
          <p:nvPr>
            <p:ph type="body" sz="quarter" idx="13"/>
          </p:nvPr>
        </p:nvSpPr>
        <p:spPr>
          <a:xfrm>
            <a:off x="371475" y="1556792"/>
            <a:ext cx="1920240" cy="4524315"/>
          </a:xfrm>
        </p:spPr>
        <p:txBody>
          <a:bodyPr vert="horz" wrap="square" lIns="91440" tIns="45720" rIns="91440" bIns="45720" rtlCol="0">
            <a:spAutoFit/>
          </a:bodyPr>
          <a:lstStyle/>
          <a:p>
            <a:r>
              <a:rPr lang="en-US" dirty="0"/>
              <a:t>Use to show relationships of concepts or components to a central idea in a cycle. The first line of Level 1 text corresponds to the central circular shape and the lines of Level 2 text correspond to the surrounding rectangular shapes. Unused text does not appear, but remains available if you switch layouts.</a:t>
            </a:r>
          </a:p>
        </p:txBody>
      </p:sp>
      <p:graphicFrame>
        <p:nvGraphicFramePr>
          <p:cNvPr id="6" name="Diagram 5"/>
          <p:cNvGraphicFramePr/>
          <p:nvPr>
            <p:extLst>
              <p:ext uri="{D42A27DB-BD31-4B8C-83A1-F6EECF244321}">
                <p14:modId xmlns:p14="http://schemas.microsoft.com/office/powerpoint/2010/main" val="2114444569"/>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3" name="Group 2">
            <a:extLst>
              <a:ext uri="{FF2B5EF4-FFF2-40B4-BE49-F238E27FC236}">
                <a16:creationId xmlns:a16="http://schemas.microsoft.com/office/drawing/2014/main" id="{25CEBD46-7D5A-4225-9BE8-F17FFB6A5D39}"/>
              </a:ext>
            </a:extLst>
          </p:cNvPr>
          <p:cNvGrpSpPr/>
          <p:nvPr/>
        </p:nvGrpSpPr>
        <p:grpSpPr>
          <a:xfrm>
            <a:off x="10821810" y="-11194"/>
            <a:ext cx="1370189" cy="1381381"/>
            <a:chOff x="10821810" y="-11194"/>
            <a:chExt cx="1370189" cy="1381381"/>
          </a:xfrm>
        </p:grpSpPr>
        <p:sp>
          <p:nvSpPr>
            <p:cNvPr id="7" name="Diagonal Stripe 6">
              <a:extLst>
                <a:ext uri="{FF2B5EF4-FFF2-40B4-BE49-F238E27FC236}">
                  <a16:creationId xmlns:a16="http://schemas.microsoft.com/office/drawing/2014/main" id="{B16A165D-5324-4F79-B336-33FB95D69FE4}"/>
                </a:ext>
              </a:extLst>
            </p:cNvPr>
            <p:cNvSpPr/>
            <p:nvPr/>
          </p:nvSpPr>
          <p:spPr>
            <a:xfrm rot="5400000">
              <a:off x="10821810" y="-2"/>
              <a:ext cx="1370189" cy="1370189"/>
            </a:xfrm>
            <a:prstGeom prst="diagStripe">
              <a:avLst>
                <a:gd name="adj" fmla="val 30578"/>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Diagonal Stripe 7">
              <a:extLst>
                <a:ext uri="{FF2B5EF4-FFF2-40B4-BE49-F238E27FC236}">
                  <a16:creationId xmlns:a16="http://schemas.microsoft.com/office/drawing/2014/main" id="{C0BD615D-CC0C-4BBA-8264-A5DAFEA296EC}"/>
                </a:ext>
              </a:extLst>
            </p:cNvPr>
            <p:cNvSpPr/>
            <p:nvPr/>
          </p:nvSpPr>
          <p:spPr>
            <a:xfrm rot="5400000">
              <a:off x="10930274" y="0"/>
              <a:ext cx="1261725" cy="1261725"/>
            </a:xfrm>
            <a:prstGeom prst="diagStripe">
              <a:avLst>
                <a:gd name="adj" fmla="val 41378"/>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Box 8">
              <a:extLst>
                <a:ext uri="{FF2B5EF4-FFF2-40B4-BE49-F238E27FC236}">
                  <a16:creationId xmlns:a16="http://schemas.microsoft.com/office/drawing/2014/main" id="{EB71F5FF-0979-4A99-A719-301E51A9038F}"/>
                </a:ext>
              </a:extLst>
            </p:cNvPr>
            <p:cNvSpPr txBox="1"/>
            <p:nvPr/>
          </p:nvSpPr>
          <p:spPr>
            <a:xfrm rot="2700000">
              <a:off x="11269292" y="188220"/>
              <a:ext cx="922047" cy="523220"/>
            </a:xfrm>
            <a:prstGeom prst="rect">
              <a:avLst/>
            </a:prstGeom>
            <a:noFill/>
          </p:spPr>
          <p:txBody>
            <a:bodyPr wrap="none" rtlCol="0" anchor="ctr">
              <a:spAutoFit/>
            </a:bodyPr>
            <a:lstStyle/>
            <a:p>
              <a:r>
                <a:rPr lang="en-US" sz="2800" b="1" dirty="0">
                  <a:solidFill>
                    <a:schemeClr val="bg2">
                      <a:lumMod val="10000"/>
                    </a:schemeClr>
                  </a:solidFill>
                </a:rPr>
                <a:t>NEW</a:t>
              </a:r>
            </a:p>
          </p:txBody>
        </p:sp>
      </p:grpSp>
      <p:sp>
        <p:nvSpPr>
          <p:cNvPr id="11" name="Footer Placeholder 10">
            <a:extLst>
              <a:ext uri="{FF2B5EF4-FFF2-40B4-BE49-F238E27FC236}">
                <a16:creationId xmlns:a16="http://schemas.microsoft.com/office/drawing/2014/main" id="{BBA157CD-D680-4068-A58B-5D255E313E80}"/>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1935293620"/>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762250" y="353462"/>
            <a:ext cx="8591549" cy="707886"/>
          </a:xfrm>
        </p:spPr>
        <p:txBody>
          <a:bodyPr/>
          <a:lstStyle/>
          <a:p>
            <a:r>
              <a:rPr lang="en-US" dirty="0"/>
              <a:t>Radial List</a:t>
            </a:r>
          </a:p>
        </p:txBody>
      </p:sp>
      <p:sp>
        <p:nvSpPr>
          <p:cNvPr id="5" name="Text Placeholder 4"/>
          <p:cNvSpPr>
            <a:spLocks noGrp="1"/>
          </p:cNvSpPr>
          <p:nvPr>
            <p:ph type="body" sz="quarter" idx="13"/>
          </p:nvPr>
        </p:nvSpPr>
        <p:spPr>
          <a:xfrm>
            <a:off x="371475" y="1556792"/>
            <a:ext cx="1920240" cy="3046988"/>
          </a:xfrm>
        </p:spPr>
        <p:txBody>
          <a:bodyPr vert="horz" wrap="square" lIns="91440" tIns="45720" rIns="91440" bIns="45720" rtlCol="0">
            <a:spAutoFit/>
          </a:bodyPr>
          <a:lstStyle/>
          <a:p>
            <a:r>
              <a:rPr lang="en-US" dirty="0"/>
              <a:t>Use to show relationships to a central idea in a cycle. The center shape can contain a picture. Level 1 text appears in the smaller circles and any related Level 2 text appears to the side of the smaller circles.</a:t>
            </a:r>
          </a:p>
        </p:txBody>
      </p:sp>
      <p:graphicFrame>
        <p:nvGraphicFramePr>
          <p:cNvPr id="6" name="Diagram 5"/>
          <p:cNvGraphicFramePr/>
          <p:nvPr>
            <p:extLst>
              <p:ext uri="{D42A27DB-BD31-4B8C-83A1-F6EECF244321}">
                <p14:modId xmlns:p14="http://schemas.microsoft.com/office/powerpoint/2010/main" val="1368678897"/>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3" name="Group 2">
            <a:extLst>
              <a:ext uri="{FF2B5EF4-FFF2-40B4-BE49-F238E27FC236}">
                <a16:creationId xmlns:a16="http://schemas.microsoft.com/office/drawing/2014/main" id="{25CEBD46-7D5A-4225-9BE8-F17FFB6A5D39}"/>
              </a:ext>
            </a:extLst>
          </p:cNvPr>
          <p:cNvGrpSpPr/>
          <p:nvPr/>
        </p:nvGrpSpPr>
        <p:grpSpPr>
          <a:xfrm>
            <a:off x="10821810" y="-11194"/>
            <a:ext cx="1370189" cy="1381381"/>
            <a:chOff x="10821810" y="-11194"/>
            <a:chExt cx="1370189" cy="1381381"/>
          </a:xfrm>
        </p:grpSpPr>
        <p:sp>
          <p:nvSpPr>
            <p:cNvPr id="7" name="Diagonal Stripe 6">
              <a:extLst>
                <a:ext uri="{FF2B5EF4-FFF2-40B4-BE49-F238E27FC236}">
                  <a16:creationId xmlns:a16="http://schemas.microsoft.com/office/drawing/2014/main" id="{B16A165D-5324-4F79-B336-33FB95D69FE4}"/>
                </a:ext>
              </a:extLst>
            </p:cNvPr>
            <p:cNvSpPr/>
            <p:nvPr/>
          </p:nvSpPr>
          <p:spPr>
            <a:xfrm rot="5400000">
              <a:off x="10821810" y="-2"/>
              <a:ext cx="1370189" cy="1370189"/>
            </a:xfrm>
            <a:prstGeom prst="diagStripe">
              <a:avLst>
                <a:gd name="adj" fmla="val 30578"/>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Diagonal Stripe 7">
              <a:extLst>
                <a:ext uri="{FF2B5EF4-FFF2-40B4-BE49-F238E27FC236}">
                  <a16:creationId xmlns:a16="http://schemas.microsoft.com/office/drawing/2014/main" id="{C0BD615D-CC0C-4BBA-8264-A5DAFEA296EC}"/>
                </a:ext>
              </a:extLst>
            </p:cNvPr>
            <p:cNvSpPr/>
            <p:nvPr/>
          </p:nvSpPr>
          <p:spPr>
            <a:xfrm rot="5400000">
              <a:off x="10930274" y="0"/>
              <a:ext cx="1261725" cy="1261725"/>
            </a:xfrm>
            <a:prstGeom prst="diagStripe">
              <a:avLst>
                <a:gd name="adj" fmla="val 41378"/>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Box 8">
              <a:extLst>
                <a:ext uri="{FF2B5EF4-FFF2-40B4-BE49-F238E27FC236}">
                  <a16:creationId xmlns:a16="http://schemas.microsoft.com/office/drawing/2014/main" id="{EB71F5FF-0979-4A99-A719-301E51A9038F}"/>
                </a:ext>
              </a:extLst>
            </p:cNvPr>
            <p:cNvSpPr txBox="1"/>
            <p:nvPr/>
          </p:nvSpPr>
          <p:spPr>
            <a:xfrm rot="2700000">
              <a:off x="11269292" y="188220"/>
              <a:ext cx="922047" cy="523220"/>
            </a:xfrm>
            <a:prstGeom prst="rect">
              <a:avLst/>
            </a:prstGeom>
            <a:noFill/>
          </p:spPr>
          <p:txBody>
            <a:bodyPr wrap="none" rtlCol="0" anchor="ctr">
              <a:spAutoFit/>
            </a:bodyPr>
            <a:lstStyle/>
            <a:p>
              <a:r>
                <a:rPr lang="en-US" sz="2800" b="1" dirty="0">
                  <a:solidFill>
                    <a:schemeClr val="bg2">
                      <a:lumMod val="10000"/>
                    </a:schemeClr>
                  </a:solidFill>
                </a:rPr>
                <a:t>NEW</a:t>
              </a:r>
            </a:p>
          </p:txBody>
        </p:sp>
      </p:grpSp>
      <p:sp>
        <p:nvSpPr>
          <p:cNvPr id="10" name="Footer Placeholder 9">
            <a:extLst>
              <a:ext uri="{FF2B5EF4-FFF2-40B4-BE49-F238E27FC236}">
                <a16:creationId xmlns:a16="http://schemas.microsoft.com/office/drawing/2014/main" id="{2353660A-2162-4B6C-AACD-77BB8673BDC3}"/>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2251033711"/>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US" dirty="0"/>
              <a:t>Matrix</a:t>
            </a:r>
          </a:p>
        </p:txBody>
      </p:sp>
      <p:sp>
        <p:nvSpPr>
          <p:cNvPr id="7" name="Subtitle 6"/>
          <p:cNvSpPr>
            <a:spLocks noGrp="1"/>
          </p:cNvSpPr>
          <p:nvPr>
            <p:ph type="subTitle" idx="1"/>
          </p:nvPr>
        </p:nvSpPr>
        <p:spPr/>
        <p:txBody>
          <a:bodyPr/>
          <a:lstStyle/>
          <a:p>
            <a:r>
              <a:rPr lang="en-US" dirty="0"/>
              <a:t>- 06 -</a:t>
            </a:r>
          </a:p>
        </p:txBody>
      </p:sp>
      <p:sp>
        <p:nvSpPr>
          <p:cNvPr id="6" name="Footer Placeholder 5">
            <a:extLst>
              <a:ext uri="{FF2B5EF4-FFF2-40B4-BE49-F238E27FC236}">
                <a16:creationId xmlns:a16="http://schemas.microsoft.com/office/drawing/2014/main" id="{ABDBEDA5-27D2-4036-947F-0066305649EA}"/>
              </a:ext>
            </a:extLst>
          </p:cNvPr>
          <p:cNvSpPr txBox="1">
            <a:spLocks/>
          </p:cNvSpPr>
          <p:nvPr/>
        </p:nvSpPr>
        <p:spPr>
          <a:xfrm>
            <a:off x="371475" y="6280675"/>
            <a:ext cx="7672502" cy="365125"/>
          </a:xfrm>
        </p:spPr>
        <p:txBody>
          <a:bodyPr anchor="ctr"/>
          <a:lstStyle>
            <a:defPPr>
              <a:defRPr lang="fr-FR"/>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r>
              <a:rPr lang="en-US" sz="1400" dirty="0"/>
              <a:t>PowerPoint SmartArt Graphics - The Complete Ready-to-use Collection </a:t>
            </a:r>
            <a:r>
              <a:rPr lang="en-US" sz="1400" i="1" dirty="0">
                <a:solidFill>
                  <a:schemeClr val="accent5"/>
                </a:solidFill>
              </a:rPr>
              <a:t>[2020 updated version]</a:t>
            </a:r>
          </a:p>
        </p:txBody>
      </p:sp>
    </p:spTree>
    <p:extLst>
      <p:ext uri="{BB962C8B-B14F-4D97-AF65-F5344CB8AC3E}">
        <p14:creationId xmlns:p14="http://schemas.microsoft.com/office/powerpoint/2010/main" val="4045702101"/>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Basic Matrix</a:t>
            </a:r>
          </a:p>
        </p:txBody>
      </p:sp>
      <p:sp>
        <p:nvSpPr>
          <p:cNvPr id="5" name="Text Placeholder 4"/>
          <p:cNvSpPr>
            <a:spLocks noGrp="1"/>
          </p:cNvSpPr>
          <p:nvPr>
            <p:ph type="body" sz="quarter" idx="13"/>
          </p:nvPr>
        </p:nvSpPr>
        <p:spPr>
          <a:xfrm>
            <a:off x="371475" y="1556792"/>
            <a:ext cx="1920240" cy="2800767"/>
          </a:xfrm>
        </p:spPr>
        <p:txBody>
          <a:bodyPr vert="horz" wrap="square" lIns="91440" tIns="45720" rIns="91440" bIns="45720" rtlCol="0">
            <a:spAutoFit/>
          </a:bodyPr>
          <a:lstStyle/>
          <a:p>
            <a:r>
              <a:rPr lang="en-US" dirty="0"/>
              <a:t>Use to show the relationship of components to a whole in quadrants. The first four lines of Level 1 text appear in the quadrants. Unused text does not appear, but remains available if you switch layouts.</a:t>
            </a:r>
          </a:p>
        </p:txBody>
      </p:sp>
      <p:sp>
        <p:nvSpPr>
          <p:cNvPr id="2" name="Footer Placeholder 1"/>
          <p:cNvSpPr>
            <a:spLocks noGrp="1"/>
          </p:cNvSpPr>
          <p:nvPr>
            <p:ph type="ftr" sz="quarter" idx="11"/>
          </p:nvPr>
        </p:nvSpPr>
        <p:spPr/>
        <p:txBody>
          <a:bodyPr/>
          <a:lstStyle/>
          <a:p>
            <a:r>
              <a:rPr lang="en-US" dirty="0"/>
              <a:t>PowerPoint SmartArt Graphics - The Complete Ready-to-use Collection [2020 updated version]</a:t>
            </a:r>
          </a:p>
        </p:txBody>
      </p:sp>
      <p:graphicFrame>
        <p:nvGraphicFramePr>
          <p:cNvPr id="6" name="Diagram 5"/>
          <p:cNvGraphicFramePr/>
          <p:nvPr>
            <p:extLst>
              <p:ext uri="{D42A27DB-BD31-4B8C-83A1-F6EECF244321}">
                <p14:modId xmlns:p14="http://schemas.microsoft.com/office/powerpoint/2010/main" val="16163012"/>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64946654"/>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Titled Matrix</a:t>
            </a:r>
          </a:p>
        </p:txBody>
      </p:sp>
      <p:sp>
        <p:nvSpPr>
          <p:cNvPr id="5" name="Text Placeholder 4"/>
          <p:cNvSpPr>
            <a:spLocks noGrp="1"/>
          </p:cNvSpPr>
          <p:nvPr>
            <p:ph type="body" sz="quarter" idx="13"/>
          </p:nvPr>
        </p:nvSpPr>
        <p:spPr>
          <a:xfrm>
            <a:off x="371475" y="1556792"/>
            <a:ext cx="1920240" cy="3539430"/>
          </a:xfrm>
        </p:spPr>
        <p:txBody>
          <a:bodyPr vert="horz" wrap="square" lIns="91440" tIns="45720" rIns="91440" bIns="45720" rtlCol="0">
            <a:spAutoFit/>
          </a:bodyPr>
          <a:lstStyle/>
          <a:p>
            <a:r>
              <a:rPr lang="en-US" dirty="0"/>
              <a:t>Use to show the relationships of four quadrants to a whole. The first line of Level 1 text corresponds to the central shape, and the first four lines of Level 2 text appear in the quadrants. Unused text does not appear, but remains available if you switch layouts.</a:t>
            </a:r>
          </a:p>
        </p:txBody>
      </p:sp>
      <p:sp>
        <p:nvSpPr>
          <p:cNvPr id="2" name="Footer Placeholder 1"/>
          <p:cNvSpPr>
            <a:spLocks noGrp="1"/>
          </p:cNvSpPr>
          <p:nvPr>
            <p:ph type="ftr" sz="quarter" idx="11"/>
          </p:nvPr>
        </p:nvSpPr>
        <p:spPr/>
        <p:txBody>
          <a:bodyPr/>
          <a:lstStyle/>
          <a:p>
            <a:r>
              <a:rPr lang="en-US" dirty="0"/>
              <a:t>PowerPoint SmartArt Graphics - The Complete Ready-to-use Collection [2020 updated version]</a:t>
            </a:r>
          </a:p>
        </p:txBody>
      </p:sp>
      <p:graphicFrame>
        <p:nvGraphicFramePr>
          <p:cNvPr id="6" name="Diagram 5"/>
          <p:cNvGraphicFramePr/>
          <p:nvPr>
            <p:extLst>
              <p:ext uri="{D42A27DB-BD31-4B8C-83A1-F6EECF244321}">
                <p14:modId xmlns:p14="http://schemas.microsoft.com/office/powerpoint/2010/main" val="1681509503"/>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13195560"/>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Grid Matrix</a:t>
            </a:r>
          </a:p>
        </p:txBody>
      </p:sp>
      <p:sp>
        <p:nvSpPr>
          <p:cNvPr id="5" name="Text Placeholder 4"/>
          <p:cNvSpPr>
            <a:spLocks noGrp="1"/>
          </p:cNvSpPr>
          <p:nvPr>
            <p:ph type="body" sz="quarter" idx="13"/>
          </p:nvPr>
        </p:nvSpPr>
        <p:spPr>
          <a:xfrm>
            <a:off x="371475" y="1556792"/>
            <a:ext cx="1920240" cy="3539430"/>
          </a:xfrm>
        </p:spPr>
        <p:txBody>
          <a:bodyPr vert="horz" wrap="square" lIns="91440" tIns="45720" rIns="91440" bIns="45720" rtlCol="0">
            <a:spAutoFit/>
          </a:bodyPr>
          <a:lstStyle/>
          <a:p>
            <a:r>
              <a:rPr lang="en-US" dirty="0"/>
              <a:t>Use to show the placement of concepts along two axes. Emphasizes the individual components rather than the whole. The first four lines of Level 1 text appear in the quadrants. Unused text does not appear, but remains available if you switch layouts.</a:t>
            </a:r>
          </a:p>
        </p:txBody>
      </p:sp>
      <p:sp>
        <p:nvSpPr>
          <p:cNvPr id="2" name="Footer Placeholder 1"/>
          <p:cNvSpPr>
            <a:spLocks noGrp="1"/>
          </p:cNvSpPr>
          <p:nvPr>
            <p:ph type="ftr" sz="quarter" idx="11"/>
          </p:nvPr>
        </p:nvSpPr>
        <p:spPr/>
        <p:txBody>
          <a:bodyPr/>
          <a:lstStyle/>
          <a:p>
            <a:r>
              <a:rPr lang="en-US" dirty="0"/>
              <a:t>PowerPoint SmartArt Graphics - The Complete Ready-to-use Collection [2020 updated version]</a:t>
            </a:r>
          </a:p>
        </p:txBody>
      </p:sp>
      <p:graphicFrame>
        <p:nvGraphicFramePr>
          <p:cNvPr id="6" name="Diagram 5"/>
          <p:cNvGraphicFramePr/>
          <p:nvPr>
            <p:extLst>
              <p:ext uri="{D42A27DB-BD31-4B8C-83A1-F6EECF244321}">
                <p14:modId xmlns:p14="http://schemas.microsoft.com/office/powerpoint/2010/main" val="1731669850"/>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32795017"/>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Cycle Matrix</a:t>
            </a:r>
          </a:p>
        </p:txBody>
      </p:sp>
      <p:sp>
        <p:nvSpPr>
          <p:cNvPr id="5" name="Text Placeholder 4"/>
          <p:cNvSpPr>
            <a:spLocks noGrp="1"/>
          </p:cNvSpPr>
          <p:nvPr>
            <p:ph type="body" sz="quarter" idx="13"/>
          </p:nvPr>
        </p:nvSpPr>
        <p:spPr>
          <a:xfrm>
            <a:off x="371475" y="1556792"/>
            <a:ext cx="1920240" cy="4278094"/>
          </a:xfrm>
        </p:spPr>
        <p:txBody>
          <a:bodyPr vert="horz" wrap="square" lIns="91440" tIns="45720" rIns="91440" bIns="45720" rtlCol="0">
            <a:spAutoFit/>
          </a:bodyPr>
          <a:lstStyle/>
          <a:p>
            <a:r>
              <a:rPr lang="en-US" dirty="0"/>
              <a:t>Use to show the relationship to a central idea in a cyclical progression. Each of the first four lines of Level 1 text corresponds to a wedge or pie shape, and Level 2 text appears in a rectangular shape to the side of the wedge or pie shape. Unused text does not appear, but remains available if you switch layouts.</a:t>
            </a:r>
          </a:p>
        </p:txBody>
      </p:sp>
      <p:sp>
        <p:nvSpPr>
          <p:cNvPr id="2" name="Footer Placeholder 1"/>
          <p:cNvSpPr>
            <a:spLocks noGrp="1"/>
          </p:cNvSpPr>
          <p:nvPr>
            <p:ph type="ftr" sz="quarter" idx="11"/>
          </p:nvPr>
        </p:nvSpPr>
        <p:spPr/>
        <p:txBody>
          <a:bodyPr/>
          <a:lstStyle/>
          <a:p>
            <a:r>
              <a:rPr lang="en-US" dirty="0"/>
              <a:t>PowerPoint SmartArt Graphics - The Complete Ready-to-use Collection [2020 updated version]</a:t>
            </a:r>
          </a:p>
        </p:txBody>
      </p:sp>
      <p:graphicFrame>
        <p:nvGraphicFramePr>
          <p:cNvPr id="6" name="Diagram 5"/>
          <p:cNvGraphicFramePr/>
          <p:nvPr>
            <p:extLst>
              <p:ext uri="{D42A27DB-BD31-4B8C-83A1-F6EECF244321}">
                <p14:modId xmlns:p14="http://schemas.microsoft.com/office/powerpoint/2010/main" val="4281765096"/>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46463946"/>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US" dirty="0"/>
              <a:t>Pyramid</a:t>
            </a:r>
          </a:p>
        </p:txBody>
      </p:sp>
      <p:sp>
        <p:nvSpPr>
          <p:cNvPr id="7" name="Subtitle 6"/>
          <p:cNvSpPr>
            <a:spLocks noGrp="1"/>
          </p:cNvSpPr>
          <p:nvPr>
            <p:ph type="subTitle" idx="1"/>
          </p:nvPr>
        </p:nvSpPr>
        <p:spPr/>
        <p:txBody>
          <a:bodyPr/>
          <a:lstStyle/>
          <a:p>
            <a:r>
              <a:rPr lang="en-US" dirty="0"/>
              <a:t>- 07 -</a:t>
            </a:r>
          </a:p>
        </p:txBody>
      </p:sp>
      <p:sp>
        <p:nvSpPr>
          <p:cNvPr id="6" name="Footer Placeholder 5">
            <a:extLst>
              <a:ext uri="{FF2B5EF4-FFF2-40B4-BE49-F238E27FC236}">
                <a16:creationId xmlns:a16="http://schemas.microsoft.com/office/drawing/2014/main" id="{C848DCE6-8D44-4D2F-87E2-1AE728AD8403}"/>
              </a:ext>
            </a:extLst>
          </p:cNvPr>
          <p:cNvSpPr txBox="1">
            <a:spLocks/>
          </p:cNvSpPr>
          <p:nvPr/>
        </p:nvSpPr>
        <p:spPr>
          <a:xfrm>
            <a:off x="371475" y="6280675"/>
            <a:ext cx="7672502" cy="365125"/>
          </a:xfrm>
        </p:spPr>
        <p:txBody>
          <a:bodyPr anchor="ctr"/>
          <a:lstStyle>
            <a:defPPr>
              <a:defRPr lang="fr-FR"/>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r>
              <a:rPr lang="en-US" sz="1400" dirty="0"/>
              <a:t>PowerPoint SmartArt Graphics - The Complete Ready-to-use Collection </a:t>
            </a:r>
            <a:r>
              <a:rPr lang="en-US" sz="1400" i="1" dirty="0">
                <a:solidFill>
                  <a:schemeClr val="accent5"/>
                </a:solidFill>
              </a:rPr>
              <a:t>[2020 updated version]</a:t>
            </a:r>
          </a:p>
        </p:txBody>
      </p:sp>
    </p:spTree>
    <p:extLst>
      <p:ext uri="{BB962C8B-B14F-4D97-AF65-F5344CB8AC3E}">
        <p14:creationId xmlns:p14="http://schemas.microsoft.com/office/powerpoint/2010/main" val="1573708710"/>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Basic Pyramid</a:t>
            </a:r>
          </a:p>
        </p:txBody>
      </p:sp>
      <p:sp>
        <p:nvSpPr>
          <p:cNvPr id="5" name="Text Placeholder 4"/>
          <p:cNvSpPr>
            <a:spLocks noGrp="1"/>
          </p:cNvSpPr>
          <p:nvPr>
            <p:ph type="body" sz="quarter" idx="13"/>
          </p:nvPr>
        </p:nvSpPr>
        <p:spPr>
          <a:xfrm>
            <a:off x="371475" y="1556792"/>
            <a:ext cx="1920240" cy="3785652"/>
          </a:xfrm>
        </p:spPr>
        <p:txBody>
          <a:bodyPr vert="horz" wrap="square" lIns="91440" tIns="45720" rIns="91440" bIns="45720" rtlCol="0">
            <a:spAutoFit/>
          </a:bodyPr>
          <a:lstStyle/>
          <a:p>
            <a:r>
              <a:rPr lang="en-US" dirty="0"/>
              <a:t>Use to show proportional, interconnected, or hierarchical relationships with the largest component on the bottom and narrowing up. Level 1 text appears in the pyramid segments and Level 2 text appears in shapes alongside each segment.</a:t>
            </a:r>
          </a:p>
        </p:txBody>
      </p:sp>
      <p:graphicFrame>
        <p:nvGraphicFramePr>
          <p:cNvPr id="6" name="Diagram 5"/>
          <p:cNvGraphicFramePr/>
          <p:nvPr>
            <p:extLst>
              <p:ext uri="{D42A27DB-BD31-4B8C-83A1-F6EECF244321}">
                <p14:modId xmlns:p14="http://schemas.microsoft.com/office/powerpoint/2010/main" val="3702597235"/>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D75263E2-56CB-4BE0-A71B-E2E757E64B14}"/>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1969561761"/>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Inverted Pyramid</a:t>
            </a:r>
          </a:p>
        </p:txBody>
      </p:sp>
      <p:sp>
        <p:nvSpPr>
          <p:cNvPr id="5" name="Text Placeholder 4"/>
          <p:cNvSpPr>
            <a:spLocks noGrp="1"/>
          </p:cNvSpPr>
          <p:nvPr>
            <p:ph type="body" sz="quarter" idx="13"/>
          </p:nvPr>
        </p:nvSpPr>
        <p:spPr>
          <a:xfrm>
            <a:off x="371475" y="1556792"/>
            <a:ext cx="1920240" cy="3785652"/>
          </a:xfrm>
        </p:spPr>
        <p:txBody>
          <a:bodyPr vert="horz" wrap="square" lIns="91440" tIns="45720" rIns="91440" bIns="45720" rtlCol="0">
            <a:spAutoFit/>
          </a:bodyPr>
          <a:lstStyle/>
          <a:p>
            <a:r>
              <a:rPr lang="en-US" dirty="0"/>
              <a:t>Use to show proportional, interconnected, or hierarchical relationships with the largest component on the top and narrowing down. Level 1 text appears in the pyramid segments and Level 2 text appears in shapes alongside each segment.</a:t>
            </a:r>
          </a:p>
        </p:txBody>
      </p:sp>
      <p:graphicFrame>
        <p:nvGraphicFramePr>
          <p:cNvPr id="6" name="Diagram 5"/>
          <p:cNvGraphicFramePr/>
          <p:nvPr>
            <p:extLst>
              <p:ext uri="{D42A27DB-BD31-4B8C-83A1-F6EECF244321}">
                <p14:modId xmlns:p14="http://schemas.microsoft.com/office/powerpoint/2010/main" val="1953494360"/>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467D3DC9-C7FC-4BB5-B8A6-1D3AF12305BC}"/>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3293650643"/>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Pyramid List</a:t>
            </a:r>
          </a:p>
        </p:txBody>
      </p:sp>
      <p:sp>
        <p:nvSpPr>
          <p:cNvPr id="5" name="Text Placeholder 4"/>
          <p:cNvSpPr>
            <a:spLocks noGrp="1"/>
          </p:cNvSpPr>
          <p:nvPr>
            <p:ph type="body" sz="quarter" idx="13"/>
          </p:nvPr>
        </p:nvSpPr>
        <p:spPr>
          <a:xfrm>
            <a:off x="371475" y="1556792"/>
            <a:ext cx="1920240" cy="2554545"/>
          </a:xfrm>
        </p:spPr>
        <p:txBody>
          <a:bodyPr vert="horz" wrap="square" lIns="91440" tIns="45720" rIns="91440" bIns="45720" rtlCol="0">
            <a:spAutoFit/>
          </a:bodyPr>
          <a:lstStyle/>
          <a:p>
            <a:r>
              <a:rPr lang="en-US" dirty="0"/>
              <a:t>Use to show proportional, interconnected, or hierarchical relationships. Text appears in the rectangular shapes on top of the pyramid background.</a:t>
            </a:r>
          </a:p>
        </p:txBody>
      </p:sp>
      <p:graphicFrame>
        <p:nvGraphicFramePr>
          <p:cNvPr id="6" name="Diagram 5"/>
          <p:cNvGraphicFramePr/>
          <p:nvPr>
            <p:extLst>
              <p:ext uri="{D42A27DB-BD31-4B8C-83A1-F6EECF244321}">
                <p14:modId xmlns:p14="http://schemas.microsoft.com/office/powerpoint/2010/main" val="2345945776"/>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17C91439-C535-406E-80A7-8E78B1CADACF}"/>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721647924"/>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Segmented Pyramid</a:t>
            </a:r>
          </a:p>
        </p:txBody>
      </p:sp>
      <p:sp>
        <p:nvSpPr>
          <p:cNvPr id="5" name="Text Placeholder 4"/>
          <p:cNvSpPr>
            <a:spLocks noGrp="1"/>
          </p:cNvSpPr>
          <p:nvPr>
            <p:ph type="body" sz="quarter" idx="13"/>
          </p:nvPr>
        </p:nvSpPr>
        <p:spPr>
          <a:xfrm>
            <a:off x="371475" y="1556792"/>
            <a:ext cx="1920240" cy="3539430"/>
          </a:xfrm>
        </p:spPr>
        <p:txBody>
          <a:bodyPr vert="horz" wrap="square" lIns="91440" tIns="45720" rIns="91440" bIns="45720" rtlCol="0">
            <a:spAutoFit/>
          </a:bodyPr>
          <a:lstStyle/>
          <a:p>
            <a:r>
              <a:rPr lang="en-US" dirty="0"/>
              <a:t>Use to show containment, proportional, or interconnected relationships. The first nine lines of Level 1 text appear in the triangular shapes. Unused text does not appear, but remains available if you switch layouts. Works best with Level 1 text only.</a:t>
            </a:r>
          </a:p>
        </p:txBody>
      </p:sp>
      <p:graphicFrame>
        <p:nvGraphicFramePr>
          <p:cNvPr id="6" name="Diagram 5"/>
          <p:cNvGraphicFramePr/>
          <p:nvPr>
            <p:extLst>
              <p:ext uri="{D42A27DB-BD31-4B8C-83A1-F6EECF244321}">
                <p14:modId xmlns:p14="http://schemas.microsoft.com/office/powerpoint/2010/main" val="3873716492"/>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3860D4E0-DBF1-4AF2-A9F4-C98315BD643B}"/>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2074902782"/>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1524000" y="2494300"/>
            <a:ext cx="9144000" cy="1015663"/>
          </a:xfrm>
        </p:spPr>
        <p:txBody>
          <a:bodyPr/>
          <a:lstStyle/>
          <a:p>
            <a:r>
              <a:rPr lang="en-US" dirty="0"/>
              <a:t>Picture</a:t>
            </a:r>
          </a:p>
        </p:txBody>
      </p:sp>
      <p:sp>
        <p:nvSpPr>
          <p:cNvPr id="7" name="Subtitle 6"/>
          <p:cNvSpPr>
            <a:spLocks noGrp="1"/>
          </p:cNvSpPr>
          <p:nvPr>
            <p:ph type="subTitle" idx="1"/>
          </p:nvPr>
        </p:nvSpPr>
        <p:spPr/>
        <p:txBody>
          <a:bodyPr/>
          <a:lstStyle/>
          <a:p>
            <a:r>
              <a:rPr lang="en-US" dirty="0"/>
              <a:t>- 08 -</a:t>
            </a:r>
          </a:p>
        </p:txBody>
      </p:sp>
      <p:sp>
        <p:nvSpPr>
          <p:cNvPr id="6" name="Footer Placeholder 5">
            <a:extLst>
              <a:ext uri="{FF2B5EF4-FFF2-40B4-BE49-F238E27FC236}">
                <a16:creationId xmlns:a16="http://schemas.microsoft.com/office/drawing/2014/main" id="{2224B8BF-9045-4331-B2EA-FE6C2B45A20E}"/>
              </a:ext>
            </a:extLst>
          </p:cNvPr>
          <p:cNvSpPr txBox="1">
            <a:spLocks/>
          </p:cNvSpPr>
          <p:nvPr/>
        </p:nvSpPr>
        <p:spPr>
          <a:xfrm>
            <a:off x="371475" y="6280675"/>
            <a:ext cx="7672502" cy="365125"/>
          </a:xfrm>
        </p:spPr>
        <p:txBody>
          <a:bodyPr anchor="ctr"/>
          <a:lstStyle>
            <a:defPPr>
              <a:defRPr lang="fr-FR"/>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r>
              <a:rPr lang="en-US" sz="1400" dirty="0"/>
              <a:t>PowerPoint SmartArt Graphics - The Complete Ready-to-use Collection </a:t>
            </a:r>
            <a:r>
              <a:rPr lang="en-US" sz="1400" i="1" dirty="0">
                <a:solidFill>
                  <a:schemeClr val="accent5"/>
                </a:solidFill>
              </a:rPr>
              <a:t>[2020 updated version]</a:t>
            </a:r>
          </a:p>
        </p:txBody>
      </p:sp>
    </p:spTree>
    <p:extLst>
      <p:ext uri="{BB962C8B-B14F-4D97-AF65-F5344CB8AC3E}">
        <p14:creationId xmlns:p14="http://schemas.microsoft.com/office/powerpoint/2010/main" val="3528109974"/>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762250" y="353462"/>
            <a:ext cx="8591549" cy="707886"/>
          </a:xfrm>
        </p:spPr>
        <p:txBody>
          <a:bodyPr/>
          <a:lstStyle/>
          <a:p>
            <a:r>
              <a:rPr lang="en-US" dirty="0"/>
              <a:t>Accented Picture</a:t>
            </a:r>
          </a:p>
        </p:txBody>
      </p:sp>
      <p:sp>
        <p:nvSpPr>
          <p:cNvPr id="5" name="Text Placeholder 4"/>
          <p:cNvSpPr>
            <a:spLocks noGrp="1"/>
          </p:cNvSpPr>
          <p:nvPr>
            <p:ph type="body" sz="quarter" idx="13"/>
          </p:nvPr>
        </p:nvSpPr>
        <p:spPr>
          <a:xfrm>
            <a:off x="371475" y="1556792"/>
            <a:ext cx="1920240" cy="3785652"/>
          </a:xfrm>
        </p:spPr>
        <p:txBody>
          <a:bodyPr vert="horz" wrap="square" lIns="91440" tIns="45720" rIns="91440" bIns="45720" rtlCol="0">
            <a:spAutoFit/>
          </a:bodyPr>
          <a:lstStyle/>
          <a:p>
            <a:r>
              <a:rPr lang="en-US" dirty="0"/>
              <a:t>Use to show a central, photographic idea with related ideas on the side. The top Level 1 text appears over the central picture. Corresponding text for other Level 1 shapes appear next to the small circular pictures. This layout also works well with no text.</a:t>
            </a:r>
          </a:p>
        </p:txBody>
      </p:sp>
      <p:graphicFrame>
        <p:nvGraphicFramePr>
          <p:cNvPr id="6" name="Diagram 5"/>
          <p:cNvGraphicFramePr/>
          <p:nvPr>
            <p:extLst>
              <p:ext uri="{D42A27DB-BD31-4B8C-83A1-F6EECF244321}">
                <p14:modId xmlns:p14="http://schemas.microsoft.com/office/powerpoint/2010/main" val="358217737"/>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3" name="Group 2">
            <a:extLst>
              <a:ext uri="{FF2B5EF4-FFF2-40B4-BE49-F238E27FC236}">
                <a16:creationId xmlns:a16="http://schemas.microsoft.com/office/drawing/2014/main" id="{25CEBD46-7D5A-4225-9BE8-F17FFB6A5D39}"/>
              </a:ext>
            </a:extLst>
          </p:cNvPr>
          <p:cNvGrpSpPr/>
          <p:nvPr/>
        </p:nvGrpSpPr>
        <p:grpSpPr>
          <a:xfrm>
            <a:off x="10821810" y="-11194"/>
            <a:ext cx="1370189" cy="1381381"/>
            <a:chOff x="10821810" y="-11194"/>
            <a:chExt cx="1370189" cy="1381381"/>
          </a:xfrm>
        </p:grpSpPr>
        <p:sp>
          <p:nvSpPr>
            <p:cNvPr id="7" name="Diagonal Stripe 6">
              <a:extLst>
                <a:ext uri="{FF2B5EF4-FFF2-40B4-BE49-F238E27FC236}">
                  <a16:creationId xmlns:a16="http://schemas.microsoft.com/office/drawing/2014/main" id="{B16A165D-5324-4F79-B336-33FB95D69FE4}"/>
                </a:ext>
              </a:extLst>
            </p:cNvPr>
            <p:cNvSpPr/>
            <p:nvPr/>
          </p:nvSpPr>
          <p:spPr>
            <a:xfrm rot="5400000">
              <a:off x="10821810" y="-2"/>
              <a:ext cx="1370189" cy="1370189"/>
            </a:xfrm>
            <a:prstGeom prst="diagStripe">
              <a:avLst>
                <a:gd name="adj" fmla="val 30578"/>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Diagonal Stripe 7">
              <a:extLst>
                <a:ext uri="{FF2B5EF4-FFF2-40B4-BE49-F238E27FC236}">
                  <a16:creationId xmlns:a16="http://schemas.microsoft.com/office/drawing/2014/main" id="{C0BD615D-CC0C-4BBA-8264-A5DAFEA296EC}"/>
                </a:ext>
              </a:extLst>
            </p:cNvPr>
            <p:cNvSpPr/>
            <p:nvPr/>
          </p:nvSpPr>
          <p:spPr>
            <a:xfrm rot="5400000">
              <a:off x="10930274" y="0"/>
              <a:ext cx="1261725" cy="1261725"/>
            </a:xfrm>
            <a:prstGeom prst="diagStripe">
              <a:avLst>
                <a:gd name="adj" fmla="val 41378"/>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Box 8">
              <a:extLst>
                <a:ext uri="{FF2B5EF4-FFF2-40B4-BE49-F238E27FC236}">
                  <a16:creationId xmlns:a16="http://schemas.microsoft.com/office/drawing/2014/main" id="{EB71F5FF-0979-4A99-A719-301E51A9038F}"/>
                </a:ext>
              </a:extLst>
            </p:cNvPr>
            <p:cNvSpPr txBox="1"/>
            <p:nvPr/>
          </p:nvSpPr>
          <p:spPr>
            <a:xfrm rot="2700000">
              <a:off x="11269292" y="188220"/>
              <a:ext cx="922047" cy="523220"/>
            </a:xfrm>
            <a:prstGeom prst="rect">
              <a:avLst/>
            </a:prstGeom>
            <a:noFill/>
          </p:spPr>
          <p:txBody>
            <a:bodyPr wrap="none" rtlCol="0" anchor="ctr">
              <a:spAutoFit/>
            </a:bodyPr>
            <a:lstStyle/>
            <a:p>
              <a:r>
                <a:rPr lang="en-US" sz="2800" b="1" dirty="0">
                  <a:solidFill>
                    <a:schemeClr val="bg2">
                      <a:lumMod val="10000"/>
                    </a:schemeClr>
                  </a:solidFill>
                </a:rPr>
                <a:t>NEW</a:t>
              </a:r>
            </a:p>
          </p:txBody>
        </p:sp>
      </p:grpSp>
      <p:sp>
        <p:nvSpPr>
          <p:cNvPr id="11" name="Footer Placeholder 10">
            <a:extLst>
              <a:ext uri="{FF2B5EF4-FFF2-40B4-BE49-F238E27FC236}">
                <a16:creationId xmlns:a16="http://schemas.microsoft.com/office/drawing/2014/main" id="{696F399C-D152-48C9-917A-F80FC49E0A7E}"/>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520471386"/>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762250" y="353462"/>
            <a:ext cx="8591549" cy="707886"/>
          </a:xfrm>
        </p:spPr>
        <p:txBody>
          <a:bodyPr/>
          <a:lstStyle/>
          <a:p>
            <a:r>
              <a:rPr lang="en-US" dirty="0"/>
              <a:t>Circular Picture Callout</a:t>
            </a:r>
          </a:p>
        </p:txBody>
      </p:sp>
      <p:sp>
        <p:nvSpPr>
          <p:cNvPr id="5" name="Text Placeholder 4"/>
          <p:cNvSpPr>
            <a:spLocks noGrp="1"/>
          </p:cNvSpPr>
          <p:nvPr>
            <p:ph type="body" sz="quarter" idx="13"/>
          </p:nvPr>
        </p:nvSpPr>
        <p:spPr>
          <a:xfrm>
            <a:off x="371475" y="1556792"/>
            <a:ext cx="1920240" cy="3785652"/>
          </a:xfrm>
        </p:spPr>
        <p:txBody>
          <a:bodyPr vert="horz" wrap="square" lIns="91440" tIns="45720" rIns="91440" bIns="45720" rtlCol="0">
            <a:spAutoFit/>
          </a:bodyPr>
          <a:lstStyle/>
          <a:p>
            <a:r>
              <a:rPr lang="en-US" dirty="0"/>
              <a:t>Use to show a central idea and sub-ideas or related items. The text for the first picture covers the lower portion of the picture. The corresponding text for other Level 1 shapes appears next to the small circular pictures. This diagram also works well with no text.</a:t>
            </a:r>
          </a:p>
        </p:txBody>
      </p:sp>
      <p:graphicFrame>
        <p:nvGraphicFramePr>
          <p:cNvPr id="6" name="Diagram 5"/>
          <p:cNvGraphicFramePr/>
          <p:nvPr>
            <p:extLst>
              <p:ext uri="{D42A27DB-BD31-4B8C-83A1-F6EECF244321}">
                <p14:modId xmlns:p14="http://schemas.microsoft.com/office/powerpoint/2010/main" val="312088871"/>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3" name="Group 2">
            <a:extLst>
              <a:ext uri="{FF2B5EF4-FFF2-40B4-BE49-F238E27FC236}">
                <a16:creationId xmlns:a16="http://schemas.microsoft.com/office/drawing/2014/main" id="{25CEBD46-7D5A-4225-9BE8-F17FFB6A5D39}"/>
              </a:ext>
            </a:extLst>
          </p:cNvPr>
          <p:cNvGrpSpPr/>
          <p:nvPr/>
        </p:nvGrpSpPr>
        <p:grpSpPr>
          <a:xfrm>
            <a:off x="10821810" y="-11194"/>
            <a:ext cx="1370189" cy="1381381"/>
            <a:chOff x="10821810" y="-11194"/>
            <a:chExt cx="1370189" cy="1381381"/>
          </a:xfrm>
        </p:grpSpPr>
        <p:sp>
          <p:nvSpPr>
            <p:cNvPr id="7" name="Diagonal Stripe 6">
              <a:extLst>
                <a:ext uri="{FF2B5EF4-FFF2-40B4-BE49-F238E27FC236}">
                  <a16:creationId xmlns:a16="http://schemas.microsoft.com/office/drawing/2014/main" id="{B16A165D-5324-4F79-B336-33FB95D69FE4}"/>
                </a:ext>
              </a:extLst>
            </p:cNvPr>
            <p:cNvSpPr/>
            <p:nvPr/>
          </p:nvSpPr>
          <p:spPr>
            <a:xfrm rot="5400000">
              <a:off x="10821810" y="-2"/>
              <a:ext cx="1370189" cy="1370189"/>
            </a:xfrm>
            <a:prstGeom prst="diagStripe">
              <a:avLst>
                <a:gd name="adj" fmla="val 30578"/>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Diagonal Stripe 7">
              <a:extLst>
                <a:ext uri="{FF2B5EF4-FFF2-40B4-BE49-F238E27FC236}">
                  <a16:creationId xmlns:a16="http://schemas.microsoft.com/office/drawing/2014/main" id="{C0BD615D-CC0C-4BBA-8264-A5DAFEA296EC}"/>
                </a:ext>
              </a:extLst>
            </p:cNvPr>
            <p:cNvSpPr/>
            <p:nvPr/>
          </p:nvSpPr>
          <p:spPr>
            <a:xfrm rot="5400000">
              <a:off x="10930274" y="0"/>
              <a:ext cx="1261725" cy="1261725"/>
            </a:xfrm>
            <a:prstGeom prst="diagStripe">
              <a:avLst>
                <a:gd name="adj" fmla="val 41378"/>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Box 8">
              <a:extLst>
                <a:ext uri="{FF2B5EF4-FFF2-40B4-BE49-F238E27FC236}">
                  <a16:creationId xmlns:a16="http://schemas.microsoft.com/office/drawing/2014/main" id="{EB71F5FF-0979-4A99-A719-301E51A9038F}"/>
                </a:ext>
              </a:extLst>
            </p:cNvPr>
            <p:cNvSpPr txBox="1"/>
            <p:nvPr/>
          </p:nvSpPr>
          <p:spPr>
            <a:xfrm rot="2700000">
              <a:off x="11269292" y="188220"/>
              <a:ext cx="922047" cy="523220"/>
            </a:xfrm>
            <a:prstGeom prst="rect">
              <a:avLst/>
            </a:prstGeom>
            <a:noFill/>
          </p:spPr>
          <p:txBody>
            <a:bodyPr wrap="none" rtlCol="0" anchor="ctr">
              <a:spAutoFit/>
            </a:bodyPr>
            <a:lstStyle/>
            <a:p>
              <a:r>
                <a:rPr lang="en-US" sz="2800" b="1" dirty="0">
                  <a:solidFill>
                    <a:schemeClr val="bg2">
                      <a:lumMod val="10000"/>
                    </a:schemeClr>
                  </a:solidFill>
                </a:rPr>
                <a:t>NEW</a:t>
              </a:r>
            </a:p>
          </p:txBody>
        </p:sp>
      </p:grpSp>
      <p:sp>
        <p:nvSpPr>
          <p:cNvPr id="10" name="Footer Placeholder 9">
            <a:extLst>
              <a:ext uri="{FF2B5EF4-FFF2-40B4-BE49-F238E27FC236}">
                <a16:creationId xmlns:a16="http://schemas.microsoft.com/office/drawing/2014/main" id="{947E7963-BD5F-4D8A-99A7-E57441DC91DB}"/>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2242715350"/>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762250" y="353462"/>
            <a:ext cx="8591549" cy="707886"/>
          </a:xfrm>
        </p:spPr>
        <p:txBody>
          <a:bodyPr/>
          <a:lstStyle/>
          <a:p>
            <a:r>
              <a:rPr lang="en-US" dirty="0"/>
              <a:t>Radial Picture List</a:t>
            </a:r>
          </a:p>
        </p:txBody>
      </p:sp>
      <p:sp>
        <p:nvSpPr>
          <p:cNvPr id="5" name="Text Placeholder 4"/>
          <p:cNvSpPr>
            <a:spLocks noGrp="1"/>
          </p:cNvSpPr>
          <p:nvPr>
            <p:ph type="body" sz="quarter" idx="13"/>
          </p:nvPr>
        </p:nvSpPr>
        <p:spPr>
          <a:xfrm>
            <a:off x="371475" y="1556792"/>
            <a:ext cx="1920240" cy="4278094"/>
          </a:xfrm>
        </p:spPr>
        <p:txBody>
          <a:bodyPr vert="horz" wrap="square" lIns="91440" tIns="45720" rIns="91440" bIns="45720" rtlCol="0">
            <a:spAutoFit/>
          </a:bodyPr>
          <a:lstStyle/>
          <a:p>
            <a:r>
              <a:rPr lang="en-US" dirty="0"/>
              <a:t>Use to show relationships to a central idea. The Level 1 shape contains text and all Level 2 shapes contain a picture with corresponding text. Limited to four Level 2 pictures.  Unused pictures do not appear, but remain available if you switch layouts. Works best with a small amount of Level 2 text.</a:t>
            </a:r>
          </a:p>
        </p:txBody>
      </p:sp>
      <p:graphicFrame>
        <p:nvGraphicFramePr>
          <p:cNvPr id="6" name="Diagram 5"/>
          <p:cNvGraphicFramePr/>
          <p:nvPr>
            <p:extLst>
              <p:ext uri="{D42A27DB-BD31-4B8C-83A1-F6EECF244321}">
                <p14:modId xmlns:p14="http://schemas.microsoft.com/office/powerpoint/2010/main" val="2764749441"/>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3" name="Group 2">
            <a:extLst>
              <a:ext uri="{FF2B5EF4-FFF2-40B4-BE49-F238E27FC236}">
                <a16:creationId xmlns:a16="http://schemas.microsoft.com/office/drawing/2014/main" id="{25CEBD46-7D5A-4225-9BE8-F17FFB6A5D39}"/>
              </a:ext>
            </a:extLst>
          </p:cNvPr>
          <p:cNvGrpSpPr/>
          <p:nvPr/>
        </p:nvGrpSpPr>
        <p:grpSpPr>
          <a:xfrm>
            <a:off x="10821810" y="-11194"/>
            <a:ext cx="1370189" cy="1381381"/>
            <a:chOff x="10821810" y="-11194"/>
            <a:chExt cx="1370189" cy="1381381"/>
          </a:xfrm>
        </p:grpSpPr>
        <p:sp>
          <p:nvSpPr>
            <p:cNvPr id="7" name="Diagonal Stripe 6">
              <a:extLst>
                <a:ext uri="{FF2B5EF4-FFF2-40B4-BE49-F238E27FC236}">
                  <a16:creationId xmlns:a16="http://schemas.microsoft.com/office/drawing/2014/main" id="{B16A165D-5324-4F79-B336-33FB95D69FE4}"/>
                </a:ext>
              </a:extLst>
            </p:cNvPr>
            <p:cNvSpPr/>
            <p:nvPr/>
          </p:nvSpPr>
          <p:spPr>
            <a:xfrm rot="5400000">
              <a:off x="10821810" y="-2"/>
              <a:ext cx="1370189" cy="1370189"/>
            </a:xfrm>
            <a:prstGeom prst="diagStripe">
              <a:avLst>
                <a:gd name="adj" fmla="val 30578"/>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Diagonal Stripe 7">
              <a:extLst>
                <a:ext uri="{FF2B5EF4-FFF2-40B4-BE49-F238E27FC236}">
                  <a16:creationId xmlns:a16="http://schemas.microsoft.com/office/drawing/2014/main" id="{C0BD615D-CC0C-4BBA-8264-A5DAFEA296EC}"/>
                </a:ext>
              </a:extLst>
            </p:cNvPr>
            <p:cNvSpPr/>
            <p:nvPr/>
          </p:nvSpPr>
          <p:spPr>
            <a:xfrm rot="5400000">
              <a:off x="10930274" y="0"/>
              <a:ext cx="1261725" cy="1261725"/>
            </a:xfrm>
            <a:prstGeom prst="diagStripe">
              <a:avLst>
                <a:gd name="adj" fmla="val 41378"/>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Box 8">
              <a:extLst>
                <a:ext uri="{FF2B5EF4-FFF2-40B4-BE49-F238E27FC236}">
                  <a16:creationId xmlns:a16="http://schemas.microsoft.com/office/drawing/2014/main" id="{EB71F5FF-0979-4A99-A719-301E51A9038F}"/>
                </a:ext>
              </a:extLst>
            </p:cNvPr>
            <p:cNvSpPr txBox="1"/>
            <p:nvPr/>
          </p:nvSpPr>
          <p:spPr>
            <a:xfrm rot="2700000">
              <a:off x="11269292" y="188220"/>
              <a:ext cx="922047" cy="523220"/>
            </a:xfrm>
            <a:prstGeom prst="rect">
              <a:avLst/>
            </a:prstGeom>
            <a:noFill/>
          </p:spPr>
          <p:txBody>
            <a:bodyPr wrap="none" rtlCol="0" anchor="ctr">
              <a:spAutoFit/>
            </a:bodyPr>
            <a:lstStyle/>
            <a:p>
              <a:r>
                <a:rPr lang="en-US" sz="2800" b="1" dirty="0">
                  <a:solidFill>
                    <a:schemeClr val="bg2">
                      <a:lumMod val="10000"/>
                    </a:schemeClr>
                  </a:solidFill>
                </a:rPr>
                <a:t>NEW</a:t>
              </a:r>
            </a:p>
          </p:txBody>
        </p:sp>
      </p:grpSp>
      <p:sp>
        <p:nvSpPr>
          <p:cNvPr id="10" name="Footer Placeholder 9">
            <a:extLst>
              <a:ext uri="{FF2B5EF4-FFF2-40B4-BE49-F238E27FC236}">
                <a16:creationId xmlns:a16="http://schemas.microsoft.com/office/drawing/2014/main" id="{59C03270-20F8-40F0-948F-F40E7DAF3C64}"/>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3046517448"/>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762250" y="353462"/>
            <a:ext cx="8591549" cy="707886"/>
          </a:xfrm>
        </p:spPr>
        <p:txBody>
          <a:bodyPr/>
          <a:lstStyle/>
          <a:p>
            <a:r>
              <a:rPr lang="en-US" dirty="0"/>
              <a:t>Snapshot Picture List</a:t>
            </a:r>
          </a:p>
        </p:txBody>
      </p:sp>
      <p:sp>
        <p:nvSpPr>
          <p:cNvPr id="5" name="Text Placeholder 4"/>
          <p:cNvSpPr>
            <a:spLocks noGrp="1"/>
          </p:cNvSpPr>
          <p:nvPr>
            <p:ph type="body" sz="quarter" idx="13"/>
          </p:nvPr>
        </p:nvSpPr>
        <p:spPr>
          <a:xfrm>
            <a:off x="371475" y="1556792"/>
            <a:ext cx="1920240" cy="1815882"/>
          </a:xfrm>
        </p:spPr>
        <p:txBody>
          <a:bodyPr vert="horz" wrap="square" lIns="91440" tIns="45720" rIns="91440" bIns="45720" rtlCol="0">
            <a:spAutoFit/>
          </a:bodyPr>
          <a:lstStyle/>
          <a:p>
            <a:r>
              <a:rPr lang="en-US" dirty="0"/>
              <a:t>Use to show pictures with explanatory text. Level 2 text can display lists of information. Works well with a large amount of  text.</a:t>
            </a:r>
          </a:p>
        </p:txBody>
      </p:sp>
      <p:grpSp>
        <p:nvGrpSpPr>
          <p:cNvPr id="3" name="Group 2">
            <a:extLst>
              <a:ext uri="{FF2B5EF4-FFF2-40B4-BE49-F238E27FC236}">
                <a16:creationId xmlns:a16="http://schemas.microsoft.com/office/drawing/2014/main" id="{25CEBD46-7D5A-4225-9BE8-F17FFB6A5D39}"/>
              </a:ext>
            </a:extLst>
          </p:cNvPr>
          <p:cNvGrpSpPr/>
          <p:nvPr/>
        </p:nvGrpSpPr>
        <p:grpSpPr>
          <a:xfrm>
            <a:off x="10821810" y="-11194"/>
            <a:ext cx="1370189" cy="1381381"/>
            <a:chOff x="10821810" y="-11194"/>
            <a:chExt cx="1370189" cy="1381381"/>
          </a:xfrm>
        </p:grpSpPr>
        <p:sp>
          <p:nvSpPr>
            <p:cNvPr id="7" name="Diagonal Stripe 6">
              <a:extLst>
                <a:ext uri="{FF2B5EF4-FFF2-40B4-BE49-F238E27FC236}">
                  <a16:creationId xmlns:a16="http://schemas.microsoft.com/office/drawing/2014/main" id="{B16A165D-5324-4F79-B336-33FB95D69FE4}"/>
                </a:ext>
              </a:extLst>
            </p:cNvPr>
            <p:cNvSpPr/>
            <p:nvPr/>
          </p:nvSpPr>
          <p:spPr>
            <a:xfrm rot="5400000">
              <a:off x="10821810" y="-2"/>
              <a:ext cx="1370189" cy="1370189"/>
            </a:xfrm>
            <a:prstGeom prst="diagStripe">
              <a:avLst>
                <a:gd name="adj" fmla="val 30578"/>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Diagonal Stripe 7">
              <a:extLst>
                <a:ext uri="{FF2B5EF4-FFF2-40B4-BE49-F238E27FC236}">
                  <a16:creationId xmlns:a16="http://schemas.microsoft.com/office/drawing/2014/main" id="{C0BD615D-CC0C-4BBA-8264-A5DAFEA296EC}"/>
                </a:ext>
              </a:extLst>
            </p:cNvPr>
            <p:cNvSpPr/>
            <p:nvPr/>
          </p:nvSpPr>
          <p:spPr>
            <a:xfrm rot="5400000">
              <a:off x="10930274" y="0"/>
              <a:ext cx="1261725" cy="1261725"/>
            </a:xfrm>
            <a:prstGeom prst="diagStripe">
              <a:avLst>
                <a:gd name="adj" fmla="val 41378"/>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Box 8">
              <a:extLst>
                <a:ext uri="{FF2B5EF4-FFF2-40B4-BE49-F238E27FC236}">
                  <a16:creationId xmlns:a16="http://schemas.microsoft.com/office/drawing/2014/main" id="{EB71F5FF-0979-4A99-A719-301E51A9038F}"/>
                </a:ext>
              </a:extLst>
            </p:cNvPr>
            <p:cNvSpPr txBox="1"/>
            <p:nvPr/>
          </p:nvSpPr>
          <p:spPr>
            <a:xfrm rot="2700000">
              <a:off x="11269292" y="188220"/>
              <a:ext cx="922047" cy="523220"/>
            </a:xfrm>
            <a:prstGeom prst="rect">
              <a:avLst/>
            </a:prstGeom>
            <a:noFill/>
          </p:spPr>
          <p:txBody>
            <a:bodyPr wrap="none" rtlCol="0" anchor="ctr">
              <a:spAutoFit/>
            </a:bodyPr>
            <a:lstStyle/>
            <a:p>
              <a:r>
                <a:rPr lang="en-US" sz="2800" b="1" dirty="0">
                  <a:solidFill>
                    <a:schemeClr val="bg2">
                      <a:lumMod val="10000"/>
                    </a:schemeClr>
                  </a:solidFill>
                </a:rPr>
                <a:t>NEW</a:t>
              </a:r>
            </a:p>
          </p:txBody>
        </p:sp>
      </p:grpSp>
      <p:graphicFrame>
        <p:nvGraphicFramePr>
          <p:cNvPr id="11" name="Diagram 10">
            <a:extLst>
              <a:ext uri="{FF2B5EF4-FFF2-40B4-BE49-F238E27FC236}">
                <a16:creationId xmlns:a16="http://schemas.microsoft.com/office/drawing/2014/main" id="{2362D3A0-3A73-43DF-B40A-93FA1584A421}"/>
              </a:ext>
            </a:extLst>
          </p:cNvPr>
          <p:cNvGraphicFramePr/>
          <p:nvPr>
            <p:extLst>
              <p:ext uri="{D42A27DB-BD31-4B8C-83A1-F6EECF244321}">
                <p14:modId xmlns:p14="http://schemas.microsoft.com/office/powerpoint/2010/main" val="1202893406"/>
              </p:ext>
            </p:extLst>
          </p:nvPr>
        </p:nvGraphicFramePr>
        <p:xfrm>
          <a:off x="3287688" y="1556791"/>
          <a:ext cx="6872312" cy="458154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Footer Placeholder 11">
            <a:extLst>
              <a:ext uri="{FF2B5EF4-FFF2-40B4-BE49-F238E27FC236}">
                <a16:creationId xmlns:a16="http://schemas.microsoft.com/office/drawing/2014/main" id="{B17D89A6-C89E-4E1A-B2C6-4D140113B382}"/>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2573039675"/>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762250" y="353462"/>
            <a:ext cx="8591549" cy="707886"/>
          </a:xfrm>
        </p:spPr>
        <p:txBody>
          <a:bodyPr/>
          <a:lstStyle/>
          <a:p>
            <a:r>
              <a:rPr lang="en-US" dirty="0"/>
              <a:t>Spiral Picture</a:t>
            </a:r>
          </a:p>
        </p:txBody>
      </p:sp>
      <p:sp>
        <p:nvSpPr>
          <p:cNvPr id="5" name="Text Placeholder 4"/>
          <p:cNvSpPr>
            <a:spLocks noGrp="1"/>
          </p:cNvSpPr>
          <p:nvPr>
            <p:ph type="body" sz="quarter" idx="13"/>
          </p:nvPr>
        </p:nvSpPr>
        <p:spPr>
          <a:xfrm>
            <a:off x="371475" y="1556792"/>
            <a:ext cx="1920240" cy="1569660"/>
          </a:xfrm>
        </p:spPr>
        <p:txBody>
          <a:bodyPr vert="horz" wrap="square" lIns="91440" tIns="45720" rIns="91440" bIns="45720" rtlCol="0">
            <a:spAutoFit/>
          </a:bodyPr>
          <a:lstStyle/>
          <a:p>
            <a:r>
              <a:rPr lang="en-US" dirty="0"/>
              <a:t>Use to show a series of up to five pictures with corresponding Level 1 captions that spiral in to the center. </a:t>
            </a:r>
          </a:p>
        </p:txBody>
      </p:sp>
      <p:grpSp>
        <p:nvGrpSpPr>
          <p:cNvPr id="3" name="Group 2">
            <a:extLst>
              <a:ext uri="{FF2B5EF4-FFF2-40B4-BE49-F238E27FC236}">
                <a16:creationId xmlns:a16="http://schemas.microsoft.com/office/drawing/2014/main" id="{25CEBD46-7D5A-4225-9BE8-F17FFB6A5D39}"/>
              </a:ext>
            </a:extLst>
          </p:cNvPr>
          <p:cNvGrpSpPr/>
          <p:nvPr/>
        </p:nvGrpSpPr>
        <p:grpSpPr>
          <a:xfrm>
            <a:off x="10821810" y="-11194"/>
            <a:ext cx="1370189" cy="1381381"/>
            <a:chOff x="10821810" y="-11194"/>
            <a:chExt cx="1370189" cy="1381381"/>
          </a:xfrm>
        </p:grpSpPr>
        <p:sp>
          <p:nvSpPr>
            <p:cNvPr id="7" name="Diagonal Stripe 6">
              <a:extLst>
                <a:ext uri="{FF2B5EF4-FFF2-40B4-BE49-F238E27FC236}">
                  <a16:creationId xmlns:a16="http://schemas.microsoft.com/office/drawing/2014/main" id="{B16A165D-5324-4F79-B336-33FB95D69FE4}"/>
                </a:ext>
              </a:extLst>
            </p:cNvPr>
            <p:cNvSpPr/>
            <p:nvPr/>
          </p:nvSpPr>
          <p:spPr>
            <a:xfrm rot="5400000">
              <a:off x="10821810" y="-2"/>
              <a:ext cx="1370189" cy="1370189"/>
            </a:xfrm>
            <a:prstGeom prst="diagStripe">
              <a:avLst>
                <a:gd name="adj" fmla="val 30578"/>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Diagonal Stripe 7">
              <a:extLst>
                <a:ext uri="{FF2B5EF4-FFF2-40B4-BE49-F238E27FC236}">
                  <a16:creationId xmlns:a16="http://schemas.microsoft.com/office/drawing/2014/main" id="{C0BD615D-CC0C-4BBA-8264-A5DAFEA296EC}"/>
                </a:ext>
              </a:extLst>
            </p:cNvPr>
            <p:cNvSpPr/>
            <p:nvPr/>
          </p:nvSpPr>
          <p:spPr>
            <a:xfrm rot="5400000">
              <a:off x="10930274" y="0"/>
              <a:ext cx="1261725" cy="1261725"/>
            </a:xfrm>
            <a:prstGeom prst="diagStripe">
              <a:avLst>
                <a:gd name="adj" fmla="val 41378"/>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Box 8">
              <a:extLst>
                <a:ext uri="{FF2B5EF4-FFF2-40B4-BE49-F238E27FC236}">
                  <a16:creationId xmlns:a16="http://schemas.microsoft.com/office/drawing/2014/main" id="{EB71F5FF-0979-4A99-A719-301E51A9038F}"/>
                </a:ext>
              </a:extLst>
            </p:cNvPr>
            <p:cNvSpPr txBox="1"/>
            <p:nvPr/>
          </p:nvSpPr>
          <p:spPr>
            <a:xfrm rot="2700000">
              <a:off x="11269292" y="188220"/>
              <a:ext cx="922047" cy="523220"/>
            </a:xfrm>
            <a:prstGeom prst="rect">
              <a:avLst/>
            </a:prstGeom>
            <a:noFill/>
          </p:spPr>
          <p:txBody>
            <a:bodyPr wrap="none" rtlCol="0" anchor="ctr">
              <a:spAutoFit/>
            </a:bodyPr>
            <a:lstStyle/>
            <a:p>
              <a:r>
                <a:rPr lang="en-US" sz="2800" b="1" dirty="0">
                  <a:solidFill>
                    <a:schemeClr val="bg2">
                      <a:lumMod val="10000"/>
                    </a:schemeClr>
                  </a:solidFill>
                </a:rPr>
                <a:t>NEW</a:t>
              </a:r>
            </a:p>
          </p:txBody>
        </p:sp>
      </p:grpSp>
      <p:graphicFrame>
        <p:nvGraphicFramePr>
          <p:cNvPr id="10" name="Diagram 9">
            <a:extLst>
              <a:ext uri="{FF2B5EF4-FFF2-40B4-BE49-F238E27FC236}">
                <a16:creationId xmlns:a16="http://schemas.microsoft.com/office/drawing/2014/main" id="{134822DE-C9C4-4EBF-8013-A1C021893927}"/>
              </a:ext>
            </a:extLst>
          </p:cNvPr>
          <p:cNvGraphicFramePr/>
          <p:nvPr>
            <p:extLst>
              <p:ext uri="{D42A27DB-BD31-4B8C-83A1-F6EECF244321}">
                <p14:modId xmlns:p14="http://schemas.microsoft.com/office/powerpoint/2010/main" val="2242318552"/>
              </p:ext>
            </p:extLst>
          </p:nvPr>
        </p:nvGraphicFramePr>
        <p:xfrm>
          <a:off x="3143672" y="1556792"/>
          <a:ext cx="6656288" cy="443752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 name="Footer Placeholder 10">
            <a:extLst>
              <a:ext uri="{FF2B5EF4-FFF2-40B4-BE49-F238E27FC236}">
                <a16:creationId xmlns:a16="http://schemas.microsoft.com/office/drawing/2014/main" id="{67FD25FB-F59A-47E6-9F55-C7C6521D70DA}"/>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369251495"/>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762250" y="353462"/>
            <a:ext cx="8591549" cy="707886"/>
          </a:xfrm>
        </p:spPr>
        <p:txBody>
          <a:bodyPr/>
          <a:lstStyle/>
          <a:p>
            <a:r>
              <a:rPr lang="en-US" dirty="0"/>
              <a:t>Captioned Pictures</a:t>
            </a:r>
          </a:p>
        </p:txBody>
      </p:sp>
      <p:sp>
        <p:nvSpPr>
          <p:cNvPr id="5" name="Text Placeholder 4"/>
          <p:cNvSpPr>
            <a:spLocks noGrp="1"/>
          </p:cNvSpPr>
          <p:nvPr>
            <p:ph type="body" sz="quarter" idx="13"/>
          </p:nvPr>
        </p:nvSpPr>
        <p:spPr>
          <a:xfrm>
            <a:off x="371475" y="1556792"/>
            <a:ext cx="1920240" cy="1815882"/>
          </a:xfrm>
        </p:spPr>
        <p:txBody>
          <a:bodyPr vert="horz" wrap="square" lIns="91440" tIns="45720" rIns="91440" bIns="45720" rtlCol="0">
            <a:spAutoFit/>
          </a:bodyPr>
          <a:lstStyle/>
          <a:p>
            <a:r>
              <a:rPr lang="en-US" dirty="0"/>
              <a:t>Use to show pictures with multiple levels of text.  Works best with a small amount of Level 1 text and a medium amount of Level 2 text.</a:t>
            </a:r>
          </a:p>
        </p:txBody>
      </p:sp>
      <p:graphicFrame>
        <p:nvGraphicFramePr>
          <p:cNvPr id="6" name="Diagram 5"/>
          <p:cNvGraphicFramePr/>
          <p:nvPr>
            <p:extLst>
              <p:ext uri="{D42A27DB-BD31-4B8C-83A1-F6EECF244321}">
                <p14:modId xmlns:p14="http://schemas.microsoft.com/office/powerpoint/2010/main" val="1660966861"/>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3" name="Group 2">
            <a:extLst>
              <a:ext uri="{FF2B5EF4-FFF2-40B4-BE49-F238E27FC236}">
                <a16:creationId xmlns:a16="http://schemas.microsoft.com/office/drawing/2014/main" id="{25CEBD46-7D5A-4225-9BE8-F17FFB6A5D39}"/>
              </a:ext>
            </a:extLst>
          </p:cNvPr>
          <p:cNvGrpSpPr/>
          <p:nvPr/>
        </p:nvGrpSpPr>
        <p:grpSpPr>
          <a:xfrm>
            <a:off x="10821810" y="-11194"/>
            <a:ext cx="1370189" cy="1381381"/>
            <a:chOff x="10821810" y="-11194"/>
            <a:chExt cx="1370189" cy="1381381"/>
          </a:xfrm>
        </p:grpSpPr>
        <p:sp>
          <p:nvSpPr>
            <p:cNvPr id="7" name="Diagonal Stripe 6">
              <a:extLst>
                <a:ext uri="{FF2B5EF4-FFF2-40B4-BE49-F238E27FC236}">
                  <a16:creationId xmlns:a16="http://schemas.microsoft.com/office/drawing/2014/main" id="{B16A165D-5324-4F79-B336-33FB95D69FE4}"/>
                </a:ext>
              </a:extLst>
            </p:cNvPr>
            <p:cNvSpPr/>
            <p:nvPr/>
          </p:nvSpPr>
          <p:spPr>
            <a:xfrm rot="5400000">
              <a:off x="10821810" y="-2"/>
              <a:ext cx="1370189" cy="1370189"/>
            </a:xfrm>
            <a:prstGeom prst="diagStripe">
              <a:avLst>
                <a:gd name="adj" fmla="val 30578"/>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Diagonal Stripe 7">
              <a:extLst>
                <a:ext uri="{FF2B5EF4-FFF2-40B4-BE49-F238E27FC236}">
                  <a16:creationId xmlns:a16="http://schemas.microsoft.com/office/drawing/2014/main" id="{C0BD615D-CC0C-4BBA-8264-A5DAFEA296EC}"/>
                </a:ext>
              </a:extLst>
            </p:cNvPr>
            <p:cNvSpPr/>
            <p:nvPr/>
          </p:nvSpPr>
          <p:spPr>
            <a:xfrm rot="5400000">
              <a:off x="10930274" y="0"/>
              <a:ext cx="1261725" cy="1261725"/>
            </a:xfrm>
            <a:prstGeom prst="diagStripe">
              <a:avLst>
                <a:gd name="adj" fmla="val 41378"/>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Box 8">
              <a:extLst>
                <a:ext uri="{FF2B5EF4-FFF2-40B4-BE49-F238E27FC236}">
                  <a16:creationId xmlns:a16="http://schemas.microsoft.com/office/drawing/2014/main" id="{EB71F5FF-0979-4A99-A719-301E51A9038F}"/>
                </a:ext>
              </a:extLst>
            </p:cNvPr>
            <p:cNvSpPr txBox="1"/>
            <p:nvPr/>
          </p:nvSpPr>
          <p:spPr>
            <a:xfrm rot="2700000">
              <a:off x="11269292" y="188220"/>
              <a:ext cx="922047" cy="523220"/>
            </a:xfrm>
            <a:prstGeom prst="rect">
              <a:avLst/>
            </a:prstGeom>
            <a:noFill/>
          </p:spPr>
          <p:txBody>
            <a:bodyPr wrap="none" rtlCol="0" anchor="ctr">
              <a:spAutoFit/>
            </a:bodyPr>
            <a:lstStyle/>
            <a:p>
              <a:r>
                <a:rPr lang="en-US" sz="2800" b="1" dirty="0">
                  <a:solidFill>
                    <a:schemeClr val="bg2">
                      <a:lumMod val="10000"/>
                    </a:schemeClr>
                  </a:solidFill>
                </a:rPr>
                <a:t>NEW</a:t>
              </a:r>
            </a:p>
          </p:txBody>
        </p:sp>
      </p:grpSp>
      <p:sp>
        <p:nvSpPr>
          <p:cNvPr id="12" name="Footer Placeholder 11">
            <a:extLst>
              <a:ext uri="{FF2B5EF4-FFF2-40B4-BE49-F238E27FC236}">
                <a16:creationId xmlns:a16="http://schemas.microsoft.com/office/drawing/2014/main" id="{60DD70FF-216F-4593-B69F-2C182525CD43}"/>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1327559089"/>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762250" y="353462"/>
            <a:ext cx="8591549" cy="707886"/>
          </a:xfrm>
        </p:spPr>
        <p:txBody>
          <a:bodyPr/>
          <a:lstStyle/>
          <a:p>
            <a:r>
              <a:rPr lang="en-US" dirty="0"/>
              <a:t>Bending Picture Caption</a:t>
            </a:r>
          </a:p>
        </p:txBody>
      </p:sp>
      <p:sp>
        <p:nvSpPr>
          <p:cNvPr id="5" name="Text Placeholder 4"/>
          <p:cNvSpPr>
            <a:spLocks noGrp="1"/>
          </p:cNvSpPr>
          <p:nvPr>
            <p:ph type="body" sz="quarter" idx="13"/>
          </p:nvPr>
        </p:nvSpPr>
        <p:spPr>
          <a:xfrm>
            <a:off x="371475" y="1556792"/>
            <a:ext cx="1920240" cy="1815882"/>
          </a:xfrm>
        </p:spPr>
        <p:txBody>
          <a:bodyPr vert="horz" wrap="square" lIns="91440" tIns="45720" rIns="91440" bIns="45720" rtlCol="0">
            <a:spAutoFit/>
          </a:bodyPr>
          <a:lstStyle/>
          <a:p>
            <a:r>
              <a:rPr lang="en-US" dirty="0"/>
              <a:t>Use to show a sequential series of pictures. The box covering the bottom corner can contain small amounts of text.</a:t>
            </a:r>
          </a:p>
        </p:txBody>
      </p:sp>
      <p:graphicFrame>
        <p:nvGraphicFramePr>
          <p:cNvPr id="6" name="Diagram 5"/>
          <p:cNvGraphicFramePr/>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3" name="Group 2">
            <a:extLst>
              <a:ext uri="{FF2B5EF4-FFF2-40B4-BE49-F238E27FC236}">
                <a16:creationId xmlns:a16="http://schemas.microsoft.com/office/drawing/2014/main" id="{25CEBD46-7D5A-4225-9BE8-F17FFB6A5D39}"/>
              </a:ext>
            </a:extLst>
          </p:cNvPr>
          <p:cNvGrpSpPr/>
          <p:nvPr/>
        </p:nvGrpSpPr>
        <p:grpSpPr>
          <a:xfrm>
            <a:off x="10821810" y="-11194"/>
            <a:ext cx="1370189" cy="1381381"/>
            <a:chOff x="10821810" y="-11194"/>
            <a:chExt cx="1370189" cy="1381381"/>
          </a:xfrm>
        </p:grpSpPr>
        <p:sp>
          <p:nvSpPr>
            <p:cNvPr id="7" name="Diagonal Stripe 6">
              <a:extLst>
                <a:ext uri="{FF2B5EF4-FFF2-40B4-BE49-F238E27FC236}">
                  <a16:creationId xmlns:a16="http://schemas.microsoft.com/office/drawing/2014/main" id="{B16A165D-5324-4F79-B336-33FB95D69FE4}"/>
                </a:ext>
              </a:extLst>
            </p:cNvPr>
            <p:cNvSpPr/>
            <p:nvPr/>
          </p:nvSpPr>
          <p:spPr>
            <a:xfrm rot="5400000">
              <a:off x="10821810" y="-2"/>
              <a:ext cx="1370189" cy="1370189"/>
            </a:xfrm>
            <a:prstGeom prst="diagStripe">
              <a:avLst>
                <a:gd name="adj" fmla="val 30578"/>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Diagonal Stripe 7">
              <a:extLst>
                <a:ext uri="{FF2B5EF4-FFF2-40B4-BE49-F238E27FC236}">
                  <a16:creationId xmlns:a16="http://schemas.microsoft.com/office/drawing/2014/main" id="{C0BD615D-CC0C-4BBA-8264-A5DAFEA296EC}"/>
                </a:ext>
              </a:extLst>
            </p:cNvPr>
            <p:cNvSpPr/>
            <p:nvPr/>
          </p:nvSpPr>
          <p:spPr>
            <a:xfrm rot="5400000">
              <a:off x="10930274" y="0"/>
              <a:ext cx="1261725" cy="1261725"/>
            </a:xfrm>
            <a:prstGeom prst="diagStripe">
              <a:avLst>
                <a:gd name="adj" fmla="val 41378"/>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Box 8">
              <a:extLst>
                <a:ext uri="{FF2B5EF4-FFF2-40B4-BE49-F238E27FC236}">
                  <a16:creationId xmlns:a16="http://schemas.microsoft.com/office/drawing/2014/main" id="{EB71F5FF-0979-4A99-A719-301E51A9038F}"/>
                </a:ext>
              </a:extLst>
            </p:cNvPr>
            <p:cNvSpPr txBox="1"/>
            <p:nvPr/>
          </p:nvSpPr>
          <p:spPr>
            <a:xfrm rot="2700000">
              <a:off x="11269292" y="188220"/>
              <a:ext cx="922047" cy="523220"/>
            </a:xfrm>
            <a:prstGeom prst="rect">
              <a:avLst/>
            </a:prstGeom>
            <a:noFill/>
          </p:spPr>
          <p:txBody>
            <a:bodyPr wrap="none" rtlCol="0" anchor="ctr">
              <a:spAutoFit/>
            </a:bodyPr>
            <a:lstStyle/>
            <a:p>
              <a:r>
                <a:rPr lang="en-US" sz="2800" b="1" dirty="0">
                  <a:solidFill>
                    <a:schemeClr val="bg2">
                      <a:lumMod val="10000"/>
                    </a:schemeClr>
                  </a:solidFill>
                </a:rPr>
                <a:t>NEW</a:t>
              </a:r>
            </a:p>
          </p:txBody>
        </p:sp>
      </p:grpSp>
      <p:sp>
        <p:nvSpPr>
          <p:cNvPr id="10" name="Footer Placeholder 9">
            <a:extLst>
              <a:ext uri="{FF2B5EF4-FFF2-40B4-BE49-F238E27FC236}">
                <a16:creationId xmlns:a16="http://schemas.microsoft.com/office/drawing/2014/main" id="{D2C87D70-28BA-4C89-A78C-87D0099C86C7}"/>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797745361"/>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Picture Frame</a:t>
            </a:r>
          </a:p>
        </p:txBody>
      </p:sp>
      <p:sp>
        <p:nvSpPr>
          <p:cNvPr id="5" name="Text Placeholder 4"/>
          <p:cNvSpPr>
            <a:spLocks noGrp="1"/>
          </p:cNvSpPr>
          <p:nvPr>
            <p:ph type="body" sz="quarter" idx="13"/>
          </p:nvPr>
        </p:nvSpPr>
        <p:spPr>
          <a:xfrm>
            <a:off x="371475" y="1556792"/>
            <a:ext cx="1920240" cy="2062103"/>
          </a:xfrm>
        </p:spPr>
        <p:txBody>
          <a:bodyPr vert="horz" wrap="square" lIns="91440" tIns="45720" rIns="91440" bIns="45720" rtlCol="0">
            <a:spAutoFit/>
          </a:bodyPr>
          <a:lstStyle/>
          <a:p>
            <a:r>
              <a:rPr lang="en-US" dirty="0"/>
              <a:t>Use to show pictures and the corresponding Level 1 text, both displayed in an offset frame. Works best with Level 1 text only.</a:t>
            </a:r>
          </a:p>
        </p:txBody>
      </p:sp>
      <p:graphicFrame>
        <p:nvGraphicFramePr>
          <p:cNvPr id="6" name="Diagram 5"/>
          <p:cNvGraphicFramePr/>
          <p:nvPr>
            <p:extLst>
              <p:ext uri="{D42A27DB-BD31-4B8C-83A1-F6EECF244321}">
                <p14:modId xmlns:p14="http://schemas.microsoft.com/office/powerpoint/2010/main" val="2746999178"/>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Footer Placeholder 2">
            <a:extLst>
              <a:ext uri="{FF2B5EF4-FFF2-40B4-BE49-F238E27FC236}">
                <a16:creationId xmlns:a16="http://schemas.microsoft.com/office/drawing/2014/main" id="{1641284D-7751-4789-88B5-4467BE873027}"/>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2735324093"/>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762250" y="45686"/>
            <a:ext cx="8591549" cy="1323439"/>
          </a:xfrm>
        </p:spPr>
        <p:txBody>
          <a:bodyPr/>
          <a:lstStyle/>
          <a:p>
            <a:r>
              <a:rPr lang="en-US" dirty="0"/>
              <a:t>Bending Picture Semi-Transparent Text</a:t>
            </a:r>
          </a:p>
        </p:txBody>
      </p:sp>
      <p:sp>
        <p:nvSpPr>
          <p:cNvPr id="5" name="Text Placeholder 4"/>
          <p:cNvSpPr>
            <a:spLocks noGrp="1"/>
          </p:cNvSpPr>
          <p:nvPr>
            <p:ph type="body" sz="quarter" idx="13"/>
          </p:nvPr>
        </p:nvSpPr>
        <p:spPr>
          <a:xfrm>
            <a:off x="371475" y="1556792"/>
            <a:ext cx="1920240" cy="1815882"/>
          </a:xfrm>
        </p:spPr>
        <p:txBody>
          <a:bodyPr vert="horz" wrap="square" lIns="91440" tIns="45720" rIns="91440" bIns="45720" rtlCol="0">
            <a:spAutoFit/>
          </a:bodyPr>
          <a:lstStyle/>
          <a:p>
            <a:r>
              <a:rPr lang="en-US" dirty="0"/>
              <a:t>Use to show a series of pictures. A semi-transparent box covers the lower portion of the picture and contains all levels of text.</a:t>
            </a:r>
          </a:p>
        </p:txBody>
      </p:sp>
      <p:graphicFrame>
        <p:nvGraphicFramePr>
          <p:cNvPr id="6" name="Diagram 5"/>
          <p:cNvGraphicFramePr/>
          <p:nvPr>
            <p:extLst>
              <p:ext uri="{D42A27DB-BD31-4B8C-83A1-F6EECF244321}">
                <p14:modId xmlns:p14="http://schemas.microsoft.com/office/powerpoint/2010/main" val="590886086"/>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3" name="Group 2">
            <a:extLst>
              <a:ext uri="{FF2B5EF4-FFF2-40B4-BE49-F238E27FC236}">
                <a16:creationId xmlns:a16="http://schemas.microsoft.com/office/drawing/2014/main" id="{25CEBD46-7D5A-4225-9BE8-F17FFB6A5D39}"/>
              </a:ext>
            </a:extLst>
          </p:cNvPr>
          <p:cNvGrpSpPr/>
          <p:nvPr/>
        </p:nvGrpSpPr>
        <p:grpSpPr>
          <a:xfrm>
            <a:off x="10821810" y="-11194"/>
            <a:ext cx="1370189" cy="1381381"/>
            <a:chOff x="10821810" y="-11194"/>
            <a:chExt cx="1370189" cy="1381381"/>
          </a:xfrm>
        </p:grpSpPr>
        <p:sp>
          <p:nvSpPr>
            <p:cNvPr id="7" name="Diagonal Stripe 6">
              <a:extLst>
                <a:ext uri="{FF2B5EF4-FFF2-40B4-BE49-F238E27FC236}">
                  <a16:creationId xmlns:a16="http://schemas.microsoft.com/office/drawing/2014/main" id="{B16A165D-5324-4F79-B336-33FB95D69FE4}"/>
                </a:ext>
              </a:extLst>
            </p:cNvPr>
            <p:cNvSpPr/>
            <p:nvPr/>
          </p:nvSpPr>
          <p:spPr>
            <a:xfrm rot="5400000">
              <a:off x="10821810" y="-2"/>
              <a:ext cx="1370189" cy="1370189"/>
            </a:xfrm>
            <a:prstGeom prst="diagStripe">
              <a:avLst>
                <a:gd name="adj" fmla="val 30578"/>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Diagonal Stripe 7">
              <a:extLst>
                <a:ext uri="{FF2B5EF4-FFF2-40B4-BE49-F238E27FC236}">
                  <a16:creationId xmlns:a16="http://schemas.microsoft.com/office/drawing/2014/main" id="{C0BD615D-CC0C-4BBA-8264-A5DAFEA296EC}"/>
                </a:ext>
              </a:extLst>
            </p:cNvPr>
            <p:cNvSpPr/>
            <p:nvPr/>
          </p:nvSpPr>
          <p:spPr>
            <a:xfrm rot="5400000">
              <a:off x="10930274" y="0"/>
              <a:ext cx="1261725" cy="1261725"/>
            </a:xfrm>
            <a:prstGeom prst="diagStripe">
              <a:avLst>
                <a:gd name="adj" fmla="val 41378"/>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Box 8">
              <a:extLst>
                <a:ext uri="{FF2B5EF4-FFF2-40B4-BE49-F238E27FC236}">
                  <a16:creationId xmlns:a16="http://schemas.microsoft.com/office/drawing/2014/main" id="{EB71F5FF-0979-4A99-A719-301E51A9038F}"/>
                </a:ext>
              </a:extLst>
            </p:cNvPr>
            <p:cNvSpPr txBox="1"/>
            <p:nvPr/>
          </p:nvSpPr>
          <p:spPr>
            <a:xfrm rot="2700000">
              <a:off x="11269292" y="188220"/>
              <a:ext cx="922047" cy="523220"/>
            </a:xfrm>
            <a:prstGeom prst="rect">
              <a:avLst/>
            </a:prstGeom>
            <a:noFill/>
          </p:spPr>
          <p:txBody>
            <a:bodyPr wrap="none" rtlCol="0" anchor="ctr">
              <a:spAutoFit/>
            </a:bodyPr>
            <a:lstStyle/>
            <a:p>
              <a:r>
                <a:rPr lang="en-US" sz="2800" b="1" dirty="0">
                  <a:solidFill>
                    <a:schemeClr val="bg2">
                      <a:lumMod val="10000"/>
                    </a:schemeClr>
                  </a:solidFill>
                </a:rPr>
                <a:t>NEW</a:t>
              </a:r>
            </a:p>
          </p:txBody>
        </p:sp>
      </p:grpSp>
      <p:sp>
        <p:nvSpPr>
          <p:cNvPr id="10" name="Footer Placeholder 9">
            <a:extLst>
              <a:ext uri="{FF2B5EF4-FFF2-40B4-BE49-F238E27FC236}">
                <a16:creationId xmlns:a16="http://schemas.microsoft.com/office/drawing/2014/main" id="{394556FB-C856-4CEB-8B56-ABD7F3DDF4E5}"/>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2773235907"/>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762250" y="353462"/>
            <a:ext cx="8591549" cy="707886"/>
          </a:xfrm>
        </p:spPr>
        <p:txBody>
          <a:bodyPr/>
          <a:lstStyle/>
          <a:p>
            <a:r>
              <a:rPr lang="en-US" dirty="0"/>
              <a:t>Bending Picture Blocks</a:t>
            </a:r>
          </a:p>
        </p:txBody>
      </p:sp>
      <p:sp>
        <p:nvSpPr>
          <p:cNvPr id="5" name="Text Placeholder 4"/>
          <p:cNvSpPr>
            <a:spLocks noGrp="1"/>
          </p:cNvSpPr>
          <p:nvPr>
            <p:ph type="body" sz="quarter" idx="13"/>
          </p:nvPr>
        </p:nvSpPr>
        <p:spPr>
          <a:xfrm>
            <a:off x="371475" y="1556792"/>
            <a:ext cx="1920240" cy="1569660"/>
          </a:xfrm>
        </p:spPr>
        <p:txBody>
          <a:bodyPr vert="horz" wrap="square" lIns="91440" tIns="45720" rIns="91440" bIns="45720" rtlCol="0">
            <a:spAutoFit/>
          </a:bodyPr>
          <a:lstStyle/>
          <a:p>
            <a:r>
              <a:rPr lang="en-US" dirty="0"/>
              <a:t>Use to show a series of pictures. The box covering the bottom corner can contain small amounts of text.</a:t>
            </a:r>
          </a:p>
        </p:txBody>
      </p:sp>
      <p:graphicFrame>
        <p:nvGraphicFramePr>
          <p:cNvPr id="6" name="Diagram 5"/>
          <p:cNvGraphicFramePr/>
          <p:nvPr>
            <p:extLst>
              <p:ext uri="{D42A27DB-BD31-4B8C-83A1-F6EECF244321}">
                <p14:modId xmlns:p14="http://schemas.microsoft.com/office/powerpoint/2010/main" val="682508990"/>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3" name="Group 2">
            <a:extLst>
              <a:ext uri="{FF2B5EF4-FFF2-40B4-BE49-F238E27FC236}">
                <a16:creationId xmlns:a16="http://schemas.microsoft.com/office/drawing/2014/main" id="{25CEBD46-7D5A-4225-9BE8-F17FFB6A5D39}"/>
              </a:ext>
            </a:extLst>
          </p:cNvPr>
          <p:cNvGrpSpPr/>
          <p:nvPr/>
        </p:nvGrpSpPr>
        <p:grpSpPr>
          <a:xfrm>
            <a:off x="10821810" y="-11194"/>
            <a:ext cx="1370189" cy="1381381"/>
            <a:chOff x="10821810" y="-11194"/>
            <a:chExt cx="1370189" cy="1381381"/>
          </a:xfrm>
        </p:grpSpPr>
        <p:sp>
          <p:nvSpPr>
            <p:cNvPr id="7" name="Diagonal Stripe 6">
              <a:extLst>
                <a:ext uri="{FF2B5EF4-FFF2-40B4-BE49-F238E27FC236}">
                  <a16:creationId xmlns:a16="http://schemas.microsoft.com/office/drawing/2014/main" id="{B16A165D-5324-4F79-B336-33FB95D69FE4}"/>
                </a:ext>
              </a:extLst>
            </p:cNvPr>
            <p:cNvSpPr/>
            <p:nvPr/>
          </p:nvSpPr>
          <p:spPr>
            <a:xfrm rot="5400000">
              <a:off x="10821810" y="-2"/>
              <a:ext cx="1370189" cy="1370189"/>
            </a:xfrm>
            <a:prstGeom prst="diagStripe">
              <a:avLst>
                <a:gd name="adj" fmla="val 30578"/>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Diagonal Stripe 7">
              <a:extLst>
                <a:ext uri="{FF2B5EF4-FFF2-40B4-BE49-F238E27FC236}">
                  <a16:creationId xmlns:a16="http://schemas.microsoft.com/office/drawing/2014/main" id="{C0BD615D-CC0C-4BBA-8264-A5DAFEA296EC}"/>
                </a:ext>
              </a:extLst>
            </p:cNvPr>
            <p:cNvSpPr/>
            <p:nvPr/>
          </p:nvSpPr>
          <p:spPr>
            <a:xfrm rot="5400000">
              <a:off x="10930274" y="0"/>
              <a:ext cx="1261725" cy="1261725"/>
            </a:xfrm>
            <a:prstGeom prst="diagStripe">
              <a:avLst>
                <a:gd name="adj" fmla="val 41378"/>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Box 8">
              <a:extLst>
                <a:ext uri="{FF2B5EF4-FFF2-40B4-BE49-F238E27FC236}">
                  <a16:creationId xmlns:a16="http://schemas.microsoft.com/office/drawing/2014/main" id="{EB71F5FF-0979-4A99-A719-301E51A9038F}"/>
                </a:ext>
              </a:extLst>
            </p:cNvPr>
            <p:cNvSpPr txBox="1"/>
            <p:nvPr/>
          </p:nvSpPr>
          <p:spPr>
            <a:xfrm rot="2700000">
              <a:off x="11269292" y="188220"/>
              <a:ext cx="922047" cy="523220"/>
            </a:xfrm>
            <a:prstGeom prst="rect">
              <a:avLst/>
            </a:prstGeom>
            <a:noFill/>
          </p:spPr>
          <p:txBody>
            <a:bodyPr wrap="none" rtlCol="0" anchor="ctr">
              <a:spAutoFit/>
            </a:bodyPr>
            <a:lstStyle/>
            <a:p>
              <a:r>
                <a:rPr lang="en-US" sz="2800" b="1" dirty="0">
                  <a:solidFill>
                    <a:schemeClr val="bg2">
                      <a:lumMod val="10000"/>
                    </a:schemeClr>
                  </a:solidFill>
                </a:rPr>
                <a:t>NEW</a:t>
              </a:r>
            </a:p>
          </p:txBody>
        </p:sp>
      </p:grpSp>
      <p:sp>
        <p:nvSpPr>
          <p:cNvPr id="11" name="Footer Placeholder 10">
            <a:extLst>
              <a:ext uri="{FF2B5EF4-FFF2-40B4-BE49-F238E27FC236}">
                <a16:creationId xmlns:a16="http://schemas.microsoft.com/office/drawing/2014/main" id="{FC5C8893-FE1B-48CA-AFC5-AFA2D88640CD}"/>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2527198746"/>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762250" y="45686"/>
            <a:ext cx="8591549" cy="1323439"/>
          </a:xfrm>
        </p:spPr>
        <p:txBody>
          <a:bodyPr/>
          <a:lstStyle/>
          <a:p>
            <a:r>
              <a:rPr lang="en-US" dirty="0"/>
              <a:t>Bending Picture</a:t>
            </a:r>
            <a:br>
              <a:rPr lang="en-US" dirty="0"/>
            </a:br>
            <a:r>
              <a:rPr lang="en-US" dirty="0"/>
              <a:t>Caption List</a:t>
            </a:r>
          </a:p>
        </p:txBody>
      </p:sp>
      <p:sp>
        <p:nvSpPr>
          <p:cNvPr id="5" name="Text Placeholder 4"/>
          <p:cNvSpPr>
            <a:spLocks noGrp="1"/>
          </p:cNvSpPr>
          <p:nvPr>
            <p:ph type="body" sz="quarter" idx="13"/>
          </p:nvPr>
        </p:nvSpPr>
        <p:spPr>
          <a:xfrm>
            <a:off x="371475" y="1556792"/>
            <a:ext cx="1920240" cy="1569660"/>
          </a:xfrm>
        </p:spPr>
        <p:txBody>
          <a:bodyPr vert="horz" wrap="square" lIns="91440" tIns="45720" rIns="91440" bIns="45720" rtlCol="0">
            <a:spAutoFit/>
          </a:bodyPr>
          <a:lstStyle/>
          <a:p>
            <a:r>
              <a:rPr lang="en-US" dirty="0"/>
              <a:t>Use to show a series of pictures. The title and description appear in a callout shape under each picture.</a:t>
            </a:r>
          </a:p>
        </p:txBody>
      </p:sp>
      <p:graphicFrame>
        <p:nvGraphicFramePr>
          <p:cNvPr id="6" name="Diagram 5"/>
          <p:cNvGraphicFramePr/>
          <p:nvPr>
            <p:extLst>
              <p:ext uri="{D42A27DB-BD31-4B8C-83A1-F6EECF244321}">
                <p14:modId xmlns:p14="http://schemas.microsoft.com/office/powerpoint/2010/main" val="4034964436"/>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3" name="Group 2">
            <a:extLst>
              <a:ext uri="{FF2B5EF4-FFF2-40B4-BE49-F238E27FC236}">
                <a16:creationId xmlns:a16="http://schemas.microsoft.com/office/drawing/2014/main" id="{25CEBD46-7D5A-4225-9BE8-F17FFB6A5D39}"/>
              </a:ext>
            </a:extLst>
          </p:cNvPr>
          <p:cNvGrpSpPr/>
          <p:nvPr/>
        </p:nvGrpSpPr>
        <p:grpSpPr>
          <a:xfrm>
            <a:off x="10821810" y="-11194"/>
            <a:ext cx="1370189" cy="1381381"/>
            <a:chOff x="10821810" y="-11194"/>
            <a:chExt cx="1370189" cy="1381381"/>
          </a:xfrm>
        </p:grpSpPr>
        <p:sp>
          <p:nvSpPr>
            <p:cNvPr id="7" name="Diagonal Stripe 6">
              <a:extLst>
                <a:ext uri="{FF2B5EF4-FFF2-40B4-BE49-F238E27FC236}">
                  <a16:creationId xmlns:a16="http://schemas.microsoft.com/office/drawing/2014/main" id="{B16A165D-5324-4F79-B336-33FB95D69FE4}"/>
                </a:ext>
              </a:extLst>
            </p:cNvPr>
            <p:cNvSpPr/>
            <p:nvPr/>
          </p:nvSpPr>
          <p:spPr>
            <a:xfrm rot="5400000">
              <a:off x="10821810" y="-2"/>
              <a:ext cx="1370189" cy="1370189"/>
            </a:xfrm>
            <a:prstGeom prst="diagStripe">
              <a:avLst>
                <a:gd name="adj" fmla="val 30578"/>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Diagonal Stripe 7">
              <a:extLst>
                <a:ext uri="{FF2B5EF4-FFF2-40B4-BE49-F238E27FC236}">
                  <a16:creationId xmlns:a16="http://schemas.microsoft.com/office/drawing/2014/main" id="{C0BD615D-CC0C-4BBA-8264-A5DAFEA296EC}"/>
                </a:ext>
              </a:extLst>
            </p:cNvPr>
            <p:cNvSpPr/>
            <p:nvPr/>
          </p:nvSpPr>
          <p:spPr>
            <a:xfrm rot="5400000">
              <a:off x="10930274" y="0"/>
              <a:ext cx="1261725" cy="1261725"/>
            </a:xfrm>
            <a:prstGeom prst="diagStripe">
              <a:avLst>
                <a:gd name="adj" fmla="val 41378"/>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Box 8">
              <a:extLst>
                <a:ext uri="{FF2B5EF4-FFF2-40B4-BE49-F238E27FC236}">
                  <a16:creationId xmlns:a16="http://schemas.microsoft.com/office/drawing/2014/main" id="{EB71F5FF-0979-4A99-A719-301E51A9038F}"/>
                </a:ext>
              </a:extLst>
            </p:cNvPr>
            <p:cNvSpPr txBox="1"/>
            <p:nvPr/>
          </p:nvSpPr>
          <p:spPr>
            <a:xfrm rot="2700000">
              <a:off x="11269292" y="188220"/>
              <a:ext cx="922047" cy="523220"/>
            </a:xfrm>
            <a:prstGeom prst="rect">
              <a:avLst/>
            </a:prstGeom>
            <a:noFill/>
          </p:spPr>
          <p:txBody>
            <a:bodyPr wrap="none" rtlCol="0" anchor="ctr">
              <a:spAutoFit/>
            </a:bodyPr>
            <a:lstStyle/>
            <a:p>
              <a:r>
                <a:rPr lang="en-US" sz="2800" b="1" dirty="0">
                  <a:solidFill>
                    <a:schemeClr val="bg2">
                      <a:lumMod val="10000"/>
                    </a:schemeClr>
                  </a:solidFill>
                </a:rPr>
                <a:t>NEW</a:t>
              </a:r>
            </a:p>
          </p:txBody>
        </p:sp>
      </p:grpSp>
      <p:sp>
        <p:nvSpPr>
          <p:cNvPr id="10" name="Footer Placeholder 9">
            <a:extLst>
              <a:ext uri="{FF2B5EF4-FFF2-40B4-BE49-F238E27FC236}">
                <a16:creationId xmlns:a16="http://schemas.microsoft.com/office/drawing/2014/main" id="{B73256E3-8C83-46D0-874C-AAD289B9DEB0}"/>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83341484"/>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762250" y="353462"/>
            <a:ext cx="8591549" cy="707886"/>
          </a:xfrm>
        </p:spPr>
        <p:txBody>
          <a:bodyPr/>
          <a:lstStyle/>
          <a:p>
            <a:r>
              <a:rPr lang="en-US" dirty="0"/>
              <a:t>Titled Picture Blocks</a:t>
            </a:r>
          </a:p>
        </p:txBody>
      </p:sp>
      <p:sp>
        <p:nvSpPr>
          <p:cNvPr id="5" name="Text Placeholder 4"/>
          <p:cNvSpPr>
            <a:spLocks noGrp="1"/>
          </p:cNvSpPr>
          <p:nvPr>
            <p:ph type="body" sz="quarter" idx="13"/>
          </p:nvPr>
        </p:nvSpPr>
        <p:spPr>
          <a:xfrm>
            <a:off x="371475" y="1556792"/>
            <a:ext cx="1920240" cy="2062103"/>
          </a:xfrm>
        </p:spPr>
        <p:txBody>
          <a:bodyPr vert="horz" wrap="square" lIns="91440" tIns="45720" rIns="91440" bIns="45720" rtlCol="0">
            <a:spAutoFit/>
          </a:bodyPr>
          <a:lstStyle/>
          <a:p>
            <a:r>
              <a:rPr lang="en-US" dirty="0"/>
              <a:t>Use to show a series of pictures. Level 1 text appears above each picture. Level 2 text appears to the side and slightly overlapping each picture.</a:t>
            </a:r>
          </a:p>
        </p:txBody>
      </p:sp>
      <p:graphicFrame>
        <p:nvGraphicFramePr>
          <p:cNvPr id="6" name="Diagram 5"/>
          <p:cNvGraphicFramePr/>
          <p:nvPr>
            <p:extLst>
              <p:ext uri="{D42A27DB-BD31-4B8C-83A1-F6EECF244321}">
                <p14:modId xmlns:p14="http://schemas.microsoft.com/office/powerpoint/2010/main" val="3074019544"/>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3" name="Group 2">
            <a:extLst>
              <a:ext uri="{FF2B5EF4-FFF2-40B4-BE49-F238E27FC236}">
                <a16:creationId xmlns:a16="http://schemas.microsoft.com/office/drawing/2014/main" id="{25CEBD46-7D5A-4225-9BE8-F17FFB6A5D39}"/>
              </a:ext>
            </a:extLst>
          </p:cNvPr>
          <p:cNvGrpSpPr/>
          <p:nvPr/>
        </p:nvGrpSpPr>
        <p:grpSpPr>
          <a:xfrm>
            <a:off x="10821810" y="-11194"/>
            <a:ext cx="1370189" cy="1381381"/>
            <a:chOff x="10821810" y="-11194"/>
            <a:chExt cx="1370189" cy="1381381"/>
          </a:xfrm>
        </p:grpSpPr>
        <p:sp>
          <p:nvSpPr>
            <p:cNvPr id="7" name="Diagonal Stripe 6">
              <a:extLst>
                <a:ext uri="{FF2B5EF4-FFF2-40B4-BE49-F238E27FC236}">
                  <a16:creationId xmlns:a16="http://schemas.microsoft.com/office/drawing/2014/main" id="{B16A165D-5324-4F79-B336-33FB95D69FE4}"/>
                </a:ext>
              </a:extLst>
            </p:cNvPr>
            <p:cNvSpPr/>
            <p:nvPr/>
          </p:nvSpPr>
          <p:spPr>
            <a:xfrm rot="5400000">
              <a:off x="10821810" y="-2"/>
              <a:ext cx="1370189" cy="1370189"/>
            </a:xfrm>
            <a:prstGeom prst="diagStripe">
              <a:avLst>
                <a:gd name="adj" fmla="val 30578"/>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Diagonal Stripe 7">
              <a:extLst>
                <a:ext uri="{FF2B5EF4-FFF2-40B4-BE49-F238E27FC236}">
                  <a16:creationId xmlns:a16="http://schemas.microsoft.com/office/drawing/2014/main" id="{C0BD615D-CC0C-4BBA-8264-A5DAFEA296EC}"/>
                </a:ext>
              </a:extLst>
            </p:cNvPr>
            <p:cNvSpPr/>
            <p:nvPr/>
          </p:nvSpPr>
          <p:spPr>
            <a:xfrm rot="5400000">
              <a:off x="10930274" y="0"/>
              <a:ext cx="1261725" cy="1261725"/>
            </a:xfrm>
            <a:prstGeom prst="diagStripe">
              <a:avLst>
                <a:gd name="adj" fmla="val 41378"/>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Box 8">
              <a:extLst>
                <a:ext uri="{FF2B5EF4-FFF2-40B4-BE49-F238E27FC236}">
                  <a16:creationId xmlns:a16="http://schemas.microsoft.com/office/drawing/2014/main" id="{EB71F5FF-0979-4A99-A719-301E51A9038F}"/>
                </a:ext>
              </a:extLst>
            </p:cNvPr>
            <p:cNvSpPr txBox="1"/>
            <p:nvPr/>
          </p:nvSpPr>
          <p:spPr>
            <a:xfrm rot="2700000">
              <a:off x="11269292" y="188220"/>
              <a:ext cx="922047" cy="523220"/>
            </a:xfrm>
            <a:prstGeom prst="rect">
              <a:avLst/>
            </a:prstGeom>
            <a:noFill/>
          </p:spPr>
          <p:txBody>
            <a:bodyPr wrap="none" rtlCol="0" anchor="ctr">
              <a:spAutoFit/>
            </a:bodyPr>
            <a:lstStyle/>
            <a:p>
              <a:r>
                <a:rPr lang="en-US" sz="2800" b="1" dirty="0">
                  <a:solidFill>
                    <a:schemeClr val="bg2">
                      <a:lumMod val="10000"/>
                    </a:schemeClr>
                  </a:solidFill>
                </a:rPr>
                <a:t>NEW</a:t>
              </a:r>
            </a:p>
          </p:txBody>
        </p:sp>
      </p:grpSp>
      <p:sp>
        <p:nvSpPr>
          <p:cNvPr id="10" name="Footer Placeholder 9">
            <a:extLst>
              <a:ext uri="{FF2B5EF4-FFF2-40B4-BE49-F238E27FC236}">
                <a16:creationId xmlns:a16="http://schemas.microsoft.com/office/drawing/2014/main" id="{70ACCDC8-A5D7-4B34-A9E0-97C72DC85A71}"/>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143132299"/>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762250" y="353462"/>
            <a:ext cx="8591549" cy="707886"/>
          </a:xfrm>
        </p:spPr>
        <p:txBody>
          <a:bodyPr/>
          <a:lstStyle/>
          <a:p>
            <a:r>
              <a:rPr lang="en-US" dirty="0"/>
              <a:t>Picture Grid</a:t>
            </a:r>
          </a:p>
        </p:txBody>
      </p:sp>
      <p:sp>
        <p:nvSpPr>
          <p:cNvPr id="5" name="Text Placeholder 4"/>
          <p:cNvSpPr>
            <a:spLocks noGrp="1"/>
          </p:cNvSpPr>
          <p:nvPr>
            <p:ph type="body" sz="quarter" idx="13"/>
          </p:nvPr>
        </p:nvSpPr>
        <p:spPr>
          <a:xfrm>
            <a:off x="371475" y="1556792"/>
            <a:ext cx="1920240" cy="1815882"/>
          </a:xfrm>
        </p:spPr>
        <p:txBody>
          <a:bodyPr vert="horz" wrap="square" lIns="91440" tIns="45720" rIns="91440" bIns="45720" rtlCol="0">
            <a:spAutoFit/>
          </a:bodyPr>
          <a:lstStyle/>
          <a:p>
            <a:r>
              <a:rPr lang="en-US" dirty="0"/>
              <a:t>Use to show pictures laid out on a square grid. Best with a small amount of Level 1 text, which appears above the picture.</a:t>
            </a:r>
          </a:p>
        </p:txBody>
      </p:sp>
      <p:graphicFrame>
        <p:nvGraphicFramePr>
          <p:cNvPr id="6" name="Diagram 5"/>
          <p:cNvGraphicFramePr/>
          <p:nvPr>
            <p:extLst>
              <p:ext uri="{D42A27DB-BD31-4B8C-83A1-F6EECF244321}">
                <p14:modId xmlns:p14="http://schemas.microsoft.com/office/powerpoint/2010/main" val="926398168"/>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3" name="Group 2">
            <a:extLst>
              <a:ext uri="{FF2B5EF4-FFF2-40B4-BE49-F238E27FC236}">
                <a16:creationId xmlns:a16="http://schemas.microsoft.com/office/drawing/2014/main" id="{25CEBD46-7D5A-4225-9BE8-F17FFB6A5D39}"/>
              </a:ext>
            </a:extLst>
          </p:cNvPr>
          <p:cNvGrpSpPr/>
          <p:nvPr/>
        </p:nvGrpSpPr>
        <p:grpSpPr>
          <a:xfrm>
            <a:off x="10821810" y="-11194"/>
            <a:ext cx="1370189" cy="1381381"/>
            <a:chOff x="10821810" y="-11194"/>
            <a:chExt cx="1370189" cy="1381381"/>
          </a:xfrm>
        </p:grpSpPr>
        <p:sp>
          <p:nvSpPr>
            <p:cNvPr id="7" name="Diagonal Stripe 6">
              <a:extLst>
                <a:ext uri="{FF2B5EF4-FFF2-40B4-BE49-F238E27FC236}">
                  <a16:creationId xmlns:a16="http://schemas.microsoft.com/office/drawing/2014/main" id="{B16A165D-5324-4F79-B336-33FB95D69FE4}"/>
                </a:ext>
              </a:extLst>
            </p:cNvPr>
            <p:cNvSpPr/>
            <p:nvPr/>
          </p:nvSpPr>
          <p:spPr>
            <a:xfrm rot="5400000">
              <a:off x="10821810" y="-2"/>
              <a:ext cx="1370189" cy="1370189"/>
            </a:xfrm>
            <a:prstGeom prst="diagStripe">
              <a:avLst>
                <a:gd name="adj" fmla="val 30578"/>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Diagonal Stripe 7">
              <a:extLst>
                <a:ext uri="{FF2B5EF4-FFF2-40B4-BE49-F238E27FC236}">
                  <a16:creationId xmlns:a16="http://schemas.microsoft.com/office/drawing/2014/main" id="{C0BD615D-CC0C-4BBA-8264-A5DAFEA296EC}"/>
                </a:ext>
              </a:extLst>
            </p:cNvPr>
            <p:cNvSpPr/>
            <p:nvPr/>
          </p:nvSpPr>
          <p:spPr>
            <a:xfrm rot="5400000">
              <a:off x="10930274" y="0"/>
              <a:ext cx="1261725" cy="1261725"/>
            </a:xfrm>
            <a:prstGeom prst="diagStripe">
              <a:avLst>
                <a:gd name="adj" fmla="val 41378"/>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Box 8">
              <a:extLst>
                <a:ext uri="{FF2B5EF4-FFF2-40B4-BE49-F238E27FC236}">
                  <a16:creationId xmlns:a16="http://schemas.microsoft.com/office/drawing/2014/main" id="{EB71F5FF-0979-4A99-A719-301E51A9038F}"/>
                </a:ext>
              </a:extLst>
            </p:cNvPr>
            <p:cNvSpPr txBox="1"/>
            <p:nvPr/>
          </p:nvSpPr>
          <p:spPr>
            <a:xfrm rot="2700000">
              <a:off x="11269292" y="188220"/>
              <a:ext cx="922047" cy="523220"/>
            </a:xfrm>
            <a:prstGeom prst="rect">
              <a:avLst/>
            </a:prstGeom>
            <a:noFill/>
          </p:spPr>
          <p:txBody>
            <a:bodyPr wrap="none" rtlCol="0" anchor="ctr">
              <a:spAutoFit/>
            </a:bodyPr>
            <a:lstStyle/>
            <a:p>
              <a:r>
                <a:rPr lang="en-US" sz="2800" b="1" dirty="0">
                  <a:solidFill>
                    <a:schemeClr val="bg2">
                      <a:lumMod val="10000"/>
                    </a:schemeClr>
                  </a:solidFill>
                </a:rPr>
                <a:t>NEW</a:t>
              </a:r>
            </a:p>
          </p:txBody>
        </p:sp>
      </p:grpSp>
      <p:sp>
        <p:nvSpPr>
          <p:cNvPr id="10" name="Footer Placeholder 9">
            <a:extLst>
              <a:ext uri="{FF2B5EF4-FFF2-40B4-BE49-F238E27FC236}">
                <a16:creationId xmlns:a16="http://schemas.microsoft.com/office/drawing/2014/main" id="{CA23C655-B9A0-4237-A5E8-93CA29534DDB}"/>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2223010607"/>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762250" y="353462"/>
            <a:ext cx="8591549" cy="707886"/>
          </a:xfrm>
        </p:spPr>
        <p:txBody>
          <a:bodyPr/>
          <a:lstStyle/>
          <a:p>
            <a:r>
              <a:rPr lang="en-US" dirty="0"/>
              <a:t>Picture Accent Blocks</a:t>
            </a:r>
          </a:p>
        </p:txBody>
      </p:sp>
      <p:sp>
        <p:nvSpPr>
          <p:cNvPr id="5" name="Text Placeholder 4"/>
          <p:cNvSpPr>
            <a:spLocks noGrp="1"/>
          </p:cNvSpPr>
          <p:nvPr>
            <p:ph type="body" sz="quarter" idx="13"/>
          </p:nvPr>
        </p:nvSpPr>
        <p:spPr>
          <a:xfrm>
            <a:off x="371475" y="1556792"/>
            <a:ext cx="1920240" cy="2800767"/>
          </a:xfrm>
        </p:spPr>
        <p:txBody>
          <a:bodyPr vert="horz" wrap="square" lIns="91440" tIns="45720" rIns="91440" bIns="45720" rtlCol="0">
            <a:spAutoFit/>
          </a:bodyPr>
          <a:lstStyle/>
          <a:p>
            <a:r>
              <a:rPr lang="en-US" dirty="0"/>
              <a:t>Use to show a group of pictures in blocks starting from the corner. The corresponding text displays vertically. Works well as an accent on title or sub-title slides or for section breaks of a document.</a:t>
            </a:r>
          </a:p>
        </p:txBody>
      </p:sp>
      <p:graphicFrame>
        <p:nvGraphicFramePr>
          <p:cNvPr id="6" name="Diagram 5"/>
          <p:cNvGraphicFramePr/>
          <p:nvPr>
            <p:extLst>
              <p:ext uri="{D42A27DB-BD31-4B8C-83A1-F6EECF244321}">
                <p14:modId xmlns:p14="http://schemas.microsoft.com/office/powerpoint/2010/main" val="2522404010"/>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3" name="Group 2">
            <a:extLst>
              <a:ext uri="{FF2B5EF4-FFF2-40B4-BE49-F238E27FC236}">
                <a16:creationId xmlns:a16="http://schemas.microsoft.com/office/drawing/2014/main" id="{25CEBD46-7D5A-4225-9BE8-F17FFB6A5D39}"/>
              </a:ext>
            </a:extLst>
          </p:cNvPr>
          <p:cNvGrpSpPr/>
          <p:nvPr/>
        </p:nvGrpSpPr>
        <p:grpSpPr>
          <a:xfrm>
            <a:off x="10821810" y="-11194"/>
            <a:ext cx="1370189" cy="1381381"/>
            <a:chOff x="10821810" y="-11194"/>
            <a:chExt cx="1370189" cy="1381381"/>
          </a:xfrm>
        </p:grpSpPr>
        <p:sp>
          <p:nvSpPr>
            <p:cNvPr id="7" name="Diagonal Stripe 6">
              <a:extLst>
                <a:ext uri="{FF2B5EF4-FFF2-40B4-BE49-F238E27FC236}">
                  <a16:creationId xmlns:a16="http://schemas.microsoft.com/office/drawing/2014/main" id="{B16A165D-5324-4F79-B336-33FB95D69FE4}"/>
                </a:ext>
              </a:extLst>
            </p:cNvPr>
            <p:cNvSpPr/>
            <p:nvPr/>
          </p:nvSpPr>
          <p:spPr>
            <a:xfrm rot="5400000">
              <a:off x="10821810" y="-2"/>
              <a:ext cx="1370189" cy="1370189"/>
            </a:xfrm>
            <a:prstGeom prst="diagStripe">
              <a:avLst>
                <a:gd name="adj" fmla="val 30578"/>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Diagonal Stripe 7">
              <a:extLst>
                <a:ext uri="{FF2B5EF4-FFF2-40B4-BE49-F238E27FC236}">
                  <a16:creationId xmlns:a16="http://schemas.microsoft.com/office/drawing/2014/main" id="{C0BD615D-CC0C-4BBA-8264-A5DAFEA296EC}"/>
                </a:ext>
              </a:extLst>
            </p:cNvPr>
            <p:cNvSpPr/>
            <p:nvPr/>
          </p:nvSpPr>
          <p:spPr>
            <a:xfrm rot="5400000">
              <a:off x="10930274" y="0"/>
              <a:ext cx="1261725" cy="1261725"/>
            </a:xfrm>
            <a:prstGeom prst="diagStripe">
              <a:avLst>
                <a:gd name="adj" fmla="val 41378"/>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Box 8">
              <a:extLst>
                <a:ext uri="{FF2B5EF4-FFF2-40B4-BE49-F238E27FC236}">
                  <a16:creationId xmlns:a16="http://schemas.microsoft.com/office/drawing/2014/main" id="{EB71F5FF-0979-4A99-A719-301E51A9038F}"/>
                </a:ext>
              </a:extLst>
            </p:cNvPr>
            <p:cNvSpPr txBox="1"/>
            <p:nvPr/>
          </p:nvSpPr>
          <p:spPr>
            <a:xfrm rot="2700000">
              <a:off x="11269292" y="188220"/>
              <a:ext cx="922047" cy="523220"/>
            </a:xfrm>
            <a:prstGeom prst="rect">
              <a:avLst/>
            </a:prstGeom>
            <a:noFill/>
          </p:spPr>
          <p:txBody>
            <a:bodyPr wrap="none" rtlCol="0" anchor="ctr">
              <a:spAutoFit/>
            </a:bodyPr>
            <a:lstStyle/>
            <a:p>
              <a:r>
                <a:rPr lang="en-US" sz="2800" b="1" dirty="0">
                  <a:solidFill>
                    <a:schemeClr val="bg2">
                      <a:lumMod val="10000"/>
                    </a:schemeClr>
                  </a:solidFill>
                </a:rPr>
                <a:t>NEW</a:t>
              </a:r>
            </a:p>
          </p:txBody>
        </p:sp>
      </p:grpSp>
      <p:sp>
        <p:nvSpPr>
          <p:cNvPr id="10" name="Footer Placeholder 9">
            <a:extLst>
              <a:ext uri="{FF2B5EF4-FFF2-40B4-BE49-F238E27FC236}">
                <a16:creationId xmlns:a16="http://schemas.microsoft.com/office/drawing/2014/main" id="{B2696199-04D2-40EA-A953-5C955B981E21}"/>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2612283427"/>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762250" y="353462"/>
            <a:ext cx="8591549" cy="707886"/>
          </a:xfrm>
        </p:spPr>
        <p:txBody>
          <a:bodyPr/>
          <a:lstStyle/>
          <a:p>
            <a:r>
              <a:rPr lang="en-US" dirty="0"/>
              <a:t>Theme Picture Accent</a:t>
            </a:r>
          </a:p>
        </p:txBody>
      </p:sp>
      <p:sp>
        <p:nvSpPr>
          <p:cNvPr id="5" name="Text Placeholder 4"/>
          <p:cNvSpPr>
            <a:spLocks noGrp="1"/>
          </p:cNvSpPr>
          <p:nvPr>
            <p:ph type="body" sz="quarter" idx="13"/>
          </p:nvPr>
        </p:nvSpPr>
        <p:spPr>
          <a:xfrm>
            <a:off x="371475" y="1556792"/>
            <a:ext cx="1920240" cy="3539430"/>
          </a:xfrm>
        </p:spPr>
        <p:txBody>
          <a:bodyPr vert="horz" wrap="square" lIns="91440" tIns="45720" rIns="91440" bIns="45720" rtlCol="0">
            <a:spAutoFit/>
          </a:bodyPr>
          <a:lstStyle/>
          <a:p>
            <a:r>
              <a:rPr lang="en-US" dirty="0"/>
              <a:t>Use to show a group of pictures with the first picture being centered and the largest. Can contain up to six Level 1 pictures. Unused pictures do not appear, but remain available if you switch layouts.  Works best with small amounts of text.</a:t>
            </a:r>
          </a:p>
        </p:txBody>
      </p:sp>
      <p:graphicFrame>
        <p:nvGraphicFramePr>
          <p:cNvPr id="6" name="Diagram 5"/>
          <p:cNvGraphicFramePr/>
          <p:nvPr>
            <p:extLst>
              <p:ext uri="{D42A27DB-BD31-4B8C-83A1-F6EECF244321}">
                <p14:modId xmlns:p14="http://schemas.microsoft.com/office/powerpoint/2010/main" val="1146985079"/>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 name="Footer Placeholder 10">
            <a:extLst>
              <a:ext uri="{FF2B5EF4-FFF2-40B4-BE49-F238E27FC236}">
                <a16:creationId xmlns:a16="http://schemas.microsoft.com/office/drawing/2014/main" id="{266D9282-16A9-4066-A136-BB5060432384}"/>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132184298"/>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762250" y="353462"/>
            <a:ext cx="8591549" cy="707886"/>
          </a:xfrm>
        </p:spPr>
        <p:txBody>
          <a:bodyPr/>
          <a:lstStyle/>
          <a:p>
            <a:r>
              <a:rPr lang="en-US" dirty="0"/>
              <a:t>Theme Picture Grid</a:t>
            </a:r>
          </a:p>
        </p:txBody>
      </p:sp>
      <p:sp>
        <p:nvSpPr>
          <p:cNvPr id="5" name="Text Placeholder 4"/>
          <p:cNvSpPr>
            <a:spLocks noGrp="1"/>
          </p:cNvSpPr>
          <p:nvPr>
            <p:ph type="body" sz="quarter" idx="13"/>
          </p:nvPr>
        </p:nvSpPr>
        <p:spPr>
          <a:xfrm>
            <a:off x="371475" y="1556792"/>
            <a:ext cx="1920240" cy="3293209"/>
          </a:xfrm>
        </p:spPr>
        <p:txBody>
          <a:bodyPr vert="horz" wrap="square" lIns="91440" tIns="45720" rIns="91440" bIns="45720" rtlCol="0">
            <a:spAutoFit/>
          </a:bodyPr>
          <a:lstStyle/>
          <a:p>
            <a:r>
              <a:rPr lang="en-US" dirty="0"/>
              <a:t>Use to show a group of pictures with the first picture being the largest. Can contain up to five Level 1 pictures.  Unused pictures do not appear, but remain available if you switch layouts. Works best with small amounts of corresponding text.</a:t>
            </a:r>
          </a:p>
        </p:txBody>
      </p:sp>
      <p:graphicFrame>
        <p:nvGraphicFramePr>
          <p:cNvPr id="6" name="Diagram 5"/>
          <p:cNvGraphicFramePr/>
          <p:nvPr>
            <p:extLst>
              <p:ext uri="{D42A27DB-BD31-4B8C-83A1-F6EECF244321}">
                <p14:modId xmlns:p14="http://schemas.microsoft.com/office/powerpoint/2010/main" val="126514349"/>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 name="Footer Placeholder 10">
            <a:extLst>
              <a:ext uri="{FF2B5EF4-FFF2-40B4-BE49-F238E27FC236}">
                <a16:creationId xmlns:a16="http://schemas.microsoft.com/office/drawing/2014/main" id="{36884D34-8B25-4DE3-BB60-1F420BF20A65}"/>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2997881266"/>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762250" y="45686"/>
            <a:ext cx="8591549" cy="1323439"/>
          </a:xfrm>
        </p:spPr>
        <p:txBody>
          <a:bodyPr/>
          <a:lstStyle/>
          <a:p>
            <a:r>
              <a:rPr lang="en-US" dirty="0"/>
              <a:t>Theme Picture </a:t>
            </a:r>
            <a:br>
              <a:rPr lang="en-US" dirty="0"/>
            </a:br>
            <a:r>
              <a:rPr lang="en-US" dirty="0"/>
              <a:t>Alternating Accent</a:t>
            </a:r>
          </a:p>
        </p:txBody>
      </p:sp>
      <p:sp>
        <p:nvSpPr>
          <p:cNvPr id="5" name="Text Placeholder 4"/>
          <p:cNvSpPr>
            <a:spLocks noGrp="1"/>
          </p:cNvSpPr>
          <p:nvPr>
            <p:ph type="body" sz="quarter" idx="13"/>
          </p:nvPr>
        </p:nvSpPr>
        <p:spPr>
          <a:xfrm>
            <a:off x="371475" y="1556792"/>
            <a:ext cx="1920240" cy="4031873"/>
          </a:xfrm>
        </p:spPr>
        <p:txBody>
          <a:bodyPr vert="horz" wrap="square" lIns="91440" tIns="45720" rIns="91440" bIns="45720" rtlCol="0">
            <a:spAutoFit/>
          </a:bodyPr>
          <a:lstStyle/>
          <a:p>
            <a:r>
              <a:rPr lang="en-US" dirty="0"/>
              <a:t>Use to show a group of pictures with the first picture being the largest and on top. Additional Level 1 pictures alternate between squares and rectangles with a limit of nine Level 1 pictures. Works best with small amounts of text. Unused text does not appear, but remains available if you switch layouts.</a:t>
            </a:r>
          </a:p>
        </p:txBody>
      </p:sp>
      <p:graphicFrame>
        <p:nvGraphicFramePr>
          <p:cNvPr id="6" name="Diagram 5"/>
          <p:cNvGraphicFramePr/>
          <p:nvPr>
            <p:extLst>
              <p:ext uri="{D42A27DB-BD31-4B8C-83A1-F6EECF244321}">
                <p14:modId xmlns:p14="http://schemas.microsoft.com/office/powerpoint/2010/main" val="2796038815"/>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Footer Placeholder 9">
            <a:extLst>
              <a:ext uri="{FF2B5EF4-FFF2-40B4-BE49-F238E27FC236}">
                <a16:creationId xmlns:a16="http://schemas.microsoft.com/office/drawing/2014/main" id="{533E943F-0F1F-46A9-AE20-1FBA7BF1D287}"/>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198175652"/>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762250" y="353462"/>
            <a:ext cx="8591549" cy="707886"/>
          </a:xfrm>
        </p:spPr>
        <p:txBody>
          <a:bodyPr/>
          <a:lstStyle/>
          <a:p>
            <a:r>
              <a:rPr lang="en-US" dirty="0"/>
              <a:t>Titled Picture Accent List</a:t>
            </a:r>
          </a:p>
        </p:txBody>
      </p:sp>
      <p:sp>
        <p:nvSpPr>
          <p:cNvPr id="5" name="Text Placeholder 4"/>
          <p:cNvSpPr>
            <a:spLocks noGrp="1"/>
          </p:cNvSpPr>
          <p:nvPr>
            <p:ph type="body" sz="quarter" idx="13"/>
          </p:nvPr>
        </p:nvSpPr>
        <p:spPr>
          <a:xfrm>
            <a:off x="371475" y="1556792"/>
            <a:ext cx="1920240" cy="1815882"/>
          </a:xfrm>
        </p:spPr>
        <p:txBody>
          <a:bodyPr vert="horz" wrap="square" lIns="91440" tIns="45720" rIns="91440" bIns="45720" rtlCol="0">
            <a:spAutoFit/>
          </a:bodyPr>
          <a:lstStyle/>
          <a:p>
            <a:r>
              <a:rPr lang="en-US" dirty="0"/>
              <a:t>Use to show lists of information with an accent picture for each Level 2 text. Level 1 text displays in a separate box at the top of the list.</a:t>
            </a:r>
          </a:p>
        </p:txBody>
      </p:sp>
      <p:grpSp>
        <p:nvGrpSpPr>
          <p:cNvPr id="3" name="Group 2">
            <a:extLst>
              <a:ext uri="{FF2B5EF4-FFF2-40B4-BE49-F238E27FC236}">
                <a16:creationId xmlns:a16="http://schemas.microsoft.com/office/drawing/2014/main" id="{25CEBD46-7D5A-4225-9BE8-F17FFB6A5D39}"/>
              </a:ext>
            </a:extLst>
          </p:cNvPr>
          <p:cNvGrpSpPr/>
          <p:nvPr/>
        </p:nvGrpSpPr>
        <p:grpSpPr>
          <a:xfrm>
            <a:off x="10821810" y="-11194"/>
            <a:ext cx="1370189" cy="1381381"/>
            <a:chOff x="10821810" y="-11194"/>
            <a:chExt cx="1370189" cy="1381381"/>
          </a:xfrm>
        </p:grpSpPr>
        <p:sp>
          <p:nvSpPr>
            <p:cNvPr id="7" name="Diagonal Stripe 6">
              <a:extLst>
                <a:ext uri="{FF2B5EF4-FFF2-40B4-BE49-F238E27FC236}">
                  <a16:creationId xmlns:a16="http://schemas.microsoft.com/office/drawing/2014/main" id="{B16A165D-5324-4F79-B336-33FB95D69FE4}"/>
                </a:ext>
              </a:extLst>
            </p:cNvPr>
            <p:cNvSpPr/>
            <p:nvPr/>
          </p:nvSpPr>
          <p:spPr>
            <a:xfrm rot="5400000">
              <a:off x="10821810" y="-2"/>
              <a:ext cx="1370189" cy="1370189"/>
            </a:xfrm>
            <a:prstGeom prst="diagStripe">
              <a:avLst>
                <a:gd name="adj" fmla="val 30578"/>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Diagonal Stripe 7">
              <a:extLst>
                <a:ext uri="{FF2B5EF4-FFF2-40B4-BE49-F238E27FC236}">
                  <a16:creationId xmlns:a16="http://schemas.microsoft.com/office/drawing/2014/main" id="{C0BD615D-CC0C-4BBA-8264-A5DAFEA296EC}"/>
                </a:ext>
              </a:extLst>
            </p:cNvPr>
            <p:cNvSpPr/>
            <p:nvPr/>
          </p:nvSpPr>
          <p:spPr>
            <a:xfrm rot="5400000">
              <a:off x="10930274" y="0"/>
              <a:ext cx="1261725" cy="1261725"/>
            </a:xfrm>
            <a:prstGeom prst="diagStripe">
              <a:avLst>
                <a:gd name="adj" fmla="val 41378"/>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Box 8">
              <a:extLst>
                <a:ext uri="{FF2B5EF4-FFF2-40B4-BE49-F238E27FC236}">
                  <a16:creationId xmlns:a16="http://schemas.microsoft.com/office/drawing/2014/main" id="{EB71F5FF-0979-4A99-A719-301E51A9038F}"/>
                </a:ext>
              </a:extLst>
            </p:cNvPr>
            <p:cNvSpPr txBox="1"/>
            <p:nvPr/>
          </p:nvSpPr>
          <p:spPr>
            <a:xfrm rot="2700000">
              <a:off x="11269292" y="188220"/>
              <a:ext cx="922047" cy="523220"/>
            </a:xfrm>
            <a:prstGeom prst="rect">
              <a:avLst/>
            </a:prstGeom>
            <a:noFill/>
          </p:spPr>
          <p:txBody>
            <a:bodyPr wrap="none" rtlCol="0" anchor="ctr">
              <a:spAutoFit/>
            </a:bodyPr>
            <a:lstStyle/>
            <a:p>
              <a:r>
                <a:rPr lang="en-US" sz="2800" b="1" dirty="0">
                  <a:solidFill>
                    <a:schemeClr val="bg2">
                      <a:lumMod val="10000"/>
                    </a:schemeClr>
                  </a:solidFill>
                </a:rPr>
                <a:t>NEW</a:t>
              </a:r>
            </a:p>
          </p:txBody>
        </p:sp>
      </p:grpSp>
      <p:graphicFrame>
        <p:nvGraphicFramePr>
          <p:cNvPr id="10" name="Diagram 9">
            <a:extLst>
              <a:ext uri="{FF2B5EF4-FFF2-40B4-BE49-F238E27FC236}">
                <a16:creationId xmlns:a16="http://schemas.microsoft.com/office/drawing/2014/main" id="{0378A1A6-F25F-4ACB-B7A7-1FE1961732A1}"/>
              </a:ext>
            </a:extLst>
          </p:cNvPr>
          <p:cNvGraphicFramePr/>
          <p:nvPr>
            <p:extLst>
              <p:ext uri="{D42A27DB-BD31-4B8C-83A1-F6EECF244321}">
                <p14:modId xmlns:p14="http://schemas.microsoft.com/office/powerpoint/2010/main" val="817289986"/>
              </p:ext>
            </p:extLst>
          </p:nvPr>
        </p:nvGraphicFramePr>
        <p:xfrm>
          <a:off x="3287688" y="1556791"/>
          <a:ext cx="6872312" cy="458154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 name="Footer Placeholder 10">
            <a:extLst>
              <a:ext uri="{FF2B5EF4-FFF2-40B4-BE49-F238E27FC236}">
                <a16:creationId xmlns:a16="http://schemas.microsoft.com/office/drawing/2014/main" id="{C278CCB5-6559-4022-B620-DB91B37B0083}"/>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515081788"/>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762250" y="353462"/>
            <a:ext cx="8591549" cy="707886"/>
          </a:xfrm>
        </p:spPr>
        <p:txBody>
          <a:bodyPr/>
          <a:lstStyle/>
          <a:p>
            <a:r>
              <a:rPr lang="en-US" dirty="0"/>
              <a:t>Alternating Picture Circles</a:t>
            </a:r>
          </a:p>
        </p:txBody>
      </p:sp>
      <p:sp>
        <p:nvSpPr>
          <p:cNvPr id="5" name="Text Placeholder 4"/>
          <p:cNvSpPr>
            <a:spLocks noGrp="1"/>
          </p:cNvSpPr>
          <p:nvPr>
            <p:ph type="body" sz="quarter" idx="13"/>
          </p:nvPr>
        </p:nvSpPr>
        <p:spPr>
          <a:xfrm>
            <a:off x="371475" y="1556792"/>
            <a:ext cx="1920240" cy="2062103"/>
          </a:xfrm>
        </p:spPr>
        <p:txBody>
          <a:bodyPr vert="horz" wrap="square" lIns="91440" tIns="45720" rIns="91440" bIns="45720" rtlCol="0">
            <a:spAutoFit/>
          </a:bodyPr>
          <a:lstStyle/>
          <a:p>
            <a:r>
              <a:rPr lang="en-US" dirty="0"/>
              <a:t>Use to show a set of pictures with text. The corresponding text appears in the central circles with the images alternating from left to right.</a:t>
            </a:r>
          </a:p>
        </p:txBody>
      </p:sp>
      <p:graphicFrame>
        <p:nvGraphicFramePr>
          <p:cNvPr id="6" name="Diagram 5"/>
          <p:cNvGraphicFramePr/>
          <p:nvPr>
            <p:extLst>
              <p:ext uri="{D42A27DB-BD31-4B8C-83A1-F6EECF244321}">
                <p14:modId xmlns:p14="http://schemas.microsoft.com/office/powerpoint/2010/main" val="122475543"/>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3" name="Group 2">
            <a:extLst>
              <a:ext uri="{FF2B5EF4-FFF2-40B4-BE49-F238E27FC236}">
                <a16:creationId xmlns:a16="http://schemas.microsoft.com/office/drawing/2014/main" id="{25CEBD46-7D5A-4225-9BE8-F17FFB6A5D39}"/>
              </a:ext>
            </a:extLst>
          </p:cNvPr>
          <p:cNvGrpSpPr/>
          <p:nvPr/>
        </p:nvGrpSpPr>
        <p:grpSpPr>
          <a:xfrm>
            <a:off x="10821810" y="-11194"/>
            <a:ext cx="1370189" cy="1381381"/>
            <a:chOff x="10821810" y="-11194"/>
            <a:chExt cx="1370189" cy="1381381"/>
          </a:xfrm>
        </p:grpSpPr>
        <p:sp>
          <p:nvSpPr>
            <p:cNvPr id="7" name="Diagonal Stripe 6">
              <a:extLst>
                <a:ext uri="{FF2B5EF4-FFF2-40B4-BE49-F238E27FC236}">
                  <a16:creationId xmlns:a16="http://schemas.microsoft.com/office/drawing/2014/main" id="{B16A165D-5324-4F79-B336-33FB95D69FE4}"/>
                </a:ext>
              </a:extLst>
            </p:cNvPr>
            <p:cNvSpPr/>
            <p:nvPr/>
          </p:nvSpPr>
          <p:spPr>
            <a:xfrm rot="5400000">
              <a:off x="10821810" y="-2"/>
              <a:ext cx="1370189" cy="1370189"/>
            </a:xfrm>
            <a:prstGeom prst="diagStripe">
              <a:avLst>
                <a:gd name="adj" fmla="val 30578"/>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Diagonal Stripe 7">
              <a:extLst>
                <a:ext uri="{FF2B5EF4-FFF2-40B4-BE49-F238E27FC236}">
                  <a16:creationId xmlns:a16="http://schemas.microsoft.com/office/drawing/2014/main" id="{C0BD615D-CC0C-4BBA-8264-A5DAFEA296EC}"/>
                </a:ext>
              </a:extLst>
            </p:cNvPr>
            <p:cNvSpPr/>
            <p:nvPr/>
          </p:nvSpPr>
          <p:spPr>
            <a:xfrm rot="5400000">
              <a:off x="10930274" y="0"/>
              <a:ext cx="1261725" cy="1261725"/>
            </a:xfrm>
            <a:prstGeom prst="diagStripe">
              <a:avLst>
                <a:gd name="adj" fmla="val 41378"/>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Box 8">
              <a:extLst>
                <a:ext uri="{FF2B5EF4-FFF2-40B4-BE49-F238E27FC236}">
                  <a16:creationId xmlns:a16="http://schemas.microsoft.com/office/drawing/2014/main" id="{EB71F5FF-0979-4A99-A719-301E51A9038F}"/>
                </a:ext>
              </a:extLst>
            </p:cNvPr>
            <p:cNvSpPr txBox="1"/>
            <p:nvPr/>
          </p:nvSpPr>
          <p:spPr>
            <a:xfrm rot="2700000">
              <a:off x="11269292" y="188220"/>
              <a:ext cx="922047" cy="523220"/>
            </a:xfrm>
            <a:prstGeom prst="rect">
              <a:avLst/>
            </a:prstGeom>
            <a:noFill/>
          </p:spPr>
          <p:txBody>
            <a:bodyPr wrap="none" rtlCol="0" anchor="ctr">
              <a:spAutoFit/>
            </a:bodyPr>
            <a:lstStyle/>
            <a:p>
              <a:r>
                <a:rPr lang="en-US" sz="2800" b="1" dirty="0">
                  <a:solidFill>
                    <a:schemeClr val="bg2">
                      <a:lumMod val="10000"/>
                    </a:schemeClr>
                  </a:solidFill>
                </a:rPr>
                <a:t>NEW</a:t>
              </a:r>
            </a:p>
          </p:txBody>
        </p:sp>
      </p:grpSp>
      <p:sp>
        <p:nvSpPr>
          <p:cNvPr id="10" name="Footer Placeholder 9">
            <a:extLst>
              <a:ext uri="{FF2B5EF4-FFF2-40B4-BE49-F238E27FC236}">
                <a16:creationId xmlns:a16="http://schemas.microsoft.com/office/drawing/2014/main" id="{1EF3BCA0-526C-4A29-96D4-530905A2EBF7}"/>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1992552466"/>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762250" y="353462"/>
            <a:ext cx="8591549" cy="707886"/>
          </a:xfrm>
        </p:spPr>
        <p:txBody>
          <a:bodyPr/>
          <a:lstStyle/>
          <a:p>
            <a:r>
              <a:rPr lang="en-US" dirty="0"/>
              <a:t>Title Picture Lineup</a:t>
            </a:r>
          </a:p>
        </p:txBody>
      </p:sp>
      <p:sp>
        <p:nvSpPr>
          <p:cNvPr id="5" name="Text Placeholder 4"/>
          <p:cNvSpPr>
            <a:spLocks noGrp="1"/>
          </p:cNvSpPr>
          <p:nvPr>
            <p:ph type="body" sz="quarter" idx="13"/>
          </p:nvPr>
        </p:nvSpPr>
        <p:spPr>
          <a:xfrm>
            <a:off x="371475" y="1556792"/>
            <a:ext cx="1920240" cy="2308324"/>
          </a:xfrm>
        </p:spPr>
        <p:txBody>
          <a:bodyPr vert="horz" wrap="square" lIns="91440" tIns="45720" rIns="91440" bIns="45720" rtlCol="0">
            <a:spAutoFit/>
          </a:bodyPr>
          <a:lstStyle/>
          <a:p>
            <a:r>
              <a:rPr lang="en-US" dirty="0"/>
              <a:t>Use to show a series of pictures that each have their own title and description. Level 1 text appears in the box above the picture. Level 2 text appears below the picture.</a:t>
            </a:r>
          </a:p>
        </p:txBody>
      </p:sp>
      <p:graphicFrame>
        <p:nvGraphicFramePr>
          <p:cNvPr id="6" name="Diagram 5"/>
          <p:cNvGraphicFramePr/>
          <p:nvPr>
            <p:extLst>
              <p:ext uri="{D42A27DB-BD31-4B8C-83A1-F6EECF244321}">
                <p14:modId xmlns:p14="http://schemas.microsoft.com/office/powerpoint/2010/main" val="522661717"/>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3" name="Group 2">
            <a:extLst>
              <a:ext uri="{FF2B5EF4-FFF2-40B4-BE49-F238E27FC236}">
                <a16:creationId xmlns:a16="http://schemas.microsoft.com/office/drawing/2014/main" id="{25CEBD46-7D5A-4225-9BE8-F17FFB6A5D39}"/>
              </a:ext>
            </a:extLst>
          </p:cNvPr>
          <p:cNvGrpSpPr/>
          <p:nvPr/>
        </p:nvGrpSpPr>
        <p:grpSpPr>
          <a:xfrm>
            <a:off x="10821810" y="-11194"/>
            <a:ext cx="1370189" cy="1381381"/>
            <a:chOff x="10821810" y="-11194"/>
            <a:chExt cx="1370189" cy="1381381"/>
          </a:xfrm>
        </p:grpSpPr>
        <p:sp>
          <p:nvSpPr>
            <p:cNvPr id="7" name="Diagonal Stripe 6">
              <a:extLst>
                <a:ext uri="{FF2B5EF4-FFF2-40B4-BE49-F238E27FC236}">
                  <a16:creationId xmlns:a16="http://schemas.microsoft.com/office/drawing/2014/main" id="{B16A165D-5324-4F79-B336-33FB95D69FE4}"/>
                </a:ext>
              </a:extLst>
            </p:cNvPr>
            <p:cNvSpPr/>
            <p:nvPr/>
          </p:nvSpPr>
          <p:spPr>
            <a:xfrm rot="5400000">
              <a:off x="10821810" y="-2"/>
              <a:ext cx="1370189" cy="1370189"/>
            </a:xfrm>
            <a:prstGeom prst="diagStripe">
              <a:avLst>
                <a:gd name="adj" fmla="val 30578"/>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Diagonal Stripe 7">
              <a:extLst>
                <a:ext uri="{FF2B5EF4-FFF2-40B4-BE49-F238E27FC236}">
                  <a16:creationId xmlns:a16="http://schemas.microsoft.com/office/drawing/2014/main" id="{C0BD615D-CC0C-4BBA-8264-A5DAFEA296EC}"/>
                </a:ext>
              </a:extLst>
            </p:cNvPr>
            <p:cNvSpPr/>
            <p:nvPr/>
          </p:nvSpPr>
          <p:spPr>
            <a:xfrm rot="5400000">
              <a:off x="10930274" y="0"/>
              <a:ext cx="1261725" cy="1261725"/>
            </a:xfrm>
            <a:prstGeom prst="diagStripe">
              <a:avLst>
                <a:gd name="adj" fmla="val 41378"/>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Box 8">
              <a:extLst>
                <a:ext uri="{FF2B5EF4-FFF2-40B4-BE49-F238E27FC236}">
                  <a16:creationId xmlns:a16="http://schemas.microsoft.com/office/drawing/2014/main" id="{EB71F5FF-0979-4A99-A719-301E51A9038F}"/>
                </a:ext>
              </a:extLst>
            </p:cNvPr>
            <p:cNvSpPr txBox="1"/>
            <p:nvPr/>
          </p:nvSpPr>
          <p:spPr>
            <a:xfrm rot="2700000">
              <a:off x="11269292" y="188220"/>
              <a:ext cx="922047" cy="523220"/>
            </a:xfrm>
            <a:prstGeom prst="rect">
              <a:avLst/>
            </a:prstGeom>
            <a:noFill/>
          </p:spPr>
          <p:txBody>
            <a:bodyPr wrap="none" rtlCol="0" anchor="ctr">
              <a:spAutoFit/>
            </a:bodyPr>
            <a:lstStyle/>
            <a:p>
              <a:r>
                <a:rPr lang="en-US" sz="2800" b="1" dirty="0">
                  <a:solidFill>
                    <a:schemeClr val="bg2">
                      <a:lumMod val="10000"/>
                    </a:schemeClr>
                  </a:solidFill>
                </a:rPr>
                <a:t>NEW</a:t>
              </a:r>
            </a:p>
          </p:txBody>
        </p:sp>
      </p:grpSp>
      <p:sp>
        <p:nvSpPr>
          <p:cNvPr id="10" name="Footer Placeholder 9">
            <a:extLst>
              <a:ext uri="{FF2B5EF4-FFF2-40B4-BE49-F238E27FC236}">
                <a16:creationId xmlns:a16="http://schemas.microsoft.com/office/drawing/2014/main" id="{DA893A6C-232B-4C5A-B5AB-113D9F71F82B}"/>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1055727511"/>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762250" y="353462"/>
            <a:ext cx="8591549" cy="707886"/>
          </a:xfrm>
        </p:spPr>
        <p:txBody>
          <a:bodyPr/>
          <a:lstStyle/>
          <a:p>
            <a:r>
              <a:rPr lang="en-US" dirty="0"/>
              <a:t>Picture Lineup</a:t>
            </a:r>
          </a:p>
        </p:txBody>
      </p:sp>
      <p:sp>
        <p:nvSpPr>
          <p:cNvPr id="5" name="Text Placeholder 4"/>
          <p:cNvSpPr>
            <a:spLocks noGrp="1"/>
          </p:cNvSpPr>
          <p:nvPr>
            <p:ph type="body" sz="quarter" idx="13"/>
          </p:nvPr>
        </p:nvSpPr>
        <p:spPr>
          <a:xfrm>
            <a:off x="371475" y="1556792"/>
            <a:ext cx="1920240" cy="1815882"/>
          </a:xfrm>
        </p:spPr>
        <p:txBody>
          <a:bodyPr vert="horz" wrap="square" lIns="91440" tIns="45720" rIns="91440" bIns="45720" rtlCol="0">
            <a:spAutoFit/>
          </a:bodyPr>
          <a:lstStyle/>
          <a:p>
            <a:r>
              <a:rPr lang="en-US" dirty="0"/>
              <a:t>Use to show a series of pictures side by side. Level 1 text covers the top of the picture. Level 2 text appears below the picture.</a:t>
            </a:r>
          </a:p>
        </p:txBody>
      </p:sp>
      <p:graphicFrame>
        <p:nvGraphicFramePr>
          <p:cNvPr id="6" name="Diagram 5"/>
          <p:cNvGraphicFramePr/>
          <p:nvPr>
            <p:extLst>
              <p:ext uri="{D42A27DB-BD31-4B8C-83A1-F6EECF244321}">
                <p14:modId xmlns:p14="http://schemas.microsoft.com/office/powerpoint/2010/main" val="3180309458"/>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3" name="Group 2">
            <a:extLst>
              <a:ext uri="{FF2B5EF4-FFF2-40B4-BE49-F238E27FC236}">
                <a16:creationId xmlns:a16="http://schemas.microsoft.com/office/drawing/2014/main" id="{25CEBD46-7D5A-4225-9BE8-F17FFB6A5D39}"/>
              </a:ext>
            </a:extLst>
          </p:cNvPr>
          <p:cNvGrpSpPr/>
          <p:nvPr/>
        </p:nvGrpSpPr>
        <p:grpSpPr>
          <a:xfrm>
            <a:off x="10821810" y="-11194"/>
            <a:ext cx="1370189" cy="1381381"/>
            <a:chOff x="10821810" y="-11194"/>
            <a:chExt cx="1370189" cy="1381381"/>
          </a:xfrm>
        </p:grpSpPr>
        <p:sp>
          <p:nvSpPr>
            <p:cNvPr id="7" name="Diagonal Stripe 6">
              <a:extLst>
                <a:ext uri="{FF2B5EF4-FFF2-40B4-BE49-F238E27FC236}">
                  <a16:creationId xmlns:a16="http://schemas.microsoft.com/office/drawing/2014/main" id="{B16A165D-5324-4F79-B336-33FB95D69FE4}"/>
                </a:ext>
              </a:extLst>
            </p:cNvPr>
            <p:cNvSpPr/>
            <p:nvPr/>
          </p:nvSpPr>
          <p:spPr>
            <a:xfrm rot="5400000">
              <a:off x="10821810" y="-2"/>
              <a:ext cx="1370189" cy="1370189"/>
            </a:xfrm>
            <a:prstGeom prst="diagStripe">
              <a:avLst>
                <a:gd name="adj" fmla="val 30578"/>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Diagonal Stripe 7">
              <a:extLst>
                <a:ext uri="{FF2B5EF4-FFF2-40B4-BE49-F238E27FC236}">
                  <a16:creationId xmlns:a16="http://schemas.microsoft.com/office/drawing/2014/main" id="{C0BD615D-CC0C-4BBA-8264-A5DAFEA296EC}"/>
                </a:ext>
              </a:extLst>
            </p:cNvPr>
            <p:cNvSpPr/>
            <p:nvPr/>
          </p:nvSpPr>
          <p:spPr>
            <a:xfrm rot="5400000">
              <a:off x="10930274" y="0"/>
              <a:ext cx="1261725" cy="1261725"/>
            </a:xfrm>
            <a:prstGeom prst="diagStripe">
              <a:avLst>
                <a:gd name="adj" fmla="val 41378"/>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Box 8">
              <a:extLst>
                <a:ext uri="{FF2B5EF4-FFF2-40B4-BE49-F238E27FC236}">
                  <a16:creationId xmlns:a16="http://schemas.microsoft.com/office/drawing/2014/main" id="{EB71F5FF-0979-4A99-A719-301E51A9038F}"/>
                </a:ext>
              </a:extLst>
            </p:cNvPr>
            <p:cNvSpPr txBox="1"/>
            <p:nvPr/>
          </p:nvSpPr>
          <p:spPr>
            <a:xfrm rot="2700000">
              <a:off x="11269292" y="188220"/>
              <a:ext cx="922047" cy="523220"/>
            </a:xfrm>
            <a:prstGeom prst="rect">
              <a:avLst/>
            </a:prstGeom>
            <a:noFill/>
          </p:spPr>
          <p:txBody>
            <a:bodyPr wrap="none" rtlCol="0" anchor="ctr">
              <a:spAutoFit/>
            </a:bodyPr>
            <a:lstStyle/>
            <a:p>
              <a:r>
                <a:rPr lang="en-US" sz="2800" b="1" dirty="0">
                  <a:solidFill>
                    <a:schemeClr val="bg2">
                      <a:lumMod val="10000"/>
                    </a:schemeClr>
                  </a:solidFill>
                </a:rPr>
                <a:t>NEW</a:t>
              </a:r>
            </a:p>
          </p:txBody>
        </p:sp>
      </p:grpSp>
      <p:sp>
        <p:nvSpPr>
          <p:cNvPr id="10" name="Footer Placeholder 9">
            <a:extLst>
              <a:ext uri="{FF2B5EF4-FFF2-40B4-BE49-F238E27FC236}">
                <a16:creationId xmlns:a16="http://schemas.microsoft.com/office/drawing/2014/main" id="{158D2D9A-CB2E-44D8-8D17-751AF401A171}"/>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536320875"/>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762250" y="353462"/>
            <a:ext cx="8591549" cy="707886"/>
          </a:xfrm>
        </p:spPr>
        <p:txBody>
          <a:bodyPr/>
          <a:lstStyle/>
          <a:p>
            <a:r>
              <a:rPr lang="en-US" dirty="0"/>
              <a:t>Framed Text Picture</a:t>
            </a:r>
          </a:p>
        </p:txBody>
      </p:sp>
      <p:sp>
        <p:nvSpPr>
          <p:cNvPr id="5" name="Text Placeholder 4"/>
          <p:cNvSpPr>
            <a:spLocks noGrp="1"/>
          </p:cNvSpPr>
          <p:nvPr>
            <p:ph type="body" sz="quarter" idx="13"/>
          </p:nvPr>
        </p:nvSpPr>
        <p:spPr>
          <a:xfrm>
            <a:off x="371475" y="1556792"/>
            <a:ext cx="1920240" cy="1077218"/>
          </a:xfrm>
        </p:spPr>
        <p:txBody>
          <a:bodyPr vert="horz" wrap="square" lIns="91440" tIns="45720" rIns="91440" bIns="45720" rtlCol="0">
            <a:spAutoFit/>
          </a:bodyPr>
          <a:lstStyle/>
          <a:p>
            <a:r>
              <a:rPr lang="en-US" dirty="0"/>
              <a:t>Use to show pictures with corresponding Level 1 text displayed in a frame.</a:t>
            </a:r>
          </a:p>
        </p:txBody>
      </p:sp>
      <p:grpSp>
        <p:nvGrpSpPr>
          <p:cNvPr id="3" name="Group 2">
            <a:extLst>
              <a:ext uri="{FF2B5EF4-FFF2-40B4-BE49-F238E27FC236}">
                <a16:creationId xmlns:a16="http://schemas.microsoft.com/office/drawing/2014/main" id="{25CEBD46-7D5A-4225-9BE8-F17FFB6A5D39}"/>
              </a:ext>
            </a:extLst>
          </p:cNvPr>
          <p:cNvGrpSpPr/>
          <p:nvPr/>
        </p:nvGrpSpPr>
        <p:grpSpPr>
          <a:xfrm>
            <a:off x="10821810" y="-11194"/>
            <a:ext cx="1370189" cy="1381381"/>
            <a:chOff x="10821810" y="-11194"/>
            <a:chExt cx="1370189" cy="1381381"/>
          </a:xfrm>
        </p:grpSpPr>
        <p:sp>
          <p:nvSpPr>
            <p:cNvPr id="7" name="Diagonal Stripe 6">
              <a:extLst>
                <a:ext uri="{FF2B5EF4-FFF2-40B4-BE49-F238E27FC236}">
                  <a16:creationId xmlns:a16="http://schemas.microsoft.com/office/drawing/2014/main" id="{B16A165D-5324-4F79-B336-33FB95D69FE4}"/>
                </a:ext>
              </a:extLst>
            </p:cNvPr>
            <p:cNvSpPr/>
            <p:nvPr/>
          </p:nvSpPr>
          <p:spPr>
            <a:xfrm rot="5400000">
              <a:off x="10821810" y="-2"/>
              <a:ext cx="1370189" cy="1370189"/>
            </a:xfrm>
            <a:prstGeom prst="diagStripe">
              <a:avLst>
                <a:gd name="adj" fmla="val 30578"/>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Diagonal Stripe 7">
              <a:extLst>
                <a:ext uri="{FF2B5EF4-FFF2-40B4-BE49-F238E27FC236}">
                  <a16:creationId xmlns:a16="http://schemas.microsoft.com/office/drawing/2014/main" id="{C0BD615D-CC0C-4BBA-8264-A5DAFEA296EC}"/>
                </a:ext>
              </a:extLst>
            </p:cNvPr>
            <p:cNvSpPr/>
            <p:nvPr/>
          </p:nvSpPr>
          <p:spPr>
            <a:xfrm rot="5400000">
              <a:off x="10930274" y="0"/>
              <a:ext cx="1261725" cy="1261725"/>
            </a:xfrm>
            <a:prstGeom prst="diagStripe">
              <a:avLst>
                <a:gd name="adj" fmla="val 41378"/>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Box 8">
              <a:extLst>
                <a:ext uri="{FF2B5EF4-FFF2-40B4-BE49-F238E27FC236}">
                  <a16:creationId xmlns:a16="http://schemas.microsoft.com/office/drawing/2014/main" id="{EB71F5FF-0979-4A99-A719-301E51A9038F}"/>
                </a:ext>
              </a:extLst>
            </p:cNvPr>
            <p:cNvSpPr txBox="1"/>
            <p:nvPr/>
          </p:nvSpPr>
          <p:spPr>
            <a:xfrm rot="2700000">
              <a:off x="11269292" y="188220"/>
              <a:ext cx="922047" cy="523220"/>
            </a:xfrm>
            <a:prstGeom prst="rect">
              <a:avLst/>
            </a:prstGeom>
            <a:noFill/>
          </p:spPr>
          <p:txBody>
            <a:bodyPr wrap="none" rtlCol="0" anchor="ctr">
              <a:spAutoFit/>
            </a:bodyPr>
            <a:lstStyle/>
            <a:p>
              <a:r>
                <a:rPr lang="en-US" sz="2800" b="1" dirty="0">
                  <a:solidFill>
                    <a:schemeClr val="bg2">
                      <a:lumMod val="10000"/>
                    </a:schemeClr>
                  </a:solidFill>
                </a:rPr>
                <a:t>NEW</a:t>
              </a:r>
            </a:p>
          </p:txBody>
        </p:sp>
      </p:grpSp>
      <p:graphicFrame>
        <p:nvGraphicFramePr>
          <p:cNvPr id="10" name="Diagram 9">
            <a:extLst>
              <a:ext uri="{FF2B5EF4-FFF2-40B4-BE49-F238E27FC236}">
                <a16:creationId xmlns:a16="http://schemas.microsoft.com/office/drawing/2014/main" id="{A4A558DD-5942-429B-955A-34E2259EC406}"/>
              </a:ext>
            </a:extLst>
          </p:cNvPr>
          <p:cNvGraphicFramePr/>
          <p:nvPr>
            <p:extLst>
              <p:ext uri="{D42A27DB-BD31-4B8C-83A1-F6EECF244321}">
                <p14:modId xmlns:p14="http://schemas.microsoft.com/office/powerpoint/2010/main" val="1843626893"/>
              </p:ext>
            </p:extLst>
          </p:nvPr>
        </p:nvGraphicFramePr>
        <p:xfrm>
          <a:off x="3647728" y="1555742"/>
          <a:ext cx="6158259" cy="41055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 name="Footer Placeholder 10">
            <a:extLst>
              <a:ext uri="{FF2B5EF4-FFF2-40B4-BE49-F238E27FC236}">
                <a16:creationId xmlns:a16="http://schemas.microsoft.com/office/drawing/2014/main" id="{515A1A14-6C63-4120-B7FC-FD1F9F49C8CA}"/>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684845917"/>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762250" y="353462"/>
            <a:ext cx="8591549" cy="707886"/>
          </a:xfrm>
        </p:spPr>
        <p:txBody>
          <a:bodyPr/>
          <a:lstStyle/>
          <a:p>
            <a:r>
              <a:rPr lang="en-US" dirty="0"/>
              <a:t>Hexagon Cluster</a:t>
            </a:r>
          </a:p>
        </p:txBody>
      </p:sp>
      <p:sp>
        <p:nvSpPr>
          <p:cNvPr id="5" name="Text Placeholder 4"/>
          <p:cNvSpPr>
            <a:spLocks noGrp="1"/>
          </p:cNvSpPr>
          <p:nvPr>
            <p:ph type="body" sz="quarter" idx="13"/>
          </p:nvPr>
        </p:nvSpPr>
        <p:spPr>
          <a:xfrm>
            <a:off x="371475" y="1556792"/>
            <a:ext cx="1920240" cy="2062103"/>
          </a:xfrm>
        </p:spPr>
        <p:txBody>
          <a:bodyPr vert="horz" wrap="square" lIns="91440" tIns="45720" rIns="91440" bIns="45720" rtlCol="0">
            <a:spAutoFit/>
          </a:bodyPr>
          <a:lstStyle/>
          <a:p>
            <a:r>
              <a:rPr lang="en-US" dirty="0"/>
              <a:t>Use to show pictures with associated descriptive text. Small hexagons indicate the picture and text pair. Works best with small amounts of text.</a:t>
            </a:r>
          </a:p>
        </p:txBody>
      </p:sp>
      <p:graphicFrame>
        <p:nvGraphicFramePr>
          <p:cNvPr id="6" name="Diagram 5"/>
          <p:cNvGraphicFramePr/>
          <p:nvPr>
            <p:extLst>
              <p:ext uri="{D42A27DB-BD31-4B8C-83A1-F6EECF244321}">
                <p14:modId xmlns:p14="http://schemas.microsoft.com/office/powerpoint/2010/main" val="3451834408"/>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3" name="Group 2">
            <a:extLst>
              <a:ext uri="{FF2B5EF4-FFF2-40B4-BE49-F238E27FC236}">
                <a16:creationId xmlns:a16="http://schemas.microsoft.com/office/drawing/2014/main" id="{25CEBD46-7D5A-4225-9BE8-F17FFB6A5D39}"/>
              </a:ext>
            </a:extLst>
          </p:cNvPr>
          <p:cNvGrpSpPr/>
          <p:nvPr/>
        </p:nvGrpSpPr>
        <p:grpSpPr>
          <a:xfrm>
            <a:off x="10821810" y="-11194"/>
            <a:ext cx="1370189" cy="1381381"/>
            <a:chOff x="10821810" y="-11194"/>
            <a:chExt cx="1370189" cy="1381381"/>
          </a:xfrm>
        </p:grpSpPr>
        <p:sp>
          <p:nvSpPr>
            <p:cNvPr id="7" name="Diagonal Stripe 6">
              <a:extLst>
                <a:ext uri="{FF2B5EF4-FFF2-40B4-BE49-F238E27FC236}">
                  <a16:creationId xmlns:a16="http://schemas.microsoft.com/office/drawing/2014/main" id="{B16A165D-5324-4F79-B336-33FB95D69FE4}"/>
                </a:ext>
              </a:extLst>
            </p:cNvPr>
            <p:cNvSpPr/>
            <p:nvPr/>
          </p:nvSpPr>
          <p:spPr>
            <a:xfrm rot="5400000">
              <a:off x="10821810" y="-2"/>
              <a:ext cx="1370189" cy="1370189"/>
            </a:xfrm>
            <a:prstGeom prst="diagStripe">
              <a:avLst>
                <a:gd name="adj" fmla="val 30578"/>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Diagonal Stripe 7">
              <a:extLst>
                <a:ext uri="{FF2B5EF4-FFF2-40B4-BE49-F238E27FC236}">
                  <a16:creationId xmlns:a16="http://schemas.microsoft.com/office/drawing/2014/main" id="{C0BD615D-CC0C-4BBA-8264-A5DAFEA296EC}"/>
                </a:ext>
              </a:extLst>
            </p:cNvPr>
            <p:cNvSpPr/>
            <p:nvPr/>
          </p:nvSpPr>
          <p:spPr>
            <a:xfrm rot="5400000">
              <a:off x="10930274" y="0"/>
              <a:ext cx="1261725" cy="1261725"/>
            </a:xfrm>
            <a:prstGeom prst="diagStripe">
              <a:avLst>
                <a:gd name="adj" fmla="val 41378"/>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Box 8">
              <a:extLst>
                <a:ext uri="{FF2B5EF4-FFF2-40B4-BE49-F238E27FC236}">
                  <a16:creationId xmlns:a16="http://schemas.microsoft.com/office/drawing/2014/main" id="{EB71F5FF-0979-4A99-A719-301E51A9038F}"/>
                </a:ext>
              </a:extLst>
            </p:cNvPr>
            <p:cNvSpPr txBox="1"/>
            <p:nvPr/>
          </p:nvSpPr>
          <p:spPr>
            <a:xfrm rot="2700000">
              <a:off x="11269292" y="188220"/>
              <a:ext cx="922047" cy="523220"/>
            </a:xfrm>
            <a:prstGeom prst="rect">
              <a:avLst/>
            </a:prstGeom>
            <a:noFill/>
          </p:spPr>
          <p:txBody>
            <a:bodyPr wrap="none" rtlCol="0" anchor="ctr">
              <a:spAutoFit/>
            </a:bodyPr>
            <a:lstStyle/>
            <a:p>
              <a:r>
                <a:rPr lang="en-US" sz="2800" b="1" dirty="0">
                  <a:solidFill>
                    <a:schemeClr val="bg2">
                      <a:lumMod val="10000"/>
                    </a:schemeClr>
                  </a:solidFill>
                </a:rPr>
                <a:t>NEW</a:t>
              </a:r>
            </a:p>
          </p:txBody>
        </p:sp>
      </p:grpSp>
      <p:sp>
        <p:nvSpPr>
          <p:cNvPr id="10" name="Footer Placeholder 9">
            <a:extLst>
              <a:ext uri="{FF2B5EF4-FFF2-40B4-BE49-F238E27FC236}">
                <a16:creationId xmlns:a16="http://schemas.microsoft.com/office/drawing/2014/main" id="{BDDC1C52-248F-435B-83EE-C2545503821A}"/>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24293153"/>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762250" y="353462"/>
            <a:ext cx="8591549" cy="707886"/>
          </a:xfrm>
        </p:spPr>
        <p:txBody>
          <a:bodyPr/>
          <a:lstStyle/>
          <a:p>
            <a:r>
              <a:rPr lang="en-US" dirty="0"/>
              <a:t>Bubble Picture List</a:t>
            </a:r>
          </a:p>
        </p:txBody>
      </p:sp>
      <p:sp>
        <p:nvSpPr>
          <p:cNvPr id="5" name="Text Placeholder 4"/>
          <p:cNvSpPr>
            <a:spLocks noGrp="1"/>
          </p:cNvSpPr>
          <p:nvPr>
            <p:ph type="body" sz="quarter" idx="13"/>
          </p:nvPr>
        </p:nvSpPr>
        <p:spPr>
          <a:xfrm>
            <a:off x="371475" y="1556792"/>
            <a:ext cx="1920240" cy="3046988"/>
          </a:xfrm>
        </p:spPr>
        <p:txBody>
          <a:bodyPr vert="horz" wrap="square" lIns="91440" tIns="45720" rIns="91440" bIns="45720" rtlCol="0">
            <a:spAutoFit/>
          </a:bodyPr>
          <a:lstStyle/>
          <a:p>
            <a:r>
              <a:rPr lang="en-US" dirty="0"/>
              <a:t>Use to show a series of pictures. Can contain up to eight Level 1 pictures. Unused text and pictures do not appear, but remain available if you switch layouts. Works best with small amounts of text.</a:t>
            </a:r>
          </a:p>
        </p:txBody>
      </p:sp>
      <p:graphicFrame>
        <p:nvGraphicFramePr>
          <p:cNvPr id="6" name="Diagram 5"/>
          <p:cNvGraphicFramePr/>
          <p:nvPr>
            <p:extLst>
              <p:ext uri="{D42A27DB-BD31-4B8C-83A1-F6EECF244321}">
                <p14:modId xmlns:p14="http://schemas.microsoft.com/office/powerpoint/2010/main" val="3954160019"/>
              </p:ext>
            </p:extLst>
          </p:nvPr>
        </p:nvGraphicFramePr>
        <p:xfrm>
          <a:off x="2994024" y="1556792"/>
          <a:ext cx="8128000" cy="42659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3" name="Group 2">
            <a:extLst>
              <a:ext uri="{FF2B5EF4-FFF2-40B4-BE49-F238E27FC236}">
                <a16:creationId xmlns:a16="http://schemas.microsoft.com/office/drawing/2014/main" id="{25CEBD46-7D5A-4225-9BE8-F17FFB6A5D39}"/>
              </a:ext>
            </a:extLst>
          </p:cNvPr>
          <p:cNvGrpSpPr/>
          <p:nvPr/>
        </p:nvGrpSpPr>
        <p:grpSpPr>
          <a:xfrm>
            <a:off x="10821810" y="-11194"/>
            <a:ext cx="1370189" cy="1381381"/>
            <a:chOff x="10821810" y="-11194"/>
            <a:chExt cx="1370189" cy="1381381"/>
          </a:xfrm>
        </p:grpSpPr>
        <p:sp>
          <p:nvSpPr>
            <p:cNvPr id="7" name="Diagonal Stripe 6">
              <a:extLst>
                <a:ext uri="{FF2B5EF4-FFF2-40B4-BE49-F238E27FC236}">
                  <a16:creationId xmlns:a16="http://schemas.microsoft.com/office/drawing/2014/main" id="{B16A165D-5324-4F79-B336-33FB95D69FE4}"/>
                </a:ext>
              </a:extLst>
            </p:cNvPr>
            <p:cNvSpPr/>
            <p:nvPr/>
          </p:nvSpPr>
          <p:spPr>
            <a:xfrm rot="5400000">
              <a:off x="10821810" y="-2"/>
              <a:ext cx="1370189" cy="1370189"/>
            </a:xfrm>
            <a:prstGeom prst="diagStripe">
              <a:avLst>
                <a:gd name="adj" fmla="val 30578"/>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Diagonal Stripe 7">
              <a:extLst>
                <a:ext uri="{FF2B5EF4-FFF2-40B4-BE49-F238E27FC236}">
                  <a16:creationId xmlns:a16="http://schemas.microsoft.com/office/drawing/2014/main" id="{C0BD615D-CC0C-4BBA-8264-A5DAFEA296EC}"/>
                </a:ext>
              </a:extLst>
            </p:cNvPr>
            <p:cNvSpPr/>
            <p:nvPr/>
          </p:nvSpPr>
          <p:spPr>
            <a:xfrm rot="5400000">
              <a:off x="10930274" y="0"/>
              <a:ext cx="1261725" cy="1261725"/>
            </a:xfrm>
            <a:prstGeom prst="diagStripe">
              <a:avLst>
                <a:gd name="adj" fmla="val 41378"/>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Box 8">
              <a:extLst>
                <a:ext uri="{FF2B5EF4-FFF2-40B4-BE49-F238E27FC236}">
                  <a16:creationId xmlns:a16="http://schemas.microsoft.com/office/drawing/2014/main" id="{EB71F5FF-0979-4A99-A719-301E51A9038F}"/>
                </a:ext>
              </a:extLst>
            </p:cNvPr>
            <p:cNvSpPr txBox="1"/>
            <p:nvPr/>
          </p:nvSpPr>
          <p:spPr>
            <a:xfrm rot="2700000">
              <a:off x="11269292" y="188220"/>
              <a:ext cx="922047" cy="523220"/>
            </a:xfrm>
            <a:prstGeom prst="rect">
              <a:avLst/>
            </a:prstGeom>
            <a:noFill/>
          </p:spPr>
          <p:txBody>
            <a:bodyPr wrap="none" rtlCol="0" anchor="ctr">
              <a:spAutoFit/>
            </a:bodyPr>
            <a:lstStyle/>
            <a:p>
              <a:r>
                <a:rPr lang="en-US" sz="2800" b="1" dirty="0">
                  <a:solidFill>
                    <a:schemeClr val="bg2">
                      <a:lumMod val="10000"/>
                    </a:schemeClr>
                  </a:solidFill>
                </a:rPr>
                <a:t>NEW</a:t>
              </a:r>
            </a:p>
          </p:txBody>
        </p:sp>
      </p:grpSp>
      <p:sp>
        <p:nvSpPr>
          <p:cNvPr id="10" name="Footer Placeholder 9">
            <a:extLst>
              <a:ext uri="{FF2B5EF4-FFF2-40B4-BE49-F238E27FC236}">
                <a16:creationId xmlns:a16="http://schemas.microsoft.com/office/drawing/2014/main" id="{B3A85B64-54E3-4D49-A10F-FA5E865EF24A}"/>
              </a:ext>
            </a:extLst>
          </p:cNvPr>
          <p:cNvSpPr>
            <a:spLocks noGrp="1"/>
          </p:cNvSpPr>
          <p:nvPr>
            <p:ph type="ftr" sz="quarter" idx="11"/>
          </p:nvPr>
        </p:nvSpPr>
        <p:spPr/>
        <p:txBody>
          <a:bodyPr/>
          <a:lstStyle/>
          <a:p>
            <a:r>
              <a:rPr lang="en-US" dirty="0"/>
              <a:t>PowerPoint SmartArt Graphics - The Complete Ready-to-use Collection </a:t>
            </a:r>
            <a:r>
              <a:rPr lang="en-US" i="1" dirty="0">
                <a:solidFill>
                  <a:schemeClr val="accent5"/>
                </a:solidFill>
              </a:rPr>
              <a:t>[2020 updated version]</a:t>
            </a:r>
          </a:p>
        </p:txBody>
      </p:sp>
    </p:spTree>
    <p:extLst>
      <p:ext uri="{BB962C8B-B14F-4D97-AF65-F5344CB8AC3E}">
        <p14:creationId xmlns:p14="http://schemas.microsoft.com/office/powerpoint/2010/main" val="3040814714"/>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1524000" y="2494300"/>
            <a:ext cx="9144000" cy="1015663"/>
          </a:xfrm>
        </p:spPr>
        <p:txBody>
          <a:bodyPr/>
          <a:lstStyle/>
          <a:p>
            <a:r>
              <a:rPr lang="en-US" dirty="0">
                <a:solidFill>
                  <a:srgbClr val="222A35"/>
                </a:solidFill>
              </a:rPr>
              <a:t>Thank You !</a:t>
            </a:r>
            <a:endParaRPr lang="en-US" dirty="0"/>
          </a:p>
        </p:txBody>
      </p:sp>
      <p:sp>
        <p:nvSpPr>
          <p:cNvPr id="2" name="Subtitle 1"/>
          <p:cNvSpPr>
            <a:spLocks noGrp="1"/>
          </p:cNvSpPr>
          <p:nvPr>
            <p:ph type="subTitle" idx="1"/>
          </p:nvPr>
        </p:nvSpPr>
        <p:spPr/>
        <p:txBody>
          <a:bodyPr anchor="ctr"/>
          <a:lstStyle/>
          <a:p>
            <a:r>
              <a:rPr lang="en-US" dirty="0"/>
              <a:t>Hope you like these graphics :)</a:t>
            </a:r>
          </a:p>
        </p:txBody>
      </p:sp>
      <p:grpSp>
        <p:nvGrpSpPr>
          <p:cNvPr id="24" name="Group 23"/>
          <p:cNvGrpSpPr/>
          <p:nvPr/>
        </p:nvGrpSpPr>
        <p:grpSpPr>
          <a:xfrm>
            <a:off x="2612737" y="2137172"/>
            <a:ext cx="6966526" cy="1291828"/>
            <a:chOff x="2148051" y="2137172"/>
            <a:chExt cx="6966526" cy="1291828"/>
          </a:xfrm>
        </p:grpSpPr>
        <p:grpSp>
          <p:nvGrpSpPr>
            <p:cNvPr id="25" name="Group 24"/>
            <p:cNvGrpSpPr>
              <a:grpSpLocks noChangeAspect="1"/>
            </p:cNvGrpSpPr>
            <p:nvPr/>
          </p:nvGrpSpPr>
          <p:grpSpPr>
            <a:xfrm>
              <a:off x="2148051" y="2137173"/>
              <a:ext cx="1291827" cy="1291827"/>
              <a:chOff x="1382807" y="174388"/>
              <a:chExt cx="3025589" cy="3025588"/>
            </a:xfrm>
          </p:grpSpPr>
          <p:sp>
            <p:nvSpPr>
              <p:cNvPr id="32" name="Rectangle 31"/>
              <p:cNvSpPr/>
              <p:nvPr/>
            </p:nvSpPr>
            <p:spPr>
              <a:xfrm>
                <a:off x="1382807" y="174388"/>
                <a:ext cx="3025588" cy="3025588"/>
              </a:xfrm>
              <a:prstGeom prst="rect">
                <a:avLst/>
              </a:prstGeom>
              <a:solidFill>
                <a:schemeClr val="accent2"/>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3" name="Freeform 8"/>
              <p:cNvSpPr/>
              <p:nvPr/>
            </p:nvSpPr>
            <p:spPr>
              <a:xfrm>
                <a:off x="2163311" y="784634"/>
                <a:ext cx="1468794" cy="1928720"/>
              </a:xfrm>
              <a:custGeom>
                <a:avLst/>
                <a:gdLst/>
                <a:ahLst/>
                <a:cxnLst/>
                <a:rect l="l" t="t" r="r" b="b"/>
                <a:pathLst>
                  <a:path w="1468794" h="1928720">
                    <a:moveTo>
                      <a:pt x="57861" y="0"/>
                    </a:moveTo>
                    <a:lnTo>
                      <a:pt x="1410932" y="0"/>
                    </a:lnTo>
                    <a:cubicBezTo>
                      <a:pt x="1419834" y="0"/>
                      <a:pt x="1427994" y="2720"/>
                      <a:pt x="1435412" y="8160"/>
                    </a:cubicBezTo>
                    <a:cubicBezTo>
                      <a:pt x="1442830" y="13600"/>
                      <a:pt x="1449012" y="22501"/>
                      <a:pt x="1453957" y="34865"/>
                    </a:cubicBezTo>
                    <a:cubicBezTo>
                      <a:pt x="1458903" y="47229"/>
                      <a:pt x="1462612" y="63796"/>
                      <a:pt x="1465085" y="84567"/>
                    </a:cubicBezTo>
                    <a:cubicBezTo>
                      <a:pt x="1467558" y="105338"/>
                      <a:pt x="1468794" y="130559"/>
                      <a:pt x="1468794" y="160232"/>
                    </a:cubicBezTo>
                    <a:cubicBezTo>
                      <a:pt x="1468794" y="188915"/>
                      <a:pt x="1467558" y="213395"/>
                      <a:pt x="1465085" y="233672"/>
                    </a:cubicBezTo>
                    <a:cubicBezTo>
                      <a:pt x="1462612" y="253948"/>
                      <a:pt x="1458903" y="270268"/>
                      <a:pt x="1453957" y="282631"/>
                    </a:cubicBezTo>
                    <a:cubicBezTo>
                      <a:pt x="1449012" y="294995"/>
                      <a:pt x="1442830" y="304144"/>
                      <a:pt x="1435412" y="310079"/>
                    </a:cubicBezTo>
                    <a:cubicBezTo>
                      <a:pt x="1427994" y="316013"/>
                      <a:pt x="1419834" y="318980"/>
                      <a:pt x="1410932" y="318980"/>
                    </a:cubicBezTo>
                    <a:lnTo>
                      <a:pt x="930236" y="318980"/>
                    </a:lnTo>
                    <a:lnTo>
                      <a:pt x="930236" y="1866407"/>
                    </a:lnTo>
                    <a:cubicBezTo>
                      <a:pt x="930236" y="1876298"/>
                      <a:pt x="927021" y="1885200"/>
                      <a:pt x="920592" y="1893112"/>
                    </a:cubicBezTo>
                    <a:cubicBezTo>
                      <a:pt x="914163" y="1901025"/>
                      <a:pt x="903531" y="1907454"/>
                      <a:pt x="888694" y="1912400"/>
                    </a:cubicBezTo>
                    <a:cubicBezTo>
                      <a:pt x="873858" y="1917345"/>
                      <a:pt x="853829" y="1921301"/>
                      <a:pt x="828607" y="1924269"/>
                    </a:cubicBezTo>
                    <a:cubicBezTo>
                      <a:pt x="803386" y="1927236"/>
                      <a:pt x="771982" y="1928720"/>
                      <a:pt x="734397" y="1928720"/>
                    </a:cubicBezTo>
                    <a:cubicBezTo>
                      <a:pt x="696811" y="1928720"/>
                      <a:pt x="665408" y="1927236"/>
                      <a:pt x="640186" y="1924269"/>
                    </a:cubicBezTo>
                    <a:cubicBezTo>
                      <a:pt x="614964" y="1921301"/>
                      <a:pt x="594935" y="1917345"/>
                      <a:pt x="580099" y="1912400"/>
                    </a:cubicBezTo>
                    <a:cubicBezTo>
                      <a:pt x="565263" y="1907454"/>
                      <a:pt x="554630" y="1901025"/>
                      <a:pt x="548201" y="1893112"/>
                    </a:cubicBezTo>
                    <a:cubicBezTo>
                      <a:pt x="541772" y="1885200"/>
                      <a:pt x="538558" y="1876298"/>
                      <a:pt x="538558" y="1866407"/>
                    </a:cubicBezTo>
                    <a:lnTo>
                      <a:pt x="538558" y="318980"/>
                    </a:lnTo>
                    <a:lnTo>
                      <a:pt x="57861" y="318980"/>
                    </a:lnTo>
                    <a:cubicBezTo>
                      <a:pt x="47970" y="318980"/>
                      <a:pt x="39563" y="316013"/>
                      <a:pt x="32640" y="310079"/>
                    </a:cubicBezTo>
                    <a:cubicBezTo>
                      <a:pt x="25716" y="304144"/>
                      <a:pt x="19781" y="294995"/>
                      <a:pt x="14836" y="282631"/>
                    </a:cubicBezTo>
                    <a:cubicBezTo>
                      <a:pt x="9891" y="270268"/>
                      <a:pt x="6181" y="253948"/>
                      <a:pt x="3709" y="233672"/>
                    </a:cubicBezTo>
                    <a:cubicBezTo>
                      <a:pt x="1236" y="213395"/>
                      <a:pt x="0" y="188915"/>
                      <a:pt x="0" y="160232"/>
                    </a:cubicBezTo>
                    <a:cubicBezTo>
                      <a:pt x="0" y="130559"/>
                      <a:pt x="1236" y="105338"/>
                      <a:pt x="3709" y="84567"/>
                    </a:cubicBezTo>
                    <a:cubicBezTo>
                      <a:pt x="6181" y="63796"/>
                      <a:pt x="9891" y="47229"/>
                      <a:pt x="14836" y="34865"/>
                    </a:cubicBezTo>
                    <a:cubicBezTo>
                      <a:pt x="19781" y="22501"/>
                      <a:pt x="25716" y="13600"/>
                      <a:pt x="32640" y="8160"/>
                    </a:cubicBezTo>
                    <a:cubicBezTo>
                      <a:pt x="39563" y="2720"/>
                      <a:pt x="47970" y="0"/>
                      <a:pt x="57861" y="0"/>
                    </a:cubicBezTo>
                    <a:close/>
                  </a:path>
                </a:pathLst>
              </a:custGeom>
              <a:solidFill>
                <a:sysClr val="window" lastClr="FFFFFF"/>
              </a:soli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4" name="TextBox 33"/>
              <p:cNvSpPr txBox="1"/>
              <p:nvPr/>
            </p:nvSpPr>
            <p:spPr>
              <a:xfrm>
                <a:off x="2198867" y="802692"/>
                <a:ext cx="2209529" cy="2397284"/>
              </a:xfrm>
              <a:custGeom>
                <a:avLst/>
                <a:gdLst>
                  <a:gd name="connsiteX0" fmla="*/ 0 w 2209529"/>
                  <a:gd name="connsiteY0" fmla="*/ 293050 h 2397284"/>
                  <a:gd name="connsiteX1" fmla="*/ 22306 w 2209529"/>
                  <a:gd name="connsiteY1" fmla="*/ 300922 h 2397284"/>
                  <a:gd name="connsiteX2" fmla="*/ 503003 w 2209529"/>
                  <a:gd name="connsiteY2" fmla="*/ 300922 h 2397284"/>
                  <a:gd name="connsiteX3" fmla="*/ 503003 w 2209529"/>
                  <a:gd name="connsiteY3" fmla="*/ 729388 h 2397284"/>
                  <a:gd name="connsiteX4" fmla="*/ 1406731 w 2209529"/>
                  <a:gd name="connsiteY4" fmla="*/ 0 h 2397284"/>
                  <a:gd name="connsiteX5" fmla="*/ 2209529 w 2209529"/>
                  <a:gd name="connsiteY5" fmla="*/ 696401 h 2397284"/>
                  <a:gd name="connsiteX6" fmla="*/ 2209529 w 2209529"/>
                  <a:gd name="connsiteY6" fmla="*/ 2397284 h 2397284"/>
                  <a:gd name="connsiteX7" fmla="*/ 1115822 w 2209529"/>
                  <a:gd name="connsiteY7" fmla="*/ 2397284 h 2397284"/>
                  <a:gd name="connsiteX8" fmla="*/ 516470 w 2209529"/>
                  <a:gd name="connsiteY8" fmla="*/ 1877366 h 2397284"/>
                  <a:gd name="connsiteX9" fmla="*/ 544544 w 2209529"/>
                  <a:gd name="connsiteY9" fmla="*/ 1894342 h 2397284"/>
                  <a:gd name="connsiteX10" fmla="*/ 604631 w 2209529"/>
                  <a:gd name="connsiteY10" fmla="*/ 1906211 h 2397284"/>
                  <a:gd name="connsiteX11" fmla="*/ 698842 w 2209529"/>
                  <a:gd name="connsiteY11" fmla="*/ 1910662 h 2397284"/>
                  <a:gd name="connsiteX12" fmla="*/ 793052 w 2209529"/>
                  <a:gd name="connsiteY12" fmla="*/ 1906211 h 2397284"/>
                  <a:gd name="connsiteX13" fmla="*/ 853139 w 2209529"/>
                  <a:gd name="connsiteY13" fmla="*/ 1894342 h 2397284"/>
                  <a:gd name="connsiteX14" fmla="*/ 885037 w 2209529"/>
                  <a:gd name="connsiteY14" fmla="*/ 1875054 h 2397284"/>
                  <a:gd name="connsiteX15" fmla="*/ 894681 w 2209529"/>
                  <a:gd name="connsiteY15" fmla="*/ 1848349 h 2397284"/>
                  <a:gd name="connsiteX16" fmla="*/ 894681 w 2209529"/>
                  <a:gd name="connsiteY16" fmla="*/ 300922 h 2397284"/>
                  <a:gd name="connsiteX17" fmla="*/ 1375377 w 2209529"/>
                  <a:gd name="connsiteY17" fmla="*/ 300922 h 2397284"/>
                  <a:gd name="connsiteX18" fmla="*/ 1399857 w 2209529"/>
                  <a:gd name="connsiteY18" fmla="*/ 292021 h 2397284"/>
                  <a:gd name="connsiteX19" fmla="*/ 1418402 w 2209529"/>
                  <a:gd name="connsiteY19" fmla="*/ 264573 h 2397284"/>
                  <a:gd name="connsiteX20" fmla="*/ 1429530 w 2209529"/>
                  <a:gd name="connsiteY20" fmla="*/ 215614 h 2397284"/>
                  <a:gd name="connsiteX21" fmla="*/ 1433239 w 2209529"/>
                  <a:gd name="connsiteY21" fmla="*/ 142174 h 2397284"/>
                  <a:gd name="connsiteX22" fmla="*/ 1429530 w 2209529"/>
                  <a:gd name="connsiteY22" fmla="*/ 66509 h 2397284"/>
                  <a:gd name="connsiteX23" fmla="*/ 1418402 w 2209529"/>
                  <a:gd name="connsiteY23" fmla="*/ 16807 h 2397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209529" h="2397284">
                    <a:moveTo>
                      <a:pt x="0" y="293050"/>
                    </a:moveTo>
                    <a:lnTo>
                      <a:pt x="22306" y="300922"/>
                    </a:lnTo>
                    <a:lnTo>
                      <a:pt x="503003" y="300922"/>
                    </a:lnTo>
                    <a:lnTo>
                      <a:pt x="503003" y="729388"/>
                    </a:lnTo>
                    <a:close/>
                    <a:moveTo>
                      <a:pt x="1406731" y="0"/>
                    </a:moveTo>
                    <a:lnTo>
                      <a:pt x="2209529" y="696401"/>
                    </a:lnTo>
                    <a:lnTo>
                      <a:pt x="2209529" y="2397284"/>
                    </a:lnTo>
                    <a:lnTo>
                      <a:pt x="1115822" y="2397284"/>
                    </a:lnTo>
                    <a:lnTo>
                      <a:pt x="516470" y="1877366"/>
                    </a:lnTo>
                    <a:lnTo>
                      <a:pt x="544544" y="1894342"/>
                    </a:lnTo>
                    <a:cubicBezTo>
                      <a:pt x="559380" y="1899287"/>
                      <a:pt x="579409" y="1903243"/>
                      <a:pt x="604631" y="1906211"/>
                    </a:cubicBezTo>
                    <a:cubicBezTo>
                      <a:pt x="629853" y="1909178"/>
                      <a:pt x="661256" y="1910662"/>
                      <a:pt x="698842" y="1910662"/>
                    </a:cubicBezTo>
                    <a:cubicBezTo>
                      <a:pt x="736427" y="1910662"/>
                      <a:pt x="767831" y="1909178"/>
                      <a:pt x="793052" y="1906211"/>
                    </a:cubicBezTo>
                    <a:cubicBezTo>
                      <a:pt x="818274" y="1903243"/>
                      <a:pt x="838303" y="1899287"/>
                      <a:pt x="853139" y="1894342"/>
                    </a:cubicBezTo>
                    <a:cubicBezTo>
                      <a:pt x="867976" y="1889396"/>
                      <a:pt x="878608" y="1882967"/>
                      <a:pt x="885037" y="1875054"/>
                    </a:cubicBezTo>
                    <a:cubicBezTo>
                      <a:pt x="891466" y="1867142"/>
                      <a:pt x="894681" y="1858240"/>
                      <a:pt x="894681" y="1848349"/>
                    </a:cubicBezTo>
                    <a:lnTo>
                      <a:pt x="894681" y="300922"/>
                    </a:lnTo>
                    <a:lnTo>
                      <a:pt x="1375377" y="300922"/>
                    </a:lnTo>
                    <a:cubicBezTo>
                      <a:pt x="1384279" y="300922"/>
                      <a:pt x="1392439" y="297955"/>
                      <a:pt x="1399857" y="292021"/>
                    </a:cubicBezTo>
                    <a:cubicBezTo>
                      <a:pt x="1407275" y="286086"/>
                      <a:pt x="1413457" y="276937"/>
                      <a:pt x="1418402" y="264573"/>
                    </a:cubicBezTo>
                    <a:cubicBezTo>
                      <a:pt x="1423348" y="252210"/>
                      <a:pt x="1427057" y="235890"/>
                      <a:pt x="1429530" y="215614"/>
                    </a:cubicBezTo>
                    <a:cubicBezTo>
                      <a:pt x="1432003" y="195337"/>
                      <a:pt x="1433239" y="170857"/>
                      <a:pt x="1433239" y="142174"/>
                    </a:cubicBezTo>
                    <a:cubicBezTo>
                      <a:pt x="1433239" y="112501"/>
                      <a:pt x="1432003" y="87280"/>
                      <a:pt x="1429530" y="66509"/>
                    </a:cubicBezTo>
                    <a:cubicBezTo>
                      <a:pt x="1427057" y="45738"/>
                      <a:pt x="1423348" y="29171"/>
                      <a:pt x="1418402" y="16807"/>
                    </a:cubicBezTo>
                    <a:close/>
                  </a:path>
                </a:pathLst>
              </a:custGeom>
              <a:solidFill>
                <a:srgbClr val="000000">
                  <a:alpha val="20000"/>
                </a:srgbClr>
              </a:solidFill>
              <a:ln w="12700" cap="flat" cmpd="sng" algn="ctr">
                <a:noFill/>
                <a:prstDash val="solid"/>
                <a:miter lim="800000"/>
              </a:ln>
              <a:effectLst/>
            </p:spPr>
            <p:txBody>
              <a:bodyPr wrap="square" rtlCol="0" anchor="ctr">
                <a:noAutofit/>
              </a:bodyPr>
              <a:lstStyle>
                <a:defPPr>
                  <a:defRPr lang="en-US"/>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26" name="Group 25"/>
            <p:cNvGrpSpPr>
              <a:grpSpLocks noChangeAspect="1"/>
            </p:cNvGrpSpPr>
            <p:nvPr/>
          </p:nvGrpSpPr>
          <p:grpSpPr>
            <a:xfrm>
              <a:off x="6408025" y="2137172"/>
              <a:ext cx="1291827" cy="1291827"/>
              <a:chOff x="1382807" y="174388"/>
              <a:chExt cx="3025589" cy="3025588"/>
            </a:xfrm>
          </p:grpSpPr>
          <p:sp>
            <p:nvSpPr>
              <p:cNvPr id="29" name="Rectangle 28"/>
              <p:cNvSpPr/>
              <p:nvPr/>
            </p:nvSpPr>
            <p:spPr>
              <a:xfrm>
                <a:off x="1382807" y="174388"/>
                <a:ext cx="3025588" cy="3025588"/>
              </a:xfrm>
              <a:prstGeom prst="rect">
                <a:avLst/>
              </a:prstGeom>
              <a:solidFill>
                <a:schemeClr val="accent4"/>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0" name="TextBox 29"/>
              <p:cNvSpPr txBox="1"/>
              <p:nvPr/>
            </p:nvSpPr>
            <p:spPr>
              <a:xfrm>
                <a:off x="2540121" y="810818"/>
                <a:ext cx="1868275" cy="2389158"/>
              </a:xfrm>
              <a:custGeom>
                <a:avLst/>
                <a:gdLst>
                  <a:gd name="connsiteX0" fmla="*/ 0 w 1868275"/>
                  <a:gd name="connsiteY0" fmla="*/ 1718 h 2389158"/>
                  <a:gd name="connsiteX1" fmla="*/ 506810 w 1868275"/>
                  <a:gd name="connsiteY1" fmla="*/ 441359 h 2389158"/>
                  <a:gd name="connsiteX2" fmla="*/ 476232 w 1868275"/>
                  <a:gd name="connsiteY2" fmla="*/ 509406 h 2389158"/>
                  <a:gd name="connsiteX3" fmla="*/ 418370 w 1868275"/>
                  <a:gd name="connsiteY3" fmla="*/ 653319 h 2389158"/>
                  <a:gd name="connsiteX4" fmla="*/ 360509 w 1868275"/>
                  <a:gd name="connsiteY4" fmla="*/ 809100 h 2389158"/>
                  <a:gd name="connsiteX5" fmla="*/ 357541 w 1868275"/>
                  <a:gd name="connsiteY5" fmla="*/ 809100 h 2389158"/>
                  <a:gd name="connsiteX6" fmla="*/ 295971 w 1868275"/>
                  <a:gd name="connsiteY6" fmla="*/ 650351 h 2389158"/>
                  <a:gd name="connsiteX7" fmla="*/ 234400 w 1868275"/>
                  <a:gd name="connsiteY7" fmla="*/ 506439 h 2389158"/>
                  <a:gd name="connsiteX8" fmla="*/ 20757 w 1868275"/>
                  <a:gd name="connsiteY8" fmla="*/ 34645 h 2389158"/>
                  <a:gd name="connsiteX9" fmla="*/ 1103694 w 1868275"/>
                  <a:gd name="connsiteY9" fmla="*/ 0 h 2389158"/>
                  <a:gd name="connsiteX10" fmla="*/ 1868275 w 1868275"/>
                  <a:gd name="connsiteY10" fmla="*/ 663249 h 2389158"/>
                  <a:gd name="connsiteX11" fmla="*/ 1868275 w 1868275"/>
                  <a:gd name="connsiteY11" fmla="*/ 2389158 h 2389158"/>
                  <a:gd name="connsiteX12" fmla="*/ 768108 w 1868275"/>
                  <a:gd name="connsiteY12" fmla="*/ 2389158 h 2389158"/>
                  <a:gd name="connsiteX13" fmla="*/ 176188 w 1868275"/>
                  <a:gd name="connsiteY13" fmla="*/ 1875688 h 2389158"/>
                  <a:gd name="connsiteX14" fmla="*/ 193600 w 1868275"/>
                  <a:gd name="connsiteY14" fmla="*/ 1886216 h 2389158"/>
                  <a:gd name="connsiteX15" fmla="*/ 253687 w 1868275"/>
                  <a:gd name="connsiteY15" fmla="*/ 1898085 h 2389158"/>
                  <a:gd name="connsiteX16" fmla="*/ 348639 w 1868275"/>
                  <a:gd name="connsiteY16" fmla="*/ 1902536 h 2389158"/>
                  <a:gd name="connsiteX17" fmla="*/ 442850 w 1868275"/>
                  <a:gd name="connsiteY17" fmla="*/ 1898085 h 2389158"/>
                  <a:gd name="connsiteX18" fmla="*/ 502937 w 1868275"/>
                  <a:gd name="connsiteY18" fmla="*/ 1886216 h 2389158"/>
                  <a:gd name="connsiteX19" fmla="*/ 534835 w 1868275"/>
                  <a:gd name="connsiteY19" fmla="*/ 1866928 h 2389158"/>
                  <a:gd name="connsiteX20" fmla="*/ 544479 w 1868275"/>
                  <a:gd name="connsiteY20" fmla="*/ 1840223 h 2389158"/>
                  <a:gd name="connsiteX21" fmla="*/ 544479 w 1868275"/>
                  <a:gd name="connsiteY21" fmla="*/ 1165171 h 2389158"/>
                  <a:gd name="connsiteX22" fmla="*/ 1069684 w 1868275"/>
                  <a:gd name="connsiteY22" fmla="*/ 119212 h 2389158"/>
                  <a:gd name="connsiteX23" fmla="*/ 1105291 w 1868275"/>
                  <a:gd name="connsiteY23" fmla="*/ 34645 h 2389158"/>
                  <a:gd name="connsiteX24" fmla="*/ 1107702 w 1868275"/>
                  <a:gd name="connsiteY24" fmla="*/ 7383 h 238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868275" h="2389158">
                    <a:moveTo>
                      <a:pt x="0" y="1718"/>
                    </a:moveTo>
                    <a:lnTo>
                      <a:pt x="506810" y="441359"/>
                    </a:lnTo>
                    <a:lnTo>
                      <a:pt x="476232" y="509406"/>
                    </a:lnTo>
                    <a:cubicBezTo>
                      <a:pt x="457439" y="554904"/>
                      <a:pt x="438152" y="602875"/>
                      <a:pt x="418370" y="653319"/>
                    </a:cubicBezTo>
                    <a:cubicBezTo>
                      <a:pt x="398588" y="703762"/>
                      <a:pt x="379301" y="755689"/>
                      <a:pt x="360509" y="809100"/>
                    </a:cubicBezTo>
                    <a:lnTo>
                      <a:pt x="357541" y="809100"/>
                    </a:lnTo>
                    <a:cubicBezTo>
                      <a:pt x="336770" y="753711"/>
                      <a:pt x="316247" y="700795"/>
                      <a:pt x="295971" y="650351"/>
                    </a:cubicBezTo>
                    <a:cubicBezTo>
                      <a:pt x="275694" y="599908"/>
                      <a:pt x="255171" y="551937"/>
                      <a:pt x="234400" y="506439"/>
                    </a:cubicBezTo>
                    <a:lnTo>
                      <a:pt x="20757" y="34645"/>
                    </a:lnTo>
                    <a:close/>
                    <a:moveTo>
                      <a:pt x="1103694" y="0"/>
                    </a:moveTo>
                    <a:lnTo>
                      <a:pt x="1868275" y="663249"/>
                    </a:lnTo>
                    <a:lnTo>
                      <a:pt x="1868275" y="2389158"/>
                    </a:lnTo>
                    <a:lnTo>
                      <a:pt x="768108" y="2389158"/>
                    </a:lnTo>
                    <a:lnTo>
                      <a:pt x="176188" y="1875688"/>
                    </a:lnTo>
                    <a:lnTo>
                      <a:pt x="193600" y="1886216"/>
                    </a:lnTo>
                    <a:cubicBezTo>
                      <a:pt x="208931" y="1891161"/>
                      <a:pt x="228960" y="1895117"/>
                      <a:pt x="253687" y="1898085"/>
                    </a:cubicBezTo>
                    <a:cubicBezTo>
                      <a:pt x="278414" y="1901052"/>
                      <a:pt x="310065" y="1902536"/>
                      <a:pt x="348639" y="1902536"/>
                    </a:cubicBezTo>
                    <a:cubicBezTo>
                      <a:pt x="386225" y="1902536"/>
                      <a:pt x="417628" y="1901052"/>
                      <a:pt x="442850" y="1898085"/>
                    </a:cubicBezTo>
                    <a:cubicBezTo>
                      <a:pt x="468072" y="1895117"/>
                      <a:pt x="488101" y="1891161"/>
                      <a:pt x="502937" y="1886216"/>
                    </a:cubicBezTo>
                    <a:cubicBezTo>
                      <a:pt x="517773" y="1881270"/>
                      <a:pt x="528406" y="1874841"/>
                      <a:pt x="534835" y="1866928"/>
                    </a:cubicBezTo>
                    <a:cubicBezTo>
                      <a:pt x="541264" y="1859016"/>
                      <a:pt x="544479" y="1850114"/>
                      <a:pt x="544479" y="1840223"/>
                    </a:cubicBezTo>
                    <a:lnTo>
                      <a:pt x="544479" y="1165171"/>
                    </a:lnTo>
                    <a:lnTo>
                      <a:pt x="1069684" y="119212"/>
                    </a:lnTo>
                    <a:cubicBezTo>
                      <a:pt x="1087488" y="83604"/>
                      <a:pt x="1099357" y="55416"/>
                      <a:pt x="1105291" y="34645"/>
                    </a:cubicBezTo>
                    <a:cubicBezTo>
                      <a:pt x="1108259" y="24260"/>
                      <a:pt x="1109062" y="15172"/>
                      <a:pt x="1107702" y="7383"/>
                    </a:cubicBezTo>
                    <a:close/>
                  </a:path>
                </a:pathLst>
              </a:custGeom>
              <a:solidFill>
                <a:srgbClr val="000000">
                  <a:alpha val="20000"/>
                </a:srgbClr>
              </a:solidFill>
              <a:ln w="12700" cap="flat" cmpd="sng" algn="ctr">
                <a:noFill/>
                <a:prstDash val="solid"/>
                <a:miter lim="800000"/>
              </a:ln>
              <a:effectLst/>
            </p:spPr>
            <p:txBody>
              <a:bodyPr wrap="square" rtlCol="0" anchor="ctr">
                <a:noAutofit/>
              </a:bodyPr>
              <a:lstStyle>
                <a:defPPr>
                  <a:defRPr lang="en-US"/>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panose="020F0502020204030204"/>
                  <a:ea typeface="+mn-ea"/>
                  <a:cs typeface="+mn-cs"/>
                </a:endParaRPr>
              </a:p>
            </p:txBody>
          </p:sp>
          <p:sp>
            <p:nvSpPr>
              <p:cNvPr id="31" name="Freeform 13"/>
              <p:cNvSpPr/>
              <p:nvPr/>
            </p:nvSpPr>
            <p:spPr>
              <a:xfrm>
                <a:off x="2128726" y="775732"/>
                <a:ext cx="1519738" cy="1937622"/>
              </a:xfrm>
              <a:custGeom>
                <a:avLst/>
                <a:gdLst/>
                <a:ahLst/>
                <a:cxnLst/>
                <a:rect l="l" t="t" r="r" b="b"/>
                <a:pathLst>
                  <a:path w="1519738" h="1937622">
                    <a:moveTo>
                      <a:pt x="202189" y="0"/>
                    </a:moveTo>
                    <a:cubicBezTo>
                      <a:pt x="247688" y="0"/>
                      <a:pt x="284036" y="989"/>
                      <a:pt x="311236" y="2967"/>
                    </a:cubicBezTo>
                    <a:cubicBezTo>
                      <a:pt x="338436" y="4946"/>
                      <a:pt x="359949" y="8655"/>
                      <a:pt x="375774" y="14095"/>
                    </a:cubicBezTo>
                    <a:cubicBezTo>
                      <a:pt x="391600" y="19534"/>
                      <a:pt x="403221" y="26705"/>
                      <a:pt x="410640" y="35607"/>
                    </a:cubicBezTo>
                    <a:cubicBezTo>
                      <a:pt x="418058" y="44509"/>
                      <a:pt x="425229" y="55883"/>
                      <a:pt x="432152" y="69731"/>
                    </a:cubicBezTo>
                    <a:lnTo>
                      <a:pt x="645795" y="541525"/>
                    </a:lnTo>
                    <a:cubicBezTo>
                      <a:pt x="666566" y="587023"/>
                      <a:pt x="687089" y="634994"/>
                      <a:pt x="707366" y="685437"/>
                    </a:cubicBezTo>
                    <a:cubicBezTo>
                      <a:pt x="727642" y="735881"/>
                      <a:pt x="748165" y="788797"/>
                      <a:pt x="768936" y="844186"/>
                    </a:cubicBezTo>
                    <a:lnTo>
                      <a:pt x="771904" y="844186"/>
                    </a:lnTo>
                    <a:cubicBezTo>
                      <a:pt x="790696" y="790775"/>
                      <a:pt x="809983" y="738848"/>
                      <a:pt x="829765" y="688405"/>
                    </a:cubicBezTo>
                    <a:cubicBezTo>
                      <a:pt x="849547" y="637961"/>
                      <a:pt x="868834" y="589990"/>
                      <a:pt x="887627" y="544492"/>
                    </a:cubicBezTo>
                    <a:lnTo>
                      <a:pt x="1098302" y="75665"/>
                    </a:lnTo>
                    <a:cubicBezTo>
                      <a:pt x="1103248" y="59840"/>
                      <a:pt x="1109430" y="47229"/>
                      <a:pt x="1116848" y="37833"/>
                    </a:cubicBezTo>
                    <a:cubicBezTo>
                      <a:pt x="1124266" y="28436"/>
                      <a:pt x="1135393" y="20771"/>
                      <a:pt x="1150229" y="14836"/>
                    </a:cubicBezTo>
                    <a:cubicBezTo>
                      <a:pt x="1165066" y="8902"/>
                      <a:pt x="1185342" y="4946"/>
                      <a:pt x="1211058" y="2967"/>
                    </a:cubicBezTo>
                    <a:cubicBezTo>
                      <a:pt x="1236774" y="989"/>
                      <a:pt x="1270898" y="0"/>
                      <a:pt x="1313429" y="0"/>
                    </a:cubicBezTo>
                    <a:cubicBezTo>
                      <a:pt x="1369807" y="0"/>
                      <a:pt x="1413574" y="1236"/>
                      <a:pt x="1444730" y="3709"/>
                    </a:cubicBezTo>
                    <a:cubicBezTo>
                      <a:pt x="1475886" y="6182"/>
                      <a:pt x="1497152" y="12611"/>
                      <a:pt x="1508526" y="22996"/>
                    </a:cubicBezTo>
                    <a:cubicBezTo>
                      <a:pt x="1519901" y="33382"/>
                      <a:pt x="1522621" y="48960"/>
                      <a:pt x="1516686" y="69731"/>
                    </a:cubicBezTo>
                    <a:cubicBezTo>
                      <a:pt x="1510752" y="90502"/>
                      <a:pt x="1498883" y="118690"/>
                      <a:pt x="1481079" y="154298"/>
                    </a:cubicBezTo>
                    <a:lnTo>
                      <a:pt x="955874" y="1200257"/>
                    </a:lnTo>
                    <a:lnTo>
                      <a:pt x="955874" y="1875309"/>
                    </a:lnTo>
                    <a:cubicBezTo>
                      <a:pt x="955874" y="1885200"/>
                      <a:pt x="952659" y="1894102"/>
                      <a:pt x="946230" y="1902014"/>
                    </a:cubicBezTo>
                    <a:cubicBezTo>
                      <a:pt x="939801" y="1909927"/>
                      <a:pt x="929168" y="1916356"/>
                      <a:pt x="914332" y="1921302"/>
                    </a:cubicBezTo>
                    <a:cubicBezTo>
                      <a:pt x="899496" y="1926247"/>
                      <a:pt x="879467" y="1930203"/>
                      <a:pt x="854245" y="1933171"/>
                    </a:cubicBezTo>
                    <a:cubicBezTo>
                      <a:pt x="829023" y="1936138"/>
                      <a:pt x="797620" y="1937622"/>
                      <a:pt x="760034" y="1937622"/>
                    </a:cubicBezTo>
                    <a:cubicBezTo>
                      <a:pt x="721460" y="1937622"/>
                      <a:pt x="689809" y="1936138"/>
                      <a:pt x="665082" y="1933171"/>
                    </a:cubicBezTo>
                    <a:cubicBezTo>
                      <a:pt x="640355" y="1930203"/>
                      <a:pt x="620326" y="1926247"/>
                      <a:pt x="604995" y="1921302"/>
                    </a:cubicBezTo>
                    <a:cubicBezTo>
                      <a:pt x="589664" y="1916356"/>
                      <a:pt x="579032" y="1909927"/>
                      <a:pt x="573097" y="1902014"/>
                    </a:cubicBezTo>
                    <a:cubicBezTo>
                      <a:pt x="567163" y="1894102"/>
                      <a:pt x="564195" y="1885200"/>
                      <a:pt x="564195" y="1875309"/>
                    </a:cubicBezTo>
                    <a:lnTo>
                      <a:pt x="564195" y="1200257"/>
                    </a:lnTo>
                    <a:lnTo>
                      <a:pt x="38990" y="154298"/>
                    </a:lnTo>
                    <a:cubicBezTo>
                      <a:pt x="20198" y="117701"/>
                      <a:pt x="8081" y="89265"/>
                      <a:pt x="2641" y="68989"/>
                    </a:cubicBezTo>
                    <a:cubicBezTo>
                      <a:pt x="-2799" y="48713"/>
                      <a:pt x="168" y="33382"/>
                      <a:pt x="11543" y="22996"/>
                    </a:cubicBezTo>
                    <a:cubicBezTo>
                      <a:pt x="22917" y="12611"/>
                      <a:pt x="43936" y="6182"/>
                      <a:pt x="74597" y="3709"/>
                    </a:cubicBezTo>
                    <a:cubicBezTo>
                      <a:pt x="105259" y="1236"/>
                      <a:pt x="147790" y="0"/>
                      <a:pt x="202189" y="0"/>
                    </a:cubicBezTo>
                    <a:close/>
                  </a:path>
                </a:pathLst>
              </a:custGeom>
              <a:solidFill>
                <a:sysClr val="window" lastClr="FFFFFF"/>
              </a:soli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sp>
          <p:nvSpPr>
            <p:cNvPr id="27" name="Freeform: Shape 26"/>
            <p:cNvSpPr/>
            <p:nvPr/>
          </p:nvSpPr>
          <p:spPr>
            <a:xfrm>
              <a:off x="3550258" y="2738785"/>
              <a:ext cx="2158499" cy="546199"/>
            </a:xfrm>
            <a:custGeom>
              <a:avLst/>
              <a:gdLst>
                <a:gd name="connsiteX0" fmla="*/ 763761 w 2158499"/>
                <a:gd name="connsiteY0" fmla="*/ 84460 h 546199"/>
                <a:gd name="connsiteX1" fmla="*/ 693440 w 2158499"/>
                <a:gd name="connsiteY1" fmla="*/ 319980 h 546199"/>
                <a:gd name="connsiteX2" fmla="*/ 835198 w 2158499"/>
                <a:gd name="connsiteY2" fmla="*/ 319980 h 546199"/>
                <a:gd name="connsiteX3" fmla="*/ 773621 w 2158499"/>
                <a:gd name="connsiteY3" fmla="*/ 120923 h 546199"/>
                <a:gd name="connsiteX4" fmla="*/ 763761 w 2158499"/>
                <a:gd name="connsiteY4" fmla="*/ 84460 h 546199"/>
                <a:gd name="connsiteX5" fmla="*/ 1720944 w 2158499"/>
                <a:gd name="connsiteY5" fmla="*/ 2232 h 546199"/>
                <a:gd name="connsiteX6" fmla="*/ 1836286 w 2158499"/>
                <a:gd name="connsiteY6" fmla="*/ 2232 h 546199"/>
                <a:gd name="connsiteX7" fmla="*/ 1836286 w 2158499"/>
                <a:gd name="connsiteY7" fmla="*/ 251147 h 546199"/>
                <a:gd name="connsiteX8" fmla="*/ 1881679 w 2158499"/>
                <a:gd name="connsiteY8" fmla="*/ 187151 h 546199"/>
                <a:gd name="connsiteX9" fmla="*/ 2029018 w 2158499"/>
                <a:gd name="connsiteY9" fmla="*/ 2232 h 546199"/>
                <a:gd name="connsiteX10" fmla="*/ 2157011 w 2158499"/>
                <a:gd name="connsiteY10" fmla="*/ 2232 h 546199"/>
                <a:gd name="connsiteX11" fmla="*/ 1967255 w 2158499"/>
                <a:gd name="connsiteY11" fmla="*/ 242962 h 546199"/>
                <a:gd name="connsiteX12" fmla="*/ 2158499 w 2158499"/>
                <a:gd name="connsiteY12" fmla="*/ 546199 h 546199"/>
                <a:gd name="connsiteX13" fmla="*/ 2027530 w 2158499"/>
                <a:gd name="connsiteY13" fmla="*/ 546199 h 546199"/>
                <a:gd name="connsiteX14" fmla="*/ 1885027 w 2158499"/>
                <a:gd name="connsiteY14" fmla="*/ 317004 h 546199"/>
                <a:gd name="connsiteX15" fmla="*/ 1836286 w 2158499"/>
                <a:gd name="connsiteY15" fmla="*/ 351978 h 546199"/>
                <a:gd name="connsiteX16" fmla="*/ 1836286 w 2158499"/>
                <a:gd name="connsiteY16" fmla="*/ 546199 h 546199"/>
                <a:gd name="connsiteX17" fmla="*/ 1720944 w 2158499"/>
                <a:gd name="connsiteY17" fmla="*/ 546199 h 546199"/>
                <a:gd name="connsiteX18" fmla="*/ 1103638 w 2158499"/>
                <a:gd name="connsiteY18" fmla="*/ 2232 h 546199"/>
                <a:gd name="connsiteX19" fmla="*/ 1249118 w 2158499"/>
                <a:gd name="connsiteY19" fmla="*/ 2232 h 546199"/>
                <a:gd name="connsiteX20" fmla="*/ 1485382 w 2158499"/>
                <a:gd name="connsiteY20" fmla="*/ 409649 h 546199"/>
                <a:gd name="connsiteX21" fmla="*/ 1487987 w 2158499"/>
                <a:gd name="connsiteY21" fmla="*/ 409649 h 546199"/>
                <a:gd name="connsiteX22" fmla="*/ 1482406 w 2158499"/>
                <a:gd name="connsiteY22" fmla="*/ 259705 h 546199"/>
                <a:gd name="connsiteX23" fmla="*/ 1482406 w 2158499"/>
                <a:gd name="connsiteY23" fmla="*/ 2232 h 546199"/>
                <a:gd name="connsiteX24" fmla="*/ 1586213 w 2158499"/>
                <a:gd name="connsiteY24" fmla="*/ 2232 h 546199"/>
                <a:gd name="connsiteX25" fmla="*/ 1586213 w 2158499"/>
                <a:gd name="connsiteY25" fmla="*/ 546199 h 546199"/>
                <a:gd name="connsiteX26" fmla="*/ 1439618 w 2158499"/>
                <a:gd name="connsiteY26" fmla="*/ 546199 h 546199"/>
                <a:gd name="connsiteX27" fmla="*/ 1202981 w 2158499"/>
                <a:gd name="connsiteY27" fmla="*/ 134689 h 546199"/>
                <a:gd name="connsiteX28" fmla="*/ 1199632 w 2158499"/>
                <a:gd name="connsiteY28" fmla="*/ 134689 h 546199"/>
                <a:gd name="connsiteX29" fmla="*/ 1206702 w 2158499"/>
                <a:gd name="connsiteY29" fmla="*/ 290215 h 546199"/>
                <a:gd name="connsiteX30" fmla="*/ 1206702 w 2158499"/>
                <a:gd name="connsiteY30" fmla="*/ 546199 h 546199"/>
                <a:gd name="connsiteX31" fmla="*/ 1103638 w 2158499"/>
                <a:gd name="connsiteY31" fmla="*/ 546199 h 546199"/>
                <a:gd name="connsiteX32" fmla="*/ 0 w 2158499"/>
                <a:gd name="connsiteY32" fmla="*/ 2232 h 546199"/>
                <a:gd name="connsiteX33" fmla="*/ 115342 w 2158499"/>
                <a:gd name="connsiteY33" fmla="*/ 2232 h 546199"/>
                <a:gd name="connsiteX34" fmla="*/ 115342 w 2158499"/>
                <a:gd name="connsiteY34" fmla="*/ 215429 h 546199"/>
                <a:gd name="connsiteX35" fmla="*/ 330771 w 2158499"/>
                <a:gd name="connsiteY35" fmla="*/ 215429 h 546199"/>
                <a:gd name="connsiteX36" fmla="*/ 330771 w 2158499"/>
                <a:gd name="connsiteY36" fmla="*/ 2232 h 546199"/>
                <a:gd name="connsiteX37" fmla="*/ 445740 w 2158499"/>
                <a:gd name="connsiteY37" fmla="*/ 2232 h 546199"/>
                <a:gd name="connsiteX38" fmla="*/ 445740 w 2158499"/>
                <a:gd name="connsiteY38" fmla="*/ 546199 h 546199"/>
                <a:gd name="connsiteX39" fmla="*/ 330771 w 2158499"/>
                <a:gd name="connsiteY39" fmla="*/ 546199 h 546199"/>
                <a:gd name="connsiteX40" fmla="*/ 330771 w 2158499"/>
                <a:gd name="connsiteY40" fmla="*/ 311423 h 546199"/>
                <a:gd name="connsiteX41" fmla="*/ 115342 w 2158499"/>
                <a:gd name="connsiteY41" fmla="*/ 311423 h 546199"/>
                <a:gd name="connsiteX42" fmla="*/ 115342 w 2158499"/>
                <a:gd name="connsiteY42" fmla="*/ 546199 h 546199"/>
                <a:gd name="connsiteX43" fmla="*/ 0 w 2158499"/>
                <a:gd name="connsiteY43" fmla="*/ 546199 h 546199"/>
                <a:gd name="connsiteX44" fmla="*/ 692696 w 2158499"/>
                <a:gd name="connsiteY44" fmla="*/ 0 h 546199"/>
                <a:gd name="connsiteX45" fmla="*/ 833710 w 2158499"/>
                <a:gd name="connsiteY45" fmla="*/ 0 h 546199"/>
                <a:gd name="connsiteX46" fmla="*/ 1026443 w 2158499"/>
                <a:gd name="connsiteY46" fmla="*/ 546199 h 546199"/>
                <a:gd name="connsiteX47" fmla="*/ 902171 w 2158499"/>
                <a:gd name="connsiteY47" fmla="*/ 546199 h 546199"/>
                <a:gd name="connsiteX48" fmla="*/ 862732 w 2158499"/>
                <a:gd name="connsiteY48" fmla="*/ 416719 h 546199"/>
                <a:gd name="connsiteX49" fmla="*/ 664418 w 2158499"/>
                <a:gd name="connsiteY49" fmla="*/ 416719 h 546199"/>
                <a:gd name="connsiteX50" fmla="*/ 624979 w 2158499"/>
                <a:gd name="connsiteY50" fmla="*/ 546199 h 546199"/>
                <a:gd name="connsiteX51" fmla="*/ 500707 w 2158499"/>
                <a:gd name="connsiteY51" fmla="*/ 546199 h 546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2158499" h="546199">
                  <a:moveTo>
                    <a:pt x="763761" y="84460"/>
                  </a:moveTo>
                  <a:cubicBezTo>
                    <a:pt x="755575" y="116210"/>
                    <a:pt x="732135" y="194717"/>
                    <a:pt x="693440" y="319980"/>
                  </a:cubicBezTo>
                  <a:lnTo>
                    <a:pt x="835198" y="319980"/>
                  </a:lnTo>
                  <a:cubicBezTo>
                    <a:pt x="798736" y="202654"/>
                    <a:pt x="778210" y="136302"/>
                    <a:pt x="773621" y="120923"/>
                  </a:cubicBezTo>
                  <a:cubicBezTo>
                    <a:pt x="769032" y="105544"/>
                    <a:pt x="765745" y="93390"/>
                    <a:pt x="763761" y="84460"/>
                  </a:cubicBezTo>
                  <a:close/>
                  <a:moveTo>
                    <a:pt x="1720944" y="2232"/>
                  </a:moveTo>
                  <a:lnTo>
                    <a:pt x="1836286" y="2232"/>
                  </a:lnTo>
                  <a:lnTo>
                    <a:pt x="1836286" y="251147"/>
                  </a:lnTo>
                  <a:lnTo>
                    <a:pt x="1881679" y="187151"/>
                  </a:lnTo>
                  <a:lnTo>
                    <a:pt x="2029018" y="2232"/>
                  </a:lnTo>
                  <a:lnTo>
                    <a:pt x="2157011" y="2232"/>
                  </a:lnTo>
                  <a:lnTo>
                    <a:pt x="1967255" y="242962"/>
                  </a:lnTo>
                  <a:lnTo>
                    <a:pt x="2158499" y="546199"/>
                  </a:lnTo>
                  <a:lnTo>
                    <a:pt x="2027530" y="546199"/>
                  </a:lnTo>
                  <a:lnTo>
                    <a:pt x="1885027" y="317004"/>
                  </a:lnTo>
                  <a:lnTo>
                    <a:pt x="1836286" y="351978"/>
                  </a:lnTo>
                  <a:lnTo>
                    <a:pt x="1836286" y="546199"/>
                  </a:lnTo>
                  <a:lnTo>
                    <a:pt x="1720944" y="546199"/>
                  </a:lnTo>
                  <a:close/>
                  <a:moveTo>
                    <a:pt x="1103638" y="2232"/>
                  </a:moveTo>
                  <a:lnTo>
                    <a:pt x="1249118" y="2232"/>
                  </a:lnTo>
                  <a:lnTo>
                    <a:pt x="1485382" y="409649"/>
                  </a:lnTo>
                  <a:lnTo>
                    <a:pt x="1487987" y="409649"/>
                  </a:lnTo>
                  <a:cubicBezTo>
                    <a:pt x="1484266" y="338956"/>
                    <a:pt x="1482406" y="288975"/>
                    <a:pt x="1482406" y="259705"/>
                  </a:cubicBezTo>
                  <a:lnTo>
                    <a:pt x="1482406" y="2232"/>
                  </a:lnTo>
                  <a:lnTo>
                    <a:pt x="1586213" y="2232"/>
                  </a:lnTo>
                  <a:lnTo>
                    <a:pt x="1586213" y="546199"/>
                  </a:lnTo>
                  <a:lnTo>
                    <a:pt x="1439618" y="546199"/>
                  </a:lnTo>
                  <a:lnTo>
                    <a:pt x="1202981" y="134689"/>
                  </a:lnTo>
                  <a:lnTo>
                    <a:pt x="1199632" y="134689"/>
                  </a:lnTo>
                  <a:cubicBezTo>
                    <a:pt x="1204345" y="207367"/>
                    <a:pt x="1206702" y="259209"/>
                    <a:pt x="1206702" y="290215"/>
                  </a:cubicBezTo>
                  <a:lnTo>
                    <a:pt x="1206702" y="546199"/>
                  </a:lnTo>
                  <a:lnTo>
                    <a:pt x="1103638" y="546199"/>
                  </a:lnTo>
                  <a:close/>
                  <a:moveTo>
                    <a:pt x="0" y="2232"/>
                  </a:moveTo>
                  <a:lnTo>
                    <a:pt x="115342" y="2232"/>
                  </a:lnTo>
                  <a:lnTo>
                    <a:pt x="115342" y="215429"/>
                  </a:lnTo>
                  <a:lnTo>
                    <a:pt x="330771" y="215429"/>
                  </a:lnTo>
                  <a:lnTo>
                    <a:pt x="330771" y="2232"/>
                  </a:lnTo>
                  <a:lnTo>
                    <a:pt x="445740" y="2232"/>
                  </a:lnTo>
                  <a:lnTo>
                    <a:pt x="445740" y="546199"/>
                  </a:lnTo>
                  <a:lnTo>
                    <a:pt x="330771" y="546199"/>
                  </a:lnTo>
                  <a:lnTo>
                    <a:pt x="330771" y="311423"/>
                  </a:lnTo>
                  <a:lnTo>
                    <a:pt x="115342" y="311423"/>
                  </a:lnTo>
                  <a:lnTo>
                    <a:pt x="115342" y="546199"/>
                  </a:lnTo>
                  <a:lnTo>
                    <a:pt x="0" y="546199"/>
                  </a:lnTo>
                  <a:close/>
                  <a:moveTo>
                    <a:pt x="692696" y="0"/>
                  </a:moveTo>
                  <a:lnTo>
                    <a:pt x="833710" y="0"/>
                  </a:lnTo>
                  <a:lnTo>
                    <a:pt x="1026443" y="546199"/>
                  </a:lnTo>
                  <a:lnTo>
                    <a:pt x="902171" y="546199"/>
                  </a:lnTo>
                  <a:lnTo>
                    <a:pt x="862732" y="416719"/>
                  </a:lnTo>
                  <a:lnTo>
                    <a:pt x="664418" y="416719"/>
                  </a:lnTo>
                  <a:lnTo>
                    <a:pt x="624979" y="546199"/>
                  </a:lnTo>
                  <a:lnTo>
                    <a:pt x="500707" y="546199"/>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8" name="Freeform: Shape 27"/>
            <p:cNvSpPr/>
            <p:nvPr/>
          </p:nvSpPr>
          <p:spPr>
            <a:xfrm>
              <a:off x="7805981" y="2736364"/>
              <a:ext cx="1308596" cy="559966"/>
            </a:xfrm>
            <a:custGeom>
              <a:avLst/>
              <a:gdLst>
                <a:gd name="connsiteX0" fmla="*/ 1243856 w 1308596"/>
                <a:gd name="connsiteY0" fmla="*/ 433462 h 559966"/>
                <a:gd name="connsiteX1" fmla="*/ 1291667 w 1308596"/>
                <a:gd name="connsiteY1" fmla="*/ 449833 h 559966"/>
                <a:gd name="connsiteX2" fmla="*/ 1308596 w 1308596"/>
                <a:gd name="connsiteY2" fmla="*/ 496714 h 559966"/>
                <a:gd name="connsiteX3" fmla="*/ 1291481 w 1308596"/>
                <a:gd name="connsiteY3" fmla="*/ 543037 h 559966"/>
                <a:gd name="connsiteX4" fmla="*/ 1243856 w 1308596"/>
                <a:gd name="connsiteY4" fmla="*/ 559966 h 559966"/>
                <a:gd name="connsiteX5" fmla="*/ 1195486 w 1308596"/>
                <a:gd name="connsiteY5" fmla="*/ 543409 h 559966"/>
                <a:gd name="connsiteX6" fmla="*/ 1178371 w 1308596"/>
                <a:gd name="connsiteY6" fmla="*/ 496714 h 559966"/>
                <a:gd name="connsiteX7" fmla="*/ 1195114 w 1308596"/>
                <a:gd name="connsiteY7" fmla="*/ 449461 h 559966"/>
                <a:gd name="connsiteX8" fmla="*/ 1243856 w 1308596"/>
                <a:gd name="connsiteY8" fmla="*/ 433462 h 559966"/>
                <a:gd name="connsiteX9" fmla="*/ 259705 w 1308596"/>
                <a:gd name="connsiteY9" fmla="*/ 95994 h 559966"/>
                <a:gd name="connsiteX10" fmla="*/ 155897 w 1308596"/>
                <a:gd name="connsiteY10" fmla="*/ 142317 h 559966"/>
                <a:gd name="connsiteX11" fmla="*/ 120922 w 1308596"/>
                <a:gd name="connsiteY11" fmla="*/ 279797 h 559966"/>
                <a:gd name="connsiteX12" fmla="*/ 155525 w 1308596"/>
                <a:gd name="connsiteY12" fmla="*/ 417091 h 559966"/>
                <a:gd name="connsiteX13" fmla="*/ 258961 w 1308596"/>
                <a:gd name="connsiteY13" fmla="*/ 463227 h 559966"/>
                <a:gd name="connsiteX14" fmla="*/ 396999 w 1308596"/>
                <a:gd name="connsiteY14" fmla="*/ 279797 h 559966"/>
                <a:gd name="connsiteX15" fmla="*/ 259705 w 1308596"/>
                <a:gd name="connsiteY15" fmla="*/ 95994 h 559966"/>
                <a:gd name="connsiteX16" fmla="*/ 619433 w 1308596"/>
                <a:gd name="connsiteY16" fmla="*/ 8557 h 559966"/>
                <a:gd name="connsiteX17" fmla="*/ 734403 w 1308596"/>
                <a:gd name="connsiteY17" fmla="*/ 8557 h 559966"/>
                <a:gd name="connsiteX18" fmla="*/ 734403 w 1308596"/>
                <a:gd name="connsiteY18" fmla="*/ 341560 h 559966"/>
                <a:gd name="connsiteX19" fmla="*/ 759704 w 1308596"/>
                <a:gd name="connsiteY19" fmla="*/ 433834 h 559966"/>
                <a:gd name="connsiteX20" fmla="*/ 843420 w 1308596"/>
                <a:gd name="connsiteY20" fmla="*/ 463227 h 559966"/>
                <a:gd name="connsiteX21" fmla="*/ 925461 w 1308596"/>
                <a:gd name="connsiteY21" fmla="*/ 433648 h 559966"/>
                <a:gd name="connsiteX22" fmla="*/ 950948 w 1308596"/>
                <a:gd name="connsiteY22" fmla="*/ 340816 h 559966"/>
                <a:gd name="connsiteX23" fmla="*/ 950948 w 1308596"/>
                <a:gd name="connsiteY23" fmla="*/ 8557 h 559966"/>
                <a:gd name="connsiteX24" fmla="*/ 1065918 w 1308596"/>
                <a:gd name="connsiteY24" fmla="*/ 8557 h 559966"/>
                <a:gd name="connsiteX25" fmla="*/ 1065918 w 1308596"/>
                <a:gd name="connsiteY25" fmla="*/ 360536 h 559966"/>
                <a:gd name="connsiteX26" fmla="*/ 1038943 w 1308596"/>
                <a:gd name="connsiteY26" fmla="*/ 466204 h 559966"/>
                <a:gd name="connsiteX27" fmla="*/ 960994 w 1308596"/>
                <a:gd name="connsiteY27" fmla="*/ 535781 h 559966"/>
                <a:gd name="connsiteX28" fmla="*/ 840443 w 1308596"/>
                <a:gd name="connsiteY28" fmla="*/ 559966 h 559966"/>
                <a:gd name="connsiteX29" fmla="*/ 677476 w 1308596"/>
                <a:gd name="connsiteY29" fmla="*/ 506201 h 559966"/>
                <a:gd name="connsiteX30" fmla="*/ 619433 w 1308596"/>
                <a:gd name="connsiteY30" fmla="*/ 359048 h 559966"/>
                <a:gd name="connsiteX31" fmla="*/ 1179859 w 1308596"/>
                <a:gd name="connsiteY31" fmla="*/ 5954 h 559966"/>
                <a:gd name="connsiteX32" fmla="*/ 1308595 w 1308596"/>
                <a:gd name="connsiteY32" fmla="*/ 5954 h 559966"/>
                <a:gd name="connsiteX33" fmla="*/ 1289619 w 1308596"/>
                <a:gd name="connsiteY33" fmla="*/ 369467 h 559966"/>
                <a:gd name="connsiteX34" fmla="*/ 1198834 w 1308596"/>
                <a:gd name="connsiteY34" fmla="*/ 369467 h 559966"/>
                <a:gd name="connsiteX35" fmla="*/ 259705 w 1308596"/>
                <a:gd name="connsiteY35" fmla="*/ 0 h 559966"/>
                <a:gd name="connsiteX36" fmla="*/ 451507 w 1308596"/>
                <a:gd name="connsiteY36" fmla="*/ 72181 h 559966"/>
                <a:gd name="connsiteX37" fmla="*/ 517921 w 1308596"/>
                <a:gd name="connsiteY37" fmla="*/ 279797 h 559966"/>
                <a:gd name="connsiteX38" fmla="*/ 450949 w 1308596"/>
                <a:gd name="connsiteY38" fmla="*/ 487412 h 559966"/>
                <a:gd name="connsiteX39" fmla="*/ 258961 w 1308596"/>
                <a:gd name="connsiteY39" fmla="*/ 559966 h 559966"/>
                <a:gd name="connsiteX40" fmla="*/ 66972 w 1308596"/>
                <a:gd name="connsiteY40" fmla="*/ 487412 h 559966"/>
                <a:gd name="connsiteX41" fmla="*/ 0 w 1308596"/>
                <a:gd name="connsiteY41" fmla="*/ 279052 h 559966"/>
                <a:gd name="connsiteX42" fmla="*/ 67158 w 1308596"/>
                <a:gd name="connsiteY42" fmla="*/ 71623 h 559966"/>
                <a:gd name="connsiteX43" fmla="*/ 259705 w 1308596"/>
                <a:gd name="connsiteY43" fmla="*/ 0 h 559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308596" h="559966">
                  <a:moveTo>
                    <a:pt x="1243856" y="433462"/>
                  </a:moveTo>
                  <a:cubicBezTo>
                    <a:pt x="1264444" y="433462"/>
                    <a:pt x="1280380" y="438919"/>
                    <a:pt x="1291667" y="449833"/>
                  </a:cubicBezTo>
                  <a:cubicBezTo>
                    <a:pt x="1302953" y="460747"/>
                    <a:pt x="1308596" y="476374"/>
                    <a:pt x="1308596" y="496714"/>
                  </a:cubicBezTo>
                  <a:cubicBezTo>
                    <a:pt x="1308596" y="516310"/>
                    <a:pt x="1302891" y="531751"/>
                    <a:pt x="1291481" y="543037"/>
                  </a:cubicBezTo>
                  <a:cubicBezTo>
                    <a:pt x="1280070" y="554323"/>
                    <a:pt x="1264195" y="559966"/>
                    <a:pt x="1243856" y="559966"/>
                  </a:cubicBezTo>
                  <a:cubicBezTo>
                    <a:pt x="1223020" y="559966"/>
                    <a:pt x="1206897" y="554447"/>
                    <a:pt x="1195486" y="543409"/>
                  </a:cubicBezTo>
                  <a:cubicBezTo>
                    <a:pt x="1184076" y="532371"/>
                    <a:pt x="1178371" y="516806"/>
                    <a:pt x="1178371" y="496714"/>
                  </a:cubicBezTo>
                  <a:cubicBezTo>
                    <a:pt x="1178371" y="475878"/>
                    <a:pt x="1183952" y="460127"/>
                    <a:pt x="1195114" y="449461"/>
                  </a:cubicBezTo>
                  <a:cubicBezTo>
                    <a:pt x="1206276" y="438795"/>
                    <a:pt x="1222524" y="433462"/>
                    <a:pt x="1243856" y="433462"/>
                  </a:cubicBezTo>
                  <a:close/>
                  <a:moveTo>
                    <a:pt x="259705" y="95994"/>
                  </a:moveTo>
                  <a:cubicBezTo>
                    <a:pt x="213816" y="95994"/>
                    <a:pt x="179213" y="111435"/>
                    <a:pt x="155897" y="142317"/>
                  </a:cubicBezTo>
                  <a:cubicBezTo>
                    <a:pt x="132581" y="173198"/>
                    <a:pt x="120922" y="219025"/>
                    <a:pt x="120922" y="279797"/>
                  </a:cubicBezTo>
                  <a:cubicBezTo>
                    <a:pt x="120922" y="340568"/>
                    <a:pt x="132457" y="386333"/>
                    <a:pt x="155525" y="417091"/>
                  </a:cubicBezTo>
                  <a:cubicBezTo>
                    <a:pt x="178593" y="447848"/>
                    <a:pt x="213072" y="463227"/>
                    <a:pt x="258961" y="463227"/>
                  </a:cubicBezTo>
                  <a:cubicBezTo>
                    <a:pt x="350986" y="463227"/>
                    <a:pt x="396999" y="402084"/>
                    <a:pt x="396999" y="279797"/>
                  </a:cubicBezTo>
                  <a:cubicBezTo>
                    <a:pt x="396999" y="157261"/>
                    <a:pt x="351234" y="95994"/>
                    <a:pt x="259705" y="95994"/>
                  </a:cubicBezTo>
                  <a:close/>
                  <a:moveTo>
                    <a:pt x="619433" y="8557"/>
                  </a:moveTo>
                  <a:lnTo>
                    <a:pt x="734403" y="8557"/>
                  </a:lnTo>
                  <a:lnTo>
                    <a:pt x="734403" y="341560"/>
                  </a:lnTo>
                  <a:cubicBezTo>
                    <a:pt x="734403" y="383480"/>
                    <a:pt x="742837" y="414238"/>
                    <a:pt x="759704" y="433834"/>
                  </a:cubicBezTo>
                  <a:cubicBezTo>
                    <a:pt x="776571" y="453429"/>
                    <a:pt x="804476" y="463227"/>
                    <a:pt x="843420" y="463227"/>
                  </a:cubicBezTo>
                  <a:cubicBezTo>
                    <a:pt x="881123" y="463227"/>
                    <a:pt x="908470" y="453368"/>
                    <a:pt x="925461" y="433648"/>
                  </a:cubicBezTo>
                  <a:cubicBezTo>
                    <a:pt x="942452" y="413928"/>
                    <a:pt x="950948" y="382984"/>
                    <a:pt x="950948" y="340816"/>
                  </a:cubicBezTo>
                  <a:lnTo>
                    <a:pt x="950948" y="8557"/>
                  </a:lnTo>
                  <a:lnTo>
                    <a:pt x="1065918" y="8557"/>
                  </a:lnTo>
                  <a:lnTo>
                    <a:pt x="1065918" y="360536"/>
                  </a:lnTo>
                  <a:cubicBezTo>
                    <a:pt x="1065918" y="400719"/>
                    <a:pt x="1056926" y="435942"/>
                    <a:pt x="1038943" y="466204"/>
                  </a:cubicBezTo>
                  <a:cubicBezTo>
                    <a:pt x="1020959" y="496466"/>
                    <a:pt x="994976" y="519658"/>
                    <a:pt x="960994" y="535781"/>
                  </a:cubicBezTo>
                  <a:cubicBezTo>
                    <a:pt x="927011" y="551904"/>
                    <a:pt x="886828" y="559966"/>
                    <a:pt x="840443" y="559966"/>
                  </a:cubicBezTo>
                  <a:cubicBezTo>
                    <a:pt x="770494" y="559966"/>
                    <a:pt x="716172" y="542044"/>
                    <a:pt x="677476" y="506201"/>
                  </a:cubicBezTo>
                  <a:cubicBezTo>
                    <a:pt x="638781" y="470359"/>
                    <a:pt x="619433" y="421307"/>
                    <a:pt x="619433" y="359048"/>
                  </a:cubicBezTo>
                  <a:close/>
                  <a:moveTo>
                    <a:pt x="1179859" y="5954"/>
                  </a:moveTo>
                  <a:lnTo>
                    <a:pt x="1308595" y="5954"/>
                  </a:lnTo>
                  <a:lnTo>
                    <a:pt x="1289619" y="369467"/>
                  </a:lnTo>
                  <a:lnTo>
                    <a:pt x="1198834" y="369467"/>
                  </a:lnTo>
                  <a:close/>
                  <a:moveTo>
                    <a:pt x="259705" y="0"/>
                  </a:moveTo>
                  <a:cubicBezTo>
                    <a:pt x="343296" y="0"/>
                    <a:pt x="407231" y="24060"/>
                    <a:pt x="451507" y="72181"/>
                  </a:cubicBezTo>
                  <a:cubicBezTo>
                    <a:pt x="495783" y="120302"/>
                    <a:pt x="517921" y="189508"/>
                    <a:pt x="517921" y="279797"/>
                  </a:cubicBezTo>
                  <a:cubicBezTo>
                    <a:pt x="517921" y="369838"/>
                    <a:pt x="495597" y="439043"/>
                    <a:pt x="450949" y="487412"/>
                  </a:cubicBezTo>
                  <a:cubicBezTo>
                    <a:pt x="406300" y="535781"/>
                    <a:pt x="342304" y="559966"/>
                    <a:pt x="258961" y="559966"/>
                  </a:cubicBezTo>
                  <a:cubicBezTo>
                    <a:pt x="175617" y="559966"/>
                    <a:pt x="111621" y="535781"/>
                    <a:pt x="66972" y="487412"/>
                  </a:cubicBezTo>
                  <a:cubicBezTo>
                    <a:pt x="22324" y="439043"/>
                    <a:pt x="0" y="369590"/>
                    <a:pt x="0" y="279052"/>
                  </a:cubicBezTo>
                  <a:cubicBezTo>
                    <a:pt x="0" y="188515"/>
                    <a:pt x="22386" y="119372"/>
                    <a:pt x="67158" y="71623"/>
                  </a:cubicBezTo>
                  <a:cubicBezTo>
                    <a:pt x="111931" y="23874"/>
                    <a:pt x="176113" y="0"/>
                    <a:pt x="25970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655968043"/>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5071254" y="6461797"/>
            <a:ext cx="2049493" cy="276999"/>
          </a:xfrm>
          <a:prstGeom prst="rect">
            <a:avLst/>
          </a:prstGeom>
        </p:spPr>
        <p:txBody>
          <a:bodyPr wrap="square">
            <a:spAutoFit/>
          </a:bodyPr>
          <a:lstStyle/>
          <a:p>
            <a:pPr marL="0" marR="0" lvl="0" indent="0" algn="ctr" defTabSz="914354" rtl="0" eaLnBrk="1" fontAlgn="auto" latinLnBrk="0" hangingPunct="1">
              <a:lnSpc>
                <a:spcPct val="100000"/>
              </a:lnSpc>
              <a:spcBef>
                <a:spcPts val="0"/>
              </a:spcBef>
              <a:spcAft>
                <a:spcPts val="0"/>
              </a:spcAft>
              <a:buClrTx/>
              <a:buSzTx/>
              <a:buFontTx/>
              <a:buNone/>
              <a:tabLst/>
              <a:defRPr/>
            </a:pPr>
            <a:r>
              <a:rPr lang="en-US" sz="1200">
                <a:solidFill>
                  <a:prstClr val="white">
                    <a:lumMod val="50000"/>
                  </a:prstClr>
                </a:solidFill>
                <a:latin typeface="Calibri Light" panose="020F0302020204030204" pitchFamily="34" charset="0"/>
                <a:hlinkClick r:id="rId3"/>
              </a:rPr>
              <a:t>www.showeet.com</a:t>
            </a:r>
            <a:r>
              <a:rPr lang="en-US" sz="1200">
                <a:solidFill>
                  <a:prstClr val="white">
                    <a:lumMod val="50000"/>
                  </a:prstClr>
                </a:solidFill>
                <a:latin typeface="Calibri Light" panose="020F0302020204030204" pitchFamily="34" charset="0"/>
              </a:rPr>
              <a:t> </a:t>
            </a:r>
            <a:endParaRPr kumimoji="0" lang="en-US" sz="900" b="0" i="0" u="none" strike="noStrike" kern="1200" cap="none" spc="0" normalizeH="0" baseline="0" noProof="0" dirty="0">
              <a:ln>
                <a:noFill/>
              </a:ln>
              <a:solidFill>
                <a:prstClr val="white">
                  <a:lumMod val="50000"/>
                </a:prstClr>
              </a:solidFill>
              <a:effectLst/>
              <a:uLnTx/>
              <a:uFillTx/>
              <a:latin typeface="Calibri Light" panose="020F0302020204030204" pitchFamily="34" charset="0"/>
              <a:ea typeface="+mn-ea"/>
              <a:cs typeface="+mn-cs"/>
            </a:endParaRPr>
          </a:p>
        </p:txBody>
      </p:sp>
      <p:sp>
        <p:nvSpPr>
          <p:cNvPr id="29" name="Freeform 310">
            <a:hlinkClick r:id="rId4"/>
          </p:cNvPr>
          <p:cNvSpPr/>
          <p:nvPr/>
        </p:nvSpPr>
        <p:spPr>
          <a:xfrm>
            <a:off x="441835" y="5252883"/>
            <a:ext cx="243087" cy="468552"/>
          </a:xfrm>
          <a:custGeom>
            <a:avLst/>
            <a:gdLst/>
            <a:ahLst/>
            <a:cxnLst/>
            <a:rect l="l" t="t" r="r" b="b"/>
            <a:pathLst>
              <a:path w="243398" h="468766">
                <a:moveTo>
                  <a:pt x="179168" y="0"/>
                </a:moveTo>
                <a:cubicBezTo>
                  <a:pt x="206776" y="0"/>
                  <a:pt x="228186" y="1127"/>
                  <a:pt x="243398" y="3381"/>
                </a:cubicBezTo>
                <a:lnTo>
                  <a:pt x="243398" y="77752"/>
                </a:lnTo>
                <a:lnTo>
                  <a:pt x="199169" y="77752"/>
                </a:lnTo>
                <a:cubicBezTo>
                  <a:pt x="183018" y="77752"/>
                  <a:pt x="172125" y="81133"/>
                  <a:pt x="166491" y="87894"/>
                </a:cubicBezTo>
                <a:cubicBezTo>
                  <a:pt x="160857" y="94655"/>
                  <a:pt x="158040" y="104796"/>
                  <a:pt x="158040" y="118318"/>
                </a:cubicBezTo>
                <a:lnTo>
                  <a:pt x="158040" y="171562"/>
                </a:lnTo>
                <a:lnTo>
                  <a:pt x="240581" y="171562"/>
                </a:lnTo>
                <a:lnTo>
                  <a:pt x="229594" y="254948"/>
                </a:lnTo>
                <a:lnTo>
                  <a:pt x="158040" y="254948"/>
                </a:lnTo>
                <a:lnTo>
                  <a:pt x="158040" y="468766"/>
                </a:lnTo>
                <a:lnTo>
                  <a:pt x="71836" y="468766"/>
                </a:lnTo>
                <a:lnTo>
                  <a:pt x="71836" y="254948"/>
                </a:lnTo>
                <a:lnTo>
                  <a:pt x="0" y="254948"/>
                </a:lnTo>
                <a:lnTo>
                  <a:pt x="0" y="171562"/>
                </a:lnTo>
                <a:lnTo>
                  <a:pt x="71836" y="171562"/>
                </a:lnTo>
                <a:lnTo>
                  <a:pt x="71836" y="110149"/>
                </a:lnTo>
                <a:cubicBezTo>
                  <a:pt x="71836" y="75217"/>
                  <a:pt x="81602" y="48126"/>
                  <a:pt x="101134" y="28875"/>
                </a:cubicBezTo>
                <a:cubicBezTo>
                  <a:pt x="120667" y="9625"/>
                  <a:pt x="146677" y="0"/>
                  <a:pt x="179168" y="0"/>
                </a:cubicBez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Freeform 132">
            <a:hlinkClick r:id="rId5"/>
          </p:cNvPr>
          <p:cNvSpPr/>
          <p:nvPr/>
        </p:nvSpPr>
        <p:spPr>
          <a:xfrm>
            <a:off x="383083" y="5993031"/>
            <a:ext cx="360590" cy="468766"/>
          </a:xfrm>
          <a:custGeom>
            <a:avLst/>
            <a:gdLst/>
            <a:ahLst/>
            <a:cxnLst/>
            <a:rect l="l" t="t" r="r" b="b"/>
            <a:pathLst>
              <a:path w="360590" h="468766">
                <a:moveTo>
                  <a:pt x="191564" y="0"/>
                </a:moveTo>
                <a:cubicBezTo>
                  <a:pt x="221237" y="0"/>
                  <a:pt x="248845" y="6245"/>
                  <a:pt x="274386" y="18734"/>
                </a:cubicBezTo>
                <a:cubicBezTo>
                  <a:pt x="299928" y="31223"/>
                  <a:pt x="320681" y="49393"/>
                  <a:pt x="336644" y="73245"/>
                </a:cubicBezTo>
                <a:cubicBezTo>
                  <a:pt x="352608" y="97096"/>
                  <a:pt x="360590" y="124047"/>
                  <a:pt x="360590" y="154096"/>
                </a:cubicBezTo>
                <a:cubicBezTo>
                  <a:pt x="360590" y="172125"/>
                  <a:pt x="358806" y="189779"/>
                  <a:pt x="355237" y="207057"/>
                </a:cubicBezTo>
                <a:cubicBezTo>
                  <a:pt x="351669" y="224335"/>
                  <a:pt x="346035" y="240956"/>
                  <a:pt x="338335" y="256920"/>
                </a:cubicBezTo>
                <a:cubicBezTo>
                  <a:pt x="330635" y="272883"/>
                  <a:pt x="321244" y="286922"/>
                  <a:pt x="310164" y="299036"/>
                </a:cubicBezTo>
                <a:cubicBezTo>
                  <a:pt x="299083" y="311149"/>
                  <a:pt x="285467" y="320821"/>
                  <a:pt x="269316" y="328052"/>
                </a:cubicBezTo>
                <a:cubicBezTo>
                  <a:pt x="253164" y="335282"/>
                  <a:pt x="235416" y="338898"/>
                  <a:pt x="216072" y="338898"/>
                </a:cubicBezTo>
                <a:cubicBezTo>
                  <a:pt x="203302" y="338898"/>
                  <a:pt x="190625" y="335893"/>
                  <a:pt x="178041" y="329883"/>
                </a:cubicBezTo>
                <a:cubicBezTo>
                  <a:pt x="165459" y="323873"/>
                  <a:pt x="156444" y="315610"/>
                  <a:pt x="150997" y="305092"/>
                </a:cubicBezTo>
                <a:cubicBezTo>
                  <a:pt x="149119" y="312417"/>
                  <a:pt x="146490" y="322981"/>
                  <a:pt x="143109" y="336785"/>
                </a:cubicBezTo>
                <a:cubicBezTo>
                  <a:pt x="139729" y="350588"/>
                  <a:pt x="137522" y="359509"/>
                  <a:pt x="136489" y="363547"/>
                </a:cubicBezTo>
                <a:cubicBezTo>
                  <a:pt x="135456" y="367585"/>
                  <a:pt x="133531" y="374252"/>
                  <a:pt x="130714" y="383549"/>
                </a:cubicBezTo>
                <a:cubicBezTo>
                  <a:pt x="127897" y="392845"/>
                  <a:pt x="125455" y="399512"/>
                  <a:pt x="123390" y="403550"/>
                </a:cubicBezTo>
                <a:cubicBezTo>
                  <a:pt x="121324" y="407588"/>
                  <a:pt x="118319" y="413457"/>
                  <a:pt x="114375" y="421157"/>
                </a:cubicBezTo>
                <a:cubicBezTo>
                  <a:pt x="110431" y="428857"/>
                  <a:pt x="106112" y="436135"/>
                  <a:pt x="101416" y="442990"/>
                </a:cubicBezTo>
                <a:cubicBezTo>
                  <a:pt x="96721" y="449844"/>
                  <a:pt x="90899" y="457967"/>
                  <a:pt x="83950" y="467358"/>
                </a:cubicBezTo>
                <a:lnTo>
                  <a:pt x="80006" y="468766"/>
                </a:lnTo>
                <a:lnTo>
                  <a:pt x="77471" y="465949"/>
                </a:lnTo>
                <a:cubicBezTo>
                  <a:pt x="74654" y="436463"/>
                  <a:pt x="73245" y="418809"/>
                  <a:pt x="73245" y="412987"/>
                </a:cubicBezTo>
                <a:cubicBezTo>
                  <a:pt x="73245" y="395709"/>
                  <a:pt x="75264" y="376318"/>
                  <a:pt x="79302" y="354814"/>
                </a:cubicBezTo>
                <a:cubicBezTo>
                  <a:pt x="83340" y="333310"/>
                  <a:pt x="89584" y="306313"/>
                  <a:pt x="98036" y="273823"/>
                </a:cubicBezTo>
                <a:cubicBezTo>
                  <a:pt x="106487" y="241332"/>
                  <a:pt x="111370" y="222270"/>
                  <a:pt x="112685" y="216635"/>
                </a:cubicBezTo>
                <a:cubicBezTo>
                  <a:pt x="106675" y="204428"/>
                  <a:pt x="103670" y="188558"/>
                  <a:pt x="103670" y="169026"/>
                </a:cubicBezTo>
                <a:cubicBezTo>
                  <a:pt x="103670" y="153438"/>
                  <a:pt x="108553" y="138789"/>
                  <a:pt x="118319" y="125079"/>
                </a:cubicBezTo>
                <a:cubicBezTo>
                  <a:pt x="128085" y="111370"/>
                  <a:pt x="140480" y="104515"/>
                  <a:pt x="155504" y="104515"/>
                </a:cubicBezTo>
                <a:cubicBezTo>
                  <a:pt x="166961" y="104515"/>
                  <a:pt x="175882" y="108318"/>
                  <a:pt x="182267" y="115924"/>
                </a:cubicBezTo>
                <a:cubicBezTo>
                  <a:pt x="188653" y="123530"/>
                  <a:pt x="191845" y="133155"/>
                  <a:pt x="191845" y="144799"/>
                </a:cubicBezTo>
                <a:cubicBezTo>
                  <a:pt x="191845" y="157194"/>
                  <a:pt x="187713" y="175130"/>
                  <a:pt x="179450" y="198606"/>
                </a:cubicBezTo>
                <a:cubicBezTo>
                  <a:pt x="171187" y="222082"/>
                  <a:pt x="167055" y="239642"/>
                  <a:pt x="167055" y="251286"/>
                </a:cubicBezTo>
                <a:cubicBezTo>
                  <a:pt x="167055" y="263118"/>
                  <a:pt x="171280" y="272930"/>
                  <a:pt x="179732" y="280724"/>
                </a:cubicBezTo>
                <a:cubicBezTo>
                  <a:pt x="188183" y="288518"/>
                  <a:pt x="198418" y="292415"/>
                  <a:pt x="210438" y="292415"/>
                </a:cubicBezTo>
                <a:cubicBezTo>
                  <a:pt x="220767" y="292415"/>
                  <a:pt x="230346" y="290068"/>
                  <a:pt x="239173" y="285373"/>
                </a:cubicBezTo>
                <a:cubicBezTo>
                  <a:pt x="248000" y="280677"/>
                  <a:pt x="255371" y="274292"/>
                  <a:pt x="261287" y="266216"/>
                </a:cubicBezTo>
                <a:cubicBezTo>
                  <a:pt x="267203" y="258141"/>
                  <a:pt x="272462" y="249220"/>
                  <a:pt x="277062" y="239454"/>
                </a:cubicBezTo>
                <a:cubicBezTo>
                  <a:pt x="281664" y="229688"/>
                  <a:pt x="285232" y="219312"/>
                  <a:pt x="287768" y="208325"/>
                </a:cubicBezTo>
                <a:cubicBezTo>
                  <a:pt x="290303" y="197338"/>
                  <a:pt x="292181" y="186915"/>
                  <a:pt x="293402" y="177055"/>
                </a:cubicBezTo>
                <a:cubicBezTo>
                  <a:pt x="294622" y="167195"/>
                  <a:pt x="295233" y="157852"/>
                  <a:pt x="295233" y="149025"/>
                </a:cubicBezTo>
                <a:cubicBezTo>
                  <a:pt x="295233" y="116534"/>
                  <a:pt x="284951" y="91227"/>
                  <a:pt x="264386" y="73104"/>
                </a:cubicBezTo>
                <a:cubicBezTo>
                  <a:pt x="243821" y="54981"/>
                  <a:pt x="217011" y="45919"/>
                  <a:pt x="183957" y="45919"/>
                </a:cubicBezTo>
                <a:cubicBezTo>
                  <a:pt x="146396" y="45919"/>
                  <a:pt x="115032" y="58079"/>
                  <a:pt x="89866" y="82400"/>
                </a:cubicBezTo>
                <a:cubicBezTo>
                  <a:pt x="64700" y="106721"/>
                  <a:pt x="52117" y="137569"/>
                  <a:pt x="52117" y="174942"/>
                </a:cubicBezTo>
                <a:cubicBezTo>
                  <a:pt x="52117" y="183206"/>
                  <a:pt x="53291" y="191187"/>
                  <a:pt x="55638" y="198888"/>
                </a:cubicBezTo>
                <a:cubicBezTo>
                  <a:pt x="57986" y="206588"/>
                  <a:pt x="60521" y="212691"/>
                  <a:pt x="63244" y="217199"/>
                </a:cubicBezTo>
                <a:cubicBezTo>
                  <a:pt x="65968" y="221706"/>
                  <a:pt x="68503" y="225979"/>
                  <a:pt x="70851" y="230016"/>
                </a:cubicBezTo>
                <a:cubicBezTo>
                  <a:pt x="73198" y="234054"/>
                  <a:pt x="74372" y="236918"/>
                  <a:pt x="74372" y="238609"/>
                </a:cubicBezTo>
                <a:cubicBezTo>
                  <a:pt x="74372" y="243867"/>
                  <a:pt x="72963" y="250722"/>
                  <a:pt x="70146" y="259174"/>
                </a:cubicBezTo>
                <a:cubicBezTo>
                  <a:pt x="67329" y="267625"/>
                  <a:pt x="63855" y="271851"/>
                  <a:pt x="59723" y="271851"/>
                </a:cubicBezTo>
                <a:cubicBezTo>
                  <a:pt x="59348" y="271851"/>
                  <a:pt x="57751" y="271569"/>
                  <a:pt x="54934" y="271005"/>
                </a:cubicBezTo>
                <a:cubicBezTo>
                  <a:pt x="45356" y="268188"/>
                  <a:pt x="36857" y="262930"/>
                  <a:pt x="29439" y="255230"/>
                </a:cubicBezTo>
                <a:cubicBezTo>
                  <a:pt x="22021" y="247530"/>
                  <a:pt x="16293" y="238656"/>
                  <a:pt x="12255" y="228608"/>
                </a:cubicBezTo>
                <a:cubicBezTo>
                  <a:pt x="8217" y="218560"/>
                  <a:pt x="5165" y="208419"/>
                  <a:pt x="3099" y="198183"/>
                </a:cubicBezTo>
                <a:cubicBezTo>
                  <a:pt x="1033" y="187948"/>
                  <a:pt x="0" y="177947"/>
                  <a:pt x="0" y="168181"/>
                </a:cubicBezTo>
                <a:cubicBezTo>
                  <a:pt x="0" y="147898"/>
                  <a:pt x="3522" y="128789"/>
                  <a:pt x="10565" y="110853"/>
                </a:cubicBezTo>
                <a:cubicBezTo>
                  <a:pt x="17607" y="92917"/>
                  <a:pt x="27326" y="77283"/>
                  <a:pt x="39722" y="63948"/>
                </a:cubicBezTo>
                <a:cubicBezTo>
                  <a:pt x="52117" y="50614"/>
                  <a:pt x="66390" y="39064"/>
                  <a:pt x="82541" y="29298"/>
                </a:cubicBezTo>
                <a:cubicBezTo>
                  <a:pt x="98693" y="19532"/>
                  <a:pt x="116065" y="12207"/>
                  <a:pt x="134658" y="7324"/>
                </a:cubicBezTo>
                <a:cubicBezTo>
                  <a:pt x="153251" y="2441"/>
                  <a:pt x="172220" y="0"/>
                  <a:pt x="191564" y="0"/>
                </a:cubicBez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Freeform 332">
            <a:hlinkClick r:id="rId6"/>
          </p:cNvPr>
          <p:cNvSpPr/>
          <p:nvPr/>
        </p:nvSpPr>
        <p:spPr>
          <a:xfrm>
            <a:off x="341674" y="4620863"/>
            <a:ext cx="443408" cy="360424"/>
          </a:xfrm>
          <a:custGeom>
            <a:avLst/>
            <a:gdLst/>
            <a:ahLst/>
            <a:cxnLst/>
            <a:rect l="l" t="t" r="r" b="b"/>
            <a:pathLst>
              <a:path w="443976" h="360589">
                <a:moveTo>
                  <a:pt x="307346" y="0"/>
                </a:moveTo>
                <a:cubicBezTo>
                  <a:pt x="333639" y="0"/>
                  <a:pt x="355800" y="9578"/>
                  <a:pt x="373830" y="28734"/>
                </a:cubicBezTo>
                <a:cubicBezTo>
                  <a:pt x="394301" y="24790"/>
                  <a:pt x="413551" y="17466"/>
                  <a:pt x="431581" y="6761"/>
                </a:cubicBezTo>
                <a:cubicBezTo>
                  <a:pt x="424632" y="28359"/>
                  <a:pt x="411298" y="45074"/>
                  <a:pt x="391578" y="56905"/>
                </a:cubicBezTo>
                <a:cubicBezTo>
                  <a:pt x="409044" y="55027"/>
                  <a:pt x="426510" y="50332"/>
                  <a:pt x="443976" y="42820"/>
                </a:cubicBezTo>
                <a:cubicBezTo>
                  <a:pt x="431392" y="61225"/>
                  <a:pt x="416180" y="76907"/>
                  <a:pt x="398339" y="89866"/>
                </a:cubicBezTo>
                <a:cubicBezTo>
                  <a:pt x="398526" y="92495"/>
                  <a:pt x="398620" y="96439"/>
                  <a:pt x="398620" y="101697"/>
                </a:cubicBezTo>
                <a:cubicBezTo>
                  <a:pt x="398620" y="126112"/>
                  <a:pt x="395052" y="150480"/>
                  <a:pt x="387915" y="174801"/>
                </a:cubicBezTo>
                <a:cubicBezTo>
                  <a:pt x="380778" y="199122"/>
                  <a:pt x="369933" y="222457"/>
                  <a:pt x="355378" y="244806"/>
                </a:cubicBezTo>
                <a:cubicBezTo>
                  <a:pt x="340823" y="267155"/>
                  <a:pt x="323497" y="286922"/>
                  <a:pt x="303402" y="304106"/>
                </a:cubicBezTo>
                <a:cubicBezTo>
                  <a:pt x="283307" y="321291"/>
                  <a:pt x="259080" y="335001"/>
                  <a:pt x="230722" y="345236"/>
                </a:cubicBezTo>
                <a:cubicBezTo>
                  <a:pt x="202362" y="355471"/>
                  <a:pt x="172032" y="360589"/>
                  <a:pt x="139728" y="360589"/>
                </a:cubicBezTo>
                <a:cubicBezTo>
                  <a:pt x="88832" y="360589"/>
                  <a:pt x="42256" y="346973"/>
                  <a:pt x="0" y="319741"/>
                </a:cubicBezTo>
                <a:cubicBezTo>
                  <a:pt x="6574" y="320492"/>
                  <a:pt x="13898" y="320868"/>
                  <a:pt x="21974" y="320868"/>
                </a:cubicBezTo>
                <a:cubicBezTo>
                  <a:pt x="64230" y="320868"/>
                  <a:pt x="101886" y="307909"/>
                  <a:pt x="134940" y="281992"/>
                </a:cubicBezTo>
                <a:cubicBezTo>
                  <a:pt x="115220" y="281616"/>
                  <a:pt x="97566" y="275560"/>
                  <a:pt x="81978" y="263822"/>
                </a:cubicBezTo>
                <a:cubicBezTo>
                  <a:pt x="66390" y="252084"/>
                  <a:pt x="55685" y="237106"/>
                  <a:pt x="49863" y="218889"/>
                </a:cubicBezTo>
                <a:cubicBezTo>
                  <a:pt x="56060" y="219828"/>
                  <a:pt x="61788" y="220297"/>
                  <a:pt x="67048" y="220297"/>
                </a:cubicBezTo>
                <a:cubicBezTo>
                  <a:pt x="75122" y="220297"/>
                  <a:pt x="83105" y="219264"/>
                  <a:pt x="90992" y="217199"/>
                </a:cubicBezTo>
                <a:cubicBezTo>
                  <a:pt x="69958" y="212879"/>
                  <a:pt x="52539" y="202409"/>
                  <a:pt x="38736" y="185788"/>
                </a:cubicBezTo>
                <a:cubicBezTo>
                  <a:pt x="24932" y="169167"/>
                  <a:pt x="18030" y="149870"/>
                  <a:pt x="18030" y="127896"/>
                </a:cubicBezTo>
                <a:lnTo>
                  <a:pt x="18030" y="126770"/>
                </a:lnTo>
                <a:cubicBezTo>
                  <a:pt x="30800" y="133906"/>
                  <a:pt x="44510" y="137756"/>
                  <a:pt x="59160" y="138320"/>
                </a:cubicBezTo>
                <a:cubicBezTo>
                  <a:pt x="46764" y="130056"/>
                  <a:pt x="36904" y="119257"/>
                  <a:pt x="29580" y="105923"/>
                </a:cubicBezTo>
                <a:cubicBezTo>
                  <a:pt x="22256" y="92589"/>
                  <a:pt x="18593" y="78128"/>
                  <a:pt x="18593" y="62540"/>
                </a:cubicBezTo>
                <a:cubicBezTo>
                  <a:pt x="18593" y="46013"/>
                  <a:pt x="22724" y="30706"/>
                  <a:pt x="30988" y="16621"/>
                </a:cubicBezTo>
                <a:cubicBezTo>
                  <a:pt x="53713" y="44604"/>
                  <a:pt x="81367" y="67000"/>
                  <a:pt x="113952" y="83809"/>
                </a:cubicBezTo>
                <a:cubicBezTo>
                  <a:pt x="146536" y="100617"/>
                  <a:pt x="181422" y="109961"/>
                  <a:pt x="218608" y="111839"/>
                </a:cubicBezTo>
                <a:cubicBezTo>
                  <a:pt x="217104" y="104702"/>
                  <a:pt x="216354" y="97753"/>
                  <a:pt x="216354" y="90992"/>
                </a:cubicBezTo>
                <a:cubicBezTo>
                  <a:pt x="216354" y="65826"/>
                  <a:pt x="225228" y="44369"/>
                  <a:pt x="242975" y="26621"/>
                </a:cubicBezTo>
                <a:cubicBezTo>
                  <a:pt x="260723" y="8874"/>
                  <a:pt x="282180" y="0"/>
                  <a:pt x="307346" y="0"/>
                </a:cubicBez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90047416"/>
      </p:ext>
    </p:extLst>
  </p:cSld>
  <p:clrMapOvr>
    <a:masterClrMapping/>
  </p:clrMapOvr>
</p:sld>
</file>

<file path=ppt/theme/theme1.xml><?xml version="1.0" encoding="utf-8"?>
<a:theme xmlns:a="http://schemas.openxmlformats.org/drawingml/2006/main" name="Showeet theme">
  <a:themeElements>
    <a:clrScheme name="Showeet">
      <a:dk1>
        <a:srgbClr val="95A5A6"/>
      </a:dk1>
      <a:lt1>
        <a:sysClr val="window" lastClr="FFFFFF"/>
      </a:lt1>
      <a:dk2>
        <a:srgbClr val="2C3E50"/>
      </a:dk2>
      <a:lt2>
        <a:srgbClr val="F2F2F2"/>
      </a:lt2>
      <a:accent1>
        <a:srgbClr val="2980B9"/>
      </a:accent1>
      <a:accent2>
        <a:srgbClr val="16A085"/>
      </a:accent2>
      <a:accent3>
        <a:srgbClr val="9BBB59"/>
      </a:accent3>
      <a:accent4>
        <a:srgbClr val="F39C12"/>
      </a:accent4>
      <a:accent5>
        <a:srgbClr val="C0392B"/>
      </a:accent5>
      <a:accent6>
        <a:srgbClr val="4B2C50"/>
      </a:accent6>
      <a:hlink>
        <a:srgbClr val="16A085"/>
      </a:hlink>
      <a:folHlink>
        <a:srgbClr val="10786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howeet">
  <a:themeElements>
    <a:clrScheme name="Showeet">
      <a:dk1>
        <a:srgbClr val="95A5A6"/>
      </a:dk1>
      <a:lt1>
        <a:sysClr val="window" lastClr="FFFFFF"/>
      </a:lt1>
      <a:dk2>
        <a:srgbClr val="2C3E50"/>
      </a:dk2>
      <a:lt2>
        <a:srgbClr val="F2F2F2"/>
      </a:lt2>
      <a:accent1>
        <a:srgbClr val="2980B9"/>
      </a:accent1>
      <a:accent2>
        <a:srgbClr val="16A085"/>
      </a:accent2>
      <a:accent3>
        <a:srgbClr val="9BBB59"/>
      </a:accent3>
      <a:accent4>
        <a:srgbClr val="F39C12"/>
      </a:accent4>
      <a:accent5>
        <a:srgbClr val="C0392B"/>
      </a:accent5>
      <a:accent6>
        <a:srgbClr val="4B2C50"/>
      </a:accent6>
      <a:hlink>
        <a:srgbClr val="16A085"/>
      </a:hlink>
      <a:folHlink>
        <a:srgbClr val="107863"/>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90318</TotalTime>
  <Words>15894</Words>
  <PresentationFormat>Widescreen</PresentationFormat>
  <Paragraphs>2763</Paragraphs>
  <Slides>164</Slides>
  <Notes>164</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164</vt:i4>
      </vt:variant>
    </vt:vector>
  </HeadingPairs>
  <TitlesOfParts>
    <vt:vector size="170" baseType="lpstr">
      <vt:lpstr>Arial</vt:lpstr>
      <vt:lpstr>Calibri</vt:lpstr>
      <vt:lpstr>Calibri Light</vt:lpstr>
      <vt:lpstr>Open Sans</vt:lpstr>
      <vt:lpstr>Showeet theme</vt:lpstr>
      <vt:lpstr>showeet</vt:lpstr>
      <vt:lpstr>PowerPoint SmartArt Graphics</vt:lpstr>
      <vt:lpstr>What is a SmartArt graphic? </vt:lpstr>
      <vt:lpstr>Contents</vt:lpstr>
      <vt:lpstr>List</vt:lpstr>
      <vt:lpstr>Basic Block List</vt:lpstr>
      <vt:lpstr>Alternating Hexagons</vt:lpstr>
      <vt:lpstr>Picture Caption List</vt:lpstr>
      <vt:lpstr>Lined List</vt:lpstr>
      <vt:lpstr>Vertical Bullet List</vt:lpstr>
      <vt:lpstr>Vertical Box List</vt:lpstr>
      <vt:lpstr>Vertical Bracket List</vt:lpstr>
      <vt:lpstr>Varying Width List</vt:lpstr>
      <vt:lpstr>Tab List</vt:lpstr>
      <vt:lpstr>Horizontal Bullet List</vt:lpstr>
      <vt:lpstr>Square Accent List</vt:lpstr>
      <vt:lpstr>Picture Accent List</vt:lpstr>
      <vt:lpstr>Bending Picture Accent List</vt:lpstr>
      <vt:lpstr>Stacked List</vt:lpstr>
      <vt:lpstr>Grouped List</vt:lpstr>
      <vt:lpstr>Horizontal Picture List</vt:lpstr>
      <vt:lpstr>Continuous Picture List</vt:lpstr>
      <vt:lpstr>Picture Strips</vt:lpstr>
      <vt:lpstr>Vertical Picture List</vt:lpstr>
      <vt:lpstr>Alternating Picture Blocks</vt:lpstr>
      <vt:lpstr>Vertical Picture Accent List</vt:lpstr>
      <vt:lpstr>Title Picture Accent List</vt:lpstr>
      <vt:lpstr>Vertical Block List</vt:lpstr>
      <vt:lpstr>Vertical Accent List</vt:lpstr>
      <vt:lpstr>Vertical Arrow List</vt:lpstr>
      <vt:lpstr>Trapezoid List</vt:lpstr>
      <vt:lpstr>Descending Block List</vt:lpstr>
      <vt:lpstr>Table List</vt:lpstr>
      <vt:lpstr>Vertical Curved List</vt:lpstr>
      <vt:lpstr>Target List</vt:lpstr>
      <vt:lpstr>Hierarchy List</vt:lpstr>
      <vt:lpstr>Vertical Circle List</vt:lpstr>
      <vt:lpstr>Architecture Layout</vt:lpstr>
      <vt:lpstr>Process</vt:lpstr>
      <vt:lpstr>Basic Process</vt:lpstr>
      <vt:lpstr>Step Up Process</vt:lpstr>
      <vt:lpstr>Step Down Process</vt:lpstr>
      <vt:lpstr>Accent Process</vt:lpstr>
      <vt:lpstr>Picture Accent Process</vt:lpstr>
      <vt:lpstr>Alternating Flow</vt:lpstr>
      <vt:lpstr>Increasing Circle Process</vt:lpstr>
      <vt:lpstr>Pie Process</vt:lpstr>
      <vt:lpstr>Continuous Block Process</vt:lpstr>
      <vt:lpstr>Increasing Arrows Process</vt:lpstr>
      <vt:lpstr>InterconnectedBlock Process</vt:lpstr>
      <vt:lpstr>Continuous Arrow Process</vt:lpstr>
      <vt:lpstr>Converging Text</vt:lpstr>
      <vt:lpstr>Process Arrows</vt:lpstr>
      <vt:lpstr>Circle Accent Timeline</vt:lpstr>
      <vt:lpstr>Basic Timeline</vt:lpstr>
      <vt:lpstr>Circle Process</vt:lpstr>
      <vt:lpstr>Basic Chevron Process</vt:lpstr>
      <vt:lpstr>Chevron Accent Process</vt:lpstr>
      <vt:lpstr>Closed Chevron Process</vt:lpstr>
      <vt:lpstr>Chevron List</vt:lpstr>
      <vt:lpstr>Vertical Chevron List</vt:lpstr>
      <vt:lpstr>Sub-Step Process</vt:lpstr>
      <vt:lpstr>Phased Process</vt:lpstr>
      <vt:lpstr>Random to Result Process</vt:lpstr>
      <vt:lpstr>Vertical Process</vt:lpstr>
      <vt:lpstr>Staggered Process</vt:lpstr>
      <vt:lpstr>Process List</vt:lpstr>
      <vt:lpstr>Segmented Process</vt:lpstr>
      <vt:lpstr>Circle Arrow Process</vt:lpstr>
      <vt:lpstr>Basic Bending Process</vt:lpstr>
      <vt:lpstr>Repeating Bending Process</vt:lpstr>
      <vt:lpstr>Vertical Bending Process</vt:lpstr>
      <vt:lpstr>Detailed Process</vt:lpstr>
      <vt:lpstr>Ascending Picture Accent Process</vt:lpstr>
      <vt:lpstr>Upward Arrow</vt:lpstr>
      <vt:lpstr>Descending Process</vt:lpstr>
      <vt:lpstr>Circular Bending Process</vt:lpstr>
      <vt:lpstr>Equation</vt:lpstr>
      <vt:lpstr>Vertical Equation</vt:lpstr>
      <vt:lpstr>Arrow Ribbon</vt:lpstr>
      <vt:lpstr>Cycle</vt:lpstr>
      <vt:lpstr>Basic Cycle</vt:lpstr>
      <vt:lpstr>Text Cycle</vt:lpstr>
      <vt:lpstr>Block Cycle</vt:lpstr>
      <vt:lpstr>Nondirectional Cycle</vt:lpstr>
      <vt:lpstr>Continuous Cycle</vt:lpstr>
      <vt:lpstr>Multidirectional Cycle</vt:lpstr>
      <vt:lpstr>Segmented Cycle</vt:lpstr>
      <vt:lpstr>Basic Pie</vt:lpstr>
      <vt:lpstr>Hexagon Radial</vt:lpstr>
      <vt:lpstr>Radial Cycle</vt:lpstr>
      <vt:lpstr>Basic Radial</vt:lpstr>
      <vt:lpstr>Diverging Radial</vt:lpstr>
      <vt:lpstr>Radial Venn</vt:lpstr>
      <vt:lpstr>Gear</vt:lpstr>
      <vt:lpstr>Radial Cluster</vt:lpstr>
      <vt:lpstr>Hierarchy</vt:lpstr>
      <vt:lpstr>Organization Chart</vt:lpstr>
      <vt:lpstr>Picture Organization Chart</vt:lpstr>
      <vt:lpstr>Name and Title Organization Chart</vt:lpstr>
      <vt:lpstr>Half Circle  Organization Chart</vt:lpstr>
      <vt:lpstr>Circle Picture Hierarchy</vt:lpstr>
      <vt:lpstr>Hierarchy</vt:lpstr>
      <vt:lpstr>Labeled Hierarchy</vt:lpstr>
      <vt:lpstr>Table Hierarchy</vt:lpstr>
      <vt:lpstr>Horizontal Organization Chart</vt:lpstr>
      <vt:lpstr>Horizontal Multilevel Hierarchy</vt:lpstr>
      <vt:lpstr>Horizontal Hierarchy</vt:lpstr>
      <vt:lpstr>Horizontal Labeled Hierarchy</vt:lpstr>
      <vt:lpstr>Relationship</vt:lpstr>
      <vt:lpstr>Balance</vt:lpstr>
      <vt:lpstr>Circle Relationship</vt:lpstr>
      <vt:lpstr>Funnel</vt:lpstr>
      <vt:lpstr>Opposing Ideas</vt:lpstr>
      <vt:lpstr>Plus and Minus</vt:lpstr>
      <vt:lpstr>Reverse List</vt:lpstr>
      <vt:lpstr>Counterbalance Arrows</vt:lpstr>
      <vt:lpstr>Converging Arrows</vt:lpstr>
      <vt:lpstr>Diverging Arrows</vt:lpstr>
      <vt:lpstr>Opposing Arrows</vt:lpstr>
      <vt:lpstr>Tabbed Arc</vt:lpstr>
      <vt:lpstr>Basic Target</vt:lpstr>
      <vt:lpstr>Basic Venn</vt:lpstr>
      <vt:lpstr>Linear Venn</vt:lpstr>
      <vt:lpstr>Stacked Venn</vt:lpstr>
      <vt:lpstr>Interconnected Rings</vt:lpstr>
      <vt:lpstr>Converging Radial</vt:lpstr>
      <vt:lpstr>Radial List</vt:lpstr>
      <vt:lpstr>Matrix</vt:lpstr>
      <vt:lpstr>Basic Matrix</vt:lpstr>
      <vt:lpstr>Titled Matrix</vt:lpstr>
      <vt:lpstr>Grid Matrix</vt:lpstr>
      <vt:lpstr>Cycle Matrix</vt:lpstr>
      <vt:lpstr>Pyramid</vt:lpstr>
      <vt:lpstr>Basic Pyramid</vt:lpstr>
      <vt:lpstr>Inverted Pyramid</vt:lpstr>
      <vt:lpstr>Pyramid List</vt:lpstr>
      <vt:lpstr>Segmented Pyramid</vt:lpstr>
      <vt:lpstr>Picture</vt:lpstr>
      <vt:lpstr>Accented Picture</vt:lpstr>
      <vt:lpstr>Circular Picture Callout</vt:lpstr>
      <vt:lpstr>Radial Picture List</vt:lpstr>
      <vt:lpstr>Snapshot Picture List</vt:lpstr>
      <vt:lpstr>Spiral Picture</vt:lpstr>
      <vt:lpstr>Captioned Pictures</vt:lpstr>
      <vt:lpstr>Bending Picture Caption</vt:lpstr>
      <vt:lpstr>Picture Frame</vt:lpstr>
      <vt:lpstr>Bending Picture Semi-Transparent Text</vt:lpstr>
      <vt:lpstr>Bending Picture Blocks</vt:lpstr>
      <vt:lpstr>Bending Picture Caption List</vt:lpstr>
      <vt:lpstr>Titled Picture Blocks</vt:lpstr>
      <vt:lpstr>Picture Grid</vt:lpstr>
      <vt:lpstr>Picture Accent Blocks</vt:lpstr>
      <vt:lpstr>Theme Picture Accent</vt:lpstr>
      <vt:lpstr>Theme Picture Grid</vt:lpstr>
      <vt:lpstr>Theme Picture  Alternating Accent</vt:lpstr>
      <vt:lpstr>Titled Picture Accent List</vt:lpstr>
      <vt:lpstr>Alternating Picture Circles</vt:lpstr>
      <vt:lpstr>Title Picture Lineup</vt:lpstr>
      <vt:lpstr>Picture Lineup</vt:lpstr>
      <vt:lpstr>Framed Text Picture</vt:lpstr>
      <vt:lpstr>Hexagon Cluster</vt:lpstr>
      <vt:lpstr>Bubble Picture List</vt:lpstr>
      <vt:lpstr>Thank You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SmartArt Graphics - The complete collection (2020)</dc:title>
  <dc:creator>showeet.com</dc:creator>
  <dc:description>© Copyright Showeet.com</dc:description>
  <dcterms:created xsi:type="dcterms:W3CDTF">2011-05-09T14:18:21Z</dcterms:created>
  <dcterms:modified xsi:type="dcterms:W3CDTF">2020-01-18T04:15:45Z</dcterms:modified>
  <cp:category>Charts &amp; Diagrams</cp:category>
</cp:coreProperties>
</file>